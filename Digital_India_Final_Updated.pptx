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type="screen16x9" cy="6858000" cx="12192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1" fontAlgn="auto" hangingPunct="1" indent="0" latinLnBrk="0" marL="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algn="l" defTabSz="914400" eaLnBrk="1" fontAlgn="auto" hangingPunct="1" indent="0" latinLnBrk="0" marL="4572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algn="l" defTabSz="914400" eaLnBrk="1" fontAlgn="auto" hangingPunct="1" indent="0" latinLnBrk="0" marL="9144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algn="l" defTabSz="914400" eaLnBrk="1" fontAlgn="auto" hangingPunct="1" indent="0" latinLnBrk="0" marL="13716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algn="l" defTabSz="914400" eaLnBrk="1" fontAlgn="auto" hangingPunct="1" indent="0" latinLnBrk="0" marL="18288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algn="l" defTabSz="914400" eaLnBrk="1" fontAlgn="auto" hangingPunct="1" indent="0" latinLnBrk="0" marL="22860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algn="l" defTabSz="914400" eaLnBrk="1" fontAlgn="auto" hangingPunct="1" indent="0" latinLnBrk="0" marL="27432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algn="l" defTabSz="914400" eaLnBrk="1" fontAlgn="auto" hangingPunct="1" indent="0" latinLnBrk="0" marL="32004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algn="l" defTabSz="914400" eaLnBrk="1" fontAlgn="auto" hangingPunct="1" indent="0" latinLnBrk="0" marL="3200400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8188" autoAdjust="0"/>
    <p:restoredTop sz="99500" autoAdjust="0"/>
  </p:normalViewPr>
  <p:slideViewPr>
    <p:cSldViewPr snapToGrid="0">
      <p:cViewPr>
        <p:scale>
          <a:sx n="163" d="100"/>
          <a:sy n="163" d="100"/>
        </p:scale>
        <p:origin x="0" y="0"/>
      </p:cViewPr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</p:cSldViewPr>
  </p:notesViewPr>
  <p:gridSpacing cx="72009" cy="72009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28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287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928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928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0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61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altLang="en-US" lang="zh-CN" smtClean="0"/>
              <a:t>单击此处编辑母版副标题样式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5" name="文本框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76" name="文本框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8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69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文本框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80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9281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文本框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71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9272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9273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9274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2" name="文本框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8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928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5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66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9267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本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7" name="文本框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78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文本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3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9264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矩形"/>
          <p:cNvSpPr/>
          <p:nvPr/>
        </p:nvSpPr>
        <p:spPr>
          <a:xfrm rot="0">
            <a:off x="0" y="162526"/>
            <a:ext cx="12192000" cy="661347"/>
          </a:xfrm>
          <a:prstGeom prst="rect"/>
          <a:gradFill rotWithShape="1">
            <a:gsLst>
              <a:gs pos="0">
                <a:srgbClr val="113455">
                  <a:lumMod val="50000"/>
                  <a:alpha val="100000"/>
                </a:srgbClr>
              </a:gs>
              <a:gs pos="100000">
                <a:srgbClr val="164269">
                  <a:alpha val="100000"/>
                </a:srgbClr>
              </a:gs>
            </a:gsLst>
            <a:lin ang="5400000" scaled="1"/>
          </a:gradFill>
          <a:ln w="12700" cap="flat" cmpd="sng">
            <a:noFill/>
            <a:prstDash val="solid"/>
            <a:round/>
          </a:ln>
        </p:spPr>
      </p:sp>
      <p:sp>
        <p:nvSpPr>
          <p:cNvPr id="1048859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/>
            <a:r>
              <a:rPr altLang="zh-CN" b="1" sz="3600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Click to edit Master title style</a:t>
            </a:r>
            <a:endParaRPr altLang="en-US" b="1" sz="3600" lang="zh-CN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60" name="文本框"/>
          <p:cNvSpPr>
            <a:spLocks noGrp="1"/>
          </p:cNvSpPr>
          <p:nvPr>
            <p:ph type="body" idx="10"/>
          </p:nvPr>
        </p:nvSpPr>
        <p:spPr>
          <a:xfrm rot="0">
            <a:off x="2607600" y="1354359"/>
            <a:ext cx="6976800" cy="3471863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Click to edit Master text styles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1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Second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2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Third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3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Fourth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4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Fifth level</a:t>
            </a:r>
            <a:endParaRPr altLang="en-US" lang="zh-CN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61" name="曲线"/>
          <p:cNvSpPr/>
          <p:nvPr/>
        </p:nvSpPr>
        <p:spPr>
          <a:xfrm rot="0">
            <a:off x="23409" y="1917976"/>
            <a:ext cx="12145183" cy="494002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4168" y="21482"/>
                </a:moveTo>
                <a:lnTo>
                  <a:pt x="14217" y="21482"/>
                </a:lnTo>
                <a:lnTo>
                  <a:pt x="14217" y="21582"/>
                </a:lnTo>
                <a:lnTo>
                  <a:pt x="14168" y="21582"/>
                </a:lnTo>
              </a:path>
              <a:path w="21600" h="21600">
                <a:moveTo>
                  <a:pt x="19734" y="21482"/>
                </a:moveTo>
                <a:lnTo>
                  <a:pt x="19791" y="21482"/>
                </a:lnTo>
                <a:lnTo>
                  <a:pt x="19791" y="21598"/>
                </a:lnTo>
                <a:lnTo>
                  <a:pt x="19734" y="21598"/>
                </a:lnTo>
              </a:path>
              <a:path w="21600" h="21600">
                <a:moveTo>
                  <a:pt x="18979" y="21482"/>
                </a:moveTo>
                <a:lnTo>
                  <a:pt x="19036" y="21482"/>
                </a:lnTo>
                <a:lnTo>
                  <a:pt x="19036" y="21598"/>
                </a:lnTo>
                <a:lnTo>
                  <a:pt x="18979" y="21598"/>
                </a:lnTo>
              </a:path>
              <a:path w="21600" h="21600">
                <a:moveTo>
                  <a:pt x="14315" y="21482"/>
                </a:moveTo>
                <a:lnTo>
                  <a:pt x="14372" y="21482"/>
                </a:lnTo>
                <a:lnTo>
                  <a:pt x="14372" y="21598"/>
                </a:lnTo>
                <a:lnTo>
                  <a:pt x="14315" y="21598"/>
                </a:lnTo>
              </a:path>
              <a:path w="21600" h="21600">
                <a:moveTo>
                  <a:pt x="13560" y="21482"/>
                </a:moveTo>
                <a:lnTo>
                  <a:pt x="13617" y="21482"/>
                </a:lnTo>
                <a:lnTo>
                  <a:pt x="13617" y="21598"/>
                </a:lnTo>
                <a:lnTo>
                  <a:pt x="13560" y="21598"/>
                </a:lnTo>
              </a:path>
              <a:path w="21600" h="21600">
                <a:moveTo>
                  <a:pt x="1808" y="21482"/>
                </a:moveTo>
                <a:lnTo>
                  <a:pt x="1865" y="21482"/>
                </a:lnTo>
                <a:lnTo>
                  <a:pt x="1865" y="21598"/>
                </a:lnTo>
                <a:lnTo>
                  <a:pt x="1808" y="21598"/>
                </a:lnTo>
              </a:path>
              <a:path w="21600" h="21600">
                <a:moveTo>
                  <a:pt x="20941" y="21479"/>
                </a:moveTo>
                <a:lnTo>
                  <a:pt x="21000" y="21479"/>
                </a:lnTo>
                <a:lnTo>
                  <a:pt x="21000" y="21600"/>
                </a:lnTo>
                <a:lnTo>
                  <a:pt x="20941" y="21600"/>
                </a:lnTo>
              </a:path>
              <a:path w="21600" h="21600">
                <a:moveTo>
                  <a:pt x="18228" y="21479"/>
                </a:moveTo>
                <a:lnTo>
                  <a:pt x="18286" y="21479"/>
                </a:lnTo>
                <a:lnTo>
                  <a:pt x="18286" y="21600"/>
                </a:lnTo>
                <a:lnTo>
                  <a:pt x="18228" y="21600"/>
                </a:lnTo>
              </a:path>
              <a:path w="21600" h="21600">
                <a:moveTo>
                  <a:pt x="15522" y="21479"/>
                </a:moveTo>
                <a:lnTo>
                  <a:pt x="15581" y="21479"/>
                </a:lnTo>
                <a:lnTo>
                  <a:pt x="15581" y="21600"/>
                </a:lnTo>
                <a:lnTo>
                  <a:pt x="15522" y="21600"/>
                </a:lnTo>
              </a:path>
              <a:path w="21600" h="21600">
                <a:moveTo>
                  <a:pt x="12809" y="21479"/>
                </a:moveTo>
                <a:lnTo>
                  <a:pt x="12867" y="21479"/>
                </a:lnTo>
                <a:lnTo>
                  <a:pt x="12867" y="21600"/>
                </a:lnTo>
                <a:lnTo>
                  <a:pt x="12809" y="21600"/>
                </a:lnTo>
              </a:path>
              <a:path w="21600" h="21600">
                <a:moveTo>
                  <a:pt x="6018" y="21479"/>
                </a:moveTo>
                <a:lnTo>
                  <a:pt x="6077" y="21479"/>
                </a:lnTo>
                <a:lnTo>
                  <a:pt x="6077" y="21600"/>
                </a:lnTo>
                <a:lnTo>
                  <a:pt x="6018" y="21600"/>
                </a:lnTo>
              </a:path>
              <a:path w="21600" h="21600">
                <a:moveTo>
                  <a:pt x="3313" y="21479"/>
                </a:moveTo>
                <a:lnTo>
                  <a:pt x="3371" y="21479"/>
                </a:lnTo>
                <a:lnTo>
                  <a:pt x="3371" y="21600"/>
                </a:lnTo>
                <a:lnTo>
                  <a:pt x="3313" y="21600"/>
                </a:lnTo>
              </a:path>
              <a:path w="21600" h="21600">
                <a:moveTo>
                  <a:pt x="599" y="21479"/>
                </a:moveTo>
                <a:lnTo>
                  <a:pt x="658" y="21479"/>
                </a:lnTo>
                <a:lnTo>
                  <a:pt x="658" y="21600"/>
                </a:lnTo>
                <a:lnTo>
                  <a:pt x="599" y="21600"/>
                </a:lnTo>
              </a:path>
              <a:path w="21600" h="21600">
                <a:moveTo>
                  <a:pt x="21540" y="21468"/>
                </a:moveTo>
                <a:lnTo>
                  <a:pt x="21600" y="21468"/>
                </a:lnTo>
                <a:lnTo>
                  <a:pt x="21600" y="21590"/>
                </a:lnTo>
                <a:lnTo>
                  <a:pt x="21540" y="21590"/>
                </a:lnTo>
              </a:path>
              <a:path w="21600" h="21600">
                <a:moveTo>
                  <a:pt x="0" y="21468"/>
                </a:moveTo>
                <a:lnTo>
                  <a:pt x="59" y="21468"/>
                </a:lnTo>
                <a:lnTo>
                  <a:pt x="59" y="21590"/>
                </a:lnTo>
                <a:lnTo>
                  <a:pt x="0" y="21590"/>
                </a:lnTo>
              </a:path>
              <a:path w="21600" h="21600">
                <a:moveTo>
                  <a:pt x="20343" y="21461"/>
                </a:moveTo>
                <a:lnTo>
                  <a:pt x="20390" y="21461"/>
                </a:lnTo>
                <a:lnTo>
                  <a:pt x="20390" y="21557"/>
                </a:lnTo>
                <a:lnTo>
                  <a:pt x="20343" y="21557"/>
                </a:lnTo>
              </a:path>
              <a:path w="21600" h="21600">
                <a:moveTo>
                  <a:pt x="8740" y="21459"/>
                </a:moveTo>
                <a:lnTo>
                  <a:pt x="8781" y="21459"/>
                </a:lnTo>
                <a:lnTo>
                  <a:pt x="8781" y="21544"/>
                </a:lnTo>
                <a:lnTo>
                  <a:pt x="8740" y="21544"/>
                </a:lnTo>
              </a:path>
              <a:path w="21600" h="21600">
                <a:moveTo>
                  <a:pt x="16565" y="21457"/>
                </a:moveTo>
                <a:lnTo>
                  <a:pt x="16627" y="21457"/>
                </a:lnTo>
                <a:lnTo>
                  <a:pt x="16627" y="21584"/>
                </a:lnTo>
                <a:lnTo>
                  <a:pt x="16565" y="21584"/>
                </a:lnTo>
              </a:path>
              <a:path w="21600" h="21600">
                <a:moveTo>
                  <a:pt x="4972" y="21457"/>
                </a:moveTo>
                <a:lnTo>
                  <a:pt x="5034" y="21457"/>
                </a:lnTo>
                <a:lnTo>
                  <a:pt x="5034" y="21584"/>
                </a:lnTo>
                <a:lnTo>
                  <a:pt x="4972" y="21584"/>
                </a:lnTo>
              </a:path>
              <a:path w="21600" h="21600">
                <a:moveTo>
                  <a:pt x="1360" y="21454"/>
                </a:moveTo>
                <a:lnTo>
                  <a:pt x="1408" y="21454"/>
                </a:lnTo>
                <a:lnTo>
                  <a:pt x="1408" y="21553"/>
                </a:lnTo>
                <a:lnTo>
                  <a:pt x="1360" y="21553"/>
                </a:lnTo>
              </a:path>
              <a:path w="21600" h="21600">
                <a:moveTo>
                  <a:pt x="3167" y="21449"/>
                </a:moveTo>
                <a:lnTo>
                  <a:pt x="3215" y="21449"/>
                </a:lnTo>
                <a:lnTo>
                  <a:pt x="3215" y="21548"/>
                </a:lnTo>
                <a:lnTo>
                  <a:pt x="3167" y="21548"/>
                </a:lnTo>
              </a:path>
              <a:path w="21600" h="21600">
                <a:moveTo>
                  <a:pt x="7992" y="21448"/>
                </a:moveTo>
                <a:lnTo>
                  <a:pt x="8028" y="21448"/>
                </a:lnTo>
                <a:lnTo>
                  <a:pt x="8028" y="21522"/>
                </a:lnTo>
                <a:lnTo>
                  <a:pt x="7992" y="21522"/>
                </a:lnTo>
              </a:path>
              <a:path w="21600" h="21600">
                <a:moveTo>
                  <a:pt x="4369" y="21447"/>
                </a:moveTo>
                <a:lnTo>
                  <a:pt x="4429" y="21447"/>
                </a:lnTo>
                <a:lnTo>
                  <a:pt x="4429" y="21571"/>
                </a:lnTo>
                <a:lnTo>
                  <a:pt x="4369" y="21571"/>
                </a:lnTo>
              </a:path>
              <a:path w="21600" h="21600">
                <a:moveTo>
                  <a:pt x="20638" y="21442"/>
                </a:moveTo>
                <a:lnTo>
                  <a:pt x="20699" y="21442"/>
                </a:lnTo>
                <a:lnTo>
                  <a:pt x="20699" y="21566"/>
                </a:lnTo>
                <a:lnTo>
                  <a:pt x="20638" y="21566"/>
                </a:lnTo>
              </a:path>
              <a:path w="21600" h="21600">
                <a:moveTo>
                  <a:pt x="19128" y="21442"/>
                </a:moveTo>
                <a:lnTo>
                  <a:pt x="19189" y="21442"/>
                </a:lnTo>
                <a:lnTo>
                  <a:pt x="19189" y="21566"/>
                </a:lnTo>
                <a:lnTo>
                  <a:pt x="19128" y="21566"/>
                </a:lnTo>
              </a:path>
              <a:path w="21600" h="21600">
                <a:moveTo>
                  <a:pt x="18680" y="21442"/>
                </a:moveTo>
                <a:lnTo>
                  <a:pt x="18740" y="21442"/>
                </a:lnTo>
                <a:lnTo>
                  <a:pt x="18740" y="21566"/>
                </a:lnTo>
                <a:lnTo>
                  <a:pt x="18680" y="21566"/>
                </a:lnTo>
              </a:path>
              <a:path w="21600" h="21600">
                <a:moveTo>
                  <a:pt x="18378" y="21442"/>
                </a:moveTo>
                <a:lnTo>
                  <a:pt x="18438" y="21442"/>
                </a:lnTo>
                <a:lnTo>
                  <a:pt x="18438" y="21566"/>
                </a:lnTo>
                <a:lnTo>
                  <a:pt x="18378" y="21566"/>
                </a:lnTo>
              </a:path>
              <a:path w="21600" h="21600">
                <a:moveTo>
                  <a:pt x="17925" y="21442"/>
                </a:moveTo>
                <a:lnTo>
                  <a:pt x="17985" y="21442"/>
                </a:lnTo>
                <a:lnTo>
                  <a:pt x="17985" y="21566"/>
                </a:lnTo>
                <a:lnTo>
                  <a:pt x="17925" y="21566"/>
                </a:lnTo>
              </a:path>
              <a:path w="21600" h="21600">
                <a:moveTo>
                  <a:pt x="16415" y="21442"/>
                </a:moveTo>
                <a:lnTo>
                  <a:pt x="16475" y="21442"/>
                </a:lnTo>
                <a:lnTo>
                  <a:pt x="16475" y="21566"/>
                </a:lnTo>
                <a:lnTo>
                  <a:pt x="16415" y="21566"/>
                </a:lnTo>
              </a:path>
              <a:path w="21600" h="21600">
                <a:moveTo>
                  <a:pt x="15974" y="21442"/>
                </a:moveTo>
                <a:lnTo>
                  <a:pt x="16035" y="21442"/>
                </a:lnTo>
                <a:lnTo>
                  <a:pt x="16035" y="21566"/>
                </a:lnTo>
                <a:lnTo>
                  <a:pt x="15974" y="21566"/>
                </a:lnTo>
              </a:path>
              <a:path w="21600" h="21600">
                <a:moveTo>
                  <a:pt x="15672" y="21442"/>
                </a:moveTo>
                <a:lnTo>
                  <a:pt x="15733" y="21442"/>
                </a:lnTo>
                <a:lnTo>
                  <a:pt x="15733" y="21566"/>
                </a:lnTo>
                <a:lnTo>
                  <a:pt x="15672" y="21566"/>
                </a:lnTo>
              </a:path>
              <a:path w="21600" h="21600">
                <a:moveTo>
                  <a:pt x="15219" y="21442"/>
                </a:moveTo>
                <a:lnTo>
                  <a:pt x="15280" y="21442"/>
                </a:lnTo>
                <a:lnTo>
                  <a:pt x="15280" y="21566"/>
                </a:lnTo>
                <a:lnTo>
                  <a:pt x="15219" y="21566"/>
                </a:lnTo>
              </a:path>
              <a:path w="21600" h="21600">
                <a:moveTo>
                  <a:pt x="13709" y="21442"/>
                </a:moveTo>
                <a:lnTo>
                  <a:pt x="13770" y="21442"/>
                </a:lnTo>
                <a:lnTo>
                  <a:pt x="13770" y="21566"/>
                </a:lnTo>
                <a:lnTo>
                  <a:pt x="13709" y="21566"/>
                </a:lnTo>
              </a:path>
              <a:path w="21600" h="21600">
                <a:moveTo>
                  <a:pt x="13261" y="21442"/>
                </a:moveTo>
                <a:lnTo>
                  <a:pt x="13321" y="21442"/>
                </a:lnTo>
                <a:lnTo>
                  <a:pt x="13321" y="21566"/>
                </a:lnTo>
                <a:lnTo>
                  <a:pt x="13261" y="21566"/>
                </a:lnTo>
              </a:path>
              <a:path w="21600" h="21600">
                <a:moveTo>
                  <a:pt x="12959" y="21442"/>
                </a:moveTo>
                <a:lnTo>
                  <a:pt x="13019" y="21442"/>
                </a:lnTo>
                <a:lnTo>
                  <a:pt x="13019" y="21566"/>
                </a:lnTo>
                <a:lnTo>
                  <a:pt x="12959" y="21566"/>
                </a:lnTo>
              </a:path>
              <a:path w="21600" h="21600">
                <a:moveTo>
                  <a:pt x="12506" y="21442"/>
                </a:moveTo>
                <a:lnTo>
                  <a:pt x="12566" y="21442"/>
                </a:lnTo>
                <a:lnTo>
                  <a:pt x="12566" y="21566"/>
                </a:lnTo>
                <a:lnTo>
                  <a:pt x="12506" y="21566"/>
                </a:lnTo>
              </a:path>
              <a:path w="21600" h="21600">
                <a:moveTo>
                  <a:pt x="10996" y="21442"/>
                </a:moveTo>
                <a:lnTo>
                  <a:pt x="11056" y="21442"/>
                </a:lnTo>
                <a:lnTo>
                  <a:pt x="11056" y="21566"/>
                </a:lnTo>
                <a:lnTo>
                  <a:pt x="10996" y="21566"/>
                </a:lnTo>
              </a:path>
              <a:path w="21600" h="21600">
                <a:moveTo>
                  <a:pt x="9032" y="21442"/>
                </a:moveTo>
                <a:lnTo>
                  <a:pt x="9093" y="21442"/>
                </a:lnTo>
                <a:lnTo>
                  <a:pt x="9093" y="21566"/>
                </a:lnTo>
                <a:lnTo>
                  <a:pt x="9032" y="21566"/>
                </a:lnTo>
              </a:path>
              <a:path w="21600" h="21600">
                <a:moveTo>
                  <a:pt x="8579" y="21442"/>
                </a:moveTo>
                <a:lnTo>
                  <a:pt x="8640" y="21442"/>
                </a:lnTo>
                <a:lnTo>
                  <a:pt x="8640" y="21566"/>
                </a:lnTo>
                <a:lnTo>
                  <a:pt x="8579" y="21566"/>
                </a:lnTo>
              </a:path>
              <a:path w="21600" h="21600">
                <a:moveTo>
                  <a:pt x="8277" y="21442"/>
                </a:moveTo>
                <a:lnTo>
                  <a:pt x="8338" y="21442"/>
                </a:lnTo>
                <a:lnTo>
                  <a:pt x="8338" y="21566"/>
                </a:lnTo>
                <a:lnTo>
                  <a:pt x="8277" y="21566"/>
                </a:lnTo>
              </a:path>
              <a:path w="21600" h="21600">
                <a:moveTo>
                  <a:pt x="7829" y="21442"/>
                </a:moveTo>
                <a:lnTo>
                  <a:pt x="7890" y="21442"/>
                </a:lnTo>
                <a:lnTo>
                  <a:pt x="7890" y="21566"/>
                </a:lnTo>
                <a:lnTo>
                  <a:pt x="7829" y="21566"/>
                </a:lnTo>
              </a:path>
              <a:path w="21600" h="21600">
                <a:moveTo>
                  <a:pt x="6319" y="21442"/>
                </a:moveTo>
                <a:lnTo>
                  <a:pt x="6380" y="21442"/>
                </a:lnTo>
                <a:lnTo>
                  <a:pt x="6380" y="21566"/>
                </a:lnTo>
                <a:lnTo>
                  <a:pt x="6319" y="21566"/>
                </a:lnTo>
              </a:path>
              <a:path w="21600" h="21600">
                <a:moveTo>
                  <a:pt x="5866" y="21442"/>
                </a:moveTo>
                <a:lnTo>
                  <a:pt x="5927" y="21442"/>
                </a:lnTo>
                <a:lnTo>
                  <a:pt x="5927" y="21566"/>
                </a:lnTo>
                <a:lnTo>
                  <a:pt x="5866" y="21566"/>
                </a:lnTo>
              </a:path>
              <a:path w="21600" h="21600">
                <a:moveTo>
                  <a:pt x="5564" y="21442"/>
                </a:moveTo>
                <a:lnTo>
                  <a:pt x="5625" y="21442"/>
                </a:lnTo>
                <a:lnTo>
                  <a:pt x="5625" y="21566"/>
                </a:lnTo>
                <a:lnTo>
                  <a:pt x="5564" y="21566"/>
                </a:lnTo>
              </a:path>
              <a:path w="21600" h="21600">
                <a:moveTo>
                  <a:pt x="5123" y="21442"/>
                </a:moveTo>
                <a:lnTo>
                  <a:pt x="5184" y="21442"/>
                </a:lnTo>
                <a:lnTo>
                  <a:pt x="5184" y="21566"/>
                </a:lnTo>
                <a:lnTo>
                  <a:pt x="5123" y="21566"/>
                </a:lnTo>
              </a:path>
              <a:path w="21600" h="21600">
                <a:moveTo>
                  <a:pt x="2410" y="21442"/>
                </a:moveTo>
                <a:lnTo>
                  <a:pt x="2471" y="21442"/>
                </a:lnTo>
                <a:lnTo>
                  <a:pt x="2471" y="21566"/>
                </a:lnTo>
                <a:lnTo>
                  <a:pt x="2410" y="21566"/>
                </a:lnTo>
              </a:path>
              <a:path w="21600" h="21600">
                <a:moveTo>
                  <a:pt x="900" y="21442"/>
                </a:moveTo>
                <a:lnTo>
                  <a:pt x="961" y="21442"/>
                </a:lnTo>
                <a:lnTo>
                  <a:pt x="961" y="21566"/>
                </a:lnTo>
                <a:lnTo>
                  <a:pt x="900" y="21566"/>
                </a:lnTo>
              </a:path>
              <a:path w="21600" h="21600">
                <a:moveTo>
                  <a:pt x="448" y="21442"/>
                </a:moveTo>
                <a:lnTo>
                  <a:pt x="508" y="21442"/>
                </a:lnTo>
                <a:lnTo>
                  <a:pt x="508" y="21566"/>
                </a:lnTo>
                <a:lnTo>
                  <a:pt x="448" y="21566"/>
                </a:lnTo>
              </a:path>
              <a:path w="21600" h="21600">
                <a:moveTo>
                  <a:pt x="146" y="21442"/>
                </a:moveTo>
                <a:lnTo>
                  <a:pt x="206" y="21442"/>
                </a:lnTo>
                <a:lnTo>
                  <a:pt x="206" y="21566"/>
                </a:lnTo>
                <a:lnTo>
                  <a:pt x="146" y="21566"/>
                </a:lnTo>
              </a:path>
              <a:path w="21600" h="21600">
                <a:moveTo>
                  <a:pt x="2856" y="21433"/>
                </a:moveTo>
                <a:lnTo>
                  <a:pt x="2922" y="21433"/>
                </a:lnTo>
                <a:lnTo>
                  <a:pt x="2922" y="21568"/>
                </a:lnTo>
                <a:lnTo>
                  <a:pt x="2856" y="21568"/>
                </a:lnTo>
              </a:path>
              <a:path w="21600" h="21600">
                <a:moveTo>
                  <a:pt x="1049" y="21433"/>
                </a:moveTo>
                <a:lnTo>
                  <a:pt x="1115" y="21433"/>
                </a:lnTo>
                <a:lnTo>
                  <a:pt x="1115" y="21568"/>
                </a:lnTo>
                <a:lnTo>
                  <a:pt x="1049" y="21568"/>
                </a:lnTo>
              </a:path>
              <a:path w="21600" h="21600">
                <a:moveTo>
                  <a:pt x="17176" y="21424"/>
                </a:moveTo>
                <a:lnTo>
                  <a:pt x="17224" y="21424"/>
                </a:lnTo>
                <a:lnTo>
                  <a:pt x="17224" y="21523"/>
                </a:lnTo>
                <a:lnTo>
                  <a:pt x="17176" y="21523"/>
                </a:lnTo>
              </a:path>
              <a:path w="21600" h="21600">
                <a:moveTo>
                  <a:pt x="18082" y="21412"/>
                </a:moveTo>
                <a:lnTo>
                  <a:pt x="18130" y="21412"/>
                </a:lnTo>
                <a:lnTo>
                  <a:pt x="18130" y="21511"/>
                </a:lnTo>
                <a:lnTo>
                  <a:pt x="18082" y="21511"/>
                </a:lnTo>
              </a:path>
              <a:path w="21600" h="21600">
                <a:moveTo>
                  <a:pt x="11149" y="21404"/>
                </a:moveTo>
                <a:lnTo>
                  <a:pt x="11205" y="21404"/>
                </a:lnTo>
                <a:lnTo>
                  <a:pt x="11205" y="21517"/>
                </a:lnTo>
                <a:lnTo>
                  <a:pt x="11149" y="21517"/>
                </a:lnTo>
              </a:path>
              <a:path w="21600" h="21600">
                <a:moveTo>
                  <a:pt x="20185" y="21404"/>
                </a:moveTo>
                <a:lnTo>
                  <a:pt x="20246" y="21404"/>
                </a:lnTo>
                <a:lnTo>
                  <a:pt x="20246" y="21528"/>
                </a:lnTo>
                <a:lnTo>
                  <a:pt x="20185" y="21528"/>
                </a:lnTo>
              </a:path>
              <a:path w="21600" h="21600">
                <a:moveTo>
                  <a:pt x="14766" y="21404"/>
                </a:moveTo>
                <a:lnTo>
                  <a:pt x="14827" y="21404"/>
                </a:lnTo>
                <a:lnTo>
                  <a:pt x="14827" y="21528"/>
                </a:lnTo>
                <a:lnTo>
                  <a:pt x="14766" y="21528"/>
                </a:lnTo>
              </a:path>
              <a:path w="21600" h="21600">
                <a:moveTo>
                  <a:pt x="9485" y="21404"/>
                </a:moveTo>
                <a:lnTo>
                  <a:pt x="9546" y="21404"/>
                </a:lnTo>
                <a:lnTo>
                  <a:pt x="9546" y="21528"/>
                </a:lnTo>
                <a:lnTo>
                  <a:pt x="9485" y="21528"/>
                </a:lnTo>
              </a:path>
              <a:path w="21600" h="21600">
                <a:moveTo>
                  <a:pt x="6772" y="21404"/>
                </a:moveTo>
                <a:lnTo>
                  <a:pt x="6833" y="21404"/>
                </a:lnTo>
                <a:lnTo>
                  <a:pt x="6833" y="21528"/>
                </a:lnTo>
                <a:lnTo>
                  <a:pt x="6772" y="21528"/>
                </a:lnTo>
              </a:path>
              <a:path w="21600" h="21600">
                <a:moveTo>
                  <a:pt x="4067" y="21404"/>
                </a:moveTo>
                <a:lnTo>
                  <a:pt x="4127" y="21404"/>
                </a:lnTo>
                <a:lnTo>
                  <a:pt x="4127" y="21528"/>
                </a:lnTo>
                <a:lnTo>
                  <a:pt x="4067" y="21528"/>
                </a:lnTo>
              </a:path>
              <a:path w="21600" h="21600">
                <a:moveTo>
                  <a:pt x="17624" y="21398"/>
                </a:moveTo>
                <a:lnTo>
                  <a:pt x="17682" y="21398"/>
                </a:lnTo>
                <a:lnTo>
                  <a:pt x="17682" y="21518"/>
                </a:lnTo>
                <a:lnTo>
                  <a:pt x="17624" y="21518"/>
                </a:lnTo>
              </a:path>
              <a:path w="21600" h="21600">
                <a:moveTo>
                  <a:pt x="14918" y="21398"/>
                </a:moveTo>
                <a:lnTo>
                  <a:pt x="14977" y="21398"/>
                </a:lnTo>
                <a:lnTo>
                  <a:pt x="14977" y="21518"/>
                </a:lnTo>
                <a:lnTo>
                  <a:pt x="14918" y="21518"/>
                </a:lnTo>
              </a:path>
              <a:path w="21600" h="21600">
                <a:moveTo>
                  <a:pt x="12205" y="21398"/>
                </a:moveTo>
                <a:lnTo>
                  <a:pt x="12263" y="21398"/>
                </a:lnTo>
                <a:lnTo>
                  <a:pt x="12263" y="21518"/>
                </a:lnTo>
                <a:lnTo>
                  <a:pt x="12205" y="21518"/>
                </a:lnTo>
              </a:path>
              <a:path w="21600" h="21600">
                <a:moveTo>
                  <a:pt x="9335" y="21398"/>
                </a:moveTo>
                <a:lnTo>
                  <a:pt x="9394" y="21398"/>
                </a:lnTo>
                <a:lnTo>
                  <a:pt x="9394" y="21518"/>
                </a:lnTo>
                <a:lnTo>
                  <a:pt x="9335" y="21518"/>
                </a:lnTo>
              </a:path>
              <a:path w="21600" h="21600">
                <a:moveTo>
                  <a:pt x="3917" y="21398"/>
                </a:moveTo>
                <a:lnTo>
                  <a:pt x="3975" y="21398"/>
                </a:lnTo>
                <a:lnTo>
                  <a:pt x="3975" y="21518"/>
                </a:lnTo>
                <a:lnTo>
                  <a:pt x="3917" y="21518"/>
                </a:lnTo>
              </a:path>
              <a:path w="21600" h="21600">
                <a:moveTo>
                  <a:pt x="1203" y="21398"/>
                </a:moveTo>
                <a:lnTo>
                  <a:pt x="1262" y="21398"/>
                </a:lnTo>
                <a:lnTo>
                  <a:pt x="1262" y="21518"/>
                </a:lnTo>
                <a:lnTo>
                  <a:pt x="1203" y="21518"/>
                </a:lnTo>
              </a:path>
              <a:path w="21600" h="21600">
                <a:moveTo>
                  <a:pt x="20035" y="21394"/>
                </a:moveTo>
                <a:lnTo>
                  <a:pt x="20094" y="21394"/>
                </a:lnTo>
                <a:lnTo>
                  <a:pt x="20094" y="21515"/>
                </a:lnTo>
                <a:lnTo>
                  <a:pt x="20035" y="21515"/>
                </a:lnTo>
              </a:path>
              <a:path w="21600" h="21600">
                <a:moveTo>
                  <a:pt x="17322" y="21394"/>
                </a:moveTo>
                <a:lnTo>
                  <a:pt x="17380" y="21394"/>
                </a:lnTo>
                <a:lnTo>
                  <a:pt x="17380" y="21515"/>
                </a:lnTo>
                <a:lnTo>
                  <a:pt x="17322" y="21515"/>
                </a:lnTo>
              </a:path>
              <a:path w="21600" h="21600">
                <a:moveTo>
                  <a:pt x="11903" y="21394"/>
                </a:moveTo>
                <a:lnTo>
                  <a:pt x="11961" y="21394"/>
                </a:lnTo>
                <a:lnTo>
                  <a:pt x="11961" y="21515"/>
                </a:lnTo>
                <a:lnTo>
                  <a:pt x="11903" y="21515"/>
                </a:lnTo>
              </a:path>
              <a:path w="21600" h="21600">
                <a:moveTo>
                  <a:pt x="9637" y="21394"/>
                </a:moveTo>
                <a:lnTo>
                  <a:pt x="9696" y="21394"/>
                </a:lnTo>
                <a:lnTo>
                  <a:pt x="9696" y="21515"/>
                </a:lnTo>
                <a:lnTo>
                  <a:pt x="9637" y="21515"/>
                </a:lnTo>
              </a:path>
              <a:path w="21600" h="21600">
                <a:moveTo>
                  <a:pt x="6924" y="21394"/>
                </a:moveTo>
                <a:lnTo>
                  <a:pt x="6983" y="21394"/>
                </a:lnTo>
                <a:lnTo>
                  <a:pt x="6983" y="21515"/>
                </a:lnTo>
                <a:lnTo>
                  <a:pt x="6924" y="21515"/>
                </a:lnTo>
              </a:path>
              <a:path w="21600" h="21600">
                <a:moveTo>
                  <a:pt x="4218" y="21394"/>
                </a:moveTo>
                <a:lnTo>
                  <a:pt x="4277" y="21394"/>
                </a:lnTo>
                <a:lnTo>
                  <a:pt x="4277" y="21515"/>
                </a:lnTo>
                <a:lnTo>
                  <a:pt x="4218" y="21515"/>
                </a:lnTo>
              </a:path>
              <a:path w="21600" h="21600">
                <a:moveTo>
                  <a:pt x="1505" y="21394"/>
                </a:moveTo>
                <a:lnTo>
                  <a:pt x="1564" y="21394"/>
                </a:lnTo>
                <a:lnTo>
                  <a:pt x="1564" y="21515"/>
                </a:lnTo>
                <a:lnTo>
                  <a:pt x="1505" y="21515"/>
                </a:lnTo>
              </a:path>
              <a:path w="21600" h="21600">
                <a:moveTo>
                  <a:pt x="17486" y="21393"/>
                </a:moveTo>
                <a:lnTo>
                  <a:pt x="17518" y="21393"/>
                </a:lnTo>
                <a:lnTo>
                  <a:pt x="17518" y="21460"/>
                </a:lnTo>
                <a:lnTo>
                  <a:pt x="17486" y="21460"/>
                </a:lnTo>
              </a:path>
              <a:path w="21600" h="21600">
                <a:moveTo>
                  <a:pt x="11448" y="21388"/>
                </a:moveTo>
                <a:lnTo>
                  <a:pt x="11510" y="21388"/>
                </a:lnTo>
                <a:lnTo>
                  <a:pt x="11510" y="21515"/>
                </a:lnTo>
                <a:lnTo>
                  <a:pt x="11448" y="21515"/>
                </a:lnTo>
              </a:path>
              <a:path w="21600" h="21600">
                <a:moveTo>
                  <a:pt x="2579" y="21375"/>
                </a:moveTo>
                <a:lnTo>
                  <a:pt x="2604" y="21375"/>
                </a:lnTo>
                <a:lnTo>
                  <a:pt x="2604" y="21427"/>
                </a:lnTo>
                <a:lnTo>
                  <a:pt x="2579" y="21427"/>
                </a:lnTo>
              </a:path>
              <a:path w="21600" h="21600">
                <a:moveTo>
                  <a:pt x="10547" y="21370"/>
                </a:moveTo>
                <a:lnTo>
                  <a:pt x="10598" y="21370"/>
                </a:lnTo>
                <a:lnTo>
                  <a:pt x="10598" y="21476"/>
                </a:lnTo>
                <a:lnTo>
                  <a:pt x="10547" y="21476"/>
                </a:lnTo>
              </a:path>
              <a:path w="21600" h="21600">
                <a:moveTo>
                  <a:pt x="21398" y="21366"/>
                </a:moveTo>
                <a:lnTo>
                  <a:pt x="21448" y="21366"/>
                </a:lnTo>
                <a:lnTo>
                  <a:pt x="21448" y="21468"/>
                </a:lnTo>
                <a:lnTo>
                  <a:pt x="21398" y="21468"/>
                </a:lnTo>
              </a:path>
              <a:path w="21600" h="21600">
                <a:moveTo>
                  <a:pt x="19279" y="21364"/>
                </a:moveTo>
                <a:lnTo>
                  <a:pt x="19340" y="21364"/>
                </a:lnTo>
                <a:lnTo>
                  <a:pt x="19340" y="21488"/>
                </a:lnTo>
                <a:lnTo>
                  <a:pt x="19279" y="21488"/>
                </a:lnTo>
              </a:path>
              <a:path w="21600" h="21600">
                <a:moveTo>
                  <a:pt x="16265" y="21364"/>
                </a:moveTo>
                <a:lnTo>
                  <a:pt x="16324" y="21364"/>
                </a:lnTo>
                <a:lnTo>
                  <a:pt x="16324" y="21485"/>
                </a:lnTo>
                <a:lnTo>
                  <a:pt x="16265" y="21485"/>
                </a:lnTo>
              </a:path>
              <a:path w="21600" h="21600">
                <a:moveTo>
                  <a:pt x="13860" y="21364"/>
                </a:moveTo>
                <a:lnTo>
                  <a:pt x="13921" y="21364"/>
                </a:lnTo>
                <a:lnTo>
                  <a:pt x="13921" y="21488"/>
                </a:lnTo>
                <a:lnTo>
                  <a:pt x="13860" y="21488"/>
                </a:lnTo>
              </a:path>
              <a:path w="21600" h="21600">
                <a:moveTo>
                  <a:pt x="7678" y="21364"/>
                </a:moveTo>
                <a:lnTo>
                  <a:pt x="7739" y="21364"/>
                </a:lnTo>
                <a:lnTo>
                  <a:pt x="7739" y="21488"/>
                </a:lnTo>
                <a:lnTo>
                  <a:pt x="7678" y="21488"/>
                </a:lnTo>
              </a:path>
              <a:path w="21600" h="21600">
                <a:moveTo>
                  <a:pt x="5275" y="21364"/>
                </a:moveTo>
                <a:lnTo>
                  <a:pt x="5334" y="21364"/>
                </a:lnTo>
                <a:lnTo>
                  <a:pt x="5334" y="21485"/>
                </a:lnTo>
                <a:lnTo>
                  <a:pt x="5275" y="21485"/>
                </a:lnTo>
              </a:path>
              <a:path w="21600" h="21600">
                <a:moveTo>
                  <a:pt x="2259" y="21364"/>
                </a:moveTo>
                <a:lnTo>
                  <a:pt x="2320" y="21364"/>
                </a:lnTo>
                <a:lnTo>
                  <a:pt x="2320" y="21488"/>
                </a:lnTo>
                <a:lnTo>
                  <a:pt x="2259" y="21488"/>
                </a:lnTo>
              </a:path>
              <a:path w="21600" h="21600">
                <a:moveTo>
                  <a:pt x="17020" y="21361"/>
                </a:moveTo>
                <a:lnTo>
                  <a:pt x="17079" y="21361"/>
                </a:lnTo>
                <a:lnTo>
                  <a:pt x="17079" y="21482"/>
                </a:lnTo>
                <a:lnTo>
                  <a:pt x="17020" y="21482"/>
                </a:lnTo>
              </a:path>
              <a:path w="21600" h="21600">
                <a:moveTo>
                  <a:pt x="11601" y="21361"/>
                </a:moveTo>
                <a:lnTo>
                  <a:pt x="11659" y="21361"/>
                </a:lnTo>
                <a:lnTo>
                  <a:pt x="11659" y="21482"/>
                </a:lnTo>
                <a:lnTo>
                  <a:pt x="11601" y="21482"/>
                </a:lnTo>
              </a:path>
              <a:path w="21600" h="21600">
                <a:moveTo>
                  <a:pt x="9939" y="21361"/>
                </a:moveTo>
                <a:lnTo>
                  <a:pt x="9998" y="21361"/>
                </a:lnTo>
                <a:lnTo>
                  <a:pt x="9998" y="21482"/>
                </a:lnTo>
                <a:lnTo>
                  <a:pt x="9939" y="21482"/>
                </a:lnTo>
              </a:path>
              <a:path w="21600" h="21600">
                <a:moveTo>
                  <a:pt x="4520" y="21361"/>
                </a:moveTo>
                <a:lnTo>
                  <a:pt x="4579" y="21361"/>
                </a:lnTo>
                <a:lnTo>
                  <a:pt x="4579" y="21482"/>
                </a:lnTo>
                <a:lnTo>
                  <a:pt x="4520" y="21482"/>
                </a:lnTo>
              </a:path>
              <a:path w="21600" h="21600">
                <a:moveTo>
                  <a:pt x="19437" y="21358"/>
                </a:moveTo>
                <a:lnTo>
                  <a:pt x="19484" y="21358"/>
                </a:lnTo>
                <a:lnTo>
                  <a:pt x="19484" y="21453"/>
                </a:lnTo>
                <a:lnTo>
                  <a:pt x="19437" y="21453"/>
                </a:lnTo>
              </a:path>
              <a:path w="21600" h="21600">
                <a:moveTo>
                  <a:pt x="14463" y="21355"/>
                </a:moveTo>
                <a:lnTo>
                  <a:pt x="14525" y="21355"/>
                </a:lnTo>
                <a:lnTo>
                  <a:pt x="14525" y="21482"/>
                </a:lnTo>
                <a:lnTo>
                  <a:pt x="14463" y="21482"/>
                </a:lnTo>
              </a:path>
              <a:path w="21600" h="21600">
                <a:moveTo>
                  <a:pt x="7073" y="21355"/>
                </a:moveTo>
                <a:lnTo>
                  <a:pt x="7136" y="21355"/>
                </a:lnTo>
                <a:lnTo>
                  <a:pt x="7136" y="21482"/>
                </a:lnTo>
                <a:lnTo>
                  <a:pt x="7073" y="21482"/>
                </a:lnTo>
              </a:path>
              <a:path w="21600" h="21600">
                <a:moveTo>
                  <a:pt x="6628" y="21352"/>
                </a:moveTo>
                <a:lnTo>
                  <a:pt x="6675" y="21352"/>
                </a:lnTo>
                <a:lnTo>
                  <a:pt x="6675" y="21447"/>
                </a:lnTo>
                <a:lnTo>
                  <a:pt x="6628" y="21447"/>
                </a:lnTo>
              </a:path>
              <a:path w="21600" h="21600">
                <a:moveTo>
                  <a:pt x="15376" y="21347"/>
                </a:moveTo>
                <a:lnTo>
                  <a:pt x="15424" y="21347"/>
                </a:lnTo>
                <a:lnTo>
                  <a:pt x="15424" y="21446"/>
                </a:lnTo>
                <a:lnTo>
                  <a:pt x="15376" y="21446"/>
                </a:lnTo>
              </a:path>
              <a:path w="21600" h="21600">
                <a:moveTo>
                  <a:pt x="10393" y="21341"/>
                </a:moveTo>
                <a:lnTo>
                  <a:pt x="10450" y="21341"/>
                </a:lnTo>
                <a:lnTo>
                  <a:pt x="10450" y="21458"/>
                </a:lnTo>
                <a:lnTo>
                  <a:pt x="10393" y="21458"/>
                </a:lnTo>
              </a:path>
              <a:path w="21600" h="21600">
                <a:moveTo>
                  <a:pt x="16718" y="21335"/>
                </a:moveTo>
                <a:lnTo>
                  <a:pt x="16777" y="21335"/>
                </a:lnTo>
                <a:lnTo>
                  <a:pt x="16777" y="21456"/>
                </a:lnTo>
                <a:lnTo>
                  <a:pt x="16718" y="21456"/>
                </a:lnTo>
              </a:path>
              <a:path w="21600" h="21600">
                <a:moveTo>
                  <a:pt x="14012" y="21335"/>
                </a:moveTo>
                <a:lnTo>
                  <a:pt x="14071" y="21335"/>
                </a:lnTo>
                <a:lnTo>
                  <a:pt x="14071" y="21456"/>
                </a:lnTo>
                <a:lnTo>
                  <a:pt x="14012" y="21456"/>
                </a:lnTo>
              </a:path>
              <a:path w="21600" h="21600">
                <a:moveTo>
                  <a:pt x="11299" y="21335"/>
                </a:moveTo>
                <a:lnTo>
                  <a:pt x="11357" y="21335"/>
                </a:lnTo>
                <a:lnTo>
                  <a:pt x="11357" y="21456"/>
                </a:lnTo>
                <a:lnTo>
                  <a:pt x="11299" y="21456"/>
                </a:lnTo>
              </a:path>
              <a:path w="21600" h="21600">
                <a:moveTo>
                  <a:pt x="10241" y="21335"/>
                </a:moveTo>
                <a:lnTo>
                  <a:pt x="10300" y="21335"/>
                </a:lnTo>
                <a:lnTo>
                  <a:pt x="10300" y="21456"/>
                </a:lnTo>
                <a:lnTo>
                  <a:pt x="10241" y="21456"/>
                </a:lnTo>
              </a:path>
              <a:path w="21600" h="21600">
                <a:moveTo>
                  <a:pt x="7528" y="21335"/>
                </a:moveTo>
                <a:lnTo>
                  <a:pt x="7587" y="21335"/>
                </a:lnTo>
                <a:lnTo>
                  <a:pt x="7587" y="21456"/>
                </a:lnTo>
                <a:lnTo>
                  <a:pt x="7528" y="21456"/>
                </a:lnTo>
              </a:path>
              <a:path w="21600" h="21600">
                <a:moveTo>
                  <a:pt x="4822" y="21335"/>
                </a:moveTo>
                <a:lnTo>
                  <a:pt x="4881" y="21335"/>
                </a:lnTo>
                <a:lnTo>
                  <a:pt x="4881" y="21456"/>
                </a:lnTo>
                <a:lnTo>
                  <a:pt x="4822" y="21456"/>
                </a:lnTo>
              </a:path>
              <a:path w="21600" h="21600">
                <a:moveTo>
                  <a:pt x="2109" y="21335"/>
                </a:moveTo>
                <a:lnTo>
                  <a:pt x="2168" y="21335"/>
                </a:lnTo>
                <a:lnTo>
                  <a:pt x="2168" y="21456"/>
                </a:lnTo>
                <a:lnTo>
                  <a:pt x="2109" y="21456"/>
                </a:lnTo>
              </a:path>
              <a:path w="21600" h="21600">
                <a:moveTo>
                  <a:pt x="19735" y="21333"/>
                </a:moveTo>
                <a:lnTo>
                  <a:pt x="19790" y="21333"/>
                </a:lnTo>
                <a:lnTo>
                  <a:pt x="19790" y="21446"/>
                </a:lnTo>
                <a:lnTo>
                  <a:pt x="19735" y="21446"/>
                </a:lnTo>
              </a:path>
              <a:path w="21600" h="21600">
                <a:moveTo>
                  <a:pt x="18980" y="21333"/>
                </a:moveTo>
                <a:lnTo>
                  <a:pt x="19035" y="21333"/>
                </a:lnTo>
                <a:lnTo>
                  <a:pt x="19035" y="21446"/>
                </a:lnTo>
                <a:lnTo>
                  <a:pt x="18980" y="21446"/>
                </a:lnTo>
              </a:path>
              <a:path w="21600" h="21600">
                <a:moveTo>
                  <a:pt x="14316" y="21333"/>
                </a:moveTo>
                <a:lnTo>
                  <a:pt x="14371" y="21333"/>
                </a:lnTo>
                <a:lnTo>
                  <a:pt x="14371" y="21446"/>
                </a:lnTo>
                <a:lnTo>
                  <a:pt x="14316" y="21446"/>
                </a:lnTo>
              </a:path>
              <a:path w="21600" h="21600">
                <a:moveTo>
                  <a:pt x="13561" y="21333"/>
                </a:moveTo>
                <a:lnTo>
                  <a:pt x="13616" y="21333"/>
                </a:lnTo>
                <a:lnTo>
                  <a:pt x="13616" y="21446"/>
                </a:lnTo>
                <a:lnTo>
                  <a:pt x="13561" y="21446"/>
                </a:lnTo>
              </a:path>
              <a:path w="21600" h="21600">
                <a:moveTo>
                  <a:pt x="1809" y="21333"/>
                </a:moveTo>
                <a:lnTo>
                  <a:pt x="1864" y="21333"/>
                </a:lnTo>
                <a:lnTo>
                  <a:pt x="1864" y="21446"/>
                </a:lnTo>
                <a:lnTo>
                  <a:pt x="1809" y="21446"/>
                </a:lnTo>
              </a:path>
              <a:path w="21600" h="21600">
                <a:moveTo>
                  <a:pt x="21242" y="21325"/>
                </a:moveTo>
                <a:lnTo>
                  <a:pt x="21303" y="21325"/>
                </a:lnTo>
                <a:lnTo>
                  <a:pt x="21303" y="21449"/>
                </a:lnTo>
                <a:lnTo>
                  <a:pt x="21242" y="21449"/>
                </a:lnTo>
              </a:path>
              <a:path w="21600" h="21600">
                <a:moveTo>
                  <a:pt x="18529" y="21325"/>
                </a:moveTo>
                <a:lnTo>
                  <a:pt x="18589" y="21325"/>
                </a:lnTo>
                <a:lnTo>
                  <a:pt x="18589" y="21449"/>
                </a:lnTo>
                <a:lnTo>
                  <a:pt x="18529" y="21449"/>
                </a:lnTo>
              </a:path>
              <a:path w="21600" h="21600">
                <a:moveTo>
                  <a:pt x="15823" y="21325"/>
                </a:moveTo>
                <a:lnTo>
                  <a:pt x="15884" y="21325"/>
                </a:lnTo>
                <a:lnTo>
                  <a:pt x="15884" y="21449"/>
                </a:lnTo>
                <a:lnTo>
                  <a:pt x="15823" y="21449"/>
                </a:lnTo>
              </a:path>
              <a:path w="21600" h="21600">
                <a:moveTo>
                  <a:pt x="13110" y="21325"/>
                </a:moveTo>
                <a:lnTo>
                  <a:pt x="13170" y="21325"/>
                </a:lnTo>
                <a:lnTo>
                  <a:pt x="13170" y="21449"/>
                </a:lnTo>
                <a:lnTo>
                  <a:pt x="13110" y="21449"/>
                </a:lnTo>
              </a:path>
              <a:path w="21600" h="21600">
                <a:moveTo>
                  <a:pt x="8428" y="21325"/>
                </a:moveTo>
                <a:lnTo>
                  <a:pt x="8489" y="21325"/>
                </a:lnTo>
                <a:lnTo>
                  <a:pt x="8489" y="21449"/>
                </a:lnTo>
                <a:lnTo>
                  <a:pt x="8428" y="21449"/>
                </a:lnTo>
              </a:path>
              <a:path w="21600" h="21600">
                <a:moveTo>
                  <a:pt x="3010" y="21325"/>
                </a:moveTo>
                <a:lnTo>
                  <a:pt x="3070" y="21325"/>
                </a:lnTo>
                <a:lnTo>
                  <a:pt x="3070" y="21449"/>
                </a:lnTo>
                <a:lnTo>
                  <a:pt x="3010" y="21449"/>
                </a:lnTo>
              </a:path>
              <a:path w="21600" h="21600">
                <a:moveTo>
                  <a:pt x="297" y="21325"/>
                </a:moveTo>
                <a:lnTo>
                  <a:pt x="357" y="21325"/>
                </a:lnTo>
                <a:lnTo>
                  <a:pt x="357" y="21449"/>
                </a:lnTo>
                <a:lnTo>
                  <a:pt x="297" y="21449"/>
                </a:lnTo>
              </a:path>
              <a:path w="21600" h="21600">
                <a:moveTo>
                  <a:pt x="21096" y="21324"/>
                </a:moveTo>
                <a:lnTo>
                  <a:pt x="21146" y="21324"/>
                </a:lnTo>
                <a:lnTo>
                  <a:pt x="21146" y="21427"/>
                </a:lnTo>
                <a:lnTo>
                  <a:pt x="21096" y="21427"/>
                </a:lnTo>
              </a:path>
              <a:path w="21600" h="21600">
                <a:moveTo>
                  <a:pt x="3619" y="21324"/>
                </a:moveTo>
                <a:lnTo>
                  <a:pt x="3669" y="21324"/>
                </a:lnTo>
                <a:lnTo>
                  <a:pt x="3669" y="21427"/>
                </a:lnTo>
                <a:lnTo>
                  <a:pt x="3619" y="21427"/>
                </a:lnTo>
              </a:path>
              <a:path w="21600" h="21600">
                <a:moveTo>
                  <a:pt x="12354" y="21323"/>
                </a:moveTo>
                <a:lnTo>
                  <a:pt x="12416" y="21323"/>
                </a:lnTo>
                <a:lnTo>
                  <a:pt x="12416" y="21451"/>
                </a:lnTo>
                <a:lnTo>
                  <a:pt x="12354" y="21451"/>
                </a:lnTo>
              </a:path>
              <a:path w="21600" h="21600">
                <a:moveTo>
                  <a:pt x="9183" y="21323"/>
                </a:moveTo>
                <a:lnTo>
                  <a:pt x="9245" y="21323"/>
                </a:lnTo>
                <a:lnTo>
                  <a:pt x="9245" y="21451"/>
                </a:lnTo>
                <a:lnTo>
                  <a:pt x="9183" y="21451"/>
                </a:lnTo>
              </a:path>
              <a:path w="21600" h="21600">
                <a:moveTo>
                  <a:pt x="2711" y="21320"/>
                </a:moveTo>
                <a:lnTo>
                  <a:pt x="2774" y="21320"/>
                </a:lnTo>
                <a:lnTo>
                  <a:pt x="2774" y="21449"/>
                </a:lnTo>
                <a:lnTo>
                  <a:pt x="2711" y="21449"/>
                </a:lnTo>
              </a:path>
              <a:path w="21600" h="21600">
                <a:moveTo>
                  <a:pt x="19581" y="21312"/>
                </a:moveTo>
                <a:lnTo>
                  <a:pt x="19642" y="21312"/>
                </a:lnTo>
                <a:lnTo>
                  <a:pt x="19642" y="21435"/>
                </a:lnTo>
                <a:lnTo>
                  <a:pt x="19581" y="21435"/>
                </a:lnTo>
              </a:path>
              <a:path w="21600" h="21600">
                <a:moveTo>
                  <a:pt x="16868" y="21312"/>
                </a:moveTo>
                <a:lnTo>
                  <a:pt x="16928" y="21312"/>
                </a:lnTo>
                <a:lnTo>
                  <a:pt x="16928" y="21435"/>
                </a:lnTo>
                <a:lnTo>
                  <a:pt x="16868" y="21435"/>
                </a:lnTo>
              </a:path>
              <a:path w="21600" h="21600">
                <a:moveTo>
                  <a:pt x="7376" y="21312"/>
                </a:moveTo>
                <a:lnTo>
                  <a:pt x="7437" y="21312"/>
                </a:lnTo>
                <a:lnTo>
                  <a:pt x="7437" y="21435"/>
                </a:lnTo>
                <a:lnTo>
                  <a:pt x="7376" y="21435"/>
                </a:lnTo>
              </a:path>
              <a:path w="21600" h="21600">
                <a:moveTo>
                  <a:pt x="4670" y="21312"/>
                </a:moveTo>
                <a:lnTo>
                  <a:pt x="4731" y="21312"/>
                </a:lnTo>
                <a:lnTo>
                  <a:pt x="4731" y="21435"/>
                </a:lnTo>
                <a:lnTo>
                  <a:pt x="4670" y="21435"/>
                </a:lnTo>
              </a:path>
              <a:path w="21600" h="21600">
                <a:moveTo>
                  <a:pt x="1957" y="21312"/>
                </a:moveTo>
                <a:lnTo>
                  <a:pt x="2018" y="21312"/>
                </a:lnTo>
                <a:lnTo>
                  <a:pt x="2018" y="21435"/>
                </a:lnTo>
                <a:lnTo>
                  <a:pt x="1957" y="21435"/>
                </a:lnTo>
              </a:path>
              <a:path w="21600" h="21600">
                <a:moveTo>
                  <a:pt x="10097" y="21303"/>
                </a:moveTo>
                <a:lnTo>
                  <a:pt x="10142" y="21303"/>
                </a:lnTo>
                <a:lnTo>
                  <a:pt x="10142" y="21395"/>
                </a:lnTo>
                <a:lnTo>
                  <a:pt x="10097" y="21395"/>
                </a:lnTo>
              </a:path>
              <a:path w="21600" h="21600">
                <a:moveTo>
                  <a:pt x="7993" y="21299"/>
                </a:moveTo>
                <a:lnTo>
                  <a:pt x="8027" y="21299"/>
                </a:lnTo>
                <a:lnTo>
                  <a:pt x="8027" y="21369"/>
                </a:lnTo>
                <a:lnTo>
                  <a:pt x="7993" y="21369"/>
                </a:lnTo>
              </a:path>
              <a:path w="21600" h="21600">
                <a:moveTo>
                  <a:pt x="20942" y="21292"/>
                </a:moveTo>
                <a:lnTo>
                  <a:pt x="20999" y="21292"/>
                </a:lnTo>
                <a:lnTo>
                  <a:pt x="20999" y="21409"/>
                </a:lnTo>
                <a:lnTo>
                  <a:pt x="20942" y="21409"/>
                </a:lnTo>
              </a:path>
              <a:path w="21600" h="21600">
                <a:moveTo>
                  <a:pt x="18228" y="21292"/>
                </a:moveTo>
                <a:lnTo>
                  <a:pt x="18286" y="21292"/>
                </a:lnTo>
                <a:lnTo>
                  <a:pt x="18286" y="21409"/>
                </a:lnTo>
                <a:lnTo>
                  <a:pt x="18228" y="21409"/>
                </a:lnTo>
              </a:path>
              <a:path w="21600" h="21600">
                <a:moveTo>
                  <a:pt x="15523" y="21292"/>
                </a:moveTo>
                <a:lnTo>
                  <a:pt x="15580" y="21292"/>
                </a:lnTo>
                <a:lnTo>
                  <a:pt x="15580" y="21409"/>
                </a:lnTo>
                <a:lnTo>
                  <a:pt x="15523" y="21409"/>
                </a:lnTo>
              </a:path>
              <a:path w="21600" h="21600">
                <a:moveTo>
                  <a:pt x="12809" y="21292"/>
                </a:moveTo>
                <a:lnTo>
                  <a:pt x="12866" y="21292"/>
                </a:lnTo>
                <a:lnTo>
                  <a:pt x="12866" y="21409"/>
                </a:lnTo>
                <a:lnTo>
                  <a:pt x="12809" y="21409"/>
                </a:lnTo>
              </a:path>
              <a:path w="21600" h="21600">
                <a:moveTo>
                  <a:pt x="6019" y="21292"/>
                </a:moveTo>
                <a:lnTo>
                  <a:pt x="6076" y="21292"/>
                </a:lnTo>
                <a:lnTo>
                  <a:pt x="6076" y="21409"/>
                </a:lnTo>
                <a:lnTo>
                  <a:pt x="6019" y="21409"/>
                </a:lnTo>
              </a:path>
              <a:path w="21600" h="21600">
                <a:moveTo>
                  <a:pt x="3313" y="21292"/>
                </a:moveTo>
                <a:lnTo>
                  <a:pt x="3370" y="21292"/>
                </a:lnTo>
                <a:lnTo>
                  <a:pt x="3370" y="21409"/>
                </a:lnTo>
                <a:lnTo>
                  <a:pt x="3313" y="21409"/>
                </a:lnTo>
              </a:path>
              <a:path w="21600" h="21600">
                <a:moveTo>
                  <a:pt x="600" y="21292"/>
                </a:moveTo>
                <a:lnTo>
                  <a:pt x="657" y="21292"/>
                </a:lnTo>
                <a:lnTo>
                  <a:pt x="657" y="21409"/>
                </a:lnTo>
                <a:lnTo>
                  <a:pt x="600" y="21409"/>
                </a:lnTo>
              </a:path>
              <a:path w="21600" h="21600">
                <a:moveTo>
                  <a:pt x="17773" y="21292"/>
                </a:moveTo>
                <a:lnTo>
                  <a:pt x="17835" y="21292"/>
                </a:lnTo>
                <a:lnTo>
                  <a:pt x="17835" y="21420"/>
                </a:lnTo>
                <a:lnTo>
                  <a:pt x="17773" y="21420"/>
                </a:lnTo>
              </a:path>
              <a:path w="21600" h="21600">
                <a:moveTo>
                  <a:pt x="3764" y="21292"/>
                </a:moveTo>
                <a:lnTo>
                  <a:pt x="3826" y="21292"/>
                </a:lnTo>
                <a:lnTo>
                  <a:pt x="3826" y="21420"/>
                </a:lnTo>
                <a:lnTo>
                  <a:pt x="3764" y="21420"/>
                </a:lnTo>
              </a:path>
              <a:path w="21600" h="21600">
                <a:moveTo>
                  <a:pt x="12658" y="21287"/>
                </a:moveTo>
                <a:lnTo>
                  <a:pt x="12716" y="21287"/>
                </a:lnTo>
                <a:lnTo>
                  <a:pt x="12716" y="21408"/>
                </a:lnTo>
                <a:lnTo>
                  <a:pt x="12658" y="21408"/>
                </a:lnTo>
              </a:path>
              <a:path w="21600" h="21600">
                <a:moveTo>
                  <a:pt x="8882" y="21287"/>
                </a:moveTo>
                <a:lnTo>
                  <a:pt x="8941" y="21287"/>
                </a:lnTo>
                <a:lnTo>
                  <a:pt x="8941" y="21408"/>
                </a:lnTo>
                <a:lnTo>
                  <a:pt x="8882" y="21408"/>
                </a:lnTo>
              </a:path>
              <a:path w="21600" h="21600">
                <a:moveTo>
                  <a:pt x="3464" y="21287"/>
                </a:moveTo>
                <a:lnTo>
                  <a:pt x="3522" y="21287"/>
                </a:lnTo>
                <a:lnTo>
                  <a:pt x="3522" y="21408"/>
                </a:lnTo>
                <a:lnTo>
                  <a:pt x="3464" y="21408"/>
                </a:lnTo>
              </a:path>
              <a:path w="21600" h="21600">
                <a:moveTo>
                  <a:pt x="21541" y="21278"/>
                </a:moveTo>
                <a:lnTo>
                  <a:pt x="21599" y="21278"/>
                </a:lnTo>
                <a:lnTo>
                  <a:pt x="21599" y="21397"/>
                </a:lnTo>
                <a:lnTo>
                  <a:pt x="21541" y="21397"/>
                </a:lnTo>
              </a:path>
              <a:path w="21600" h="21600">
                <a:moveTo>
                  <a:pt x="0" y="21278"/>
                </a:moveTo>
                <a:lnTo>
                  <a:pt x="58" y="21278"/>
                </a:lnTo>
                <a:lnTo>
                  <a:pt x="58" y="21397"/>
                </a:lnTo>
                <a:lnTo>
                  <a:pt x="0" y="21397"/>
                </a:lnTo>
              </a:path>
              <a:path w="21600" h="21600">
                <a:moveTo>
                  <a:pt x="8741" y="21273"/>
                </a:moveTo>
                <a:lnTo>
                  <a:pt x="8781" y="21273"/>
                </a:lnTo>
                <a:lnTo>
                  <a:pt x="8781" y="21354"/>
                </a:lnTo>
                <a:lnTo>
                  <a:pt x="8741" y="21354"/>
                </a:lnTo>
              </a:path>
              <a:path w="21600" h="21600">
                <a:moveTo>
                  <a:pt x="11150" y="21267"/>
                </a:moveTo>
                <a:lnTo>
                  <a:pt x="11204" y="21267"/>
                </a:lnTo>
                <a:lnTo>
                  <a:pt x="11204" y="21377"/>
                </a:lnTo>
                <a:lnTo>
                  <a:pt x="11150" y="21377"/>
                </a:lnTo>
              </a:path>
              <a:path w="21600" h="21600">
                <a:moveTo>
                  <a:pt x="12063" y="21261"/>
                </a:moveTo>
                <a:lnTo>
                  <a:pt x="12103" y="21261"/>
                </a:lnTo>
                <a:lnTo>
                  <a:pt x="12103" y="21342"/>
                </a:lnTo>
                <a:lnTo>
                  <a:pt x="12063" y="21342"/>
                </a:lnTo>
              </a:path>
              <a:path w="21600" h="21600">
                <a:moveTo>
                  <a:pt x="20344" y="21254"/>
                </a:moveTo>
                <a:lnTo>
                  <a:pt x="20389" y="21254"/>
                </a:lnTo>
                <a:lnTo>
                  <a:pt x="20389" y="21346"/>
                </a:lnTo>
                <a:lnTo>
                  <a:pt x="20344" y="21346"/>
                </a:lnTo>
              </a:path>
              <a:path w="21600" h="21600">
                <a:moveTo>
                  <a:pt x="20487" y="21247"/>
                </a:moveTo>
                <a:lnTo>
                  <a:pt x="20548" y="21247"/>
                </a:lnTo>
                <a:lnTo>
                  <a:pt x="20548" y="21371"/>
                </a:lnTo>
                <a:lnTo>
                  <a:pt x="20487" y="21371"/>
                </a:lnTo>
              </a:path>
              <a:path w="21600" h="21600">
                <a:moveTo>
                  <a:pt x="15068" y="21247"/>
                </a:moveTo>
                <a:lnTo>
                  <a:pt x="15129" y="21247"/>
                </a:lnTo>
                <a:lnTo>
                  <a:pt x="15129" y="21371"/>
                </a:lnTo>
                <a:lnTo>
                  <a:pt x="15068" y="21371"/>
                </a:lnTo>
              </a:path>
              <a:path w="21600" h="21600">
                <a:moveTo>
                  <a:pt x="6470" y="21247"/>
                </a:moveTo>
                <a:lnTo>
                  <a:pt x="6531" y="21247"/>
                </a:lnTo>
                <a:lnTo>
                  <a:pt x="6531" y="21371"/>
                </a:lnTo>
                <a:lnTo>
                  <a:pt x="6470" y="21371"/>
                </a:lnTo>
              </a:path>
              <a:path w="21600" h="21600">
                <a:moveTo>
                  <a:pt x="10845" y="21245"/>
                </a:moveTo>
                <a:lnTo>
                  <a:pt x="10905" y="21245"/>
                </a:lnTo>
                <a:lnTo>
                  <a:pt x="10905" y="21369"/>
                </a:lnTo>
                <a:lnTo>
                  <a:pt x="10845" y="21369"/>
                </a:lnTo>
              </a:path>
              <a:path w="21600" h="21600">
                <a:moveTo>
                  <a:pt x="5720" y="21230"/>
                </a:moveTo>
                <a:lnTo>
                  <a:pt x="5772" y="21230"/>
                </a:lnTo>
                <a:lnTo>
                  <a:pt x="5772" y="21337"/>
                </a:lnTo>
                <a:lnTo>
                  <a:pt x="5720" y="21337"/>
                </a:lnTo>
              </a:path>
              <a:path w="21600" h="21600">
                <a:moveTo>
                  <a:pt x="2579" y="21226"/>
                </a:moveTo>
                <a:lnTo>
                  <a:pt x="2603" y="21226"/>
                </a:lnTo>
                <a:lnTo>
                  <a:pt x="2603" y="21275"/>
                </a:lnTo>
                <a:lnTo>
                  <a:pt x="2579" y="21275"/>
                </a:lnTo>
              </a:path>
              <a:path w="21600" h="21600">
                <a:moveTo>
                  <a:pt x="1655" y="21207"/>
                </a:moveTo>
                <a:lnTo>
                  <a:pt x="1716" y="21207"/>
                </a:lnTo>
                <a:lnTo>
                  <a:pt x="1716" y="21331"/>
                </a:lnTo>
                <a:lnTo>
                  <a:pt x="1655" y="21331"/>
                </a:lnTo>
              </a:path>
              <a:path w="21600" h="21600">
                <a:moveTo>
                  <a:pt x="17625" y="21190"/>
                </a:moveTo>
                <a:lnTo>
                  <a:pt x="17682" y="21190"/>
                </a:lnTo>
                <a:lnTo>
                  <a:pt x="17682" y="21307"/>
                </a:lnTo>
                <a:lnTo>
                  <a:pt x="17625" y="21307"/>
                </a:lnTo>
              </a:path>
              <a:path w="21600" h="21600">
                <a:moveTo>
                  <a:pt x="14919" y="21190"/>
                </a:moveTo>
                <a:lnTo>
                  <a:pt x="14976" y="21190"/>
                </a:lnTo>
                <a:lnTo>
                  <a:pt x="14976" y="21307"/>
                </a:lnTo>
                <a:lnTo>
                  <a:pt x="14919" y="21307"/>
                </a:lnTo>
              </a:path>
              <a:path w="21600" h="21600">
                <a:moveTo>
                  <a:pt x="12206" y="21190"/>
                </a:moveTo>
                <a:lnTo>
                  <a:pt x="12263" y="21190"/>
                </a:lnTo>
                <a:lnTo>
                  <a:pt x="12263" y="21307"/>
                </a:lnTo>
                <a:lnTo>
                  <a:pt x="12206" y="21307"/>
                </a:lnTo>
              </a:path>
              <a:path w="21600" h="21600">
                <a:moveTo>
                  <a:pt x="9336" y="21190"/>
                </a:moveTo>
                <a:lnTo>
                  <a:pt x="9393" y="21190"/>
                </a:lnTo>
                <a:lnTo>
                  <a:pt x="9393" y="21307"/>
                </a:lnTo>
                <a:lnTo>
                  <a:pt x="9336" y="21307"/>
                </a:lnTo>
              </a:path>
              <a:path w="21600" h="21600">
                <a:moveTo>
                  <a:pt x="3917" y="21190"/>
                </a:moveTo>
                <a:lnTo>
                  <a:pt x="3974" y="21190"/>
                </a:lnTo>
                <a:lnTo>
                  <a:pt x="3974" y="21307"/>
                </a:lnTo>
                <a:lnTo>
                  <a:pt x="3917" y="21307"/>
                </a:lnTo>
              </a:path>
              <a:path w="21600" h="21600">
                <a:moveTo>
                  <a:pt x="1204" y="21190"/>
                </a:moveTo>
                <a:lnTo>
                  <a:pt x="1261" y="21190"/>
                </a:lnTo>
                <a:lnTo>
                  <a:pt x="1261" y="21307"/>
                </a:lnTo>
                <a:lnTo>
                  <a:pt x="1204" y="21307"/>
                </a:lnTo>
              </a:path>
              <a:path w="21600" h="21600">
                <a:moveTo>
                  <a:pt x="3168" y="21188"/>
                </a:moveTo>
                <a:lnTo>
                  <a:pt x="3214" y="21188"/>
                </a:lnTo>
                <a:lnTo>
                  <a:pt x="3214" y="21284"/>
                </a:lnTo>
                <a:lnTo>
                  <a:pt x="3168" y="21284"/>
                </a:lnTo>
              </a:path>
              <a:path w="21600" h="21600">
                <a:moveTo>
                  <a:pt x="4369" y="21188"/>
                </a:moveTo>
                <a:lnTo>
                  <a:pt x="4428" y="21188"/>
                </a:lnTo>
                <a:lnTo>
                  <a:pt x="4428" y="21308"/>
                </a:lnTo>
                <a:lnTo>
                  <a:pt x="4369" y="21308"/>
                </a:lnTo>
              </a:path>
              <a:path w="21600" h="21600">
                <a:moveTo>
                  <a:pt x="20036" y="21186"/>
                </a:moveTo>
                <a:lnTo>
                  <a:pt x="20093" y="21186"/>
                </a:lnTo>
                <a:lnTo>
                  <a:pt x="20093" y="21303"/>
                </a:lnTo>
                <a:lnTo>
                  <a:pt x="20036" y="21303"/>
                </a:lnTo>
              </a:path>
              <a:path w="21600" h="21600">
                <a:moveTo>
                  <a:pt x="17323" y="21186"/>
                </a:moveTo>
                <a:lnTo>
                  <a:pt x="17380" y="21186"/>
                </a:lnTo>
                <a:lnTo>
                  <a:pt x="17380" y="21303"/>
                </a:lnTo>
                <a:lnTo>
                  <a:pt x="17323" y="21303"/>
                </a:lnTo>
              </a:path>
              <a:path w="21600" h="21600">
                <a:moveTo>
                  <a:pt x="11904" y="21186"/>
                </a:moveTo>
                <a:lnTo>
                  <a:pt x="11961" y="21186"/>
                </a:lnTo>
                <a:lnTo>
                  <a:pt x="11961" y="21303"/>
                </a:lnTo>
                <a:lnTo>
                  <a:pt x="11904" y="21303"/>
                </a:lnTo>
              </a:path>
              <a:path w="21600" h="21600">
                <a:moveTo>
                  <a:pt x="9638" y="21186"/>
                </a:moveTo>
                <a:lnTo>
                  <a:pt x="9695" y="21186"/>
                </a:lnTo>
                <a:lnTo>
                  <a:pt x="9695" y="21303"/>
                </a:lnTo>
                <a:lnTo>
                  <a:pt x="9638" y="21303"/>
                </a:lnTo>
              </a:path>
              <a:path w="21600" h="21600">
                <a:moveTo>
                  <a:pt x="6925" y="21186"/>
                </a:moveTo>
                <a:lnTo>
                  <a:pt x="6982" y="21186"/>
                </a:lnTo>
                <a:lnTo>
                  <a:pt x="6982" y="21303"/>
                </a:lnTo>
                <a:lnTo>
                  <a:pt x="6925" y="21303"/>
                </a:lnTo>
              </a:path>
              <a:path w="21600" h="21600">
                <a:moveTo>
                  <a:pt x="4219" y="21186"/>
                </a:moveTo>
                <a:lnTo>
                  <a:pt x="4276" y="21186"/>
                </a:lnTo>
                <a:lnTo>
                  <a:pt x="4276" y="21303"/>
                </a:lnTo>
                <a:lnTo>
                  <a:pt x="4219" y="21303"/>
                </a:lnTo>
              </a:path>
              <a:path w="21600" h="21600">
                <a:moveTo>
                  <a:pt x="1506" y="21186"/>
                </a:moveTo>
                <a:lnTo>
                  <a:pt x="1563" y="21186"/>
                </a:lnTo>
                <a:lnTo>
                  <a:pt x="1563" y="21303"/>
                </a:lnTo>
                <a:lnTo>
                  <a:pt x="1506" y="21303"/>
                </a:lnTo>
              </a:path>
              <a:path w="21600" h="21600">
                <a:moveTo>
                  <a:pt x="19736" y="21184"/>
                </a:moveTo>
                <a:lnTo>
                  <a:pt x="19789" y="21184"/>
                </a:lnTo>
                <a:lnTo>
                  <a:pt x="19789" y="21294"/>
                </a:lnTo>
                <a:lnTo>
                  <a:pt x="19736" y="21294"/>
                </a:lnTo>
              </a:path>
              <a:path w="21600" h="21600">
                <a:moveTo>
                  <a:pt x="18981" y="21184"/>
                </a:moveTo>
                <a:lnTo>
                  <a:pt x="19034" y="21184"/>
                </a:lnTo>
                <a:lnTo>
                  <a:pt x="19034" y="21294"/>
                </a:lnTo>
                <a:lnTo>
                  <a:pt x="18981" y="21294"/>
                </a:lnTo>
              </a:path>
              <a:path w="21600" h="21600">
                <a:moveTo>
                  <a:pt x="14317" y="21184"/>
                </a:moveTo>
                <a:lnTo>
                  <a:pt x="14370" y="21184"/>
                </a:lnTo>
                <a:lnTo>
                  <a:pt x="14370" y="21294"/>
                </a:lnTo>
                <a:lnTo>
                  <a:pt x="14317" y="21294"/>
                </a:lnTo>
              </a:path>
              <a:path w="21600" h="21600">
                <a:moveTo>
                  <a:pt x="13562" y="21184"/>
                </a:moveTo>
                <a:lnTo>
                  <a:pt x="13615" y="21184"/>
                </a:lnTo>
                <a:lnTo>
                  <a:pt x="13615" y="21294"/>
                </a:lnTo>
                <a:lnTo>
                  <a:pt x="13562" y="21294"/>
                </a:lnTo>
              </a:path>
              <a:path w="21600" h="21600">
                <a:moveTo>
                  <a:pt x="1810" y="21184"/>
                </a:moveTo>
                <a:lnTo>
                  <a:pt x="1863" y="21184"/>
                </a:lnTo>
                <a:lnTo>
                  <a:pt x="1863" y="21294"/>
                </a:lnTo>
                <a:lnTo>
                  <a:pt x="1810" y="21294"/>
                </a:lnTo>
              </a:path>
              <a:path w="21600" h="21600">
                <a:moveTo>
                  <a:pt x="20639" y="21181"/>
                </a:moveTo>
                <a:lnTo>
                  <a:pt x="20698" y="21181"/>
                </a:lnTo>
                <a:lnTo>
                  <a:pt x="20698" y="21301"/>
                </a:lnTo>
                <a:lnTo>
                  <a:pt x="20639" y="21301"/>
                </a:lnTo>
              </a:path>
              <a:path w="21600" h="21600">
                <a:moveTo>
                  <a:pt x="19129" y="21181"/>
                </a:moveTo>
                <a:lnTo>
                  <a:pt x="19188" y="21181"/>
                </a:lnTo>
                <a:lnTo>
                  <a:pt x="19188" y="21301"/>
                </a:lnTo>
                <a:lnTo>
                  <a:pt x="19129" y="21301"/>
                </a:lnTo>
              </a:path>
              <a:path w="21600" h="21600">
                <a:moveTo>
                  <a:pt x="18681" y="21181"/>
                </a:moveTo>
                <a:lnTo>
                  <a:pt x="18739" y="21181"/>
                </a:lnTo>
                <a:lnTo>
                  <a:pt x="18739" y="21301"/>
                </a:lnTo>
                <a:lnTo>
                  <a:pt x="18681" y="21301"/>
                </a:lnTo>
              </a:path>
              <a:path w="21600" h="21600">
                <a:moveTo>
                  <a:pt x="18379" y="21181"/>
                </a:moveTo>
                <a:lnTo>
                  <a:pt x="18437" y="21181"/>
                </a:lnTo>
                <a:lnTo>
                  <a:pt x="18437" y="21301"/>
                </a:lnTo>
                <a:lnTo>
                  <a:pt x="18379" y="21301"/>
                </a:lnTo>
              </a:path>
              <a:path w="21600" h="21600">
                <a:moveTo>
                  <a:pt x="17926" y="21181"/>
                </a:moveTo>
                <a:lnTo>
                  <a:pt x="17984" y="21181"/>
                </a:lnTo>
                <a:lnTo>
                  <a:pt x="17984" y="21301"/>
                </a:lnTo>
                <a:lnTo>
                  <a:pt x="17926" y="21301"/>
                </a:lnTo>
              </a:path>
              <a:path w="21600" h="21600">
                <a:moveTo>
                  <a:pt x="16416" y="21181"/>
                </a:moveTo>
                <a:lnTo>
                  <a:pt x="16475" y="21181"/>
                </a:lnTo>
                <a:lnTo>
                  <a:pt x="16475" y="21301"/>
                </a:lnTo>
                <a:lnTo>
                  <a:pt x="16416" y="21301"/>
                </a:lnTo>
              </a:path>
              <a:path w="21600" h="21600">
                <a:moveTo>
                  <a:pt x="15975" y="21181"/>
                </a:moveTo>
                <a:lnTo>
                  <a:pt x="16034" y="21181"/>
                </a:lnTo>
                <a:lnTo>
                  <a:pt x="16034" y="21301"/>
                </a:lnTo>
                <a:lnTo>
                  <a:pt x="15975" y="21301"/>
                </a:lnTo>
              </a:path>
              <a:path w="21600" h="21600">
                <a:moveTo>
                  <a:pt x="15673" y="21181"/>
                </a:moveTo>
                <a:lnTo>
                  <a:pt x="15732" y="21181"/>
                </a:lnTo>
                <a:lnTo>
                  <a:pt x="15732" y="21301"/>
                </a:lnTo>
                <a:lnTo>
                  <a:pt x="15673" y="21301"/>
                </a:lnTo>
              </a:path>
              <a:path w="21600" h="21600">
                <a:moveTo>
                  <a:pt x="15220" y="21181"/>
                </a:moveTo>
                <a:lnTo>
                  <a:pt x="15279" y="21181"/>
                </a:lnTo>
                <a:lnTo>
                  <a:pt x="15279" y="21301"/>
                </a:lnTo>
                <a:lnTo>
                  <a:pt x="15220" y="21301"/>
                </a:lnTo>
              </a:path>
              <a:path w="21600" h="21600">
                <a:moveTo>
                  <a:pt x="13710" y="21181"/>
                </a:moveTo>
                <a:lnTo>
                  <a:pt x="13769" y="21181"/>
                </a:lnTo>
                <a:lnTo>
                  <a:pt x="13769" y="21301"/>
                </a:lnTo>
                <a:lnTo>
                  <a:pt x="13710" y="21301"/>
                </a:lnTo>
              </a:path>
              <a:path w="21600" h="21600">
                <a:moveTo>
                  <a:pt x="13262" y="21181"/>
                </a:moveTo>
                <a:lnTo>
                  <a:pt x="13320" y="21181"/>
                </a:lnTo>
                <a:lnTo>
                  <a:pt x="13320" y="21301"/>
                </a:lnTo>
                <a:lnTo>
                  <a:pt x="13262" y="21301"/>
                </a:lnTo>
              </a:path>
              <a:path w="21600" h="21600">
                <a:moveTo>
                  <a:pt x="12960" y="21181"/>
                </a:moveTo>
                <a:lnTo>
                  <a:pt x="13018" y="21181"/>
                </a:lnTo>
                <a:lnTo>
                  <a:pt x="13018" y="21301"/>
                </a:lnTo>
                <a:lnTo>
                  <a:pt x="12960" y="21301"/>
                </a:lnTo>
              </a:path>
              <a:path w="21600" h="21600">
                <a:moveTo>
                  <a:pt x="12507" y="21181"/>
                </a:moveTo>
                <a:lnTo>
                  <a:pt x="12565" y="21181"/>
                </a:lnTo>
                <a:lnTo>
                  <a:pt x="12565" y="21301"/>
                </a:lnTo>
                <a:lnTo>
                  <a:pt x="12507" y="21301"/>
                </a:lnTo>
              </a:path>
              <a:path w="21600" h="21600">
                <a:moveTo>
                  <a:pt x="10997" y="21181"/>
                </a:moveTo>
                <a:lnTo>
                  <a:pt x="11055" y="21181"/>
                </a:lnTo>
                <a:lnTo>
                  <a:pt x="11055" y="21301"/>
                </a:lnTo>
                <a:lnTo>
                  <a:pt x="10997" y="21301"/>
                </a:lnTo>
              </a:path>
              <a:path w="21600" h="21600">
                <a:moveTo>
                  <a:pt x="9033" y="21181"/>
                </a:moveTo>
                <a:lnTo>
                  <a:pt x="9092" y="21181"/>
                </a:lnTo>
                <a:lnTo>
                  <a:pt x="9092" y="21301"/>
                </a:lnTo>
                <a:lnTo>
                  <a:pt x="9033" y="21301"/>
                </a:lnTo>
              </a:path>
              <a:path w="21600" h="21600">
                <a:moveTo>
                  <a:pt x="8580" y="21181"/>
                </a:moveTo>
                <a:lnTo>
                  <a:pt x="8639" y="21181"/>
                </a:lnTo>
                <a:lnTo>
                  <a:pt x="8639" y="21301"/>
                </a:lnTo>
                <a:lnTo>
                  <a:pt x="8580" y="21301"/>
                </a:lnTo>
              </a:path>
              <a:path w="21600" h="21600">
                <a:moveTo>
                  <a:pt x="8278" y="21181"/>
                </a:moveTo>
                <a:lnTo>
                  <a:pt x="8337" y="21181"/>
                </a:lnTo>
                <a:lnTo>
                  <a:pt x="8337" y="21301"/>
                </a:lnTo>
                <a:lnTo>
                  <a:pt x="8278" y="21301"/>
                </a:lnTo>
              </a:path>
              <a:path w="21600" h="21600">
                <a:moveTo>
                  <a:pt x="7830" y="21181"/>
                </a:moveTo>
                <a:lnTo>
                  <a:pt x="7889" y="21181"/>
                </a:lnTo>
                <a:lnTo>
                  <a:pt x="7889" y="21301"/>
                </a:lnTo>
                <a:lnTo>
                  <a:pt x="7830" y="21301"/>
                </a:lnTo>
              </a:path>
              <a:path w="21600" h="21600">
                <a:moveTo>
                  <a:pt x="6320" y="21181"/>
                </a:moveTo>
                <a:lnTo>
                  <a:pt x="6379" y="21181"/>
                </a:lnTo>
                <a:lnTo>
                  <a:pt x="6379" y="21301"/>
                </a:lnTo>
                <a:lnTo>
                  <a:pt x="6320" y="21301"/>
                </a:lnTo>
              </a:path>
              <a:path w="21600" h="21600">
                <a:moveTo>
                  <a:pt x="5867" y="21181"/>
                </a:moveTo>
                <a:lnTo>
                  <a:pt x="5926" y="21181"/>
                </a:lnTo>
                <a:lnTo>
                  <a:pt x="5926" y="21301"/>
                </a:lnTo>
                <a:lnTo>
                  <a:pt x="5867" y="21301"/>
                </a:lnTo>
              </a:path>
              <a:path w="21600" h="21600">
                <a:moveTo>
                  <a:pt x="5565" y="21181"/>
                </a:moveTo>
                <a:lnTo>
                  <a:pt x="5624" y="21181"/>
                </a:lnTo>
                <a:lnTo>
                  <a:pt x="5624" y="21301"/>
                </a:lnTo>
                <a:lnTo>
                  <a:pt x="5565" y="21301"/>
                </a:lnTo>
              </a:path>
              <a:path w="21600" h="21600">
                <a:moveTo>
                  <a:pt x="5124" y="21181"/>
                </a:moveTo>
                <a:lnTo>
                  <a:pt x="5183" y="21181"/>
                </a:lnTo>
                <a:lnTo>
                  <a:pt x="5183" y="21301"/>
                </a:lnTo>
                <a:lnTo>
                  <a:pt x="5124" y="21301"/>
                </a:lnTo>
              </a:path>
              <a:path w="21600" h="21600">
                <a:moveTo>
                  <a:pt x="2411" y="21181"/>
                </a:moveTo>
                <a:lnTo>
                  <a:pt x="2470" y="21181"/>
                </a:lnTo>
                <a:lnTo>
                  <a:pt x="2470" y="21301"/>
                </a:lnTo>
                <a:lnTo>
                  <a:pt x="2411" y="21301"/>
                </a:lnTo>
              </a:path>
              <a:path w="21600" h="21600">
                <a:moveTo>
                  <a:pt x="901" y="21181"/>
                </a:moveTo>
                <a:lnTo>
                  <a:pt x="960" y="21181"/>
                </a:lnTo>
                <a:lnTo>
                  <a:pt x="960" y="21301"/>
                </a:lnTo>
                <a:lnTo>
                  <a:pt x="901" y="21301"/>
                </a:lnTo>
              </a:path>
              <a:path w="21600" h="21600">
                <a:moveTo>
                  <a:pt x="448" y="21181"/>
                </a:moveTo>
                <a:lnTo>
                  <a:pt x="507" y="21181"/>
                </a:lnTo>
                <a:lnTo>
                  <a:pt x="507" y="21301"/>
                </a:lnTo>
                <a:lnTo>
                  <a:pt x="448" y="21301"/>
                </a:lnTo>
              </a:path>
              <a:path w="21600" h="21600">
                <a:moveTo>
                  <a:pt x="146" y="21181"/>
                </a:moveTo>
                <a:lnTo>
                  <a:pt x="205" y="21181"/>
                </a:lnTo>
                <a:lnTo>
                  <a:pt x="205" y="21301"/>
                </a:lnTo>
                <a:lnTo>
                  <a:pt x="146" y="21301"/>
                </a:lnTo>
              </a:path>
              <a:path w="21600" h="21600">
                <a:moveTo>
                  <a:pt x="1360" y="21180"/>
                </a:moveTo>
                <a:lnTo>
                  <a:pt x="1407" y="21180"/>
                </a:lnTo>
                <a:lnTo>
                  <a:pt x="1407" y="21275"/>
                </a:lnTo>
                <a:lnTo>
                  <a:pt x="1360" y="21275"/>
                </a:lnTo>
              </a:path>
              <a:path w="21600" h="21600">
                <a:moveTo>
                  <a:pt x="14169" y="21178"/>
                </a:moveTo>
                <a:lnTo>
                  <a:pt x="14216" y="21178"/>
                </a:lnTo>
                <a:lnTo>
                  <a:pt x="14216" y="21273"/>
                </a:lnTo>
                <a:lnTo>
                  <a:pt x="14169" y="21273"/>
                </a:lnTo>
              </a:path>
              <a:path w="21600" h="21600">
                <a:moveTo>
                  <a:pt x="18083" y="21177"/>
                </a:moveTo>
                <a:lnTo>
                  <a:pt x="18129" y="21177"/>
                </a:lnTo>
                <a:lnTo>
                  <a:pt x="18129" y="21273"/>
                </a:lnTo>
                <a:lnTo>
                  <a:pt x="18083" y="21273"/>
                </a:lnTo>
              </a:path>
              <a:path w="21600" h="21600">
                <a:moveTo>
                  <a:pt x="2857" y="21172"/>
                </a:moveTo>
                <a:lnTo>
                  <a:pt x="2921" y="21172"/>
                </a:lnTo>
                <a:lnTo>
                  <a:pt x="2921" y="21303"/>
                </a:lnTo>
                <a:lnTo>
                  <a:pt x="2857" y="21303"/>
                </a:lnTo>
              </a:path>
              <a:path w="21600" h="21600">
                <a:moveTo>
                  <a:pt x="754" y="21168"/>
                </a:moveTo>
                <a:lnTo>
                  <a:pt x="806" y="21168"/>
                </a:lnTo>
                <a:lnTo>
                  <a:pt x="806" y="21274"/>
                </a:lnTo>
                <a:lnTo>
                  <a:pt x="754" y="21274"/>
                </a:lnTo>
              </a:path>
              <a:path w="21600" h="21600">
                <a:moveTo>
                  <a:pt x="10394" y="21164"/>
                </a:moveTo>
                <a:lnTo>
                  <a:pt x="10449" y="21164"/>
                </a:lnTo>
                <a:lnTo>
                  <a:pt x="10449" y="21277"/>
                </a:lnTo>
                <a:lnTo>
                  <a:pt x="10394" y="21277"/>
                </a:lnTo>
              </a:path>
              <a:path w="21600" h="21600">
                <a:moveTo>
                  <a:pt x="17177" y="21164"/>
                </a:moveTo>
                <a:lnTo>
                  <a:pt x="17223" y="21164"/>
                </a:lnTo>
                <a:lnTo>
                  <a:pt x="17223" y="21259"/>
                </a:lnTo>
                <a:lnTo>
                  <a:pt x="17177" y="21259"/>
                </a:lnTo>
              </a:path>
              <a:path w="21600" h="21600">
                <a:moveTo>
                  <a:pt x="20789" y="21161"/>
                </a:moveTo>
                <a:lnTo>
                  <a:pt x="20850" y="21161"/>
                </a:lnTo>
                <a:lnTo>
                  <a:pt x="20850" y="21285"/>
                </a:lnTo>
                <a:lnTo>
                  <a:pt x="20789" y="21285"/>
                </a:lnTo>
              </a:path>
              <a:path w="21600" h="21600">
                <a:moveTo>
                  <a:pt x="11751" y="21159"/>
                </a:moveTo>
                <a:lnTo>
                  <a:pt x="11811" y="21159"/>
                </a:lnTo>
                <a:lnTo>
                  <a:pt x="11811" y="21283"/>
                </a:lnTo>
                <a:lnTo>
                  <a:pt x="11751" y="21283"/>
                </a:lnTo>
              </a:path>
              <a:path w="21600" h="21600">
                <a:moveTo>
                  <a:pt x="9787" y="21159"/>
                </a:moveTo>
                <a:lnTo>
                  <a:pt x="9848" y="21159"/>
                </a:lnTo>
                <a:lnTo>
                  <a:pt x="9848" y="21283"/>
                </a:lnTo>
                <a:lnTo>
                  <a:pt x="9787" y="21283"/>
                </a:lnTo>
              </a:path>
              <a:path w="21600" h="21600">
                <a:moveTo>
                  <a:pt x="7994" y="21150"/>
                </a:moveTo>
                <a:lnTo>
                  <a:pt x="8027" y="21150"/>
                </a:lnTo>
                <a:lnTo>
                  <a:pt x="8027" y="21217"/>
                </a:lnTo>
                <a:lnTo>
                  <a:pt x="7994" y="21217"/>
                </a:lnTo>
              </a:path>
              <a:path w="21600" h="21600">
                <a:moveTo>
                  <a:pt x="16266" y="21149"/>
                </a:moveTo>
                <a:lnTo>
                  <a:pt x="16323" y="21149"/>
                </a:lnTo>
                <a:lnTo>
                  <a:pt x="16323" y="21266"/>
                </a:lnTo>
                <a:lnTo>
                  <a:pt x="16266" y="21266"/>
                </a:lnTo>
              </a:path>
              <a:path w="21600" h="21600">
                <a:moveTo>
                  <a:pt x="5276" y="21149"/>
                </a:moveTo>
                <a:lnTo>
                  <a:pt x="5333" y="21149"/>
                </a:lnTo>
                <a:lnTo>
                  <a:pt x="5333" y="21266"/>
                </a:lnTo>
                <a:lnTo>
                  <a:pt x="5276" y="21266"/>
                </a:lnTo>
              </a:path>
              <a:path w="21600" h="21600">
                <a:moveTo>
                  <a:pt x="17021" y="21145"/>
                </a:moveTo>
                <a:lnTo>
                  <a:pt x="17078" y="21145"/>
                </a:lnTo>
                <a:lnTo>
                  <a:pt x="17078" y="21262"/>
                </a:lnTo>
                <a:lnTo>
                  <a:pt x="17021" y="21262"/>
                </a:lnTo>
              </a:path>
              <a:path w="21600" h="21600">
                <a:moveTo>
                  <a:pt x="11602" y="21145"/>
                </a:moveTo>
                <a:lnTo>
                  <a:pt x="11659" y="21145"/>
                </a:lnTo>
                <a:lnTo>
                  <a:pt x="11659" y="21262"/>
                </a:lnTo>
                <a:lnTo>
                  <a:pt x="11602" y="21262"/>
                </a:lnTo>
              </a:path>
              <a:path w="21600" h="21600">
                <a:moveTo>
                  <a:pt x="9940" y="21145"/>
                </a:moveTo>
                <a:lnTo>
                  <a:pt x="9997" y="21145"/>
                </a:lnTo>
                <a:lnTo>
                  <a:pt x="9997" y="21262"/>
                </a:lnTo>
                <a:lnTo>
                  <a:pt x="9940" y="21262"/>
                </a:lnTo>
              </a:path>
              <a:path w="21600" h="21600">
                <a:moveTo>
                  <a:pt x="4521" y="21145"/>
                </a:moveTo>
                <a:lnTo>
                  <a:pt x="4578" y="21145"/>
                </a:lnTo>
                <a:lnTo>
                  <a:pt x="4578" y="21262"/>
                </a:lnTo>
                <a:lnTo>
                  <a:pt x="4521" y="21262"/>
                </a:lnTo>
              </a:path>
              <a:path w="21600" h="21600">
                <a:moveTo>
                  <a:pt x="6629" y="21145"/>
                </a:moveTo>
                <a:lnTo>
                  <a:pt x="6674" y="21145"/>
                </a:lnTo>
                <a:lnTo>
                  <a:pt x="6674" y="21237"/>
                </a:lnTo>
                <a:lnTo>
                  <a:pt x="6629" y="21237"/>
                </a:lnTo>
              </a:path>
              <a:path w="21600" h="21600">
                <a:moveTo>
                  <a:pt x="19438" y="21135"/>
                </a:moveTo>
                <a:lnTo>
                  <a:pt x="19483" y="21135"/>
                </a:lnTo>
                <a:lnTo>
                  <a:pt x="19483" y="21227"/>
                </a:lnTo>
                <a:lnTo>
                  <a:pt x="19438" y="21227"/>
                </a:lnTo>
              </a:path>
              <a:path w="21600" h="21600">
                <a:moveTo>
                  <a:pt x="11151" y="21130"/>
                </a:moveTo>
                <a:lnTo>
                  <a:pt x="11203" y="21130"/>
                </a:lnTo>
                <a:lnTo>
                  <a:pt x="11203" y="21236"/>
                </a:lnTo>
                <a:lnTo>
                  <a:pt x="11151" y="21236"/>
                </a:lnTo>
              </a:path>
              <a:path w="21600" h="21600">
                <a:moveTo>
                  <a:pt x="20186" y="21130"/>
                </a:moveTo>
                <a:lnTo>
                  <a:pt x="20245" y="21130"/>
                </a:lnTo>
                <a:lnTo>
                  <a:pt x="20245" y="21250"/>
                </a:lnTo>
                <a:lnTo>
                  <a:pt x="20186" y="21250"/>
                </a:lnTo>
              </a:path>
              <a:path w="21600" h="21600">
                <a:moveTo>
                  <a:pt x="14767" y="21130"/>
                </a:moveTo>
                <a:lnTo>
                  <a:pt x="14826" y="21130"/>
                </a:lnTo>
                <a:lnTo>
                  <a:pt x="14826" y="21250"/>
                </a:lnTo>
                <a:lnTo>
                  <a:pt x="14767" y="21250"/>
                </a:lnTo>
              </a:path>
              <a:path w="21600" h="21600">
                <a:moveTo>
                  <a:pt x="9486" y="21130"/>
                </a:moveTo>
                <a:lnTo>
                  <a:pt x="9545" y="21130"/>
                </a:lnTo>
                <a:lnTo>
                  <a:pt x="9545" y="21250"/>
                </a:lnTo>
                <a:lnTo>
                  <a:pt x="9486" y="21250"/>
                </a:lnTo>
              </a:path>
              <a:path w="21600" h="21600">
                <a:moveTo>
                  <a:pt x="6773" y="21130"/>
                </a:moveTo>
                <a:lnTo>
                  <a:pt x="6832" y="21130"/>
                </a:lnTo>
                <a:lnTo>
                  <a:pt x="6832" y="21250"/>
                </a:lnTo>
                <a:lnTo>
                  <a:pt x="6773" y="21250"/>
                </a:lnTo>
              </a:path>
              <a:path w="21600" h="21600">
                <a:moveTo>
                  <a:pt x="4067" y="21130"/>
                </a:moveTo>
                <a:lnTo>
                  <a:pt x="4126" y="21130"/>
                </a:lnTo>
                <a:lnTo>
                  <a:pt x="4126" y="21250"/>
                </a:lnTo>
                <a:lnTo>
                  <a:pt x="4067" y="21250"/>
                </a:lnTo>
              </a:path>
              <a:path w="21600" h="21600">
                <a:moveTo>
                  <a:pt x="17487" y="21119"/>
                </a:moveTo>
                <a:lnTo>
                  <a:pt x="17517" y="21119"/>
                </a:lnTo>
                <a:lnTo>
                  <a:pt x="17517" y="21182"/>
                </a:lnTo>
                <a:lnTo>
                  <a:pt x="17487" y="21182"/>
                </a:lnTo>
              </a:path>
              <a:path w="21600" h="21600">
                <a:moveTo>
                  <a:pt x="16719" y="21113"/>
                </a:moveTo>
                <a:lnTo>
                  <a:pt x="16776" y="21113"/>
                </a:lnTo>
                <a:lnTo>
                  <a:pt x="16776" y="21230"/>
                </a:lnTo>
                <a:lnTo>
                  <a:pt x="16719" y="21230"/>
                </a:lnTo>
              </a:path>
              <a:path w="21600" h="21600">
                <a:moveTo>
                  <a:pt x="14013" y="21113"/>
                </a:moveTo>
                <a:lnTo>
                  <a:pt x="14070" y="21113"/>
                </a:lnTo>
                <a:lnTo>
                  <a:pt x="14070" y="21230"/>
                </a:lnTo>
                <a:lnTo>
                  <a:pt x="14013" y="21230"/>
                </a:lnTo>
              </a:path>
              <a:path w="21600" h="21600">
                <a:moveTo>
                  <a:pt x="11300" y="21113"/>
                </a:moveTo>
                <a:lnTo>
                  <a:pt x="11357" y="21113"/>
                </a:lnTo>
                <a:lnTo>
                  <a:pt x="11357" y="21230"/>
                </a:lnTo>
                <a:lnTo>
                  <a:pt x="11300" y="21230"/>
                </a:lnTo>
              </a:path>
              <a:path w="21600" h="21600">
                <a:moveTo>
                  <a:pt x="10242" y="21113"/>
                </a:moveTo>
                <a:lnTo>
                  <a:pt x="10299" y="21113"/>
                </a:lnTo>
                <a:lnTo>
                  <a:pt x="10299" y="21230"/>
                </a:lnTo>
                <a:lnTo>
                  <a:pt x="10242" y="21230"/>
                </a:lnTo>
              </a:path>
              <a:path w="21600" h="21600">
                <a:moveTo>
                  <a:pt x="7529" y="21113"/>
                </a:moveTo>
                <a:lnTo>
                  <a:pt x="7586" y="21113"/>
                </a:lnTo>
                <a:lnTo>
                  <a:pt x="7586" y="21230"/>
                </a:lnTo>
                <a:lnTo>
                  <a:pt x="7529" y="21230"/>
                </a:lnTo>
              </a:path>
              <a:path w="21600" h="21600">
                <a:moveTo>
                  <a:pt x="4823" y="21113"/>
                </a:moveTo>
                <a:lnTo>
                  <a:pt x="4880" y="21113"/>
                </a:lnTo>
                <a:lnTo>
                  <a:pt x="4880" y="21230"/>
                </a:lnTo>
                <a:lnTo>
                  <a:pt x="4823" y="21230"/>
                </a:lnTo>
              </a:path>
              <a:path w="21600" h="21600">
                <a:moveTo>
                  <a:pt x="2110" y="21113"/>
                </a:moveTo>
                <a:lnTo>
                  <a:pt x="2167" y="21113"/>
                </a:lnTo>
                <a:lnTo>
                  <a:pt x="2167" y="21230"/>
                </a:lnTo>
                <a:lnTo>
                  <a:pt x="2110" y="21230"/>
                </a:lnTo>
              </a:path>
              <a:path w="21600" h="21600">
                <a:moveTo>
                  <a:pt x="10547" y="21108"/>
                </a:moveTo>
                <a:lnTo>
                  <a:pt x="10597" y="21108"/>
                </a:lnTo>
                <a:lnTo>
                  <a:pt x="10597" y="21211"/>
                </a:lnTo>
                <a:lnTo>
                  <a:pt x="10547" y="21211"/>
                </a:lnTo>
              </a:path>
              <a:path w="21600" h="21600">
                <a:moveTo>
                  <a:pt x="1050" y="21107"/>
                </a:moveTo>
                <a:lnTo>
                  <a:pt x="1114" y="21107"/>
                </a:lnTo>
                <a:lnTo>
                  <a:pt x="1114" y="21238"/>
                </a:lnTo>
                <a:lnTo>
                  <a:pt x="1050" y="21238"/>
                </a:lnTo>
              </a:path>
              <a:path w="21600" h="21600">
                <a:moveTo>
                  <a:pt x="20943" y="21106"/>
                </a:moveTo>
                <a:lnTo>
                  <a:pt x="20998" y="21106"/>
                </a:lnTo>
                <a:lnTo>
                  <a:pt x="20998" y="21219"/>
                </a:lnTo>
                <a:lnTo>
                  <a:pt x="20943" y="21219"/>
                </a:lnTo>
              </a:path>
              <a:path w="21600" h="21600">
                <a:moveTo>
                  <a:pt x="18229" y="21106"/>
                </a:moveTo>
                <a:lnTo>
                  <a:pt x="18285" y="21106"/>
                </a:lnTo>
                <a:lnTo>
                  <a:pt x="18285" y="21219"/>
                </a:lnTo>
                <a:lnTo>
                  <a:pt x="18229" y="21219"/>
                </a:lnTo>
              </a:path>
              <a:path w="21600" h="21600">
                <a:moveTo>
                  <a:pt x="15524" y="21106"/>
                </a:moveTo>
                <a:lnTo>
                  <a:pt x="15579" y="21106"/>
                </a:lnTo>
                <a:lnTo>
                  <a:pt x="15579" y="21219"/>
                </a:lnTo>
                <a:lnTo>
                  <a:pt x="15524" y="21219"/>
                </a:lnTo>
              </a:path>
              <a:path w="21600" h="21600">
                <a:moveTo>
                  <a:pt x="12810" y="21106"/>
                </a:moveTo>
                <a:lnTo>
                  <a:pt x="12866" y="21106"/>
                </a:lnTo>
                <a:lnTo>
                  <a:pt x="12866" y="21219"/>
                </a:lnTo>
                <a:lnTo>
                  <a:pt x="12810" y="21219"/>
                </a:lnTo>
              </a:path>
              <a:path w="21600" h="21600">
                <a:moveTo>
                  <a:pt x="6020" y="21106"/>
                </a:moveTo>
                <a:lnTo>
                  <a:pt x="6075" y="21106"/>
                </a:lnTo>
                <a:lnTo>
                  <a:pt x="6075" y="21219"/>
                </a:lnTo>
                <a:lnTo>
                  <a:pt x="6020" y="21219"/>
                </a:lnTo>
              </a:path>
              <a:path w="21600" h="21600">
                <a:moveTo>
                  <a:pt x="3314" y="21106"/>
                </a:moveTo>
                <a:lnTo>
                  <a:pt x="3370" y="21106"/>
                </a:lnTo>
                <a:lnTo>
                  <a:pt x="3370" y="21219"/>
                </a:lnTo>
                <a:lnTo>
                  <a:pt x="3314" y="21219"/>
                </a:lnTo>
              </a:path>
              <a:path w="21600" h="21600">
                <a:moveTo>
                  <a:pt x="601" y="21106"/>
                </a:moveTo>
                <a:lnTo>
                  <a:pt x="656" y="21106"/>
                </a:lnTo>
                <a:lnTo>
                  <a:pt x="656" y="21219"/>
                </a:lnTo>
                <a:lnTo>
                  <a:pt x="601" y="21219"/>
                </a:lnTo>
              </a:path>
              <a:path w="21600" h="21600">
                <a:moveTo>
                  <a:pt x="21399" y="21105"/>
                </a:moveTo>
                <a:lnTo>
                  <a:pt x="21447" y="21105"/>
                </a:lnTo>
                <a:lnTo>
                  <a:pt x="21447" y="21204"/>
                </a:lnTo>
                <a:lnTo>
                  <a:pt x="21399" y="21204"/>
                </a:lnTo>
              </a:path>
              <a:path w="21600" h="21600">
                <a:moveTo>
                  <a:pt x="21542" y="21089"/>
                </a:moveTo>
                <a:lnTo>
                  <a:pt x="21598" y="21089"/>
                </a:lnTo>
                <a:lnTo>
                  <a:pt x="21598" y="21204"/>
                </a:lnTo>
                <a:lnTo>
                  <a:pt x="21542" y="21204"/>
                </a:lnTo>
              </a:path>
              <a:path w="21600" h="21600">
                <a:moveTo>
                  <a:pt x="1" y="21089"/>
                </a:moveTo>
                <a:lnTo>
                  <a:pt x="57" y="21089"/>
                </a:lnTo>
                <a:lnTo>
                  <a:pt x="57" y="21204"/>
                </a:lnTo>
                <a:lnTo>
                  <a:pt x="1" y="21204"/>
                </a:lnTo>
              </a:path>
              <a:path w="21600" h="21600">
                <a:moveTo>
                  <a:pt x="8742" y="21086"/>
                </a:moveTo>
                <a:lnTo>
                  <a:pt x="8780" y="21086"/>
                </a:lnTo>
                <a:lnTo>
                  <a:pt x="8780" y="21163"/>
                </a:lnTo>
                <a:lnTo>
                  <a:pt x="8742" y="21163"/>
                </a:lnTo>
              </a:path>
              <a:path w="21600" h="21600">
                <a:moveTo>
                  <a:pt x="19280" y="21077"/>
                </a:moveTo>
                <a:lnTo>
                  <a:pt x="19339" y="21077"/>
                </a:lnTo>
                <a:lnTo>
                  <a:pt x="19339" y="21197"/>
                </a:lnTo>
                <a:lnTo>
                  <a:pt x="19280" y="21197"/>
                </a:lnTo>
              </a:path>
              <a:path w="21600" h="21600">
                <a:moveTo>
                  <a:pt x="13861" y="21077"/>
                </a:moveTo>
                <a:lnTo>
                  <a:pt x="13920" y="21077"/>
                </a:lnTo>
                <a:lnTo>
                  <a:pt x="13920" y="21197"/>
                </a:lnTo>
                <a:lnTo>
                  <a:pt x="13861" y="21197"/>
                </a:lnTo>
              </a:path>
              <a:path w="21600" h="21600">
                <a:moveTo>
                  <a:pt x="7679" y="21077"/>
                </a:moveTo>
                <a:lnTo>
                  <a:pt x="7738" y="21077"/>
                </a:lnTo>
                <a:lnTo>
                  <a:pt x="7738" y="21197"/>
                </a:lnTo>
                <a:lnTo>
                  <a:pt x="7679" y="21197"/>
                </a:lnTo>
              </a:path>
              <a:path w="21600" h="21600">
                <a:moveTo>
                  <a:pt x="2260" y="21077"/>
                </a:moveTo>
                <a:lnTo>
                  <a:pt x="2319" y="21077"/>
                </a:lnTo>
                <a:lnTo>
                  <a:pt x="2319" y="21197"/>
                </a:lnTo>
                <a:lnTo>
                  <a:pt x="2260" y="21197"/>
                </a:lnTo>
              </a:path>
              <a:path w="21600" h="21600">
                <a:moveTo>
                  <a:pt x="2580" y="21077"/>
                </a:moveTo>
                <a:lnTo>
                  <a:pt x="2603" y="21077"/>
                </a:lnTo>
                <a:lnTo>
                  <a:pt x="2603" y="21122"/>
                </a:lnTo>
                <a:lnTo>
                  <a:pt x="2580" y="21122"/>
                </a:lnTo>
              </a:path>
              <a:path w="21600" h="21600">
                <a:moveTo>
                  <a:pt x="16566" y="21072"/>
                </a:moveTo>
                <a:lnTo>
                  <a:pt x="16626" y="21072"/>
                </a:lnTo>
                <a:lnTo>
                  <a:pt x="16626" y="21196"/>
                </a:lnTo>
                <a:lnTo>
                  <a:pt x="16566" y="21196"/>
                </a:lnTo>
              </a:path>
              <a:path w="21600" h="21600">
                <a:moveTo>
                  <a:pt x="4972" y="21072"/>
                </a:moveTo>
                <a:lnTo>
                  <a:pt x="5033" y="21072"/>
                </a:lnTo>
                <a:lnTo>
                  <a:pt x="5033" y="21196"/>
                </a:lnTo>
                <a:lnTo>
                  <a:pt x="4972" y="21196"/>
                </a:lnTo>
              </a:path>
              <a:path w="21600" h="21600">
                <a:moveTo>
                  <a:pt x="21097" y="21063"/>
                </a:moveTo>
                <a:lnTo>
                  <a:pt x="21145" y="21063"/>
                </a:lnTo>
                <a:lnTo>
                  <a:pt x="21145" y="21162"/>
                </a:lnTo>
                <a:lnTo>
                  <a:pt x="21097" y="21162"/>
                </a:lnTo>
              </a:path>
              <a:path w="21600" h="21600">
                <a:moveTo>
                  <a:pt x="3620" y="21063"/>
                </a:moveTo>
                <a:lnTo>
                  <a:pt x="3668" y="21063"/>
                </a:lnTo>
                <a:lnTo>
                  <a:pt x="3668" y="21162"/>
                </a:lnTo>
                <a:lnTo>
                  <a:pt x="3620" y="21162"/>
                </a:lnTo>
              </a:path>
              <a:path w="21600" h="21600">
                <a:moveTo>
                  <a:pt x="12658" y="21052"/>
                </a:moveTo>
                <a:lnTo>
                  <a:pt x="12715" y="21052"/>
                </a:lnTo>
                <a:lnTo>
                  <a:pt x="12715" y="21169"/>
                </a:lnTo>
                <a:lnTo>
                  <a:pt x="12658" y="21169"/>
                </a:lnTo>
              </a:path>
              <a:path w="21600" h="21600">
                <a:moveTo>
                  <a:pt x="8883" y="21052"/>
                </a:moveTo>
                <a:lnTo>
                  <a:pt x="8940" y="21052"/>
                </a:lnTo>
                <a:lnTo>
                  <a:pt x="8940" y="21169"/>
                </a:lnTo>
                <a:lnTo>
                  <a:pt x="8883" y="21169"/>
                </a:lnTo>
              </a:path>
              <a:path w="21600" h="21600">
                <a:moveTo>
                  <a:pt x="3464" y="21052"/>
                </a:moveTo>
                <a:lnTo>
                  <a:pt x="3521" y="21052"/>
                </a:lnTo>
                <a:lnTo>
                  <a:pt x="3521" y="21169"/>
                </a:lnTo>
                <a:lnTo>
                  <a:pt x="3464" y="21169"/>
                </a:lnTo>
              </a:path>
              <a:path w="21600" h="21600">
                <a:moveTo>
                  <a:pt x="20345" y="21047"/>
                </a:moveTo>
                <a:lnTo>
                  <a:pt x="20388" y="21047"/>
                </a:lnTo>
                <a:lnTo>
                  <a:pt x="20388" y="21136"/>
                </a:lnTo>
                <a:lnTo>
                  <a:pt x="20345" y="21136"/>
                </a:lnTo>
              </a:path>
              <a:path w="21600" h="21600">
                <a:moveTo>
                  <a:pt x="19737" y="21035"/>
                </a:moveTo>
                <a:lnTo>
                  <a:pt x="19788" y="21035"/>
                </a:lnTo>
                <a:lnTo>
                  <a:pt x="19788" y="21141"/>
                </a:lnTo>
                <a:lnTo>
                  <a:pt x="19737" y="21141"/>
                </a:lnTo>
              </a:path>
              <a:path w="21600" h="21600">
                <a:moveTo>
                  <a:pt x="18982" y="21035"/>
                </a:moveTo>
                <a:lnTo>
                  <a:pt x="19033" y="21035"/>
                </a:lnTo>
                <a:lnTo>
                  <a:pt x="19033" y="21141"/>
                </a:lnTo>
                <a:lnTo>
                  <a:pt x="18982" y="21141"/>
                </a:lnTo>
              </a:path>
              <a:path w="21600" h="21600">
                <a:moveTo>
                  <a:pt x="14317" y="21035"/>
                </a:moveTo>
                <a:lnTo>
                  <a:pt x="14369" y="21035"/>
                </a:lnTo>
                <a:lnTo>
                  <a:pt x="14369" y="21141"/>
                </a:lnTo>
                <a:lnTo>
                  <a:pt x="14317" y="21141"/>
                </a:lnTo>
              </a:path>
              <a:path w="21600" h="21600">
                <a:moveTo>
                  <a:pt x="13563" y="21035"/>
                </a:moveTo>
                <a:lnTo>
                  <a:pt x="13614" y="21035"/>
                </a:lnTo>
                <a:lnTo>
                  <a:pt x="13614" y="21141"/>
                </a:lnTo>
                <a:lnTo>
                  <a:pt x="13563" y="21141"/>
                </a:lnTo>
              </a:path>
              <a:path w="21600" h="21600">
                <a:moveTo>
                  <a:pt x="1811" y="21035"/>
                </a:moveTo>
                <a:lnTo>
                  <a:pt x="1862" y="21035"/>
                </a:lnTo>
                <a:lnTo>
                  <a:pt x="1862" y="21141"/>
                </a:lnTo>
                <a:lnTo>
                  <a:pt x="1811" y="21141"/>
                </a:lnTo>
              </a:path>
              <a:path w="21600" h="21600">
                <a:moveTo>
                  <a:pt x="21243" y="21024"/>
                </a:moveTo>
                <a:lnTo>
                  <a:pt x="21302" y="21024"/>
                </a:lnTo>
                <a:lnTo>
                  <a:pt x="21302" y="21145"/>
                </a:lnTo>
                <a:lnTo>
                  <a:pt x="21243" y="21145"/>
                </a:lnTo>
              </a:path>
              <a:path w="21600" h="21600">
                <a:moveTo>
                  <a:pt x="18530" y="21024"/>
                </a:moveTo>
                <a:lnTo>
                  <a:pt x="18588" y="21024"/>
                </a:lnTo>
                <a:lnTo>
                  <a:pt x="18588" y="21145"/>
                </a:lnTo>
                <a:lnTo>
                  <a:pt x="18530" y="21145"/>
                </a:lnTo>
              </a:path>
              <a:path w="21600" h="21600">
                <a:moveTo>
                  <a:pt x="15824" y="21024"/>
                </a:moveTo>
                <a:lnTo>
                  <a:pt x="15883" y="21024"/>
                </a:lnTo>
                <a:lnTo>
                  <a:pt x="15883" y="21145"/>
                </a:lnTo>
                <a:lnTo>
                  <a:pt x="15824" y="21145"/>
                </a:lnTo>
              </a:path>
              <a:path w="21600" h="21600">
                <a:moveTo>
                  <a:pt x="13111" y="21024"/>
                </a:moveTo>
                <a:lnTo>
                  <a:pt x="13169" y="21024"/>
                </a:lnTo>
                <a:lnTo>
                  <a:pt x="13169" y="21145"/>
                </a:lnTo>
                <a:lnTo>
                  <a:pt x="13111" y="21145"/>
                </a:lnTo>
              </a:path>
              <a:path w="21600" h="21600">
                <a:moveTo>
                  <a:pt x="8429" y="21024"/>
                </a:moveTo>
                <a:lnTo>
                  <a:pt x="8488" y="21024"/>
                </a:lnTo>
                <a:lnTo>
                  <a:pt x="8488" y="21145"/>
                </a:lnTo>
                <a:lnTo>
                  <a:pt x="8429" y="21145"/>
                </a:lnTo>
              </a:path>
              <a:path w="21600" h="21600">
                <a:moveTo>
                  <a:pt x="3011" y="21024"/>
                </a:moveTo>
                <a:lnTo>
                  <a:pt x="3069" y="21024"/>
                </a:lnTo>
                <a:lnTo>
                  <a:pt x="3069" y="21145"/>
                </a:lnTo>
                <a:lnTo>
                  <a:pt x="3011" y="21145"/>
                </a:lnTo>
              </a:path>
              <a:path w="21600" h="21600">
                <a:moveTo>
                  <a:pt x="297" y="21024"/>
                </a:moveTo>
                <a:lnTo>
                  <a:pt x="356" y="21024"/>
                </a:lnTo>
                <a:lnTo>
                  <a:pt x="356" y="21145"/>
                </a:lnTo>
                <a:lnTo>
                  <a:pt x="297" y="21145"/>
                </a:lnTo>
              </a:path>
              <a:path w="21600" h="21600">
                <a:moveTo>
                  <a:pt x="19582" y="21007"/>
                </a:moveTo>
                <a:lnTo>
                  <a:pt x="19641" y="21007"/>
                </a:lnTo>
                <a:lnTo>
                  <a:pt x="19641" y="21127"/>
                </a:lnTo>
                <a:lnTo>
                  <a:pt x="19582" y="21127"/>
                </a:lnTo>
              </a:path>
              <a:path w="21600" h="21600">
                <a:moveTo>
                  <a:pt x="16869" y="21007"/>
                </a:moveTo>
                <a:lnTo>
                  <a:pt x="16928" y="21007"/>
                </a:lnTo>
                <a:lnTo>
                  <a:pt x="16928" y="21127"/>
                </a:lnTo>
                <a:lnTo>
                  <a:pt x="16869" y="21127"/>
                </a:lnTo>
              </a:path>
              <a:path w="21600" h="21600">
                <a:moveTo>
                  <a:pt x="7377" y="21007"/>
                </a:moveTo>
                <a:lnTo>
                  <a:pt x="7436" y="21007"/>
                </a:lnTo>
                <a:lnTo>
                  <a:pt x="7436" y="21127"/>
                </a:lnTo>
                <a:lnTo>
                  <a:pt x="7377" y="21127"/>
                </a:lnTo>
              </a:path>
              <a:path w="21600" h="21600">
                <a:moveTo>
                  <a:pt x="4671" y="21007"/>
                </a:moveTo>
                <a:lnTo>
                  <a:pt x="4730" y="21007"/>
                </a:lnTo>
                <a:lnTo>
                  <a:pt x="4730" y="21127"/>
                </a:lnTo>
                <a:lnTo>
                  <a:pt x="4671" y="21127"/>
                </a:lnTo>
              </a:path>
              <a:path w="21600" h="21600">
                <a:moveTo>
                  <a:pt x="1958" y="21007"/>
                </a:moveTo>
                <a:lnTo>
                  <a:pt x="2017" y="21007"/>
                </a:lnTo>
                <a:lnTo>
                  <a:pt x="2017" y="21127"/>
                </a:lnTo>
                <a:lnTo>
                  <a:pt x="1958" y="21127"/>
                </a:lnTo>
              </a:path>
              <a:path w="21600" h="21600">
                <a:moveTo>
                  <a:pt x="7995" y="21001"/>
                </a:moveTo>
                <a:lnTo>
                  <a:pt x="8026" y="21001"/>
                </a:lnTo>
                <a:lnTo>
                  <a:pt x="8026" y="21064"/>
                </a:lnTo>
                <a:lnTo>
                  <a:pt x="7995" y="21064"/>
                </a:lnTo>
              </a:path>
              <a:path w="21600" h="21600">
                <a:moveTo>
                  <a:pt x="13406" y="20997"/>
                </a:moveTo>
                <a:lnTo>
                  <a:pt x="13469" y="20997"/>
                </a:lnTo>
                <a:lnTo>
                  <a:pt x="13469" y="21125"/>
                </a:lnTo>
                <a:lnTo>
                  <a:pt x="13406" y="21125"/>
                </a:lnTo>
              </a:path>
              <a:path w="21600" h="21600">
                <a:moveTo>
                  <a:pt x="8130" y="20997"/>
                </a:moveTo>
                <a:lnTo>
                  <a:pt x="8193" y="20997"/>
                </a:lnTo>
                <a:lnTo>
                  <a:pt x="8193" y="21125"/>
                </a:lnTo>
                <a:lnTo>
                  <a:pt x="8130" y="21125"/>
                </a:lnTo>
              </a:path>
              <a:path w="21600" h="21600">
                <a:moveTo>
                  <a:pt x="11152" y="20993"/>
                </a:moveTo>
                <a:lnTo>
                  <a:pt x="11202" y="20993"/>
                </a:lnTo>
                <a:lnTo>
                  <a:pt x="11202" y="21096"/>
                </a:lnTo>
                <a:lnTo>
                  <a:pt x="11152" y="21096"/>
                </a:lnTo>
              </a:path>
              <a:path w="21600" h="21600">
                <a:moveTo>
                  <a:pt x="10395" y="20987"/>
                </a:moveTo>
                <a:lnTo>
                  <a:pt x="10448" y="20987"/>
                </a:lnTo>
                <a:lnTo>
                  <a:pt x="10448" y="21097"/>
                </a:lnTo>
                <a:lnTo>
                  <a:pt x="10395" y="21097"/>
                </a:lnTo>
              </a:path>
              <a:path w="21600" h="21600">
                <a:moveTo>
                  <a:pt x="12064" y="20987"/>
                </a:moveTo>
                <a:lnTo>
                  <a:pt x="12102" y="20987"/>
                </a:lnTo>
                <a:lnTo>
                  <a:pt x="12102" y="21064"/>
                </a:lnTo>
                <a:lnTo>
                  <a:pt x="12064" y="21064"/>
                </a:lnTo>
              </a:path>
              <a:path w="21600" h="21600">
                <a:moveTo>
                  <a:pt x="17625" y="20983"/>
                </a:moveTo>
                <a:lnTo>
                  <a:pt x="17681" y="20983"/>
                </a:lnTo>
                <a:lnTo>
                  <a:pt x="17681" y="21097"/>
                </a:lnTo>
                <a:lnTo>
                  <a:pt x="17625" y="21097"/>
                </a:lnTo>
              </a:path>
              <a:path w="21600" h="21600">
                <a:moveTo>
                  <a:pt x="14920" y="20983"/>
                </a:moveTo>
                <a:lnTo>
                  <a:pt x="14975" y="20983"/>
                </a:lnTo>
                <a:lnTo>
                  <a:pt x="14975" y="21097"/>
                </a:lnTo>
                <a:lnTo>
                  <a:pt x="14920" y="21097"/>
                </a:lnTo>
              </a:path>
              <a:path w="21600" h="21600">
                <a:moveTo>
                  <a:pt x="12206" y="20983"/>
                </a:moveTo>
                <a:lnTo>
                  <a:pt x="12262" y="20983"/>
                </a:lnTo>
                <a:lnTo>
                  <a:pt x="12262" y="21097"/>
                </a:lnTo>
                <a:lnTo>
                  <a:pt x="12206" y="21097"/>
                </a:lnTo>
              </a:path>
              <a:path w="21600" h="21600">
                <a:moveTo>
                  <a:pt x="9337" y="20983"/>
                </a:moveTo>
                <a:lnTo>
                  <a:pt x="9392" y="20983"/>
                </a:lnTo>
                <a:lnTo>
                  <a:pt x="9392" y="21097"/>
                </a:lnTo>
                <a:lnTo>
                  <a:pt x="9337" y="21097"/>
                </a:lnTo>
              </a:path>
              <a:path w="21600" h="21600">
                <a:moveTo>
                  <a:pt x="3918" y="20983"/>
                </a:moveTo>
                <a:lnTo>
                  <a:pt x="3974" y="20983"/>
                </a:lnTo>
                <a:lnTo>
                  <a:pt x="3974" y="21097"/>
                </a:lnTo>
                <a:lnTo>
                  <a:pt x="3918" y="21097"/>
                </a:lnTo>
              </a:path>
              <a:path w="21600" h="21600">
                <a:moveTo>
                  <a:pt x="1205" y="20983"/>
                </a:moveTo>
                <a:lnTo>
                  <a:pt x="1260" y="20983"/>
                </a:lnTo>
                <a:lnTo>
                  <a:pt x="1260" y="21097"/>
                </a:lnTo>
                <a:lnTo>
                  <a:pt x="1205" y="21097"/>
                </a:lnTo>
              </a:path>
              <a:path w="21600" h="21600">
                <a:moveTo>
                  <a:pt x="20037" y="20979"/>
                </a:moveTo>
                <a:lnTo>
                  <a:pt x="20092" y="20979"/>
                </a:lnTo>
                <a:lnTo>
                  <a:pt x="20092" y="21092"/>
                </a:lnTo>
                <a:lnTo>
                  <a:pt x="20037" y="21092"/>
                </a:lnTo>
              </a:path>
              <a:path w="21600" h="21600">
                <a:moveTo>
                  <a:pt x="17323" y="20979"/>
                </a:moveTo>
                <a:lnTo>
                  <a:pt x="17379" y="20979"/>
                </a:lnTo>
                <a:lnTo>
                  <a:pt x="17379" y="21092"/>
                </a:lnTo>
                <a:lnTo>
                  <a:pt x="17323" y="21092"/>
                </a:lnTo>
              </a:path>
              <a:path w="21600" h="21600">
                <a:moveTo>
                  <a:pt x="11904" y="20979"/>
                </a:moveTo>
                <a:lnTo>
                  <a:pt x="11960" y="20979"/>
                </a:lnTo>
                <a:lnTo>
                  <a:pt x="11960" y="21092"/>
                </a:lnTo>
                <a:lnTo>
                  <a:pt x="11904" y="21092"/>
                </a:lnTo>
              </a:path>
              <a:path w="21600" h="21600">
                <a:moveTo>
                  <a:pt x="9639" y="20979"/>
                </a:moveTo>
                <a:lnTo>
                  <a:pt x="9694" y="20979"/>
                </a:lnTo>
                <a:lnTo>
                  <a:pt x="9694" y="21092"/>
                </a:lnTo>
                <a:lnTo>
                  <a:pt x="9639" y="21092"/>
                </a:lnTo>
              </a:path>
              <a:path w="21600" h="21600">
                <a:moveTo>
                  <a:pt x="6926" y="20979"/>
                </a:moveTo>
                <a:lnTo>
                  <a:pt x="6981" y="20979"/>
                </a:lnTo>
                <a:lnTo>
                  <a:pt x="6981" y="21092"/>
                </a:lnTo>
                <a:lnTo>
                  <a:pt x="6926" y="21092"/>
                </a:lnTo>
              </a:path>
              <a:path w="21600" h="21600">
                <a:moveTo>
                  <a:pt x="4220" y="20979"/>
                </a:moveTo>
                <a:lnTo>
                  <a:pt x="4275" y="20979"/>
                </a:lnTo>
                <a:lnTo>
                  <a:pt x="4275" y="21092"/>
                </a:lnTo>
                <a:lnTo>
                  <a:pt x="4220" y="21092"/>
                </a:lnTo>
              </a:path>
              <a:path w="21600" h="21600">
                <a:moveTo>
                  <a:pt x="1507" y="20979"/>
                </a:moveTo>
                <a:lnTo>
                  <a:pt x="1562" y="20979"/>
                </a:lnTo>
                <a:lnTo>
                  <a:pt x="1562" y="21092"/>
                </a:lnTo>
                <a:lnTo>
                  <a:pt x="1507" y="21092"/>
                </a:lnTo>
              </a:path>
              <a:path w="21600" h="21600">
                <a:moveTo>
                  <a:pt x="11449" y="20968"/>
                </a:moveTo>
                <a:lnTo>
                  <a:pt x="11509" y="20968"/>
                </a:lnTo>
                <a:lnTo>
                  <a:pt x="11509" y="21092"/>
                </a:lnTo>
                <a:lnTo>
                  <a:pt x="11449" y="21092"/>
                </a:lnTo>
              </a:path>
              <a:path w="21600" h="21600">
                <a:moveTo>
                  <a:pt x="18084" y="20942"/>
                </a:moveTo>
                <a:lnTo>
                  <a:pt x="18128" y="20942"/>
                </a:lnTo>
                <a:lnTo>
                  <a:pt x="18128" y="21034"/>
                </a:lnTo>
                <a:lnTo>
                  <a:pt x="18084" y="21034"/>
                </a:lnTo>
              </a:path>
              <a:path w="21600" h="21600">
                <a:moveTo>
                  <a:pt x="6630" y="20938"/>
                </a:moveTo>
                <a:lnTo>
                  <a:pt x="6673" y="20938"/>
                </a:lnTo>
                <a:lnTo>
                  <a:pt x="6673" y="21026"/>
                </a:lnTo>
                <a:lnTo>
                  <a:pt x="6630" y="21026"/>
                </a:lnTo>
              </a:path>
              <a:path w="21600" h="21600">
                <a:moveTo>
                  <a:pt x="16267" y="20934"/>
                </a:moveTo>
                <a:lnTo>
                  <a:pt x="16322" y="20934"/>
                </a:lnTo>
                <a:lnTo>
                  <a:pt x="16322" y="21047"/>
                </a:lnTo>
                <a:lnTo>
                  <a:pt x="16267" y="21047"/>
                </a:lnTo>
              </a:path>
              <a:path w="21600" h="21600">
                <a:moveTo>
                  <a:pt x="5277" y="20934"/>
                </a:moveTo>
                <a:lnTo>
                  <a:pt x="5332" y="20934"/>
                </a:lnTo>
                <a:lnTo>
                  <a:pt x="5332" y="21047"/>
                </a:lnTo>
                <a:lnTo>
                  <a:pt x="5277" y="21047"/>
                </a:lnTo>
              </a:path>
              <a:path w="21600" h="21600">
                <a:moveTo>
                  <a:pt x="5721" y="20930"/>
                </a:moveTo>
                <a:lnTo>
                  <a:pt x="5771" y="20930"/>
                </a:lnTo>
                <a:lnTo>
                  <a:pt x="5771" y="21033"/>
                </a:lnTo>
                <a:lnTo>
                  <a:pt x="5721" y="21033"/>
                </a:lnTo>
              </a:path>
              <a:path w="21600" h="21600">
                <a:moveTo>
                  <a:pt x="17021" y="20929"/>
                </a:moveTo>
                <a:lnTo>
                  <a:pt x="17077" y="20929"/>
                </a:lnTo>
                <a:lnTo>
                  <a:pt x="17077" y="21042"/>
                </a:lnTo>
                <a:lnTo>
                  <a:pt x="17021" y="21042"/>
                </a:lnTo>
              </a:path>
              <a:path w="21600" h="21600">
                <a:moveTo>
                  <a:pt x="11602" y="20929"/>
                </a:moveTo>
                <a:lnTo>
                  <a:pt x="11658" y="20929"/>
                </a:lnTo>
                <a:lnTo>
                  <a:pt x="11658" y="21042"/>
                </a:lnTo>
                <a:lnTo>
                  <a:pt x="11602" y="21042"/>
                </a:lnTo>
              </a:path>
              <a:path w="21600" h="21600">
                <a:moveTo>
                  <a:pt x="9941" y="20929"/>
                </a:moveTo>
                <a:lnTo>
                  <a:pt x="9996" y="20929"/>
                </a:lnTo>
                <a:lnTo>
                  <a:pt x="9996" y="21042"/>
                </a:lnTo>
                <a:lnTo>
                  <a:pt x="9941" y="21042"/>
                </a:lnTo>
              </a:path>
              <a:path w="21600" h="21600">
                <a:moveTo>
                  <a:pt x="4522" y="20929"/>
                </a:moveTo>
                <a:lnTo>
                  <a:pt x="4577" y="20929"/>
                </a:lnTo>
                <a:lnTo>
                  <a:pt x="4577" y="21042"/>
                </a:lnTo>
                <a:lnTo>
                  <a:pt x="4522" y="21042"/>
                </a:lnTo>
              </a:path>
              <a:path w="21600" h="21600">
                <a:moveTo>
                  <a:pt x="4370" y="20928"/>
                </a:moveTo>
                <a:lnTo>
                  <a:pt x="4427" y="20928"/>
                </a:lnTo>
                <a:lnTo>
                  <a:pt x="4427" y="21045"/>
                </a:lnTo>
                <a:lnTo>
                  <a:pt x="4370" y="21045"/>
                </a:lnTo>
              </a:path>
              <a:path w="21600" h="21600">
                <a:moveTo>
                  <a:pt x="2581" y="20928"/>
                </a:moveTo>
                <a:lnTo>
                  <a:pt x="2602" y="20928"/>
                </a:lnTo>
                <a:lnTo>
                  <a:pt x="2602" y="20970"/>
                </a:lnTo>
                <a:lnTo>
                  <a:pt x="2581" y="20970"/>
                </a:lnTo>
              </a:path>
              <a:path w="21600" h="21600">
                <a:moveTo>
                  <a:pt x="3169" y="20927"/>
                </a:moveTo>
                <a:lnTo>
                  <a:pt x="3213" y="20927"/>
                </a:lnTo>
                <a:lnTo>
                  <a:pt x="3213" y="21019"/>
                </a:lnTo>
                <a:lnTo>
                  <a:pt x="3169" y="21019"/>
                </a:lnTo>
              </a:path>
              <a:path w="21600" h="21600">
                <a:moveTo>
                  <a:pt x="20488" y="20921"/>
                </a:moveTo>
                <a:lnTo>
                  <a:pt x="20547" y="20921"/>
                </a:lnTo>
                <a:lnTo>
                  <a:pt x="20547" y="21041"/>
                </a:lnTo>
                <a:lnTo>
                  <a:pt x="20488" y="21041"/>
                </a:lnTo>
              </a:path>
              <a:path w="21600" h="21600">
                <a:moveTo>
                  <a:pt x="15069" y="20921"/>
                </a:moveTo>
                <a:lnTo>
                  <a:pt x="15128" y="20921"/>
                </a:lnTo>
                <a:lnTo>
                  <a:pt x="15128" y="21041"/>
                </a:lnTo>
                <a:lnTo>
                  <a:pt x="15069" y="21041"/>
                </a:lnTo>
              </a:path>
              <a:path w="21600" h="21600">
                <a:moveTo>
                  <a:pt x="6471" y="20921"/>
                </a:moveTo>
                <a:lnTo>
                  <a:pt x="6530" y="20921"/>
                </a:lnTo>
                <a:lnTo>
                  <a:pt x="6530" y="21041"/>
                </a:lnTo>
                <a:lnTo>
                  <a:pt x="6471" y="21041"/>
                </a:lnTo>
              </a:path>
              <a:path w="21600" h="21600">
                <a:moveTo>
                  <a:pt x="20640" y="20920"/>
                </a:moveTo>
                <a:lnTo>
                  <a:pt x="20697" y="20920"/>
                </a:lnTo>
                <a:lnTo>
                  <a:pt x="20697" y="21037"/>
                </a:lnTo>
                <a:lnTo>
                  <a:pt x="20640" y="21037"/>
                </a:lnTo>
              </a:path>
              <a:path w="21600" h="21600">
                <a:moveTo>
                  <a:pt x="19130" y="20920"/>
                </a:moveTo>
                <a:lnTo>
                  <a:pt x="19187" y="20920"/>
                </a:lnTo>
                <a:lnTo>
                  <a:pt x="19187" y="21037"/>
                </a:lnTo>
                <a:lnTo>
                  <a:pt x="19130" y="21037"/>
                </a:lnTo>
              </a:path>
              <a:path w="21600" h="21600">
                <a:moveTo>
                  <a:pt x="18681" y="20920"/>
                </a:moveTo>
                <a:lnTo>
                  <a:pt x="18739" y="20920"/>
                </a:lnTo>
                <a:lnTo>
                  <a:pt x="18739" y="21037"/>
                </a:lnTo>
                <a:lnTo>
                  <a:pt x="18681" y="21037"/>
                </a:lnTo>
              </a:path>
              <a:path w="21600" h="21600">
                <a:moveTo>
                  <a:pt x="18379" y="20920"/>
                </a:moveTo>
                <a:lnTo>
                  <a:pt x="18437" y="20920"/>
                </a:lnTo>
                <a:lnTo>
                  <a:pt x="18437" y="21037"/>
                </a:lnTo>
                <a:lnTo>
                  <a:pt x="18379" y="21037"/>
                </a:lnTo>
              </a:path>
              <a:path w="21600" h="21600">
                <a:moveTo>
                  <a:pt x="17926" y="20920"/>
                </a:moveTo>
                <a:lnTo>
                  <a:pt x="17984" y="20920"/>
                </a:lnTo>
                <a:lnTo>
                  <a:pt x="17984" y="21037"/>
                </a:lnTo>
                <a:lnTo>
                  <a:pt x="17926" y="21037"/>
                </a:lnTo>
              </a:path>
              <a:path w="21600" h="21600">
                <a:moveTo>
                  <a:pt x="16417" y="20920"/>
                </a:moveTo>
                <a:lnTo>
                  <a:pt x="16474" y="20920"/>
                </a:lnTo>
                <a:lnTo>
                  <a:pt x="16474" y="21037"/>
                </a:lnTo>
                <a:lnTo>
                  <a:pt x="16417" y="21037"/>
                </a:lnTo>
              </a:path>
              <a:path w="21600" h="21600">
                <a:moveTo>
                  <a:pt x="15976" y="20920"/>
                </a:moveTo>
                <a:lnTo>
                  <a:pt x="16033" y="20920"/>
                </a:lnTo>
                <a:lnTo>
                  <a:pt x="16033" y="21037"/>
                </a:lnTo>
                <a:lnTo>
                  <a:pt x="15976" y="21037"/>
                </a:lnTo>
              </a:path>
              <a:path w="21600" h="21600">
                <a:moveTo>
                  <a:pt x="15674" y="20920"/>
                </a:moveTo>
                <a:lnTo>
                  <a:pt x="15731" y="20920"/>
                </a:lnTo>
                <a:lnTo>
                  <a:pt x="15731" y="21037"/>
                </a:lnTo>
                <a:lnTo>
                  <a:pt x="15674" y="21037"/>
                </a:lnTo>
              </a:path>
              <a:path w="21600" h="21600">
                <a:moveTo>
                  <a:pt x="15221" y="20920"/>
                </a:moveTo>
                <a:lnTo>
                  <a:pt x="15278" y="20920"/>
                </a:lnTo>
                <a:lnTo>
                  <a:pt x="15278" y="21037"/>
                </a:lnTo>
                <a:lnTo>
                  <a:pt x="15221" y="21037"/>
                </a:lnTo>
              </a:path>
              <a:path w="21600" h="21600">
                <a:moveTo>
                  <a:pt x="13711" y="20920"/>
                </a:moveTo>
                <a:lnTo>
                  <a:pt x="13768" y="20920"/>
                </a:lnTo>
                <a:lnTo>
                  <a:pt x="13768" y="21037"/>
                </a:lnTo>
                <a:lnTo>
                  <a:pt x="13711" y="21037"/>
                </a:lnTo>
              </a:path>
              <a:path w="21600" h="21600">
                <a:moveTo>
                  <a:pt x="13262" y="20920"/>
                </a:moveTo>
                <a:lnTo>
                  <a:pt x="13319" y="20920"/>
                </a:lnTo>
                <a:lnTo>
                  <a:pt x="13319" y="21037"/>
                </a:lnTo>
                <a:lnTo>
                  <a:pt x="13262" y="21037"/>
                </a:lnTo>
              </a:path>
              <a:path w="21600" h="21600">
                <a:moveTo>
                  <a:pt x="12960" y="20920"/>
                </a:moveTo>
                <a:lnTo>
                  <a:pt x="13017" y="20920"/>
                </a:lnTo>
                <a:lnTo>
                  <a:pt x="13017" y="21037"/>
                </a:lnTo>
                <a:lnTo>
                  <a:pt x="12960" y="21037"/>
                </a:lnTo>
              </a:path>
              <a:path w="21600" h="21600">
                <a:moveTo>
                  <a:pt x="12507" y="20920"/>
                </a:moveTo>
                <a:lnTo>
                  <a:pt x="12565" y="20920"/>
                </a:lnTo>
                <a:lnTo>
                  <a:pt x="12565" y="21037"/>
                </a:lnTo>
                <a:lnTo>
                  <a:pt x="12507" y="21037"/>
                </a:lnTo>
              </a:path>
              <a:path w="21600" h="21600">
                <a:moveTo>
                  <a:pt x="10998" y="20920"/>
                </a:moveTo>
                <a:lnTo>
                  <a:pt x="11055" y="20920"/>
                </a:lnTo>
                <a:lnTo>
                  <a:pt x="11055" y="21037"/>
                </a:lnTo>
                <a:lnTo>
                  <a:pt x="10998" y="21037"/>
                </a:lnTo>
              </a:path>
              <a:path w="21600" h="21600">
                <a:moveTo>
                  <a:pt x="9034" y="20920"/>
                </a:moveTo>
                <a:lnTo>
                  <a:pt x="9091" y="20920"/>
                </a:lnTo>
                <a:lnTo>
                  <a:pt x="9091" y="21037"/>
                </a:lnTo>
                <a:lnTo>
                  <a:pt x="9034" y="21037"/>
                </a:lnTo>
              </a:path>
              <a:path w="21600" h="21600">
                <a:moveTo>
                  <a:pt x="8581" y="20920"/>
                </a:moveTo>
                <a:lnTo>
                  <a:pt x="8638" y="20920"/>
                </a:lnTo>
                <a:lnTo>
                  <a:pt x="8638" y="21037"/>
                </a:lnTo>
                <a:lnTo>
                  <a:pt x="8581" y="21037"/>
                </a:lnTo>
              </a:path>
              <a:path w="21600" h="21600">
                <a:moveTo>
                  <a:pt x="8279" y="20920"/>
                </a:moveTo>
                <a:lnTo>
                  <a:pt x="8336" y="20920"/>
                </a:lnTo>
                <a:lnTo>
                  <a:pt x="8336" y="21037"/>
                </a:lnTo>
                <a:lnTo>
                  <a:pt x="8279" y="21037"/>
                </a:lnTo>
              </a:path>
              <a:path w="21600" h="21600">
                <a:moveTo>
                  <a:pt x="7831" y="20920"/>
                </a:moveTo>
                <a:lnTo>
                  <a:pt x="7888" y="20920"/>
                </a:lnTo>
                <a:lnTo>
                  <a:pt x="7888" y="21037"/>
                </a:lnTo>
                <a:lnTo>
                  <a:pt x="7831" y="21037"/>
                </a:lnTo>
              </a:path>
              <a:path w="21600" h="21600">
                <a:moveTo>
                  <a:pt x="6321" y="20920"/>
                </a:moveTo>
                <a:lnTo>
                  <a:pt x="6378" y="20920"/>
                </a:lnTo>
                <a:lnTo>
                  <a:pt x="6378" y="21037"/>
                </a:lnTo>
                <a:lnTo>
                  <a:pt x="6321" y="21037"/>
                </a:lnTo>
              </a:path>
              <a:path w="21600" h="21600">
                <a:moveTo>
                  <a:pt x="5868" y="20920"/>
                </a:moveTo>
                <a:lnTo>
                  <a:pt x="5925" y="20920"/>
                </a:lnTo>
                <a:lnTo>
                  <a:pt x="5925" y="21037"/>
                </a:lnTo>
                <a:lnTo>
                  <a:pt x="5868" y="21037"/>
                </a:lnTo>
              </a:path>
              <a:path w="21600" h="21600">
                <a:moveTo>
                  <a:pt x="5566" y="20920"/>
                </a:moveTo>
                <a:lnTo>
                  <a:pt x="5623" y="20920"/>
                </a:lnTo>
                <a:lnTo>
                  <a:pt x="5623" y="21037"/>
                </a:lnTo>
                <a:lnTo>
                  <a:pt x="5566" y="21037"/>
                </a:lnTo>
              </a:path>
              <a:path w="21600" h="21600">
                <a:moveTo>
                  <a:pt x="5125" y="20920"/>
                </a:moveTo>
                <a:lnTo>
                  <a:pt x="5182" y="20920"/>
                </a:lnTo>
                <a:lnTo>
                  <a:pt x="5182" y="21037"/>
                </a:lnTo>
                <a:lnTo>
                  <a:pt x="5125" y="21037"/>
                </a:lnTo>
              </a:path>
              <a:path w="21600" h="21600">
                <a:moveTo>
                  <a:pt x="2412" y="20920"/>
                </a:moveTo>
                <a:lnTo>
                  <a:pt x="2469" y="20920"/>
                </a:lnTo>
                <a:lnTo>
                  <a:pt x="2469" y="21037"/>
                </a:lnTo>
                <a:lnTo>
                  <a:pt x="2412" y="21037"/>
                </a:lnTo>
              </a:path>
              <a:path w="21600" h="21600">
                <a:moveTo>
                  <a:pt x="902" y="20920"/>
                </a:moveTo>
                <a:lnTo>
                  <a:pt x="959" y="20920"/>
                </a:lnTo>
                <a:lnTo>
                  <a:pt x="959" y="21037"/>
                </a:lnTo>
                <a:lnTo>
                  <a:pt x="902" y="21037"/>
                </a:lnTo>
              </a:path>
              <a:path w="21600" h="21600">
                <a:moveTo>
                  <a:pt x="449" y="20920"/>
                </a:moveTo>
                <a:lnTo>
                  <a:pt x="506" y="20920"/>
                </a:lnTo>
                <a:lnTo>
                  <a:pt x="506" y="21037"/>
                </a:lnTo>
                <a:lnTo>
                  <a:pt x="449" y="21037"/>
                </a:lnTo>
              </a:path>
              <a:path w="21600" h="21600">
                <a:moveTo>
                  <a:pt x="147" y="20920"/>
                </a:moveTo>
                <a:lnTo>
                  <a:pt x="204" y="20920"/>
                </a:lnTo>
                <a:lnTo>
                  <a:pt x="204" y="21037"/>
                </a:lnTo>
                <a:lnTo>
                  <a:pt x="147" y="21037"/>
                </a:lnTo>
              </a:path>
              <a:path w="21600" h="21600">
                <a:moveTo>
                  <a:pt x="20944" y="20919"/>
                </a:moveTo>
                <a:lnTo>
                  <a:pt x="20997" y="20919"/>
                </a:lnTo>
                <a:lnTo>
                  <a:pt x="20997" y="21029"/>
                </a:lnTo>
                <a:lnTo>
                  <a:pt x="20944" y="21029"/>
                </a:lnTo>
              </a:path>
              <a:path w="21600" h="21600">
                <a:moveTo>
                  <a:pt x="18230" y="20919"/>
                </a:moveTo>
                <a:lnTo>
                  <a:pt x="18284" y="20919"/>
                </a:lnTo>
                <a:lnTo>
                  <a:pt x="18284" y="21029"/>
                </a:lnTo>
                <a:lnTo>
                  <a:pt x="18230" y="21029"/>
                </a:lnTo>
              </a:path>
              <a:path w="21600" h="21600">
                <a:moveTo>
                  <a:pt x="15524" y="20919"/>
                </a:moveTo>
                <a:lnTo>
                  <a:pt x="15578" y="20919"/>
                </a:lnTo>
                <a:lnTo>
                  <a:pt x="15578" y="21029"/>
                </a:lnTo>
                <a:lnTo>
                  <a:pt x="15524" y="21029"/>
                </a:lnTo>
              </a:path>
              <a:path w="21600" h="21600">
                <a:moveTo>
                  <a:pt x="12811" y="20919"/>
                </a:moveTo>
                <a:lnTo>
                  <a:pt x="12865" y="20919"/>
                </a:lnTo>
                <a:lnTo>
                  <a:pt x="12865" y="21029"/>
                </a:lnTo>
                <a:lnTo>
                  <a:pt x="12811" y="21029"/>
                </a:lnTo>
              </a:path>
              <a:path w="21600" h="21600">
                <a:moveTo>
                  <a:pt x="6021" y="20919"/>
                </a:moveTo>
                <a:lnTo>
                  <a:pt x="6074" y="20919"/>
                </a:lnTo>
                <a:lnTo>
                  <a:pt x="6074" y="21029"/>
                </a:lnTo>
                <a:lnTo>
                  <a:pt x="6021" y="21029"/>
                </a:lnTo>
              </a:path>
              <a:path w="21600" h="21600">
                <a:moveTo>
                  <a:pt x="3315" y="20919"/>
                </a:moveTo>
                <a:lnTo>
                  <a:pt x="3369" y="20919"/>
                </a:lnTo>
                <a:lnTo>
                  <a:pt x="3369" y="21029"/>
                </a:lnTo>
                <a:lnTo>
                  <a:pt x="3315" y="21029"/>
                </a:lnTo>
              </a:path>
              <a:path w="21600" h="21600">
                <a:moveTo>
                  <a:pt x="602" y="20919"/>
                </a:moveTo>
                <a:lnTo>
                  <a:pt x="656" y="20919"/>
                </a:lnTo>
                <a:lnTo>
                  <a:pt x="656" y="21029"/>
                </a:lnTo>
                <a:lnTo>
                  <a:pt x="602" y="21029"/>
                </a:lnTo>
              </a:path>
              <a:path w="21600" h="21600">
                <a:moveTo>
                  <a:pt x="14464" y="20919"/>
                </a:moveTo>
                <a:lnTo>
                  <a:pt x="14525" y="20919"/>
                </a:lnTo>
                <a:lnTo>
                  <a:pt x="14525" y="21043"/>
                </a:lnTo>
                <a:lnTo>
                  <a:pt x="14464" y="21043"/>
                </a:lnTo>
              </a:path>
              <a:path w="21600" h="21600">
                <a:moveTo>
                  <a:pt x="7074" y="20919"/>
                </a:moveTo>
                <a:lnTo>
                  <a:pt x="7135" y="20919"/>
                </a:lnTo>
                <a:lnTo>
                  <a:pt x="7135" y="21043"/>
                </a:lnTo>
                <a:lnTo>
                  <a:pt x="7074" y="21043"/>
                </a:lnTo>
              </a:path>
              <a:path w="21600" h="21600">
                <a:moveTo>
                  <a:pt x="10846" y="20918"/>
                </a:moveTo>
                <a:lnTo>
                  <a:pt x="10905" y="20918"/>
                </a:lnTo>
                <a:lnTo>
                  <a:pt x="10905" y="21038"/>
                </a:lnTo>
                <a:lnTo>
                  <a:pt x="10846" y="21038"/>
                </a:lnTo>
              </a:path>
              <a:path w="21600" h="21600">
                <a:moveTo>
                  <a:pt x="19439" y="20912"/>
                </a:moveTo>
                <a:lnTo>
                  <a:pt x="19482" y="20912"/>
                </a:lnTo>
                <a:lnTo>
                  <a:pt x="19482" y="21001"/>
                </a:lnTo>
                <a:lnTo>
                  <a:pt x="19439" y="21001"/>
                </a:lnTo>
              </a:path>
              <a:path w="21600" h="21600">
                <a:moveTo>
                  <a:pt x="2858" y="20911"/>
                </a:moveTo>
                <a:lnTo>
                  <a:pt x="2920" y="20911"/>
                </a:lnTo>
                <a:lnTo>
                  <a:pt x="2920" y="21038"/>
                </a:lnTo>
                <a:lnTo>
                  <a:pt x="2858" y="21038"/>
                </a:lnTo>
              </a:path>
              <a:path w="21600" h="21600">
                <a:moveTo>
                  <a:pt x="1361" y="20906"/>
                </a:moveTo>
                <a:lnTo>
                  <a:pt x="1406" y="20906"/>
                </a:lnTo>
                <a:lnTo>
                  <a:pt x="1406" y="20998"/>
                </a:lnTo>
                <a:lnTo>
                  <a:pt x="1361" y="20998"/>
                </a:lnTo>
              </a:path>
              <a:path w="21600" h="21600">
                <a:moveTo>
                  <a:pt x="17178" y="20904"/>
                </a:moveTo>
                <a:lnTo>
                  <a:pt x="17223" y="20904"/>
                </a:lnTo>
                <a:lnTo>
                  <a:pt x="17223" y="20996"/>
                </a:lnTo>
                <a:lnTo>
                  <a:pt x="17178" y="20996"/>
                </a:lnTo>
              </a:path>
              <a:path w="21600" h="21600">
                <a:moveTo>
                  <a:pt x="21542" y="20899"/>
                </a:moveTo>
                <a:lnTo>
                  <a:pt x="21597" y="20899"/>
                </a:lnTo>
                <a:lnTo>
                  <a:pt x="21597" y="21011"/>
                </a:lnTo>
                <a:lnTo>
                  <a:pt x="21542" y="21011"/>
                </a:lnTo>
              </a:path>
              <a:path w="21600" h="21600">
                <a:moveTo>
                  <a:pt x="8743" y="20899"/>
                </a:moveTo>
                <a:lnTo>
                  <a:pt x="8779" y="20899"/>
                </a:lnTo>
                <a:lnTo>
                  <a:pt x="8779" y="20973"/>
                </a:lnTo>
                <a:lnTo>
                  <a:pt x="8743" y="20973"/>
                </a:lnTo>
              </a:path>
              <a:path w="21600" h="21600">
                <a:moveTo>
                  <a:pt x="2" y="20899"/>
                </a:moveTo>
                <a:lnTo>
                  <a:pt x="57" y="20899"/>
                </a:lnTo>
                <a:lnTo>
                  <a:pt x="57" y="21011"/>
                </a:lnTo>
                <a:lnTo>
                  <a:pt x="2" y="21011"/>
                </a:lnTo>
              </a:path>
              <a:path w="21600" h="21600">
                <a:moveTo>
                  <a:pt x="16720" y="20890"/>
                </a:moveTo>
                <a:lnTo>
                  <a:pt x="16775" y="20890"/>
                </a:lnTo>
                <a:lnTo>
                  <a:pt x="16775" y="21003"/>
                </a:lnTo>
                <a:lnTo>
                  <a:pt x="16720" y="21003"/>
                </a:lnTo>
              </a:path>
              <a:path w="21600" h="21600">
                <a:moveTo>
                  <a:pt x="14014" y="20890"/>
                </a:moveTo>
                <a:lnTo>
                  <a:pt x="14069" y="20890"/>
                </a:lnTo>
                <a:lnTo>
                  <a:pt x="14069" y="21003"/>
                </a:lnTo>
                <a:lnTo>
                  <a:pt x="14014" y="21003"/>
                </a:lnTo>
              </a:path>
              <a:path w="21600" h="21600">
                <a:moveTo>
                  <a:pt x="11300" y="20890"/>
                </a:moveTo>
                <a:lnTo>
                  <a:pt x="11356" y="20890"/>
                </a:lnTo>
                <a:lnTo>
                  <a:pt x="11356" y="21003"/>
                </a:lnTo>
                <a:lnTo>
                  <a:pt x="11300" y="21003"/>
                </a:lnTo>
              </a:path>
              <a:path w="21600" h="21600">
                <a:moveTo>
                  <a:pt x="10243" y="20890"/>
                </a:moveTo>
                <a:lnTo>
                  <a:pt x="10298" y="20890"/>
                </a:lnTo>
                <a:lnTo>
                  <a:pt x="10298" y="21003"/>
                </a:lnTo>
                <a:lnTo>
                  <a:pt x="10243" y="21003"/>
                </a:lnTo>
              </a:path>
              <a:path w="21600" h="21600">
                <a:moveTo>
                  <a:pt x="7530" y="20890"/>
                </a:moveTo>
                <a:lnTo>
                  <a:pt x="7585" y="20890"/>
                </a:lnTo>
                <a:lnTo>
                  <a:pt x="7585" y="21003"/>
                </a:lnTo>
                <a:lnTo>
                  <a:pt x="7530" y="21003"/>
                </a:lnTo>
              </a:path>
              <a:path w="21600" h="21600">
                <a:moveTo>
                  <a:pt x="4824" y="20890"/>
                </a:moveTo>
                <a:lnTo>
                  <a:pt x="4879" y="20890"/>
                </a:lnTo>
                <a:lnTo>
                  <a:pt x="4879" y="21003"/>
                </a:lnTo>
                <a:lnTo>
                  <a:pt x="4824" y="21003"/>
                </a:lnTo>
              </a:path>
              <a:path w="21600" h="21600">
                <a:moveTo>
                  <a:pt x="2111" y="20890"/>
                </a:moveTo>
                <a:lnTo>
                  <a:pt x="2166" y="20890"/>
                </a:lnTo>
                <a:lnTo>
                  <a:pt x="2166" y="21003"/>
                </a:lnTo>
                <a:lnTo>
                  <a:pt x="2111" y="21003"/>
                </a:lnTo>
              </a:path>
              <a:path w="21600" h="21600">
                <a:moveTo>
                  <a:pt x="19737" y="20886"/>
                </a:moveTo>
                <a:lnTo>
                  <a:pt x="19787" y="20886"/>
                </a:lnTo>
                <a:lnTo>
                  <a:pt x="19787" y="20989"/>
                </a:lnTo>
                <a:lnTo>
                  <a:pt x="19737" y="20989"/>
                </a:lnTo>
              </a:path>
              <a:path w="21600" h="21600">
                <a:moveTo>
                  <a:pt x="18982" y="20886"/>
                </a:moveTo>
                <a:lnTo>
                  <a:pt x="19033" y="20886"/>
                </a:lnTo>
                <a:lnTo>
                  <a:pt x="19033" y="20989"/>
                </a:lnTo>
                <a:lnTo>
                  <a:pt x="18982" y="20989"/>
                </a:lnTo>
              </a:path>
              <a:path w="21600" h="21600">
                <a:moveTo>
                  <a:pt x="14318" y="20886"/>
                </a:moveTo>
                <a:lnTo>
                  <a:pt x="14368" y="20886"/>
                </a:lnTo>
                <a:lnTo>
                  <a:pt x="14368" y="20989"/>
                </a:lnTo>
                <a:lnTo>
                  <a:pt x="14318" y="20989"/>
                </a:lnTo>
              </a:path>
              <a:path w="21600" h="21600">
                <a:moveTo>
                  <a:pt x="13563" y="20886"/>
                </a:moveTo>
                <a:lnTo>
                  <a:pt x="13613" y="20886"/>
                </a:lnTo>
                <a:lnTo>
                  <a:pt x="13613" y="20989"/>
                </a:lnTo>
                <a:lnTo>
                  <a:pt x="13563" y="20989"/>
                </a:lnTo>
              </a:path>
              <a:path w="21600" h="21600">
                <a:moveTo>
                  <a:pt x="1812" y="20886"/>
                </a:moveTo>
                <a:lnTo>
                  <a:pt x="1862" y="20886"/>
                </a:lnTo>
                <a:lnTo>
                  <a:pt x="1862" y="20989"/>
                </a:lnTo>
                <a:lnTo>
                  <a:pt x="1812" y="20989"/>
                </a:lnTo>
              </a:path>
              <a:path w="21600" h="21600">
                <a:moveTo>
                  <a:pt x="10098" y="20884"/>
                </a:moveTo>
                <a:lnTo>
                  <a:pt x="10141" y="20884"/>
                </a:lnTo>
                <a:lnTo>
                  <a:pt x="10141" y="20972"/>
                </a:lnTo>
                <a:lnTo>
                  <a:pt x="10098" y="20972"/>
                </a:lnTo>
              </a:path>
              <a:path w="21600" h="21600">
                <a:moveTo>
                  <a:pt x="14170" y="20873"/>
                </a:moveTo>
                <a:lnTo>
                  <a:pt x="14215" y="20873"/>
                </a:lnTo>
                <a:lnTo>
                  <a:pt x="14215" y="20965"/>
                </a:lnTo>
                <a:lnTo>
                  <a:pt x="14170" y="20965"/>
                </a:lnTo>
              </a:path>
              <a:path w="21600" h="21600">
                <a:moveTo>
                  <a:pt x="12355" y="20872"/>
                </a:moveTo>
                <a:lnTo>
                  <a:pt x="12415" y="20872"/>
                </a:lnTo>
                <a:lnTo>
                  <a:pt x="12415" y="20996"/>
                </a:lnTo>
                <a:lnTo>
                  <a:pt x="12355" y="20996"/>
                </a:lnTo>
              </a:path>
              <a:path w="21600" h="21600">
                <a:moveTo>
                  <a:pt x="9183" y="20872"/>
                </a:moveTo>
                <a:lnTo>
                  <a:pt x="9244" y="20872"/>
                </a:lnTo>
                <a:lnTo>
                  <a:pt x="9244" y="20996"/>
                </a:lnTo>
                <a:lnTo>
                  <a:pt x="9183" y="20996"/>
                </a:lnTo>
              </a:path>
              <a:path w="21600" h="21600">
                <a:moveTo>
                  <a:pt x="2712" y="20867"/>
                </a:moveTo>
                <a:lnTo>
                  <a:pt x="2773" y="20867"/>
                </a:lnTo>
                <a:lnTo>
                  <a:pt x="2773" y="20992"/>
                </a:lnTo>
                <a:lnTo>
                  <a:pt x="2712" y="20992"/>
                </a:lnTo>
              </a:path>
              <a:path w="21600" h="21600">
                <a:moveTo>
                  <a:pt x="1656" y="20867"/>
                </a:moveTo>
                <a:lnTo>
                  <a:pt x="1715" y="20867"/>
                </a:lnTo>
                <a:lnTo>
                  <a:pt x="1715" y="20987"/>
                </a:lnTo>
                <a:lnTo>
                  <a:pt x="1656" y="20987"/>
                </a:lnTo>
              </a:path>
              <a:path w="21600" h="21600">
                <a:moveTo>
                  <a:pt x="11153" y="20856"/>
                </a:moveTo>
                <a:lnTo>
                  <a:pt x="11201" y="20856"/>
                </a:lnTo>
                <a:lnTo>
                  <a:pt x="11201" y="20955"/>
                </a:lnTo>
                <a:lnTo>
                  <a:pt x="11153" y="20955"/>
                </a:lnTo>
              </a:path>
              <a:path w="21600" h="21600">
                <a:moveTo>
                  <a:pt x="20187" y="20855"/>
                </a:moveTo>
                <a:lnTo>
                  <a:pt x="20244" y="20855"/>
                </a:lnTo>
                <a:lnTo>
                  <a:pt x="20244" y="20972"/>
                </a:lnTo>
                <a:lnTo>
                  <a:pt x="20187" y="20972"/>
                </a:lnTo>
              </a:path>
              <a:path w="21600" h="21600">
                <a:moveTo>
                  <a:pt x="14768" y="20855"/>
                </a:moveTo>
                <a:lnTo>
                  <a:pt x="14825" y="20855"/>
                </a:lnTo>
                <a:lnTo>
                  <a:pt x="14825" y="20972"/>
                </a:lnTo>
                <a:lnTo>
                  <a:pt x="14768" y="20972"/>
                </a:lnTo>
              </a:path>
              <a:path w="21600" h="21600">
                <a:moveTo>
                  <a:pt x="9487" y="20855"/>
                </a:moveTo>
                <a:lnTo>
                  <a:pt x="9544" y="20855"/>
                </a:lnTo>
                <a:lnTo>
                  <a:pt x="9544" y="20972"/>
                </a:lnTo>
                <a:lnTo>
                  <a:pt x="9487" y="20972"/>
                </a:lnTo>
              </a:path>
              <a:path w="21600" h="21600">
                <a:moveTo>
                  <a:pt x="6774" y="20855"/>
                </a:moveTo>
                <a:lnTo>
                  <a:pt x="6831" y="20855"/>
                </a:lnTo>
                <a:lnTo>
                  <a:pt x="6831" y="20972"/>
                </a:lnTo>
                <a:lnTo>
                  <a:pt x="6774" y="20972"/>
                </a:lnTo>
              </a:path>
              <a:path w="21600" h="21600">
                <a:moveTo>
                  <a:pt x="4068" y="20855"/>
                </a:moveTo>
                <a:lnTo>
                  <a:pt x="4125" y="20855"/>
                </a:lnTo>
                <a:lnTo>
                  <a:pt x="4125" y="20972"/>
                </a:lnTo>
                <a:lnTo>
                  <a:pt x="4068" y="20972"/>
                </a:lnTo>
              </a:path>
              <a:path w="21600" h="21600">
                <a:moveTo>
                  <a:pt x="7996" y="20852"/>
                </a:moveTo>
                <a:lnTo>
                  <a:pt x="8025" y="20852"/>
                </a:lnTo>
                <a:lnTo>
                  <a:pt x="8025" y="20912"/>
                </a:lnTo>
                <a:lnTo>
                  <a:pt x="7996" y="20912"/>
                </a:lnTo>
              </a:path>
              <a:path w="21600" h="21600">
                <a:moveTo>
                  <a:pt x="15377" y="20850"/>
                </a:moveTo>
                <a:lnTo>
                  <a:pt x="15424" y="20850"/>
                </a:lnTo>
                <a:lnTo>
                  <a:pt x="15424" y="20946"/>
                </a:lnTo>
                <a:lnTo>
                  <a:pt x="15377" y="20946"/>
                </a:lnTo>
              </a:path>
              <a:path w="21600" h="21600">
                <a:moveTo>
                  <a:pt x="10548" y="20847"/>
                </a:moveTo>
                <a:lnTo>
                  <a:pt x="10597" y="20847"/>
                </a:lnTo>
                <a:lnTo>
                  <a:pt x="10597" y="20946"/>
                </a:lnTo>
                <a:lnTo>
                  <a:pt x="10548" y="20946"/>
                </a:lnTo>
              </a:path>
              <a:path w="21600" h="21600">
                <a:moveTo>
                  <a:pt x="17488" y="20844"/>
                </a:moveTo>
                <a:lnTo>
                  <a:pt x="17517" y="20844"/>
                </a:lnTo>
                <a:lnTo>
                  <a:pt x="17517" y="20904"/>
                </a:lnTo>
                <a:lnTo>
                  <a:pt x="17488" y="20904"/>
                </a:lnTo>
              </a:path>
              <a:path w="21600" h="21600">
                <a:moveTo>
                  <a:pt x="21400" y="20843"/>
                </a:moveTo>
                <a:lnTo>
                  <a:pt x="21447" y="20843"/>
                </a:lnTo>
                <a:lnTo>
                  <a:pt x="21447" y="20939"/>
                </a:lnTo>
                <a:lnTo>
                  <a:pt x="21400" y="20939"/>
                </a:lnTo>
              </a:path>
              <a:path w="21600" h="21600">
                <a:moveTo>
                  <a:pt x="20346" y="20840"/>
                </a:moveTo>
                <a:lnTo>
                  <a:pt x="20387" y="20840"/>
                </a:lnTo>
                <a:lnTo>
                  <a:pt x="20387" y="20925"/>
                </a:lnTo>
                <a:lnTo>
                  <a:pt x="20346" y="20925"/>
                </a:lnTo>
              </a:path>
              <a:path w="21600" h="21600">
                <a:moveTo>
                  <a:pt x="17774" y="20825"/>
                </a:moveTo>
                <a:lnTo>
                  <a:pt x="17834" y="20825"/>
                </a:lnTo>
                <a:lnTo>
                  <a:pt x="17834" y="20949"/>
                </a:lnTo>
                <a:lnTo>
                  <a:pt x="17774" y="20949"/>
                </a:lnTo>
              </a:path>
              <a:path w="21600" h="21600">
                <a:moveTo>
                  <a:pt x="3765" y="20825"/>
                </a:moveTo>
                <a:lnTo>
                  <a:pt x="3825" y="20825"/>
                </a:lnTo>
                <a:lnTo>
                  <a:pt x="3825" y="20949"/>
                </a:lnTo>
                <a:lnTo>
                  <a:pt x="3765" y="20949"/>
                </a:lnTo>
              </a:path>
              <a:path w="21600" h="21600">
                <a:moveTo>
                  <a:pt x="12659" y="20818"/>
                </a:moveTo>
                <a:lnTo>
                  <a:pt x="12715" y="20818"/>
                </a:lnTo>
                <a:lnTo>
                  <a:pt x="12715" y="20931"/>
                </a:lnTo>
                <a:lnTo>
                  <a:pt x="12659" y="20931"/>
                </a:lnTo>
              </a:path>
              <a:path w="21600" h="21600">
                <a:moveTo>
                  <a:pt x="8884" y="20818"/>
                </a:moveTo>
                <a:lnTo>
                  <a:pt x="8939" y="20818"/>
                </a:lnTo>
                <a:lnTo>
                  <a:pt x="8939" y="20931"/>
                </a:lnTo>
                <a:lnTo>
                  <a:pt x="8884" y="20931"/>
                </a:lnTo>
              </a:path>
              <a:path w="21600" h="21600">
                <a:moveTo>
                  <a:pt x="3465" y="20818"/>
                </a:moveTo>
                <a:lnTo>
                  <a:pt x="3521" y="20818"/>
                </a:lnTo>
                <a:lnTo>
                  <a:pt x="3521" y="20931"/>
                </a:lnTo>
                <a:lnTo>
                  <a:pt x="3465" y="20931"/>
                </a:lnTo>
              </a:path>
              <a:path w="21600" h="21600">
                <a:moveTo>
                  <a:pt x="755" y="20813"/>
                </a:moveTo>
                <a:lnTo>
                  <a:pt x="805" y="20813"/>
                </a:lnTo>
                <a:lnTo>
                  <a:pt x="805" y="20915"/>
                </a:lnTo>
                <a:lnTo>
                  <a:pt x="755" y="20915"/>
                </a:lnTo>
              </a:path>
              <a:path w="21600" h="21600">
                <a:moveTo>
                  <a:pt x="10396" y="20810"/>
                </a:moveTo>
                <a:lnTo>
                  <a:pt x="10447" y="20810"/>
                </a:lnTo>
                <a:lnTo>
                  <a:pt x="10447" y="20916"/>
                </a:lnTo>
                <a:lnTo>
                  <a:pt x="10396" y="20916"/>
                </a:lnTo>
              </a:path>
              <a:path w="21600" h="21600">
                <a:moveTo>
                  <a:pt x="20790" y="20806"/>
                </a:moveTo>
                <a:lnTo>
                  <a:pt x="20849" y="20806"/>
                </a:lnTo>
                <a:lnTo>
                  <a:pt x="20849" y="20927"/>
                </a:lnTo>
                <a:lnTo>
                  <a:pt x="20790" y="20927"/>
                </a:lnTo>
              </a:path>
              <a:path w="21600" h="21600">
                <a:moveTo>
                  <a:pt x="11752" y="20803"/>
                </a:moveTo>
                <a:lnTo>
                  <a:pt x="11810" y="20803"/>
                </a:lnTo>
                <a:lnTo>
                  <a:pt x="11810" y="20923"/>
                </a:lnTo>
                <a:lnTo>
                  <a:pt x="11752" y="20923"/>
                </a:lnTo>
              </a:path>
              <a:path w="21600" h="21600">
                <a:moveTo>
                  <a:pt x="9788" y="20803"/>
                </a:moveTo>
                <a:lnTo>
                  <a:pt x="9847" y="20803"/>
                </a:lnTo>
                <a:lnTo>
                  <a:pt x="9847" y="20923"/>
                </a:lnTo>
                <a:lnTo>
                  <a:pt x="9788" y="20923"/>
                </a:lnTo>
              </a:path>
              <a:path w="21600" h="21600">
                <a:moveTo>
                  <a:pt x="21098" y="20801"/>
                </a:moveTo>
                <a:lnTo>
                  <a:pt x="21145" y="20801"/>
                </a:lnTo>
                <a:lnTo>
                  <a:pt x="21145" y="20897"/>
                </a:lnTo>
                <a:lnTo>
                  <a:pt x="21098" y="20897"/>
                </a:lnTo>
              </a:path>
              <a:path w="21600" h="21600">
                <a:moveTo>
                  <a:pt x="3621" y="20801"/>
                </a:moveTo>
                <a:lnTo>
                  <a:pt x="3667" y="20801"/>
                </a:lnTo>
                <a:lnTo>
                  <a:pt x="3667" y="20897"/>
                </a:lnTo>
                <a:lnTo>
                  <a:pt x="3621" y="20897"/>
                </a:lnTo>
              </a:path>
              <a:path w="21600" h="21600">
                <a:moveTo>
                  <a:pt x="19281" y="20790"/>
                </a:moveTo>
                <a:lnTo>
                  <a:pt x="19338" y="20790"/>
                </a:lnTo>
                <a:lnTo>
                  <a:pt x="19338" y="20907"/>
                </a:lnTo>
                <a:lnTo>
                  <a:pt x="19281" y="20907"/>
                </a:lnTo>
              </a:path>
              <a:path w="21600" h="21600">
                <a:moveTo>
                  <a:pt x="13862" y="20790"/>
                </a:moveTo>
                <a:lnTo>
                  <a:pt x="13919" y="20790"/>
                </a:lnTo>
                <a:lnTo>
                  <a:pt x="13919" y="20907"/>
                </a:lnTo>
                <a:lnTo>
                  <a:pt x="13862" y="20907"/>
                </a:lnTo>
              </a:path>
              <a:path w="21600" h="21600">
                <a:moveTo>
                  <a:pt x="7680" y="20790"/>
                </a:moveTo>
                <a:lnTo>
                  <a:pt x="7737" y="20790"/>
                </a:lnTo>
                <a:lnTo>
                  <a:pt x="7737" y="20907"/>
                </a:lnTo>
                <a:lnTo>
                  <a:pt x="7680" y="20907"/>
                </a:lnTo>
              </a:path>
              <a:path w="21600" h="21600">
                <a:moveTo>
                  <a:pt x="2261" y="20790"/>
                </a:moveTo>
                <a:lnTo>
                  <a:pt x="2318" y="20790"/>
                </a:lnTo>
                <a:lnTo>
                  <a:pt x="2318" y="20907"/>
                </a:lnTo>
                <a:lnTo>
                  <a:pt x="2261" y="20907"/>
                </a:lnTo>
              </a:path>
              <a:path w="21600" h="21600">
                <a:moveTo>
                  <a:pt x="1051" y="20781"/>
                </a:moveTo>
                <a:lnTo>
                  <a:pt x="1113" y="20781"/>
                </a:lnTo>
                <a:lnTo>
                  <a:pt x="1113" y="20908"/>
                </a:lnTo>
                <a:lnTo>
                  <a:pt x="1051" y="20908"/>
                </a:lnTo>
              </a:path>
              <a:path w="21600" h="21600">
                <a:moveTo>
                  <a:pt x="17626" y="20776"/>
                </a:moveTo>
                <a:lnTo>
                  <a:pt x="17680" y="20776"/>
                </a:lnTo>
                <a:lnTo>
                  <a:pt x="17680" y="20886"/>
                </a:lnTo>
                <a:lnTo>
                  <a:pt x="17626" y="20886"/>
                </a:lnTo>
              </a:path>
              <a:path w="21600" h="21600">
                <a:moveTo>
                  <a:pt x="14920" y="20776"/>
                </a:moveTo>
                <a:lnTo>
                  <a:pt x="14974" y="20776"/>
                </a:lnTo>
                <a:lnTo>
                  <a:pt x="14974" y="20886"/>
                </a:lnTo>
                <a:lnTo>
                  <a:pt x="14920" y="20886"/>
                </a:lnTo>
              </a:path>
              <a:path w="21600" h="21600">
                <a:moveTo>
                  <a:pt x="12207" y="20776"/>
                </a:moveTo>
                <a:lnTo>
                  <a:pt x="12261" y="20776"/>
                </a:lnTo>
                <a:lnTo>
                  <a:pt x="12261" y="20886"/>
                </a:lnTo>
                <a:lnTo>
                  <a:pt x="12207" y="20886"/>
                </a:lnTo>
              </a:path>
              <a:path w="21600" h="21600">
                <a:moveTo>
                  <a:pt x="9338" y="20776"/>
                </a:moveTo>
                <a:lnTo>
                  <a:pt x="9391" y="20776"/>
                </a:lnTo>
                <a:lnTo>
                  <a:pt x="9391" y="20886"/>
                </a:lnTo>
                <a:lnTo>
                  <a:pt x="9338" y="20886"/>
                </a:lnTo>
              </a:path>
              <a:path w="21600" h="21600">
                <a:moveTo>
                  <a:pt x="3919" y="20776"/>
                </a:moveTo>
                <a:lnTo>
                  <a:pt x="3973" y="20776"/>
                </a:lnTo>
                <a:lnTo>
                  <a:pt x="3973" y="20886"/>
                </a:lnTo>
                <a:lnTo>
                  <a:pt x="3919" y="20886"/>
                </a:lnTo>
              </a:path>
              <a:path w="21600" h="21600">
                <a:moveTo>
                  <a:pt x="1206" y="20776"/>
                </a:moveTo>
                <a:lnTo>
                  <a:pt x="1259" y="20776"/>
                </a:lnTo>
                <a:lnTo>
                  <a:pt x="1259" y="20886"/>
                </a:lnTo>
                <a:lnTo>
                  <a:pt x="1206" y="20886"/>
                </a:lnTo>
              </a:path>
              <a:path w="21600" h="21600">
                <a:moveTo>
                  <a:pt x="20038" y="20771"/>
                </a:moveTo>
                <a:lnTo>
                  <a:pt x="20091" y="20771"/>
                </a:lnTo>
                <a:lnTo>
                  <a:pt x="20091" y="20880"/>
                </a:lnTo>
                <a:lnTo>
                  <a:pt x="20038" y="20880"/>
                </a:lnTo>
              </a:path>
              <a:path w="21600" h="21600">
                <a:moveTo>
                  <a:pt x="17324" y="20771"/>
                </a:moveTo>
                <a:lnTo>
                  <a:pt x="17378" y="20771"/>
                </a:lnTo>
                <a:lnTo>
                  <a:pt x="17378" y="20880"/>
                </a:lnTo>
                <a:lnTo>
                  <a:pt x="17324" y="20880"/>
                </a:lnTo>
              </a:path>
              <a:path w="21600" h="21600">
                <a:moveTo>
                  <a:pt x="11905" y="20771"/>
                </a:moveTo>
                <a:lnTo>
                  <a:pt x="11959" y="20771"/>
                </a:lnTo>
                <a:lnTo>
                  <a:pt x="11959" y="20880"/>
                </a:lnTo>
                <a:lnTo>
                  <a:pt x="11905" y="20880"/>
                </a:lnTo>
              </a:path>
              <a:path w="21600" h="21600">
                <a:moveTo>
                  <a:pt x="9640" y="20771"/>
                </a:moveTo>
                <a:lnTo>
                  <a:pt x="9693" y="20771"/>
                </a:lnTo>
                <a:lnTo>
                  <a:pt x="9693" y="20880"/>
                </a:lnTo>
                <a:lnTo>
                  <a:pt x="9640" y="20880"/>
                </a:lnTo>
              </a:path>
              <a:path w="21600" h="21600">
                <a:moveTo>
                  <a:pt x="6927" y="20771"/>
                </a:moveTo>
                <a:lnTo>
                  <a:pt x="6980" y="20771"/>
                </a:lnTo>
                <a:lnTo>
                  <a:pt x="6980" y="20880"/>
                </a:lnTo>
                <a:lnTo>
                  <a:pt x="6927" y="20880"/>
                </a:lnTo>
              </a:path>
              <a:path w="21600" h="21600">
                <a:moveTo>
                  <a:pt x="4221" y="20771"/>
                </a:moveTo>
                <a:lnTo>
                  <a:pt x="4275" y="20771"/>
                </a:lnTo>
                <a:lnTo>
                  <a:pt x="4275" y="20880"/>
                </a:lnTo>
                <a:lnTo>
                  <a:pt x="4221" y="20880"/>
                </a:lnTo>
              </a:path>
              <a:path w="21600" h="21600">
                <a:moveTo>
                  <a:pt x="1508" y="20771"/>
                </a:moveTo>
                <a:lnTo>
                  <a:pt x="1561" y="20771"/>
                </a:lnTo>
                <a:lnTo>
                  <a:pt x="1561" y="20880"/>
                </a:lnTo>
                <a:lnTo>
                  <a:pt x="1508" y="20880"/>
                </a:lnTo>
              </a:path>
              <a:path w="21600" h="21600">
                <a:moveTo>
                  <a:pt x="19738" y="20737"/>
                </a:moveTo>
                <a:lnTo>
                  <a:pt x="19787" y="20737"/>
                </a:lnTo>
                <a:lnTo>
                  <a:pt x="19787" y="20836"/>
                </a:lnTo>
                <a:lnTo>
                  <a:pt x="19738" y="20836"/>
                </a:lnTo>
              </a:path>
              <a:path w="21600" h="21600">
                <a:moveTo>
                  <a:pt x="18983" y="20737"/>
                </a:moveTo>
                <a:lnTo>
                  <a:pt x="19032" y="20737"/>
                </a:lnTo>
                <a:lnTo>
                  <a:pt x="19032" y="20836"/>
                </a:lnTo>
                <a:lnTo>
                  <a:pt x="18983" y="20836"/>
                </a:lnTo>
              </a:path>
              <a:path w="21600" h="21600">
                <a:moveTo>
                  <a:pt x="14319" y="20737"/>
                </a:moveTo>
                <a:lnTo>
                  <a:pt x="14368" y="20737"/>
                </a:lnTo>
                <a:lnTo>
                  <a:pt x="14368" y="20836"/>
                </a:lnTo>
                <a:lnTo>
                  <a:pt x="14319" y="20836"/>
                </a:lnTo>
              </a:path>
              <a:path w="21600" h="21600">
                <a:moveTo>
                  <a:pt x="13564" y="20737"/>
                </a:moveTo>
                <a:lnTo>
                  <a:pt x="13613" y="20737"/>
                </a:lnTo>
                <a:lnTo>
                  <a:pt x="13613" y="20836"/>
                </a:lnTo>
                <a:lnTo>
                  <a:pt x="13564" y="20836"/>
                </a:lnTo>
              </a:path>
              <a:path w="21600" h="21600">
                <a:moveTo>
                  <a:pt x="1812" y="20737"/>
                </a:moveTo>
                <a:lnTo>
                  <a:pt x="1861" y="20737"/>
                </a:lnTo>
                <a:lnTo>
                  <a:pt x="1861" y="20836"/>
                </a:lnTo>
                <a:lnTo>
                  <a:pt x="1812" y="20836"/>
                </a:lnTo>
              </a:path>
              <a:path w="21600" h="21600">
                <a:moveTo>
                  <a:pt x="20944" y="20732"/>
                </a:moveTo>
                <a:lnTo>
                  <a:pt x="20996" y="20732"/>
                </a:lnTo>
                <a:lnTo>
                  <a:pt x="20996" y="20838"/>
                </a:lnTo>
                <a:lnTo>
                  <a:pt x="20944" y="20838"/>
                </a:lnTo>
              </a:path>
              <a:path w="21600" h="21600">
                <a:moveTo>
                  <a:pt x="18231" y="20732"/>
                </a:moveTo>
                <a:lnTo>
                  <a:pt x="18283" y="20732"/>
                </a:lnTo>
                <a:lnTo>
                  <a:pt x="18283" y="20838"/>
                </a:lnTo>
                <a:lnTo>
                  <a:pt x="18231" y="20838"/>
                </a:lnTo>
              </a:path>
              <a:path w="21600" h="21600">
                <a:moveTo>
                  <a:pt x="15525" y="20732"/>
                </a:moveTo>
                <a:lnTo>
                  <a:pt x="15577" y="20732"/>
                </a:lnTo>
                <a:lnTo>
                  <a:pt x="15577" y="20838"/>
                </a:lnTo>
                <a:lnTo>
                  <a:pt x="15525" y="20838"/>
                </a:lnTo>
              </a:path>
              <a:path w="21600" h="21600">
                <a:moveTo>
                  <a:pt x="12812" y="20732"/>
                </a:moveTo>
                <a:lnTo>
                  <a:pt x="12864" y="20732"/>
                </a:lnTo>
                <a:lnTo>
                  <a:pt x="12864" y="20838"/>
                </a:lnTo>
                <a:lnTo>
                  <a:pt x="12812" y="20838"/>
                </a:lnTo>
              </a:path>
              <a:path w="21600" h="21600">
                <a:moveTo>
                  <a:pt x="6022" y="20732"/>
                </a:moveTo>
                <a:lnTo>
                  <a:pt x="6074" y="20732"/>
                </a:lnTo>
                <a:lnTo>
                  <a:pt x="6074" y="20838"/>
                </a:lnTo>
                <a:lnTo>
                  <a:pt x="6022" y="20838"/>
                </a:lnTo>
              </a:path>
              <a:path w="21600" h="21600">
                <a:moveTo>
                  <a:pt x="3316" y="20732"/>
                </a:moveTo>
                <a:lnTo>
                  <a:pt x="3368" y="20732"/>
                </a:lnTo>
                <a:lnTo>
                  <a:pt x="3368" y="20838"/>
                </a:lnTo>
                <a:lnTo>
                  <a:pt x="3316" y="20838"/>
                </a:lnTo>
              </a:path>
              <a:path w="21600" h="21600">
                <a:moveTo>
                  <a:pt x="603" y="20732"/>
                </a:moveTo>
                <a:lnTo>
                  <a:pt x="655" y="20732"/>
                </a:lnTo>
                <a:lnTo>
                  <a:pt x="655" y="20838"/>
                </a:lnTo>
                <a:lnTo>
                  <a:pt x="603" y="20838"/>
                </a:lnTo>
              </a:path>
              <a:path w="21600" h="21600">
                <a:moveTo>
                  <a:pt x="6631" y="20731"/>
                </a:moveTo>
                <a:lnTo>
                  <a:pt x="6672" y="20731"/>
                </a:lnTo>
                <a:lnTo>
                  <a:pt x="6672" y="20815"/>
                </a:lnTo>
                <a:lnTo>
                  <a:pt x="6631" y="20815"/>
                </a:lnTo>
              </a:path>
              <a:path w="21600" h="21600">
                <a:moveTo>
                  <a:pt x="21244" y="20724"/>
                </a:moveTo>
                <a:lnTo>
                  <a:pt x="21301" y="20724"/>
                </a:lnTo>
                <a:lnTo>
                  <a:pt x="21301" y="20841"/>
                </a:lnTo>
                <a:lnTo>
                  <a:pt x="21244" y="20841"/>
                </a:lnTo>
              </a:path>
              <a:path w="21600" h="21600">
                <a:moveTo>
                  <a:pt x="18530" y="20724"/>
                </a:moveTo>
                <a:lnTo>
                  <a:pt x="18588" y="20724"/>
                </a:lnTo>
                <a:lnTo>
                  <a:pt x="18588" y="20841"/>
                </a:lnTo>
                <a:lnTo>
                  <a:pt x="18530" y="20841"/>
                </a:lnTo>
              </a:path>
              <a:path w="21600" h="21600">
                <a:moveTo>
                  <a:pt x="15825" y="20724"/>
                </a:moveTo>
                <a:lnTo>
                  <a:pt x="15882" y="20724"/>
                </a:lnTo>
                <a:lnTo>
                  <a:pt x="15882" y="20841"/>
                </a:lnTo>
                <a:lnTo>
                  <a:pt x="15825" y="20841"/>
                </a:lnTo>
              </a:path>
              <a:path w="21600" h="21600">
                <a:moveTo>
                  <a:pt x="13111" y="20724"/>
                </a:moveTo>
                <a:lnTo>
                  <a:pt x="13168" y="20724"/>
                </a:lnTo>
                <a:lnTo>
                  <a:pt x="13168" y="20841"/>
                </a:lnTo>
                <a:lnTo>
                  <a:pt x="13111" y="20841"/>
                </a:lnTo>
              </a:path>
              <a:path w="21600" h="21600">
                <a:moveTo>
                  <a:pt x="8430" y="20724"/>
                </a:moveTo>
                <a:lnTo>
                  <a:pt x="8487" y="20724"/>
                </a:lnTo>
                <a:lnTo>
                  <a:pt x="8487" y="20841"/>
                </a:lnTo>
                <a:lnTo>
                  <a:pt x="8430" y="20841"/>
                </a:lnTo>
              </a:path>
              <a:path w="21600" h="21600">
                <a:moveTo>
                  <a:pt x="3011" y="20724"/>
                </a:moveTo>
                <a:lnTo>
                  <a:pt x="3068" y="20724"/>
                </a:lnTo>
                <a:lnTo>
                  <a:pt x="3068" y="20841"/>
                </a:lnTo>
                <a:lnTo>
                  <a:pt x="3011" y="20841"/>
                </a:lnTo>
              </a:path>
              <a:path w="21600" h="21600">
                <a:moveTo>
                  <a:pt x="298" y="20724"/>
                </a:moveTo>
                <a:lnTo>
                  <a:pt x="355" y="20724"/>
                </a:lnTo>
                <a:lnTo>
                  <a:pt x="355" y="20841"/>
                </a:lnTo>
                <a:lnTo>
                  <a:pt x="298" y="20841"/>
                </a:lnTo>
              </a:path>
              <a:path w="21600" h="21600">
                <a:moveTo>
                  <a:pt x="11154" y="20719"/>
                </a:moveTo>
                <a:lnTo>
                  <a:pt x="11200" y="20719"/>
                </a:lnTo>
                <a:lnTo>
                  <a:pt x="11200" y="20815"/>
                </a:lnTo>
                <a:lnTo>
                  <a:pt x="11154" y="20815"/>
                </a:lnTo>
              </a:path>
              <a:path w="21600" h="21600">
                <a:moveTo>
                  <a:pt x="16267" y="20718"/>
                </a:moveTo>
                <a:lnTo>
                  <a:pt x="16321" y="20718"/>
                </a:lnTo>
                <a:lnTo>
                  <a:pt x="16321" y="20828"/>
                </a:lnTo>
                <a:lnTo>
                  <a:pt x="16267" y="20828"/>
                </a:lnTo>
              </a:path>
              <a:path w="21600" h="21600">
                <a:moveTo>
                  <a:pt x="5278" y="20718"/>
                </a:moveTo>
                <a:lnTo>
                  <a:pt x="5331" y="20718"/>
                </a:lnTo>
                <a:lnTo>
                  <a:pt x="5331" y="20828"/>
                </a:lnTo>
                <a:lnTo>
                  <a:pt x="5278" y="20828"/>
                </a:lnTo>
              </a:path>
              <a:path w="21600" h="21600">
                <a:moveTo>
                  <a:pt x="17022" y="20713"/>
                </a:moveTo>
                <a:lnTo>
                  <a:pt x="17076" y="20713"/>
                </a:lnTo>
                <a:lnTo>
                  <a:pt x="17076" y="20822"/>
                </a:lnTo>
                <a:lnTo>
                  <a:pt x="17022" y="20822"/>
                </a:lnTo>
              </a:path>
              <a:path w="21600" h="21600">
                <a:moveTo>
                  <a:pt x="11603" y="20713"/>
                </a:moveTo>
                <a:lnTo>
                  <a:pt x="11657" y="20713"/>
                </a:lnTo>
                <a:lnTo>
                  <a:pt x="11657" y="20822"/>
                </a:lnTo>
                <a:lnTo>
                  <a:pt x="11603" y="20822"/>
                </a:lnTo>
              </a:path>
              <a:path w="21600" h="21600">
                <a:moveTo>
                  <a:pt x="9942" y="20713"/>
                </a:moveTo>
                <a:lnTo>
                  <a:pt x="9995" y="20713"/>
                </a:lnTo>
                <a:lnTo>
                  <a:pt x="9995" y="20822"/>
                </a:lnTo>
                <a:lnTo>
                  <a:pt x="9942" y="20822"/>
                </a:lnTo>
              </a:path>
              <a:path w="21600" h="21600">
                <a:moveTo>
                  <a:pt x="4523" y="20713"/>
                </a:moveTo>
                <a:lnTo>
                  <a:pt x="4577" y="20713"/>
                </a:lnTo>
                <a:lnTo>
                  <a:pt x="4577" y="20822"/>
                </a:lnTo>
                <a:lnTo>
                  <a:pt x="4523" y="20822"/>
                </a:lnTo>
              </a:path>
              <a:path w="21600" h="21600">
                <a:moveTo>
                  <a:pt x="8743" y="20712"/>
                </a:moveTo>
                <a:lnTo>
                  <a:pt x="8778" y="20712"/>
                </a:lnTo>
                <a:lnTo>
                  <a:pt x="8778" y="20783"/>
                </a:lnTo>
                <a:lnTo>
                  <a:pt x="8743" y="20783"/>
                </a:lnTo>
              </a:path>
              <a:path w="21600" h="21600">
                <a:moveTo>
                  <a:pt x="12065" y="20712"/>
                </a:moveTo>
                <a:lnTo>
                  <a:pt x="12101" y="20712"/>
                </a:lnTo>
                <a:lnTo>
                  <a:pt x="12101" y="20786"/>
                </a:lnTo>
                <a:lnTo>
                  <a:pt x="12065" y="20786"/>
                </a:lnTo>
              </a:path>
              <a:path w="21600" h="21600">
                <a:moveTo>
                  <a:pt x="21543" y="20710"/>
                </a:moveTo>
                <a:lnTo>
                  <a:pt x="21596" y="20710"/>
                </a:lnTo>
                <a:lnTo>
                  <a:pt x="21596" y="20819"/>
                </a:lnTo>
                <a:lnTo>
                  <a:pt x="21543" y="20819"/>
                </a:lnTo>
              </a:path>
              <a:path w="21600" h="21600">
                <a:moveTo>
                  <a:pt x="3" y="20710"/>
                </a:moveTo>
                <a:lnTo>
                  <a:pt x="56" y="20710"/>
                </a:lnTo>
                <a:lnTo>
                  <a:pt x="56" y="20819"/>
                </a:lnTo>
                <a:lnTo>
                  <a:pt x="3" y="20819"/>
                </a:lnTo>
              </a:path>
              <a:path w="21600" h="21600">
                <a:moveTo>
                  <a:pt x="18084" y="20708"/>
                </a:moveTo>
                <a:lnTo>
                  <a:pt x="18128" y="20708"/>
                </a:lnTo>
                <a:lnTo>
                  <a:pt x="18128" y="20796"/>
                </a:lnTo>
                <a:lnTo>
                  <a:pt x="18084" y="20796"/>
                </a:lnTo>
              </a:path>
              <a:path w="21600" h="21600">
                <a:moveTo>
                  <a:pt x="7996" y="20703"/>
                </a:moveTo>
                <a:lnTo>
                  <a:pt x="8024" y="20703"/>
                </a:lnTo>
                <a:lnTo>
                  <a:pt x="8024" y="20759"/>
                </a:lnTo>
                <a:lnTo>
                  <a:pt x="7996" y="20759"/>
                </a:lnTo>
              </a:path>
              <a:path w="21600" h="21600">
                <a:moveTo>
                  <a:pt x="19583" y="20702"/>
                </a:moveTo>
                <a:lnTo>
                  <a:pt x="19640" y="20702"/>
                </a:lnTo>
                <a:lnTo>
                  <a:pt x="19640" y="20819"/>
                </a:lnTo>
                <a:lnTo>
                  <a:pt x="19583" y="20819"/>
                </a:lnTo>
              </a:path>
              <a:path w="21600" h="21600">
                <a:moveTo>
                  <a:pt x="16870" y="20702"/>
                </a:moveTo>
                <a:lnTo>
                  <a:pt x="16927" y="20702"/>
                </a:lnTo>
                <a:lnTo>
                  <a:pt x="16927" y="20819"/>
                </a:lnTo>
                <a:lnTo>
                  <a:pt x="16870" y="20819"/>
                </a:lnTo>
              </a:path>
              <a:path w="21600" h="21600">
                <a:moveTo>
                  <a:pt x="7378" y="20702"/>
                </a:moveTo>
                <a:lnTo>
                  <a:pt x="7435" y="20702"/>
                </a:lnTo>
                <a:lnTo>
                  <a:pt x="7435" y="20819"/>
                </a:lnTo>
                <a:lnTo>
                  <a:pt x="7378" y="20819"/>
                </a:lnTo>
              </a:path>
              <a:path w="21600" h="21600">
                <a:moveTo>
                  <a:pt x="4672" y="20702"/>
                </a:moveTo>
                <a:lnTo>
                  <a:pt x="4729" y="20702"/>
                </a:lnTo>
                <a:lnTo>
                  <a:pt x="4729" y="20819"/>
                </a:lnTo>
                <a:lnTo>
                  <a:pt x="4672" y="20819"/>
                </a:lnTo>
              </a:path>
              <a:path w="21600" h="21600">
                <a:moveTo>
                  <a:pt x="1959" y="20702"/>
                </a:moveTo>
                <a:lnTo>
                  <a:pt x="2016" y="20702"/>
                </a:lnTo>
                <a:lnTo>
                  <a:pt x="2016" y="20819"/>
                </a:lnTo>
                <a:lnTo>
                  <a:pt x="1959" y="20819"/>
                </a:lnTo>
              </a:path>
              <a:path w="21600" h="21600">
                <a:moveTo>
                  <a:pt x="19440" y="20690"/>
                </a:moveTo>
                <a:lnTo>
                  <a:pt x="19481" y="20690"/>
                </a:lnTo>
                <a:lnTo>
                  <a:pt x="19481" y="20775"/>
                </a:lnTo>
                <a:lnTo>
                  <a:pt x="19440" y="20775"/>
                </a:lnTo>
              </a:path>
              <a:path w="21600" h="21600">
                <a:moveTo>
                  <a:pt x="16567" y="20687"/>
                </a:moveTo>
                <a:lnTo>
                  <a:pt x="16626" y="20687"/>
                </a:lnTo>
                <a:lnTo>
                  <a:pt x="16626" y="20808"/>
                </a:lnTo>
                <a:lnTo>
                  <a:pt x="16567" y="20808"/>
                </a:lnTo>
              </a:path>
              <a:path w="21600" h="21600">
                <a:moveTo>
                  <a:pt x="4973" y="20687"/>
                </a:moveTo>
                <a:lnTo>
                  <a:pt x="5032" y="20687"/>
                </a:lnTo>
                <a:lnTo>
                  <a:pt x="5032" y="20808"/>
                </a:lnTo>
                <a:lnTo>
                  <a:pt x="4973" y="20808"/>
                </a:lnTo>
              </a:path>
              <a:path w="21600" h="21600">
                <a:moveTo>
                  <a:pt x="4371" y="20668"/>
                </a:moveTo>
                <a:lnTo>
                  <a:pt x="4426" y="20668"/>
                </a:lnTo>
                <a:lnTo>
                  <a:pt x="4426" y="20782"/>
                </a:lnTo>
                <a:lnTo>
                  <a:pt x="4371" y="20782"/>
                </a:lnTo>
              </a:path>
              <a:path w="21600" h="21600">
                <a:moveTo>
                  <a:pt x="16720" y="20667"/>
                </a:moveTo>
                <a:lnTo>
                  <a:pt x="16774" y="20667"/>
                </a:lnTo>
                <a:lnTo>
                  <a:pt x="16774" y="20777"/>
                </a:lnTo>
                <a:lnTo>
                  <a:pt x="16720" y="20777"/>
                </a:lnTo>
              </a:path>
              <a:path w="21600" h="21600">
                <a:moveTo>
                  <a:pt x="14015" y="20667"/>
                </a:moveTo>
                <a:lnTo>
                  <a:pt x="14068" y="20667"/>
                </a:lnTo>
                <a:lnTo>
                  <a:pt x="14068" y="20777"/>
                </a:lnTo>
                <a:lnTo>
                  <a:pt x="14015" y="20777"/>
                </a:lnTo>
              </a:path>
              <a:path w="21600" h="21600">
                <a:moveTo>
                  <a:pt x="11301" y="20667"/>
                </a:moveTo>
                <a:lnTo>
                  <a:pt x="11355" y="20667"/>
                </a:lnTo>
                <a:lnTo>
                  <a:pt x="11355" y="20777"/>
                </a:lnTo>
                <a:lnTo>
                  <a:pt x="11301" y="20777"/>
                </a:lnTo>
              </a:path>
              <a:path w="21600" h="21600">
                <a:moveTo>
                  <a:pt x="10244" y="20667"/>
                </a:moveTo>
                <a:lnTo>
                  <a:pt x="10297" y="20667"/>
                </a:lnTo>
                <a:lnTo>
                  <a:pt x="10297" y="20777"/>
                </a:lnTo>
                <a:lnTo>
                  <a:pt x="10244" y="20777"/>
                </a:lnTo>
              </a:path>
              <a:path w="21600" h="21600">
                <a:moveTo>
                  <a:pt x="7530" y="20667"/>
                </a:moveTo>
                <a:lnTo>
                  <a:pt x="7584" y="20667"/>
                </a:lnTo>
                <a:lnTo>
                  <a:pt x="7584" y="20777"/>
                </a:lnTo>
                <a:lnTo>
                  <a:pt x="7530" y="20777"/>
                </a:lnTo>
              </a:path>
              <a:path w="21600" h="21600">
                <a:moveTo>
                  <a:pt x="4825" y="20667"/>
                </a:moveTo>
                <a:lnTo>
                  <a:pt x="4879" y="20667"/>
                </a:lnTo>
                <a:lnTo>
                  <a:pt x="4879" y="20777"/>
                </a:lnTo>
                <a:lnTo>
                  <a:pt x="4825" y="20777"/>
                </a:lnTo>
              </a:path>
              <a:path w="21600" h="21600">
                <a:moveTo>
                  <a:pt x="2112" y="20667"/>
                </a:moveTo>
                <a:lnTo>
                  <a:pt x="2165" y="20667"/>
                </a:lnTo>
                <a:lnTo>
                  <a:pt x="2165" y="20777"/>
                </a:lnTo>
                <a:lnTo>
                  <a:pt x="2112" y="20777"/>
                </a:lnTo>
              </a:path>
              <a:path w="21600" h="21600">
                <a:moveTo>
                  <a:pt x="3169" y="20666"/>
                </a:moveTo>
                <a:lnTo>
                  <a:pt x="3212" y="20666"/>
                </a:lnTo>
                <a:lnTo>
                  <a:pt x="3212" y="20754"/>
                </a:lnTo>
                <a:lnTo>
                  <a:pt x="3169" y="20754"/>
                </a:lnTo>
              </a:path>
              <a:path w="21600" h="21600">
                <a:moveTo>
                  <a:pt x="20641" y="20659"/>
                </a:moveTo>
                <a:lnTo>
                  <a:pt x="20696" y="20659"/>
                </a:lnTo>
                <a:lnTo>
                  <a:pt x="20696" y="20772"/>
                </a:lnTo>
                <a:lnTo>
                  <a:pt x="20641" y="20772"/>
                </a:lnTo>
              </a:path>
              <a:path w="21600" h="21600">
                <a:moveTo>
                  <a:pt x="19131" y="20659"/>
                </a:moveTo>
                <a:lnTo>
                  <a:pt x="19186" y="20659"/>
                </a:lnTo>
                <a:lnTo>
                  <a:pt x="19186" y="20772"/>
                </a:lnTo>
                <a:lnTo>
                  <a:pt x="19131" y="20772"/>
                </a:lnTo>
              </a:path>
              <a:path w="21600" h="21600">
                <a:moveTo>
                  <a:pt x="18682" y="20659"/>
                </a:moveTo>
                <a:lnTo>
                  <a:pt x="18738" y="20659"/>
                </a:lnTo>
                <a:lnTo>
                  <a:pt x="18738" y="20772"/>
                </a:lnTo>
                <a:lnTo>
                  <a:pt x="18682" y="20772"/>
                </a:lnTo>
              </a:path>
              <a:path w="21600" h="21600">
                <a:moveTo>
                  <a:pt x="18380" y="20659"/>
                </a:moveTo>
                <a:lnTo>
                  <a:pt x="18436" y="20659"/>
                </a:lnTo>
                <a:lnTo>
                  <a:pt x="18436" y="20772"/>
                </a:lnTo>
                <a:lnTo>
                  <a:pt x="18380" y="20772"/>
                </a:lnTo>
              </a:path>
              <a:path w="21600" h="21600">
                <a:moveTo>
                  <a:pt x="17927" y="20659"/>
                </a:moveTo>
                <a:lnTo>
                  <a:pt x="17983" y="20659"/>
                </a:lnTo>
                <a:lnTo>
                  <a:pt x="17983" y="20772"/>
                </a:lnTo>
                <a:lnTo>
                  <a:pt x="17927" y="20772"/>
                </a:lnTo>
              </a:path>
              <a:path w="21600" h="21600">
                <a:moveTo>
                  <a:pt x="16418" y="20659"/>
                </a:moveTo>
                <a:lnTo>
                  <a:pt x="16473" y="20659"/>
                </a:lnTo>
                <a:lnTo>
                  <a:pt x="16473" y="20772"/>
                </a:lnTo>
                <a:lnTo>
                  <a:pt x="16418" y="20772"/>
                </a:lnTo>
              </a:path>
              <a:path w="21600" h="21600">
                <a:moveTo>
                  <a:pt x="15977" y="20659"/>
                </a:moveTo>
                <a:lnTo>
                  <a:pt x="16032" y="20659"/>
                </a:lnTo>
                <a:lnTo>
                  <a:pt x="16032" y="20772"/>
                </a:lnTo>
                <a:lnTo>
                  <a:pt x="15977" y="20772"/>
                </a:lnTo>
              </a:path>
              <a:path w="21600" h="21600">
                <a:moveTo>
                  <a:pt x="15675" y="20659"/>
                </a:moveTo>
                <a:lnTo>
                  <a:pt x="15730" y="20659"/>
                </a:lnTo>
                <a:lnTo>
                  <a:pt x="15730" y="20772"/>
                </a:lnTo>
                <a:lnTo>
                  <a:pt x="15675" y="20772"/>
                </a:lnTo>
              </a:path>
              <a:path w="21600" h="21600">
                <a:moveTo>
                  <a:pt x="15222" y="20659"/>
                </a:moveTo>
                <a:lnTo>
                  <a:pt x="15277" y="20659"/>
                </a:lnTo>
                <a:lnTo>
                  <a:pt x="15277" y="20772"/>
                </a:lnTo>
                <a:lnTo>
                  <a:pt x="15222" y="20772"/>
                </a:lnTo>
              </a:path>
              <a:path w="21600" h="21600">
                <a:moveTo>
                  <a:pt x="13712" y="20659"/>
                </a:moveTo>
                <a:lnTo>
                  <a:pt x="13767" y="20659"/>
                </a:lnTo>
                <a:lnTo>
                  <a:pt x="13767" y="20772"/>
                </a:lnTo>
                <a:lnTo>
                  <a:pt x="13712" y="20772"/>
                </a:lnTo>
              </a:path>
              <a:path w="21600" h="21600">
                <a:moveTo>
                  <a:pt x="13263" y="20659"/>
                </a:moveTo>
                <a:lnTo>
                  <a:pt x="13319" y="20659"/>
                </a:lnTo>
                <a:lnTo>
                  <a:pt x="13319" y="20772"/>
                </a:lnTo>
                <a:lnTo>
                  <a:pt x="13263" y="20772"/>
                </a:lnTo>
              </a:path>
              <a:path w="21600" h="21600">
                <a:moveTo>
                  <a:pt x="12961" y="20659"/>
                </a:moveTo>
                <a:lnTo>
                  <a:pt x="13017" y="20659"/>
                </a:lnTo>
                <a:lnTo>
                  <a:pt x="13017" y="20772"/>
                </a:lnTo>
                <a:lnTo>
                  <a:pt x="12961" y="20772"/>
                </a:lnTo>
              </a:path>
              <a:path w="21600" h="21600">
                <a:moveTo>
                  <a:pt x="12508" y="20659"/>
                </a:moveTo>
                <a:lnTo>
                  <a:pt x="12564" y="20659"/>
                </a:lnTo>
                <a:lnTo>
                  <a:pt x="12564" y="20772"/>
                </a:lnTo>
                <a:lnTo>
                  <a:pt x="12508" y="20772"/>
                </a:lnTo>
              </a:path>
              <a:path w="21600" h="21600">
                <a:moveTo>
                  <a:pt x="10998" y="20659"/>
                </a:moveTo>
                <a:lnTo>
                  <a:pt x="11054" y="20659"/>
                </a:lnTo>
                <a:lnTo>
                  <a:pt x="11054" y="20772"/>
                </a:lnTo>
                <a:lnTo>
                  <a:pt x="10998" y="20772"/>
                </a:lnTo>
              </a:path>
              <a:path w="21600" h="21600">
                <a:moveTo>
                  <a:pt x="9035" y="20659"/>
                </a:moveTo>
                <a:lnTo>
                  <a:pt x="9090" y="20659"/>
                </a:lnTo>
                <a:lnTo>
                  <a:pt x="9090" y="20772"/>
                </a:lnTo>
                <a:lnTo>
                  <a:pt x="9035" y="20772"/>
                </a:lnTo>
              </a:path>
              <a:path w="21600" h="21600">
                <a:moveTo>
                  <a:pt x="8582" y="20659"/>
                </a:moveTo>
                <a:lnTo>
                  <a:pt x="8637" y="20659"/>
                </a:lnTo>
                <a:lnTo>
                  <a:pt x="8637" y="20772"/>
                </a:lnTo>
                <a:lnTo>
                  <a:pt x="8582" y="20772"/>
                </a:lnTo>
              </a:path>
              <a:path w="21600" h="21600">
                <a:moveTo>
                  <a:pt x="8280" y="20659"/>
                </a:moveTo>
                <a:lnTo>
                  <a:pt x="8335" y="20659"/>
                </a:lnTo>
                <a:lnTo>
                  <a:pt x="8335" y="20772"/>
                </a:lnTo>
                <a:lnTo>
                  <a:pt x="8280" y="20772"/>
                </a:lnTo>
              </a:path>
              <a:path w="21600" h="21600">
                <a:moveTo>
                  <a:pt x="7832" y="20659"/>
                </a:moveTo>
                <a:lnTo>
                  <a:pt x="7887" y="20659"/>
                </a:lnTo>
                <a:lnTo>
                  <a:pt x="7887" y="20772"/>
                </a:lnTo>
                <a:lnTo>
                  <a:pt x="7832" y="20772"/>
                </a:lnTo>
              </a:path>
              <a:path w="21600" h="21600">
                <a:moveTo>
                  <a:pt x="6322" y="20659"/>
                </a:moveTo>
                <a:lnTo>
                  <a:pt x="6377" y="20659"/>
                </a:lnTo>
                <a:lnTo>
                  <a:pt x="6377" y="20772"/>
                </a:lnTo>
                <a:lnTo>
                  <a:pt x="6322" y="20772"/>
                </a:lnTo>
              </a:path>
              <a:path w="21600" h="21600">
                <a:moveTo>
                  <a:pt x="5869" y="20659"/>
                </a:moveTo>
                <a:lnTo>
                  <a:pt x="5924" y="20659"/>
                </a:lnTo>
                <a:lnTo>
                  <a:pt x="5924" y="20772"/>
                </a:lnTo>
                <a:lnTo>
                  <a:pt x="5869" y="20772"/>
                </a:lnTo>
              </a:path>
              <a:path w="21600" h="21600">
                <a:moveTo>
                  <a:pt x="5567" y="20659"/>
                </a:moveTo>
                <a:lnTo>
                  <a:pt x="5622" y="20659"/>
                </a:lnTo>
                <a:lnTo>
                  <a:pt x="5622" y="20772"/>
                </a:lnTo>
                <a:lnTo>
                  <a:pt x="5567" y="20772"/>
                </a:lnTo>
              </a:path>
              <a:path w="21600" h="21600">
                <a:moveTo>
                  <a:pt x="5126" y="20659"/>
                </a:moveTo>
                <a:lnTo>
                  <a:pt x="5181" y="20659"/>
                </a:lnTo>
                <a:lnTo>
                  <a:pt x="5181" y="20772"/>
                </a:lnTo>
                <a:lnTo>
                  <a:pt x="5126" y="20772"/>
                </a:lnTo>
              </a:path>
              <a:path w="21600" h="21600">
                <a:moveTo>
                  <a:pt x="2413" y="20659"/>
                </a:moveTo>
                <a:lnTo>
                  <a:pt x="2468" y="20659"/>
                </a:lnTo>
                <a:lnTo>
                  <a:pt x="2468" y="20772"/>
                </a:lnTo>
                <a:lnTo>
                  <a:pt x="2413" y="20772"/>
                </a:lnTo>
              </a:path>
              <a:path w="21600" h="21600">
                <a:moveTo>
                  <a:pt x="903" y="20659"/>
                </a:moveTo>
                <a:lnTo>
                  <a:pt x="958" y="20659"/>
                </a:lnTo>
                <a:lnTo>
                  <a:pt x="958" y="20772"/>
                </a:lnTo>
                <a:lnTo>
                  <a:pt x="903" y="20772"/>
                </a:lnTo>
              </a:path>
              <a:path w="21600" h="21600">
                <a:moveTo>
                  <a:pt x="450" y="20659"/>
                </a:moveTo>
                <a:lnTo>
                  <a:pt x="505" y="20659"/>
                </a:lnTo>
                <a:lnTo>
                  <a:pt x="505" y="20772"/>
                </a:lnTo>
                <a:lnTo>
                  <a:pt x="450" y="20772"/>
                </a:lnTo>
              </a:path>
              <a:path w="21600" h="21600">
                <a:moveTo>
                  <a:pt x="148" y="20659"/>
                </a:moveTo>
                <a:lnTo>
                  <a:pt x="203" y="20659"/>
                </a:lnTo>
                <a:lnTo>
                  <a:pt x="203" y="20772"/>
                </a:lnTo>
                <a:lnTo>
                  <a:pt x="148" y="20772"/>
                </a:lnTo>
              </a:path>
              <a:path w="21600" h="21600">
                <a:moveTo>
                  <a:pt x="2859" y="20650"/>
                </a:moveTo>
                <a:lnTo>
                  <a:pt x="2919" y="20650"/>
                </a:lnTo>
                <a:lnTo>
                  <a:pt x="2919" y="20774"/>
                </a:lnTo>
                <a:lnTo>
                  <a:pt x="2859" y="20774"/>
                </a:lnTo>
              </a:path>
              <a:path w="21600" h="21600">
                <a:moveTo>
                  <a:pt x="17179" y="20645"/>
                </a:moveTo>
                <a:lnTo>
                  <a:pt x="17222" y="20645"/>
                </a:lnTo>
                <a:lnTo>
                  <a:pt x="17222" y="20733"/>
                </a:lnTo>
                <a:lnTo>
                  <a:pt x="17179" y="20733"/>
                </a:lnTo>
              </a:path>
              <a:path w="21600" h="21600">
                <a:moveTo>
                  <a:pt x="10396" y="20633"/>
                </a:moveTo>
                <a:lnTo>
                  <a:pt x="10447" y="20633"/>
                </a:lnTo>
                <a:lnTo>
                  <a:pt x="10447" y="20736"/>
                </a:lnTo>
                <a:lnTo>
                  <a:pt x="10396" y="20736"/>
                </a:lnTo>
              </a:path>
              <a:path w="21600" h="21600">
                <a:moveTo>
                  <a:pt x="20347" y="20633"/>
                </a:moveTo>
                <a:lnTo>
                  <a:pt x="20386" y="20633"/>
                </a:lnTo>
                <a:lnTo>
                  <a:pt x="20386" y="20714"/>
                </a:lnTo>
                <a:lnTo>
                  <a:pt x="20347" y="20714"/>
                </a:lnTo>
              </a:path>
              <a:path w="21600" h="21600">
                <a:moveTo>
                  <a:pt x="1362" y="20632"/>
                </a:moveTo>
                <a:lnTo>
                  <a:pt x="1405" y="20632"/>
                </a:lnTo>
                <a:lnTo>
                  <a:pt x="1405" y="20720"/>
                </a:lnTo>
                <a:lnTo>
                  <a:pt x="1362" y="20720"/>
                </a:lnTo>
              </a:path>
              <a:path w="21600" h="21600">
                <a:moveTo>
                  <a:pt x="5721" y="20630"/>
                </a:moveTo>
                <a:lnTo>
                  <a:pt x="5770" y="20630"/>
                </a:lnTo>
                <a:lnTo>
                  <a:pt x="5770" y="20729"/>
                </a:lnTo>
                <a:lnTo>
                  <a:pt x="5721" y="20729"/>
                </a:lnTo>
              </a:path>
              <a:path w="21600" h="21600">
                <a:moveTo>
                  <a:pt x="20489" y="20595"/>
                </a:moveTo>
                <a:lnTo>
                  <a:pt x="20546" y="20595"/>
                </a:lnTo>
                <a:lnTo>
                  <a:pt x="20546" y="20711"/>
                </a:lnTo>
                <a:lnTo>
                  <a:pt x="20489" y="20711"/>
                </a:lnTo>
              </a:path>
              <a:path w="21600" h="21600">
                <a:moveTo>
                  <a:pt x="15070" y="20595"/>
                </a:moveTo>
                <a:lnTo>
                  <a:pt x="15127" y="20595"/>
                </a:lnTo>
                <a:lnTo>
                  <a:pt x="15127" y="20711"/>
                </a:lnTo>
                <a:lnTo>
                  <a:pt x="15070" y="20711"/>
                </a:lnTo>
              </a:path>
              <a:path w="21600" h="21600">
                <a:moveTo>
                  <a:pt x="6472" y="20595"/>
                </a:moveTo>
                <a:lnTo>
                  <a:pt x="6529" y="20595"/>
                </a:lnTo>
                <a:lnTo>
                  <a:pt x="6529" y="20711"/>
                </a:lnTo>
                <a:lnTo>
                  <a:pt x="6472" y="20711"/>
                </a:lnTo>
              </a:path>
              <a:path w="21600" h="21600">
                <a:moveTo>
                  <a:pt x="10847" y="20591"/>
                </a:moveTo>
                <a:lnTo>
                  <a:pt x="10904" y="20591"/>
                </a:lnTo>
                <a:lnTo>
                  <a:pt x="10904" y="20707"/>
                </a:lnTo>
                <a:lnTo>
                  <a:pt x="10847" y="20707"/>
                </a:lnTo>
              </a:path>
              <a:path w="21600" h="21600">
                <a:moveTo>
                  <a:pt x="19739" y="20588"/>
                </a:moveTo>
                <a:lnTo>
                  <a:pt x="19786" y="20588"/>
                </a:lnTo>
                <a:lnTo>
                  <a:pt x="19786" y="20684"/>
                </a:lnTo>
                <a:lnTo>
                  <a:pt x="19739" y="20684"/>
                </a:lnTo>
              </a:path>
              <a:path w="21600" h="21600">
                <a:moveTo>
                  <a:pt x="18984" y="20588"/>
                </a:moveTo>
                <a:lnTo>
                  <a:pt x="19031" y="20588"/>
                </a:lnTo>
                <a:lnTo>
                  <a:pt x="19031" y="20684"/>
                </a:lnTo>
                <a:lnTo>
                  <a:pt x="18984" y="20684"/>
                </a:lnTo>
              </a:path>
              <a:path w="21600" h="21600">
                <a:moveTo>
                  <a:pt x="14320" y="20588"/>
                </a:moveTo>
                <a:lnTo>
                  <a:pt x="14367" y="20588"/>
                </a:lnTo>
                <a:lnTo>
                  <a:pt x="14367" y="20684"/>
                </a:lnTo>
                <a:lnTo>
                  <a:pt x="14320" y="20684"/>
                </a:lnTo>
              </a:path>
              <a:path w="21600" h="21600">
                <a:moveTo>
                  <a:pt x="13565" y="20588"/>
                </a:moveTo>
                <a:lnTo>
                  <a:pt x="13612" y="20588"/>
                </a:lnTo>
                <a:lnTo>
                  <a:pt x="13612" y="20684"/>
                </a:lnTo>
                <a:lnTo>
                  <a:pt x="13565" y="20684"/>
                </a:lnTo>
              </a:path>
              <a:path w="21600" h="21600">
                <a:moveTo>
                  <a:pt x="1813" y="20588"/>
                </a:moveTo>
                <a:lnTo>
                  <a:pt x="1860" y="20588"/>
                </a:lnTo>
                <a:lnTo>
                  <a:pt x="1860" y="20684"/>
                </a:lnTo>
                <a:lnTo>
                  <a:pt x="1813" y="20684"/>
                </a:lnTo>
              </a:path>
              <a:path w="21600" h="21600">
                <a:moveTo>
                  <a:pt x="10549" y="20586"/>
                </a:moveTo>
                <a:lnTo>
                  <a:pt x="10596" y="20586"/>
                </a:lnTo>
                <a:lnTo>
                  <a:pt x="10596" y="20682"/>
                </a:lnTo>
                <a:lnTo>
                  <a:pt x="10549" y="20682"/>
                </a:lnTo>
              </a:path>
              <a:path w="21600" h="21600">
                <a:moveTo>
                  <a:pt x="12660" y="20583"/>
                </a:moveTo>
                <a:lnTo>
                  <a:pt x="12714" y="20583"/>
                </a:lnTo>
                <a:lnTo>
                  <a:pt x="12714" y="20693"/>
                </a:lnTo>
                <a:lnTo>
                  <a:pt x="12660" y="20693"/>
                </a:lnTo>
              </a:path>
              <a:path w="21600" h="21600">
                <a:moveTo>
                  <a:pt x="8885" y="20583"/>
                </a:moveTo>
                <a:lnTo>
                  <a:pt x="8938" y="20583"/>
                </a:lnTo>
                <a:lnTo>
                  <a:pt x="8938" y="20693"/>
                </a:lnTo>
                <a:lnTo>
                  <a:pt x="8885" y="20693"/>
                </a:lnTo>
              </a:path>
              <a:path w="21600" h="21600">
                <a:moveTo>
                  <a:pt x="3466" y="20583"/>
                </a:moveTo>
                <a:lnTo>
                  <a:pt x="3520" y="20583"/>
                </a:lnTo>
                <a:lnTo>
                  <a:pt x="3520" y="20693"/>
                </a:lnTo>
                <a:lnTo>
                  <a:pt x="3466" y="20693"/>
                </a:lnTo>
              </a:path>
              <a:path w="21600" h="21600">
                <a:moveTo>
                  <a:pt x="11155" y="20582"/>
                </a:moveTo>
                <a:lnTo>
                  <a:pt x="11199" y="20582"/>
                </a:lnTo>
                <a:lnTo>
                  <a:pt x="11199" y="20674"/>
                </a:lnTo>
                <a:lnTo>
                  <a:pt x="11155" y="20674"/>
                </a:lnTo>
              </a:path>
              <a:path w="21600" h="21600">
                <a:moveTo>
                  <a:pt x="21401" y="20582"/>
                </a:moveTo>
                <a:lnTo>
                  <a:pt x="21446" y="20582"/>
                </a:lnTo>
                <a:lnTo>
                  <a:pt x="21446" y="20674"/>
                </a:lnTo>
                <a:lnTo>
                  <a:pt x="21401" y="20674"/>
                </a:lnTo>
              </a:path>
              <a:path w="21600" h="21600">
                <a:moveTo>
                  <a:pt x="20188" y="20581"/>
                </a:moveTo>
                <a:lnTo>
                  <a:pt x="20243" y="20581"/>
                </a:lnTo>
                <a:lnTo>
                  <a:pt x="20243" y="20695"/>
                </a:lnTo>
                <a:lnTo>
                  <a:pt x="20188" y="20695"/>
                </a:lnTo>
              </a:path>
              <a:path w="21600" h="21600">
                <a:moveTo>
                  <a:pt x="14769" y="20581"/>
                </a:moveTo>
                <a:lnTo>
                  <a:pt x="14824" y="20581"/>
                </a:lnTo>
                <a:lnTo>
                  <a:pt x="14824" y="20695"/>
                </a:lnTo>
                <a:lnTo>
                  <a:pt x="14769" y="20695"/>
                </a:lnTo>
              </a:path>
              <a:path w="21600" h="21600">
                <a:moveTo>
                  <a:pt x="9488" y="20581"/>
                </a:moveTo>
                <a:lnTo>
                  <a:pt x="9543" y="20581"/>
                </a:lnTo>
                <a:lnTo>
                  <a:pt x="9543" y="20695"/>
                </a:lnTo>
                <a:lnTo>
                  <a:pt x="9488" y="20695"/>
                </a:lnTo>
              </a:path>
              <a:path w="21600" h="21600">
                <a:moveTo>
                  <a:pt x="6775" y="20581"/>
                </a:moveTo>
                <a:lnTo>
                  <a:pt x="6830" y="20581"/>
                </a:lnTo>
                <a:lnTo>
                  <a:pt x="6830" y="20695"/>
                </a:lnTo>
                <a:lnTo>
                  <a:pt x="6775" y="20695"/>
                </a:lnTo>
              </a:path>
              <a:path w="21600" h="21600">
                <a:moveTo>
                  <a:pt x="4069" y="20581"/>
                </a:moveTo>
                <a:lnTo>
                  <a:pt x="4125" y="20581"/>
                </a:lnTo>
                <a:lnTo>
                  <a:pt x="4125" y="20695"/>
                </a:lnTo>
                <a:lnTo>
                  <a:pt x="4069" y="20695"/>
                </a:lnTo>
              </a:path>
              <a:path w="21600" h="21600">
                <a:moveTo>
                  <a:pt x="17488" y="20570"/>
                </a:moveTo>
                <a:lnTo>
                  <a:pt x="17516" y="20570"/>
                </a:lnTo>
                <a:lnTo>
                  <a:pt x="17516" y="20627"/>
                </a:lnTo>
                <a:lnTo>
                  <a:pt x="17488" y="20627"/>
                </a:lnTo>
              </a:path>
              <a:path w="21600" h="21600">
                <a:moveTo>
                  <a:pt x="17627" y="20569"/>
                </a:moveTo>
                <a:lnTo>
                  <a:pt x="17679" y="20569"/>
                </a:lnTo>
                <a:lnTo>
                  <a:pt x="17679" y="20675"/>
                </a:lnTo>
                <a:lnTo>
                  <a:pt x="17627" y="20675"/>
                </a:lnTo>
              </a:path>
              <a:path w="21600" h="21600">
                <a:moveTo>
                  <a:pt x="14921" y="20569"/>
                </a:moveTo>
                <a:lnTo>
                  <a:pt x="14973" y="20569"/>
                </a:lnTo>
                <a:lnTo>
                  <a:pt x="14973" y="20675"/>
                </a:lnTo>
                <a:lnTo>
                  <a:pt x="14921" y="20675"/>
                </a:lnTo>
              </a:path>
              <a:path w="21600" h="21600">
                <a:moveTo>
                  <a:pt x="12208" y="20569"/>
                </a:moveTo>
                <a:lnTo>
                  <a:pt x="12260" y="20569"/>
                </a:lnTo>
                <a:lnTo>
                  <a:pt x="12260" y="20675"/>
                </a:lnTo>
                <a:lnTo>
                  <a:pt x="12208" y="20675"/>
                </a:lnTo>
              </a:path>
              <a:path w="21600" h="21600">
                <a:moveTo>
                  <a:pt x="9339" y="20569"/>
                </a:moveTo>
                <a:lnTo>
                  <a:pt x="9391" y="20569"/>
                </a:lnTo>
                <a:lnTo>
                  <a:pt x="9391" y="20675"/>
                </a:lnTo>
                <a:lnTo>
                  <a:pt x="9339" y="20675"/>
                </a:lnTo>
              </a:path>
              <a:path w="21600" h="21600">
                <a:moveTo>
                  <a:pt x="3920" y="20569"/>
                </a:moveTo>
                <a:lnTo>
                  <a:pt x="3972" y="20569"/>
                </a:lnTo>
                <a:lnTo>
                  <a:pt x="3972" y="20675"/>
                </a:lnTo>
                <a:lnTo>
                  <a:pt x="3920" y="20675"/>
                </a:lnTo>
              </a:path>
              <a:path w="21600" h="21600">
                <a:moveTo>
                  <a:pt x="1207" y="20569"/>
                </a:moveTo>
                <a:lnTo>
                  <a:pt x="1259" y="20569"/>
                </a:lnTo>
                <a:lnTo>
                  <a:pt x="1259" y="20675"/>
                </a:lnTo>
                <a:lnTo>
                  <a:pt x="1207" y="20675"/>
                </a:lnTo>
              </a:path>
              <a:path w="21600" h="21600">
                <a:moveTo>
                  <a:pt x="14171" y="20568"/>
                </a:moveTo>
                <a:lnTo>
                  <a:pt x="14214" y="20568"/>
                </a:lnTo>
                <a:lnTo>
                  <a:pt x="14214" y="20656"/>
                </a:lnTo>
                <a:lnTo>
                  <a:pt x="14171" y="20656"/>
                </a:lnTo>
              </a:path>
              <a:path w="21600" h="21600">
                <a:moveTo>
                  <a:pt x="20038" y="20563"/>
                </a:moveTo>
                <a:lnTo>
                  <a:pt x="20090" y="20563"/>
                </a:lnTo>
                <a:lnTo>
                  <a:pt x="20090" y="20669"/>
                </a:lnTo>
                <a:lnTo>
                  <a:pt x="20038" y="20669"/>
                </a:lnTo>
              </a:path>
              <a:path w="21600" h="21600">
                <a:moveTo>
                  <a:pt x="17325" y="20563"/>
                </a:moveTo>
                <a:lnTo>
                  <a:pt x="17377" y="20563"/>
                </a:lnTo>
                <a:lnTo>
                  <a:pt x="17377" y="20669"/>
                </a:lnTo>
                <a:lnTo>
                  <a:pt x="17325" y="20669"/>
                </a:lnTo>
              </a:path>
              <a:path w="21600" h="21600">
                <a:moveTo>
                  <a:pt x="11906" y="20563"/>
                </a:moveTo>
                <a:lnTo>
                  <a:pt x="11958" y="20563"/>
                </a:lnTo>
                <a:lnTo>
                  <a:pt x="11958" y="20669"/>
                </a:lnTo>
                <a:lnTo>
                  <a:pt x="11906" y="20669"/>
                </a:lnTo>
              </a:path>
              <a:path w="21600" h="21600">
                <a:moveTo>
                  <a:pt x="9641" y="20563"/>
                </a:moveTo>
                <a:lnTo>
                  <a:pt x="9692" y="20563"/>
                </a:lnTo>
                <a:lnTo>
                  <a:pt x="9692" y="20669"/>
                </a:lnTo>
                <a:lnTo>
                  <a:pt x="9641" y="20669"/>
                </a:lnTo>
              </a:path>
              <a:path w="21600" h="21600">
                <a:moveTo>
                  <a:pt x="6928" y="20563"/>
                </a:moveTo>
                <a:lnTo>
                  <a:pt x="6979" y="20563"/>
                </a:lnTo>
                <a:lnTo>
                  <a:pt x="6979" y="20669"/>
                </a:lnTo>
                <a:lnTo>
                  <a:pt x="6928" y="20669"/>
                </a:lnTo>
              </a:path>
              <a:path w="21600" h="21600">
                <a:moveTo>
                  <a:pt x="4222" y="20563"/>
                </a:moveTo>
                <a:lnTo>
                  <a:pt x="4274" y="20563"/>
                </a:lnTo>
                <a:lnTo>
                  <a:pt x="4274" y="20669"/>
                </a:lnTo>
                <a:lnTo>
                  <a:pt x="4222" y="20669"/>
                </a:lnTo>
              </a:path>
              <a:path w="21600" h="21600">
                <a:moveTo>
                  <a:pt x="1509" y="20563"/>
                </a:moveTo>
                <a:lnTo>
                  <a:pt x="1561" y="20563"/>
                </a:lnTo>
                <a:lnTo>
                  <a:pt x="1561" y="20669"/>
                </a:lnTo>
                <a:lnTo>
                  <a:pt x="1509" y="20669"/>
                </a:lnTo>
              </a:path>
              <a:path w="21600" h="21600">
                <a:moveTo>
                  <a:pt x="7997" y="20554"/>
                </a:moveTo>
                <a:lnTo>
                  <a:pt x="8023" y="20554"/>
                </a:lnTo>
                <a:lnTo>
                  <a:pt x="8023" y="20607"/>
                </a:lnTo>
                <a:lnTo>
                  <a:pt x="7997" y="20607"/>
                </a:lnTo>
              </a:path>
              <a:path w="21600" h="21600">
                <a:moveTo>
                  <a:pt x="11450" y="20549"/>
                </a:moveTo>
                <a:lnTo>
                  <a:pt x="11508" y="20549"/>
                </a:lnTo>
                <a:lnTo>
                  <a:pt x="11508" y="20670"/>
                </a:lnTo>
                <a:lnTo>
                  <a:pt x="11450" y="20670"/>
                </a:lnTo>
              </a:path>
              <a:path w="21600" h="21600">
                <a:moveTo>
                  <a:pt x="20945" y="20545"/>
                </a:moveTo>
                <a:lnTo>
                  <a:pt x="20995" y="20545"/>
                </a:lnTo>
                <a:lnTo>
                  <a:pt x="20995" y="20648"/>
                </a:lnTo>
                <a:lnTo>
                  <a:pt x="20945" y="20648"/>
                </a:lnTo>
              </a:path>
              <a:path w="21600" h="21600">
                <a:moveTo>
                  <a:pt x="18232" y="20545"/>
                </a:moveTo>
                <a:lnTo>
                  <a:pt x="18282" y="20545"/>
                </a:lnTo>
                <a:lnTo>
                  <a:pt x="18282" y="20648"/>
                </a:lnTo>
                <a:lnTo>
                  <a:pt x="18232" y="20648"/>
                </a:lnTo>
              </a:path>
              <a:path w="21600" h="21600">
                <a:moveTo>
                  <a:pt x="15526" y="20545"/>
                </a:moveTo>
                <a:lnTo>
                  <a:pt x="15576" y="20545"/>
                </a:lnTo>
                <a:lnTo>
                  <a:pt x="15576" y="20648"/>
                </a:lnTo>
                <a:lnTo>
                  <a:pt x="15526" y="20648"/>
                </a:lnTo>
              </a:path>
              <a:path w="21600" h="21600">
                <a:moveTo>
                  <a:pt x="12813" y="20545"/>
                </a:moveTo>
                <a:lnTo>
                  <a:pt x="12863" y="20545"/>
                </a:lnTo>
                <a:lnTo>
                  <a:pt x="12863" y="20648"/>
                </a:lnTo>
                <a:lnTo>
                  <a:pt x="12813" y="20648"/>
                </a:lnTo>
              </a:path>
              <a:path w="21600" h="21600">
                <a:moveTo>
                  <a:pt x="6023" y="20545"/>
                </a:moveTo>
                <a:lnTo>
                  <a:pt x="6073" y="20545"/>
                </a:lnTo>
                <a:lnTo>
                  <a:pt x="6073" y="20648"/>
                </a:lnTo>
                <a:lnTo>
                  <a:pt x="6023" y="20648"/>
                </a:lnTo>
              </a:path>
              <a:path w="21600" h="21600">
                <a:moveTo>
                  <a:pt x="3317" y="20545"/>
                </a:moveTo>
                <a:lnTo>
                  <a:pt x="3367" y="20545"/>
                </a:lnTo>
                <a:lnTo>
                  <a:pt x="3367" y="20648"/>
                </a:lnTo>
                <a:lnTo>
                  <a:pt x="3317" y="20648"/>
                </a:lnTo>
              </a:path>
              <a:path w="21600" h="21600">
                <a:moveTo>
                  <a:pt x="604" y="20545"/>
                </a:moveTo>
                <a:lnTo>
                  <a:pt x="654" y="20545"/>
                </a:lnTo>
                <a:lnTo>
                  <a:pt x="654" y="20648"/>
                </a:lnTo>
                <a:lnTo>
                  <a:pt x="604" y="20648"/>
                </a:lnTo>
              </a:path>
              <a:path w="21600" h="21600">
                <a:moveTo>
                  <a:pt x="21099" y="20540"/>
                </a:moveTo>
                <a:lnTo>
                  <a:pt x="21144" y="20540"/>
                </a:lnTo>
                <a:lnTo>
                  <a:pt x="21144" y="20632"/>
                </a:lnTo>
                <a:lnTo>
                  <a:pt x="21099" y="20632"/>
                </a:lnTo>
              </a:path>
              <a:path w="21600" h="21600">
                <a:moveTo>
                  <a:pt x="3621" y="20540"/>
                </a:moveTo>
                <a:lnTo>
                  <a:pt x="3666" y="20540"/>
                </a:lnTo>
                <a:lnTo>
                  <a:pt x="3666" y="20632"/>
                </a:lnTo>
                <a:lnTo>
                  <a:pt x="3621" y="20632"/>
                </a:lnTo>
              </a:path>
              <a:path w="21600" h="21600">
                <a:moveTo>
                  <a:pt x="1657" y="20527"/>
                </a:moveTo>
                <a:lnTo>
                  <a:pt x="1714" y="20527"/>
                </a:lnTo>
                <a:lnTo>
                  <a:pt x="1714" y="20644"/>
                </a:lnTo>
                <a:lnTo>
                  <a:pt x="1657" y="20644"/>
                </a:lnTo>
              </a:path>
              <a:path w="21600" h="21600">
                <a:moveTo>
                  <a:pt x="8744" y="20526"/>
                </a:moveTo>
                <a:lnTo>
                  <a:pt x="8777" y="20526"/>
                </a:lnTo>
                <a:lnTo>
                  <a:pt x="8777" y="20593"/>
                </a:lnTo>
                <a:lnTo>
                  <a:pt x="8744" y="20593"/>
                </a:lnTo>
              </a:path>
              <a:path w="21600" h="21600">
                <a:moveTo>
                  <a:pt x="6632" y="20523"/>
                </a:moveTo>
                <a:lnTo>
                  <a:pt x="6671" y="20523"/>
                </a:lnTo>
                <a:lnTo>
                  <a:pt x="6671" y="20605"/>
                </a:lnTo>
                <a:lnTo>
                  <a:pt x="6632" y="20605"/>
                </a:lnTo>
              </a:path>
              <a:path w="21600" h="21600">
                <a:moveTo>
                  <a:pt x="21544" y="20520"/>
                </a:moveTo>
                <a:lnTo>
                  <a:pt x="21596" y="20520"/>
                </a:lnTo>
                <a:lnTo>
                  <a:pt x="21596" y="20626"/>
                </a:lnTo>
                <a:lnTo>
                  <a:pt x="21544" y="20626"/>
                </a:lnTo>
              </a:path>
              <a:path w="21600" h="21600">
                <a:moveTo>
                  <a:pt x="3" y="20520"/>
                </a:moveTo>
                <a:lnTo>
                  <a:pt x="55" y="20520"/>
                </a:lnTo>
                <a:lnTo>
                  <a:pt x="55" y="20626"/>
                </a:lnTo>
                <a:lnTo>
                  <a:pt x="3" y="20626"/>
                </a:lnTo>
              </a:path>
              <a:path w="21600" h="21600">
                <a:moveTo>
                  <a:pt x="16268" y="20503"/>
                </a:moveTo>
                <a:lnTo>
                  <a:pt x="16320" y="20503"/>
                </a:lnTo>
                <a:lnTo>
                  <a:pt x="16320" y="20609"/>
                </a:lnTo>
                <a:lnTo>
                  <a:pt x="16268" y="20609"/>
                </a:lnTo>
              </a:path>
              <a:path w="21600" h="21600">
                <a:moveTo>
                  <a:pt x="5279" y="20503"/>
                </a:moveTo>
                <a:lnTo>
                  <a:pt x="5331" y="20503"/>
                </a:lnTo>
                <a:lnTo>
                  <a:pt x="5331" y="20609"/>
                </a:lnTo>
                <a:lnTo>
                  <a:pt x="5279" y="20609"/>
                </a:lnTo>
              </a:path>
              <a:path w="21600" h="21600">
                <a:moveTo>
                  <a:pt x="19282" y="20503"/>
                </a:moveTo>
                <a:lnTo>
                  <a:pt x="19337" y="20503"/>
                </a:lnTo>
                <a:lnTo>
                  <a:pt x="19337" y="20616"/>
                </a:lnTo>
                <a:lnTo>
                  <a:pt x="19282" y="20616"/>
                </a:lnTo>
              </a:path>
              <a:path w="21600" h="21600">
                <a:moveTo>
                  <a:pt x="13863" y="20503"/>
                </a:moveTo>
                <a:lnTo>
                  <a:pt x="13918" y="20503"/>
                </a:lnTo>
                <a:lnTo>
                  <a:pt x="13918" y="20616"/>
                </a:lnTo>
                <a:lnTo>
                  <a:pt x="13863" y="20616"/>
                </a:lnTo>
              </a:path>
              <a:path w="21600" h="21600">
                <a:moveTo>
                  <a:pt x="7681" y="20503"/>
                </a:moveTo>
                <a:lnTo>
                  <a:pt x="7736" y="20503"/>
                </a:lnTo>
                <a:lnTo>
                  <a:pt x="7736" y="20616"/>
                </a:lnTo>
                <a:lnTo>
                  <a:pt x="7681" y="20616"/>
                </a:lnTo>
              </a:path>
              <a:path w="21600" h="21600">
                <a:moveTo>
                  <a:pt x="2262" y="20503"/>
                </a:moveTo>
                <a:lnTo>
                  <a:pt x="2317" y="20503"/>
                </a:lnTo>
                <a:lnTo>
                  <a:pt x="2317" y="20616"/>
                </a:lnTo>
                <a:lnTo>
                  <a:pt x="2262" y="20616"/>
                </a:lnTo>
              </a:path>
              <a:path w="21600" h="21600">
                <a:moveTo>
                  <a:pt x="17023" y="20496"/>
                </a:moveTo>
                <a:lnTo>
                  <a:pt x="17075" y="20496"/>
                </a:lnTo>
                <a:lnTo>
                  <a:pt x="17075" y="20603"/>
                </a:lnTo>
                <a:lnTo>
                  <a:pt x="17023" y="20603"/>
                </a:lnTo>
              </a:path>
              <a:path w="21600" h="21600">
                <a:moveTo>
                  <a:pt x="11604" y="20496"/>
                </a:moveTo>
                <a:lnTo>
                  <a:pt x="11656" y="20496"/>
                </a:lnTo>
                <a:lnTo>
                  <a:pt x="11656" y="20603"/>
                </a:lnTo>
                <a:lnTo>
                  <a:pt x="11604" y="20603"/>
                </a:lnTo>
              </a:path>
              <a:path w="21600" h="21600">
                <a:moveTo>
                  <a:pt x="9943" y="20496"/>
                </a:moveTo>
                <a:lnTo>
                  <a:pt x="9994" y="20496"/>
                </a:lnTo>
                <a:lnTo>
                  <a:pt x="9994" y="20603"/>
                </a:lnTo>
                <a:lnTo>
                  <a:pt x="9943" y="20603"/>
                </a:lnTo>
              </a:path>
              <a:path w="21600" h="21600">
                <a:moveTo>
                  <a:pt x="4524" y="20496"/>
                </a:moveTo>
                <a:lnTo>
                  <a:pt x="4576" y="20496"/>
                </a:lnTo>
                <a:lnTo>
                  <a:pt x="4576" y="20603"/>
                </a:lnTo>
                <a:lnTo>
                  <a:pt x="4524" y="20603"/>
                </a:lnTo>
              </a:path>
              <a:path w="21600" h="21600">
                <a:moveTo>
                  <a:pt x="14465" y="20483"/>
                </a:moveTo>
                <a:lnTo>
                  <a:pt x="14524" y="20483"/>
                </a:lnTo>
                <a:lnTo>
                  <a:pt x="14524" y="20603"/>
                </a:lnTo>
                <a:lnTo>
                  <a:pt x="14465" y="20603"/>
                </a:lnTo>
              </a:path>
              <a:path w="21600" h="21600">
                <a:moveTo>
                  <a:pt x="7075" y="20483"/>
                </a:moveTo>
                <a:lnTo>
                  <a:pt x="7134" y="20483"/>
                </a:lnTo>
                <a:lnTo>
                  <a:pt x="7134" y="20603"/>
                </a:lnTo>
                <a:lnTo>
                  <a:pt x="7075" y="20603"/>
                </a:lnTo>
              </a:path>
              <a:path w="21600" h="21600">
                <a:moveTo>
                  <a:pt x="18085" y="20473"/>
                </a:moveTo>
                <a:lnTo>
                  <a:pt x="18127" y="20473"/>
                </a:lnTo>
                <a:lnTo>
                  <a:pt x="18127" y="20557"/>
                </a:lnTo>
                <a:lnTo>
                  <a:pt x="18085" y="20557"/>
                </a:lnTo>
              </a:path>
              <a:path w="21600" h="21600">
                <a:moveTo>
                  <a:pt x="19441" y="20467"/>
                </a:moveTo>
                <a:lnTo>
                  <a:pt x="19480" y="20467"/>
                </a:lnTo>
                <a:lnTo>
                  <a:pt x="19480" y="20548"/>
                </a:lnTo>
                <a:lnTo>
                  <a:pt x="19441" y="20548"/>
                </a:lnTo>
              </a:path>
              <a:path w="21600" h="21600">
                <a:moveTo>
                  <a:pt x="10099" y="20465"/>
                </a:moveTo>
                <a:lnTo>
                  <a:pt x="10140" y="20465"/>
                </a:lnTo>
                <a:lnTo>
                  <a:pt x="10140" y="20549"/>
                </a:lnTo>
                <a:lnTo>
                  <a:pt x="10099" y="20549"/>
                </a:lnTo>
              </a:path>
              <a:path w="21600" h="21600">
                <a:moveTo>
                  <a:pt x="756" y="20458"/>
                </a:moveTo>
                <a:lnTo>
                  <a:pt x="804" y="20458"/>
                </a:lnTo>
                <a:lnTo>
                  <a:pt x="804" y="20557"/>
                </a:lnTo>
                <a:lnTo>
                  <a:pt x="756" y="20557"/>
                </a:lnTo>
              </a:path>
              <a:path w="21600" h="21600">
                <a:moveTo>
                  <a:pt x="10397" y="20456"/>
                </a:moveTo>
                <a:lnTo>
                  <a:pt x="10446" y="20456"/>
                </a:lnTo>
                <a:lnTo>
                  <a:pt x="10446" y="20555"/>
                </a:lnTo>
                <a:lnTo>
                  <a:pt x="10397" y="20555"/>
                </a:lnTo>
              </a:path>
              <a:path w="21600" h="21600">
                <a:moveTo>
                  <a:pt x="1051" y="20455"/>
                </a:moveTo>
                <a:lnTo>
                  <a:pt x="1112" y="20455"/>
                </a:lnTo>
                <a:lnTo>
                  <a:pt x="1112" y="20579"/>
                </a:lnTo>
                <a:lnTo>
                  <a:pt x="1051" y="20579"/>
                </a:lnTo>
              </a:path>
              <a:path w="21600" h="21600">
                <a:moveTo>
                  <a:pt x="20791" y="20451"/>
                </a:moveTo>
                <a:lnTo>
                  <a:pt x="20848" y="20451"/>
                </a:lnTo>
                <a:lnTo>
                  <a:pt x="20848" y="20568"/>
                </a:lnTo>
                <a:lnTo>
                  <a:pt x="20791" y="20568"/>
                </a:lnTo>
              </a:path>
              <a:path w="21600" h="21600">
                <a:moveTo>
                  <a:pt x="11753" y="20447"/>
                </a:moveTo>
                <a:lnTo>
                  <a:pt x="11810" y="20447"/>
                </a:lnTo>
                <a:lnTo>
                  <a:pt x="11810" y="20564"/>
                </a:lnTo>
                <a:lnTo>
                  <a:pt x="11753" y="20564"/>
                </a:lnTo>
              </a:path>
              <a:path w="21600" h="21600">
                <a:moveTo>
                  <a:pt x="9789" y="20447"/>
                </a:moveTo>
                <a:lnTo>
                  <a:pt x="9846" y="20447"/>
                </a:lnTo>
                <a:lnTo>
                  <a:pt x="9846" y="20564"/>
                </a:lnTo>
                <a:lnTo>
                  <a:pt x="9789" y="20564"/>
                </a:lnTo>
              </a:path>
              <a:path w="21600" h="21600">
                <a:moveTo>
                  <a:pt x="11156" y="20445"/>
                </a:moveTo>
                <a:lnTo>
                  <a:pt x="11199" y="20445"/>
                </a:lnTo>
                <a:lnTo>
                  <a:pt x="11199" y="20534"/>
                </a:lnTo>
                <a:lnTo>
                  <a:pt x="11156" y="20534"/>
                </a:lnTo>
              </a:path>
              <a:path w="21600" h="21600">
                <a:moveTo>
                  <a:pt x="16721" y="20445"/>
                </a:moveTo>
                <a:lnTo>
                  <a:pt x="16773" y="20445"/>
                </a:lnTo>
                <a:lnTo>
                  <a:pt x="16773" y="20551"/>
                </a:lnTo>
                <a:lnTo>
                  <a:pt x="16721" y="20551"/>
                </a:lnTo>
              </a:path>
              <a:path w="21600" h="21600">
                <a:moveTo>
                  <a:pt x="14015" y="20445"/>
                </a:moveTo>
                <a:lnTo>
                  <a:pt x="14067" y="20445"/>
                </a:lnTo>
                <a:lnTo>
                  <a:pt x="14067" y="20551"/>
                </a:lnTo>
                <a:lnTo>
                  <a:pt x="14015" y="20551"/>
                </a:lnTo>
              </a:path>
              <a:path w="21600" h="21600">
                <a:moveTo>
                  <a:pt x="11302" y="20445"/>
                </a:moveTo>
                <a:lnTo>
                  <a:pt x="11354" y="20445"/>
                </a:lnTo>
                <a:lnTo>
                  <a:pt x="11354" y="20551"/>
                </a:lnTo>
                <a:lnTo>
                  <a:pt x="11302" y="20551"/>
                </a:lnTo>
              </a:path>
              <a:path w="21600" h="21600">
                <a:moveTo>
                  <a:pt x="10245" y="20445"/>
                </a:moveTo>
                <a:lnTo>
                  <a:pt x="10296" y="20445"/>
                </a:lnTo>
                <a:lnTo>
                  <a:pt x="10296" y="20551"/>
                </a:lnTo>
                <a:lnTo>
                  <a:pt x="10245" y="20551"/>
                </a:lnTo>
              </a:path>
              <a:path w="21600" h="21600">
                <a:moveTo>
                  <a:pt x="7531" y="20445"/>
                </a:moveTo>
                <a:lnTo>
                  <a:pt x="7583" y="20445"/>
                </a:lnTo>
                <a:lnTo>
                  <a:pt x="7583" y="20551"/>
                </a:lnTo>
                <a:lnTo>
                  <a:pt x="7531" y="20551"/>
                </a:lnTo>
              </a:path>
              <a:path w="21600" h="21600">
                <a:moveTo>
                  <a:pt x="4826" y="20445"/>
                </a:moveTo>
                <a:lnTo>
                  <a:pt x="4878" y="20445"/>
                </a:lnTo>
                <a:lnTo>
                  <a:pt x="4878" y="20551"/>
                </a:lnTo>
                <a:lnTo>
                  <a:pt x="4826" y="20551"/>
                </a:lnTo>
              </a:path>
              <a:path w="21600" h="21600">
                <a:moveTo>
                  <a:pt x="2113" y="20445"/>
                </a:moveTo>
                <a:lnTo>
                  <a:pt x="2164" y="20445"/>
                </a:lnTo>
                <a:lnTo>
                  <a:pt x="2164" y="20551"/>
                </a:lnTo>
                <a:lnTo>
                  <a:pt x="2113" y="20551"/>
                </a:lnTo>
              </a:path>
              <a:path w="21600" h="21600">
                <a:moveTo>
                  <a:pt x="19740" y="20439"/>
                </a:moveTo>
                <a:lnTo>
                  <a:pt x="19785" y="20439"/>
                </a:lnTo>
                <a:lnTo>
                  <a:pt x="19785" y="20531"/>
                </a:lnTo>
                <a:lnTo>
                  <a:pt x="19740" y="20531"/>
                </a:lnTo>
              </a:path>
              <a:path w="21600" h="21600">
                <a:moveTo>
                  <a:pt x="18985" y="20439"/>
                </a:moveTo>
                <a:lnTo>
                  <a:pt x="19030" y="20439"/>
                </a:lnTo>
                <a:lnTo>
                  <a:pt x="19030" y="20531"/>
                </a:lnTo>
                <a:lnTo>
                  <a:pt x="18985" y="20531"/>
                </a:lnTo>
              </a:path>
              <a:path w="21600" h="21600">
                <a:moveTo>
                  <a:pt x="14321" y="20439"/>
                </a:moveTo>
                <a:lnTo>
                  <a:pt x="14366" y="20439"/>
                </a:lnTo>
                <a:lnTo>
                  <a:pt x="14366" y="20531"/>
                </a:lnTo>
                <a:lnTo>
                  <a:pt x="14321" y="20531"/>
                </a:lnTo>
              </a:path>
              <a:path w="21600" h="21600">
                <a:moveTo>
                  <a:pt x="13566" y="20439"/>
                </a:moveTo>
                <a:lnTo>
                  <a:pt x="13611" y="20439"/>
                </a:lnTo>
                <a:lnTo>
                  <a:pt x="13611" y="20531"/>
                </a:lnTo>
                <a:lnTo>
                  <a:pt x="13566" y="20531"/>
                </a:lnTo>
              </a:path>
              <a:path w="21600" h="21600">
                <a:moveTo>
                  <a:pt x="1814" y="20439"/>
                </a:moveTo>
                <a:lnTo>
                  <a:pt x="1859" y="20439"/>
                </a:lnTo>
                <a:lnTo>
                  <a:pt x="1859" y="20531"/>
                </a:lnTo>
                <a:lnTo>
                  <a:pt x="1814" y="20531"/>
                </a:lnTo>
              </a:path>
              <a:path w="21600" h="21600">
                <a:moveTo>
                  <a:pt x="12066" y="20438"/>
                </a:moveTo>
                <a:lnTo>
                  <a:pt x="12100" y="20438"/>
                </a:lnTo>
                <a:lnTo>
                  <a:pt x="12100" y="20509"/>
                </a:lnTo>
                <a:lnTo>
                  <a:pt x="12066" y="20509"/>
                </a:lnTo>
              </a:path>
              <a:path w="21600" h="21600">
                <a:moveTo>
                  <a:pt x="20347" y="20426"/>
                </a:moveTo>
                <a:lnTo>
                  <a:pt x="20385" y="20426"/>
                </a:lnTo>
                <a:lnTo>
                  <a:pt x="20385" y="20504"/>
                </a:lnTo>
                <a:lnTo>
                  <a:pt x="20347" y="20504"/>
                </a:lnTo>
              </a:path>
              <a:path w="21600" h="21600">
                <a:moveTo>
                  <a:pt x="21245" y="20424"/>
                </a:moveTo>
                <a:lnTo>
                  <a:pt x="21300" y="20424"/>
                </a:lnTo>
                <a:lnTo>
                  <a:pt x="21300" y="20537"/>
                </a:lnTo>
                <a:lnTo>
                  <a:pt x="21245" y="20537"/>
                </a:lnTo>
              </a:path>
              <a:path w="21600" h="21600">
                <a:moveTo>
                  <a:pt x="18531" y="20424"/>
                </a:moveTo>
                <a:lnTo>
                  <a:pt x="18587" y="20424"/>
                </a:lnTo>
                <a:lnTo>
                  <a:pt x="18587" y="20537"/>
                </a:lnTo>
                <a:lnTo>
                  <a:pt x="18531" y="20537"/>
                </a:lnTo>
              </a:path>
              <a:path w="21600" h="21600">
                <a:moveTo>
                  <a:pt x="15826" y="20424"/>
                </a:moveTo>
                <a:lnTo>
                  <a:pt x="15881" y="20424"/>
                </a:lnTo>
                <a:lnTo>
                  <a:pt x="15881" y="20537"/>
                </a:lnTo>
                <a:lnTo>
                  <a:pt x="15826" y="20537"/>
                </a:lnTo>
              </a:path>
              <a:path w="21600" h="21600">
                <a:moveTo>
                  <a:pt x="13112" y="20424"/>
                </a:moveTo>
                <a:lnTo>
                  <a:pt x="13168" y="20424"/>
                </a:lnTo>
                <a:lnTo>
                  <a:pt x="13168" y="20537"/>
                </a:lnTo>
                <a:lnTo>
                  <a:pt x="13112" y="20537"/>
                </a:lnTo>
              </a:path>
              <a:path w="21600" h="21600">
                <a:moveTo>
                  <a:pt x="8431" y="20424"/>
                </a:moveTo>
                <a:lnTo>
                  <a:pt x="8486" y="20424"/>
                </a:lnTo>
                <a:lnTo>
                  <a:pt x="8486" y="20537"/>
                </a:lnTo>
                <a:lnTo>
                  <a:pt x="8431" y="20537"/>
                </a:lnTo>
              </a:path>
              <a:path w="21600" h="21600">
                <a:moveTo>
                  <a:pt x="3012" y="20424"/>
                </a:moveTo>
                <a:lnTo>
                  <a:pt x="3068" y="20424"/>
                </a:lnTo>
                <a:lnTo>
                  <a:pt x="3068" y="20537"/>
                </a:lnTo>
                <a:lnTo>
                  <a:pt x="3012" y="20537"/>
                </a:lnTo>
              </a:path>
              <a:path w="21600" h="21600">
                <a:moveTo>
                  <a:pt x="299" y="20424"/>
                </a:moveTo>
                <a:lnTo>
                  <a:pt x="354" y="20424"/>
                </a:lnTo>
                <a:lnTo>
                  <a:pt x="354" y="20537"/>
                </a:lnTo>
                <a:lnTo>
                  <a:pt x="299" y="20537"/>
                </a:lnTo>
              </a:path>
              <a:path w="21600" h="21600">
                <a:moveTo>
                  <a:pt x="12356" y="20421"/>
                </a:moveTo>
                <a:lnTo>
                  <a:pt x="12414" y="20421"/>
                </a:lnTo>
                <a:lnTo>
                  <a:pt x="12414" y="20541"/>
                </a:lnTo>
                <a:lnTo>
                  <a:pt x="12356" y="20541"/>
                </a:lnTo>
              </a:path>
              <a:path w="21600" h="21600">
                <a:moveTo>
                  <a:pt x="9184" y="20421"/>
                </a:moveTo>
                <a:lnTo>
                  <a:pt x="9243" y="20421"/>
                </a:lnTo>
                <a:lnTo>
                  <a:pt x="9243" y="20541"/>
                </a:lnTo>
                <a:lnTo>
                  <a:pt x="9184" y="20541"/>
                </a:lnTo>
              </a:path>
              <a:path w="21600" h="21600">
                <a:moveTo>
                  <a:pt x="2713" y="20414"/>
                </a:moveTo>
                <a:lnTo>
                  <a:pt x="2772" y="20414"/>
                </a:lnTo>
                <a:lnTo>
                  <a:pt x="2772" y="20536"/>
                </a:lnTo>
                <a:lnTo>
                  <a:pt x="2713" y="20536"/>
                </a:lnTo>
              </a:path>
              <a:path w="21600" h="21600">
                <a:moveTo>
                  <a:pt x="4372" y="20409"/>
                </a:moveTo>
                <a:lnTo>
                  <a:pt x="4426" y="20409"/>
                </a:lnTo>
                <a:lnTo>
                  <a:pt x="4426" y="20518"/>
                </a:lnTo>
                <a:lnTo>
                  <a:pt x="4372" y="20518"/>
                </a:lnTo>
              </a:path>
              <a:path w="21600" h="21600">
                <a:moveTo>
                  <a:pt x="7998" y="20406"/>
                </a:moveTo>
                <a:lnTo>
                  <a:pt x="8022" y="20406"/>
                </a:lnTo>
                <a:lnTo>
                  <a:pt x="8022" y="20454"/>
                </a:lnTo>
                <a:lnTo>
                  <a:pt x="7998" y="20454"/>
                </a:lnTo>
              </a:path>
              <a:path w="21600" h="21600">
                <a:moveTo>
                  <a:pt x="3170" y="20404"/>
                </a:moveTo>
                <a:lnTo>
                  <a:pt x="3212" y="20404"/>
                </a:lnTo>
                <a:lnTo>
                  <a:pt x="3212" y="20489"/>
                </a:lnTo>
                <a:lnTo>
                  <a:pt x="3170" y="20489"/>
                </a:lnTo>
              </a:path>
              <a:path w="21600" h="21600">
                <a:moveTo>
                  <a:pt x="20642" y="20397"/>
                </a:moveTo>
                <a:lnTo>
                  <a:pt x="20695" y="20397"/>
                </a:lnTo>
                <a:lnTo>
                  <a:pt x="20695" y="20507"/>
                </a:lnTo>
                <a:lnTo>
                  <a:pt x="20642" y="20507"/>
                </a:lnTo>
              </a:path>
              <a:path w="21600" h="21600">
                <a:moveTo>
                  <a:pt x="19132" y="20397"/>
                </a:moveTo>
                <a:lnTo>
                  <a:pt x="19185" y="20397"/>
                </a:lnTo>
                <a:lnTo>
                  <a:pt x="19185" y="20507"/>
                </a:lnTo>
                <a:lnTo>
                  <a:pt x="19132" y="20507"/>
                </a:lnTo>
              </a:path>
              <a:path w="21600" h="21600">
                <a:moveTo>
                  <a:pt x="18683" y="20397"/>
                </a:moveTo>
                <a:lnTo>
                  <a:pt x="18737" y="20397"/>
                </a:lnTo>
                <a:lnTo>
                  <a:pt x="18737" y="20507"/>
                </a:lnTo>
                <a:lnTo>
                  <a:pt x="18683" y="20507"/>
                </a:lnTo>
              </a:path>
              <a:path w="21600" h="21600">
                <a:moveTo>
                  <a:pt x="18381" y="20397"/>
                </a:moveTo>
                <a:lnTo>
                  <a:pt x="18435" y="20397"/>
                </a:lnTo>
                <a:lnTo>
                  <a:pt x="18435" y="20507"/>
                </a:lnTo>
                <a:lnTo>
                  <a:pt x="18381" y="20507"/>
                </a:lnTo>
              </a:path>
              <a:path w="21600" h="21600">
                <a:moveTo>
                  <a:pt x="17928" y="20397"/>
                </a:moveTo>
                <a:lnTo>
                  <a:pt x="17982" y="20397"/>
                </a:lnTo>
                <a:lnTo>
                  <a:pt x="17982" y="20507"/>
                </a:lnTo>
                <a:lnTo>
                  <a:pt x="17928" y="20507"/>
                </a:lnTo>
              </a:path>
              <a:path w="21600" h="21600">
                <a:moveTo>
                  <a:pt x="16418" y="20397"/>
                </a:moveTo>
                <a:lnTo>
                  <a:pt x="16472" y="20397"/>
                </a:lnTo>
                <a:lnTo>
                  <a:pt x="16472" y="20507"/>
                </a:lnTo>
                <a:lnTo>
                  <a:pt x="16418" y="20507"/>
                </a:lnTo>
              </a:path>
              <a:path w="21600" h="21600">
                <a:moveTo>
                  <a:pt x="15977" y="20397"/>
                </a:moveTo>
                <a:lnTo>
                  <a:pt x="16031" y="20397"/>
                </a:lnTo>
                <a:lnTo>
                  <a:pt x="16031" y="20507"/>
                </a:lnTo>
                <a:lnTo>
                  <a:pt x="15977" y="20507"/>
                </a:lnTo>
              </a:path>
              <a:path w="21600" h="21600">
                <a:moveTo>
                  <a:pt x="15675" y="20397"/>
                </a:moveTo>
                <a:lnTo>
                  <a:pt x="15729" y="20397"/>
                </a:lnTo>
                <a:lnTo>
                  <a:pt x="15729" y="20507"/>
                </a:lnTo>
                <a:lnTo>
                  <a:pt x="15675" y="20507"/>
                </a:lnTo>
              </a:path>
              <a:path w="21600" h="21600">
                <a:moveTo>
                  <a:pt x="15222" y="20397"/>
                </a:moveTo>
                <a:lnTo>
                  <a:pt x="15276" y="20397"/>
                </a:lnTo>
                <a:lnTo>
                  <a:pt x="15276" y="20507"/>
                </a:lnTo>
                <a:lnTo>
                  <a:pt x="15222" y="20507"/>
                </a:lnTo>
              </a:path>
              <a:path w="21600" h="21600">
                <a:moveTo>
                  <a:pt x="13713" y="20397"/>
                </a:moveTo>
                <a:lnTo>
                  <a:pt x="13766" y="20397"/>
                </a:lnTo>
                <a:lnTo>
                  <a:pt x="13766" y="20507"/>
                </a:lnTo>
                <a:lnTo>
                  <a:pt x="13713" y="20507"/>
                </a:lnTo>
              </a:path>
              <a:path w="21600" h="21600">
                <a:moveTo>
                  <a:pt x="13264" y="20397"/>
                </a:moveTo>
                <a:lnTo>
                  <a:pt x="13318" y="20397"/>
                </a:lnTo>
                <a:lnTo>
                  <a:pt x="13318" y="20507"/>
                </a:lnTo>
                <a:lnTo>
                  <a:pt x="13264" y="20507"/>
                </a:lnTo>
              </a:path>
              <a:path w="21600" h="21600">
                <a:moveTo>
                  <a:pt x="12962" y="20397"/>
                </a:moveTo>
                <a:lnTo>
                  <a:pt x="13016" y="20397"/>
                </a:lnTo>
                <a:lnTo>
                  <a:pt x="13016" y="20507"/>
                </a:lnTo>
                <a:lnTo>
                  <a:pt x="12962" y="20507"/>
                </a:lnTo>
              </a:path>
              <a:path w="21600" h="21600">
                <a:moveTo>
                  <a:pt x="12509" y="20397"/>
                </a:moveTo>
                <a:lnTo>
                  <a:pt x="12563" y="20397"/>
                </a:lnTo>
                <a:lnTo>
                  <a:pt x="12563" y="20507"/>
                </a:lnTo>
                <a:lnTo>
                  <a:pt x="12509" y="20507"/>
                </a:lnTo>
              </a:path>
              <a:path w="21600" h="21600">
                <a:moveTo>
                  <a:pt x="10999" y="20397"/>
                </a:moveTo>
                <a:lnTo>
                  <a:pt x="11053" y="20397"/>
                </a:lnTo>
                <a:lnTo>
                  <a:pt x="11053" y="20507"/>
                </a:lnTo>
                <a:lnTo>
                  <a:pt x="10999" y="20507"/>
                </a:lnTo>
              </a:path>
              <a:path w="21600" h="21600">
                <a:moveTo>
                  <a:pt x="9036" y="20397"/>
                </a:moveTo>
                <a:lnTo>
                  <a:pt x="9089" y="20397"/>
                </a:lnTo>
                <a:lnTo>
                  <a:pt x="9089" y="20507"/>
                </a:lnTo>
                <a:lnTo>
                  <a:pt x="9036" y="20507"/>
                </a:lnTo>
              </a:path>
              <a:path w="21600" h="21600">
                <a:moveTo>
                  <a:pt x="8583" y="20397"/>
                </a:moveTo>
                <a:lnTo>
                  <a:pt x="8636" y="20397"/>
                </a:lnTo>
                <a:lnTo>
                  <a:pt x="8636" y="20507"/>
                </a:lnTo>
                <a:lnTo>
                  <a:pt x="8583" y="20507"/>
                </a:lnTo>
              </a:path>
              <a:path w="21600" h="21600">
                <a:moveTo>
                  <a:pt x="8281" y="20397"/>
                </a:moveTo>
                <a:lnTo>
                  <a:pt x="8334" y="20397"/>
                </a:lnTo>
                <a:lnTo>
                  <a:pt x="8334" y="20507"/>
                </a:lnTo>
                <a:lnTo>
                  <a:pt x="8281" y="20507"/>
                </a:lnTo>
              </a:path>
              <a:path w="21600" h="21600">
                <a:moveTo>
                  <a:pt x="7832" y="20397"/>
                </a:moveTo>
                <a:lnTo>
                  <a:pt x="7886" y="20397"/>
                </a:lnTo>
                <a:lnTo>
                  <a:pt x="7886" y="20507"/>
                </a:lnTo>
                <a:lnTo>
                  <a:pt x="7832" y="20507"/>
                </a:lnTo>
              </a:path>
              <a:path w="21600" h="21600">
                <a:moveTo>
                  <a:pt x="6323" y="20397"/>
                </a:moveTo>
                <a:lnTo>
                  <a:pt x="6376" y="20397"/>
                </a:lnTo>
                <a:lnTo>
                  <a:pt x="6376" y="20507"/>
                </a:lnTo>
                <a:lnTo>
                  <a:pt x="6323" y="20507"/>
                </a:lnTo>
              </a:path>
              <a:path w="21600" h="21600">
                <a:moveTo>
                  <a:pt x="5870" y="20397"/>
                </a:moveTo>
                <a:lnTo>
                  <a:pt x="5923" y="20397"/>
                </a:lnTo>
                <a:lnTo>
                  <a:pt x="5923" y="20507"/>
                </a:lnTo>
                <a:lnTo>
                  <a:pt x="5870" y="20507"/>
                </a:lnTo>
              </a:path>
              <a:path w="21600" h="21600">
                <a:moveTo>
                  <a:pt x="5568" y="20397"/>
                </a:moveTo>
                <a:lnTo>
                  <a:pt x="5621" y="20397"/>
                </a:lnTo>
                <a:lnTo>
                  <a:pt x="5621" y="20507"/>
                </a:lnTo>
                <a:lnTo>
                  <a:pt x="5568" y="20507"/>
                </a:lnTo>
              </a:path>
              <a:path w="21600" h="21600">
                <a:moveTo>
                  <a:pt x="5127" y="20397"/>
                </a:moveTo>
                <a:lnTo>
                  <a:pt x="5181" y="20397"/>
                </a:lnTo>
                <a:lnTo>
                  <a:pt x="5181" y="20507"/>
                </a:lnTo>
                <a:lnTo>
                  <a:pt x="5127" y="20507"/>
                </a:lnTo>
              </a:path>
              <a:path w="21600" h="21600">
                <a:moveTo>
                  <a:pt x="2414" y="20397"/>
                </a:moveTo>
                <a:lnTo>
                  <a:pt x="2467" y="20397"/>
                </a:lnTo>
                <a:lnTo>
                  <a:pt x="2467" y="20507"/>
                </a:lnTo>
                <a:lnTo>
                  <a:pt x="2414" y="20507"/>
                </a:lnTo>
              </a:path>
              <a:path w="21600" h="21600">
                <a:moveTo>
                  <a:pt x="904" y="20397"/>
                </a:moveTo>
                <a:lnTo>
                  <a:pt x="958" y="20397"/>
                </a:lnTo>
                <a:lnTo>
                  <a:pt x="958" y="20507"/>
                </a:lnTo>
                <a:lnTo>
                  <a:pt x="904" y="20507"/>
                </a:lnTo>
              </a:path>
              <a:path w="21600" h="21600">
                <a:moveTo>
                  <a:pt x="451" y="20397"/>
                </a:moveTo>
                <a:lnTo>
                  <a:pt x="505" y="20397"/>
                </a:lnTo>
                <a:lnTo>
                  <a:pt x="505" y="20507"/>
                </a:lnTo>
                <a:lnTo>
                  <a:pt x="451" y="20507"/>
                </a:lnTo>
              </a:path>
              <a:path w="21600" h="21600">
                <a:moveTo>
                  <a:pt x="149" y="20397"/>
                </a:moveTo>
                <a:lnTo>
                  <a:pt x="203" y="20397"/>
                </a:lnTo>
                <a:lnTo>
                  <a:pt x="203" y="20507"/>
                </a:lnTo>
                <a:lnTo>
                  <a:pt x="149" y="20507"/>
                </a:lnTo>
              </a:path>
              <a:path w="21600" h="21600">
                <a:moveTo>
                  <a:pt x="19584" y="20397"/>
                </a:moveTo>
                <a:lnTo>
                  <a:pt x="19639" y="20397"/>
                </a:lnTo>
                <a:lnTo>
                  <a:pt x="19639" y="20510"/>
                </a:lnTo>
                <a:lnTo>
                  <a:pt x="19584" y="20510"/>
                </a:lnTo>
              </a:path>
              <a:path w="21600" h="21600">
                <a:moveTo>
                  <a:pt x="16870" y="20397"/>
                </a:moveTo>
                <a:lnTo>
                  <a:pt x="16926" y="20397"/>
                </a:lnTo>
                <a:lnTo>
                  <a:pt x="16926" y="20510"/>
                </a:lnTo>
                <a:lnTo>
                  <a:pt x="16870" y="20510"/>
                </a:lnTo>
              </a:path>
              <a:path w="21600" h="21600">
                <a:moveTo>
                  <a:pt x="7379" y="20397"/>
                </a:moveTo>
                <a:lnTo>
                  <a:pt x="7434" y="20397"/>
                </a:lnTo>
                <a:lnTo>
                  <a:pt x="7434" y="20510"/>
                </a:lnTo>
                <a:lnTo>
                  <a:pt x="7379" y="20510"/>
                </a:lnTo>
              </a:path>
              <a:path w="21600" h="21600">
                <a:moveTo>
                  <a:pt x="4673" y="20397"/>
                </a:moveTo>
                <a:lnTo>
                  <a:pt x="4728" y="20397"/>
                </a:lnTo>
                <a:lnTo>
                  <a:pt x="4728" y="20510"/>
                </a:lnTo>
                <a:lnTo>
                  <a:pt x="4673" y="20510"/>
                </a:lnTo>
              </a:path>
              <a:path w="21600" h="21600">
                <a:moveTo>
                  <a:pt x="1960" y="20397"/>
                </a:moveTo>
                <a:lnTo>
                  <a:pt x="2015" y="20397"/>
                </a:lnTo>
                <a:lnTo>
                  <a:pt x="2015" y="20510"/>
                </a:lnTo>
                <a:lnTo>
                  <a:pt x="1960" y="20510"/>
                </a:lnTo>
              </a:path>
              <a:path w="21600" h="21600">
                <a:moveTo>
                  <a:pt x="2860" y="20388"/>
                </a:moveTo>
                <a:lnTo>
                  <a:pt x="2918" y="20388"/>
                </a:lnTo>
                <a:lnTo>
                  <a:pt x="2918" y="20509"/>
                </a:lnTo>
                <a:lnTo>
                  <a:pt x="2860" y="20509"/>
                </a:lnTo>
              </a:path>
              <a:path w="21600" h="21600">
                <a:moveTo>
                  <a:pt x="17179" y="20385"/>
                </a:moveTo>
                <a:lnTo>
                  <a:pt x="17221" y="20385"/>
                </a:lnTo>
                <a:lnTo>
                  <a:pt x="17221" y="20470"/>
                </a:lnTo>
                <a:lnTo>
                  <a:pt x="17179" y="20470"/>
                </a:lnTo>
              </a:path>
              <a:path w="21600" h="21600">
                <a:moveTo>
                  <a:pt x="13407" y="20382"/>
                </a:moveTo>
                <a:lnTo>
                  <a:pt x="13468" y="20382"/>
                </a:lnTo>
                <a:lnTo>
                  <a:pt x="13468" y="20507"/>
                </a:lnTo>
                <a:lnTo>
                  <a:pt x="13407" y="20507"/>
                </a:lnTo>
              </a:path>
              <a:path w="21600" h="21600">
                <a:moveTo>
                  <a:pt x="8131" y="20382"/>
                </a:moveTo>
                <a:lnTo>
                  <a:pt x="8192" y="20382"/>
                </a:lnTo>
                <a:lnTo>
                  <a:pt x="8192" y="20507"/>
                </a:lnTo>
                <a:lnTo>
                  <a:pt x="8131" y="20507"/>
                </a:lnTo>
              </a:path>
              <a:path w="21600" h="21600">
                <a:moveTo>
                  <a:pt x="17628" y="20362"/>
                </a:moveTo>
                <a:lnTo>
                  <a:pt x="17678" y="20362"/>
                </a:lnTo>
                <a:lnTo>
                  <a:pt x="17678" y="20465"/>
                </a:lnTo>
                <a:lnTo>
                  <a:pt x="17628" y="20465"/>
                </a:lnTo>
              </a:path>
              <a:path w="21600" h="21600">
                <a:moveTo>
                  <a:pt x="14922" y="20362"/>
                </a:moveTo>
                <a:lnTo>
                  <a:pt x="14972" y="20362"/>
                </a:lnTo>
                <a:lnTo>
                  <a:pt x="14972" y="20465"/>
                </a:lnTo>
                <a:lnTo>
                  <a:pt x="14922" y="20465"/>
                </a:lnTo>
              </a:path>
              <a:path w="21600" h="21600">
                <a:moveTo>
                  <a:pt x="12209" y="20362"/>
                </a:moveTo>
                <a:lnTo>
                  <a:pt x="12259" y="20362"/>
                </a:lnTo>
                <a:lnTo>
                  <a:pt x="12259" y="20465"/>
                </a:lnTo>
                <a:lnTo>
                  <a:pt x="12209" y="20465"/>
                </a:lnTo>
              </a:path>
              <a:path w="21600" h="21600">
                <a:moveTo>
                  <a:pt x="9340" y="20362"/>
                </a:moveTo>
                <a:lnTo>
                  <a:pt x="9390" y="20362"/>
                </a:lnTo>
                <a:lnTo>
                  <a:pt x="9390" y="20465"/>
                </a:lnTo>
                <a:lnTo>
                  <a:pt x="9340" y="20465"/>
                </a:lnTo>
              </a:path>
              <a:path w="21600" h="21600">
                <a:moveTo>
                  <a:pt x="3921" y="20362"/>
                </a:moveTo>
                <a:lnTo>
                  <a:pt x="3971" y="20362"/>
                </a:lnTo>
                <a:lnTo>
                  <a:pt x="3971" y="20465"/>
                </a:lnTo>
                <a:lnTo>
                  <a:pt x="3921" y="20465"/>
                </a:lnTo>
              </a:path>
              <a:path w="21600" h="21600">
                <a:moveTo>
                  <a:pt x="1208" y="20362"/>
                </a:moveTo>
                <a:lnTo>
                  <a:pt x="1258" y="20362"/>
                </a:lnTo>
                <a:lnTo>
                  <a:pt x="1258" y="20465"/>
                </a:lnTo>
                <a:lnTo>
                  <a:pt x="1208" y="20465"/>
                </a:lnTo>
              </a:path>
              <a:path w="21600" h="21600">
                <a:moveTo>
                  <a:pt x="20946" y="20359"/>
                </a:moveTo>
                <a:lnTo>
                  <a:pt x="20994" y="20359"/>
                </a:lnTo>
                <a:lnTo>
                  <a:pt x="20994" y="20458"/>
                </a:lnTo>
                <a:lnTo>
                  <a:pt x="20946" y="20458"/>
                </a:lnTo>
              </a:path>
              <a:path w="21600" h="21600">
                <a:moveTo>
                  <a:pt x="18233" y="20359"/>
                </a:moveTo>
                <a:lnTo>
                  <a:pt x="18281" y="20359"/>
                </a:lnTo>
                <a:lnTo>
                  <a:pt x="18281" y="20458"/>
                </a:lnTo>
                <a:lnTo>
                  <a:pt x="18233" y="20458"/>
                </a:lnTo>
              </a:path>
              <a:path w="21600" h="21600">
                <a:moveTo>
                  <a:pt x="15527" y="20359"/>
                </a:moveTo>
                <a:lnTo>
                  <a:pt x="15575" y="20359"/>
                </a:lnTo>
                <a:lnTo>
                  <a:pt x="15575" y="20458"/>
                </a:lnTo>
                <a:lnTo>
                  <a:pt x="15527" y="20458"/>
                </a:lnTo>
              </a:path>
              <a:path w="21600" h="21600">
                <a:moveTo>
                  <a:pt x="12814" y="20359"/>
                </a:moveTo>
                <a:lnTo>
                  <a:pt x="12862" y="20359"/>
                </a:lnTo>
                <a:lnTo>
                  <a:pt x="12862" y="20458"/>
                </a:lnTo>
                <a:lnTo>
                  <a:pt x="12814" y="20458"/>
                </a:lnTo>
              </a:path>
              <a:path w="21600" h="21600">
                <a:moveTo>
                  <a:pt x="6023" y="20359"/>
                </a:moveTo>
                <a:lnTo>
                  <a:pt x="6072" y="20359"/>
                </a:lnTo>
                <a:lnTo>
                  <a:pt x="6072" y="20458"/>
                </a:lnTo>
                <a:lnTo>
                  <a:pt x="6023" y="20458"/>
                </a:lnTo>
              </a:path>
              <a:path w="21600" h="21600">
                <a:moveTo>
                  <a:pt x="3318" y="20359"/>
                </a:moveTo>
                <a:lnTo>
                  <a:pt x="3366" y="20359"/>
                </a:lnTo>
                <a:lnTo>
                  <a:pt x="3366" y="20458"/>
                </a:lnTo>
                <a:lnTo>
                  <a:pt x="3318" y="20458"/>
                </a:lnTo>
              </a:path>
              <a:path w="21600" h="21600">
                <a:moveTo>
                  <a:pt x="605" y="20359"/>
                </a:moveTo>
                <a:lnTo>
                  <a:pt x="653" y="20359"/>
                </a:lnTo>
                <a:lnTo>
                  <a:pt x="653" y="20458"/>
                </a:lnTo>
                <a:lnTo>
                  <a:pt x="605" y="20458"/>
                </a:lnTo>
              </a:path>
              <a:path w="21600" h="21600">
                <a:moveTo>
                  <a:pt x="17775" y="20359"/>
                </a:moveTo>
                <a:lnTo>
                  <a:pt x="17833" y="20359"/>
                </a:lnTo>
                <a:lnTo>
                  <a:pt x="17833" y="20479"/>
                </a:lnTo>
                <a:lnTo>
                  <a:pt x="17775" y="20479"/>
                </a:lnTo>
              </a:path>
              <a:path w="21600" h="21600">
                <a:moveTo>
                  <a:pt x="3766" y="20359"/>
                </a:moveTo>
                <a:lnTo>
                  <a:pt x="3824" y="20359"/>
                </a:lnTo>
                <a:lnTo>
                  <a:pt x="3824" y="20479"/>
                </a:lnTo>
                <a:lnTo>
                  <a:pt x="3766" y="20479"/>
                </a:lnTo>
              </a:path>
              <a:path w="21600" h="21600">
                <a:moveTo>
                  <a:pt x="1363" y="20358"/>
                </a:moveTo>
                <a:lnTo>
                  <a:pt x="1404" y="20358"/>
                </a:lnTo>
                <a:lnTo>
                  <a:pt x="1404" y="20442"/>
                </a:lnTo>
                <a:lnTo>
                  <a:pt x="1363" y="20442"/>
                </a:lnTo>
              </a:path>
              <a:path w="21600" h="21600">
                <a:moveTo>
                  <a:pt x="20039" y="20355"/>
                </a:moveTo>
                <a:lnTo>
                  <a:pt x="20089" y="20355"/>
                </a:lnTo>
                <a:lnTo>
                  <a:pt x="20089" y="20457"/>
                </a:lnTo>
                <a:lnTo>
                  <a:pt x="20039" y="20457"/>
                </a:lnTo>
              </a:path>
              <a:path w="21600" h="21600">
                <a:moveTo>
                  <a:pt x="17326" y="20355"/>
                </a:moveTo>
                <a:lnTo>
                  <a:pt x="17376" y="20355"/>
                </a:lnTo>
                <a:lnTo>
                  <a:pt x="17376" y="20457"/>
                </a:lnTo>
                <a:lnTo>
                  <a:pt x="17326" y="20457"/>
                </a:lnTo>
              </a:path>
              <a:path w="21600" h="21600">
                <a:moveTo>
                  <a:pt x="11907" y="20355"/>
                </a:moveTo>
                <a:lnTo>
                  <a:pt x="11957" y="20355"/>
                </a:lnTo>
                <a:lnTo>
                  <a:pt x="11957" y="20457"/>
                </a:lnTo>
                <a:lnTo>
                  <a:pt x="11907" y="20457"/>
                </a:lnTo>
              </a:path>
              <a:path w="21600" h="21600">
                <a:moveTo>
                  <a:pt x="9642" y="20355"/>
                </a:moveTo>
                <a:lnTo>
                  <a:pt x="9692" y="20355"/>
                </a:lnTo>
                <a:lnTo>
                  <a:pt x="9692" y="20457"/>
                </a:lnTo>
                <a:lnTo>
                  <a:pt x="9642" y="20457"/>
                </a:lnTo>
              </a:path>
              <a:path w="21600" h="21600">
                <a:moveTo>
                  <a:pt x="6928" y="20355"/>
                </a:moveTo>
                <a:lnTo>
                  <a:pt x="6978" y="20355"/>
                </a:lnTo>
                <a:lnTo>
                  <a:pt x="6978" y="20457"/>
                </a:lnTo>
                <a:lnTo>
                  <a:pt x="6928" y="20457"/>
                </a:lnTo>
              </a:path>
              <a:path w="21600" h="21600">
                <a:moveTo>
                  <a:pt x="4223" y="20355"/>
                </a:moveTo>
                <a:lnTo>
                  <a:pt x="4273" y="20355"/>
                </a:lnTo>
                <a:lnTo>
                  <a:pt x="4273" y="20457"/>
                </a:lnTo>
                <a:lnTo>
                  <a:pt x="4223" y="20457"/>
                </a:lnTo>
              </a:path>
              <a:path w="21600" h="21600">
                <a:moveTo>
                  <a:pt x="1510" y="20355"/>
                </a:moveTo>
                <a:lnTo>
                  <a:pt x="1560" y="20355"/>
                </a:lnTo>
                <a:lnTo>
                  <a:pt x="1560" y="20457"/>
                </a:lnTo>
                <a:lnTo>
                  <a:pt x="1510" y="20457"/>
                </a:lnTo>
              </a:path>
              <a:path w="21600" h="21600">
                <a:moveTo>
                  <a:pt x="15378" y="20353"/>
                </a:moveTo>
                <a:lnTo>
                  <a:pt x="15423" y="20353"/>
                </a:lnTo>
                <a:lnTo>
                  <a:pt x="15423" y="20445"/>
                </a:lnTo>
                <a:lnTo>
                  <a:pt x="15378" y="20445"/>
                </a:lnTo>
              </a:path>
              <a:path w="21600" h="21600">
                <a:moveTo>
                  <a:pt x="12661" y="20348"/>
                </a:moveTo>
                <a:lnTo>
                  <a:pt x="12713" y="20348"/>
                </a:lnTo>
                <a:lnTo>
                  <a:pt x="12713" y="20454"/>
                </a:lnTo>
                <a:lnTo>
                  <a:pt x="12661" y="20454"/>
                </a:lnTo>
              </a:path>
              <a:path w="21600" h="21600">
                <a:moveTo>
                  <a:pt x="8886" y="20348"/>
                </a:moveTo>
                <a:lnTo>
                  <a:pt x="8938" y="20348"/>
                </a:lnTo>
                <a:lnTo>
                  <a:pt x="8938" y="20454"/>
                </a:lnTo>
                <a:lnTo>
                  <a:pt x="8886" y="20454"/>
                </a:lnTo>
              </a:path>
              <a:path w="21600" h="21600">
                <a:moveTo>
                  <a:pt x="3467" y="20348"/>
                </a:moveTo>
                <a:lnTo>
                  <a:pt x="3519" y="20348"/>
                </a:lnTo>
                <a:lnTo>
                  <a:pt x="3519" y="20454"/>
                </a:lnTo>
                <a:lnTo>
                  <a:pt x="3467" y="20454"/>
                </a:lnTo>
              </a:path>
              <a:path w="21600" h="21600">
                <a:moveTo>
                  <a:pt x="8745" y="20339"/>
                </a:moveTo>
                <a:lnTo>
                  <a:pt x="8776" y="20339"/>
                </a:lnTo>
                <a:lnTo>
                  <a:pt x="8776" y="20402"/>
                </a:lnTo>
                <a:lnTo>
                  <a:pt x="8745" y="20402"/>
                </a:lnTo>
              </a:path>
              <a:path w="21600" h="21600">
                <a:moveTo>
                  <a:pt x="21545" y="20330"/>
                </a:moveTo>
                <a:lnTo>
                  <a:pt x="21595" y="20330"/>
                </a:lnTo>
                <a:lnTo>
                  <a:pt x="21595" y="20433"/>
                </a:lnTo>
                <a:lnTo>
                  <a:pt x="21545" y="20433"/>
                </a:lnTo>
              </a:path>
              <a:path w="21600" h="21600">
                <a:moveTo>
                  <a:pt x="4" y="20330"/>
                </a:moveTo>
                <a:lnTo>
                  <a:pt x="54" y="20330"/>
                </a:lnTo>
                <a:lnTo>
                  <a:pt x="54" y="20433"/>
                </a:lnTo>
                <a:lnTo>
                  <a:pt x="4" y="20433"/>
                </a:lnTo>
              </a:path>
              <a:path w="21600" h="21600">
                <a:moveTo>
                  <a:pt x="5722" y="20329"/>
                </a:moveTo>
                <a:lnTo>
                  <a:pt x="5769" y="20329"/>
                </a:lnTo>
                <a:lnTo>
                  <a:pt x="5769" y="20425"/>
                </a:lnTo>
                <a:lnTo>
                  <a:pt x="5722" y="20425"/>
                </a:lnTo>
              </a:path>
              <a:path w="21600" h="21600">
                <a:moveTo>
                  <a:pt x="10550" y="20325"/>
                </a:moveTo>
                <a:lnTo>
                  <a:pt x="10595" y="20325"/>
                </a:lnTo>
                <a:lnTo>
                  <a:pt x="10595" y="20417"/>
                </a:lnTo>
                <a:lnTo>
                  <a:pt x="10550" y="20417"/>
                </a:lnTo>
              </a:path>
              <a:path w="21600" h="21600">
                <a:moveTo>
                  <a:pt x="21402" y="20321"/>
                </a:moveTo>
                <a:lnTo>
                  <a:pt x="21445" y="20321"/>
                </a:lnTo>
                <a:lnTo>
                  <a:pt x="21445" y="20409"/>
                </a:lnTo>
                <a:lnTo>
                  <a:pt x="21402" y="20409"/>
                </a:lnTo>
              </a:path>
              <a:path w="21600" h="21600">
                <a:moveTo>
                  <a:pt x="6633" y="20316"/>
                </a:moveTo>
                <a:lnTo>
                  <a:pt x="6670" y="20316"/>
                </a:lnTo>
                <a:lnTo>
                  <a:pt x="6670" y="20394"/>
                </a:lnTo>
                <a:lnTo>
                  <a:pt x="6633" y="20394"/>
                </a:lnTo>
              </a:path>
              <a:path w="21600" h="21600">
                <a:moveTo>
                  <a:pt x="11156" y="20308"/>
                </a:moveTo>
                <a:lnTo>
                  <a:pt x="11198" y="20308"/>
                </a:lnTo>
                <a:lnTo>
                  <a:pt x="11198" y="20393"/>
                </a:lnTo>
                <a:lnTo>
                  <a:pt x="11156" y="20393"/>
                </a:lnTo>
              </a:path>
              <a:path w="21600" h="21600">
                <a:moveTo>
                  <a:pt x="20189" y="20307"/>
                </a:moveTo>
                <a:lnTo>
                  <a:pt x="20242" y="20307"/>
                </a:lnTo>
                <a:lnTo>
                  <a:pt x="20242" y="20417"/>
                </a:lnTo>
                <a:lnTo>
                  <a:pt x="20189" y="20417"/>
                </a:lnTo>
              </a:path>
              <a:path w="21600" h="21600">
                <a:moveTo>
                  <a:pt x="14769" y="20307"/>
                </a:moveTo>
                <a:lnTo>
                  <a:pt x="14823" y="20307"/>
                </a:lnTo>
                <a:lnTo>
                  <a:pt x="14823" y="20417"/>
                </a:lnTo>
                <a:lnTo>
                  <a:pt x="14769" y="20417"/>
                </a:lnTo>
              </a:path>
              <a:path w="21600" h="21600">
                <a:moveTo>
                  <a:pt x="9489" y="20307"/>
                </a:moveTo>
                <a:lnTo>
                  <a:pt x="9542" y="20307"/>
                </a:lnTo>
                <a:lnTo>
                  <a:pt x="9542" y="20417"/>
                </a:lnTo>
                <a:lnTo>
                  <a:pt x="9489" y="20417"/>
                </a:lnTo>
              </a:path>
              <a:path w="21600" h="21600">
                <a:moveTo>
                  <a:pt x="6776" y="20307"/>
                </a:moveTo>
                <a:lnTo>
                  <a:pt x="6829" y="20307"/>
                </a:lnTo>
                <a:lnTo>
                  <a:pt x="6829" y="20417"/>
                </a:lnTo>
                <a:lnTo>
                  <a:pt x="6776" y="20417"/>
                </a:lnTo>
              </a:path>
              <a:path w="21600" h="21600">
                <a:moveTo>
                  <a:pt x="4070" y="20307"/>
                </a:moveTo>
                <a:lnTo>
                  <a:pt x="4124" y="20307"/>
                </a:lnTo>
                <a:lnTo>
                  <a:pt x="4124" y="20417"/>
                </a:lnTo>
                <a:lnTo>
                  <a:pt x="4070" y="20417"/>
                </a:lnTo>
              </a:path>
              <a:path w="21600" h="21600">
                <a:moveTo>
                  <a:pt x="16568" y="20303"/>
                </a:moveTo>
                <a:lnTo>
                  <a:pt x="16625" y="20303"/>
                </a:lnTo>
                <a:lnTo>
                  <a:pt x="16625" y="20420"/>
                </a:lnTo>
                <a:lnTo>
                  <a:pt x="16568" y="20420"/>
                </a:lnTo>
              </a:path>
              <a:path w="21600" h="21600">
                <a:moveTo>
                  <a:pt x="4974" y="20303"/>
                </a:moveTo>
                <a:lnTo>
                  <a:pt x="5031" y="20303"/>
                </a:lnTo>
                <a:lnTo>
                  <a:pt x="5031" y="20420"/>
                </a:lnTo>
                <a:lnTo>
                  <a:pt x="4974" y="20420"/>
                </a:lnTo>
              </a:path>
              <a:path w="21600" h="21600">
                <a:moveTo>
                  <a:pt x="17489" y="20296"/>
                </a:moveTo>
                <a:lnTo>
                  <a:pt x="17515" y="20296"/>
                </a:lnTo>
                <a:lnTo>
                  <a:pt x="17515" y="20349"/>
                </a:lnTo>
                <a:lnTo>
                  <a:pt x="17489" y="20349"/>
                </a:lnTo>
              </a:path>
              <a:path w="21600" h="21600">
                <a:moveTo>
                  <a:pt x="19741" y="20290"/>
                </a:moveTo>
                <a:lnTo>
                  <a:pt x="19784" y="20290"/>
                </a:lnTo>
                <a:lnTo>
                  <a:pt x="19784" y="20379"/>
                </a:lnTo>
                <a:lnTo>
                  <a:pt x="19741" y="20379"/>
                </a:lnTo>
              </a:path>
              <a:path w="21600" h="21600">
                <a:moveTo>
                  <a:pt x="18986" y="20290"/>
                </a:moveTo>
                <a:lnTo>
                  <a:pt x="19029" y="20290"/>
                </a:lnTo>
                <a:lnTo>
                  <a:pt x="19029" y="20379"/>
                </a:lnTo>
                <a:lnTo>
                  <a:pt x="18986" y="20379"/>
                </a:lnTo>
              </a:path>
              <a:path w="21600" h="21600">
                <a:moveTo>
                  <a:pt x="14322" y="20290"/>
                </a:moveTo>
                <a:lnTo>
                  <a:pt x="14365" y="20290"/>
                </a:lnTo>
                <a:lnTo>
                  <a:pt x="14365" y="20379"/>
                </a:lnTo>
                <a:lnTo>
                  <a:pt x="14322" y="20379"/>
                </a:lnTo>
              </a:path>
              <a:path w="21600" h="21600">
                <a:moveTo>
                  <a:pt x="13567" y="20290"/>
                </a:moveTo>
                <a:lnTo>
                  <a:pt x="13610" y="20290"/>
                </a:lnTo>
                <a:lnTo>
                  <a:pt x="13610" y="20379"/>
                </a:lnTo>
                <a:lnTo>
                  <a:pt x="13567" y="20379"/>
                </a:lnTo>
              </a:path>
              <a:path w="21600" h="21600">
                <a:moveTo>
                  <a:pt x="1815" y="20290"/>
                </a:moveTo>
                <a:lnTo>
                  <a:pt x="1858" y="20290"/>
                </a:lnTo>
                <a:lnTo>
                  <a:pt x="1858" y="20379"/>
                </a:lnTo>
                <a:lnTo>
                  <a:pt x="1815" y="20379"/>
                </a:lnTo>
              </a:path>
              <a:path w="21600" h="21600">
                <a:moveTo>
                  <a:pt x="16269" y="20288"/>
                </a:moveTo>
                <a:lnTo>
                  <a:pt x="16319" y="20288"/>
                </a:lnTo>
                <a:lnTo>
                  <a:pt x="16319" y="20390"/>
                </a:lnTo>
                <a:lnTo>
                  <a:pt x="16269" y="20390"/>
                </a:lnTo>
              </a:path>
              <a:path w="21600" h="21600">
                <a:moveTo>
                  <a:pt x="5280" y="20288"/>
                </a:moveTo>
                <a:lnTo>
                  <a:pt x="5330" y="20288"/>
                </a:lnTo>
                <a:lnTo>
                  <a:pt x="5330" y="20390"/>
                </a:lnTo>
                <a:lnTo>
                  <a:pt x="5280" y="20390"/>
                </a:lnTo>
              </a:path>
              <a:path w="21600" h="21600">
                <a:moveTo>
                  <a:pt x="17024" y="20280"/>
                </a:moveTo>
                <a:lnTo>
                  <a:pt x="17074" y="20280"/>
                </a:lnTo>
                <a:lnTo>
                  <a:pt x="17074" y="20383"/>
                </a:lnTo>
                <a:lnTo>
                  <a:pt x="17024" y="20383"/>
                </a:lnTo>
              </a:path>
              <a:path w="21600" h="21600">
                <a:moveTo>
                  <a:pt x="11605" y="20280"/>
                </a:moveTo>
                <a:lnTo>
                  <a:pt x="11655" y="20280"/>
                </a:lnTo>
                <a:lnTo>
                  <a:pt x="11655" y="20383"/>
                </a:lnTo>
                <a:lnTo>
                  <a:pt x="11605" y="20383"/>
                </a:lnTo>
              </a:path>
              <a:path w="21600" h="21600">
                <a:moveTo>
                  <a:pt x="9944" y="20280"/>
                </a:moveTo>
                <a:lnTo>
                  <a:pt x="9994" y="20280"/>
                </a:lnTo>
                <a:lnTo>
                  <a:pt x="9994" y="20383"/>
                </a:lnTo>
                <a:lnTo>
                  <a:pt x="9944" y="20383"/>
                </a:lnTo>
              </a:path>
              <a:path w="21600" h="21600">
                <a:moveTo>
                  <a:pt x="4525" y="20280"/>
                </a:moveTo>
                <a:lnTo>
                  <a:pt x="4575" y="20280"/>
                </a:lnTo>
                <a:lnTo>
                  <a:pt x="4575" y="20383"/>
                </a:lnTo>
                <a:lnTo>
                  <a:pt x="4525" y="20383"/>
                </a:lnTo>
              </a:path>
              <a:path w="21600" h="21600">
                <a:moveTo>
                  <a:pt x="21100" y="20279"/>
                </a:moveTo>
                <a:lnTo>
                  <a:pt x="21143" y="20279"/>
                </a:lnTo>
                <a:lnTo>
                  <a:pt x="21143" y="20367"/>
                </a:lnTo>
                <a:lnTo>
                  <a:pt x="21100" y="20367"/>
                </a:lnTo>
              </a:path>
              <a:path w="21600" h="21600">
                <a:moveTo>
                  <a:pt x="10398" y="20279"/>
                </a:moveTo>
                <a:lnTo>
                  <a:pt x="10445" y="20279"/>
                </a:lnTo>
                <a:lnTo>
                  <a:pt x="10445" y="20375"/>
                </a:lnTo>
                <a:lnTo>
                  <a:pt x="10398" y="20375"/>
                </a:lnTo>
              </a:path>
              <a:path w="21600" h="21600">
                <a:moveTo>
                  <a:pt x="3622" y="20279"/>
                </a:moveTo>
                <a:lnTo>
                  <a:pt x="3665" y="20279"/>
                </a:lnTo>
                <a:lnTo>
                  <a:pt x="3665" y="20367"/>
                </a:lnTo>
                <a:lnTo>
                  <a:pt x="3622" y="20367"/>
                </a:lnTo>
              </a:path>
              <a:path w="21600" h="21600">
                <a:moveTo>
                  <a:pt x="20490" y="20268"/>
                </a:moveTo>
                <a:lnTo>
                  <a:pt x="20545" y="20268"/>
                </a:lnTo>
                <a:lnTo>
                  <a:pt x="20545" y="20382"/>
                </a:lnTo>
                <a:lnTo>
                  <a:pt x="20490" y="20382"/>
                </a:lnTo>
              </a:path>
              <a:path w="21600" h="21600">
                <a:moveTo>
                  <a:pt x="15071" y="20268"/>
                </a:moveTo>
                <a:lnTo>
                  <a:pt x="15126" y="20268"/>
                </a:lnTo>
                <a:lnTo>
                  <a:pt x="15126" y="20382"/>
                </a:lnTo>
                <a:lnTo>
                  <a:pt x="15071" y="20382"/>
                </a:lnTo>
              </a:path>
              <a:path w="21600" h="21600">
                <a:moveTo>
                  <a:pt x="6473" y="20268"/>
                </a:moveTo>
                <a:lnTo>
                  <a:pt x="6528" y="20268"/>
                </a:lnTo>
                <a:lnTo>
                  <a:pt x="6528" y="20382"/>
                </a:lnTo>
                <a:lnTo>
                  <a:pt x="6473" y="20382"/>
                </a:lnTo>
              </a:path>
              <a:path w="21600" h="21600">
                <a:moveTo>
                  <a:pt x="10847" y="20264"/>
                </a:moveTo>
                <a:lnTo>
                  <a:pt x="10903" y="20264"/>
                </a:lnTo>
                <a:lnTo>
                  <a:pt x="10903" y="20377"/>
                </a:lnTo>
                <a:lnTo>
                  <a:pt x="10847" y="20377"/>
                </a:lnTo>
              </a:path>
              <a:path w="21600" h="21600">
                <a:moveTo>
                  <a:pt x="14172" y="20263"/>
                </a:moveTo>
                <a:lnTo>
                  <a:pt x="14213" y="20263"/>
                </a:lnTo>
                <a:lnTo>
                  <a:pt x="14213" y="20348"/>
                </a:lnTo>
                <a:lnTo>
                  <a:pt x="14172" y="20348"/>
                </a:lnTo>
              </a:path>
              <a:path w="21600" h="21600">
                <a:moveTo>
                  <a:pt x="7999" y="20257"/>
                </a:moveTo>
                <a:lnTo>
                  <a:pt x="8021" y="20257"/>
                </a:lnTo>
                <a:lnTo>
                  <a:pt x="8021" y="20302"/>
                </a:lnTo>
                <a:lnTo>
                  <a:pt x="7999" y="20302"/>
                </a:lnTo>
              </a:path>
              <a:path w="21600" h="21600">
                <a:moveTo>
                  <a:pt x="19441" y="20245"/>
                </a:moveTo>
                <a:lnTo>
                  <a:pt x="19479" y="20245"/>
                </a:lnTo>
                <a:lnTo>
                  <a:pt x="19479" y="20322"/>
                </a:lnTo>
                <a:lnTo>
                  <a:pt x="19441" y="20322"/>
                </a:lnTo>
              </a:path>
              <a:path w="21600" h="21600">
                <a:moveTo>
                  <a:pt x="18086" y="20238"/>
                </a:moveTo>
                <a:lnTo>
                  <a:pt x="18126" y="20238"/>
                </a:lnTo>
                <a:lnTo>
                  <a:pt x="18126" y="20319"/>
                </a:lnTo>
                <a:lnTo>
                  <a:pt x="18086" y="20319"/>
                </a:lnTo>
              </a:path>
              <a:path w="21600" h="21600">
                <a:moveTo>
                  <a:pt x="16722" y="20222"/>
                </a:moveTo>
                <a:lnTo>
                  <a:pt x="16772" y="20222"/>
                </a:lnTo>
                <a:lnTo>
                  <a:pt x="16772" y="20325"/>
                </a:lnTo>
                <a:lnTo>
                  <a:pt x="16722" y="20325"/>
                </a:lnTo>
              </a:path>
              <a:path w="21600" h="21600">
                <a:moveTo>
                  <a:pt x="14016" y="20222"/>
                </a:moveTo>
                <a:lnTo>
                  <a:pt x="14066" y="20222"/>
                </a:lnTo>
                <a:lnTo>
                  <a:pt x="14066" y="20325"/>
                </a:lnTo>
                <a:lnTo>
                  <a:pt x="14016" y="20325"/>
                </a:lnTo>
              </a:path>
              <a:path w="21600" h="21600">
                <a:moveTo>
                  <a:pt x="11303" y="20222"/>
                </a:moveTo>
                <a:lnTo>
                  <a:pt x="11353" y="20222"/>
                </a:lnTo>
                <a:lnTo>
                  <a:pt x="11353" y="20325"/>
                </a:lnTo>
                <a:lnTo>
                  <a:pt x="11303" y="20325"/>
                </a:lnTo>
              </a:path>
              <a:path w="21600" h="21600">
                <a:moveTo>
                  <a:pt x="10245" y="20222"/>
                </a:moveTo>
                <a:lnTo>
                  <a:pt x="10296" y="20222"/>
                </a:lnTo>
                <a:lnTo>
                  <a:pt x="10296" y="20325"/>
                </a:lnTo>
                <a:lnTo>
                  <a:pt x="10245" y="20325"/>
                </a:lnTo>
              </a:path>
              <a:path w="21600" h="21600">
                <a:moveTo>
                  <a:pt x="7532" y="20222"/>
                </a:moveTo>
                <a:lnTo>
                  <a:pt x="7582" y="20222"/>
                </a:lnTo>
                <a:lnTo>
                  <a:pt x="7582" y="20325"/>
                </a:lnTo>
                <a:lnTo>
                  <a:pt x="7532" y="20325"/>
                </a:lnTo>
              </a:path>
              <a:path w="21600" h="21600">
                <a:moveTo>
                  <a:pt x="4827" y="20222"/>
                </a:moveTo>
                <a:lnTo>
                  <a:pt x="4877" y="20222"/>
                </a:lnTo>
                <a:lnTo>
                  <a:pt x="4877" y="20325"/>
                </a:lnTo>
                <a:lnTo>
                  <a:pt x="4827" y="20325"/>
                </a:lnTo>
              </a:path>
              <a:path w="21600" h="21600">
                <a:moveTo>
                  <a:pt x="2114" y="20222"/>
                </a:moveTo>
                <a:lnTo>
                  <a:pt x="2164" y="20222"/>
                </a:lnTo>
                <a:lnTo>
                  <a:pt x="2164" y="20325"/>
                </a:lnTo>
                <a:lnTo>
                  <a:pt x="2114" y="20325"/>
                </a:lnTo>
              </a:path>
              <a:path w="21600" h="21600">
                <a:moveTo>
                  <a:pt x="20348" y="20219"/>
                </a:moveTo>
                <a:lnTo>
                  <a:pt x="20384" y="20219"/>
                </a:lnTo>
                <a:lnTo>
                  <a:pt x="20384" y="20293"/>
                </a:lnTo>
                <a:lnTo>
                  <a:pt x="20348" y="20293"/>
                </a:lnTo>
              </a:path>
              <a:path w="21600" h="21600">
                <a:moveTo>
                  <a:pt x="19283" y="20215"/>
                </a:moveTo>
                <a:lnTo>
                  <a:pt x="19336" y="20215"/>
                </a:lnTo>
                <a:lnTo>
                  <a:pt x="19336" y="20325"/>
                </a:lnTo>
                <a:lnTo>
                  <a:pt x="19283" y="20325"/>
                </a:lnTo>
              </a:path>
              <a:path w="21600" h="21600">
                <a:moveTo>
                  <a:pt x="13864" y="20215"/>
                </a:moveTo>
                <a:lnTo>
                  <a:pt x="13917" y="20215"/>
                </a:lnTo>
                <a:lnTo>
                  <a:pt x="13917" y="20325"/>
                </a:lnTo>
                <a:lnTo>
                  <a:pt x="13864" y="20325"/>
                </a:lnTo>
              </a:path>
              <a:path w="21600" h="21600">
                <a:moveTo>
                  <a:pt x="7681" y="20215"/>
                </a:moveTo>
                <a:lnTo>
                  <a:pt x="7735" y="20215"/>
                </a:lnTo>
                <a:lnTo>
                  <a:pt x="7735" y="20325"/>
                </a:lnTo>
                <a:lnTo>
                  <a:pt x="7681" y="20325"/>
                </a:lnTo>
              </a:path>
              <a:path w="21600" h="21600">
                <a:moveTo>
                  <a:pt x="2263" y="20215"/>
                </a:moveTo>
                <a:lnTo>
                  <a:pt x="2316" y="20215"/>
                </a:lnTo>
                <a:lnTo>
                  <a:pt x="2316" y="20325"/>
                </a:lnTo>
                <a:lnTo>
                  <a:pt x="2263" y="20325"/>
                </a:lnTo>
              </a:path>
              <a:path w="21600" h="21600">
                <a:moveTo>
                  <a:pt x="1658" y="20188"/>
                </a:moveTo>
                <a:lnTo>
                  <a:pt x="1713" y="20188"/>
                </a:lnTo>
                <a:lnTo>
                  <a:pt x="1713" y="20301"/>
                </a:lnTo>
                <a:lnTo>
                  <a:pt x="1658" y="20301"/>
                </a:lnTo>
              </a:path>
              <a:path w="21600" h="21600">
                <a:moveTo>
                  <a:pt x="20947" y="20172"/>
                </a:moveTo>
                <a:lnTo>
                  <a:pt x="20994" y="20172"/>
                </a:lnTo>
                <a:lnTo>
                  <a:pt x="20994" y="20268"/>
                </a:lnTo>
                <a:lnTo>
                  <a:pt x="20947" y="20268"/>
                </a:lnTo>
              </a:path>
              <a:path w="21600" h="21600">
                <a:moveTo>
                  <a:pt x="18234" y="20172"/>
                </a:moveTo>
                <a:lnTo>
                  <a:pt x="18280" y="20172"/>
                </a:lnTo>
                <a:lnTo>
                  <a:pt x="18280" y="20268"/>
                </a:lnTo>
                <a:lnTo>
                  <a:pt x="18234" y="20268"/>
                </a:lnTo>
              </a:path>
              <a:path w="21600" h="21600">
                <a:moveTo>
                  <a:pt x="15528" y="20172"/>
                </a:moveTo>
                <a:lnTo>
                  <a:pt x="15575" y="20172"/>
                </a:lnTo>
                <a:lnTo>
                  <a:pt x="15575" y="20268"/>
                </a:lnTo>
                <a:lnTo>
                  <a:pt x="15528" y="20268"/>
                </a:lnTo>
              </a:path>
              <a:path w="21600" h="21600">
                <a:moveTo>
                  <a:pt x="12815" y="20172"/>
                </a:moveTo>
                <a:lnTo>
                  <a:pt x="12861" y="20172"/>
                </a:lnTo>
                <a:lnTo>
                  <a:pt x="12861" y="20268"/>
                </a:lnTo>
                <a:lnTo>
                  <a:pt x="12815" y="20268"/>
                </a:lnTo>
              </a:path>
              <a:path w="21600" h="21600">
                <a:moveTo>
                  <a:pt x="6024" y="20172"/>
                </a:moveTo>
                <a:lnTo>
                  <a:pt x="6071" y="20172"/>
                </a:lnTo>
                <a:lnTo>
                  <a:pt x="6071" y="20268"/>
                </a:lnTo>
                <a:lnTo>
                  <a:pt x="6024" y="20268"/>
                </a:lnTo>
              </a:path>
              <a:path w="21600" h="21600">
                <a:moveTo>
                  <a:pt x="3319" y="20172"/>
                </a:moveTo>
                <a:lnTo>
                  <a:pt x="3365" y="20172"/>
                </a:lnTo>
                <a:lnTo>
                  <a:pt x="3365" y="20268"/>
                </a:lnTo>
                <a:lnTo>
                  <a:pt x="3319" y="20268"/>
                </a:lnTo>
              </a:path>
              <a:path w="21600" h="21600">
                <a:moveTo>
                  <a:pt x="605" y="20172"/>
                </a:moveTo>
                <a:lnTo>
                  <a:pt x="652" y="20172"/>
                </a:lnTo>
                <a:lnTo>
                  <a:pt x="652" y="20268"/>
                </a:lnTo>
                <a:lnTo>
                  <a:pt x="605" y="20268"/>
                </a:lnTo>
              </a:path>
              <a:path w="21600" h="21600">
                <a:moveTo>
                  <a:pt x="11157" y="20172"/>
                </a:moveTo>
                <a:lnTo>
                  <a:pt x="11197" y="20172"/>
                </a:lnTo>
                <a:lnTo>
                  <a:pt x="11197" y="20253"/>
                </a:lnTo>
                <a:lnTo>
                  <a:pt x="11157" y="20253"/>
                </a:lnTo>
              </a:path>
              <a:path w="21600" h="21600">
                <a:moveTo>
                  <a:pt x="12067" y="20164"/>
                </a:moveTo>
                <a:lnTo>
                  <a:pt x="12099" y="20164"/>
                </a:lnTo>
                <a:lnTo>
                  <a:pt x="12099" y="20231"/>
                </a:lnTo>
                <a:lnTo>
                  <a:pt x="12067" y="20231"/>
                </a:lnTo>
              </a:path>
              <a:path w="21600" h="21600">
                <a:moveTo>
                  <a:pt x="17629" y="20155"/>
                </a:moveTo>
                <a:lnTo>
                  <a:pt x="17677" y="20155"/>
                </a:lnTo>
                <a:lnTo>
                  <a:pt x="17677" y="20254"/>
                </a:lnTo>
                <a:lnTo>
                  <a:pt x="17629" y="20254"/>
                </a:lnTo>
              </a:path>
              <a:path w="21600" h="21600">
                <a:moveTo>
                  <a:pt x="14923" y="20155"/>
                </a:moveTo>
                <a:lnTo>
                  <a:pt x="14971" y="20155"/>
                </a:lnTo>
                <a:lnTo>
                  <a:pt x="14971" y="20254"/>
                </a:lnTo>
                <a:lnTo>
                  <a:pt x="14923" y="20254"/>
                </a:lnTo>
              </a:path>
              <a:path w="21600" h="21600">
                <a:moveTo>
                  <a:pt x="12210" y="20155"/>
                </a:moveTo>
                <a:lnTo>
                  <a:pt x="12258" y="20155"/>
                </a:lnTo>
                <a:lnTo>
                  <a:pt x="12258" y="20254"/>
                </a:lnTo>
                <a:lnTo>
                  <a:pt x="12210" y="20254"/>
                </a:lnTo>
              </a:path>
              <a:path w="21600" h="21600">
                <a:moveTo>
                  <a:pt x="9340" y="20155"/>
                </a:moveTo>
                <a:lnTo>
                  <a:pt x="9389" y="20155"/>
                </a:lnTo>
                <a:lnTo>
                  <a:pt x="9389" y="20254"/>
                </a:lnTo>
                <a:lnTo>
                  <a:pt x="9340" y="20254"/>
                </a:lnTo>
              </a:path>
              <a:path w="21600" h="21600">
                <a:moveTo>
                  <a:pt x="3922" y="20155"/>
                </a:moveTo>
                <a:lnTo>
                  <a:pt x="3970" y="20155"/>
                </a:lnTo>
                <a:lnTo>
                  <a:pt x="3970" y="20254"/>
                </a:lnTo>
                <a:lnTo>
                  <a:pt x="3922" y="20254"/>
                </a:lnTo>
              </a:path>
              <a:path w="21600" h="21600">
                <a:moveTo>
                  <a:pt x="1209" y="20155"/>
                </a:moveTo>
                <a:lnTo>
                  <a:pt x="1257" y="20155"/>
                </a:lnTo>
                <a:lnTo>
                  <a:pt x="1257" y="20254"/>
                </a:lnTo>
                <a:lnTo>
                  <a:pt x="1209" y="20254"/>
                </a:lnTo>
              </a:path>
              <a:path w="21600" h="21600">
                <a:moveTo>
                  <a:pt x="8746" y="20152"/>
                </a:moveTo>
                <a:lnTo>
                  <a:pt x="8775" y="20152"/>
                </a:lnTo>
                <a:lnTo>
                  <a:pt x="8775" y="20212"/>
                </a:lnTo>
                <a:lnTo>
                  <a:pt x="8746" y="20212"/>
                </a:lnTo>
              </a:path>
              <a:path w="21600" h="21600">
                <a:moveTo>
                  <a:pt x="4373" y="20149"/>
                </a:moveTo>
                <a:lnTo>
                  <a:pt x="4425" y="20149"/>
                </a:lnTo>
                <a:lnTo>
                  <a:pt x="4425" y="20255"/>
                </a:lnTo>
                <a:lnTo>
                  <a:pt x="4373" y="20255"/>
                </a:lnTo>
              </a:path>
              <a:path w="21600" h="21600">
                <a:moveTo>
                  <a:pt x="20040" y="20147"/>
                </a:moveTo>
                <a:lnTo>
                  <a:pt x="20089" y="20147"/>
                </a:lnTo>
                <a:lnTo>
                  <a:pt x="20089" y="20246"/>
                </a:lnTo>
                <a:lnTo>
                  <a:pt x="20040" y="20246"/>
                </a:lnTo>
              </a:path>
              <a:path w="21600" h="21600">
                <a:moveTo>
                  <a:pt x="17327" y="20147"/>
                </a:moveTo>
                <a:lnTo>
                  <a:pt x="17375" y="20147"/>
                </a:lnTo>
                <a:lnTo>
                  <a:pt x="17375" y="20246"/>
                </a:lnTo>
                <a:lnTo>
                  <a:pt x="17327" y="20246"/>
                </a:lnTo>
              </a:path>
              <a:path w="21600" h="21600">
                <a:moveTo>
                  <a:pt x="11908" y="20147"/>
                </a:moveTo>
                <a:lnTo>
                  <a:pt x="11956" y="20147"/>
                </a:lnTo>
                <a:lnTo>
                  <a:pt x="11956" y="20246"/>
                </a:lnTo>
                <a:lnTo>
                  <a:pt x="11908" y="20246"/>
                </a:lnTo>
              </a:path>
              <a:path w="21600" h="21600">
                <a:moveTo>
                  <a:pt x="9642" y="20147"/>
                </a:moveTo>
                <a:lnTo>
                  <a:pt x="9691" y="20147"/>
                </a:lnTo>
                <a:lnTo>
                  <a:pt x="9691" y="20246"/>
                </a:lnTo>
                <a:lnTo>
                  <a:pt x="9642" y="20246"/>
                </a:lnTo>
              </a:path>
              <a:path w="21600" h="21600">
                <a:moveTo>
                  <a:pt x="6929" y="20147"/>
                </a:moveTo>
                <a:lnTo>
                  <a:pt x="6978" y="20147"/>
                </a:lnTo>
                <a:lnTo>
                  <a:pt x="6978" y="20246"/>
                </a:lnTo>
                <a:lnTo>
                  <a:pt x="6929" y="20246"/>
                </a:lnTo>
              </a:path>
              <a:path w="21600" h="21600">
                <a:moveTo>
                  <a:pt x="4224" y="20147"/>
                </a:moveTo>
                <a:lnTo>
                  <a:pt x="4272" y="20147"/>
                </a:lnTo>
                <a:lnTo>
                  <a:pt x="4272" y="20246"/>
                </a:lnTo>
                <a:lnTo>
                  <a:pt x="4224" y="20246"/>
                </a:lnTo>
              </a:path>
              <a:path w="21600" h="21600">
                <a:moveTo>
                  <a:pt x="1510" y="20147"/>
                </a:moveTo>
                <a:lnTo>
                  <a:pt x="1559" y="20147"/>
                </a:lnTo>
                <a:lnTo>
                  <a:pt x="1559" y="20246"/>
                </a:lnTo>
                <a:lnTo>
                  <a:pt x="1510" y="20246"/>
                </a:lnTo>
              </a:path>
              <a:path w="21600" h="21600">
                <a:moveTo>
                  <a:pt x="3171" y="20143"/>
                </a:moveTo>
                <a:lnTo>
                  <a:pt x="3211" y="20143"/>
                </a:lnTo>
                <a:lnTo>
                  <a:pt x="3211" y="20224"/>
                </a:lnTo>
                <a:lnTo>
                  <a:pt x="3171" y="20224"/>
                </a:lnTo>
              </a:path>
              <a:path w="21600" h="21600">
                <a:moveTo>
                  <a:pt x="19742" y="20142"/>
                </a:moveTo>
                <a:lnTo>
                  <a:pt x="19783" y="20142"/>
                </a:lnTo>
                <a:lnTo>
                  <a:pt x="19783" y="20226"/>
                </a:lnTo>
                <a:lnTo>
                  <a:pt x="19742" y="20226"/>
                </a:lnTo>
              </a:path>
              <a:path w="21600" h="21600">
                <a:moveTo>
                  <a:pt x="18987" y="20142"/>
                </a:moveTo>
                <a:lnTo>
                  <a:pt x="19028" y="20142"/>
                </a:lnTo>
                <a:lnTo>
                  <a:pt x="19028" y="20226"/>
                </a:lnTo>
                <a:lnTo>
                  <a:pt x="18987" y="20226"/>
                </a:lnTo>
              </a:path>
              <a:path w="21600" h="21600">
                <a:moveTo>
                  <a:pt x="14323" y="20142"/>
                </a:moveTo>
                <a:lnTo>
                  <a:pt x="14364" y="20142"/>
                </a:lnTo>
                <a:lnTo>
                  <a:pt x="14364" y="20226"/>
                </a:lnTo>
                <a:lnTo>
                  <a:pt x="14323" y="20226"/>
                </a:lnTo>
              </a:path>
              <a:path w="21600" h="21600">
                <a:moveTo>
                  <a:pt x="13568" y="20142"/>
                </a:moveTo>
                <a:lnTo>
                  <a:pt x="13609" y="20142"/>
                </a:lnTo>
                <a:lnTo>
                  <a:pt x="13609" y="20226"/>
                </a:lnTo>
                <a:lnTo>
                  <a:pt x="13568" y="20226"/>
                </a:lnTo>
              </a:path>
              <a:path w="21600" h="21600">
                <a:moveTo>
                  <a:pt x="1816" y="20142"/>
                </a:moveTo>
                <a:lnTo>
                  <a:pt x="1857" y="20142"/>
                </a:lnTo>
                <a:lnTo>
                  <a:pt x="1857" y="20226"/>
                </a:lnTo>
                <a:lnTo>
                  <a:pt x="1816" y="20226"/>
                </a:lnTo>
              </a:path>
              <a:path w="21600" h="21600">
                <a:moveTo>
                  <a:pt x="21545" y="20141"/>
                </a:moveTo>
                <a:lnTo>
                  <a:pt x="21594" y="20141"/>
                </a:lnTo>
                <a:lnTo>
                  <a:pt x="21594" y="20240"/>
                </a:lnTo>
                <a:lnTo>
                  <a:pt x="21545" y="20240"/>
                </a:lnTo>
              </a:path>
              <a:path w="21600" h="21600">
                <a:moveTo>
                  <a:pt x="5" y="20141"/>
                </a:moveTo>
                <a:lnTo>
                  <a:pt x="53" y="20141"/>
                </a:lnTo>
                <a:lnTo>
                  <a:pt x="53" y="20240"/>
                </a:lnTo>
                <a:lnTo>
                  <a:pt x="5" y="20240"/>
                </a:lnTo>
              </a:path>
              <a:path w="21600" h="21600">
                <a:moveTo>
                  <a:pt x="20642" y="20136"/>
                </a:moveTo>
                <a:lnTo>
                  <a:pt x="20694" y="20136"/>
                </a:lnTo>
                <a:lnTo>
                  <a:pt x="20694" y="20242"/>
                </a:lnTo>
                <a:lnTo>
                  <a:pt x="20642" y="20242"/>
                </a:lnTo>
              </a:path>
              <a:path w="21600" h="21600">
                <a:moveTo>
                  <a:pt x="19133" y="20136"/>
                </a:moveTo>
                <a:lnTo>
                  <a:pt x="19184" y="20136"/>
                </a:lnTo>
                <a:lnTo>
                  <a:pt x="19184" y="20242"/>
                </a:lnTo>
                <a:lnTo>
                  <a:pt x="19133" y="20242"/>
                </a:lnTo>
              </a:path>
              <a:path w="21600" h="21600">
                <a:moveTo>
                  <a:pt x="18684" y="20136"/>
                </a:moveTo>
                <a:lnTo>
                  <a:pt x="18736" y="20136"/>
                </a:lnTo>
                <a:lnTo>
                  <a:pt x="18736" y="20242"/>
                </a:lnTo>
                <a:lnTo>
                  <a:pt x="18684" y="20242"/>
                </a:lnTo>
              </a:path>
              <a:path w="21600" h="21600">
                <a:moveTo>
                  <a:pt x="18382" y="20136"/>
                </a:moveTo>
                <a:lnTo>
                  <a:pt x="18434" y="20136"/>
                </a:lnTo>
                <a:lnTo>
                  <a:pt x="18434" y="20242"/>
                </a:lnTo>
                <a:lnTo>
                  <a:pt x="18382" y="20242"/>
                </a:lnTo>
              </a:path>
              <a:path w="21600" h="21600">
                <a:moveTo>
                  <a:pt x="17929" y="20136"/>
                </a:moveTo>
                <a:lnTo>
                  <a:pt x="17981" y="20136"/>
                </a:lnTo>
                <a:lnTo>
                  <a:pt x="17981" y="20242"/>
                </a:lnTo>
                <a:lnTo>
                  <a:pt x="17929" y="20242"/>
                </a:lnTo>
              </a:path>
              <a:path w="21600" h="21600">
                <a:moveTo>
                  <a:pt x="16419" y="20136"/>
                </a:moveTo>
                <a:lnTo>
                  <a:pt x="16471" y="20136"/>
                </a:lnTo>
                <a:lnTo>
                  <a:pt x="16471" y="20242"/>
                </a:lnTo>
                <a:lnTo>
                  <a:pt x="16419" y="20242"/>
                </a:lnTo>
              </a:path>
              <a:path w="21600" h="21600">
                <a:moveTo>
                  <a:pt x="15978" y="20136"/>
                </a:moveTo>
                <a:lnTo>
                  <a:pt x="16030" y="20136"/>
                </a:lnTo>
                <a:lnTo>
                  <a:pt x="16030" y="20242"/>
                </a:lnTo>
                <a:lnTo>
                  <a:pt x="15978" y="20242"/>
                </a:lnTo>
              </a:path>
              <a:path w="21600" h="21600">
                <a:moveTo>
                  <a:pt x="15676" y="20136"/>
                </a:moveTo>
                <a:lnTo>
                  <a:pt x="15728" y="20136"/>
                </a:lnTo>
                <a:lnTo>
                  <a:pt x="15728" y="20242"/>
                </a:lnTo>
                <a:lnTo>
                  <a:pt x="15676" y="20242"/>
                </a:lnTo>
              </a:path>
              <a:path w="21600" h="21600">
                <a:moveTo>
                  <a:pt x="15223" y="20136"/>
                </a:moveTo>
                <a:lnTo>
                  <a:pt x="15275" y="20136"/>
                </a:lnTo>
                <a:lnTo>
                  <a:pt x="15275" y="20242"/>
                </a:lnTo>
                <a:lnTo>
                  <a:pt x="15223" y="20242"/>
                </a:lnTo>
              </a:path>
              <a:path w="21600" h="21600">
                <a:moveTo>
                  <a:pt x="13713" y="20136"/>
                </a:moveTo>
                <a:lnTo>
                  <a:pt x="13765" y="20136"/>
                </a:lnTo>
                <a:lnTo>
                  <a:pt x="13765" y="20242"/>
                </a:lnTo>
                <a:lnTo>
                  <a:pt x="13713" y="20242"/>
                </a:lnTo>
              </a:path>
              <a:path w="21600" h="21600">
                <a:moveTo>
                  <a:pt x="13265" y="20136"/>
                </a:moveTo>
                <a:lnTo>
                  <a:pt x="13317" y="20136"/>
                </a:lnTo>
                <a:lnTo>
                  <a:pt x="13317" y="20242"/>
                </a:lnTo>
                <a:lnTo>
                  <a:pt x="13265" y="20242"/>
                </a:lnTo>
              </a:path>
              <a:path w="21600" h="21600">
                <a:moveTo>
                  <a:pt x="12963" y="20136"/>
                </a:moveTo>
                <a:lnTo>
                  <a:pt x="13015" y="20136"/>
                </a:lnTo>
                <a:lnTo>
                  <a:pt x="13015" y="20242"/>
                </a:lnTo>
                <a:lnTo>
                  <a:pt x="12963" y="20242"/>
                </a:lnTo>
              </a:path>
              <a:path w="21600" h="21600">
                <a:moveTo>
                  <a:pt x="12510" y="20136"/>
                </a:moveTo>
                <a:lnTo>
                  <a:pt x="12562" y="20136"/>
                </a:lnTo>
                <a:lnTo>
                  <a:pt x="12562" y="20242"/>
                </a:lnTo>
                <a:lnTo>
                  <a:pt x="12510" y="20242"/>
                </a:lnTo>
              </a:path>
              <a:path w="21600" h="21600">
                <a:moveTo>
                  <a:pt x="11000" y="20136"/>
                </a:moveTo>
                <a:lnTo>
                  <a:pt x="11052" y="20136"/>
                </a:lnTo>
                <a:lnTo>
                  <a:pt x="11052" y="20242"/>
                </a:lnTo>
                <a:lnTo>
                  <a:pt x="11000" y="20242"/>
                </a:lnTo>
              </a:path>
              <a:path w="21600" h="21600">
                <a:moveTo>
                  <a:pt x="9037" y="20136"/>
                </a:moveTo>
                <a:lnTo>
                  <a:pt x="9089" y="20136"/>
                </a:lnTo>
                <a:lnTo>
                  <a:pt x="9089" y="20242"/>
                </a:lnTo>
                <a:lnTo>
                  <a:pt x="9037" y="20242"/>
                </a:lnTo>
              </a:path>
              <a:path w="21600" h="21600">
                <a:moveTo>
                  <a:pt x="8584" y="20136"/>
                </a:moveTo>
                <a:lnTo>
                  <a:pt x="8636" y="20136"/>
                </a:lnTo>
                <a:lnTo>
                  <a:pt x="8636" y="20242"/>
                </a:lnTo>
                <a:lnTo>
                  <a:pt x="8584" y="20242"/>
                </a:lnTo>
              </a:path>
              <a:path w="21600" h="21600">
                <a:moveTo>
                  <a:pt x="8282" y="20136"/>
                </a:moveTo>
                <a:lnTo>
                  <a:pt x="8334" y="20136"/>
                </a:lnTo>
                <a:lnTo>
                  <a:pt x="8334" y="20242"/>
                </a:lnTo>
                <a:lnTo>
                  <a:pt x="8282" y="20242"/>
                </a:lnTo>
              </a:path>
              <a:path w="21600" h="21600">
                <a:moveTo>
                  <a:pt x="7833" y="20136"/>
                </a:moveTo>
                <a:lnTo>
                  <a:pt x="7885" y="20136"/>
                </a:lnTo>
                <a:lnTo>
                  <a:pt x="7885" y="20242"/>
                </a:lnTo>
                <a:lnTo>
                  <a:pt x="7833" y="20242"/>
                </a:lnTo>
              </a:path>
              <a:path w="21600" h="21600">
                <a:moveTo>
                  <a:pt x="6324" y="20136"/>
                </a:moveTo>
                <a:lnTo>
                  <a:pt x="6375" y="20136"/>
                </a:lnTo>
                <a:lnTo>
                  <a:pt x="6375" y="20242"/>
                </a:lnTo>
                <a:lnTo>
                  <a:pt x="6324" y="20242"/>
                </a:lnTo>
              </a:path>
              <a:path w="21600" h="21600">
                <a:moveTo>
                  <a:pt x="5871" y="20136"/>
                </a:moveTo>
                <a:lnTo>
                  <a:pt x="5923" y="20136"/>
                </a:lnTo>
                <a:lnTo>
                  <a:pt x="5923" y="20242"/>
                </a:lnTo>
                <a:lnTo>
                  <a:pt x="5871" y="20242"/>
                </a:lnTo>
              </a:path>
              <a:path w="21600" h="21600">
                <a:moveTo>
                  <a:pt x="5569" y="20136"/>
                </a:moveTo>
                <a:lnTo>
                  <a:pt x="5621" y="20136"/>
                </a:lnTo>
                <a:lnTo>
                  <a:pt x="5621" y="20242"/>
                </a:lnTo>
                <a:lnTo>
                  <a:pt x="5569" y="20242"/>
                </a:lnTo>
              </a:path>
              <a:path w="21600" h="21600">
                <a:moveTo>
                  <a:pt x="5128" y="20136"/>
                </a:moveTo>
                <a:lnTo>
                  <a:pt x="5180" y="20136"/>
                </a:lnTo>
                <a:lnTo>
                  <a:pt x="5180" y="20242"/>
                </a:lnTo>
                <a:lnTo>
                  <a:pt x="5128" y="20242"/>
                </a:lnTo>
              </a:path>
              <a:path w="21600" h="21600">
                <a:moveTo>
                  <a:pt x="2415" y="20136"/>
                </a:moveTo>
                <a:lnTo>
                  <a:pt x="2466" y="20136"/>
                </a:lnTo>
                <a:lnTo>
                  <a:pt x="2466" y="20242"/>
                </a:lnTo>
                <a:lnTo>
                  <a:pt x="2415" y="20242"/>
                </a:lnTo>
              </a:path>
              <a:path w="21600" h="21600">
                <a:moveTo>
                  <a:pt x="905" y="20136"/>
                </a:moveTo>
                <a:lnTo>
                  <a:pt x="957" y="20136"/>
                </a:lnTo>
                <a:lnTo>
                  <a:pt x="957" y="20242"/>
                </a:lnTo>
                <a:lnTo>
                  <a:pt x="905" y="20242"/>
                </a:lnTo>
              </a:path>
              <a:path w="21600" h="21600">
                <a:moveTo>
                  <a:pt x="452" y="20136"/>
                </a:moveTo>
                <a:lnTo>
                  <a:pt x="504" y="20136"/>
                </a:lnTo>
                <a:lnTo>
                  <a:pt x="504" y="20242"/>
                </a:lnTo>
                <a:lnTo>
                  <a:pt x="452" y="20242"/>
                </a:lnTo>
              </a:path>
              <a:path w="21600" h="21600">
                <a:moveTo>
                  <a:pt x="150" y="20136"/>
                </a:moveTo>
                <a:lnTo>
                  <a:pt x="202" y="20136"/>
                </a:lnTo>
                <a:lnTo>
                  <a:pt x="202" y="20242"/>
                </a:lnTo>
                <a:lnTo>
                  <a:pt x="150" y="20242"/>
                </a:lnTo>
              </a:path>
              <a:path w="21600" h="21600">
                <a:moveTo>
                  <a:pt x="11451" y="20130"/>
                </a:moveTo>
                <a:lnTo>
                  <a:pt x="11508" y="20130"/>
                </a:lnTo>
                <a:lnTo>
                  <a:pt x="11508" y="20247"/>
                </a:lnTo>
                <a:lnTo>
                  <a:pt x="11451" y="20247"/>
                </a:lnTo>
              </a:path>
              <a:path w="21600" h="21600">
                <a:moveTo>
                  <a:pt x="1052" y="20128"/>
                </a:moveTo>
                <a:lnTo>
                  <a:pt x="1111" y="20128"/>
                </a:lnTo>
                <a:lnTo>
                  <a:pt x="1111" y="20249"/>
                </a:lnTo>
                <a:lnTo>
                  <a:pt x="1052" y="20249"/>
                </a:lnTo>
              </a:path>
              <a:path w="21600" h="21600">
                <a:moveTo>
                  <a:pt x="2860" y="20127"/>
                </a:moveTo>
                <a:lnTo>
                  <a:pt x="2917" y="20127"/>
                </a:lnTo>
                <a:lnTo>
                  <a:pt x="2917" y="20244"/>
                </a:lnTo>
                <a:lnTo>
                  <a:pt x="2860" y="20244"/>
                </a:lnTo>
              </a:path>
              <a:path w="21600" h="21600">
                <a:moveTo>
                  <a:pt x="17180" y="20125"/>
                </a:moveTo>
                <a:lnTo>
                  <a:pt x="17220" y="20125"/>
                </a:lnTo>
                <a:lnTo>
                  <a:pt x="17220" y="20207"/>
                </a:lnTo>
                <a:lnTo>
                  <a:pt x="17180" y="20207"/>
                </a:lnTo>
              </a:path>
              <a:path w="21600" h="21600">
                <a:moveTo>
                  <a:pt x="21245" y="20124"/>
                </a:moveTo>
                <a:lnTo>
                  <a:pt x="21299" y="20124"/>
                </a:lnTo>
                <a:lnTo>
                  <a:pt x="21299" y="20233"/>
                </a:lnTo>
                <a:lnTo>
                  <a:pt x="21245" y="20233"/>
                </a:lnTo>
              </a:path>
              <a:path w="21600" h="21600">
                <a:moveTo>
                  <a:pt x="18532" y="20124"/>
                </a:moveTo>
                <a:lnTo>
                  <a:pt x="18586" y="20124"/>
                </a:lnTo>
                <a:lnTo>
                  <a:pt x="18586" y="20233"/>
                </a:lnTo>
                <a:lnTo>
                  <a:pt x="18532" y="20233"/>
                </a:lnTo>
              </a:path>
              <a:path w="21600" h="21600">
                <a:moveTo>
                  <a:pt x="15826" y="20124"/>
                </a:moveTo>
                <a:lnTo>
                  <a:pt x="15880" y="20124"/>
                </a:lnTo>
                <a:lnTo>
                  <a:pt x="15880" y="20233"/>
                </a:lnTo>
                <a:lnTo>
                  <a:pt x="15826" y="20233"/>
                </a:lnTo>
              </a:path>
              <a:path w="21600" h="21600">
                <a:moveTo>
                  <a:pt x="13113" y="20124"/>
                </a:moveTo>
                <a:lnTo>
                  <a:pt x="13167" y="20124"/>
                </a:lnTo>
                <a:lnTo>
                  <a:pt x="13167" y="20233"/>
                </a:lnTo>
                <a:lnTo>
                  <a:pt x="13113" y="20233"/>
                </a:lnTo>
              </a:path>
              <a:path w="21600" h="21600">
                <a:moveTo>
                  <a:pt x="8432" y="20124"/>
                </a:moveTo>
                <a:lnTo>
                  <a:pt x="8485" y="20124"/>
                </a:lnTo>
                <a:lnTo>
                  <a:pt x="8485" y="20233"/>
                </a:lnTo>
                <a:lnTo>
                  <a:pt x="8432" y="20233"/>
                </a:lnTo>
              </a:path>
              <a:path w="21600" h="21600">
                <a:moveTo>
                  <a:pt x="3013" y="20124"/>
                </a:moveTo>
                <a:lnTo>
                  <a:pt x="3067" y="20124"/>
                </a:lnTo>
                <a:lnTo>
                  <a:pt x="3067" y="20233"/>
                </a:lnTo>
                <a:lnTo>
                  <a:pt x="3013" y="20233"/>
                </a:lnTo>
              </a:path>
              <a:path w="21600" h="21600">
                <a:moveTo>
                  <a:pt x="300" y="20124"/>
                </a:moveTo>
                <a:lnTo>
                  <a:pt x="354" y="20124"/>
                </a:lnTo>
                <a:lnTo>
                  <a:pt x="354" y="20233"/>
                </a:lnTo>
                <a:lnTo>
                  <a:pt x="300" y="20233"/>
                </a:lnTo>
              </a:path>
              <a:path w="21600" h="21600">
                <a:moveTo>
                  <a:pt x="12662" y="20113"/>
                </a:moveTo>
                <a:lnTo>
                  <a:pt x="12712" y="20113"/>
                </a:lnTo>
                <a:lnTo>
                  <a:pt x="12712" y="20216"/>
                </a:lnTo>
                <a:lnTo>
                  <a:pt x="12662" y="20216"/>
                </a:lnTo>
              </a:path>
              <a:path w="21600" h="21600">
                <a:moveTo>
                  <a:pt x="8887" y="20113"/>
                </a:moveTo>
                <a:lnTo>
                  <a:pt x="8937" y="20113"/>
                </a:lnTo>
                <a:lnTo>
                  <a:pt x="8937" y="20216"/>
                </a:lnTo>
                <a:lnTo>
                  <a:pt x="8887" y="20216"/>
                </a:lnTo>
              </a:path>
              <a:path w="21600" h="21600">
                <a:moveTo>
                  <a:pt x="3468" y="20113"/>
                </a:moveTo>
                <a:lnTo>
                  <a:pt x="3518" y="20113"/>
                </a:lnTo>
                <a:lnTo>
                  <a:pt x="3518" y="20216"/>
                </a:lnTo>
                <a:lnTo>
                  <a:pt x="3468" y="20216"/>
                </a:lnTo>
              </a:path>
              <a:path w="21600" h="21600">
                <a:moveTo>
                  <a:pt x="6633" y="20109"/>
                </a:moveTo>
                <a:lnTo>
                  <a:pt x="6670" y="20109"/>
                </a:lnTo>
                <a:lnTo>
                  <a:pt x="6670" y="20183"/>
                </a:lnTo>
                <a:lnTo>
                  <a:pt x="6633" y="20183"/>
                </a:lnTo>
              </a:path>
              <a:path w="21600" h="21600">
                <a:moveTo>
                  <a:pt x="8000" y="20108"/>
                </a:moveTo>
                <a:lnTo>
                  <a:pt x="8020" y="20108"/>
                </a:lnTo>
                <a:lnTo>
                  <a:pt x="8020" y="20150"/>
                </a:lnTo>
                <a:lnTo>
                  <a:pt x="8000" y="20150"/>
                </a:lnTo>
              </a:path>
              <a:path w="21600" h="21600">
                <a:moveTo>
                  <a:pt x="756" y="20103"/>
                </a:moveTo>
                <a:lnTo>
                  <a:pt x="803" y="20103"/>
                </a:lnTo>
                <a:lnTo>
                  <a:pt x="803" y="20198"/>
                </a:lnTo>
                <a:lnTo>
                  <a:pt x="756" y="20198"/>
                </a:lnTo>
              </a:path>
              <a:path w="21600" h="21600">
                <a:moveTo>
                  <a:pt x="10399" y="20102"/>
                </a:moveTo>
                <a:lnTo>
                  <a:pt x="10444" y="20102"/>
                </a:lnTo>
                <a:lnTo>
                  <a:pt x="10444" y="20194"/>
                </a:lnTo>
                <a:lnTo>
                  <a:pt x="10399" y="20194"/>
                </a:lnTo>
              </a:path>
              <a:path w="21600" h="21600">
                <a:moveTo>
                  <a:pt x="20792" y="20096"/>
                </a:moveTo>
                <a:lnTo>
                  <a:pt x="20847" y="20096"/>
                </a:lnTo>
                <a:lnTo>
                  <a:pt x="20847" y="20210"/>
                </a:lnTo>
                <a:lnTo>
                  <a:pt x="20792" y="20210"/>
                </a:lnTo>
              </a:path>
              <a:path w="21600" h="21600">
                <a:moveTo>
                  <a:pt x="19585" y="20092"/>
                </a:moveTo>
                <a:lnTo>
                  <a:pt x="19638" y="20092"/>
                </a:lnTo>
                <a:lnTo>
                  <a:pt x="19638" y="20202"/>
                </a:lnTo>
                <a:lnTo>
                  <a:pt x="19585" y="20202"/>
                </a:lnTo>
              </a:path>
              <a:path w="21600" h="21600">
                <a:moveTo>
                  <a:pt x="16871" y="20092"/>
                </a:moveTo>
                <a:lnTo>
                  <a:pt x="16925" y="20092"/>
                </a:lnTo>
                <a:lnTo>
                  <a:pt x="16925" y="20202"/>
                </a:lnTo>
                <a:lnTo>
                  <a:pt x="16871" y="20202"/>
                </a:lnTo>
              </a:path>
              <a:path w="21600" h="21600">
                <a:moveTo>
                  <a:pt x="7380" y="20092"/>
                </a:moveTo>
                <a:lnTo>
                  <a:pt x="7433" y="20092"/>
                </a:lnTo>
                <a:lnTo>
                  <a:pt x="7433" y="20202"/>
                </a:lnTo>
                <a:lnTo>
                  <a:pt x="7380" y="20202"/>
                </a:lnTo>
              </a:path>
              <a:path w="21600" h="21600">
                <a:moveTo>
                  <a:pt x="4674" y="20092"/>
                </a:moveTo>
                <a:lnTo>
                  <a:pt x="4728" y="20092"/>
                </a:lnTo>
                <a:lnTo>
                  <a:pt x="4728" y="20202"/>
                </a:lnTo>
                <a:lnTo>
                  <a:pt x="4674" y="20202"/>
                </a:lnTo>
              </a:path>
              <a:path w="21600" h="21600">
                <a:moveTo>
                  <a:pt x="1961" y="20092"/>
                </a:moveTo>
                <a:lnTo>
                  <a:pt x="2014" y="20092"/>
                </a:lnTo>
                <a:lnTo>
                  <a:pt x="2014" y="20202"/>
                </a:lnTo>
                <a:lnTo>
                  <a:pt x="1961" y="20202"/>
                </a:lnTo>
              </a:path>
              <a:path w="21600" h="21600">
                <a:moveTo>
                  <a:pt x="11753" y="20092"/>
                </a:moveTo>
                <a:lnTo>
                  <a:pt x="11809" y="20092"/>
                </a:lnTo>
                <a:lnTo>
                  <a:pt x="11809" y="20205"/>
                </a:lnTo>
                <a:lnTo>
                  <a:pt x="11753" y="20205"/>
                </a:lnTo>
              </a:path>
              <a:path w="21600" h="21600">
                <a:moveTo>
                  <a:pt x="9790" y="20092"/>
                </a:moveTo>
                <a:lnTo>
                  <a:pt x="9845" y="20092"/>
                </a:lnTo>
                <a:lnTo>
                  <a:pt x="9845" y="20205"/>
                </a:lnTo>
                <a:lnTo>
                  <a:pt x="9790" y="20205"/>
                </a:lnTo>
              </a:path>
              <a:path w="21600" h="21600">
                <a:moveTo>
                  <a:pt x="1364" y="20083"/>
                </a:moveTo>
                <a:lnTo>
                  <a:pt x="1403" y="20083"/>
                </a:lnTo>
                <a:lnTo>
                  <a:pt x="1403" y="20165"/>
                </a:lnTo>
                <a:lnTo>
                  <a:pt x="1364" y="20165"/>
                </a:lnTo>
              </a:path>
              <a:path w="21600" h="21600">
                <a:moveTo>
                  <a:pt x="16270" y="20072"/>
                </a:moveTo>
                <a:lnTo>
                  <a:pt x="16318" y="20072"/>
                </a:lnTo>
                <a:lnTo>
                  <a:pt x="16318" y="20171"/>
                </a:lnTo>
                <a:lnTo>
                  <a:pt x="16270" y="20171"/>
                </a:lnTo>
              </a:path>
              <a:path w="21600" h="21600">
                <a:moveTo>
                  <a:pt x="5281" y="20072"/>
                </a:moveTo>
                <a:lnTo>
                  <a:pt x="5329" y="20072"/>
                </a:lnTo>
                <a:lnTo>
                  <a:pt x="5329" y="20171"/>
                </a:lnTo>
                <a:lnTo>
                  <a:pt x="5281" y="20171"/>
                </a:lnTo>
              </a:path>
              <a:path w="21600" h="21600">
                <a:moveTo>
                  <a:pt x="17025" y="20064"/>
                </a:moveTo>
                <a:lnTo>
                  <a:pt x="17073" y="20064"/>
                </a:lnTo>
                <a:lnTo>
                  <a:pt x="17073" y="20163"/>
                </a:lnTo>
                <a:lnTo>
                  <a:pt x="17025" y="20163"/>
                </a:lnTo>
              </a:path>
              <a:path w="21600" h="21600">
                <a:moveTo>
                  <a:pt x="11606" y="20064"/>
                </a:moveTo>
                <a:lnTo>
                  <a:pt x="11654" y="20064"/>
                </a:lnTo>
                <a:lnTo>
                  <a:pt x="11654" y="20163"/>
                </a:lnTo>
                <a:lnTo>
                  <a:pt x="11606" y="20163"/>
                </a:lnTo>
              </a:path>
              <a:path w="21600" h="21600">
                <a:moveTo>
                  <a:pt x="9944" y="20064"/>
                </a:moveTo>
                <a:lnTo>
                  <a:pt x="9993" y="20064"/>
                </a:lnTo>
                <a:lnTo>
                  <a:pt x="9993" y="20163"/>
                </a:lnTo>
                <a:lnTo>
                  <a:pt x="9944" y="20163"/>
                </a:lnTo>
              </a:path>
              <a:path w="21600" h="21600">
                <a:moveTo>
                  <a:pt x="4526" y="20064"/>
                </a:moveTo>
                <a:lnTo>
                  <a:pt x="4574" y="20064"/>
                </a:lnTo>
                <a:lnTo>
                  <a:pt x="4574" y="20163"/>
                </a:lnTo>
                <a:lnTo>
                  <a:pt x="4526" y="20163"/>
                </a:lnTo>
              </a:path>
              <a:path w="21600" h="21600">
                <a:moveTo>
                  <a:pt x="10551" y="20064"/>
                </a:moveTo>
                <a:lnTo>
                  <a:pt x="10594" y="20064"/>
                </a:lnTo>
                <a:lnTo>
                  <a:pt x="10594" y="20152"/>
                </a:lnTo>
                <a:lnTo>
                  <a:pt x="10551" y="20152"/>
                </a:lnTo>
              </a:path>
              <a:path w="21600" h="21600">
                <a:moveTo>
                  <a:pt x="21403" y="20060"/>
                </a:moveTo>
                <a:lnTo>
                  <a:pt x="21444" y="20060"/>
                </a:lnTo>
                <a:lnTo>
                  <a:pt x="21444" y="20145"/>
                </a:lnTo>
                <a:lnTo>
                  <a:pt x="21403" y="20145"/>
                </a:lnTo>
              </a:path>
              <a:path w="21600" h="21600">
                <a:moveTo>
                  <a:pt x="14466" y="20047"/>
                </a:moveTo>
                <a:lnTo>
                  <a:pt x="14523" y="20047"/>
                </a:lnTo>
                <a:lnTo>
                  <a:pt x="14523" y="20164"/>
                </a:lnTo>
                <a:lnTo>
                  <a:pt x="14466" y="20164"/>
                </a:lnTo>
              </a:path>
              <a:path w="21600" h="21600">
                <a:moveTo>
                  <a:pt x="7076" y="20047"/>
                </a:moveTo>
                <a:lnTo>
                  <a:pt x="7133" y="20047"/>
                </a:lnTo>
                <a:lnTo>
                  <a:pt x="7133" y="20164"/>
                </a:lnTo>
                <a:lnTo>
                  <a:pt x="7076" y="20164"/>
                </a:lnTo>
              </a:path>
              <a:path w="21600" h="21600">
                <a:moveTo>
                  <a:pt x="10100" y="20045"/>
                </a:moveTo>
                <a:lnTo>
                  <a:pt x="10139" y="20045"/>
                </a:lnTo>
                <a:lnTo>
                  <a:pt x="10139" y="20127"/>
                </a:lnTo>
                <a:lnTo>
                  <a:pt x="10100" y="20127"/>
                </a:lnTo>
              </a:path>
              <a:path w="21600" h="21600">
                <a:moveTo>
                  <a:pt x="11158" y="20034"/>
                </a:moveTo>
                <a:lnTo>
                  <a:pt x="11196" y="20034"/>
                </a:lnTo>
                <a:lnTo>
                  <a:pt x="11196" y="20112"/>
                </a:lnTo>
                <a:lnTo>
                  <a:pt x="11158" y="20112"/>
                </a:lnTo>
              </a:path>
              <a:path w="21600" h="21600">
                <a:moveTo>
                  <a:pt x="20189" y="20033"/>
                </a:moveTo>
                <a:lnTo>
                  <a:pt x="20241" y="20033"/>
                </a:lnTo>
                <a:lnTo>
                  <a:pt x="20241" y="20139"/>
                </a:lnTo>
                <a:lnTo>
                  <a:pt x="20189" y="20139"/>
                </a:lnTo>
              </a:path>
              <a:path w="21600" h="21600">
                <a:moveTo>
                  <a:pt x="14770" y="20033"/>
                </a:moveTo>
                <a:lnTo>
                  <a:pt x="14822" y="20033"/>
                </a:lnTo>
                <a:lnTo>
                  <a:pt x="14822" y="20139"/>
                </a:lnTo>
                <a:lnTo>
                  <a:pt x="14770" y="20139"/>
                </a:lnTo>
              </a:path>
              <a:path w="21600" h="21600">
                <a:moveTo>
                  <a:pt x="9490" y="20033"/>
                </a:moveTo>
                <a:lnTo>
                  <a:pt x="9542" y="20033"/>
                </a:lnTo>
                <a:lnTo>
                  <a:pt x="9542" y="20139"/>
                </a:lnTo>
                <a:lnTo>
                  <a:pt x="9490" y="20139"/>
                </a:lnTo>
              </a:path>
              <a:path w="21600" h="21600">
                <a:moveTo>
                  <a:pt x="6777" y="20033"/>
                </a:moveTo>
                <a:lnTo>
                  <a:pt x="6828" y="20033"/>
                </a:lnTo>
                <a:lnTo>
                  <a:pt x="6828" y="20139"/>
                </a:lnTo>
                <a:lnTo>
                  <a:pt x="6777" y="20139"/>
                </a:lnTo>
              </a:path>
              <a:path w="21600" h="21600">
                <a:moveTo>
                  <a:pt x="4071" y="20033"/>
                </a:moveTo>
                <a:lnTo>
                  <a:pt x="4123" y="20033"/>
                </a:lnTo>
                <a:lnTo>
                  <a:pt x="4123" y="20139"/>
                </a:lnTo>
                <a:lnTo>
                  <a:pt x="4071" y="20139"/>
                </a:lnTo>
              </a:path>
              <a:path w="21600" h="21600">
                <a:moveTo>
                  <a:pt x="5723" y="20029"/>
                </a:moveTo>
                <a:lnTo>
                  <a:pt x="5768" y="20029"/>
                </a:lnTo>
                <a:lnTo>
                  <a:pt x="5768" y="20121"/>
                </a:lnTo>
                <a:lnTo>
                  <a:pt x="5723" y="20121"/>
                </a:lnTo>
              </a:path>
              <a:path w="21600" h="21600">
                <a:moveTo>
                  <a:pt x="17490" y="20022"/>
                </a:moveTo>
                <a:lnTo>
                  <a:pt x="17514" y="20022"/>
                </a:lnTo>
                <a:lnTo>
                  <a:pt x="17514" y="20071"/>
                </a:lnTo>
                <a:lnTo>
                  <a:pt x="17490" y="20071"/>
                </a:lnTo>
              </a:path>
              <a:path w="21600" h="21600">
                <a:moveTo>
                  <a:pt x="19442" y="20022"/>
                </a:moveTo>
                <a:lnTo>
                  <a:pt x="19478" y="20022"/>
                </a:lnTo>
                <a:lnTo>
                  <a:pt x="19478" y="20096"/>
                </a:lnTo>
                <a:lnTo>
                  <a:pt x="19442" y="20096"/>
                </a:lnTo>
              </a:path>
              <a:path w="21600" h="21600">
                <a:moveTo>
                  <a:pt x="21101" y="20018"/>
                </a:moveTo>
                <a:lnTo>
                  <a:pt x="21142" y="20018"/>
                </a:lnTo>
                <a:lnTo>
                  <a:pt x="21142" y="20102"/>
                </a:lnTo>
                <a:lnTo>
                  <a:pt x="21101" y="20102"/>
                </a:lnTo>
              </a:path>
              <a:path w="21600" h="21600">
                <a:moveTo>
                  <a:pt x="3623" y="20018"/>
                </a:moveTo>
                <a:lnTo>
                  <a:pt x="3665" y="20018"/>
                </a:lnTo>
                <a:lnTo>
                  <a:pt x="3665" y="20102"/>
                </a:lnTo>
                <a:lnTo>
                  <a:pt x="3623" y="20102"/>
                </a:lnTo>
              </a:path>
              <a:path w="21600" h="21600">
                <a:moveTo>
                  <a:pt x="20349" y="20012"/>
                </a:moveTo>
                <a:lnTo>
                  <a:pt x="20384" y="20012"/>
                </a:lnTo>
                <a:lnTo>
                  <a:pt x="20384" y="20082"/>
                </a:lnTo>
                <a:lnTo>
                  <a:pt x="20349" y="20082"/>
                </a:lnTo>
              </a:path>
              <a:path w="21600" h="21600">
                <a:moveTo>
                  <a:pt x="18087" y="20003"/>
                </a:moveTo>
                <a:lnTo>
                  <a:pt x="18125" y="20003"/>
                </a:lnTo>
                <a:lnTo>
                  <a:pt x="18125" y="20081"/>
                </a:lnTo>
                <a:lnTo>
                  <a:pt x="18087" y="20081"/>
                </a:lnTo>
              </a:path>
              <a:path w="21600" h="21600">
                <a:moveTo>
                  <a:pt x="16723" y="20000"/>
                </a:moveTo>
                <a:lnTo>
                  <a:pt x="16771" y="20000"/>
                </a:lnTo>
                <a:lnTo>
                  <a:pt x="16771" y="20099"/>
                </a:lnTo>
                <a:lnTo>
                  <a:pt x="16723" y="20099"/>
                </a:lnTo>
              </a:path>
              <a:path w="21600" h="21600">
                <a:moveTo>
                  <a:pt x="14017" y="20000"/>
                </a:moveTo>
                <a:lnTo>
                  <a:pt x="14066" y="20000"/>
                </a:lnTo>
                <a:lnTo>
                  <a:pt x="14066" y="20099"/>
                </a:lnTo>
                <a:lnTo>
                  <a:pt x="14017" y="20099"/>
                </a:lnTo>
              </a:path>
              <a:path w="21600" h="21600">
                <a:moveTo>
                  <a:pt x="11304" y="20000"/>
                </a:moveTo>
                <a:lnTo>
                  <a:pt x="11352" y="20000"/>
                </a:lnTo>
                <a:lnTo>
                  <a:pt x="11352" y="20099"/>
                </a:lnTo>
                <a:lnTo>
                  <a:pt x="11304" y="20099"/>
                </a:lnTo>
              </a:path>
              <a:path w="21600" h="21600">
                <a:moveTo>
                  <a:pt x="10246" y="20000"/>
                </a:moveTo>
                <a:lnTo>
                  <a:pt x="10295" y="20000"/>
                </a:lnTo>
                <a:lnTo>
                  <a:pt x="10295" y="20099"/>
                </a:lnTo>
                <a:lnTo>
                  <a:pt x="10246" y="20099"/>
                </a:lnTo>
              </a:path>
              <a:path w="21600" h="21600">
                <a:moveTo>
                  <a:pt x="7533" y="20000"/>
                </a:moveTo>
                <a:lnTo>
                  <a:pt x="7581" y="20000"/>
                </a:lnTo>
                <a:lnTo>
                  <a:pt x="7581" y="20099"/>
                </a:lnTo>
                <a:lnTo>
                  <a:pt x="7533" y="20099"/>
                </a:lnTo>
              </a:path>
              <a:path w="21600" h="21600">
                <a:moveTo>
                  <a:pt x="4828" y="20000"/>
                </a:moveTo>
                <a:lnTo>
                  <a:pt x="4876" y="20000"/>
                </a:lnTo>
                <a:lnTo>
                  <a:pt x="4876" y="20099"/>
                </a:lnTo>
                <a:lnTo>
                  <a:pt x="4828" y="20099"/>
                </a:lnTo>
              </a:path>
              <a:path w="21600" h="21600">
                <a:moveTo>
                  <a:pt x="2114" y="20000"/>
                </a:moveTo>
                <a:lnTo>
                  <a:pt x="2163" y="20000"/>
                </a:lnTo>
                <a:lnTo>
                  <a:pt x="2163" y="20099"/>
                </a:lnTo>
                <a:lnTo>
                  <a:pt x="2114" y="20099"/>
                </a:lnTo>
              </a:path>
              <a:path w="21600" h="21600">
                <a:moveTo>
                  <a:pt x="19743" y="19993"/>
                </a:moveTo>
                <a:lnTo>
                  <a:pt x="19782" y="19993"/>
                </a:lnTo>
                <a:lnTo>
                  <a:pt x="19782" y="20074"/>
                </a:lnTo>
                <a:lnTo>
                  <a:pt x="19743" y="20074"/>
                </a:lnTo>
              </a:path>
              <a:path w="21600" h="21600">
                <a:moveTo>
                  <a:pt x="18988" y="19993"/>
                </a:moveTo>
                <a:lnTo>
                  <a:pt x="19027" y="19993"/>
                </a:lnTo>
                <a:lnTo>
                  <a:pt x="19027" y="20074"/>
                </a:lnTo>
                <a:lnTo>
                  <a:pt x="18988" y="20074"/>
                </a:lnTo>
              </a:path>
              <a:path w="21600" h="21600">
                <a:moveTo>
                  <a:pt x="14324" y="19993"/>
                </a:moveTo>
                <a:lnTo>
                  <a:pt x="14363" y="19993"/>
                </a:lnTo>
                <a:lnTo>
                  <a:pt x="14363" y="20074"/>
                </a:lnTo>
                <a:lnTo>
                  <a:pt x="14324" y="20074"/>
                </a:lnTo>
              </a:path>
              <a:path w="21600" h="21600">
                <a:moveTo>
                  <a:pt x="13569" y="19993"/>
                </a:moveTo>
                <a:lnTo>
                  <a:pt x="13608" y="19993"/>
                </a:lnTo>
                <a:lnTo>
                  <a:pt x="13608" y="20074"/>
                </a:lnTo>
                <a:lnTo>
                  <a:pt x="13569" y="20074"/>
                </a:lnTo>
              </a:path>
              <a:path w="21600" h="21600">
                <a:moveTo>
                  <a:pt x="1817" y="19993"/>
                </a:moveTo>
                <a:lnTo>
                  <a:pt x="1856" y="19993"/>
                </a:lnTo>
                <a:lnTo>
                  <a:pt x="1856" y="20074"/>
                </a:lnTo>
                <a:lnTo>
                  <a:pt x="1817" y="20074"/>
                </a:lnTo>
              </a:path>
              <a:path w="21600" h="21600">
                <a:moveTo>
                  <a:pt x="20948" y="19985"/>
                </a:moveTo>
                <a:lnTo>
                  <a:pt x="20993" y="19985"/>
                </a:lnTo>
                <a:lnTo>
                  <a:pt x="20993" y="20077"/>
                </a:lnTo>
                <a:lnTo>
                  <a:pt x="20948" y="20077"/>
                </a:lnTo>
              </a:path>
              <a:path w="21600" h="21600">
                <a:moveTo>
                  <a:pt x="18235" y="19985"/>
                </a:moveTo>
                <a:lnTo>
                  <a:pt x="18279" y="19985"/>
                </a:lnTo>
                <a:lnTo>
                  <a:pt x="18279" y="20077"/>
                </a:lnTo>
                <a:lnTo>
                  <a:pt x="18235" y="20077"/>
                </a:lnTo>
              </a:path>
              <a:path w="21600" h="21600">
                <a:moveTo>
                  <a:pt x="15529" y="19985"/>
                </a:moveTo>
                <a:lnTo>
                  <a:pt x="15574" y="19985"/>
                </a:lnTo>
                <a:lnTo>
                  <a:pt x="15574" y="20077"/>
                </a:lnTo>
                <a:lnTo>
                  <a:pt x="15529" y="20077"/>
                </a:lnTo>
              </a:path>
              <a:path w="21600" h="21600">
                <a:moveTo>
                  <a:pt x="12816" y="19985"/>
                </a:moveTo>
                <a:lnTo>
                  <a:pt x="12860" y="19985"/>
                </a:lnTo>
                <a:lnTo>
                  <a:pt x="12860" y="20077"/>
                </a:lnTo>
                <a:lnTo>
                  <a:pt x="12816" y="20077"/>
                </a:lnTo>
              </a:path>
              <a:path w="21600" h="21600">
                <a:moveTo>
                  <a:pt x="6025" y="19985"/>
                </a:moveTo>
                <a:lnTo>
                  <a:pt x="6070" y="19985"/>
                </a:lnTo>
                <a:lnTo>
                  <a:pt x="6070" y="20077"/>
                </a:lnTo>
                <a:lnTo>
                  <a:pt x="6025" y="20077"/>
                </a:lnTo>
              </a:path>
              <a:path w="21600" h="21600">
                <a:moveTo>
                  <a:pt x="3319" y="19985"/>
                </a:moveTo>
                <a:lnTo>
                  <a:pt x="3364" y="19985"/>
                </a:lnTo>
                <a:lnTo>
                  <a:pt x="3364" y="20077"/>
                </a:lnTo>
                <a:lnTo>
                  <a:pt x="3319" y="20077"/>
                </a:lnTo>
              </a:path>
              <a:path w="21600" h="21600">
                <a:moveTo>
                  <a:pt x="606" y="19985"/>
                </a:moveTo>
                <a:lnTo>
                  <a:pt x="651" y="19985"/>
                </a:lnTo>
                <a:lnTo>
                  <a:pt x="651" y="20077"/>
                </a:lnTo>
                <a:lnTo>
                  <a:pt x="606" y="20077"/>
                </a:lnTo>
              </a:path>
              <a:path w="21600" h="21600">
                <a:moveTo>
                  <a:pt x="12356" y="19969"/>
                </a:moveTo>
                <a:lnTo>
                  <a:pt x="12414" y="19969"/>
                </a:lnTo>
                <a:lnTo>
                  <a:pt x="12414" y="20086"/>
                </a:lnTo>
                <a:lnTo>
                  <a:pt x="12356" y="20086"/>
                </a:lnTo>
              </a:path>
              <a:path w="21600" h="21600">
                <a:moveTo>
                  <a:pt x="9185" y="19969"/>
                </a:moveTo>
                <a:lnTo>
                  <a:pt x="9242" y="19969"/>
                </a:lnTo>
                <a:lnTo>
                  <a:pt x="9242" y="20086"/>
                </a:lnTo>
                <a:lnTo>
                  <a:pt x="9185" y="20086"/>
                </a:lnTo>
              </a:path>
              <a:path w="21600" h="21600">
                <a:moveTo>
                  <a:pt x="8747" y="19965"/>
                </a:moveTo>
                <a:lnTo>
                  <a:pt x="8774" y="19965"/>
                </a:lnTo>
                <a:lnTo>
                  <a:pt x="8774" y="20022"/>
                </a:lnTo>
                <a:lnTo>
                  <a:pt x="8747" y="20022"/>
                </a:lnTo>
              </a:path>
              <a:path w="21600" h="21600">
                <a:moveTo>
                  <a:pt x="2713" y="19962"/>
                </a:moveTo>
                <a:lnTo>
                  <a:pt x="2771" y="19962"/>
                </a:lnTo>
                <a:lnTo>
                  <a:pt x="2771" y="20080"/>
                </a:lnTo>
                <a:lnTo>
                  <a:pt x="2713" y="20080"/>
                </a:lnTo>
              </a:path>
              <a:path w="21600" h="21600">
                <a:moveTo>
                  <a:pt x="14173" y="19958"/>
                </a:moveTo>
                <a:lnTo>
                  <a:pt x="14212" y="19958"/>
                </a:lnTo>
                <a:lnTo>
                  <a:pt x="14212" y="20039"/>
                </a:lnTo>
                <a:lnTo>
                  <a:pt x="14173" y="20039"/>
                </a:lnTo>
              </a:path>
              <a:path w="21600" h="21600">
                <a:moveTo>
                  <a:pt x="21546" y="19951"/>
                </a:moveTo>
                <a:lnTo>
                  <a:pt x="21593" y="19951"/>
                </a:lnTo>
                <a:lnTo>
                  <a:pt x="21593" y="20048"/>
                </a:lnTo>
                <a:lnTo>
                  <a:pt x="21546" y="20048"/>
                </a:lnTo>
              </a:path>
              <a:path w="21600" h="21600">
                <a:moveTo>
                  <a:pt x="6" y="19951"/>
                </a:moveTo>
                <a:lnTo>
                  <a:pt x="53" y="19951"/>
                </a:lnTo>
                <a:lnTo>
                  <a:pt x="53" y="20048"/>
                </a:lnTo>
                <a:lnTo>
                  <a:pt x="6" y="20048"/>
                </a:lnTo>
              </a:path>
              <a:path w="21600" h="21600">
                <a:moveTo>
                  <a:pt x="17630" y="19948"/>
                </a:moveTo>
                <a:lnTo>
                  <a:pt x="17676" y="19948"/>
                </a:lnTo>
                <a:lnTo>
                  <a:pt x="17676" y="20043"/>
                </a:lnTo>
                <a:lnTo>
                  <a:pt x="17630" y="20043"/>
                </a:lnTo>
              </a:path>
              <a:path w="21600" h="21600">
                <a:moveTo>
                  <a:pt x="14924" y="19948"/>
                </a:moveTo>
                <a:lnTo>
                  <a:pt x="14971" y="19948"/>
                </a:lnTo>
                <a:lnTo>
                  <a:pt x="14971" y="20043"/>
                </a:lnTo>
                <a:lnTo>
                  <a:pt x="14924" y="20043"/>
                </a:lnTo>
              </a:path>
              <a:path w="21600" h="21600">
                <a:moveTo>
                  <a:pt x="12211" y="19948"/>
                </a:moveTo>
                <a:lnTo>
                  <a:pt x="12257" y="19948"/>
                </a:lnTo>
                <a:lnTo>
                  <a:pt x="12257" y="20043"/>
                </a:lnTo>
                <a:lnTo>
                  <a:pt x="12211" y="20043"/>
                </a:lnTo>
              </a:path>
              <a:path w="21600" h="21600">
                <a:moveTo>
                  <a:pt x="9341" y="19948"/>
                </a:moveTo>
                <a:lnTo>
                  <a:pt x="9388" y="19948"/>
                </a:lnTo>
                <a:lnTo>
                  <a:pt x="9388" y="20043"/>
                </a:lnTo>
                <a:lnTo>
                  <a:pt x="9341" y="20043"/>
                </a:lnTo>
              </a:path>
              <a:path w="21600" h="21600">
                <a:moveTo>
                  <a:pt x="3923" y="19948"/>
                </a:moveTo>
                <a:lnTo>
                  <a:pt x="3969" y="19948"/>
                </a:lnTo>
                <a:lnTo>
                  <a:pt x="3969" y="20043"/>
                </a:lnTo>
                <a:lnTo>
                  <a:pt x="3923" y="20043"/>
                </a:lnTo>
              </a:path>
              <a:path w="21600" h="21600">
                <a:moveTo>
                  <a:pt x="1209" y="19948"/>
                </a:moveTo>
                <a:lnTo>
                  <a:pt x="1256" y="19948"/>
                </a:lnTo>
                <a:lnTo>
                  <a:pt x="1256" y="20043"/>
                </a:lnTo>
                <a:lnTo>
                  <a:pt x="1209" y="20043"/>
                </a:lnTo>
              </a:path>
              <a:path w="21600" h="21600">
                <a:moveTo>
                  <a:pt x="20491" y="19942"/>
                </a:moveTo>
                <a:lnTo>
                  <a:pt x="20544" y="19942"/>
                </a:lnTo>
                <a:lnTo>
                  <a:pt x="20544" y="20052"/>
                </a:lnTo>
                <a:lnTo>
                  <a:pt x="20491" y="20052"/>
                </a:lnTo>
              </a:path>
              <a:path w="21600" h="21600">
                <a:moveTo>
                  <a:pt x="15071" y="19942"/>
                </a:moveTo>
                <a:lnTo>
                  <a:pt x="15125" y="19942"/>
                </a:lnTo>
                <a:lnTo>
                  <a:pt x="15125" y="20052"/>
                </a:lnTo>
                <a:lnTo>
                  <a:pt x="15071" y="20052"/>
                </a:lnTo>
              </a:path>
              <a:path w="21600" h="21600">
                <a:moveTo>
                  <a:pt x="6474" y="19942"/>
                </a:moveTo>
                <a:lnTo>
                  <a:pt x="6527" y="19942"/>
                </a:lnTo>
                <a:lnTo>
                  <a:pt x="6527" y="20052"/>
                </a:lnTo>
                <a:lnTo>
                  <a:pt x="6474" y="20052"/>
                </a:lnTo>
              </a:path>
              <a:path w="21600" h="21600">
                <a:moveTo>
                  <a:pt x="20041" y="19939"/>
                </a:moveTo>
                <a:lnTo>
                  <a:pt x="20088" y="19939"/>
                </a:lnTo>
                <a:lnTo>
                  <a:pt x="20088" y="20034"/>
                </a:lnTo>
                <a:lnTo>
                  <a:pt x="20041" y="20034"/>
                </a:lnTo>
              </a:path>
              <a:path w="21600" h="21600">
                <a:moveTo>
                  <a:pt x="17328" y="19939"/>
                </a:moveTo>
                <a:lnTo>
                  <a:pt x="17374" y="19939"/>
                </a:lnTo>
                <a:lnTo>
                  <a:pt x="17374" y="20034"/>
                </a:lnTo>
                <a:lnTo>
                  <a:pt x="17328" y="20034"/>
                </a:lnTo>
              </a:path>
              <a:path w="21600" h="21600">
                <a:moveTo>
                  <a:pt x="11909" y="19939"/>
                </a:moveTo>
                <a:lnTo>
                  <a:pt x="11955" y="19939"/>
                </a:lnTo>
                <a:lnTo>
                  <a:pt x="11955" y="20034"/>
                </a:lnTo>
                <a:lnTo>
                  <a:pt x="11909" y="20034"/>
                </a:lnTo>
              </a:path>
              <a:path w="21600" h="21600">
                <a:moveTo>
                  <a:pt x="9643" y="19939"/>
                </a:moveTo>
                <a:lnTo>
                  <a:pt x="9690" y="19939"/>
                </a:lnTo>
                <a:lnTo>
                  <a:pt x="9690" y="20034"/>
                </a:lnTo>
                <a:lnTo>
                  <a:pt x="9643" y="20034"/>
                </a:lnTo>
              </a:path>
              <a:path w="21600" h="21600">
                <a:moveTo>
                  <a:pt x="6930" y="19939"/>
                </a:moveTo>
                <a:lnTo>
                  <a:pt x="6977" y="19939"/>
                </a:lnTo>
                <a:lnTo>
                  <a:pt x="6977" y="20034"/>
                </a:lnTo>
                <a:lnTo>
                  <a:pt x="6930" y="20034"/>
                </a:lnTo>
              </a:path>
              <a:path w="21600" h="21600">
                <a:moveTo>
                  <a:pt x="4225" y="19939"/>
                </a:moveTo>
                <a:lnTo>
                  <a:pt x="4271" y="19939"/>
                </a:lnTo>
                <a:lnTo>
                  <a:pt x="4271" y="20034"/>
                </a:lnTo>
                <a:lnTo>
                  <a:pt x="4225" y="20034"/>
                </a:lnTo>
              </a:path>
              <a:path w="21600" h="21600">
                <a:moveTo>
                  <a:pt x="1511" y="19939"/>
                </a:moveTo>
                <a:lnTo>
                  <a:pt x="1558" y="19939"/>
                </a:lnTo>
                <a:lnTo>
                  <a:pt x="1558" y="20034"/>
                </a:lnTo>
                <a:lnTo>
                  <a:pt x="1511" y="20034"/>
                </a:lnTo>
              </a:path>
              <a:path w="21600" h="21600">
                <a:moveTo>
                  <a:pt x="10848" y="19937"/>
                </a:moveTo>
                <a:lnTo>
                  <a:pt x="10902" y="19937"/>
                </a:lnTo>
                <a:lnTo>
                  <a:pt x="10902" y="20046"/>
                </a:lnTo>
                <a:lnTo>
                  <a:pt x="10848" y="20046"/>
                </a:lnTo>
              </a:path>
              <a:path w="21600" h="21600">
                <a:moveTo>
                  <a:pt x="19284" y="19928"/>
                </a:moveTo>
                <a:lnTo>
                  <a:pt x="19335" y="19928"/>
                </a:lnTo>
                <a:lnTo>
                  <a:pt x="19335" y="20034"/>
                </a:lnTo>
                <a:lnTo>
                  <a:pt x="19284" y="20034"/>
                </a:lnTo>
              </a:path>
              <a:path w="21600" h="21600">
                <a:moveTo>
                  <a:pt x="13864" y="19928"/>
                </a:moveTo>
                <a:lnTo>
                  <a:pt x="13916" y="19928"/>
                </a:lnTo>
                <a:lnTo>
                  <a:pt x="13916" y="20034"/>
                </a:lnTo>
                <a:lnTo>
                  <a:pt x="13864" y="20034"/>
                </a:lnTo>
              </a:path>
              <a:path w="21600" h="21600">
                <a:moveTo>
                  <a:pt x="7682" y="19928"/>
                </a:moveTo>
                <a:lnTo>
                  <a:pt x="7734" y="19928"/>
                </a:lnTo>
                <a:lnTo>
                  <a:pt x="7734" y="20034"/>
                </a:lnTo>
                <a:lnTo>
                  <a:pt x="7682" y="20034"/>
                </a:lnTo>
              </a:path>
              <a:path w="21600" h="21600">
                <a:moveTo>
                  <a:pt x="2264" y="19928"/>
                </a:moveTo>
                <a:lnTo>
                  <a:pt x="2315" y="19928"/>
                </a:lnTo>
                <a:lnTo>
                  <a:pt x="2315" y="20034"/>
                </a:lnTo>
                <a:lnTo>
                  <a:pt x="2264" y="20034"/>
                </a:lnTo>
              </a:path>
              <a:path w="21600" h="21600">
                <a:moveTo>
                  <a:pt x="10400" y="19925"/>
                </a:moveTo>
                <a:lnTo>
                  <a:pt x="10443" y="19925"/>
                </a:lnTo>
                <a:lnTo>
                  <a:pt x="10443" y="20013"/>
                </a:lnTo>
                <a:lnTo>
                  <a:pt x="10400" y="20013"/>
                </a:lnTo>
              </a:path>
              <a:path w="21600" h="21600">
                <a:moveTo>
                  <a:pt x="16569" y="19918"/>
                </a:moveTo>
                <a:lnTo>
                  <a:pt x="16624" y="19918"/>
                </a:lnTo>
                <a:lnTo>
                  <a:pt x="16624" y="20031"/>
                </a:lnTo>
                <a:lnTo>
                  <a:pt x="16569" y="20031"/>
                </a:lnTo>
              </a:path>
              <a:path w="21600" h="21600">
                <a:moveTo>
                  <a:pt x="4975" y="19918"/>
                </a:moveTo>
                <a:lnTo>
                  <a:pt x="5030" y="19918"/>
                </a:lnTo>
                <a:lnTo>
                  <a:pt x="5030" y="20031"/>
                </a:lnTo>
                <a:lnTo>
                  <a:pt x="4975" y="20031"/>
                </a:lnTo>
              </a:path>
              <a:path w="21600" h="21600">
                <a:moveTo>
                  <a:pt x="6634" y="19902"/>
                </a:moveTo>
                <a:lnTo>
                  <a:pt x="6669" y="19902"/>
                </a:lnTo>
                <a:lnTo>
                  <a:pt x="6669" y="19973"/>
                </a:lnTo>
                <a:lnTo>
                  <a:pt x="6634" y="19973"/>
                </a:lnTo>
              </a:path>
              <a:path w="21600" h="21600">
                <a:moveTo>
                  <a:pt x="11159" y="19898"/>
                </a:moveTo>
                <a:lnTo>
                  <a:pt x="11195" y="19898"/>
                </a:lnTo>
                <a:lnTo>
                  <a:pt x="11195" y="19972"/>
                </a:lnTo>
                <a:lnTo>
                  <a:pt x="11159" y="19972"/>
                </a:lnTo>
              </a:path>
              <a:path w="21600" h="21600">
                <a:moveTo>
                  <a:pt x="17775" y="19892"/>
                </a:moveTo>
                <a:lnTo>
                  <a:pt x="17833" y="19892"/>
                </a:lnTo>
                <a:lnTo>
                  <a:pt x="17833" y="20009"/>
                </a:lnTo>
                <a:lnTo>
                  <a:pt x="17775" y="20009"/>
                </a:lnTo>
              </a:path>
              <a:path w="21600" h="21600">
                <a:moveTo>
                  <a:pt x="3766" y="19892"/>
                </a:moveTo>
                <a:lnTo>
                  <a:pt x="3823" y="19892"/>
                </a:lnTo>
                <a:lnTo>
                  <a:pt x="3823" y="20009"/>
                </a:lnTo>
                <a:lnTo>
                  <a:pt x="3766" y="20009"/>
                </a:lnTo>
              </a:path>
              <a:path w="21600" h="21600">
                <a:moveTo>
                  <a:pt x="12068" y="19890"/>
                </a:moveTo>
                <a:lnTo>
                  <a:pt x="12098" y="19890"/>
                </a:lnTo>
                <a:lnTo>
                  <a:pt x="12098" y="19953"/>
                </a:lnTo>
                <a:lnTo>
                  <a:pt x="12068" y="19953"/>
                </a:lnTo>
              </a:path>
              <a:path w="21600" h="21600">
                <a:moveTo>
                  <a:pt x="4374" y="19889"/>
                </a:moveTo>
                <a:lnTo>
                  <a:pt x="4424" y="19889"/>
                </a:lnTo>
                <a:lnTo>
                  <a:pt x="4424" y="19992"/>
                </a:lnTo>
                <a:lnTo>
                  <a:pt x="4374" y="19992"/>
                </a:lnTo>
              </a:path>
              <a:path w="21600" h="21600">
                <a:moveTo>
                  <a:pt x="3172" y="19882"/>
                </a:moveTo>
                <a:lnTo>
                  <a:pt x="3210" y="19882"/>
                </a:lnTo>
                <a:lnTo>
                  <a:pt x="3210" y="19959"/>
                </a:lnTo>
                <a:lnTo>
                  <a:pt x="3172" y="19959"/>
                </a:lnTo>
              </a:path>
              <a:path w="21600" h="21600">
                <a:moveTo>
                  <a:pt x="12663" y="19879"/>
                </a:moveTo>
                <a:lnTo>
                  <a:pt x="12711" y="19879"/>
                </a:lnTo>
                <a:lnTo>
                  <a:pt x="12711" y="19978"/>
                </a:lnTo>
                <a:lnTo>
                  <a:pt x="12663" y="19978"/>
                </a:lnTo>
              </a:path>
              <a:path w="21600" h="21600">
                <a:moveTo>
                  <a:pt x="8888" y="19879"/>
                </a:moveTo>
                <a:lnTo>
                  <a:pt x="8936" y="19879"/>
                </a:lnTo>
                <a:lnTo>
                  <a:pt x="8936" y="19978"/>
                </a:lnTo>
                <a:lnTo>
                  <a:pt x="8888" y="19978"/>
                </a:lnTo>
              </a:path>
              <a:path w="21600" h="21600">
                <a:moveTo>
                  <a:pt x="3469" y="19879"/>
                </a:moveTo>
                <a:lnTo>
                  <a:pt x="3517" y="19879"/>
                </a:lnTo>
                <a:lnTo>
                  <a:pt x="3517" y="19978"/>
                </a:lnTo>
                <a:lnTo>
                  <a:pt x="3469" y="19978"/>
                </a:lnTo>
              </a:path>
              <a:path w="21600" h="21600">
                <a:moveTo>
                  <a:pt x="20643" y="19875"/>
                </a:moveTo>
                <a:lnTo>
                  <a:pt x="20693" y="19875"/>
                </a:lnTo>
                <a:lnTo>
                  <a:pt x="20693" y="19978"/>
                </a:lnTo>
                <a:lnTo>
                  <a:pt x="20643" y="19978"/>
                </a:lnTo>
              </a:path>
              <a:path w="21600" h="21600">
                <a:moveTo>
                  <a:pt x="19133" y="19875"/>
                </a:moveTo>
                <a:lnTo>
                  <a:pt x="19184" y="19875"/>
                </a:lnTo>
                <a:lnTo>
                  <a:pt x="19184" y="19978"/>
                </a:lnTo>
                <a:lnTo>
                  <a:pt x="19133" y="19978"/>
                </a:lnTo>
              </a:path>
              <a:path w="21600" h="21600">
                <a:moveTo>
                  <a:pt x="18685" y="19875"/>
                </a:moveTo>
                <a:lnTo>
                  <a:pt x="18735" y="19875"/>
                </a:lnTo>
                <a:lnTo>
                  <a:pt x="18735" y="19978"/>
                </a:lnTo>
                <a:lnTo>
                  <a:pt x="18685" y="19978"/>
                </a:lnTo>
              </a:path>
              <a:path w="21600" h="21600">
                <a:moveTo>
                  <a:pt x="18383" y="19875"/>
                </a:moveTo>
                <a:lnTo>
                  <a:pt x="18433" y="19875"/>
                </a:lnTo>
                <a:lnTo>
                  <a:pt x="18433" y="19978"/>
                </a:lnTo>
                <a:lnTo>
                  <a:pt x="18383" y="19978"/>
                </a:lnTo>
              </a:path>
              <a:path w="21600" h="21600">
                <a:moveTo>
                  <a:pt x="17930" y="19875"/>
                </a:moveTo>
                <a:lnTo>
                  <a:pt x="17980" y="19875"/>
                </a:lnTo>
                <a:lnTo>
                  <a:pt x="17980" y="19978"/>
                </a:lnTo>
                <a:lnTo>
                  <a:pt x="17930" y="19978"/>
                </a:lnTo>
              </a:path>
              <a:path w="21600" h="21600">
                <a:moveTo>
                  <a:pt x="16420" y="19875"/>
                </a:moveTo>
                <a:lnTo>
                  <a:pt x="16470" y="19875"/>
                </a:lnTo>
                <a:lnTo>
                  <a:pt x="16470" y="19978"/>
                </a:lnTo>
                <a:lnTo>
                  <a:pt x="16420" y="19978"/>
                </a:lnTo>
              </a:path>
              <a:path w="21600" h="21600">
                <a:moveTo>
                  <a:pt x="15979" y="19875"/>
                </a:moveTo>
                <a:lnTo>
                  <a:pt x="16029" y="19875"/>
                </a:lnTo>
                <a:lnTo>
                  <a:pt x="16029" y="19978"/>
                </a:lnTo>
                <a:lnTo>
                  <a:pt x="15979" y="19978"/>
                </a:lnTo>
              </a:path>
              <a:path w="21600" h="21600">
                <a:moveTo>
                  <a:pt x="15677" y="19875"/>
                </a:moveTo>
                <a:lnTo>
                  <a:pt x="15727" y="19875"/>
                </a:lnTo>
                <a:lnTo>
                  <a:pt x="15727" y="19978"/>
                </a:lnTo>
                <a:lnTo>
                  <a:pt x="15677" y="19978"/>
                </a:lnTo>
              </a:path>
              <a:path w="21600" h="21600">
                <a:moveTo>
                  <a:pt x="15224" y="19875"/>
                </a:moveTo>
                <a:lnTo>
                  <a:pt x="15274" y="19875"/>
                </a:lnTo>
                <a:lnTo>
                  <a:pt x="15274" y="19978"/>
                </a:lnTo>
                <a:lnTo>
                  <a:pt x="15224" y="19978"/>
                </a:lnTo>
              </a:path>
              <a:path w="21600" h="21600">
                <a:moveTo>
                  <a:pt x="13714" y="19875"/>
                </a:moveTo>
                <a:lnTo>
                  <a:pt x="13764" y="19875"/>
                </a:lnTo>
                <a:lnTo>
                  <a:pt x="13764" y="19978"/>
                </a:lnTo>
                <a:lnTo>
                  <a:pt x="13714" y="19978"/>
                </a:lnTo>
              </a:path>
              <a:path w="21600" h="21600">
                <a:moveTo>
                  <a:pt x="13266" y="19875"/>
                </a:moveTo>
                <a:lnTo>
                  <a:pt x="13316" y="19875"/>
                </a:lnTo>
                <a:lnTo>
                  <a:pt x="13316" y="19978"/>
                </a:lnTo>
                <a:lnTo>
                  <a:pt x="13266" y="19978"/>
                </a:lnTo>
              </a:path>
              <a:path w="21600" h="21600">
                <a:moveTo>
                  <a:pt x="12964" y="19875"/>
                </a:moveTo>
                <a:lnTo>
                  <a:pt x="13014" y="19875"/>
                </a:lnTo>
                <a:lnTo>
                  <a:pt x="13014" y="19978"/>
                </a:lnTo>
                <a:lnTo>
                  <a:pt x="12964" y="19978"/>
                </a:lnTo>
              </a:path>
              <a:path w="21600" h="21600">
                <a:moveTo>
                  <a:pt x="12511" y="19875"/>
                </a:moveTo>
                <a:lnTo>
                  <a:pt x="12561" y="19875"/>
                </a:lnTo>
                <a:lnTo>
                  <a:pt x="12561" y="19978"/>
                </a:lnTo>
                <a:lnTo>
                  <a:pt x="12511" y="19978"/>
                </a:lnTo>
              </a:path>
              <a:path w="21600" h="21600">
                <a:moveTo>
                  <a:pt x="11001" y="19875"/>
                </a:moveTo>
                <a:lnTo>
                  <a:pt x="11051" y="19875"/>
                </a:lnTo>
                <a:lnTo>
                  <a:pt x="11051" y="19978"/>
                </a:lnTo>
                <a:lnTo>
                  <a:pt x="11001" y="19978"/>
                </a:lnTo>
              </a:path>
              <a:path w="21600" h="21600">
                <a:moveTo>
                  <a:pt x="9038" y="19875"/>
                </a:moveTo>
                <a:lnTo>
                  <a:pt x="9088" y="19875"/>
                </a:lnTo>
                <a:lnTo>
                  <a:pt x="9088" y="19978"/>
                </a:lnTo>
                <a:lnTo>
                  <a:pt x="9038" y="19978"/>
                </a:lnTo>
              </a:path>
              <a:path w="21600" h="21600">
                <a:moveTo>
                  <a:pt x="8585" y="19875"/>
                </a:moveTo>
                <a:lnTo>
                  <a:pt x="8635" y="19875"/>
                </a:lnTo>
                <a:lnTo>
                  <a:pt x="8635" y="19978"/>
                </a:lnTo>
                <a:lnTo>
                  <a:pt x="8585" y="19978"/>
                </a:lnTo>
              </a:path>
              <a:path w="21600" h="21600">
                <a:moveTo>
                  <a:pt x="8283" y="19875"/>
                </a:moveTo>
                <a:lnTo>
                  <a:pt x="8333" y="19875"/>
                </a:lnTo>
                <a:lnTo>
                  <a:pt x="8333" y="19978"/>
                </a:lnTo>
                <a:lnTo>
                  <a:pt x="8283" y="19978"/>
                </a:lnTo>
              </a:path>
              <a:path w="21600" h="21600">
                <a:moveTo>
                  <a:pt x="7834" y="19875"/>
                </a:moveTo>
                <a:lnTo>
                  <a:pt x="7884" y="19875"/>
                </a:lnTo>
                <a:lnTo>
                  <a:pt x="7884" y="19978"/>
                </a:lnTo>
                <a:lnTo>
                  <a:pt x="7834" y="19978"/>
                </a:lnTo>
              </a:path>
              <a:path w="21600" h="21600">
                <a:moveTo>
                  <a:pt x="6325" y="19875"/>
                </a:moveTo>
                <a:lnTo>
                  <a:pt x="6375" y="19875"/>
                </a:lnTo>
                <a:lnTo>
                  <a:pt x="6375" y="19978"/>
                </a:lnTo>
                <a:lnTo>
                  <a:pt x="6325" y="19978"/>
                </a:lnTo>
              </a:path>
              <a:path w="21600" h="21600">
                <a:moveTo>
                  <a:pt x="5872" y="19875"/>
                </a:moveTo>
                <a:lnTo>
                  <a:pt x="5922" y="19875"/>
                </a:lnTo>
                <a:lnTo>
                  <a:pt x="5922" y="19978"/>
                </a:lnTo>
                <a:lnTo>
                  <a:pt x="5872" y="19978"/>
                </a:lnTo>
              </a:path>
              <a:path w="21600" h="21600">
                <a:moveTo>
                  <a:pt x="5570" y="19875"/>
                </a:moveTo>
                <a:lnTo>
                  <a:pt x="5620" y="19875"/>
                </a:lnTo>
                <a:lnTo>
                  <a:pt x="5620" y="19978"/>
                </a:lnTo>
                <a:lnTo>
                  <a:pt x="5570" y="19978"/>
                </a:lnTo>
              </a:path>
              <a:path w="21600" h="21600">
                <a:moveTo>
                  <a:pt x="5129" y="19875"/>
                </a:moveTo>
                <a:lnTo>
                  <a:pt x="5179" y="19875"/>
                </a:lnTo>
                <a:lnTo>
                  <a:pt x="5179" y="19978"/>
                </a:lnTo>
                <a:lnTo>
                  <a:pt x="5129" y="19978"/>
                </a:lnTo>
              </a:path>
              <a:path w="21600" h="21600">
                <a:moveTo>
                  <a:pt x="2415" y="19875"/>
                </a:moveTo>
                <a:lnTo>
                  <a:pt x="2466" y="19875"/>
                </a:lnTo>
                <a:lnTo>
                  <a:pt x="2466" y="19978"/>
                </a:lnTo>
                <a:lnTo>
                  <a:pt x="2415" y="19978"/>
                </a:lnTo>
              </a:path>
              <a:path w="21600" h="21600">
                <a:moveTo>
                  <a:pt x="906" y="19875"/>
                </a:moveTo>
                <a:lnTo>
                  <a:pt x="956" y="19875"/>
                </a:lnTo>
                <a:lnTo>
                  <a:pt x="956" y="19978"/>
                </a:lnTo>
                <a:lnTo>
                  <a:pt x="906" y="19978"/>
                </a:lnTo>
              </a:path>
              <a:path w="21600" h="21600">
                <a:moveTo>
                  <a:pt x="453" y="19875"/>
                </a:moveTo>
                <a:lnTo>
                  <a:pt x="503" y="19875"/>
                </a:lnTo>
                <a:lnTo>
                  <a:pt x="503" y="19978"/>
                </a:lnTo>
                <a:lnTo>
                  <a:pt x="453" y="19978"/>
                </a:lnTo>
              </a:path>
              <a:path w="21600" h="21600">
                <a:moveTo>
                  <a:pt x="151" y="19875"/>
                </a:moveTo>
                <a:lnTo>
                  <a:pt x="201" y="19875"/>
                </a:lnTo>
                <a:lnTo>
                  <a:pt x="201" y="19978"/>
                </a:lnTo>
                <a:lnTo>
                  <a:pt x="151" y="19978"/>
                </a:lnTo>
              </a:path>
              <a:path w="21600" h="21600">
                <a:moveTo>
                  <a:pt x="2861" y="19866"/>
                </a:moveTo>
                <a:lnTo>
                  <a:pt x="2917" y="19866"/>
                </a:lnTo>
                <a:lnTo>
                  <a:pt x="2917" y="19979"/>
                </a:lnTo>
                <a:lnTo>
                  <a:pt x="2861" y="19979"/>
                </a:lnTo>
              </a:path>
              <a:path w="21600" h="21600">
                <a:moveTo>
                  <a:pt x="17181" y="19866"/>
                </a:moveTo>
                <a:lnTo>
                  <a:pt x="17219" y="19866"/>
                </a:lnTo>
                <a:lnTo>
                  <a:pt x="17219" y="19943"/>
                </a:lnTo>
                <a:lnTo>
                  <a:pt x="17181" y="19943"/>
                </a:lnTo>
              </a:path>
              <a:path w="21600" h="21600">
                <a:moveTo>
                  <a:pt x="16271" y="19857"/>
                </a:moveTo>
                <a:lnTo>
                  <a:pt x="16317" y="19857"/>
                </a:lnTo>
                <a:lnTo>
                  <a:pt x="16317" y="19952"/>
                </a:lnTo>
                <a:lnTo>
                  <a:pt x="16271" y="19952"/>
                </a:lnTo>
              </a:path>
              <a:path w="21600" h="21600">
                <a:moveTo>
                  <a:pt x="5281" y="19857"/>
                </a:moveTo>
                <a:lnTo>
                  <a:pt x="5328" y="19857"/>
                </a:lnTo>
                <a:lnTo>
                  <a:pt x="5328" y="19952"/>
                </a:lnTo>
                <a:lnTo>
                  <a:pt x="5281" y="19952"/>
                </a:lnTo>
              </a:path>
              <a:path w="21600" h="21600">
                <a:moveTo>
                  <a:pt x="15379" y="19856"/>
                </a:moveTo>
                <a:lnTo>
                  <a:pt x="15422" y="19856"/>
                </a:lnTo>
                <a:lnTo>
                  <a:pt x="15422" y="19944"/>
                </a:lnTo>
                <a:lnTo>
                  <a:pt x="15379" y="19944"/>
                </a:lnTo>
              </a:path>
              <a:path w="21600" h="21600">
                <a:moveTo>
                  <a:pt x="17026" y="19848"/>
                </a:moveTo>
                <a:lnTo>
                  <a:pt x="17072" y="19848"/>
                </a:lnTo>
                <a:lnTo>
                  <a:pt x="17072" y="19943"/>
                </a:lnTo>
                <a:lnTo>
                  <a:pt x="17026" y="19943"/>
                </a:lnTo>
              </a:path>
              <a:path w="21600" h="21600">
                <a:moveTo>
                  <a:pt x="11607" y="19848"/>
                </a:moveTo>
                <a:lnTo>
                  <a:pt x="11653" y="19848"/>
                </a:lnTo>
                <a:lnTo>
                  <a:pt x="11653" y="19943"/>
                </a:lnTo>
                <a:lnTo>
                  <a:pt x="11607" y="19943"/>
                </a:lnTo>
              </a:path>
              <a:path w="21600" h="21600">
                <a:moveTo>
                  <a:pt x="9945" y="19848"/>
                </a:moveTo>
                <a:lnTo>
                  <a:pt x="9992" y="19848"/>
                </a:lnTo>
                <a:lnTo>
                  <a:pt x="9992" y="19943"/>
                </a:lnTo>
                <a:lnTo>
                  <a:pt x="9945" y="19943"/>
                </a:lnTo>
              </a:path>
              <a:path w="21600" h="21600">
                <a:moveTo>
                  <a:pt x="4526" y="19848"/>
                </a:moveTo>
                <a:lnTo>
                  <a:pt x="4573" y="19848"/>
                </a:lnTo>
                <a:lnTo>
                  <a:pt x="4573" y="19943"/>
                </a:lnTo>
                <a:lnTo>
                  <a:pt x="4526" y="19943"/>
                </a:lnTo>
              </a:path>
              <a:path w="21600" h="21600">
                <a:moveTo>
                  <a:pt x="1659" y="19848"/>
                </a:moveTo>
                <a:lnTo>
                  <a:pt x="1712" y="19848"/>
                </a:lnTo>
                <a:lnTo>
                  <a:pt x="1712" y="19958"/>
                </a:lnTo>
                <a:lnTo>
                  <a:pt x="1659" y="19958"/>
                </a:lnTo>
              </a:path>
              <a:path w="21600" h="21600">
                <a:moveTo>
                  <a:pt x="19743" y="19844"/>
                </a:moveTo>
                <a:lnTo>
                  <a:pt x="19781" y="19844"/>
                </a:lnTo>
                <a:lnTo>
                  <a:pt x="19781" y="19921"/>
                </a:lnTo>
                <a:lnTo>
                  <a:pt x="19743" y="19921"/>
                </a:lnTo>
              </a:path>
              <a:path w="21600" h="21600">
                <a:moveTo>
                  <a:pt x="18989" y="19844"/>
                </a:moveTo>
                <a:lnTo>
                  <a:pt x="19026" y="19844"/>
                </a:lnTo>
                <a:lnTo>
                  <a:pt x="19026" y="19921"/>
                </a:lnTo>
                <a:lnTo>
                  <a:pt x="18989" y="19921"/>
                </a:lnTo>
              </a:path>
              <a:path w="21600" h="21600">
                <a:moveTo>
                  <a:pt x="14324" y="19844"/>
                </a:moveTo>
                <a:lnTo>
                  <a:pt x="14362" y="19844"/>
                </a:lnTo>
                <a:lnTo>
                  <a:pt x="14362" y="19921"/>
                </a:lnTo>
                <a:lnTo>
                  <a:pt x="14324" y="19921"/>
                </a:lnTo>
              </a:path>
              <a:path w="21600" h="21600">
                <a:moveTo>
                  <a:pt x="13570" y="19844"/>
                </a:moveTo>
                <a:lnTo>
                  <a:pt x="13607" y="19844"/>
                </a:lnTo>
                <a:lnTo>
                  <a:pt x="13607" y="19921"/>
                </a:lnTo>
                <a:lnTo>
                  <a:pt x="13570" y="19921"/>
                </a:lnTo>
              </a:path>
              <a:path w="21600" h="21600">
                <a:moveTo>
                  <a:pt x="1818" y="19844"/>
                </a:moveTo>
                <a:lnTo>
                  <a:pt x="1856" y="19844"/>
                </a:lnTo>
                <a:lnTo>
                  <a:pt x="1856" y="19921"/>
                </a:lnTo>
                <a:lnTo>
                  <a:pt x="1818" y="19921"/>
                </a:lnTo>
              </a:path>
              <a:path w="21600" h="21600">
                <a:moveTo>
                  <a:pt x="21246" y="19823"/>
                </a:moveTo>
                <a:lnTo>
                  <a:pt x="21298" y="19823"/>
                </a:lnTo>
                <a:lnTo>
                  <a:pt x="21298" y="19929"/>
                </a:lnTo>
                <a:lnTo>
                  <a:pt x="21246" y="19929"/>
                </a:lnTo>
              </a:path>
              <a:path w="21600" h="21600">
                <a:moveTo>
                  <a:pt x="18533" y="19823"/>
                </a:moveTo>
                <a:lnTo>
                  <a:pt x="18585" y="19823"/>
                </a:lnTo>
                <a:lnTo>
                  <a:pt x="18585" y="19929"/>
                </a:lnTo>
                <a:lnTo>
                  <a:pt x="18533" y="19929"/>
                </a:lnTo>
              </a:path>
              <a:path w="21600" h="21600">
                <a:moveTo>
                  <a:pt x="15827" y="19823"/>
                </a:moveTo>
                <a:lnTo>
                  <a:pt x="15879" y="19823"/>
                </a:lnTo>
                <a:lnTo>
                  <a:pt x="15879" y="19929"/>
                </a:lnTo>
                <a:lnTo>
                  <a:pt x="15827" y="19929"/>
                </a:lnTo>
              </a:path>
              <a:path w="21600" h="21600">
                <a:moveTo>
                  <a:pt x="13114" y="19823"/>
                </a:moveTo>
                <a:lnTo>
                  <a:pt x="13166" y="19823"/>
                </a:lnTo>
                <a:lnTo>
                  <a:pt x="13166" y="19929"/>
                </a:lnTo>
                <a:lnTo>
                  <a:pt x="13114" y="19929"/>
                </a:lnTo>
              </a:path>
              <a:path w="21600" h="21600">
                <a:moveTo>
                  <a:pt x="8433" y="19823"/>
                </a:moveTo>
                <a:lnTo>
                  <a:pt x="8485" y="19823"/>
                </a:lnTo>
                <a:lnTo>
                  <a:pt x="8485" y="19929"/>
                </a:lnTo>
                <a:lnTo>
                  <a:pt x="8433" y="19929"/>
                </a:lnTo>
              </a:path>
              <a:path w="21600" h="21600">
                <a:moveTo>
                  <a:pt x="3014" y="19823"/>
                </a:moveTo>
                <a:lnTo>
                  <a:pt x="3066" y="19823"/>
                </a:lnTo>
                <a:lnTo>
                  <a:pt x="3066" y="19929"/>
                </a:lnTo>
                <a:lnTo>
                  <a:pt x="3014" y="19929"/>
                </a:lnTo>
              </a:path>
              <a:path w="21600" h="21600">
                <a:moveTo>
                  <a:pt x="301" y="19823"/>
                </a:moveTo>
                <a:lnTo>
                  <a:pt x="353" y="19823"/>
                </a:lnTo>
                <a:lnTo>
                  <a:pt x="353" y="19929"/>
                </a:lnTo>
                <a:lnTo>
                  <a:pt x="301" y="19929"/>
                </a:lnTo>
              </a:path>
              <a:path w="21600" h="21600">
                <a:moveTo>
                  <a:pt x="1365" y="19809"/>
                </a:moveTo>
                <a:lnTo>
                  <a:pt x="1403" y="19809"/>
                </a:lnTo>
                <a:lnTo>
                  <a:pt x="1403" y="19887"/>
                </a:lnTo>
                <a:lnTo>
                  <a:pt x="1365" y="19887"/>
                </a:lnTo>
              </a:path>
              <a:path w="21600" h="21600">
                <a:moveTo>
                  <a:pt x="20350" y="19805"/>
                </a:moveTo>
                <a:lnTo>
                  <a:pt x="20383" y="19805"/>
                </a:lnTo>
                <a:lnTo>
                  <a:pt x="20383" y="19872"/>
                </a:lnTo>
                <a:lnTo>
                  <a:pt x="20350" y="19872"/>
                </a:lnTo>
              </a:path>
              <a:path w="21600" h="21600">
                <a:moveTo>
                  <a:pt x="10552" y="19802"/>
                </a:moveTo>
                <a:lnTo>
                  <a:pt x="10593" y="19802"/>
                </a:lnTo>
                <a:lnTo>
                  <a:pt x="10593" y="19887"/>
                </a:lnTo>
                <a:lnTo>
                  <a:pt x="10552" y="19887"/>
                </a:lnTo>
              </a:path>
              <a:path w="21600" h="21600">
                <a:moveTo>
                  <a:pt x="1053" y="19802"/>
                </a:moveTo>
                <a:lnTo>
                  <a:pt x="1110" y="19802"/>
                </a:lnTo>
                <a:lnTo>
                  <a:pt x="1110" y="19919"/>
                </a:lnTo>
                <a:lnTo>
                  <a:pt x="1053" y="19919"/>
                </a:lnTo>
              </a:path>
              <a:path w="21600" h="21600">
                <a:moveTo>
                  <a:pt x="19443" y="19799"/>
                </a:moveTo>
                <a:lnTo>
                  <a:pt x="19478" y="19799"/>
                </a:lnTo>
                <a:lnTo>
                  <a:pt x="19478" y="19870"/>
                </a:lnTo>
                <a:lnTo>
                  <a:pt x="19443" y="19870"/>
                </a:lnTo>
              </a:path>
              <a:path w="21600" h="21600">
                <a:moveTo>
                  <a:pt x="20949" y="19799"/>
                </a:moveTo>
                <a:lnTo>
                  <a:pt x="20992" y="19799"/>
                </a:lnTo>
                <a:lnTo>
                  <a:pt x="20992" y="19887"/>
                </a:lnTo>
                <a:lnTo>
                  <a:pt x="20949" y="19887"/>
                </a:lnTo>
              </a:path>
              <a:path w="21600" h="21600">
                <a:moveTo>
                  <a:pt x="18235" y="19799"/>
                </a:moveTo>
                <a:lnTo>
                  <a:pt x="18279" y="19799"/>
                </a:lnTo>
                <a:lnTo>
                  <a:pt x="18279" y="19887"/>
                </a:lnTo>
                <a:lnTo>
                  <a:pt x="18235" y="19887"/>
                </a:lnTo>
              </a:path>
              <a:path w="21600" h="21600">
                <a:moveTo>
                  <a:pt x="15530" y="19799"/>
                </a:moveTo>
                <a:lnTo>
                  <a:pt x="15573" y="19799"/>
                </a:lnTo>
                <a:lnTo>
                  <a:pt x="15573" y="19887"/>
                </a:lnTo>
                <a:lnTo>
                  <a:pt x="15530" y="19887"/>
                </a:lnTo>
              </a:path>
              <a:path w="21600" h="21600">
                <a:moveTo>
                  <a:pt x="12816" y="19799"/>
                </a:moveTo>
                <a:lnTo>
                  <a:pt x="12860" y="19799"/>
                </a:lnTo>
                <a:lnTo>
                  <a:pt x="12860" y="19887"/>
                </a:lnTo>
                <a:lnTo>
                  <a:pt x="12816" y="19887"/>
                </a:lnTo>
              </a:path>
              <a:path w="21600" h="21600">
                <a:moveTo>
                  <a:pt x="6026" y="19799"/>
                </a:moveTo>
                <a:lnTo>
                  <a:pt x="6069" y="19799"/>
                </a:lnTo>
                <a:lnTo>
                  <a:pt x="6069" y="19887"/>
                </a:lnTo>
                <a:lnTo>
                  <a:pt x="6026" y="19887"/>
                </a:lnTo>
              </a:path>
              <a:path w="21600" h="21600">
                <a:moveTo>
                  <a:pt x="3320" y="19799"/>
                </a:moveTo>
                <a:lnTo>
                  <a:pt x="3363" y="19799"/>
                </a:lnTo>
                <a:lnTo>
                  <a:pt x="3363" y="19887"/>
                </a:lnTo>
                <a:lnTo>
                  <a:pt x="3320" y="19887"/>
                </a:lnTo>
              </a:path>
              <a:path w="21600" h="21600">
                <a:moveTo>
                  <a:pt x="607" y="19799"/>
                </a:moveTo>
                <a:lnTo>
                  <a:pt x="650" y="19799"/>
                </a:lnTo>
                <a:lnTo>
                  <a:pt x="650" y="19887"/>
                </a:lnTo>
                <a:lnTo>
                  <a:pt x="607" y="19887"/>
                </a:lnTo>
              </a:path>
              <a:path w="21600" h="21600">
                <a:moveTo>
                  <a:pt x="21403" y="19799"/>
                </a:moveTo>
                <a:lnTo>
                  <a:pt x="21443" y="19799"/>
                </a:lnTo>
                <a:lnTo>
                  <a:pt x="21443" y="19880"/>
                </a:lnTo>
                <a:lnTo>
                  <a:pt x="21403" y="19880"/>
                </a:lnTo>
              </a:path>
              <a:path w="21600" h="21600">
                <a:moveTo>
                  <a:pt x="19586" y="19787"/>
                </a:moveTo>
                <a:lnTo>
                  <a:pt x="19637" y="19787"/>
                </a:lnTo>
                <a:lnTo>
                  <a:pt x="19637" y="19893"/>
                </a:lnTo>
                <a:lnTo>
                  <a:pt x="19586" y="19893"/>
                </a:lnTo>
              </a:path>
              <a:path w="21600" h="21600">
                <a:moveTo>
                  <a:pt x="16872" y="19787"/>
                </a:moveTo>
                <a:lnTo>
                  <a:pt x="16924" y="19787"/>
                </a:lnTo>
                <a:lnTo>
                  <a:pt x="16924" y="19893"/>
                </a:lnTo>
                <a:lnTo>
                  <a:pt x="16872" y="19893"/>
                </a:lnTo>
              </a:path>
              <a:path w="21600" h="21600">
                <a:moveTo>
                  <a:pt x="7380" y="19787"/>
                </a:moveTo>
                <a:lnTo>
                  <a:pt x="7432" y="19787"/>
                </a:lnTo>
                <a:lnTo>
                  <a:pt x="7432" y="19893"/>
                </a:lnTo>
                <a:lnTo>
                  <a:pt x="7380" y="19893"/>
                </a:lnTo>
              </a:path>
              <a:path w="21600" h="21600">
                <a:moveTo>
                  <a:pt x="4675" y="19787"/>
                </a:moveTo>
                <a:lnTo>
                  <a:pt x="4727" y="19787"/>
                </a:lnTo>
                <a:lnTo>
                  <a:pt x="4727" y="19893"/>
                </a:lnTo>
                <a:lnTo>
                  <a:pt x="4675" y="19893"/>
                </a:lnTo>
              </a:path>
              <a:path w="21600" h="21600">
                <a:moveTo>
                  <a:pt x="1962" y="19787"/>
                </a:moveTo>
                <a:lnTo>
                  <a:pt x="2013" y="19787"/>
                </a:lnTo>
                <a:lnTo>
                  <a:pt x="2013" y="19893"/>
                </a:lnTo>
                <a:lnTo>
                  <a:pt x="1962" y="19893"/>
                </a:lnTo>
              </a:path>
              <a:path w="21600" h="21600">
                <a:moveTo>
                  <a:pt x="8748" y="19779"/>
                </a:moveTo>
                <a:lnTo>
                  <a:pt x="8774" y="19779"/>
                </a:lnTo>
                <a:lnTo>
                  <a:pt x="8774" y="19831"/>
                </a:lnTo>
                <a:lnTo>
                  <a:pt x="8748" y="19831"/>
                </a:lnTo>
              </a:path>
              <a:path w="21600" h="21600">
                <a:moveTo>
                  <a:pt x="16724" y="19777"/>
                </a:moveTo>
                <a:lnTo>
                  <a:pt x="16770" y="19777"/>
                </a:lnTo>
                <a:lnTo>
                  <a:pt x="16770" y="19872"/>
                </a:lnTo>
                <a:lnTo>
                  <a:pt x="16724" y="19872"/>
                </a:lnTo>
              </a:path>
              <a:path w="21600" h="21600">
                <a:moveTo>
                  <a:pt x="14018" y="19777"/>
                </a:moveTo>
                <a:lnTo>
                  <a:pt x="14065" y="19777"/>
                </a:lnTo>
                <a:lnTo>
                  <a:pt x="14065" y="19872"/>
                </a:lnTo>
                <a:lnTo>
                  <a:pt x="14018" y="19872"/>
                </a:lnTo>
              </a:path>
              <a:path w="21600" h="21600">
                <a:moveTo>
                  <a:pt x="11305" y="19777"/>
                </a:moveTo>
                <a:lnTo>
                  <a:pt x="11351" y="19777"/>
                </a:lnTo>
                <a:lnTo>
                  <a:pt x="11351" y="19872"/>
                </a:lnTo>
                <a:lnTo>
                  <a:pt x="11305" y="19872"/>
                </a:lnTo>
              </a:path>
              <a:path w="21600" h="21600">
                <a:moveTo>
                  <a:pt x="10247" y="19777"/>
                </a:moveTo>
                <a:lnTo>
                  <a:pt x="10294" y="19777"/>
                </a:lnTo>
                <a:lnTo>
                  <a:pt x="10294" y="19872"/>
                </a:lnTo>
                <a:lnTo>
                  <a:pt x="10247" y="19872"/>
                </a:lnTo>
              </a:path>
              <a:path w="21600" h="21600">
                <a:moveTo>
                  <a:pt x="7534" y="19777"/>
                </a:moveTo>
                <a:lnTo>
                  <a:pt x="7581" y="19777"/>
                </a:lnTo>
                <a:lnTo>
                  <a:pt x="7581" y="19872"/>
                </a:lnTo>
                <a:lnTo>
                  <a:pt x="7534" y="19872"/>
                </a:lnTo>
              </a:path>
              <a:path w="21600" h="21600">
                <a:moveTo>
                  <a:pt x="4828" y="19777"/>
                </a:moveTo>
                <a:lnTo>
                  <a:pt x="4875" y="19777"/>
                </a:lnTo>
                <a:lnTo>
                  <a:pt x="4875" y="19872"/>
                </a:lnTo>
                <a:lnTo>
                  <a:pt x="4828" y="19872"/>
                </a:lnTo>
              </a:path>
              <a:path w="21600" h="21600">
                <a:moveTo>
                  <a:pt x="2115" y="19777"/>
                </a:moveTo>
                <a:lnTo>
                  <a:pt x="2162" y="19777"/>
                </a:lnTo>
                <a:lnTo>
                  <a:pt x="2162" y="19872"/>
                </a:lnTo>
                <a:lnTo>
                  <a:pt x="2115" y="19872"/>
                </a:lnTo>
              </a:path>
              <a:path w="21600" h="21600">
                <a:moveTo>
                  <a:pt x="18088" y="19769"/>
                </a:moveTo>
                <a:lnTo>
                  <a:pt x="18124" y="19769"/>
                </a:lnTo>
                <a:lnTo>
                  <a:pt x="18124" y="19843"/>
                </a:lnTo>
                <a:lnTo>
                  <a:pt x="18088" y="19843"/>
                </a:lnTo>
              </a:path>
              <a:path w="21600" h="21600">
                <a:moveTo>
                  <a:pt x="13408" y="19768"/>
                </a:moveTo>
                <a:lnTo>
                  <a:pt x="13467" y="19768"/>
                </a:lnTo>
                <a:lnTo>
                  <a:pt x="13467" y="19890"/>
                </a:lnTo>
                <a:lnTo>
                  <a:pt x="13408" y="19890"/>
                </a:lnTo>
              </a:path>
              <a:path w="21600" h="21600">
                <a:moveTo>
                  <a:pt x="8131" y="19768"/>
                </a:moveTo>
                <a:lnTo>
                  <a:pt x="8191" y="19768"/>
                </a:lnTo>
                <a:lnTo>
                  <a:pt x="8191" y="19890"/>
                </a:lnTo>
                <a:lnTo>
                  <a:pt x="8131" y="19890"/>
                </a:lnTo>
              </a:path>
              <a:path w="21600" h="21600">
                <a:moveTo>
                  <a:pt x="21547" y="19762"/>
                </a:moveTo>
                <a:lnTo>
                  <a:pt x="21592" y="19762"/>
                </a:lnTo>
                <a:lnTo>
                  <a:pt x="21592" y="19855"/>
                </a:lnTo>
                <a:lnTo>
                  <a:pt x="21547" y="19855"/>
                </a:lnTo>
              </a:path>
              <a:path w="21600" h="21600">
                <a:moveTo>
                  <a:pt x="7" y="19762"/>
                </a:moveTo>
                <a:lnTo>
                  <a:pt x="52" y="19762"/>
                </a:lnTo>
                <a:lnTo>
                  <a:pt x="52" y="19855"/>
                </a:lnTo>
                <a:lnTo>
                  <a:pt x="7" y="19855"/>
                </a:lnTo>
              </a:path>
              <a:path w="21600" h="21600">
                <a:moveTo>
                  <a:pt x="11160" y="19761"/>
                </a:moveTo>
                <a:lnTo>
                  <a:pt x="11194" y="19761"/>
                </a:lnTo>
                <a:lnTo>
                  <a:pt x="11194" y="19831"/>
                </a:lnTo>
                <a:lnTo>
                  <a:pt x="11160" y="19831"/>
                </a:lnTo>
              </a:path>
              <a:path w="21600" h="21600">
                <a:moveTo>
                  <a:pt x="20190" y="19759"/>
                </a:moveTo>
                <a:lnTo>
                  <a:pt x="20240" y="19759"/>
                </a:lnTo>
                <a:lnTo>
                  <a:pt x="20240" y="19862"/>
                </a:lnTo>
                <a:lnTo>
                  <a:pt x="20190" y="19862"/>
                </a:lnTo>
              </a:path>
              <a:path w="21600" h="21600">
                <a:moveTo>
                  <a:pt x="14771" y="19759"/>
                </a:moveTo>
                <a:lnTo>
                  <a:pt x="14821" y="19759"/>
                </a:lnTo>
                <a:lnTo>
                  <a:pt x="14821" y="19862"/>
                </a:lnTo>
                <a:lnTo>
                  <a:pt x="14771" y="19862"/>
                </a:lnTo>
              </a:path>
              <a:path w="21600" h="21600">
                <a:moveTo>
                  <a:pt x="9491" y="19759"/>
                </a:moveTo>
                <a:lnTo>
                  <a:pt x="9541" y="19759"/>
                </a:lnTo>
                <a:lnTo>
                  <a:pt x="9541" y="19862"/>
                </a:lnTo>
                <a:lnTo>
                  <a:pt x="9491" y="19862"/>
                </a:lnTo>
              </a:path>
              <a:path w="21600" h="21600">
                <a:moveTo>
                  <a:pt x="6777" y="19759"/>
                </a:moveTo>
                <a:lnTo>
                  <a:pt x="6828" y="19759"/>
                </a:lnTo>
                <a:lnTo>
                  <a:pt x="6828" y="19862"/>
                </a:lnTo>
                <a:lnTo>
                  <a:pt x="6777" y="19862"/>
                </a:lnTo>
              </a:path>
              <a:path w="21600" h="21600">
                <a:moveTo>
                  <a:pt x="4072" y="19759"/>
                </a:moveTo>
                <a:lnTo>
                  <a:pt x="4122" y="19759"/>
                </a:lnTo>
                <a:lnTo>
                  <a:pt x="4122" y="19862"/>
                </a:lnTo>
                <a:lnTo>
                  <a:pt x="4072" y="19862"/>
                </a:lnTo>
              </a:path>
              <a:path w="21600" h="21600">
                <a:moveTo>
                  <a:pt x="21101" y="19757"/>
                </a:moveTo>
                <a:lnTo>
                  <a:pt x="21141" y="19757"/>
                </a:lnTo>
                <a:lnTo>
                  <a:pt x="21141" y="19838"/>
                </a:lnTo>
                <a:lnTo>
                  <a:pt x="21101" y="19838"/>
                </a:lnTo>
              </a:path>
              <a:path w="21600" h="21600">
                <a:moveTo>
                  <a:pt x="3624" y="19757"/>
                </a:moveTo>
                <a:lnTo>
                  <a:pt x="3664" y="19757"/>
                </a:lnTo>
                <a:lnTo>
                  <a:pt x="3664" y="19838"/>
                </a:lnTo>
                <a:lnTo>
                  <a:pt x="3624" y="19838"/>
                </a:lnTo>
              </a:path>
              <a:path w="21600" h="21600">
                <a:moveTo>
                  <a:pt x="10401" y="19748"/>
                </a:moveTo>
                <a:lnTo>
                  <a:pt x="10442" y="19748"/>
                </a:lnTo>
                <a:lnTo>
                  <a:pt x="10442" y="19833"/>
                </a:lnTo>
                <a:lnTo>
                  <a:pt x="10401" y="19833"/>
                </a:lnTo>
              </a:path>
              <a:path w="21600" h="21600">
                <a:moveTo>
                  <a:pt x="17491" y="19748"/>
                </a:moveTo>
                <a:lnTo>
                  <a:pt x="17513" y="19748"/>
                </a:lnTo>
                <a:lnTo>
                  <a:pt x="17513" y="19793"/>
                </a:lnTo>
                <a:lnTo>
                  <a:pt x="17491" y="19793"/>
                </a:lnTo>
              </a:path>
              <a:path w="21600" h="21600">
                <a:moveTo>
                  <a:pt x="757" y="19748"/>
                </a:moveTo>
                <a:lnTo>
                  <a:pt x="802" y="19748"/>
                </a:lnTo>
                <a:lnTo>
                  <a:pt x="802" y="19840"/>
                </a:lnTo>
                <a:lnTo>
                  <a:pt x="757" y="19840"/>
                </a:lnTo>
              </a:path>
              <a:path w="21600" h="21600">
                <a:moveTo>
                  <a:pt x="20793" y="19741"/>
                </a:moveTo>
                <a:lnTo>
                  <a:pt x="20846" y="19741"/>
                </a:lnTo>
                <a:lnTo>
                  <a:pt x="20846" y="19851"/>
                </a:lnTo>
                <a:lnTo>
                  <a:pt x="20793" y="19851"/>
                </a:lnTo>
              </a:path>
              <a:path w="21600" h="21600">
                <a:moveTo>
                  <a:pt x="17631" y="19741"/>
                </a:moveTo>
                <a:lnTo>
                  <a:pt x="17675" y="19741"/>
                </a:lnTo>
                <a:lnTo>
                  <a:pt x="17675" y="19833"/>
                </a:lnTo>
                <a:lnTo>
                  <a:pt x="17631" y="19833"/>
                </a:lnTo>
              </a:path>
              <a:path w="21600" h="21600">
                <a:moveTo>
                  <a:pt x="14925" y="19741"/>
                </a:moveTo>
                <a:lnTo>
                  <a:pt x="14970" y="19741"/>
                </a:lnTo>
                <a:lnTo>
                  <a:pt x="14970" y="19833"/>
                </a:lnTo>
                <a:lnTo>
                  <a:pt x="14925" y="19833"/>
                </a:lnTo>
              </a:path>
              <a:path w="21600" h="21600">
                <a:moveTo>
                  <a:pt x="12212" y="19741"/>
                </a:moveTo>
                <a:lnTo>
                  <a:pt x="12256" y="19741"/>
                </a:lnTo>
                <a:lnTo>
                  <a:pt x="12256" y="19833"/>
                </a:lnTo>
                <a:lnTo>
                  <a:pt x="12212" y="19833"/>
                </a:lnTo>
              </a:path>
              <a:path w="21600" h="21600">
                <a:moveTo>
                  <a:pt x="9342" y="19741"/>
                </a:moveTo>
                <a:lnTo>
                  <a:pt x="9387" y="19741"/>
                </a:lnTo>
                <a:lnTo>
                  <a:pt x="9387" y="19833"/>
                </a:lnTo>
                <a:lnTo>
                  <a:pt x="9342" y="19833"/>
                </a:lnTo>
              </a:path>
              <a:path w="21600" h="21600">
                <a:moveTo>
                  <a:pt x="3923" y="19741"/>
                </a:moveTo>
                <a:lnTo>
                  <a:pt x="3968" y="19741"/>
                </a:lnTo>
                <a:lnTo>
                  <a:pt x="3968" y="19833"/>
                </a:lnTo>
                <a:lnTo>
                  <a:pt x="3923" y="19833"/>
                </a:lnTo>
              </a:path>
              <a:path w="21600" h="21600">
                <a:moveTo>
                  <a:pt x="1210" y="19741"/>
                </a:moveTo>
                <a:lnTo>
                  <a:pt x="1255" y="19741"/>
                </a:lnTo>
                <a:lnTo>
                  <a:pt x="1255" y="19833"/>
                </a:lnTo>
                <a:lnTo>
                  <a:pt x="1210" y="19833"/>
                </a:lnTo>
              </a:path>
              <a:path w="21600" h="21600">
                <a:moveTo>
                  <a:pt x="11754" y="19736"/>
                </a:moveTo>
                <a:lnTo>
                  <a:pt x="11808" y="19736"/>
                </a:lnTo>
                <a:lnTo>
                  <a:pt x="11808" y="19846"/>
                </a:lnTo>
                <a:lnTo>
                  <a:pt x="11754" y="19846"/>
                </a:lnTo>
              </a:path>
              <a:path w="21600" h="21600">
                <a:moveTo>
                  <a:pt x="9791" y="19736"/>
                </a:moveTo>
                <a:lnTo>
                  <a:pt x="9844" y="19736"/>
                </a:lnTo>
                <a:lnTo>
                  <a:pt x="9844" y="19846"/>
                </a:lnTo>
                <a:lnTo>
                  <a:pt x="9791" y="19846"/>
                </a:lnTo>
              </a:path>
              <a:path w="21600" h="21600">
                <a:moveTo>
                  <a:pt x="20042" y="19731"/>
                </a:moveTo>
                <a:lnTo>
                  <a:pt x="20087" y="19731"/>
                </a:lnTo>
                <a:lnTo>
                  <a:pt x="20087" y="19823"/>
                </a:lnTo>
                <a:lnTo>
                  <a:pt x="20042" y="19823"/>
                </a:lnTo>
              </a:path>
              <a:path w="21600" h="21600">
                <a:moveTo>
                  <a:pt x="17329" y="19731"/>
                </a:moveTo>
                <a:lnTo>
                  <a:pt x="17374" y="19731"/>
                </a:lnTo>
                <a:lnTo>
                  <a:pt x="17374" y="19823"/>
                </a:lnTo>
                <a:lnTo>
                  <a:pt x="17329" y="19823"/>
                </a:lnTo>
              </a:path>
              <a:path w="21600" h="21600">
                <a:moveTo>
                  <a:pt x="11910" y="19731"/>
                </a:moveTo>
                <a:lnTo>
                  <a:pt x="11954" y="19731"/>
                </a:lnTo>
                <a:lnTo>
                  <a:pt x="11954" y="19823"/>
                </a:lnTo>
                <a:lnTo>
                  <a:pt x="11910" y="19823"/>
                </a:lnTo>
              </a:path>
              <a:path w="21600" h="21600">
                <a:moveTo>
                  <a:pt x="9644" y="19731"/>
                </a:moveTo>
                <a:lnTo>
                  <a:pt x="9689" y="19731"/>
                </a:lnTo>
                <a:lnTo>
                  <a:pt x="9689" y="19823"/>
                </a:lnTo>
                <a:lnTo>
                  <a:pt x="9644" y="19823"/>
                </a:lnTo>
              </a:path>
              <a:path w="21600" h="21600">
                <a:moveTo>
                  <a:pt x="6931" y="19731"/>
                </a:moveTo>
                <a:lnTo>
                  <a:pt x="6976" y="19731"/>
                </a:lnTo>
                <a:lnTo>
                  <a:pt x="6976" y="19823"/>
                </a:lnTo>
                <a:lnTo>
                  <a:pt x="6931" y="19823"/>
                </a:lnTo>
              </a:path>
              <a:path w="21600" h="21600">
                <a:moveTo>
                  <a:pt x="4225" y="19731"/>
                </a:moveTo>
                <a:lnTo>
                  <a:pt x="4270" y="19731"/>
                </a:lnTo>
                <a:lnTo>
                  <a:pt x="4270" y="19823"/>
                </a:lnTo>
                <a:lnTo>
                  <a:pt x="4225" y="19823"/>
                </a:lnTo>
              </a:path>
              <a:path w="21600" h="21600">
                <a:moveTo>
                  <a:pt x="1512" y="19731"/>
                </a:moveTo>
                <a:lnTo>
                  <a:pt x="1557" y="19731"/>
                </a:lnTo>
                <a:lnTo>
                  <a:pt x="1557" y="19823"/>
                </a:lnTo>
                <a:lnTo>
                  <a:pt x="1512" y="19823"/>
                </a:lnTo>
              </a:path>
              <a:path w="21600" h="21600">
                <a:moveTo>
                  <a:pt x="5724" y="19729"/>
                </a:moveTo>
                <a:lnTo>
                  <a:pt x="5767" y="19729"/>
                </a:lnTo>
                <a:lnTo>
                  <a:pt x="5767" y="19817"/>
                </a:lnTo>
                <a:lnTo>
                  <a:pt x="5724" y="19817"/>
                </a:lnTo>
              </a:path>
              <a:path w="21600" h="21600">
                <a:moveTo>
                  <a:pt x="11451" y="19711"/>
                </a:moveTo>
                <a:lnTo>
                  <a:pt x="11507" y="19711"/>
                </a:lnTo>
                <a:lnTo>
                  <a:pt x="11507" y="19824"/>
                </a:lnTo>
                <a:lnTo>
                  <a:pt x="11451" y="19824"/>
                </a:lnTo>
              </a:path>
              <a:path w="21600" h="21600">
                <a:moveTo>
                  <a:pt x="6635" y="19695"/>
                </a:moveTo>
                <a:lnTo>
                  <a:pt x="6668" y="19695"/>
                </a:lnTo>
                <a:lnTo>
                  <a:pt x="6668" y="19762"/>
                </a:lnTo>
                <a:lnTo>
                  <a:pt x="6635" y="19762"/>
                </a:lnTo>
              </a:path>
              <a:path w="21600" h="21600">
                <a:moveTo>
                  <a:pt x="19744" y="19695"/>
                </a:moveTo>
                <a:lnTo>
                  <a:pt x="19780" y="19695"/>
                </a:lnTo>
                <a:lnTo>
                  <a:pt x="19780" y="19769"/>
                </a:lnTo>
                <a:lnTo>
                  <a:pt x="19744" y="19769"/>
                </a:lnTo>
              </a:path>
              <a:path w="21600" h="21600">
                <a:moveTo>
                  <a:pt x="18989" y="19695"/>
                </a:moveTo>
                <a:lnTo>
                  <a:pt x="19026" y="19695"/>
                </a:lnTo>
                <a:lnTo>
                  <a:pt x="19026" y="19769"/>
                </a:lnTo>
                <a:lnTo>
                  <a:pt x="18989" y="19769"/>
                </a:lnTo>
              </a:path>
              <a:path w="21600" h="21600">
                <a:moveTo>
                  <a:pt x="14325" y="19695"/>
                </a:moveTo>
                <a:lnTo>
                  <a:pt x="14361" y="19695"/>
                </a:lnTo>
                <a:lnTo>
                  <a:pt x="14361" y="19769"/>
                </a:lnTo>
                <a:lnTo>
                  <a:pt x="14325" y="19769"/>
                </a:lnTo>
              </a:path>
              <a:path w="21600" h="21600">
                <a:moveTo>
                  <a:pt x="13570" y="19695"/>
                </a:moveTo>
                <a:lnTo>
                  <a:pt x="13607" y="19695"/>
                </a:lnTo>
                <a:lnTo>
                  <a:pt x="13607" y="19769"/>
                </a:lnTo>
                <a:lnTo>
                  <a:pt x="13570" y="19769"/>
                </a:lnTo>
              </a:path>
              <a:path w="21600" h="21600">
                <a:moveTo>
                  <a:pt x="1819" y="19695"/>
                </a:moveTo>
                <a:lnTo>
                  <a:pt x="1855" y="19695"/>
                </a:lnTo>
                <a:lnTo>
                  <a:pt x="1855" y="19769"/>
                </a:lnTo>
                <a:lnTo>
                  <a:pt x="1819" y="19769"/>
                </a:lnTo>
              </a:path>
              <a:path w="21600" h="21600">
                <a:moveTo>
                  <a:pt x="14173" y="19653"/>
                </a:moveTo>
                <a:lnTo>
                  <a:pt x="14211" y="19653"/>
                </a:lnTo>
                <a:lnTo>
                  <a:pt x="14211" y="19731"/>
                </a:lnTo>
                <a:lnTo>
                  <a:pt x="14173" y="19731"/>
                </a:lnTo>
              </a:path>
              <a:path w="21600" h="21600">
                <a:moveTo>
                  <a:pt x="12664" y="19644"/>
                </a:moveTo>
                <a:lnTo>
                  <a:pt x="12710" y="19644"/>
                </a:lnTo>
                <a:lnTo>
                  <a:pt x="12710" y="19739"/>
                </a:lnTo>
                <a:lnTo>
                  <a:pt x="12664" y="19739"/>
                </a:lnTo>
              </a:path>
              <a:path w="21600" h="21600">
                <a:moveTo>
                  <a:pt x="8888" y="19644"/>
                </a:moveTo>
                <a:lnTo>
                  <a:pt x="8935" y="19644"/>
                </a:lnTo>
                <a:lnTo>
                  <a:pt x="8935" y="19739"/>
                </a:lnTo>
                <a:lnTo>
                  <a:pt x="8888" y="19739"/>
                </a:lnTo>
              </a:path>
              <a:path w="21600" h="21600">
                <a:moveTo>
                  <a:pt x="3470" y="19644"/>
                </a:moveTo>
                <a:lnTo>
                  <a:pt x="3516" y="19644"/>
                </a:lnTo>
                <a:lnTo>
                  <a:pt x="3516" y="19739"/>
                </a:lnTo>
                <a:lnTo>
                  <a:pt x="3470" y="19739"/>
                </a:lnTo>
              </a:path>
              <a:path w="21600" h="21600">
                <a:moveTo>
                  <a:pt x="16272" y="19641"/>
                </a:moveTo>
                <a:lnTo>
                  <a:pt x="16317" y="19641"/>
                </a:lnTo>
                <a:lnTo>
                  <a:pt x="16317" y="19733"/>
                </a:lnTo>
                <a:lnTo>
                  <a:pt x="16272" y="19733"/>
                </a:lnTo>
              </a:path>
              <a:path w="21600" h="21600">
                <a:moveTo>
                  <a:pt x="5282" y="19641"/>
                </a:moveTo>
                <a:lnTo>
                  <a:pt x="5327" y="19641"/>
                </a:lnTo>
                <a:lnTo>
                  <a:pt x="5327" y="19733"/>
                </a:lnTo>
                <a:lnTo>
                  <a:pt x="5282" y="19733"/>
                </a:lnTo>
              </a:path>
              <a:path w="21600" h="21600">
                <a:moveTo>
                  <a:pt x="19284" y="19641"/>
                </a:moveTo>
                <a:lnTo>
                  <a:pt x="19334" y="19641"/>
                </a:lnTo>
                <a:lnTo>
                  <a:pt x="19334" y="19744"/>
                </a:lnTo>
                <a:lnTo>
                  <a:pt x="19284" y="19744"/>
                </a:lnTo>
              </a:path>
              <a:path w="21600" h="21600">
                <a:moveTo>
                  <a:pt x="13865" y="19641"/>
                </a:moveTo>
                <a:lnTo>
                  <a:pt x="13915" y="19641"/>
                </a:lnTo>
                <a:lnTo>
                  <a:pt x="13915" y="19744"/>
                </a:lnTo>
                <a:lnTo>
                  <a:pt x="13865" y="19744"/>
                </a:lnTo>
              </a:path>
              <a:path w="21600" h="21600">
                <a:moveTo>
                  <a:pt x="7683" y="19641"/>
                </a:moveTo>
                <a:lnTo>
                  <a:pt x="7733" y="19641"/>
                </a:lnTo>
                <a:lnTo>
                  <a:pt x="7733" y="19744"/>
                </a:lnTo>
                <a:lnTo>
                  <a:pt x="7683" y="19744"/>
                </a:lnTo>
              </a:path>
              <a:path w="21600" h="21600">
                <a:moveTo>
                  <a:pt x="2265" y="19641"/>
                </a:moveTo>
                <a:lnTo>
                  <a:pt x="2315" y="19641"/>
                </a:lnTo>
                <a:lnTo>
                  <a:pt x="2315" y="19744"/>
                </a:lnTo>
                <a:lnTo>
                  <a:pt x="2265" y="19744"/>
                </a:lnTo>
              </a:path>
              <a:path w="21600" h="21600">
                <a:moveTo>
                  <a:pt x="17027" y="19632"/>
                </a:moveTo>
                <a:lnTo>
                  <a:pt x="17072" y="19632"/>
                </a:lnTo>
                <a:lnTo>
                  <a:pt x="17072" y="19723"/>
                </a:lnTo>
                <a:lnTo>
                  <a:pt x="17027" y="19723"/>
                </a:lnTo>
              </a:path>
              <a:path w="21600" h="21600">
                <a:moveTo>
                  <a:pt x="11608" y="19632"/>
                </a:moveTo>
                <a:lnTo>
                  <a:pt x="11652" y="19632"/>
                </a:lnTo>
                <a:lnTo>
                  <a:pt x="11652" y="19723"/>
                </a:lnTo>
                <a:lnTo>
                  <a:pt x="11608" y="19723"/>
                </a:lnTo>
              </a:path>
              <a:path w="21600" h="21600">
                <a:moveTo>
                  <a:pt x="9946" y="19632"/>
                </a:moveTo>
                <a:lnTo>
                  <a:pt x="9991" y="19632"/>
                </a:lnTo>
                <a:lnTo>
                  <a:pt x="9991" y="19723"/>
                </a:lnTo>
                <a:lnTo>
                  <a:pt x="9946" y="19723"/>
                </a:lnTo>
              </a:path>
              <a:path w="21600" h="21600">
                <a:moveTo>
                  <a:pt x="4527" y="19632"/>
                </a:moveTo>
                <a:lnTo>
                  <a:pt x="4572" y="19632"/>
                </a:lnTo>
                <a:lnTo>
                  <a:pt x="4572" y="19723"/>
                </a:lnTo>
                <a:lnTo>
                  <a:pt x="4527" y="19723"/>
                </a:lnTo>
              </a:path>
              <a:path w="21600" h="21600">
                <a:moveTo>
                  <a:pt x="4375" y="19630"/>
                </a:moveTo>
                <a:lnTo>
                  <a:pt x="4423" y="19630"/>
                </a:lnTo>
                <a:lnTo>
                  <a:pt x="4423" y="19729"/>
                </a:lnTo>
                <a:lnTo>
                  <a:pt x="4375" y="19729"/>
                </a:lnTo>
              </a:path>
              <a:path w="21600" h="21600">
                <a:moveTo>
                  <a:pt x="10101" y="19626"/>
                </a:moveTo>
                <a:lnTo>
                  <a:pt x="10138" y="19626"/>
                </a:lnTo>
                <a:lnTo>
                  <a:pt x="10138" y="19704"/>
                </a:lnTo>
                <a:lnTo>
                  <a:pt x="10101" y="19704"/>
                </a:lnTo>
              </a:path>
              <a:path w="21600" h="21600">
                <a:moveTo>
                  <a:pt x="11161" y="19624"/>
                </a:moveTo>
                <a:lnTo>
                  <a:pt x="11193" y="19624"/>
                </a:lnTo>
                <a:lnTo>
                  <a:pt x="11193" y="19691"/>
                </a:lnTo>
                <a:lnTo>
                  <a:pt x="11161" y="19691"/>
                </a:lnTo>
              </a:path>
              <a:path w="21600" h="21600">
                <a:moveTo>
                  <a:pt x="3173" y="19621"/>
                </a:moveTo>
                <a:lnTo>
                  <a:pt x="3209" y="19621"/>
                </a:lnTo>
                <a:lnTo>
                  <a:pt x="3209" y="19695"/>
                </a:lnTo>
                <a:lnTo>
                  <a:pt x="3173" y="19695"/>
                </a:lnTo>
              </a:path>
              <a:path w="21600" h="21600">
                <a:moveTo>
                  <a:pt x="20491" y="19616"/>
                </a:moveTo>
                <a:lnTo>
                  <a:pt x="20543" y="19616"/>
                </a:lnTo>
                <a:lnTo>
                  <a:pt x="20543" y="19722"/>
                </a:lnTo>
                <a:lnTo>
                  <a:pt x="20491" y="19722"/>
                </a:lnTo>
              </a:path>
              <a:path w="21600" h="21600">
                <a:moveTo>
                  <a:pt x="15072" y="19616"/>
                </a:moveTo>
                <a:lnTo>
                  <a:pt x="15124" y="19616"/>
                </a:lnTo>
                <a:lnTo>
                  <a:pt x="15124" y="19722"/>
                </a:lnTo>
                <a:lnTo>
                  <a:pt x="15072" y="19722"/>
                </a:lnTo>
              </a:path>
              <a:path w="21600" h="21600">
                <a:moveTo>
                  <a:pt x="12068" y="19616"/>
                </a:moveTo>
                <a:lnTo>
                  <a:pt x="12098" y="19616"/>
                </a:lnTo>
                <a:lnTo>
                  <a:pt x="12098" y="19676"/>
                </a:lnTo>
                <a:lnTo>
                  <a:pt x="12068" y="19676"/>
                </a:lnTo>
              </a:path>
              <a:path w="21600" h="21600">
                <a:moveTo>
                  <a:pt x="6475" y="19616"/>
                </a:moveTo>
                <a:lnTo>
                  <a:pt x="6526" y="19616"/>
                </a:lnTo>
                <a:lnTo>
                  <a:pt x="6526" y="19722"/>
                </a:lnTo>
                <a:lnTo>
                  <a:pt x="6475" y="19722"/>
                </a:lnTo>
              </a:path>
              <a:path w="21600" h="21600">
                <a:moveTo>
                  <a:pt x="20644" y="19614"/>
                </a:moveTo>
                <a:lnTo>
                  <a:pt x="20692" y="19614"/>
                </a:lnTo>
                <a:lnTo>
                  <a:pt x="20692" y="19713"/>
                </a:lnTo>
                <a:lnTo>
                  <a:pt x="20644" y="19713"/>
                </a:lnTo>
              </a:path>
              <a:path w="21600" h="21600">
                <a:moveTo>
                  <a:pt x="19134" y="19614"/>
                </a:moveTo>
                <a:lnTo>
                  <a:pt x="19183" y="19614"/>
                </a:lnTo>
                <a:lnTo>
                  <a:pt x="19183" y="19713"/>
                </a:lnTo>
                <a:lnTo>
                  <a:pt x="19134" y="19713"/>
                </a:lnTo>
              </a:path>
              <a:path w="21600" h="21600">
                <a:moveTo>
                  <a:pt x="18686" y="19614"/>
                </a:moveTo>
                <a:lnTo>
                  <a:pt x="18734" y="19614"/>
                </a:lnTo>
                <a:lnTo>
                  <a:pt x="18734" y="19713"/>
                </a:lnTo>
                <a:lnTo>
                  <a:pt x="18686" y="19713"/>
                </a:lnTo>
              </a:path>
              <a:path w="21600" h="21600">
                <a:moveTo>
                  <a:pt x="18384" y="19614"/>
                </a:moveTo>
                <a:lnTo>
                  <a:pt x="18432" y="19614"/>
                </a:lnTo>
                <a:lnTo>
                  <a:pt x="18432" y="19713"/>
                </a:lnTo>
                <a:lnTo>
                  <a:pt x="18384" y="19713"/>
                </a:lnTo>
              </a:path>
              <a:path w="21600" h="21600">
                <a:moveTo>
                  <a:pt x="17931" y="19614"/>
                </a:moveTo>
                <a:lnTo>
                  <a:pt x="17979" y="19614"/>
                </a:lnTo>
                <a:lnTo>
                  <a:pt x="17979" y="19713"/>
                </a:lnTo>
                <a:lnTo>
                  <a:pt x="17931" y="19713"/>
                </a:lnTo>
              </a:path>
              <a:path w="21600" h="21600">
                <a:moveTo>
                  <a:pt x="16421" y="19614"/>
                </a:moveTo>
                <a:lnTo>
                  <a:pt x="16469" y="19614"/>
                </a:lnTo>
                <a:lnTo>
                  <a:pt x="16469" y="19713"/>
                </a:lnTo>
                <a:lnTo>
                  <a:pt x="16421" y="19713"/>
                </a:lnTo>
              </a:path>
              <a:path w="21600" h="21600">
                <a:moveTo>
                  <a:pt x="15980" y="19614"/>
                </a:moveTo>
                <a:lnTo>
                  <a:pt x="16028" y="19614"/>
                </a:lnTo>
                <a:lnTo>
                  <a:pt x="16028" y="19713"/>
                </a:lnTo>
                <a:lnTo>
                  <a:pt x="15980" y="19713"/>
                </a:lnTo>
              </a:path>
              <a:path w="21600" h="21600">
                <a:moveTo>
                  <a:pt x="15678" y="19614"/>
                </a:moveTo>
                <a:lnTo>
                  <a:pt x="15726" y="19614"/>
                </a:lnTo>
                <a:lnTo>
                  <a:pt x="15726" y="19713"/>
                </a:lnTo>
                <a:lnTo>
                  <a:pt x="15678" y="19713"/>
                </a:lnTo>
              </a:path>
              <a:path w="21600" h="21600">
                <a:moveTo>
                  <a:pt x="15225" y="19614"/>
                </a:moveTo>
                <a:lnTo>
                  <a:pt x="15273" y="19614"/>
                </a:lnTo>
                <a:lnTo>
                  <a:pt x="15273" y="19713"/>
                </a:lnTo>
                <a:lnTo>
                  <a:pt x="15225" y="19713"/>
                </a:lnTo>
              </a:path>
              <a:path w="21600" h="21600">
                <a:moveTo>
                  <a:pt x="13715" y="19614"/>
                </a:moveTo>
                <a:lnTo>
                  <a:pt x="13764" y="19614"/>
                </a:lnTo>
                <a:lnTo>
                  <a:pt x="13764" y="19713"/>
                </a:lnTo>
                <a:lnTo>
                  <a:pt x="13715" y="19713"/>
                </a:lnTo>
              </a:path>
              <a:path w="21600" h="21600">
                <a:moveTo>
                  <a:pt x="13267" y="19614"/>
                </a:moveTo>
                <a:lnTo>
                  <a:pt x="13315" y="19614"/>
                </a:lnTo>
                <a:lnTo>
                  <a:pt x="13315" y="19713"/>
                </a:lnTo>
                <a:lnTo>
                  <a:pt x="13267" y="19713"/>
                </a:lnTo>
              </a:path>
              <a:path w="21600" h="21600">
                <a:moveTo>
                  <a:pt x="12965" y="19614"/>
                </a:moveTo>
                <a:lnTo>
                  <a:pt x="13013" y="19614"/>
                </a:lnTo>
                <a:lnTo>
                  <a:pt x="13013" y="19713"/>
                </a:lnTo>
                <a:lnTo>
                  <a:pt x="12965" y="19713"/>
                </a:lnTo>
              </a:path>
              <a:path w="21600" h="21600">
                <a:moveTo>
                  <a:pt x="12512" y="19614"/>
                </a:moveTo>
                <a:lnTo>
                  <a:pt x="12560" y="19614"/>
                </a:lnTo>
                <a:lnTo>
                  <a:pt x="12560" y="19713"/>
                </a:lnTo>
                <a:lnTo>
                  <a:pt x="12512" y="19713"/>
                </a:lnTo>
              </a:path>
              <a:path w="21600" h="21600">
                <a:moveTo>
                  <a:pt x="11002" y="19614"/>
                </a:moveTo>
                <a:lnTo>
                  <a:pt x="11050" y="19614"/>
                </a:lnTo>
                <a:lnTo>
                  <a:pt x="11050" y="19713"/>
                </a:lnTo>
                <a:lnTo>
                  <a:pt x="11002" y="19713"/>
                </a:lnTo>
              </a:path>
              <a:path w="21600" h="21600">
                <a:moveTo>
                  <a:pt x="9039" y="19614"/>
                </a:moveTo>
                <a:lnTo>
                  <a:pt x="9087" y="19614"/>
                </a:lnTo>
                <a:lnTo>
                  <a:pt x="9087" y="19713"/>
                </a:lnTo>
                <a:lnTo>
                  <a:pt x="9039" y="19713"/>
                </a:lnTo>
              </a:path>
              <a:path w="21600" h="21600">
                <a:moveTo>
                  <a:pt x="8585" y="19614"/>
                </a:moveTo>
                <a:lnTo>
                  <a:pt x="8634" y="19614"/>
                </a:lnTo>
                <a:lnTo>
                  <a:pt x="8634" y="19713"/>
                </a:lnTo>
                <a:lnTo>
                  <a:pt x="8585" y="19713"/>
                </a:lnTo>
              </a:path>
              <a:path w="21600" h="21600">
                <a:moveTo>
                  <a:pt x="8284" y="19614"/>
                </a:moveTo>
                <a:lnTo>
                  <a:pt x="8332" y="19614"/>
                </a:lnTo>
                <a:lnTo>
                  <a:pt x="8332" y="19713"/>
                </a:lnTo>
                <a:lnTo>
                  <a:pt x="8284" y="19713"/>
                </a:lnTo>
              </a:path>
              <a:path w="21600" h="21600">
                <a:moveTo>
                  <a:pt x="7835" y="19614"/>
                </a:moveTo>
                <a:lnTo>
                  <a:pt x="7883" y="19614"/>
                </a:lnTo>
                <a:lnTo>
                  <a:pt x="7883" y="19713"/>
                </a:lnTo>
                <a:lnTo>
                  <a:pt x="7835" y="19713"/>
                </a:lnTo>
              </a:path>
              <a:path w="21600" h="21600">
                <a:moveTo>
                  <a:pt x="6325" y="19614"/>
                </a:moveTo>
                <a:lnTo>
                  <a:pt x="6374" y="19614"/>
                </a:lnTo>
                <a:lnTo>
                  <a:pt x="6374" y="19713"/>
                </a:lnTo>
                <a:lnTo>
                  <a:pt x="6325" y="19713"/>
                </a:lnTo>
              </a:path>
              <a:path w="21600" h="21600">
                <a:moveTo>
                  <a:pt x="5872" y="19614"/>
                </a:moveTo>
                <a:lnTo>
                  <a:pt x="5921" y="19614"/>
                </a:lnTo>
                <a:lnTo>
                  <a:pt x="5921" y="19713"/>
                </a:lnTo>
                <a:lnTo>
                  <a:pt x="5872" y="19713"/>
                </a:lnTo>
              </a:path>
              <a:path w="21600" h="21600">
                <a:moveTo>
                  <a:pt x="5570" y="19614"/>
                </a:moveTo>
                <a:lnTo>
                  <a:pt x="5619" y="19614"/>
                </a:lnTo>
                <a:lnTo>
                  <a:pt x="5619" y="19713"/>
                </a:lnTo>
                <a:lnTo>
                  <a:pt x="5570" y="19713"/>
                </a:lnTo>
              </a:path>
              <a:path w="21600" h="21600">
                <a:moveTo>
                  <a:pt x="5130" y="19614"/>
                </a:moveTo>
                <a:lnTo>
                  <a:pt x="5178" y="19614"/>
                </a:lnTo>
                <a:lnTo>
                  <a:pt x="5178" y="19713"/>
                </a:lnTo>
                <a:lnTo>
                  <a:pt x="5130" y="19713"/>
                </a:lnTo>
              </a:path>
              <a:path w="21600" h="21600">
                <a:moveTo>
                  <a:pt x="2416" y="19614"/>
                </a:moveTo>
                <a:lnTo>
                  <a:pt x="2465" y="19614"/>
                </a:lnTo>
                <a:lnTo>
                  <a:pt x="2465" y="19713"/>
                </a:lnTo>
                <a:lnTo>
                  <a:pt x="2416" y="19713"/>
                </a:lnTo>
              </a:path>
              <a:path w="21600" h="21600">
                <a:moveTo>
                  <a:pt x="907" y="19614"/>
                </a:moveTo>
                <a:lnTo>
                  <a:pt x="955" y="19614"/>
                </a:lnTo>
                <a:lnTo>
                  <a:pt x="955" y="19713"/>
                </a:lnTo>
                <a:lnTo>
                  <a:pt x="907" y="19713"/>
                </a:lnTo>
              </a:path>
              <a:path w="21600" h="21600">
                <a:moveTo>
                  <a:pt x="454" y="19614"/>
                </a:moveTo>
                <a:lnTo>
                  <a:pt x="502" y="19614"/>
                </a:lnTo>
                <a:lnTo>
                  <a:pt x="502" y="19713"/>
                </a:lnTo>
                <a:lnTo>
                  <a:pt x="454" y="19713"/>
                </a:lnTo>
              </a:path>
              <a:path w="21600" h="21600">
                <a:moveTo>
                  <a:pt x="152" y="19614"/>
                </a:moveTo>
                <a:lnTo>
                  <a:pt x="200" y="19614"/>
                </a:lnTo>
                <a:lnTo>
                  <a:pt x="200" y="19713"/>
                </a:lnTo>
                <a:lnTo>
                  <a:pt x="152" y="19713"/>
                </a:lnTo>
              </a:path>
              <a:path w="21600" h="21600">
                <a:moveTo>
                  <a:pt x="20950" y="19612"/>
                </a:moveTo>
                <a:lnTo>
                  <a:pt x="20991" y="19612"/>
                </a:lnTo>
                <a:lnTo>
                  <a:pt x="20991" y="19697"/>
                </a:lnTo>
                <a:lnTo>
                  <a:pt x="20950" y="19697"/>
                </a:lnTo>
              </a:path>
              <a:path w="21600" h="21600">
                <a:moveTo>
                  <a:pt x="18236" y="19612"/>
                </a:moveTo>
                <a:lnTo>
                  <a:pt x="18278" y="19612"/>
                </a:lnTo>
                <a:lnTo>
                  <a:pt x="18278" y="19697"/>
                </a:lnTo>
                <a:lnTo>
                  <a:pt x="18236" y="19697"/>
                </a:lnTo>
              </a:path>
              <a:path w="21600" h="21600">
                <a:moveTo>
                  <a:pt x="15531" y="19612"/>
                </a:moveTo>
                <a:lnTo>
                  <a:pt x="15572" y="19612"/>
                </a:lnTo>
                <a:lnTo>
                  <a:pt x="15572" y="19697"/>
                </a:lnTo>
                <a:lnTo>
                  <a:pt x="15531" y="19697"/>
                </a:lnTo>
              </a:path>
              <a:path w="21600" h="21600">
                <a:moveTo>
                  <a:pt x="12817" y="19612"/>
                </a:moveTo>
                <a:lnTo>
                  <a:pt x="12859" y="19612"/>
                </a:lnTo>
                <a:lnTo>
                  <a:pt x="12859" y="19697"/>
                </a:lnTo>
                <a:lnTo>
                  <a:pt x="12817" y="19697"/>
                </a:lnTo>
              </a:path>
              <a:path w="21600" h="21600">
                <a:moveTo>
                  <a:pt x="6027" y="19612"/>
                </a:moveTo>
                <a:lnTo>
                  <a:pt x="6068" y="19612"/>
                </a:lnTo>
                <a:lnTo>
                  <a:pt x="6068" y="19697"/>
                </a:lnTo>
                <a:lnTo>
                  <a:pt x="6027" y="19697"/>
                </a:lnTo>
              </a:path>
              <a:path w="21600" h="21600">
                <a:moveTo>
                  <a:pt x="3321" y="19612"/>
                </a:moveTo>
                <a:lnTo>
                  <a:pt x="3363" y="19612"/>
                </a:lnTo>
                <a:lnTo>
                  <a:pt x="3363" y="19697"/>
                </a:lnTo>
                <a:lnTo>
                  <a:pt x="3321" y="19697"/>
                </a:lnTo>
              </a:path>
              <a:path w="21600" h="21600">
                <a:moveTo>
                  <a:pt x="608" y="19612"/>
                </a:moveTo>
                <a:lnTo>
                  <a:pt x="649" y="19612"/>
                </a:lnTo>
                <a:lnTo>
                  <a:pt x="649" y="19697"/>
                </a:lnTo>
                <a:lnTo>
                  <a:pt x="608" y="19697"/>
                </a:lnTo>
              </a:path>
              <a:path w="21600" h="21600">
                <a:moveTo>
                  <a:pt x="14467" y="19611"/>
                </a:moveTo>
                <a:lnTo>
                  <a:pt x="14522" y="19611"/>
                </a:lnTo>
                <a:lnTo>
                  <a:pt x="14522" y="19725"/>
                </a:lnTo>
                <a:lnTo>
                  <a:pt x="14467" y="19725"/>
                </a:lnTo>
              </a:path>
              <a:path w="21600" h="21600">
                <a:moveTo>
                  <a:pt x="7077" y="19611"/>
                </a:moveTo>
                <a:lnTo>
                  <a:pt x="7132" y="19611"/>
                </a:lnTo>
                <a:lnTo>
                  <a:pt x="7132" y="19725"/>
                </a:lnTo>
                <a:lnTo>
                  <a:pt x="7077" y="19725"/>
                </a:lnTo>
              </a:path>
              <a:path w="21600" h="21600">
                <a:moveTo>
                  <a:pt x="10849" y="19609"/>
                </a:moveTo>
                <a:lnTo>
                  <a:pt x="10901" y="19609"/>
                </a:lnTo>
                <a:lnTo>
                  <a:pt x="10901" y="19716"/>
                </a:lnTo>
                <a:lnTo>
                  <a:pt x="10849" y="19716"/>
                </a:lnTo>
              </a:path>
              <a:path w="21600" h="21600">
                <a:moveTo>
                  <a:pt x="17182" y="19606"/>
                </a:moveTo>
                <a:lnTo>
                  <a:pt x="17218" y="19606"/>
                </a:lnTo>
                <a:lnTo>
                  <a:pt x="17218" y="19680"/>
                </a:lnTo>
                <a:lnTo>
                  <a:pt x="17182" y="19680"/>
                </a:lnTo>
              </a:path>
              <a:path w="21600" h="21600">
                <a:moveTo>
                  <a:pt x="2862" y="19605"/>
                </a:moveTo>
                <a:lnTo>
                  <a:pt x="2916" y="19605"/>
                </a:lnTo>
                <a:lnTo>
                  <a:pt x="2916" y="19714"/>
                </a:lnTo>
                <a:lnTo>
                  <a:pt x="2862" y="19714"/>
                </a:lnTo>
              </a:path>
              <a:path w="21600" h="21600">
                <a:moveTo>
                  <a:pt x="20351" y="19598"/>
                </a:moveTo>
                <a:lnTo>
                  <a:pt x="20382" y="19598"/>
                </a:lnTo>
                <a:lnTo>
                  <a:pt x="20382" y="19661"/>
                </a:lnTo>
                <a:lnTo>
                  <a:pt x="20351" y="19661"/>
                </a:lnTo>
              </a:path>
              <a:path w="21600" h="21600">
                <a:moveTo>
                  <a:pt x="8749" y="19592"/>
                </a:moveTo>
                <a:lnTo>
                  <a:pt x="8773" y="19592"/>
                </a:lnTo>
                <a:lnTo>
                  <a:pt x="8773" y="19641"/>
                </a:lnTo>
                <a:lnTo>
                  <a:pt x="8749" y="19641"/>
                </a:lnTo>
              </a:path>
              <a:path w="21600" h="21600">
                <a:moveTo>
                  <a:pt x="19444" y="19577"/>
                </a:moveTo>
                <a:lnTo>
                  <a:pt x="19477" y="19577"/>
                </a:lnTo>
                <a:lnTo>
                  <a:pt x="19477" y="19644"/>
                </a:lnTo>
                <a:lnTo>
                  <a:pt x="19444" y="19644"/>
                </a:lnTo>
              </a:path>
              <a:path w="21600" h="21600">
                <a:moveTo>
                  <a:pt x="21548" y="19572"/>
                </a:moveTo>
                <a:lnTo>
                  <a:pt x="21592" y="19572"/>
                </a:lnTo>
                <a:lnTo>
                  <a:pt x="21592" y="19662"/>
                </a:lnTo>
                <a:lnTo>
                  <a:pt x="21548" y="19662"/>
                </a:lnTo>
              </a:path>
              <a:path w="21600" h="21600">
                <a:moveTo>
                  <a:pt x="7" y="19572"/>
                </a:moveTo>
                <a:lnTo>
                  <a:pt x="51" y="19572"/>
                </a:lnTo>
                <a:lnTo>
                  <a:pt x="51" y="19662"/>
                </a:lnTo>
                <a:lnTo>
                  <a:pt x="7" y="19662"/>
                </a:lnTo>
              </a:path>
              <a:path w="21600" h="21600">
                <a:moveTo>
                  <a:pt x="10402" y="19571"/>
                </a:moveTo>
                <a:lnTo>
                  <a:pt x="10441" y="19571"/>
                </a:lnTo>
                <a:lnTo>
                  <a:pt x="10441" y="19652"/>
                </a:lnTo>
                <a:lnTo>
                  <a:pt x="10402" y="19652"/>
                </a:lnTo>
              </a:path>
              <a:path w="21600" h="21600">
                <a:moveTo>
                  <a:pt x="16725" y="19554"/>
                </a:moveTo>
                <a:lnTo>
                  <a:pt x="16770" y="19554"/>
                </a:lnTo>
                <a:lnTo>
                  <a:pt x="16770" y="19646"/>
                </a:lnTo>
                <a:lnTo>
                  <a:pt x="16725" y="19646"/>
                </a:lnTo>
              </a:path>
              <a:path w="21600" h="21600">
                <a:moveTo>
                  <a:pt x="14019" y="19554"/>
                </a:moveTo>
                <a:lnTo>
                  <a:pt x="14064" y="19554"/>
                </a:lnTo>
                <a:lnTo>
                  <a:pt x="14064" y="19646"/>
                </a:lnTo>
                <a:lnTo>
                  <a:pt x="14019" y="19646"/>
                </a:lnTo>
              </a:path>
              <a:path w="21600" h="21600">
                <a:moveTo>
                  <a:pt x="11306" y="19554"/>
                </a:moveTo>
                <a:lnTo>
                  <a:pt x="11350" y="19554"/>
                </a:lnTo>
                <a:lnTo>
                  <a:pt x="11350" y="19646"/>
                </a:lnTo>
                <a:lnTo>
                  <a:pt x="11306" y="19646"/>
                </a:lnTo>
              </a:path>
              <a:path w="21600" h="21600">
                <a:moveTo>
                  <a:pt x="10248" y="19554"/>
                </a:moveTo>
                <a:lnTo>
                  <a:pt x="10293" y="19554"/>
                </a:lnTo>
                <a:lnTo>
                  <a:pt x="10293" y="19646"/>
                </a:lnTo>
                <a:lnTo>
                  <a:pt x="10248" y="19646"/>
                </a:lnTo>
              </a:path>
              <a:path w="21600" h="21600">
                <a:moveTo>
                  <a:pt x="7535" y="19554"/>
                </a:moveTo>
                <a:lnTo>
                  <a:pt x="7580" y="19554"/>
                </a:lnTo>
                <a:lnTo>
                  <a:pt x="7580" y="19646"/>
                </a:lnTo>
                <a:lnTo>
                  <a:pt x="7535" y="19646"/>
                </a:lnTo>
              </a:path>
              <a:path w="21600" h="21600">
                <a:moveTo>
                  <a:pt x="4829" y="19554"/>
                </a:moveTo>
                <a:lnTo>
                  <a:pt x="4874" y="19554"/>
                </a:lnTo>
                <a:lnTo>
                  <a:pt x="4874" y="19646"/>
                </a:lnTo>
                <a:lnTo>
                  <a:pt x="4829" y="19646"/>
                </a:lnTo>
              </a:path>
              <a:path w="21600" h="21600">
                <a:moveTo>
                  <a:pt x="2116" y="19554"/>
                </a:moveTo>
                <a:lnTo>
                  <a:pt x="2161" y="19554"/>
                </a:lnTo>
                <a:lnTo>
                  <a:pt x="2161" y="19646"/>
                </a:lnTo>
                <a:lnTo>
                  <a:pt x="2116" y="19646"/>
                </a:lnTo>
              </a:path>
              <a:path w="21600" h="21600">
                <a:moveTo>
                  <a:pt x="19745" y="19546"/>
                </a:moveTo>
                <a:lnTo>
                  <a:pt x="19780" y="19546"/>
                </a:lnTo>
                <a:lnTo>
                  <a:pt x="19780" y="19617"/>
                </a:lnTo>
                <a:lnTo>
                  <a:pt x="19745" y="19617"/>
                </a:lnTo>
              </a:path>
              <a:path w="21600" h="21600">
                <a:moveTo>
                  <a:pt x="18990" y="19546"/>
                </a:moveTo>
                <a:lnTo>
                  <a:pt x="19025" y="19546"/>
                </a:lnTo>
                <a:lnTo>
                  <a:pt x="19025" y="19617"/>
                </a:lnTo>
                <a:lnTo>
                  <a:pt x="18990" y="19617"/>
                </a:lnTo>
              </a:path>
              <a:path w="21600" h="21600">
                <a:moveTo>
                  <a:pt x="14326" y="19546"/>
                </a:moveTo>
                <a:lnTo>
                  <a:pt x="14361" y="19546"/>
                </a:lnTo>
                <a:lnTo>
                  <a:pt x="14361" y="19617"/>
                </a:lnTo>
                <a:lnTo>
                  <a:pt x="14326" y="19617"/>
                </a:lnTo>
              </a:path>
              <a:path w="21600" h="21600">
                <a:moveTo>
                  <a:pt x="13571" y="19546"/>
                </a:moveTo>
                <a:lnTo>
                  <a:pt x="13606" y="19546"/>
                </a:lnTo>
                <a:lnTo>
                  <a:pt x="13606" y="19617"/>
                </a:lnTo>
                <a:lnTo>
                  <a:pt x="13571" y="19617"/>
                </a:lnTo>
              </a:path>
              <a:path w="21600" h="21600">
                <a:moveTo>
                  <a:pt x="1819" y="19546"/>
                </a:moveTo>
                <a:lnTo>
                  <a:pt x="1854" y="19546"/>
                </a:lnTo>
                <a:lnTo>
                  <a:pt x="1854" y="19617"/>
                </a:lnTo>
                <a:lnTo>
                  <a:pt x="1819" y="19617"/>
                </a:lnTo>
              </a:path>
              <a:path w="21600" h="21600">
                <a:moveTo>
                  <a:pt x="10553" y="19541"/>
                </a:moveTo>
                <a:lnTo>
                  <a:pt x="10592" y="19541"/>
                </a:lnTo>
                <a:lnTo>
                  <a:pt x="10592" y="19622"/>
                </a:lnTo>
                <a:lnTo>
                  <a:pt x="10553" y="19622"/>
                </a:lnTo>
              </a:path>
              <a:path w="21600" h="21600">
                <a:moveTo>
                  <a:pt x="21404" y="19537"/>
                </a:moveTo>
                <a:lnTo>
                  <a:pt x="21442" y="19537"/>
                </a:lnTo>
                <a:lnTo>
                  <a:pt x="21442" y="19615"/>
                </a:lnTo>
                <a:lnTo>
                  <a:pt x="21404" y="19615"/>
                </a:lnTo>
              </a:path>
              <a:path w="21600" h="21600">
                <a:moveTo>
                  <a:pt x="1366" y="19535"/>
                </a:moveTo>
                <a:lnTo>
                  <a:pt x="1402" y="19535"/>
                </a:lnTo>
                <a:lnTo>
                  <a:pt x="1402" y="19609"/>
                </a:lnTo>
                <a:lnTo>
                  <a:pt x="1366" y="19609"/>
                </a:lnTo>
              </a:path>
              <a:path w="21600" h="21600">
                <a:moveTo>
                  <a:pt x="18089" y="19534"/>
                </a:moveTo>
                <a:lnTo>
                  <a:pt x="18123" y="19534"/>
                </a:lnTo>
                <a:lnTo>
                  <a:pt x="18123" y="19604"/>
                </a:lnTo>
                <a:lnTo>
                  <a:pt x="18089" y="19604"/>
                </a:lnTo>
              </a:path>
              <a:path w="21600" h="21600">
                <a:moveTo>
                  <a:pt x="17632" y="19534"/>
                </a:moveTo>
                <a:lnTo>
                  <a:pt x="17675" y="19534"/>
                </a:lnTo>
                <a:lnTo>
                  <a:pt x="17675" y="19622"/>
                </a:lnTo>
                <a:lnTo>
                  <a:pt x="17632" y="19622"/>
                </a:lnTo>
              </a:path>
              <a:path w="21600" h="21600">
                <a:moveTo>
                  <a:pt x="14926" y="19534"/>
                </a:moveTo>
                <a:lnTo>
                  <a:pt x="14969" y="19534"/>
                </a:lnTo>
                <a:lnTo>
                  <a:pt x="14969" y="19622"/>
                </a:lnTo>
                <a:lnTo>
                  <a:pt x="14926" y="19622"/>
                </a:lnTo>
              </a:path>
              <a:path w="21600" h="21600">
                <a:moveTo>
                  <a:pt x="12212" y="19534"/>
                </a:moveTo>
                <a:lnTo>
                  <a:pt x="12256" y="19534"/>
                </a:lnTo>
                <a:lnTo>
                  <a:pt x="12256" y="19622"/>
                </a:lnTo>
                <a:lnTo>
                  <a:pt x="12212" y="19622"/>
                </a:lnTo>
              </a:path>
              <a:path w="21600" h="21600">
                <a:moveTo>
                  <a:pt x="9343" y="19534"/>
                </a:moveTo>
                <a:lnTo>
                  <a:pt x="9386" y="19534"/>
                </a:lnTo>
                <a:lnTo>
                  <a:pt x="9386" y="19622"/>
                </a:lnTo>
                <a:lnTo>
                  <a:pt x="9343" y="19622"/>
                </a:lnTo>
              </a:path>
              <a:path w="21600" h="21600">
                <a:moveTo>
                  <a:pt x="3924" y="19534"/>
                </a:moveTo>
                <a:lnTo>
                  <a:pt x="3967" y="19534"/>
                </a:lnTo>
                <a:lnTo>
                  <a:pt x="3967" y="19622"/>
                </a:lnTo>
                <a:lnTo>
                  <a:pt x="3924" y="19622"/>
                </a:lnTo>
              </a:path>
              <a:path w="21600" h="21600">
                <a:moveTo>
                  <a:pt x="1211" y="19534"/>
                </a:moveTo>
                <a:lnTo>
                  <a:pt x="1254" y="19534"/>
                </a:lnTo>
                <a:lnTo>
                  <a:pt x="1254" y="19622"/>
                </a:lnTo>
                <a:lnTo>
                  <a:pt x="1211" y="19622"/>
                </a:lnTo>
              </a:path>
              <a:path w="21600" h="21600">
                <a:moveTo>
                  <a:pt x="16569" y="19533"/>
                </a:moveTo>
                <a:lnTo>
                  <a:pt x="16623" y="19533"/>
                </a:lnTo>
                <a:lnTo>
                  <a:pt x="16623" y="19643"/>
                </a:lnTo>
                <a:lnTo>
                  <a:pt x="16569" y="19643"/>
                </a:lnTo>
              </a:path>
              <a:path w="21600" h="21600">
                <a:moveTo>
                  <a:pt x="4976" y="19533"/>
                </a:moveTo>
                <a:lnTo>
                  <a:pt x="5030" y="19533"/>
                </a:lnTo>
                <a:lnTo>
                  <a:pt x="5030" y="19643"/>
                </a:lnTo>
                <a:lnTo>
                  <a:pt x="4976" y="19643"/>
                </a:lnTo>
              </a:path>
              <a:path w="21600" h="21600">
                <a:moveTo>
                  <a:pt x="20043" y="19523"/>
                </a:moveTo>
                <a:lnTo>
                  <a:pt x="20086" y="19523"/>
                </a:lnTo>
                <a:lnTo>
                  <a:pt x="20086" y="19611"/>
                </a:lnTo>
                <a:lnTo>
                  <a:pt x="20043" y="19611"/>
                </a:lnTo>
              </a:path>
              <a:path w="21600" h="21600">
                <a:moveTo>
                  <a:pt x="17330" y="19523"/>
                </a:moveTo>
                <a:lnTo>
                  <a:pt x="17373" y="19523"/>
                </a:lnTo>
                <a:lnTo>
                  <a:pt x="17373" y="19611"/>
                </a:lnTo>
                <a:lnTo>
                  <a:pt x="17330" y="19611"/>
                </a:lnTo>
              </a:path>
              <a:path w="21600" h="21600">
                <a:moveTo>
                  <a:pt x="11910" y="19523"/>
                </a:moveTo>
                <a:lnTo>
                  <a:pt x="11954" y="19523"/>
                </a:lnTo>
                <a:lnTo>
                  <a:pt x="11954" y="19611"/>
                </a:lnTo>
                <a:lnTo>
                  <a:pt x="11910" y="19611"/>
                </a:lnTo>
              </a:path>
              <a:path w="21600" h="21600">
                <a:moveTo>
                  <a:pt x="9645" y="19523"/>
                </a:moveTo>
                <a:lnTo>
                  <a:pt x="9688" y="19523"/>
                </a:lnTo>
                <a:lnTo>
                  <a:pt x="9688" y="19611"/>
                </a:lnTo>
                <a:lnTo>
                  <a:pt x="9645" y="19611"/>
                </a:lnTo>
              </a:path>
              <a:path w="21600" h="21600">
                <a:moveTo>
                  <a:pt x="6932" y="19523"/>
                </a:moveTo>
                <a:lnTo>
                  <a:pt x="6975" y="19523"/>
                </a:lnTo>
                <a:lnTo>
                  <a:pt x="6975" y="19611"/>
                </a:lnTo>
                <a:lnTo>
                  <a:pt x="6932" y="19611"/>
                </a:lnTo>
              </a:path>
              <a:path w="21600" h="21600">
                <a:moveTo>
                  <a:pt x="4226" y="19523"/>
                </a:moveTo>
                <a:lnTo>
                  <a:pt x="4269" y="19523"/>
                </a:lnTo>
                <a:lnTo>
                  <a:pt x="4269" y="19611"/>
                </a:lnTo>
                <a:lnTo>
                  <a:pt x="4226" y="19611"/>
                </a:lnTo>
              </a:path>
              <a:path w="21600" h="21600">
                <a:moveTo>
                  <a:pt x="1513" y="19523"/>
                </a:moveTo>
                <a:lnTo>
                  <a:pt x="1556" y="19523"/>
                </a:lnTo>
                <a:lnTo>
                  <a:pt x="1556" y="19611"/>
                </a:lnTo>
                <a:lnTo>
                  <a:pt x="1513" y="19611"/>
                </a:lnTo>
              </a:path>
              <a:path w="21600" h="21600">
                <a:moveTo>
                  <a:pt x="21247" y="19523"/>
                </a:moveTo>
                <a:lnTo>
                  <a:pt x="21297" y="19523"/>
                </a:lnTo>
                <a:lnTo>
                  <a:pt x="21297" y="19625"/>
                </a:lnTo>
                <a:lnTo>
                  <a:pt x="21247" y="19625"/>
                </a:lnTo>
              </a:path>
              <a:path w="21600" h="21600">
                <a:moveTo>
                  <a:pt x="18534" y="19523"/>
                </a:moveTo>
                <a:lnTo>
                  <a:pt x="18584" y="19523"/>
                </a:lnTo>
                <a:lnTo>
                  <a:pt x="18584" y="19625"/>
                </a:lnTo>
                <a:lnTo>
                  <a:pt x="18534" y="19625"/>
                </a:lnTo>
              </a:path>
              <a:path w="21600" h="21600">
                <a:moveTo>
                  <a:pt x="15828" y="19523"/>
                </a:moveTo>
                <a:lnTo>
                  <a:pt x="15878" y="19523"/>
                </a:lnTo>
                <a:lnTo>
                  <a:pt x="15878" y="19625"/>
                </a:lnTo>
                <a:lnTo>
                  <a:pt x="15828" y="19625"/>
                </a:lnTo>
              </a:path>
              <a:path w="21600" h="21600">
                <a:moveTo>
                  <a:pt x="13115" y="19523"/>
                </a:moveTo>
                <a:lnTo>
                  <a:pt x="13165" y="19523"/>
                </a:lnTo>
                <a:lnTo>
                  <a:pt x="13165" y="19625"/>
                </a:lnTo>
                <a:lnTo>
                  <a:pt x="13115" y="19625"/>
                </a:lnTo>
              </a:path>
              <a:path w="21600" h="21600">
                <a:moveTo>
                  <a:pt x="8434" y="19523"/>
                </a:moveTo>
                <a:lnTo>
                  <a:pt x="8484" y="19523"/>
                </a:lnTo>
                <a:lnTo>
                  <a:pt x="8484" y="19625"/>
                </a:lnTo>
                <a:lnTo>
                  <a:pt x="8434" y="19625"/>
                </a:lnTo>
              </a:path>
              <a:path w="21600" h="21600">
                <a:moveTo>
                  <a:pt x="3015" y="19523"/>
                </a:moveTo>
                <a:lnTo>
                  <a:pt x="3065" y="19523"/>
                </a:lnTo>
                <a:lnTo>
                  <a:pt x="3065" y="19625"/>
                </a:lnTo>
                <a:lnTo>
                  <a:pt x="3015" y="19625"/>
                </a:lnTo>
              </a:path>
              <a:path w="21600" h="21600">
                <a:moveTo>
                  <a:pt x="302" y="19523"/>
                </a:moveTo>
                <a:lnTo>
                  <a:pt x="352" y="19523"/>
                </a:lnTo>
                <a:lnTo>
                  <a:pt x="352" y="19625"/>
                </a:lnTo>
                <a:lnTo>
                  <a:pt x="302" y="19625"/>
                </a:lnTo>
              </a:path>
              <a:path w="21600" h="21600">
                <a:moveTo>
                  <a:pt x="12357" y="19518"/>
                </a:moveTo>
                <a:lnTo>
                  <a:pt x="12413" y="19518"/>
                </a:lnTo>
                <a:lnTo>
                  <a:pt x="12413" y="19631"/>
                </a:lnTo>
                <a:lnTo>
                  <a:pt x="12357" y="19631"/>
                </a:lnTo>
              </a:path>
              <a:path w="21600" h="21600">
                <a:moveTo>
                  <a:pt x="9186" y="19518"/>
                </a:moveTo>
                <a:lnTo>
                  <a:pt x="9241" y="19518"/>
                </a:lnTo>
                <a:lnTo>
                  <a:pt x="9241" y="19631"/>
                </a:lnTo>
                <a:lnTo>
                  <a:pt x="9186" y="19631"/>
                </a:lnTo>
              </a:path>
              <a:path w="21600" h="21600">
                <a:moveTo>
                  <a:pt x="2714" y="19509"/>
                </a:moveTo>
                <a:lnTo>
                  <a:pt x="2770" y="19509"/>
                </a:lnTo>
                <a:lnTo>
                  <a:pt x="2770" y="19624"/>
                </a:lnTo>
                <a:lnTo>
                  <a:pt x="2714" y="19624"/>
                </a:lnTo>
              </a:path>
              <a:path w="21600" h="21600">
                <a:moveTo>
                  <a:pt x="1660" y="19508"/>
                </a:moveTo>
                <a:lnTo>
                  <a:pt x="1712" y="19508"/>
                </a:lnTo>
                <a:lnTo>
                  <a:pt x="1712" y="19614"/>
                </a:lnTo>
                <a:lnTo>
                  <a:pt x="1660" y="19614"/>
                </a:lnTo>
              </a:path>
              <a:path w="21600" h="21600">
                <a:moveTo>
                  <a:pt x="21102" y="19495"/>
                </a:moveTo>
                <a:lnTo>
                  <a:pt x="21140" y="19495"/>
                </a:lnTo>
                <a:lnTo>
                  <a:pt x="21140" y="19573"/>
                </a:lnTo>
                <a:lnTo>
                  <a:pt x="21102" y="19573"/>
                </a:lnTo>
              </a:path>
              <a:path w="21600" h="21600">
                <a:moveTo>
                  <a:pt x="3625" y="19495"/>
                </a:moveTo>
                <a:lnTo>
                  <a:pt x="3663" y="19495"/>
                </a:lnTo>
                <a:lnTo>
                  <a:pt x="3663" y="19573"/>
                </a:lnTo>
                <a:lnTo>
                  <a:pt x="3625" y="19573"/>
                </a:lnTo>
              </a:path>
              <a:path w="21600" h="21600">
                <a:moveTo>
                  <a:pt x="6636" y="19488"/>
                </a:moveTo>
                <a:lnTo>
                  <a:pt x="6667" y="19488"/>
                </a:lnTo>
                <a:lnTo>
                  <a:pt x="6667" y="19551"/>
                </a:lnTo>
                <a:lnTo>
                  <a:pt x="6636" y="19551"/>
                </a:lnTo>
              </a:path>
              <a:path w="21600" h="21600">
                <a:moveTo>
                  <a:pt x="11162" y="19487"/>
                </a:moveTo>
                <a:lnTo>
                  <a:pt x="11193" y="19487"/>
                </a:lnTo>
                <a:lnTo>
                  <a:pt x="11193" y="19550"/>
                </a:lnTo>
                <a:lnTo>
                  <a:pt x="11162" y="19550"/>
                </a:lnTo>
              </a:path>
              <a:path w="21600" h="21600">
                <a:moveTo>
                  <a:pt x="20191" y="19485"/>
                </a:moveTo>
                <a:lnTo>
                  <a:pt x="20240" y="19485"/>
                </a:lnTo>
                <a:lnTo>
                  <a:pt x="20240" y="19584"/>
                </a:lnTo>
                <a:lnTo>
                  <a:pt x="20191" y="19584"/>
                </a:lnTo>
              </a:path>
              <a:path w="21600" h="21600">
                <a:moveTo>
                  <a:pt x="14772" y="19485"/>
                </a:moveTo>
                <a:lnTo>
                  <a:pt x="14820" y="19485"/>
                </a:lnTo>
                <a:lnTo>
                  <a:pt x="14820" y="19584"/>
                </a:lnTo>
                <a:lnTo>
                  <a:pt x="14772" y="19584"/>
                </a:lnTo>
              </a:path>
              <a:path w="21600" h="21600">
                <a:moveTo>
                  <a:pt x="9491" y="19485"/>
                </a:moveTo>
                <a:lnTo>
                  <a:pt x="9540" y="19485"/>
                </a:lnTo>
                <a:lnTo>
                  <a:pt x="9540" y="19584"/>
                </a:lnTo>
                <a:lnTo>
                  <a:pt x="9491" y="19584"/>
                </a:lnTo>
              </a:path>
              <a:path w="21600" h="21600">
                <a:moveTo>
                  <a:pt x="6778" y="19485"/>
                </a:moveTo>
                <a:lnTo>
                  <a:pt x="6827" y="19485"/>
                </a:lnTo>
                <a:lnTo>
                  <a:pt x="6827" y="19584"/>
                </a:lnTo>
                <a:lnTo>
                  <a:pt x="6778" y="19584"/>
                </a:lnTo>
              </a:path>
              <a:path w="21600" h="21600">
                <a:moveTo>
                  <a:pt x="4073" y="19485"/>
                </a:moveTo>
                <a:lnTo>
                  <a:pt x="4121" y="19485"/>
                </a:lnTo>
                <a:lnTo>
                  <a:pt x="4121" y="19584"/>
                </a:lnTo>
                <a:lnTo>
                  <a:pt x="4073" y="19584"/>
                </a:lnTo>
              </a:path>
              <a:path w="21600" h="21600">
                <a:moveTo>
                  <a:pt x="19586" y="19482"/>
                </a:moveTo>
                <a:lnTo>
                  <a:pt x="19636" y="19482"/>
                </a:lnTo>
                <a:lnTo>
                  <a:pt x="19636" y="19585"/>
                </a:lnTo>
                <a:lnTo>
                  <a:pt x="19586" y="19585"/>
                </a:lnTo>
              </a:path>
              <a:path w="21600" h="21600">
                <a:moveTo>
                  <a:pt x="16873" y="19482"/>
                </a:moveTo>
                <a:lnTo>
                  <a:pt x="16923" y="19482"/>
                </a:lnTo>
                <a:lnTo>
                  <a:pt x="16923" y="19585"/>
                </a:lnTo>
                <a:lnTo>
                  <a:pt x="16873" y="19585"/>
                </a:lnTo>
              </a:path>
              <a:path w="21600" h="21600">
                <a:moveTo>
                  <a:pt x="7381" y="19482"/>
                </a:moveTo>
                <a:lnTo>
                  <a:pt x="7431" y="19482"/>
                </a:lnTo>
                <a:lnTo>
                  <a:pt x="7431" y="19585"/>
                </a:lnTo>
                <a:lnTo>
                  <a:pt x="7381" y="19585"/>
                </a:lnTo>
              </a:path>
              <a:path w="21600" h="21600">
                <a:moveTo>
                  <a:pt x="4676" y="19482"/>
                </a:moveTo>
                <a:lnTo>
                  <a:pt x="4726" y="19482"/>
                </a:lnTo>
                <a:lnTo>
                  <a:pt x="4726" y="19585"/>
                </a:lnTo>
                <a:lnTo>
                  <a:pt x="4676" y="19585"/>
                </a:lnTo>
              </a:path>
              <a:path w="21600" h="21600">
                <a:moveTo>
                  <a:pt x="1963" y="19482"/>
                </a:moveTo>
                <a:lnTo>
                  <a:pt x="2013" y="19482"/>
                </a:lnTo>
                <a:lnTo>
                  <a:pt x="2013" y="19585"/>
                </a:lnTo>
                <a:lnTo>
                  <a:pt x="1963" y="19585"/>
                </a:lnTo>
              </a:path>
              <a:path w="21600" h="21600">
                <a:moveTo>
                  <a:pt x="1054" y="19476"/>
                </a:moveTo>
                <a:lnTo>
                  <a:pt x="1109" y="19476"/>
                </a:lnTo>
                <a:lnTo>
                  <a:pt x="1109" y="19589"/>
                </a:lnTo>
                <a:lnTo>
                  <a:pt x="1054" y="19589"/>
                </a:lnTo>
              </a:path>
              <a:path w="21600" h="21600">
                <a:moveTo>
                  <a:pt x="17492" y="19474"/>
                </a:moveTo>
                <a:lnTo>
                  <a:pt x="17512" y="19474"/>
                </a:lnTo>
                <a:lnTo>
                  <a:pt x="17512" y="19516"/>
                </a:lnTo>
                <a:lnTo>
                  <a:pt x="17492" y="19516"/>
                </a:lnTo>
              </a:path>
              <a:path w="21600" h="21600">
                <a:moveTo>
                  <a:pt x="5725" y="19428"/>
                </a:moveTo>
                <a:lnTo>
                  <a:pt x="5766" y="19428"/>
                </a:lnTo>
                <a:lnTo>
                  <a:pt x="5766" y="19513"/>
                </a:lnTo>
                <a:lnTo>
                  <a:pt x="5725" y="19513"/>
                </a:lnTo>
              </a:path>
              <a:path w="21600" h="21600">
                <a:moveTo>
                  <a:pt x="16273" y="19426"/>
                </a:moveTo>
                <a:lnTo>
                  <a:pt x="16316" y="19426"/>
                </a:lnTo>
                <a:lnTo>
                  <a:pt x="16316" y="19514"/>
                </a:lnTo>
                <a:lnTo>
                  <a:pt x="16273" y="19514"/>
                </a:lnTo>
              </a:path>
              <a:path w="21600" h="21600">
                <a:moveTo>
                  <a:pt x="5283" y="19426"/>
                </a:moveTo>
                <a:lnTo>
                  <a:pt x="5326" y="19426"/>
                </a:lnTo>
                <a:lnTo>
                  <a:pt x="5326" y="19514"/>
                </a:lnTo>
                <a:lnTo>
                  <a:pt x="5283" y="19514"/>
                </a:lnTo>
              </a:path>
              <a:path w="21600" h="21600">
                <a:moveTo>
                  <a:pt x="20951" y="19425"/>
                </a:moveTo>
                <a:lnTo>
                  <a:pt x="20990" y="19425"/>
                </a:lnTo>
                <a:lnTo>
                  <a:pt x="20990" y="19506"/>
                </a:lnTo>
                <a:lnTo>
                  <a:pt x="20951" y="19506"/>
                </a:lnTo>
              </a:path>
              <a:path w="21600" h="21600">
                <a:moveTo>
                  <a:pt x="18237" y="19425"/>
                </a:moveTo>
                <a:lnTo>
                  <a:pt x="18277" y="19425"/>
                </a:lnTo>
                <a:lnTo>
                  <a:pt x="18277" y="19506"/>
                </a:lnTo>
                <a:lnTo>
                  <a:pt x="18237" y="19506"/>
                </a:lnTo>
              </a:path>
              <a:path w="21600" h="21600">
                <a:moveTo>
                  <a:pt x="15531" y="19425"/>
                </a:moveTo>
                <a:lnTo>
                  <a:pt x="15571" y="19425"/>
                </a:lnTo>
                <a:lnTo>
                  <a:pt x="15571" y="19506"/>
                </a:lnTo>
                <a:lnTo>
                  <a:pt x="15531" y="19506"/>
                </a:lnTo>
              </a:path>
              <a:path w="21600" h="21600">
                <a:moveTo>
                  <a:pt x="12818" y="19425"/>
                </a:moveTo>
                <a:lnTo>
                  <a:pt x="12858" y="19425"/>
                </a:lnTo>
                <a:lnTo>
                  <a:pt x="12858" y="19506"/>
                </a:lnTo>
                <a:lnTo>
                  <a:pt x="12818" y="19506"/>
                </a:lnTo>
              </a:path>
              <a:path w="21600" h="21600">
                <a:moveTo>
                  <a:pt x="6028" y="19425"/>
                </a:moveTo>
                <a:lnTo>
                  <a:pt x="6067" y="19425"/>
                </a:lnTo>
                <a:lnTo>
                  <a:pt x="6067" y="19506"/>
                </a:lnTo>
                <a:lnTo>
                  <a:pt x="6028" y="19506"/>
                </a:lnTo>
              </a:path>
              <a:path w="21600" h="21600">
                <a:moveTo>
                  <a:pt x="3322" y="19425"/>
                </a:moveTo>
                <a:lnTo>
                  <a:pt x="3362" y="19425"/>
                </a:lnTo>
                <a:lnTo>
                  <a:pt x="3362" y="19506"/>
                </a:lnTo>
                <a:lnTo>
                  <a:pt x="3322" y="19506"/>
                </a:lnTo>
              </a:path>
              <a:path w="21600" h="21600">
                <a:moveTo>
                  <a:pt x="609" y="19425"/>
                </a:moveTo>
                <a:lnTo>
                  <a:pt x="649" y="19425"/>
                </a:lnTo>
                <a:lnTo>
                  <a:pt x="649" y="19506"/>
                </a:lnTo>
                <a:lnTo>
                  <a:pt x="609" y="19506"/>
                </a:lnTo>
              </a:path>
              <a:path w="21600" h="21600">
                <a:moveTo>
                  <a:pt x="17776" y="19425"/>
                </a:moveTo>
                <a:lnTo>
                  <a:pt x="17832" y="19425"/>
                </a:lnTo>
                <a:lnTo>
                  <a:pt x="17832" y="19538"/>
                </a:lnTo>
                <a:lnTo>
                  <a:pt x="17776" y="19538"/>
                </a:lnTo>
              </a:path>
              <a:path w="21600" h="21600">
                <a:moveTo>
                  <a:pt x="3767" y="19425"/>
                </a:moveTo>
                <a:lnTo>
                  <a:pt x="3823" y="19425"/>
                </a:lnTo>
                <a:lnTo>
                  <a:pt x="3823" y="19538"/>
                </a:lnTo>
                <a:lnTo>
                  <a:pt x="3767" y="19538"/>
                </a:lnTo>
              </a:path>
              <a:path w="21600" h="21600">
                <a:moveTo>
                  <a:pt x="17028" y="19415"/>
                </a:moveTo>
                <a:lnTo>
                  <a:pt x="17071" y="19415"/>
                </a:lnTo>
                <a:lnTo>
                  <a:pt x="17071" y="19504"/>
                </a:lnTo>
                <a:lnTo>
                  <a:pt x="17028" y="19504"/>
                </a:lnTo>
              </a:path>
              <a:path w="21600" h="21600">
                <a:moveTo>
                  <a:pt x="11608" y="19415"/>
                </a:moveTo>
                <a:lnTo>
                  <a:pt x="11652" y="19415"/>
                </a:lnTo>
                <a:lnTo>
                  <a:pt x="11652" y="19504"/>
                </a:lnTo>
                <a:lnTo>
                  <a:pt x="11608" y="19504"/>
                </a:lnTo>
              </a:path>
              <a:path w="21600" h="21600">
                <a:moveTo>
                  <a:pt x="9947" y="19415"/>
                </a:moveTo>
                <a:lnTo>
                  <a:pt x="9990" y="19415"/>
                </a:lnTo>
                <a:lnTo>
                  <a:pt x="9990" y="19504"/>
                </a:lnTo>
                <a:lnTo>
                  <a:pt x="9947" y="19504"/>
                </a:lnTo>
              </a:path>
              <a:path w="21600" h="21600">
                <a:moveTo>
                  <a:pt x="4528" y="19415"/>
                </a:moveTo>
                <a:lnTo>
                  <a:pt x="4571" y="19415"/>
                </a:lnTo>
                <a:lnTo>
                  <a:pt x="4571" y="19504"/>
                </a:lnTo>
                <a:lnTo>
                  <a:pt x="4528" y="19504"/>
                </a:lnTo>
              </a:path>
              <a:path w="21600" h="21600">
                <a:moveTo>
                  <a:pt x="12665" y="19409"/>
                </a:moveTo>
                <a:lnTo>
                  <a:pt x="12709" y="19409"/>
                </a:lnTo>
                <a:lnTo>
                  <a:pt x="12709" y="19501"/>
                </a:lnTo>
                <a:lnTo>
                  <a:pt x="12665" y="19501"/>
                </a:lnTo>
              </a:path>
              <a:path w="21600" h="21600">
                <a:moveTo>
                  <a:pt x="8889" y="19409"/>
                </a:moveTo>
                <a:lnTo>
                  <a:pt x="8934" y="19409"/>
                </a:lnTo>
                <a:lnTo>
                  <a:pt x="8934" y="19501"/>
                </a:lnTo>
                <a:lnTo>
                  <a:pt x="8889" y="19501"/>
                </a:lnTo>
              </a:path>
              <a:path w="21600" h="21600">
                <a:moveTo>
                  <a:pt x="3470" y="19409"/>
                </a:moveTo>
                <a:lnTo>
                  <a:pt x="3515" y="19409"/>
                </a:lnTo>
                <a:lnTo>
                  <a:pt x="3515" y="19501"/>
                </a:lnTo>
                <a:lnTo>
                  <a:pt x="3470" y="19501"/>
                </a:lnTo>
              </a:path>
              <a:path w="21600" h="21600">
                <a:moveTo>
                  <a:pt x="8750" y="19405"/>
                </a:moveTo>
                <a:lnTo>
                  <a:pt x="8772" y="19405"/>
                </a:lnTo>
                <a:lnTo>
                  <a:pt x="8772" y="19451"/>
                </a:lnTo>
                <a:lnTo>
                  <a:pt x="8750" y="19451"/>
                </a:lnTo>
              </a:path>
              <a:path w="21600" h="21600">
                <a:moveTo>
                  <a:pt x="19746" y="19397"/>
                </a:moveTo>
                <a:lnTo>
                  <a:pt x="19779" y="19397"/>
                </a:lnTo>
                <a:lnTo>
                  <a:pt x="19779" y="19464"/>
                </a:lnTo>
                <a:lnTo>
                  <a:pt x="19746" y="19464"/>
                </a:lnTo>
              </a:path>
              <a:path w="21600" h="21600">
                <a:moveTo>
                  <a:pt x="18991" y="19397"/>
                </a:moveTo>
                <a:lnTo>
                  <a:pt x="19024" y="19397"/>
                </a:lnTo>
                <a:lnTo>
                  <a:pt x="19024" y="19464"/>
                </a:lnTo>
                <a:lnTo>
                  <a:pt x="18991" y="19464"/>
                </a:lnTo>
              </a:path>
              <a:path w="21600" h="21600">
                <a:moveTo>
                  <a:pt x="14327" y="19397"/>
                </a:moveTo>
                <a:lnTo>
                  <a:pt x="14360" y="19397"/>
                </a:lnTo>
                <a:lnTo>
                  <a:pt x="14360" y="19464"/>
                </a:lnTo>
                <a:lnTo>
                  <a:pt x="14327" y="19464"/>
                </a:lnTo>
              </a:path>
              <a:path w="21600" h="21600">
                <a:moveTo>
                  <a:pt x="13572" y="19397"/>
                </a:moveTo>
                <a:lnTo>
                  <a:pt x="13605" y="19397"/>
                </a:lnTo>
                <a:lnTo>
                  <a:pt x="13605" y="19464"/>
                </a:lnTo>
                <a:lnTo>
                  <a:pt x="13572" y="19464"/>
                </a:lnTo>
              </a:path>
              <a:path w="21600" h="21600">
                <a:moveTo>
                  <a:pt x="1820" y="19397"/>
                </a:moveTo>
                <a:lnTo>
                  <a:pt x="1853" y="19397"/>
                </a:lnTo>
                <a:lnTo>
                  <a:pt x="1853" y="19464"/>
                </a:lnTo>
                <a:lnTo>
                  <a:pt x="1820" y="19464"/>
                </a:lnTo>
              </a:path>
              <a:path w="21600" h="21600">
                <a:moveTo>
                  <a:pt x="10403" y="19394"/>
                </a:moveTo>
                <a:lnTo>
                  <a:pt x="10440" y="19394"/>
                </a:lnTo>
                <a:lnTo>
                  <a:pt x="10440" y="19472"/>
                </a:lnTo>
                <a:lnTo>
                  <a:pt x="10403" y="19472"/>
                </a:lnTo>
              </a:path>
              <a:path w="21600" h="21600">
                <a:moveTo>
                  <a:pt x="758" y="19393"/>
                </a:moveTo>
                <a:lnTo>
                  <a:pt x="801" y="19393"/>
                </a:lnTo>
                <a:lnTo>
                  <a:pt x="801" y="19481"/>
                </a:lnTo>
                <a:lnTo>
                  <a:pt x="758" y="19481"/>
                </a:lnTo>
              </a:path>
              <a:path w="21600" h="21600">
                <a:moveTo>
                  <a:pt x="20352" y="19390"/>
                </a:moveTo>
                <a:lnTo>
                  <a:pt x="20381" y="19390"/>
                </a:lnTo>
                <a:lnTo>
                  <a:pt x="20381" y="19450"/>
                </a:lnTo>
                <a:lnTo>
                  <a:pt x="20352" y="19450"/>
                </a:lnTo>
              </a:path>
              <a:path w="21600" h="21600">
                <a:moveTo>
                  <a:pt x="20793" y="19387"/>
                </a:moveTo>
                <a:lnTo>
                  <a:pt x="20845" y="19387"/>
                </a:lnTo>
                <a:lnTo>
                  <a:pt x="20845" y="19493"/>
                </a:lnTo>
                <a:lnTo>
                  <a:pt x="20793" y="19493"/>
                </a:lnTo>
              </a:path>
              <a:path w="21600" h="21600">
                <a:moveTo>
                  <a:pt x="21549" y="19383"/>
                </a:moveTo>
                <a:lnTo>
                  <a:pt x="21591" y="19383"/>
                </a:lnTo>
                <a:lnTo>
                  <a:pt x="21591" y="19469"/>
                </a:lnTo>
                <a:lnTo>
                  <a:pt x="21549" y="19469"/>
                </a:lnTo>
              </a:path>
              <a:path w="21600" h="21600">
                <a:moveTo>
                  <a:pt x="8" y="19383"/>
                </a:moveTo>
                <a:lnTo>
                  <a:pt x="50" y="19383"/>
                </a:lnTo>
                <a:lnTo>
                  <a:pt x="50" y="19469"/>
                </a:lnTo>
                <a:lnTo>
                  <a:pt x="8" y="19469"/>
                </a:lnTo>
              </a:path>
              <a:path w="21600" h="21600">
                <a:moveTo>
                  <a:pt x="11755" y="19380"/>
                </a:moveTo>
                <a:lnTo>
                  <a:pt x="11807" y="19380"/>
                </a:lnTo>
                <a:lnTo>
                  <a:pt x="11807" y="19486"/>
                </a:lnTo>
                <a:lnTo>
                  <a:pt x="11755" y="19486"/>
                </a:lnTo>
              </a:path>
              <a:path w="21600" h="21600">
                <a:moveTo>
                  <a:pt x="9792" y="19380"/>
                </a:moveTo>
                <a:lnTo>
                  <a:pt x="9843" y="19380"/>
                </a:lnTo>
                <a:lnTo>
                  <a:pt x="9843" y="19486"/>
                </a:lnTo>
                <a:lnTo>
                  <a:pt x="9792" y="19486"/>
                </a:lnTo>
              </a:path>
              <a:path w="21600" h="21600">
                <a:moveTo>
                  <a:pt x="4376" y="19370"/>
                </a:moveTo>
                <a:lnTo>
                  <a:pt x="4422" y="19370"/>
                </a:lnTo>
                <a:lnTo>
                  <a:pt x="4422" y="19466"/>
                </a:lnTo>
                <a:lnTo>
                  <a:pt x="4376" y="19466"/>
                </a:lnTo>
              </a:path>
              <a:path w="21600" h="21600">
                <a:moveTo>
                  <a:pt x="3174" y="19360"/>
                </a:moveTo>
                <a:lnTo>
                  <a:pt x="3208" y="19360"/>
                </a:lnTo>
                <a:lnTo>
                  <a:pt x="3208" y="19430"/>
                </a:lnTo>
                <a:lnTo>
                  <a:pt x="3174" y="19430"/>
                </a:lnTo>
              </a:path>
              <a:path w="21600" h="21600">
                <a:moveTo>
                  <a:pt x="15380" y="19359"/>
                </a:moveTo>
                <a:lnTo>
                  <a:pt x="15421" y="19359"/>
                </a:lnTo>
                <a:lnTo>
                  <a:pt x="15421" y="19443"/>
                </a:lnTo>
                <a:lnTo>
                  <a:pt x="15380" y="19443"/>
                </a:lnTo>
              </a:path>
              <a:path w="21600" h="21600">
                <a:moveTo>
                  <a:pt x="19445" y="19354"/>
                </a:moveTo>
                <a:lnTo>
                  <a:pt x="19476" y="19354"/>
                </a:lnTo>
                <a:lnTo>
                  <a:pt x="19476" y="19417"/>
                </a:lnTo>
                <a:lnTo>
                  <a:pt x="19445" y="19417"/>
                </a:lnTo>
              </a:path>
              <a:path w="21600" h="21600">
                <a:moveTo>
                  <a:pt x="19285" y="19354"/>
                </a:moveTo>
                <a:lnTo>
                  <a:pt x="19334" y="19354"/>
                </a:lnTo>
                <a:lnTo>
                  <a:pt x="19334" y="19453"/>
                </a:lnTo>
                <a:lnTo>
                  <a:pt x="19285" y="19453"/>
                </a:lnTo>
              </a:path>
              <a:path w="21600" h="21600">
                <a:moveTo>
                  <a:pt x="13866" y="19354"/>
                </a:moveTo>
                <a:lnTo>
                  <a:pt x="13915" y="19354"/>
                </a:lnTo>
                <a:lnTo>
                  <a:pt x="13915" y="19453"/>
                </a:lnTo>
                <a:lnTo>
                  <a:pt x="13866" y="19453"/>
                </a:lnTo>
              </a:path>
              <a:path w="21600" h="21600">
                <a:moveTo>
                  <a:pt x="7684" y="19354"/>
                </a:moveTo>
                <a:lnTo>
                  <a:pt x="7732" y="19354"/>
                </a:lnTo>
                <a:lnTo>
                  <a:pt x="7732" y="19453"/>
                </a:lnTo>
                <a:lnTo>
                  <a:pt x="7684" y="19453"/>
                </a:lnTo>
              </a:path>
              <a:path w="21600" h="21600">
                <a:moveTo>
                  <a:pt x="2265" y="19354"/>
                </a:moveTo>
                <a:lnTo>
                  <a:pt x="2314" y="19354"/>
                </a:lnTo>
                <a:lnTo>
                  <a:pt x="2314" y="19453"/>
                </a:lnTo>
                <a:lnTo>
                  <a:pt x="2265" y="19453"/>
                </a:lnTo>
              </a:path>
              <a:path w="21600" h="21600">
                <a:moveTo>
                  <a:pt x="20645" y="19353"/>
                </a:moveTo>
                <a:lnTo>
                  <a:pt x="20692" y="19353"/>
                </a:lnTo>
                <a:lnTo>
                  <a:pt x="20692" y="19448"/>
                </a:lnTo>
                <a:lnTo>
                  <a:pt x="20645" y="19448"/>
                </a:lnTo>
              </a:path>
              <a:path w="21600" h="21600">
                <a:moveTo>
                  <a:pt x="19135" y="19353"/>
                </a:moveTo>
                <a:lnTo>
                  <a:pt x="19182" y="19353"/>
                </a:lnTo>
                <a:lnTo>
                  <a:pt x="19182" y="19448"/>
                </a:lnTo>
                <a:lnTo>
                  <a:pt x="19135" y="19448"/>
                </a:lnTo>
              </a:path>
              <a:path w="21600" h="21600">
                <a:moveTo>
                  <a:pt x="18687" y="19353"/>
                </a:moveTo>
                <a:lnTo>
                  <a:pt x="18733" y="19353"/>
                </a:lnTo>
                <a:lnTo>
                  <a:pt x="18733" y="19448"/>
                </a:lnTo>
                <a:lnTo>
                  <a:pt x="18687" y="19448"/>
                </a:lnTo>
              </a:path>
              <a:path w="21600" h="21600">
                <a:moveTo>
                  <a:pt x="18385" y="19353"/>
                </a:moveTo>
                <a:lnTo>
                  <a:pt x="18431" y="19353"/>
                </a:lnTo>
                <a:lnTo>
                  <a:pt x="18431" y="19448"/>
                </a:lnTo>
                <a:lnTo>
                  <a:pt x="18385" y="19448"/>
                </a:lnTo>
              </a:path>
              <a:path w="21600" h="21600">
                <a:moveTo>
                  <a:pt x="17932" y="19353"/>
                </a:moveTo>
                <a:lnTo>
                  <a:pt x="17978" y="19353"/>
                </a:lnTo>
                <a:lnTo>
                  <a:pt x="17978" y="19448"/>
                </a:lnTo>
                <a:lnTo>
                  <a:pt x="17932" y="19448"/>
                </a:lnTo>
              </a:path>
              <a:path w="21600" h="21600">
                <a:moveTo>
                  <a:pt x="16422" y="19353"/>
                </a:moveTo>
                <a:lnTo>
                  <a:pt x="16468" y="19353"/>
                </a:lnTo>
                <a:lnTo>
                  <a:pt x="16468" y="19448"/>
                </a:lnTo>
                <a:lnTo>
                  <a:pt x="16422" y="19448"/>
                </a:lnTo>
              </a:path>
              <a:path w="21600" h="21600">
                <a:moveTo>
                  <a:pt x="15981" y="19353"/>
                </a:moveTo>
                <a:lnTo>
                  <a:pt x="16028" y="19353"/>
                </a:lnTo>
                <a:lnTo>
                  <a:pt x="16028" y="19448"/>
                </a:lnTo>
                <a:lnTo>
                  <a:pt x="15981" y="19448"/>
                </a:lnTo>
              </a:path>
              <a:path w="21600" h="21600">
                <a:moveTo>
                  <a:pt x="15679" y="19353"/>
                </a:moveTo>
                <a:lnTo>
                  <a:pt x="15726" y="19353"/>
                </a:lnTo>
                <a:lnTo>
                  <a:pt x="15726" y="19448"/>
                </a:lnTo>
                <a:lnTo>
                  <a:pt x="15679" y="19448"/>
                </a:lnTo>
              </a:path>
              <a:path w="21600" h="21600">
                <a:moveTo>
                  <a:pt x="15226" y="19353"/>
                </a:moveTo>
                <a:lnTo>
                  <a:pt x="15273" y="19353"/>
                </a:lnTo>
                <a:lnTo>
                  <a:pt x="15273" y="19448"/>
                </a:lnTo>
                <a:lnTo>
                  <a:pt x="15226" y="19448"/>
                </a:lnTo>
              </a:path>
              <a:path w="21600" h="21600">
                <a:moveTo>
                  <a:pt x="13716" y="19353"/>
                </a:moveTo>
                <a:lnTo>
                  <a:pt x="13763" y="19353"/>
                </a:lnTo>
                <a:lnTo>
                  <a:pt x="13763" y="19448"/>
                </a:lnTo>
                <a:lnTo>
                  <a:pt x="13716" y="19448"/>
                </a:lnTo>
              </a:path>
              <a:path w="21600" h="21600">
                <a:moveTo>
                  <a:pt x="13268" y="19353"/>
                </a:moveTo>
                <a:lnTo>
                  <a:pt x="13314" y="19353"/>
                </a:lnTo>
                <a:lnTo>
                  <a:pt x="13314" y="19448"/>
                </a:lnTo>
                <a:lnTo>
                  <a:pt x="13268" y="19448"/>
                </a:lnTo>
              </a:path>
              <a:path w="21600" h="21600">
                <a:moveTo>
                  <a:pt x="12966" y="19353"/>
                </a:moveTo>
                <a:lnTo>
                  <a:pt x="13012" y="19353"/>
                </a:lnTo>
                <a:lnTo>
                  <a:pt x="13012" y="19448"/>
                </a:lnTo>
                <a:lnTo>
                  <a:pt x="12966" y="19448"/>
                </a:lnTo>
              </a:path>
              <a:path w="21600" h="21600">
                <a:moveTo>
                  <a:pt x="12513" y="19353"/>
                </a:moveTo>
                <a:lnTo>
                  <a:pt x="12559" y="19353"/>
                </a:lnTo>
                <a:lnTo>
                  <a:pt x="12559" y="19448"/>
                </a:lnTo>
                <a:lnTo>
                  <a:pt x="12513" y="19448"/>
                </a:lnTo>
              </a:path>
              <a:path w="21600" h="21600">
                <a:moveTo>
                  <a:pt x="11003" y="19353"/>
                </a:moveTo>
                <a:lnTo>
                  <a:pt x="11049" y="19353"/>
                </a:lnTo>
                <a:lnTo>
                  <a:pt x="11049" y="19448"/>
                </a:lnTo>
                <a:lnTo>
                  <a:pt x="11003" y="19448"/>
                </a:lnTo>
              </a:path>
              <a:path w="21600" h="21600">
                <a:moveTo>
                  <a:pt x="9039" y="19353"/>
                </a:moveTo>
                <a:lnTo>
                  <a:pt x="9086" y="19353"/>
                </a:lnTo>
                <a:lnTo>
                  <a:pt x="9086" y="19448"/>
                </a:lnTo>
                <a:lnTo>
                  <a:pt x="9039" y="19448"/>
                </a:lnTo>
              </a:path>
              <a:path w="21600" h="21600">
                <a:moveTo>
                  <a:pt x="8586" y="19353"/>
                </a:moveTo>
                <a:lnTo>
                  <a:pt x="8633" y="19353"/>
                </a:lnTo>
                <a:lnTo>
                  <a:pt x="8633" y="19448"/>
                </a:lnTo>
                <a:lnTo>
                  <a:pt x="8586" y="19448"/>
                </a:lnTo>
              </a:path>
              <a:path w="21600" h="21600">
                <a:moveTo>
                  <a:pt x="8284" y="19353"/>
                </a:moveTo>
                <a:lnTo>
                  <a:pt x="8331" y="19353"/>
                </a:lnTo>
                <a:lnTo>
                  <a:pt x="8331" y="19448"/>
                </a:lnTo>
                <a:lnTo>
                  <a:pt x="8284" y="19448"/>
                </a:lnTo>
              </a:path>
              <a:path w="21600" h="21600">
                <a:moveTo>
                  <a:pt x="7836" y="19353"/>
                </a:moveTo>
                <a:lnTo>
                  <a:pt x="7883" y="19353"/>
                </a:lnTo>
                <a:lnTo>
                  <a:pt x="7883" y="19448"/>
                </a:lnTo>
                <a:lnTo>
                  <a:pt x="7836" y="19448"/>
                </a:lnTo>
              </a:path>
              <a:path w="21600" h="21600">
                <a:moveTo>
                  <a:pt x="6326" y="19353"/>
                </a:moveTo>
                <a:lnTo>
                  <a:pt x="6373" y="19353"/>
                </a:lnTo>
                <a:lnTo>
                  <a:pt x="6373" y="19448"/>
                </a:lnTo>
                <a:lnTo>
                  <a:pt x="6326" y="19448"/>
                </a:lnTo>
              </a:path>
              <a:path w="21600" h="21600">
                <a:moveTo>
                  <a:pt x="5873" y="19353"/>
                </a:moveTo>
                <a:lnTo>
                  <a:pt x="5920" y="19353"/>
                </a:lnTo>
                <a:lnTo>
                  <a:pt x="5920" y="19448"/>
                </a:lnTo>
                <a:lnTo>
                  <a:pt x="5873" y="19448"/>
                </a:lnTo>
              </a:path>
              <a:path w="21600" h="21600">
                <a:moveTo>
                  <a:pt x="5571" y="19353"/>
                </a:moveTo>
                <a:lnTo>
                  <a:pt x="5618" y="19353"/>
                </a:lnTo>
                <a:lnTo>
                  <a:pt x="5618" y="19448"/>
                </a:lnTo>
                <a:lnTo>
                  <a:pt x="5571" y="19448"/>
                </a:lnTo>
              </a:path>
              <a:path w="21600" h="21600">
                <a:moveTo>
                  <a:pt x="5130" y="19353"/>
                </a:moveTo>
                <a:lnTo>
                  <a:pt x="5177" y="19353"/>
                </a:lnTo>
                <a:lnTo>
                  <a:pt x="5177" y="19448"/>
                </a:lnTo>
                <a:lnTo>
                  <a:pt x="5130" y="19448"/>
                </a:lnTo>
              </a:path>
              <a:path w="21600" h="21600">
                <a:moveTo>
                  <a:pt x="2417" y="19353"/>
                </a:moveTo>
                <a:lnTo>
                  <a:pt x="2464" y="19353"/>
                </a:lnTo>
                <a:lnTo>
                  <a:pt x="2464" y="19448"/>
                </a:lnTo>
                <a:lnTo>
                  <a:pt x="2417" y="19448"/>
                </a:lnTo>
              </a:path>
              <a:path w="21600" h="21600">
                <a:moveTo>
                  <a:pt x="907" y="19353"/>
                </a:moveTo>
                <a:lnTo>
                  <a:pt x="954" y="19353"/>
                </a:lnTo>
                <a:lnTo>
                  <a:pt x="954" y="19448"/>
                </a:lnTo>
                <a:lnTo>
                  <a:pt x="907" y="19448"/>
                </a:lnTo>
              </a:path>
              <a:path w="21600" h="21600">
                <a:moveTo>
                  <a:pt x="454" y="19353"/>
                </a:moveTo>
                <a:lnTo>
                  <a:pt x="501" y="19353"/>
                </a:lnTo>
                <a:lnTo>
                  <a:pt x="501" y="19448"/>
                </a:lnTo>
                <a:lnTo>
                  <a:pt x="454" y="19448"/>
                </a:lnTo>
              </a:path>
              <a:path w="21600" h="21600">
                <a:moveTo>
                  <a:pt x="153" y="19353"/>
                </a:moveTo>
                <a:lnTo>
                  <a:pt x="199" y="19353"/>
                </a:lnTo>
                <a:lnTo>
                  <a:pt x="199" y="19448"/>
                </a:lnTo>
                <a:lnTo>
                  <a:pt x="153" y="19448"/>
                </a:lnTo>
              </a:path>
              <a:path w="21600" h="21600">
                <a:moveTo>
                  <a:pt x="11163" y="19350"/>
                </a:moveTo>
                <a:lnTo>
                  <a:pt x="11192" y="19350"/>
                </a:lnTo>
                <a:lnTo>
                  <a:pt x="11192" y="19409"/>
                </a:lnTo>
                <a:lnTo>
                  <a:pt x="11163" y="19409"/>
                </a:lnTo>
              </a:path>
              <a:path w="21600" h="21600">
                <a:moveTo>
                  <a:pt x="14174" y="19349"/>
                </a:moveTo>
                <a:lnTo>
                  <a:pt x="14210" y="19349"/>
                </a:lnTo>
                <a:lnTo>
                  <a:pt x="14210" y="19423"/>
                </a:lnTo>
                <a:lnTo>
                  <a:pt x="14174" y="19423"/>
                </a:lnTo>
              </a:path>
              <a:path w="21600" h="21600">
                <a:moveTo>
                  <a:pt x="17183" y="19347"/>
                </a:moveTo>
                <a:lnTo>
                  <a:pt x="17217" y="19347"/>
                </a:lnTo>
                <a:lnTo>
                  <a:pt x="17217" y="19417"/>
                </a:lnTo>
                <a:lnTo>
                  <a:pt x="17183" y="19417"/>
                </a:lnTo>
              </a:path>
              <a:path w="21600" h="21600">
                <a:moveTo>
                  <a:pt x="2863" y="19344"/>
                </a:moveTo>
                <a:lnTo>
                  <a:pt x="2915" y="19344"/>
                </a:lnTo>
                <a:lnTo>
                  <a:pt x="2915" y="19450"/>
                </a:lnTo>
                <a:lnTo>
                  <a:pt x="2863" y="19450"/>
                </a:lnTo>
              </a:path>
              <a:path w="21600" h="21600">
                <a:moveTo>
                  <a:pt x="12069" y="19342"/>
                </a:moveTo>
                <a:lnTo>
                  <a:pt x="12097" y="19342"/>
                </a:lnTo>
                <a:lnTo>
                  <a:pt x="12097" y="19398"/>
                </a:lnTo>
                <a:lnTo>
                  <a:pt x="12069" y="19398"/>
                </a:lnTo>
              </a:path>
              <a:path w="21600" h="21600">
                <a:moveTo>
                  <a:pt x="16726" y="19332"/>
                </a:moveTo>
                <a:lnTo>
                  <a:pt x="16769" y="19332"/>
                </a:lnTo>
                <a:lnTo>
                  <a:pt x="16769" y="19420"/>
                </a:lnTo>
                <a:lnTo>
                  <a:pt x="16726" y="19420"/>
                </a:lnTo>
              </a:path>
              <a:path w="21600" h="21600">
                <a:moveTo>
                  <a:pt x="14020" y="19332"/>
                </a:moveTo>
                <a:lnTo>
                  <a:pt x="14063" y="19332"/>
                </a:lnTo>
                <a:lnTo>
                  <a:pt x="14063" y="19420"/>
                </a:lnTo>
                <a:lnTo>
                  <a:pt x="14020" y="19420"/>
                </a:lnTo>
              </a:path>
              <a:path w="21600" h="21600">
                <a:moveTo>
                  <a:pt x="11307" y="19332"/>
                </a:moveTo>
                <a:lnTo>
                  <a:pt x="11350" y="19332"/>
                </a:lnTo>
                <a:lnTo>
                  <a:pt x="11350" y="19420"/>
                </a:lnTo>
                <a:lnTo>
                  <a:pt x="11307" y="19420"/>
                </a:lnTo>
              </a:path>
              <a:path w="21600" h="21600">
                <a:moveTo>
                  <a:pt x="10249" y="19332"/>
                </a:moveTo>
                <a:lnTo>
                  <a:pt x="10292" y="19332"/>
                </a:lnTo>
                <a:lnTo>
                  <a:pt x="10292" y="19420"/>
                </a:lnTo>
                <a:lnTo>
                  <a:pt x="10249" y="19420"/>
                </a:lnTo>
              </a:path>
              <a:path w="21600" h="21600">
                <a:moveTo>
                  <a:pt x="7536" y="19332"/>
                </a:moveTo>
                <a:lnTo>
                  <a:pt x="7579" y="19332"/>
                </a:lnTo>
                <a:lnTo>
                  <a:pt x="7579" y="19420"/>
                </a:lnTo>
                <a:lnTo>
                  <a:pt x="7536" y="19420"/>
                </a:lnTo>
              </a:path>
              <a:path w="21600" h="21600">
                <a:moveTo>
                  <a:pt x="4830" y="19332"/>
                </a:moveTo>
                <a:lnTo>
                  <a:pt x="4873" y="19332"/>
                </a:lnTo>
                <a:lnTo>
                  <a:pt x="4873" y="19420"/>
                </a:lnTo>
                <a:lnTo>
                  <a:pt x="4830" y="19420"/>
                </a:lnTo>
              </a:path>
              <a:path w="21600" h="21600">
                <a:moveTo>
                  <a:pt x="2117" y="19332"/>
                </a:moveTo>
                <a:lnTo>
                  <a:pt x="2160" y="19332"/>
                </a:lnTo>
                <a:lnTo>
                  <a:pt x="2160" y="19420"/>
                </a:lnTo>
                <a:lnTo>
                  <a:pt x="2117" y="19420"/>
                </a:lnTo>
              </a:path>
              <a:path w="21600" h="21600">
                <a:moveTo>
                  <a:pt x="17632" y="19327"/>
                </a:moveTo>
                <a:lnTo>
                  <a:pt x="17674" y="19327"/>
                </a:lnTo>
                <a:lnTo>
                  <a:pt x="17674" y="19411"/>
                </a:lnTo>
                <a:lnTo>
                  <a:pt x="17632" y="19411"/>
                </a:lnTo>
              </a:path>
              <a:path w="21600" h="21600">
                <a:moveTo>
                  <a:pt x="14927" y="19327"/>
                </a:moveTo>
                <a:lnTo>
                  <a:pt x="14968" y="19327"/>
                </a:lnTo>
                <a:lnTo>
                  <a:pt x="14968" y="19411"/>
                </a:lnTo>
                <a:lnTo>
                  <a:pt x="14927" y="19411"/>
                </a:lnTo>
              </a:path>
              <a:path w="21600" h="21600">
                <a:moveTo>
                  <a:pt x="12213" y="19327"/>
                </a:moveTo>
                <a:lnTo>
                  <a:pt x="12255" y="19327"/>
                </a:lnTo>
                <a:lnTo>
                  <a:pt x="12255" y="19411"/>
                </a:lnTo>
                <a:lnTo>
                  <a:pt x="12213" y="19411"/>
                </a:lnTo>
              </a:path>
              <a:path w="21600" h="21600">
                <a:moveTo>
                  <a:pt x="9344" y="19327"/>
                </a:moveTo>
                <a:lnTo>
                  <a:pt x="9385" y="19327"/>
                </a:lnTo>
                <a:lnTo>
                  <a:pt x="9385" y="19411"/>
                </a:lnTo>
                <a:lnTo>
                  <a:pt x="9344" y="19411"/>
                </a:lnTo>
              </a:path>
              <a:path w="21600" h="21600">
                <a:moveTo>
                  <a:pt x="3925" y="19327"/>
                </a:moveTo>
                <a:lnTo>
                  <a:pt x="3967" y="19327"/>
                </a:lnTo>
                <a:lnTo>
                  <a:pt x="3967" y="19411"/>
                </a:lnTo>
                <a:lnTo>
                  <a:pt x="3925" y="19411"/>
                </a:lnTo>
              </a:path>
              <a:path w="21600" h="21600">
                <a:moveTo>
                  <a:pt x="1212" y="19327"/>
                </a:moveTo>
                <a:lnTo>
                  <a:pt x="1253" y="19327"/>
                </a:lnTo>
                <a:lnTo>
                  <a:pt x="1253" y="19411"/>
                </a:lnTo>
                <a:lnTo>
                  <a:pt x="1212" y="19411"/>
                </a:lnTo>
              </a:path>
              <a:path w="21600" h="21600">
                <a:moveTo>
                  <a:pt x="20044" y="19315"/>
                </a:moveTo>
                <a:lnTo>
                  <a:pt x="20085" y="19315"/>
                </a:lnTo>
                <a:lnTo>
                  <a:pt x="20085" y="19400"/>
                </a:lnTo>
                <a:lnTo>
                  <a:pt x="20044" y="19400"/>
                </a:lnTo>
              </a:path>
              <a:path w="21600" h="21600">
                <a:moveTo>
                  <a:pt x="17330" y="19315"/>
                </a:moveTo>
                <a:lnTo>
                  <a:pt x="17372" y="19315"/>
                </a:lnTo>
                <a:lnTo>
                  <a:pt x="17372" y="19400"/>
                </a:lnTo>
                <a:lnTo>
                  <a:pt x="17330" y="19400"/>
                </a:lnTo>
              </a:path>
              <a:path w="21600" h="21600">
                <a:moveTo>
                  <a:pt x="11911" y="19315"/>
                </a:moveTo>
                <a:lnTo>
                  <a:pt x="11953" y="19315"/>
                </a:lnTo>
                <a:lnTo>
                  <a:pt x="11953" y="19400"/>
                </a:lnTo>
                <a:lnTo>
                  <a:pt x="11911" y="19400"/>
                </a:lnTo>
              </a:path>
              <a:path w="21600" h="21600">
                <a:moveTo>
                  <a:pt x="9646" y="19315"/>
                </a:moveTo>
                <a:lnTo>
                  <a:pt x="9687" y="19315"/>
                </a:lnTo>
                <a:lnTo>
                  <a:pt x="9687" y="19400"/>
                </a:lnTo>
                <a:lnTo>
                  <a:pt x="9646" y="19400"/>
                </a:lnTo>
              </a:path>
              <a:path w="21600" h="21600">
                <a:moveTo>
                  <a:pt x="6933" y="19315"/>
                </a:moveTo>
                <a:lnTo>
                  <a:pt x="6974" y="19315"/>
                </a:lnTo>
                <a:lnTo>
                  <a:pt x="6974" y="19400"/>
                </a:lnTo>
                <a:lnTo>
                  <a:pt x="6933" y="19400"/>
                </a:lnTo>
              </a:path>
              <a:path w="21600" h="21600">
                <a:moveTo>
                  <a:pt x="4227" y="19315"/>
                </a:moveTo>
                <a:lnTo>
                  <a:pt x="4268" y="19315"/>
                </a:lnTo>
                <a:lnTo>
                  <a:pt x="4268" y="19400"/>
                </a:lnTo>
                <a:lnTo>
                  <a:pt x="4227" y="19400"/>
                </a:lnTo>
              </a:path>
              <a:path w="21600" h="21600">
                <a:moveTo>
                  <a:pt x="1514" y="19315"/>
                </a:moveTo>
                <a:lnTo>
                  <a:pt x="1555" y="19315"/>
                </a:lnTo>
                <a:lnTo>
                  <a:pt x="1555" y="19400"/>
                </a:lnTo>
                <a:lnTo>
                  <a:pt x="1514" y="19400"/>
                </a:lnTo>
              </a:path>
              <a:path w="21600" h="21600">
                <a:moveTo>
                  <a:pt x="18090" y="19299"/>
                </a:moveTo>
                <a:lnTo>
                  <a:pt x="18122" y="19299"/>
                </a:lnTo>
                <a:lnTo>
                  <a:pt x="18122" y="19366"/>
                </a:lnTo>
                <a:lnTo>
                  <a:pt x="18090" y="19366"/>
                </a:lnTo>
              </a:path>
              <a:path w="21600" h="21600">
                <a:moveTo>
                  <a:pt x="11452" y="19292"/>
                </a:moveTo>
                <a:lnTo>
                  <a:pt x="11506" y="19292"/>
                </a:lnTo>
                <a:lnTo>
                  <a:pt x="11506" y="19401"/>
                </a:lnTo>
                <a:lnTo>
                  <a:pt x="11452" y="19401"/>
                </a:lnTo>
              </a:path>
              <a:path w="21600" h="21600">
                <a:moveTo>
                  <a:pt x="20492" y="19290"/>
                </a:moveTo>
                <a:lnTo>
                  <a:pt x="20542" y="19290"/>
                </a:lnTo>
                <a:lnTo>
                  <a:pt x="20542" y="19392"/>
                </a:lnTo>
                <a:lnTo>
                  <a:pt x="20492" y="19392"/>
                </a:lnTo>
              </a:path>
              <a:path w="21600" h="21600">
                <a:moveTo>
                  <a:pt x="15073" y="19290"/>
                </a:moveTo>
                <a:lnTo>
                  <a:pt x="15123" y="19290"/>
                </a:lnTo>
                <a:lnTo>
                  <a:pt x="15123" y="19392"/>
                </a:lnTo>
                <a:lnTo>
                  <a:pt x="15073" y="19392"/>
                </a:lnTo>
              </a:path>
              <a:path w="21600" h="21600">
                <a:moveTo>
                  <a:pt x="6475" y="19290"/>
                </a:moveTo>
                <a:lnTo>
                  <a:pt x="6526" y="19290"/>
                </a:lnTo>
                <a:lnTo>
                  <a:pt x="6526" y="19392"/>
                </a:lnTo>
                <a:lnTo>
                  <a:pt x="6475" y="19392"/>
                </a:lnTo>
              </a:path>
              <a:path w="21600" h="21600">
                <a:moveTo>
                  <a:pt x="10850" y="19282"/>
                </a:moveTo>
                <a:lnTo>
                  <a:pt x="10900" y="19282"/>
                </a:lnTo>
                <a:lnTo>
                  <a:pt x="10900" y="19385"/>
                </a:lnTo>
                <a:lnTo>
                  <a:pt x="10850" y="19385"/>
                </a:lnTo>
              </a:path>
              <a:path w="21600" h="21600">
                <a:moveTo>
                  <a:pt x="6637" y="19281"/>
                </a:moveTo>
                <a:lnTo>
                  <a:pt x="6666" y="19281"/>
                </a:lnTo>
                <a:lnTo>
                  <a:pt x="6666" y="19341"/>
                </a:lnTo>
                <a:lnTo>
                  <a:pt x="6637" y="19341"/>
                </a:lnTo>
              </a:path>
              <a:path w="21600" h="21600">
                <a:moveTo>
                  <a:pt x="10554" y="19280"/>
                </a:moveTo>
                <a:lnTo>
                  <a:pt x="10591" y="19280"/>
                </a:lnTo>
                <a:lnTo>
                  <a:pt x="10591" y="19357"/>
                </a:lnTo>
                <a:lnTo>
                  <a:pt x="10554" y="19357"/>
                </a:lnTo>
              </a:path>
              <a:path w="21600" h="21600">
                <a:moveTo>
                  <a:pt x="21405" y="19276"/>
                </a:moveTo>
                <a:lnTo>
                  <a:pt x="21441" y="19276"/>
                </a:lnTo>
                <a:lnTo>
                  <a:pt x="21441" y="19350"/>
                </a:lnTo>
                <a:lnTo>
                  <a:pt x="21405" y="19350"/>
                </a:lnTo>
              </a:path>
              <a:path w="21600" h="21600">
                <a:moveTo>
                  <a:pt x="1366" y="19261"/>
                </a:moveTo>
                <a:lnTo>
                  <a:pt x="1401" y="19261"/>
                </a:lnTo>
                <a:lnTo>
                  <a:pt x="1401" y="19332"/>
                </a:lnTo>
                <a:lnTo>
                  <a:pt x="1366" y="19332"/>
                </a:lnTo>
              </a:path>
              <a:path w="21600" h="21600">
                <a:moveTo>
                  <a:pt x="19747" y="19248"/>
                </a:moveTo>
                <a:lnTo>
                  <a:pt x="19778" y="19248"/>
                </a:lnTo>
                <a:lnTo>
                  <a:pt x="19778" y="19312"/>
                </a:lnTo>
                <a:lnTo>
                  <a:pt x="19747" y="19312"/>
                </a:lnTo>
              </a:path>
              <a:path w="21600" h="21600">
                <a:moveTo>
                  <a:pt x="18992" y="19248"/>
                </a:moveTo>
                <a:lnTo>
                  <a:pt x="19023" y="19248"/>
                </a:lnTo>
                <a:lnTo>
                  <a:pt x="19023" y="19312"/>
                </a:lnTo>
                <a:lnTo>
                  <a:pt x="18992" y="19312"/>
                </a:lnTo>
              </a:path>
              <a:path w="21600" h="21600">
                <a:moveTo>
                  <a:pt x="14328" y="19248"/>
                </a:moveTo>
                <a:lnTo>
                  <a:pt x="14359" y="19248"/>
                </a:lnTo>
                <a:lnTo>
                  <a:pt x="14359" y="19312"/>
                </a:lnTo>
                <a:lnTo>
                  <a:pt x="14328" y="19312"/>
                </a:lnTo>
              </a:path>
              <a:path w="21600" h="21600">
                <a:moveTo>
                  <a:pt x="13573" y="19248"/>
                </a:moveTo>
                <a:lnTo>
                  <a:pt x="13604" y="19248"/>
                </a:lnTo>
                <a:lnTo>
                  <a:pt x="13604" y="19312"/>
                </a:lnTo>
                <a:lnTo>
                  <a:pt x="13573" y="19312"/>
                </a:lnTo>
              </a:path>
              <a:path w="21600" h="21600">
                <a:moveTo>
                  <a:pt x="1821" y="19248"/>
                </a:moveTo>
                <a:lnTo>
                  <a:pt x="1852" y="19248"/>
                </a:lnTo>
                <a:lnTo>
                  <a:pt x="1852" y="19312"/>
                </a:lnTo>
                <a:lnTo>
                  <a:pt x="1821" y="19312"/>
                </a:lnTo>
              </a:path>
              <a:path w="21600" h="21600">
                <a:moveTo>
                  <a:pt x="20951" y="19238"/>
                </a:moveTo>
                <a:lnTo>
                  <a:pt x="20989" y="19238"/>
                </a:lnTo>
                <a:lnTo>
                  <a:pt x="20989" y="19316"/>
                </a:lnTo>
                <a:lnTo>
                  <a:pt x="20951" y="19316"/>
                </a:lnTo>
              </a:path>
              <a:path w="21600" h="21600">
                <a:moveTo>
                  <a:pt x="18238" y="19238"/>
                </a:moveTo>
                <a:lnTo>
                  <a:pt x="18276" y="19238"/>
                </a:lnTo>
                <a:lnTo>
                  <a:pt x="18276" y="19316"/>
                </a:lnTo>
                <a:lnTo>
                  <a:pt x="18238" y="19316"/>
                </a:lnTo>
              </a:path>
              <a:path w="21600" h="21600">
                <a:moveTo>
                  <a:pt x="15532" y="19238"/>
                </a:moveTo>
                <a:lnTo>
                  <a:pt x="15570" y="19238"/>
                </a:lnTo>
                <a:lnTo>
                  <a:pt x="15570" y="19316"/>
                </a:lnTo>
                <a:lnTo>
                  <a:pt x="15532" y="19316"/>
                </a:lnTo>
              </a:path>
              <a:path w="21600" h="21600">
                <a:moveTo>
                  <a:pt x="12819" y="19238"/>
                </a:moveTo>
                <a:lnTo>
                  <a:pt x="12857" y="19238"/>
                </a:lnTo>
                <a:lnTo>
                  <a:pt x="12857" y="19316"/>
                </a:lnTo>
                <a:lnTo>
                  <a:pt x="12819" y="19316"/>
                </a:lnTo>
              </a:path>
              <a:path w="21600" h="21600">
                <a:moveTo>
                  <a:pt x="6029" y="19238"/>
                </a:moveTo>
                <a:lnTo>
                  <a:pt x="6067" y="19238"/>
                </a:lnTo>
                <a:lnTo>
                  <a:pt x="6067" y="19316"/>
                </a:lnTo>
                <a:lnTo>
                  <a:pt x="6029" y="19316"/>
                </a:lnTo>
              </a:path>
              <a:path w="21600" h="21600">
                <a:moveTo>
                  <a:pt x="3323" y="19238"/>
                </a:moveTo>
                <a:lnTo>
                  <a:pt x="3361" y="19238"/>
                </a:lnTo>
                <a:lnTo>
                  <a:pt x="3361" y="19316"/>
                </a:lnTo>
                <a:lnTo>
                  <a:pt x="3323" y="19316"/>
                </a:lnTo>
              </a:path>
              <a:path w="21600" h="21600">
                <a:moveTo>
                  <a:pt x="610" y="19238"/>
                </a:moveTo>
                <a:lnTo>
                  <a:pt x="648" y="19238"/>
                </a:lnTo>
                <a:lnTo>
                  <a:pt x="648" y="19316"/>
                </a:lnTo>
                <a:lnTo>
                  <a:pt x="610" y="19316"/>
                </a:lnTo>
              </a:path>
              <a:path w="21600" h="21600">
                <a:moveTo>
                  <a:pt x="21103" y="19234"/>
                </a:moveTo>
                <a:lnTo>
                  <a:pt x="21139" y="19234"/>
                </a:lnTo>
                <a:lnTo>
                  <a:pt x="21139" y="19308"/>
                </a:lnTo>
                <a:lnTo>
                  <a:pt x="21103" y="19308"/>
                </a:lnTo>
              </a:path>
              <a:path w="21600" h="21600">
                <a:moveTo>
                  <a:pt x="3626" y="19234"/>
                </a:moveTo>
                <a:lnTo>
                  <a:pt x="3662" y="19234"/>
                </a:lnTo>
                <a:lnTo>
                  <a:pt x="3662" y="19308"/>
                </a:lnTo>
                <a:lnTo>
                  <a:pt x="3626" y="19308"/>
                </a:lnTo>
              </a:path>
              <a:path w="21600" h="21600">
                <a:moveTo>
                  <a:pt x="21248" y="19222"/>
                </a:moveTo>
                <a:lnTo>
                  <a:pt x="21296" y="19222"/>
                </a:lnTo>
                <a:lnTo>
                  <a:pt x="21296" y="19321"/>
                </a:lnTo>
                <a:lnTo>
                  <a:pt x="21248" y="19321"/>
                </a:lnTo>
              </a:path>
              <a:path w="21600" h="21600">
                <a:moveTo>
                  <a:pt x="18535" y="19222"/>
                </a:moveTo>
                <a:lnTo>
                  <a:pt x="18583" y="19222"/>
                </a:lnTo>
                <a:lnTo>
                  <a:pt x="18583" y="19321"/>
                </a:lnTo>
                <a:lnTo>
                  <a:pt x="18535" y="19321"/>
                </a:lnTo>
              </a:path>
              <a:path w="21600" h="21600">
                <a:moveTo>
                  <a:pt x="15829" y="19222"/>
                </a:moveTo>
                <a:lnTo>
                  <a:pt x="15877" y="19222"/>
                </a:lnTo>
                <a:lnTo>
                  <a:pt x="15877" y="19321"/>
                </a:lnTo>
                <a:lnTo>
                  <a:pt x="15829" y="19321"/>
                </a:lnTo>
              </a:path>
              <a:path w="21600" h="21600">
                <a:moveTo>
                  <a:pt x="13116" y="19222"/>
                </a:moveTo>
                <a:lnTo>
                  <a:pt x="13164" y="19222"/>
                </a:lnTo>
                <a:lnTo>
                  <a:pt x="13164" y="19321"/>
                </a:lnTo>
                <a:lnTo>
                  <a:pt x="13116" y="19321"/>
                </a:lnTo>
              </a:path>
              <a:path w="21600" h="21600">
                <a:moveTo>
                  <a:pt x="8435" y="19222"/>
                </a:moveTo>
                <a:lnTo>
                  <a:pt x="8483" y="19222"/>
                </a:lnTo>
                <a:lnTo>
                  <a:pt x="8483" y="19321"/>
                </a:lnTo>
                <a:lnTo>
                  <a:pt x="8435" y="19321"/>
                </a:lnTo>
              </a:path>
              <a:path w="21600" h="21600">
                <a:moveTo>
                  <a:pt x="3016" y="19222"/>
                </a:moveTo>
                <a:lnTo>
                  <a:pt x="3064" y="19222"/>
                </a:lnTo>
                <a:lnTo>
                  <a:pt x="3064" y="19321"/>
                </a:lnTo>
                <a:lnTo>
                  <a:pt x="3016" y="19321"/>
                </a:lnTo>
              </a:path>
              <a:path w="21600" h="21600">
                <a:moveTo>
                  <a:pt x="303" y="19222"/>
                </a:moveTo>
                <a:lnTo>
                  <a:pt x="351" y="19222"/>
                </a:lnTo>
                <a:lnTo>
                  <a:pt x="351" y="19321"/>
                </a:lnTo>
                <a:lnTo>
                  <a:pt x="303" y="19321"/>
                </a:lnTo>
              </a:path>
              <a:path w="21600" h="21600">
                <a:moveTo>
                  <a:pt x="8750" y="19219"/>
                </a:moveTo>
                <a:lnTo>
                  <a:pt x="8771" y="19219"/>
                </a:lnTo>
                <a:lnTo>
                  <a:pt x="8771" y="19261"/>
                </a:lnTo>
                <a:lnTo>
                  <a:pt x="8750" y="19261"/>
                </a:lnTo>
              </a:path>
              <a:path w="21600" h="21600">
                <a:moveTo>
                  <a:pt x="10403" y="19217"/>
                </a:moveTo>
                <a:lnTo>
                  <a:pt x="10440" y="19217"/>
                </a:lnTo>
                <a:lnTo>
                  <a:pt x="10440" y="19291"/>
                </a:lnTo>
                <a:lnTo>
                  <a:pt x="10403" y="19291"/>
                </a:lnTo>
              </a:path>
              <a:path w="21600" h="21600">
                <a:moveTo>
                  <a:pt x="11163" y="19213"/>
                </a:moveTo>
                <a:lnTo>
                  <a:pt x="11191" y="19213"/>
                </a:lnTo>
                <a:lnTo>
                  <a:pt x="11191" y="19269"/>
                </a:lnTo>
                <a:lnTo>
                  <a:pt x="11163" y="19269"/>
                </a:lnTo>
              </a:path>
              <a:path w="21600" h="21600">
                <a:moveTo>
                  <a:pt x="20192" y="19211"/>
                </a:moveTo>
                <a:lnTo>
                  <a:pt x="20239" y="19211"/>
                </a:lnTo>
                <a:lnTo>
                  <a:pt x="20239" y="19306"/>
                </a:lnTo>
                <a:lnTo>
                  <a:pt x="20192" y="19306"/>
                </a:lnTo>
              </a:path>
              <a:path w="21600" h="21600">
                <a:moveTo>
                  <a:pt x="14773" y="19211"/>
                </a:moveTo>
                <a:lnTo>
                  <a:pt x="14820" y="19211"/>
                </a:lnTo>
                <a:lnTo>
                  <a:pt x="14820" y="19306"/>
                </a:lnTo>
                <a:lnTo>
                  <a:pt x="14773" y="19306"/>
                </a:lnTo>
              </a:path>
              <a:path w="21600" h="21600">
                <a:moveTo>
                  <a:pt x="9492" y="19211"/>
                </a:moveTo>
                <a:lnTo>
                  <a:pt x="9539" y="19211"/>
                </a:lnTo>
                <a:lnTo>
                  <a:pt x="9539" y="19306"/>
                </a:lnTo>
                <a:lnTo>
                  <a:pt x="9492" y="19306"/>
                </a:lnTo>
              </a:path>
              <a:path w="21600" h="21600">
                <a:moveTo>
                  <a:pt x="6779" y="19211"/>
                </a:moveTo>
                <a:lnTo>
                  <a:pt x="6826" y="19211"/>
                </a:lnTo>
                <a:lnTo>
                  <a:pt x="6826" y="19306"/>
                </a:lnTo>
                <a:lnTo>
                  <a:pt x="6779" y="19306"/>
                </a:lnTo>
              </a:path>
              <a:path w="21600" h="21600">
                <a:moveTo>
                  <a:pt x="4074" y="19211"/>
                </a:moveTo>
                <a:lnTo>
                  <a:pt x="4120" y="19211"/>
                </a:lnTo>
                <a:lnTo>
                  <a:pt x="4120" y="19306"/>
                </a:lnTo>
                <a:lnTo>
                  <a:pt x="4074" y="19306"/>
                </a:lnTo>
              </a:path>
              <a:path w="21600" h="21600">
                <a:moveTo>
                  <a:pt x="16274" y="19211"/>
                </a:moveTo>
                <a:lnTo>
                  <a:pt x="16315" y="19211"/>
                </a:lnTo>
                <a:lnTo>
                  <a:pt x="16315" y="19295"/>
                </a:lnTo>
                <a:lnTo>
                  <a:pt x="16274" y="19295"/>
                </a:lnTo>
              </a:path>
              <a:path w="21600" h="21600">
                <a:moveTo>
                  <a:pt x="5284" y="19211"/>
                </a:moveTo>
                <a:lnTo>
                  <a:pt x="5325" y="19211"/>
                </a:lnTo>
                <a:lnTo>
                  <a:pt x="5325" y="19295"/>
                </a:lnTo>
                <a:lnTo>
                  <a:pt x="5284" y="19295"/>
                </a:lnTo>
              </a:path>
              <a:path w="21600" h="21600">
                <a:moveTo>
                  <a:pt x="10101" y="19207"/>
                </a:moveTo>
                <a:lnTo>
                  <a:pt x="10138" y="19207"/>
                </a:lnTo>
                <a:lnTo>
                  <a:pt x="10138" y="19281"/>
                </a:lnTo>
                <a:lnTo>
                  <a:pt x="10101" y="19281"/>
                </a:lnTo>
              </a:path>
              <a:path w="21600" h="21600">
                <a:moveTo>
                  <a:pt x="17028" y="19199"/>
                </a:moveTo>
                <a:lnTo>
                  <a:pt x="17070" y="19199"/>
                </a:lnTo>
                <a:lnTo>
                  <a:pt x="17070" y="19284"/>
                </a:lnTo>
                <a:lnTo>
                  <a:pt x="17028" y="19284"/>
                </a:lnTo>
              </a:path>
              <a:path w="21600" h="21600">
                <a:moveTo>
                  <a:pt x="11609" y="19199"/>
                </a:moveTo>
                <a:lnTo>
                  <a:pt x="11651" y="19199"/>
                </a:lnTo>
                <a:lnTo>
                  <a:pt x="11651" y="19284"/>
                </a:lnTo>
                <a:lnTo>
                  <a:pt x="11609" y="19284"/>
                </a:lnTo>
              </a:path>
              <a:path w="21600" h="21600">
                <a:moveTo>
                  <a:pt x="9948" y="19199"/>
                </a:moveTo>
                <a:lnTo>
                  <a:pt x="9989" y="19199"/>
                </a:lnTo>
                <a:lnTo>
                  <a:pt x="9989" y="19284"/>
                </a:lnTo>
                <a:lnTo>
                  <a:pt x="9948" y="19284"/>
                </a:lnTo>
              </a:path>
              <a:path w="21600" h="21600">
                <a:moveTo>
                  <a:pt x="4529" y="19199"/>
                </a:moveTo>
                <a:lnTo>
                  <a:pt x="4570" y="19199"/>
                </a:lnTo>
                <a:lnTo>
                  <a:pt x="4570" y="19284"/>
                </a:lnTo>
                <a:lnTo>
                  <a:pt x="4529" y="19284"/>
                </a:lnTo>
              </a:path>
              <a:path w="21600" h="21600">
                <a:moveTo>
                  <a:pt x="21549" y="19193"/>
                </a:moveTo>
                <a:lnTo>
                  <a:pt x="21590" y="19193"/>
                </a:lnTo>
                <a:lnTo>
                  <a:pt x="21590" y="19276"/>
                </a:lnTo>
                <a:lnTo>
                  <a:pt x="21549" y="19276"/>
                </a:lnTo>
              </a:path>
              <a:path w="21600" h="21600">
                <a:moveTo>
                  <a:pt x="9" y="19193"/>
                </a:moveTo>
                <a:lnTo>
                  <a:pt x="50" y="19193"/>
                </a:lnTo>
                <a:lnTo>
                  <a:pt x="50" y="19276"/>
                </a:lnTo>
                <a:lnTo>
                  <a:pt x="9" y="19276"/>
                </a:lnTo>
              </a:path>
              <a:path w="21600" h="21600">
                <a:moveTo>
                  <a:pt x="20353" y="19183"/>
                </a:moveTo>
                <a:lnTo>
                  <a:pt x="20380" y="19183"/>
                </a:lnTo>
                <a:lnTo>
                  <a:pt x="20380" y="19240"/>
                </a:lnTo>
                <a:lnTo>
                  <a:pt x="20353" y="19240"/>
                </a:lnTo>
              </a:path>
              <a:path w="21600" h="21600">
                <a:moveTo>
                  <a:pt x="19587" y="19177"/>
                </a:moveTo>
                <a:lnTo>
                  <a:pt x="19636" y="19177"/>
                </a:lnTo>
                <a:lnTo>
                  <a:pt x="19636" y="19277"/>
                </a:lnTo>
                <a:lnTo>
                  <a:pt x="19587" y="19277"/>
                </a:lnTo>
              </a:path>
              <a:path w="21600" h="21600">
                <a:moveTo>
                  <a:pt x="16874" y="19177"/>
                </a:moveTo>
                <a:lnTo>
                  <a:pt x="16922" y="19177"/>
                </a:lnTo>
                <a:lnTo>
                  <a:pt x="16922" y="19277"/>
                </a:lnTo>
                <a:lnTo>
                  <a:pt x="16874" y="19277"/>
                </a:lnTo>
              </a:path>
              <a:path w="21600" h="21600">
                <a:moveTo>
                  <a:pt x="7382" y="19177"/>
                </a:moveTo>
                <a:lnTo>
                  <a:pt x="7430" y="19177"/>
                </a:lnTo>
                <a:lnTo>
                  <a:pt x="7430" y="19277"/>
                </a:lnTo>
                <a:lnTo>
                  <a:pt x="7382" y="19277"/>
                </a:lnTo>
              </a:path>
              <a:path w="21600" h="21600">
                <a:moveTo>
                  <a:pt x="4677" y="19177"/>
                </a:moveTo>
                <a:lnTo>
                  <a:pt x="4725" y="19177"/>
                </a:lnTo>
                <a:lnTo>
                  <a:pt x="4725" y="19277"/>
                </a:lnTo>
                <a:lnTo>
                  <a:pt x="4677" y="19277"/>
                </a:lnTo>
              </a:path>
              <a:path w="21600" h="21600">
                <a:moveTo>
                  <a:pt x="1963" y="19177"/>
                </a:moveTo>
                <a:lnTo>
                  <a:pt x="2012" y="19177"/>
                </a:lnTo>
                <a:lnTo>
                  <a:pt x="2012" y="19277"/>
                </a:lnTo>
                <a:lnTo>
                  <a:pt x="1963" y="19277"/>
                </a:lnTo>
              </a:path>
              <a:path w="21600" h="21600">
                <a:moveTo>
                  <a:pt x="14468" y="19176"/>
                </a:moveTo>
                <a:lnTo>
                  <a:pt x="14521" y="19176"/>
                </a:lnTo>
                <a:lnTo>
                  <a:pt x="14521" y="19285"/>
                </a:lnTo>
                <a:lnTo>
                  <a:pt x="14468" y="19285"/>
                </a:lnTo>
              </a:path>
              <a:path w="21600" h="21600">
                <a:moveTo>
                  <a:pt x="7078" y="19176"/>
                </a:moveTo>
                <a:lnTo>
                  <a:pt x="7131" y="19176"/>
                </a:lnTo>
                <a:lnTo>
                  <a:pt x="7131" y="19285"/>
                </a:lnTo>
                <a:lnTo>
                  <a:pt x="7078" y="19285"/>
                </a:lnTo>
              </a:path>
              <a:path w="21600" h="21600">
                <a:moveTo>
                  <a:pt x="12665" y="19174"/>
                </a:moveTo>
                <a:lnTo>
                  <a:pt x="12709" y="19174"/>
                </a:lnTo>
                <a:lnTo>
                  <a:pt x="12709" y="19263"/>
                </a:lnTo>
                <a:lnTo>
                  <a:pt x="12665" y="19263"/>
                </a:lnTo>
              </a:path>
              <a:path w="21600" h="21600">
                <a:moveTo>
                  <a:pt x="8890" y="19174"/>
                </a:moveTo>
                <a:lnTo>
                  <a:pt x="8933" y="19174"/>
                </a:lnTo>
                <a:lnTo>
                  <a:pt x="8933" y="19263"/>
                </a:lnTo>
                <a:lnTo>
                  <a:pt x="8890" y="19263"/>
                </a:lnTo>
              </a:path>
              <a:path w="21600" h="21600">
                <a:moveTo>
                  <a:pt x="3471" y="19174"/>
                </a:moveTo>
                <a:lnTo>
                  <a:pt x="3514" y="19174"/>
                </a:lnTo>
                <a:lnTo>
                  <a:pt x="3514" y="19263"/>
                </a:lnTo>
                <a:lnTo>
                  <a:pt x="3471" y="19263"/>
                </a:lnTo>
              </a:path>
              <a:path w="21600" h="21600">
                <a:moveTo>
                  <a:pt x="1661" y="19168"/>
                </a:moveTo>
                <a:lnTo>
                  <a:pt x="1711" y="19168"/>
                </a:lnTo>
                <a:lnTo>
                  <a:pt x="1711" y="19271"/>
                </a:lnTo>
                <a:lnTo>
                  <a:pt x="1661" y="19271"/>
                </a:lnTo>
              </a:path>
              <a:path w="21600" h="21600">
                <a:moveTo>
                  <a:pt x="13408" y="19153"/>
                </a:moveTo>
                <a:lnTo>
                  <a:pt x="13466" y="19153"/>
                </a:lnTo>
                <a:lnTo>
                  <a:pt x="13466" y="19272"/>
                </a:lnTo>
                <a:lnTo>
                  <a:pt x="13408" y="19272"/>
                </a:lnTo>
              </a:path>
              <a:path w="21600" h="21600">
                <a:moveTo>
                  <a:pt x="8132" y="19153"/>
                </a:moveTo>
                <a:lnTo>
                  <a:pt x="8190" y="19153"/>
                </a:lnTo>
                <a:lnTo>
                  <a:pt x="8190" y="19272"/>
                </a:lnTo>
                <a:lnTo>
                  <a:pt x="8132" y="19272"/>
                </a:lnTo>
              </a:path>
              <a:path w="21600" h="21600">
                <a:moveTo>
                  <a:pt x="1055" y="19149"/>
                </a:moveTo>
                <a:lnTo>
                  <a:pt x="1108" y="19149"/>
                </a:lnTo>
                <a:lnTo>
                  <a:pt x="1108" y="19259"/>
                </a:lnTo>
                <a:lnTo>
                  <a:pt x="1055" y="19259"/>
                </a:lnTo>
              </a:path>
              <a:path w="21600" h="21600">
                <a:moveTo>
                  <a:pt x="16570" y="19149"/>
                </a:moveTo>
                <a:lnTo>
                  <a:pt x="16622" y="19149"/>
                </a:lnTo>
                <a:lnTo>
                  <a:pt x="16622" y="19255"/>
                </a:lnTo>
                <a:lnTo>
                  <a:pt x="16570" y="19255"/>
                </a:lnTo>
              </a:path>
              <a:path w="21600" h="21600">
                <a:moveTo>
                  <a:pt x="4977" y="19149"/>
                </a:moveTo>
                <a:lnTo>
                  <a:pt x="5029" y="19149"/>
                </a:lnTo>
                <a:lnTo>
                  <a:pt x="5029" y="19255"/>
                </a:lnTo>
                <a:lnTo>
                  <a:pt x="4977" y="19255"/>
                </a:lnTo>
              </a:path>
              <a:path w="21600" h="21600">
                <a:moveTo>
                  <a:pt x="19446" y="19131"/>
                </a:moveTo>
                <a:lnTo>
                  <a:pt x="19475" y="19131"/>
                </a:lnTo>
                <a:lnTo>
                  <a:pt x="19475" y="19191"/>
                </a:lnTo>
                <a:lnTo>
                  <a:pt x="19446" y="19191"/>
                </a:lnTo>
              </a:path>
              <a:path w="21600" h="21600">
                <a:moveTo>
                  <a:pt x="5726" y="19128"/>
                </a:moveTo>
                <a:lnTo>
                  <a:pt x="5765" y="19128"/>
                </a:lnTo>
                <a:lnTo>
                  <a:pt x="5765" y="19209"/>
                </a:lnTo>
                <a:lnTo>
                  <a:pt x="5726" y="19209"/>
                </a:lnTo>
              </a:path>
              <a:path w="21600" h="21600">
                <a:moveTo>
                  <a:pt x="17633" y="19119"/>
                </a:moveTo>
                <a:lnTo>
                  <a:pt x="17673" y="19119"/>
                </a:lnTo>
                <a:lnTo>
                  <a:pt x="17673" y="19201"/>
                </a:lnTo>
                <a:lnTo>
                  <a:pt x="17633" y="19201"/>
                </a:lnTo>
              </a:path>
              <a:path w="21600" h="21600">
                <a:moveTo>
                  <a:pt x="14927" y="19119"/>
                </a:moveTo>
                <a:lnTo>
                  <a:pt x="14967" y="19119"/>
                </a:lnTo>
                <a:lnTo>
                  <a:pt x="14967" y="19201"/>
                </a:lnTo>
                <a:lnTo>
                  <a:pt x="14927" y="19201"/>
                </a:lnTo>
              </a:path>
              <a:path w="21600" h="21600">
                <a:moveTo>
                  <a:pt x="12214" y="19119"/>
                </a:moveTo>
                <a:lnTo>
                  <a:pt x="12254" y="19119"/>
                </a:lnTo>
                <a:lnTo>
                  <a:pt x="12254" y="19201"/>
                </a:lnTo>
                <a:lnTo>
                  <a:pt x="12214" y="19201"/>
                </a:lnTo>
              </a:path>
              <a:path w="21600" h="21600">
                <a:moveTo>
                  <a:pt x="9345" y="19119"/>
                </a:moveTo>
                <a:lnTo>
                  <a:pt x="9384" y="19119"/>
                </a:lnTo>
                <a:lnTo>
                  <a:pt x="9384" y="19201"/>
                </a:lnTo>
                <a:lnTo>
                  <a:pt x="9345" y="19201"/>
                </a:lnTo>
              </a:path>
              <a:path w="21600" h="21600">
                <a:moveTo>
                  <a:pt x="3926" y="19119"/>
                </a:moveTo>
                <a:lnTo>
                  <a:pt x="3966" y="19119"/>
                </a:lnTo>
                <a:lnTo>
                  <a:pt x="3966" y="19201"/>
                </a:lnTo>
                <a:lnTo>
                  <a:pt x="3926" y="19201"/>
                </a:lnTo>
              </a:path>
              <a:path w="21600" h="21600">
                <a:moveTo>
                  <a:pt x="1213" y="19119"/>
                </a:moveTo>
                <a:lnTo>
                  <a:pt x="1253" y="19119"/>
                </a:lnTo>
                <a:lnTo>
                  <a:pt x="1253" y="19201"/>
                </a:lnTo>
                <a:lnTo>
                  <a:pt x="1213" y="19201"/>
                </a:lnTo>
              </a:path>
              <a:path w="21600" h="21600">
                <a:moveTo>
                  <a:pt x="4376" y="19111"/>
                </a:moveTo>
                <a:lnTo>
                  <a:pt x="4421" y="19111"/>
                </a:lnTo>
                <a:lnTo>
                  <a:pt x="4421" y="19202"/>
                </a:lnTo>
                <a:lnTo>
                  <a:pt x="4376" y="19202"/>
                </a:lnTo>
              </a:path>
              <a:path w="21600" h="21600">
                <a:moveTo>
                  <a:pt x="16726" y="19109"/>
                </a:moveTo>
                <a:lnTo>
                  <a:pt x="16768" y="19109"/>
                </a:lnTo>
                <a:lnTo>
                  <a:pt x="16768" y="19194"/>
                </a:lnTo>
                <a:lnTo>
                  <a:pt x="16726" y="19194"/>
                </a:lnTo>
              </a:path>
              <a:path w="21600" h="21600">
                <a:moveTo>
                  <a:pt x="14021" y="19109"/>
                </a:moveTo>
                <a:lnTo>
                  <a:pt x="14062" y="19109"/>
                </a:lnTo>
                <a:lnTo>
                  <a:pt x="14062" y="19194"/>
                </a:lnTo>
                <a:lnTo>
                  <a:pt x="14021" y="19194"/>
                </a:lnTo>
              </a:path>
              <a:path w="21600" h="21600">
                <a:moveTo>
                  <a:pt x="11307" y="19109"/>
                </a:moveTo>
                <a:lnTo>
                  <a:pt x="11349" y="19109"/>
                </a:lnTo>
                <a:lnTo>
                  <a:pt x="11349" y="19194"/>
                </a:lnTo>
                <a:lnTo>
                  <a:pt x="11307" y="19194"/>
                </a:lnTo>
              </a:path>
              <a:path w="21600" h="21600">
                <a:moveTo>
                  <a:pt x="10250" y="19109"/>
                </a:moveTo>
                <a:lnTo>
                  <a:pt x="10291" y="19109"/>
                </a:lnTo>
                <a:lnTo>
                  <a:pt x="10291" y="19194"/>
                </a:lnTo>
                <a:lnTo>
                  <a:pt x="10250" y="19194"/>
                </a:lnTo>
              </a:path>
              <a:path w="21600" h="21600">
                <a:moveTo>
                  <a:pt x="7537" y="19109"/>
                </a:moveTo>
                <a:lnTo>
                  <a:pt x="7578" y="19109"/>
                </a:lnTo>
                <a:lnTo>
                  <a:pt x="7578" y="19194"/>
                </a:lnTo>
                <a:lnTo>
                  <a:pt x="7537" y="19194"/>
                </a:lnTo>
              </a:path>
              <a:path w="21600" h="21600">
                <a:moveTo>
                  <a:pt x="4831" y="19109"/>
                </a:moveTo>
                <a:lnTo>
                  <a:pt x="4872" y="19109"/>
                </a:lnTo>
                <a:lnTo>
                  <a:pt x="4872" y="19194"/>
                </a:lnTo>
                <a:lnTo>
                  <a:pt x="4831" y="19194"/>
                </a:lnTo>
              </a:path>
              <a:path w="21600" h="21600">
                <a:moveTo>
                  <a:pt x="2118" y="19109"/>
                </a:moveTo>
                <a:lnTo>
                  <a:pt x="2159" y="19109"/>
                </a:lnTo>
                <a:lnTo>
                  <a:pt x="2159" y="19194"/>
                </a:lnTo>
                <a:lnTo>
                  <a:pt x="2118" y="19194"/>
                </a:lnTo>
              </a:path>
              <a:path w="21600" h="21600">
                <a:moveTo>
                  <a:pt x="20045" y="19107"/>
                </a:moveTo>
                <a:lnTo>
                  <a:pt x="20084" y="19107"/>
                </a:lnTo>
                <a:lnTo>
                  <a:pt x="20084" y="19188"/>
                </a:lnTo>
                <a:lnTo>
                  <a:pt x="20045" y="19188"/>
                </a:lnTo>
              </a:path>
              <a:path w="21600" h="21600">
                <a:moveTo>
                  <a:pt x="17331" y="19107"/>
                </a:moveTo>
                <a:lnTo>
                  <a:pt x="17371" y="19107"/>
                </a:lnTo>
                <a:lnTo>
                  <a:pt x="17371" y="19188"/>
                </a:lnTo>
                <a:lnTo>
                  <a:pt x="17331" y="19188"/>
                </a:lnTo>
              </a:path>
              <a:path w="21600" h="21600">
                <a:moveTo>
                  <a:pt x="11912" y="19107"/>
                </a:moveTo>
                <a:lnTo>
                  <a:pt x="11952" y="19107"/>
                </a:lnTo>
                <a:lnTo>
                  <a:pt x="11952" y="19188"/>
                </a:lnTo>
                <a:lnTo>
                  <a:pt x="11912" y="19188"/>
                </a:lnTo>
              </a:path>
              <a:path w="21600" h="21600">
                <a:moveTo>
                  <a:pt x="9647" y="19107"/>
                </a:moveTo>
                <a:lnTo>
                  <a:pt x="9686" y="19107"/>
                </a:lnTo>
                <a:lnTo>
                  <a:pt x="9686" y="19188"/>
                </a:lnTo>
                <a:lnTo>
                  <a:pt x="9647" y="19188"/>
                </a:lnTo>
              </a:path>
              <a:path w="21600" h="21600">
                <a:moveTo>
                  <a:pt x="6934" y="19107"/>
                </a:moveTo>
                <a:lnTo>
                  <a:pt x="6973" y="19107"/>
                </a:lnTo>
                <a:lnTo>
                  <a:pt x="6973" y="19188"/>
                </a:lnTo>
                <a:lnTo>
                  <a:pt x="6934" y="19188"/>
                </a:lnTo>
              </a:path>
              <a:path w="21600" h="21600">
                <a:moveTo>
                  <a:pt x="4228" y="19107"/>
                </a:moveTo>
                <a:lnTo>
                  <a:pt x="4268" y="19107"/>
                </a:lnTo>
                <a:lnTo>
                  <a:pt x="4268" y="19188"/>
                </a:lnTo>
                <a:lnTo>
                  <a:pt x="4228" y="19188"/>
                </a:lnTo>
              </a:path>
              <a:path w="21600" h="21600">
                <a:moveTo>
                  <a:pt x="1515" y="19107"/>
                </a:moveTo>
                <a:lnTo>
                  <a:pt x="1554" y="19107"/>
                </a:lnTo>
                <a:lnTo>
                  <a:pt x="1554" y="19188"/>
                </a:lnTo>
                <a:lnTo>
                  <a:pt x="1515" y="19188"/>
                </a:lnTo>
              </a:path>
              <a:path w="21600" h="21600">
                <a:moveTo>
                  <a:pt x="19748" y="19099"/>
                </a:moveTo>
                <a:lnTo>
                  <a:pt x="19777" y="19099"/>
                </a:lnTo>
                <a:lnTo>
                  <a:pt x="19777" y="19159"/>
                </a:lnTo>
                <a:lnTo>
                  <a:pt x="19748" y="19159"/>
                </a:lnTo>
              </a:path>
              <a:path w="21600" h="21600">
                <a:moveTo>
                  <a:pt x="18993" y="19099"/>
                </a:moveTo>
                <a:lnTo>
                  <a:pt x="19022" y="19099"/>
                </a:lnTo>
                <a:lnTo>
                  <a:pt x="19022" y="19159"/>
                </a:lnTo>
                <a:lnTo>
                  <a:pt x="18993" y="19159"/>
                </a:lnTo>
              </a:path>
              <a:path w="21600" h="21600">
                <a:moveTo>
                  <a:pt x="14329" y="19099"/>
                </a:moveTo>
                <a:lnTo>
                  <a:pt x="14358" y="19099"/>
                </a:lnTo>
                <a:lnTo>
                  <a:pt x="14358" y="19159"/>
                </a:lnTo>
                <a:lnTo>
                  <a:pt x="14329" y="19159"/>
                </a:lnTo>
              </a:path>
              <a:path w="21600" h="21600">
                <a:moveTo>
                  <a:pt x="13574" y="19099"/>
                </a:moveTo>
                <a:lnTo>
                  <a:pt x="13603" y="19099"/>
                </a:lnTo>
                <a:lnTo>
                  <a:pt x="13603" y="19159"/>
                </a:lnTo>
                <a:lnTo>
                  <a:pt x="13574" y="19159"/>
                </a:lnTo>
              </a:path>
              <a:path w="21600" h="21600">
                <a:moveTo>
                  <a:pt x="1822" y="19099"/>
                </a:moveTo>
                <a:lnTo>
                  <a:pt x="1851" y="19099"/>
                </a:lnTo>
                <a:lnTo>
                  <a:pt x="1851" y="19159"/>
                </a:lnTo>
                <a:lnTo>
                  <a:pt x="1822" y="19159"/>
                </a:lnTo>
              </a:path>
              <a:path w="21600" h="21600">
                <a:moveTo>
                  <a:pt x="3175" y="19098"/>
                </a:moveTo>
                <a:lnTo>
                  <a:pt x="3207" y="19098"/>
                </a:lnTo>
                <a:lnTo>
                  <a:pt x="3207" y="19165"/>
                </a:lnTo>
                <a:lnTo>
                  <a:pt x="3175" y="19165"/>
                </a:lnTo>
              </a:path>
              <a:path w="21600" h="21600">
                <a:moveTo>
                  <a:pt x="20646" y="19091"/>
                </a:moveTo>
                <a:lnTo>
                  <a:pt x="20691" y="19091"/>
                </a:lnTo>
                <a:lnTo>
                  <a:pt x="20691" y="19183"/>
                </a:lnTo>
                <a:lnTo>
                  <a:pt x="20646" y="19183"/>
                </a:lnTo>
              </a:path>
              <a:path w="21600" h="21600">
                <a:moveTo>
                  <a:pt x="19136" y="19091"/>
                </a:moveTo>
                <a:lnTo>
                  <a:pt x="19181" y="19091"/>
                </a:lnTo>
                <a:lnTo>
                  <a:pt x="19181" y="19183"/>
                </a:lnTo>
                <a:lnTo>
                  <a:pt x="19136" y="19183"/>
                </a:lnTo>
              </a:path>
              <a:path w="21600" h="21600">
                <a:moveTo>
                  <a:pt x="18688" y="19091"/>
                </a:moveTo>
                <a:lnTo>
                  <a:pt x="18732" y="19091"/>
                </a:lnTo>
                <a:lnTo>
                  <a:pt x="18732" y="19183"/>
                </a:lnTo>
                <a:lnTo>
                  <a:pt x="18688" y="19183"/>
                </a:lnTo>
              </a:path>
              <a:path w="21600" h="21600">
                <a:moveTo>
                  <a:pt x="18386" y="19091"/>
                </a:moveTo>
                <a:lnTo>
                  <a:pt x="18430" y="19091"/>
                </a:lnTo>
                <a:lnTo>
                  <a:pt x="18430" y="19183"/>
                </a:lnTo>
                <a:lnTo>
                  <a:pt x="18386" y="19183"/>
                </a:lnTo>
              </a:path>
              <a:path w="21600" h="21600">
                <a:moveTo>
                  <a:pt x="17933" y="19091"/>
                </a:moveTo>
                <a:lnTo>
                  <a:pt x="17977" y="19091"/>
                </a:lnTo>
                <a:lnTo>
                  <a:pt x="17977" y="19183"/>
                </a:lnTo>
                <a:lnTo>
                  <a:pt x="17933" y="19183"/>
                </a:lnTo>
              </a:path>
              <a:path w="21600" h="21600">
                <a:moveTo>
                  <a:pt x="16423" y="19091"/>
                </a:moveTo>
                <a:lnTo>
                  <a:pt x="16468" y="19091"/>
                </a:lnTo>
                <a:lnTo>
                  <a:pt x="16468" y="19183"/>
                </a:lnTo>
                <a:lnTo>
                  <a:pt x="16423" y="19183"/>
                </a:lnTo>
              </a:path>
              <a:path w="21600" h="21600">
                <a:moveTo>
                  <a:pt x="15982" y="19091"/>
                </a:moveTo>
                <a:lnTo>
                  <a:pt x="16027" y="19091"/>
                </a:lnTo>
                <a:lnTo>
                  <a:pt x="16027" y="19183"/>
                </a:lnTo>
                <a:lnTo>
                  <a:pt x="15982" y="19183"/>
                </a:lnTo>
              </a:path>
              <a:path w="21600" h="21600">
                <a:moveTo>
                  <a:pt x="15680" y="19091"/>
                </a:moveTo>
                <a:lnTo>
                  <a:pt x="15725" y="19091"/>
                </a:lnTo>
                <a:lnTo>
                  <a:pt x="15725" y="19183"/>
                </a:lnTo>
                <a:lnTo>
                  <a:pt x="15680" y="19183"/>
                </a:lnTo>
              </a:path>
              <a:path w="21600" h="21600">
                <a:moveTo>
                  <a:pt x="15227" y="19091"/>
                </a:moveTo>
                <a:lnTo>
                  <a:pt x="15272" y="19091"/>
                </a:lnTo>
                <a:lnTo>
                  <a:pt x="15272" y="19183"/>
                </a:lnTo>
                <a:lnTo>
                  <a:pt x="15227" y="19183"/>
                </a:lnTo>
              </a:path>
              <a:path w="21600" h="21600">
                <a:moveTo>
                  <a:pt x="13717" y="19091"/>
                </a:moveTo>
                <a:lnTo>
                  <a:pt x="13762" y="19091"/>
                </a:lnTo>
                <a:lnTo>
                  <a:pt x="13762" y="19183"/>
                </a:lnTo>
                <a:lnTo>
                  <a:pt x="13717" y="19183"/>
                </a:lnTo>
              </a:path>
              <a:path w="21600" h="21600">
                <a:moveTo>
                  <a:pt x="13269" y="19091"/>
                </a:moveTo>
                <a:lnTo>
                  <a:pt x="13313" y="19091"/>
                </a:lnTo>
                <a:lnTo>
                  <a:pt x="13313" y="19183"/>
                </a:lnTo>
                <a:lnTo>
                  <a:pt x="13269" y="19183"/>
                </a:lnTo>
              </a:path>
              <a:path w="21600" h="21600">
                <a:moveTo>
                  <a:pt x="12967" y="19091"/>
                </a:moveTo>
                <a:lnTo>
                  <a:pt x="13011" y="19091"/>
                </a:lnTo>
                <a:lnTo>
                  <a:pt x="13011" y="19183"/>
                </a:lnTo>
                <a:lnTo>
                  <a:pt x="12967" y="19183"/>
                </a:lnTo>
              </a:path>
              <a:path w="21600" h="21600">
                <a:moveTo>
                  <a:pt x="12514" y="19091"/>
                </a:moveTo>
                <a:lnTo>
                  <a:pt x="12558" y="19091"/>
                </a:lnTo>
                <a:lnTo>
                  <a:pt x="12558" y="19183"/>
                </a:lnTo>
                <a:lnTo>
                  <a:pt x="12514" y="19183"/>
                </a:lnTo>
              </a:path>
              <a:path w="21600" h="21600">
                <a:moveTo>
                  <a:pt x="11004" y="19091"/>
                </a:moveTo>
                <a:lnTo>
                  <a:pt x="11049" y="19091"/>
                </a:lnTo>
                <a:lnTo>
                  <a:pt x="11049" y="19183"/>
                </a:lnTo>
                <a:lnTo>
                  <a:pt x="11004" y="19183"/>
                </a:lnTo>
              </a:path>
              <a:path w="21600" h="21600">
                <a:moveTo>
                  <a:pt x="9040" y="19091"/>
                </a:moveTo>
                <a:lnTo>
                  <a:pt x="9085" y="19091"/>
                </a:lnTo>
                <a:lnTo>
                  <a:pt x="9085" y="19183"/>
                </a:lnTo>
                <a:lnTo>
                  <a:pt x="9040" y="19183"/>
                </a:lnTo>
              </a:path>
              <a:path w="21600" h="21600">
                <a:moveTo>
                  <a:pt x="8587" y="19091"/>
                </a:moveTo>
                <a:lnTo>
                  <a:pt x="8632" y="19091"/>
                </a:lnTo>
                <a:lnTo>
                  <a:pt x="8632" y="19183"/>
                </a:lnTo>
                <a:lnTo>
                  <a:pt x="8587" y="19183"/>
                </a:lnTo>
              </a:path>
              <a:path w="21600" h="21600">
                <a:moveTo>
                  <a:pt x="8285" y="19091"/>
                </a:moveTo>
                <a:lnTo>
                  <a:pt x="8330" y="19091"/>
                </a:lnTo>
                <a:lnTo>
                  <a:pt x="8330" y="19183"/>
                </a:lnTo>
                <a:lnTo>
                  <a:pt x="8285" y="19183"/>
                </a:lnTo>
              </a:path>
              <a:path w="21600" h="21600">
                <a:moveTo>
                  <a:pt x="7837" y="19091"/>
                </a:moveTo>
                <a:lnTo>
                  <a:pt x="7882" y="19091"/>
                </a:lnTo>
                <a:lnTo>
                  <a:pt x="7882" y="19183"/>
                </a:lnTo>
                <a:lnTo>
                  <a:pt x="7837" y="19183"/>
                </a:lnTo>
              </a:path>
              <a:path w="21600" h="21600">
                <a:moveTo>
                  <a:pt x="6327" y="19091"/>
                </a:moveTo>
                <a:lnTo>
                  <a:pt x="6372" y="19091"/>
                </a:lnTo>
                <a:lnTo>
                  <a:pt x="6372" y="19183"/>
                </a:lnTo>
                <a:lnTo>
                  <a:pt x="6327" y="19183"/>
                </a:lnTo>
              </a:path>
              <a:path w="21600" h="21600">
                <a:moveTo>
                  <a:pt x="5874" y="19091"/>
                </a:moveTo>
                <a:lnTo>
                  <a:pt x="5919" y="19091"/>
                </a:lnTo>
                <a:lnTo>
                  <a:pt x="5919" y="19183"/>
                </a:lnTo>
                <a:lnTo>
                  <a:pt x="5874" y="19183"/>
                </a:lnTo>
              </a:path>
              <a:path w="21600" h="21600">
                <a:moveTo>
                  <a:pt x="5572" y="19091"/>
                </a:moveTo>
                <a:lnTo>
                  <a:pt x="5617" y="19091"/>
                </a:lnTo>
                <a:lnTo>
                  <a:pt x="5617" y="19183"/>
                </a:lnTo>
                <a:lnTo>
                  <a:pt x="5572" y="19183"/>
                </a:lnTo>
              </a:path>
              <a:path w="21600" h="21600">
                <a:moveTo>
                  <a:pt x="5131" y="19091"/>
                </a:moveTo>
                <a:lnTo>
                  <a:pt x="5176" y="19091"/>
                </a:lnTo>
                <a:lnTo>
                  <a:pt x="5176" y="19183"/>
                </a:lnTo>
                <a:lnTo>
                  <a:pt x="5131" y="19183"/>
                </a:lnTo>
              </a:path>
              <a:path w="21600" h="21600">
                <a:moveTo>
                  <a:pt x="2418" y="19091"/>
                </a:moveTo>
                <a:lnTo>
                  <a:pt x="2463" y="19091"/>
                </a:lnTo>
                <a:lnTo>
                  <a:pt x="2463" y="19183"/>
                </a:lnTo>
                <a:lnTo>
                  <a:pt x="2418" y="19183"/>
                </a:lnTo>
              </a:path>
              <a:path w="21600" h="21600">
                <a:moveTo>
                  <a:pt x="908" y="19091"/>
                </a:moveTo>
                <a:lnTo>
                  <a:pt x="953" y="19091"/>
                </a:lnTo>
                <a:lnTo>
                  <a:pt x="953" y="19183"/>
                </a:lnTo>
                <a:lnTo>
                  <a:pt x="908" y="19183"/>
                </a:lnTo>
              </a:path>
              <a:path w="21600" h="21600">
                <a:moveTo>
                  <a:pt x="455" y="19091"/>
                </a:moveTo>
                <a:lnTo>
                  <a:pt x="500" y="19091"/>
                </a:lnTo>
                <a:lnTo>
                  <a:pt x="500" y="19183"/>
                </a:lnTo>
                <a:lnTo>
                  <a:pt x="455" y="19183"/>
                </a:lnTo>
              </a:path>
              <a:path w="21600" h="21600">
                <a:moveTo>
                  <a:pt x="153" y="19091"/>
                </a:moveTo>
                <a:lnTo>
                  <a:pt x="198" y="19091"/>
                </a:lnTo>
                <a:lnTo>
                  <a:pt x="198" y="19183"/>
                </a:lnTo>
                <a:lnTo>
                  <a:pt x="153" y="19183"/>
                </a:lnTo>
              </a:path>
              <a:path w="21600" h="21600">
                <a:moveTo>
                  <a:pt x="17184" y="19087"/>
                </a:moveTo>
                <a:lnTo>
                  <a:pt x="17216" y="19087"/>
                </a:lnTo>
                <a:lnTo>
                  <a:pt x="17216" y="19154"/>
                </a:lnTo>
                <a:lnTo>
                  <a:pt x="17184" y="19154"/>
                </a:lnTo>
              </a:path>
              <a:path w="21600" h="21600">
                <a:moveTo>
                  <a:pt x="2864" y="19082"/>
                </a:moveTo>
                <a:lnTo>
                  <a:pt x="2914" y="19082"/>
                </a:lnTo>
                <a:lnTo>
                  <a:pt x="2914" y="19185"/>
                </a:lnTo>
                <a:lnTo>
                  <a:pt x="2864" y="19185"/>
                </a:lnTo>
              </a:path>
              <a:path w="21600" h="21600">
                <a:moveTo>
                  <a:pt x="11164" y="19076"/>
                </a:moveTo>
                <a:lnTo>
                  <a:pt x="11190" y="19076"/>
                </a:lnTo>
                <a:lnTo>
                  <a:pt x="11190" y="19128"/>
                </a:lnTo>
                <a:lnTo>
                  <a:pt x="11164" y="19128"/>
                </a:lnTo>
              </a:path>
              <a:path w="21600" h="21600">
                <a:moveTo>
                  <a:pt x="6638" y="19074"/>
                </a:moveTo>
                <a:lnTo>
                  <a:pt x="6665" y="19074"/>
                </a:lnTo>
                <a:lnTo>
                  <a:pt x="6665" y="19130"/>
                </a:lnTo>
                <a:lnTo>
                  <a:pt x="6638" y="19130"/>
                </a:lnTo>
              </a:path>
              <a:path w="21600" h="21600">
                <a:moveTo>
                  <a:pt x="12070" y="19068"/>
                </a:moveTo>
                <a:lnTo>
                  <a:pt x="12096" y="19068"/>
                </a:lnTo>
                <a:lnTo>
                  <a:pt x="12096" y="19120"/>
                </a:lnTo>
                <a:lnTo>
                  <a:pt x="12070" y="19120"/>
                </a:lnTo>
              </a:path>
              <a:path w="21600" h="21600">
                <a:moveTo>
                  <a:pt x="12358" y="19067"/>
                </a:moveTo>
                <a:lnTo>
                  <a:pt x="12412" y="19067"/>
                </a:lnTo>
                <a:lnTo>
                  <a:pt x="12412" y="19177"/>
                </a:lnTo>
                <a:lnTo>
                  <a:pt x="12358" y="19177"/>
                </a:lnTo>
              </a:path>
              <a:path w="21600" h="21600">
                <a:moveTo>
                  <a:pt x="9187" y="19067"/>
                </a:moveTo>
                <a:lnTo>
                  <a:pt x="9240" y="19067"/>
                </a:lnTo>
                <a:lnTo>
                  <a:pt x="9240" y="19177"/>
                </a:lnTo>
                <a:lnTo>
                  <a:pt x="9187" y="19177"/>
                </a:lnTo>
              </a:path>
              <a:path w="21600" h="21600">
                <a:moveTo>
                  <a:pt x="19286" y="19066"/>
                </a:moveTo>
                <a:lnTo>
                  <a:pt x="19333" y="19066"/>
                </a:lnTo>
                <a:lnTo>
                  <a:pt x="19333" y="19162"/>
                </a:lnTo>
                <a:lnTo>
                  <a:pt x="19286" y="19162"/>
                </a:lnTo>
              </a:path>
              <a:path w="21600" h="21600">
                <a:moveTo>
                  <a:pt x="13867" y="19066"/>
                </a:moveTo>
                <a:lnTo>
                  <a:pt x="13914" y="19066"/>
                </a:lnTo>
                <a:lnTo>
                  <a:pt x="13914" y="19162"/>
                </a:lnTo>
                <a:lnTo>
                  <a:pt x="13867" y="19162"/>
                </a:lnTo>
              </a:path>
              <a:path w="21600" h="21600">
                <a:moveTo>
                  <a:pt x="7685" y="19066"/>
                </a:moveTo>
                <a:lnTo>
                  <a:pt x="7732" y="19066"/>
                </a:lnTo>
                <a:lnTo>
                  <a:pt x="7732" y="19162"/>
                </a:lnTo>
                <a:lnTo>
                  <a:pt x="7685" y="19162"/>
                </a:lnTo>
              </a:path>
              <a:path w="21600" h="21600">
                <a:moveTo>
                  <a:pt x="2266" y="19066"/>
                </a:moveTo>
                <a:lnTo>
                  <a:pt x="2313" y="19066"/>
                </a:lnTo>
                <a:lnTo>
                  <a:pt x="2313" y="19162"/>
                </a:lnTo>
                <a:lnTo>
                  <a:pt x="2266" y="19162"/>
                </a:lnTo>
              </a:path>
              <a:path w="21600" h="21600">
                <a:moveTo>
                  <a:pt x="18091" y="19064"/>
                </a:moveTo>
                <a:lnTo>
                  <a:pt x="18121" y="19064"/>
                </a:lnTo>
                <a:lnTo>
                  <a:pt x="18121" y="19128"/>
                </a:lnTo>
                <a:lnTo>
                  <a:pt x="18091" y="19128"/>
                </a:lnTo>
              </a:path>
              <a:path w="21600" h="21600">
                <a:moveTo>
                  <a:pt x="2715" y="19056"/>
                </a:moveTo>
                <a:lnTo>
                  <a:pt x="2770" y="19056"/>
                </a:lnTo>
                <a:lnTo>
                  <a:pt x="2770" y="19168"/>
                </a:lnTo>
                <a:lnTo>
                  <a:pt x="2715" y="19168"/>
                </a:lnTo>
              </a:path>
              <a:path w="21600" h="21600">
                <a:moveTo>
                  <a:pt x="20952" y="19052"/>
                </a:moveTo>
                <a:lnTo>
                  <a:pt x="20988" y="19052"/>
                </a:lnTo>
                <a:lnTo>
                  <a:pt x="20988" y="19126"/>
                </a:lnTo>
                <a:lnTo>
                  <a:pt x="20952" y="19126"/>
                </a:lnTo>
              </a:path>
              <a:path w="21600" h="21600">
                <a:moveTo>
                  <a:pt x="18239" y="19052"/>
                </a:moveTo>
                <a:lnTo>
                  <a:pt x="18275" y="19052"/>
                </a:lnTo>
                <a:lnTo>
                  <a:pt x="18275" y="19126"/>
                </a:lnTo>
                <a:lnTo>
                  <a:pt x="18239" y="19126"/>
                </a:lnTo>
              </a:path>
              <a:path w="21600" h="21600">
                <a:moveTo>
                  <a:pt x="15533" y="19052"/>
                </a:moveTo>
                <a:lnTo>
                  <a:pt x="15569" y="19052"/>
                </a:lnTo>
                <a:lnTo>
                  <a:pt x="15569" y="19126"/>
                </a:lnTo>
                <a:lnTo>
                  <a:pt x="15533" y="19126"/>
                </a:lnTo>
              </a:path>
              <a:path w="21600" h="21600">
                <a:moveTo>
                  <a:pt x="12820" y="19052"/>
                </a:moveTo>
                <a:lnTo>
                  <a:pt x="12856" y="19052"/>
                </a:lnTo>
                <a:lnTo>
                  <a:pt x="12856" y="19126"/>
                </a:lnTo>
                <a:lnTo>
                  <a:pt x="12820" y="19126"/>
                </a:lnTo>
              </a:path>
              <a:path w="21600" h="21600">
                <a:moveTo>
                  <a:pt x="6030" y="19052"/>
                </a:moveTo>
                <a:lnTo>
                  <a:pt x="6066" y="19052"/>
                </a:lnTo>
                <a:lnTo>
                  <a:pt x="6066" y="19126"/>
                </a:lnTo>
                <a:lnTo>
                  <a:pt x="6030" y="19126"/>
                </a:lnTo>
              </a:path>
              <a:path w="21600" h="21600">
                <a:moveTo>
                  <a:pt x="3324" y="19052"/>
                </a:moveTo>
                <a:lnTo>
                  <a:pt x="3360" y="19052"/>
                </a:lnTo>
                <a:lnTo>
                  <a:pt x="3360" y="19126"/>
                </a:lnTo>
                <a:lnTo>
                  <a:pt x="3324" y="19126"/>
                </a:lnTo>
              </a:path>
              <a:path w="21600" h="21600">
                <a:moveTo>
                  <a:pt x="611" y="19052"/>
                </a:moveTo>
                <a:lnTo>
                  <a:pt x="647" y="19052"/>
                </a:lnTo>
                <a:lnTo>
                  <a:pt x="647" y="19126"/>
                </a:lnTo>
                <a:lnTo>
                  <a:pt x="611" y="19126"/>
                </a:lnTo>
              </a:path>
              <a:path w="21600" h="21600">
                <a:moveTo>
                  <a:pt x="14175" y="19044"/>
                </a:moveTo>
                <a:lnTo>
                  <a:pt x="14210" y="19044"/>
                </a:lnTo>
                <a:lnTo>
                  <a:pt x="14210" y="19114"/>
                </a:lnTo>
                <a:lnTo>
                  <a:pt x="14175" y="19114"/>
                </a:lnTo>
              </a:path>
              <a:path w="21600" h="21600">
                <a:moveTo>
                  <a:pt x="10404" y="19040"/>
                </a:moveTo>
                <a:lnTo>
                  <a:pt x="10439" y="19040"/>
                </a:lnTo>
                <a:lnTo>
                  <a:pt x="10439" y="19111"/>
                </a:lnTo>
                <a:lnTo>
                  <a:pt x="10404" y="19111"/>
                </a:lnTo>
              </a:path>
              <a:path w="21600" h="21600">
                <a:moveTo>
                  <a:pt x="759" y="19038"/>
                </a:moveTo>
                <a:lnTo>
                  <a:pt x="800" y="19038"/>
                </a:lnTo>
                <a:lnTo>
                  <a:pt x="800" y="19123"/>
                </a:lnTo>
                <a:lnTo>
                  <a:pt x="759" y="19123"/>
                </a:lnTo>
              </a:path>
              <a:path w="21600" h="21600">
                <a:moveTo>
                  <a:pt x="20794" y="19031"/>
                </a:moveTo>
                <a:lnTo>
                  <a:pt x="20844" y="19031"/>
                </a:lnTo>
                <a:lnTo>
                  <a:pt x="20844" y="19134"/>
                </a:lnTo>
                <a:lnTo>
                  <a:pt x="20794" y="19134"/>
                </a:lnTo>
              </a:path>
              <a:path w="21600" h="21600">
                <a:moveTo>
                  <a:pt x="11756" y="19024"/>
                </a:moveTo>
                <a:lnTo>
                  <a:pt x="11806" y="19024"/>
                </a:lnTo>
                <a:lnTo>
                  <a:pt x="11806" y="19127"/>
                </a:lnTo>
                <a:lnTo>
                  <a:pt x="11756" y="19127"/>
                </a:lnTo>
              </a:path>
              <a:path w="21600" h="21600">
                <a:moveTo>
                  <a:pt x="9793" y="19024"/>
                </a:moveTo>
                <a:lnTo>
                  <a:pt x="9843" y="19024"/>
                </a:lnTo>
                <a:lnTo>
                  <a:pt x="9843" y="19127"/>
                </a:lnTo>
                <a:lnTo>
                  <a:pt x="9793" y="19127"/>
                </a:lnTo>
              </a:path>
              <a:path w="21600" h="21600">
                <a:moveTo>
                  <a:pt x="10554" y="19019"/>
                </a:moveTo>
                <a:lnTo>
                  <a:pt x="10591" y="19019"/>
                </a:lnTo>
                <a:lnTo>
                  <a:pt x="10591" y="19093"/>
                </a:lnTo>
                <a:lnTo>
                  <a:pt x="10554" y="19093"/>
                </a:lnTo>
              </a:path>
              <a:path w="21600" h="21600">
                <a:moveTo>
                  <a:pt x="21406" y="19015"/>
                </a:moveTo>
                <a:lnTo>
                  <a:pt x="21440" y="19015"/>
                </a:lnTo>
                <a:lnTo>
                  <a:pt x="21440" y="19085"/>
                </a:lnTo>
                <a:lnTo>
                  <a:pt x="21406" y="19085"/>
                </a:lnTo>
              </a:path>
              <a:path w="21600" h="21600">
                <a:moveTo>
                  <a:pt x="21550" y="19004"/>
                </a:moveTo>
                <a:lnTo>
                  <a:pt x="21589" y="19004"/>
                </a:lnTo>
                <a:lnTo>
                  <a:pt x="21589" y="19084"/>
                </a:lnTo>
                <a:lnTo>
                  <a:pt x="21550" y="19084"/>
                </a:lnTo>
              </a:path>
              <a:path w="21600" h="21600">
                <a:moveTo>
                  <a:pt x="10" y="19004"/>
                </a:moveTo>
                <a:lnTo>
                  <a:pt x="49" y="19004"/>
                </a:lnTo>
                <a:lnTo>
                  <a:pt x="49" y="19084"/>
                </a:lnTo>
                <a:lnTo>
                  <a:pt x="10" y="19084"/>
                </a:lnTo>
              </a:path>
              <a:path w="21600" h="21600">
                <a:moveTo>
                  <a:pt x="16274" y="18995"/>
                </a:moveTo>
                <a:lnTo>
                  <a:pt x="16314" y="18995"/>
                </a:lnTo>
                <a:lnTo>
                  <a:pt x="16314" y="19076"/>
                </a:lnTo>
                <a:lnTo>
                  <a:pt x="16274" y="19076"/>
                </a:lnTo>
              </a:path>
              <a:path w="21600" h="21600">
                <a:moveTo>
                  <a:pt x="5285" y="18995"/>
                </a:moveTo>
                <a:lnTo>
                  <a:pt x="5325" y="18995"/>
                </a:lnTo>
                <a:lnTo>
                  <a:pt x="5325" y="19076"/>
                </a:lnTo>
                <a:lnTo>
                  <a:pt x="5285" y="19076"/>
                </a:lnTo>
              </a:path>
              <a:path w="21600" h="21600">
                <a:moveTo>
                  <a:pt x="1367" y="18987"/>
                </a:moveTo>
                <a:lnTo>
                  <a:pt x="1400" y="18987"/>
                </a:lnTo>
                <a:lnTo>
                  <a:pt x="1400" y="19054"/>
                </a:lnTo>
                <a:lnTo>
                  <a:pt x="1367" y="19054"/>
                </a:lnTo>
              </a:path>
              <a:path w="21600" h="21600">
                <a:moveTo>
                  <a:pt x="17029" y="18983"/>
                </a:moveTo>
                <a:lnTo>
                  <a:pt x="17069" y="18983"/>
                </a:lnTo>
                <a:lnTo>
                  <a:pt x="17069" y="19064"/>
                </a:lnTo>
                <a:lnTo>
                  <a:pt x="17029" y="19064"/>
                </a:lnTo>
              </a:path>
              <a:path w="21600" h="21600">
                <a:moveTo>
                  <a:pt x="11610" y="18983"/>
                </a:moveTo>
                <a:lnTo>
                  <a:pt x="11650" y="18983"/>
                </a:lnTo>
                <a:lnTo>
                  <a:pt x="11650" y="19064"/>
                </a:lnTo>
                <a:lnTo>
                  <a:pt x="11610" y="19064"/>
                </a:lnTo>
              </a:path>
              <a:path w="21600" h="21600">
                <a:moveTo>
                  <a:pt x="9949" y="18983"/>
                </a:moveTo>
                <a:lnTo>
                  <a:pt x="9988" y="18983"/>
                </a:lnTo>
                <a:lnTo>
                  <a:pt x="9988" y="19064"/>
                </a:lnTo>
                <a:lnTo>
                  <a:pt x="9949" y="19064"/>
                </a:lnTo>
              </a:path>
              <a:path w="21600" h="21600">
                <a:moveTo>
                  <a:pt x="4530" y="18983"/>
                </a:moveTo>
                <a:lnTo>
                  <a:pt x="4570" y="18983"/>
                </a:lnTo>
                <a:lnTo>
                  <a:pt x="4570" y="19064"/>
                </a:lnTo>
                <a:lnTo>
                  <a:pt x="4530" y="19064"/>
                </a:lnTo>
              </a:path>
              <a:path w="21600" h="21600">
                <a:moveTo>
                  <a:pt x="20353" y="18976"/>
                </a:moveTo>
                <a:lnTo>
                  <a:pt x="20379" y="18976"/>
                </a:lnTo>
                <a:lnTo>
                  <a:pt x="20379" y="19029"/>
                </a:lnTo>
                <a:lnTo>
                  <a:pt x="20353" y="19029"/>
                </a:lnTo>
              </a:path>
              <a:path w="21600" h="21600">
                <a:moveTo>
                  <a:pt x="21104" y="18973"/>
                </a:moveTo>
                <a:lnTo>
                  <a:pt x="21138" y="18973"/>
                </a:lnTo>
                <a:lnTo>
                  <a:pt x="21138" y="19043"/>
                </a:lnTo>
                <a:lnTo>
                  <a:pt x="21104" y="19043"/>
                </a:lnTo>
              </a:path>
              <a:path w="21600" h="21600">
                <a:moveTo>
                  <a:pt x="3627" y="18973"/>
                </a:moveTo>
                <a:lnTo>
                  <a:pt x="3661" y="18973"/>
                </a:lnTo>
                <a:lnTo>
                  <a:pt x="3661" y="19043"/>
                </a:lnTo>
                <a:lnTo>
                  <a:pt x="3627" y="19043"/>
                </a:lnTo>
              </a:path>
              <a:path w="21600" h="21600">
                <a:moveTo>
                  <a:pt x="20493" y="18963"/>
                </a:moveTo>
                <a:lnTo>
                  <a:pt x="20541" y="18963"/>
                </a:lnTo>
                <a:lnTo>
                  <a:pt x="20541" y="19062"/>
                </a:lnTo>
                <a:lnTo>
                  <a:pt x="20493" y="19062"/>
                </a:lnTo>
              </a:path>
              <a:path w="21600" h="21600">
                <a:moveTo>
                  <a:pt x="15074" y="18963"/>
                </a:moveTo>
                <a:lnTo>
                  <a:pt x="15122" y="18963"/>
                </a:lnTo>
                <a:lnTo>
                  <a:pt x="15122" y="19062"/>
                </a:lnTo>
                <a:lnTo>
                  <a:pt x="15074" y="19062"/>
                </a:lnTo>
              </a:path>
              <a:path w="21600" h="21600">
                <a:moveTo>
                  <a:pt x="6476" y="18963"/>
                </a:moveTo>
                <a:lnTo>
                  <a:pt x="6525" y="18963"/>
                </a:lnTo>
                <a:lnTo>
                  <a:pt x="6525" y="19062"/>
                </a:lnTo>
                <a:lnTo>
                  <a:pt x="6476" y="19062"/>
                </a:lnTo>
              </a:path>
              <a:path w="21600" h="21600">
                <a:moveTo>
                  <a:pt x="17777" y="18958"/>
                </a:moveTo>
                <a:lnTo>
                  <a:pt x="17831" y="18958"/>
                </a:lnTo>
                <a:lnTo>
                  <a:pt x="17831" y="19068"/>
                </a:lnTo>
                <a:lnTo>
                  <a:pt x="17777" y="19068"/>
                </a:lnTo>
              </a:path>
              <a:path w="21600" h="21600">
                <a:moveTo>
                  <a:pt x="3768" y="18958"/>
                </a:moveTo>
                <a:lnTo>
                  <a:pt x="3822" y="18958"/>
                </a:lnTo>
                <a:lnTo>
                  <a:pt x="3822" y="19068"/>
                </a:lnTo>
                <a:lnTo>
                  <a:pt x="3768" y="19068"/>
                </a:lnTo>
              </a:path>
              <a:path w="21600" h="21600">
                <a:moveTo>
                  <a:pt x="10851" y="18955"/>
                </a:moveTo>
                <a:lnTo>
                  <a:pt x="10899" y="18955"/>
                </a:lnTo>
                <a:lnTo>
                  <a:pt x="10899" y="19054"/>
                </a:lnTo>
                <a:lnTo>
                  <a:pt x="10851" y="19054"/>
                </a:lnTo>
              </a:path>
              <a:path w="21600" h="21600">
                <a:moveTo>
                  <a:pt x="19749" y="18951"/>
                </a:moveTo>
                <a:lnTo>
                  <a:pt x="19776" y="18951"/>
                </a:lnTo>
                <a:lnTo>
                  <a:pt x="19776" y="19007"/>
                </a:lnTo>
                <a:lnTo>
                  <a:pt x="19749" y="19007"/>
                </a:lnTo>
              </a:path>
              <a:path w="21600" h="21600">
                <a:moveTo>
                  <a:pt x="18994" y="18951"/>
                </a:moveTo>
                <a:lnTo>
                  <a:pt x="19021" y="18951"/>
                </a:lnTo>
                <a:lnTo>
                  <a:pt x="19021" y="19007"/>
                </a:lnTo>
                <a:lnTo>
                  <a:pt x="18994" y="19007"/>
                </a:lnTo>
              </a:path>
              <a:path w="21600" h="21600">
                <a:moveTo>
                  <a:pt x="14330" y="18951"/>
                </a:moveTo>
                <a:lnTo>
                  <a:pt x="14357" y="18951"/>
                </a:lnTo>
                <a:lnTo>
                  <a:pt x="14357" y="19007"/>
                </a:lnTo>
                <a:lnTo>
                  <a:pt x="14330" y="19007"/>
                </a:lnTo>
              </a:path>
              <a:path w="21600" h="21600">
                <a:moveTo>
                  <a:pt x="13575" y="18951"/>
                </a:moveTo>
                <a:lnTo>
                  <a:pt x="13602" y="18951"/>
                </a:lnTo>
                <a:lnTo>
                  <a:pt x="13602" y="19007"/>
                </a:lnTo>
                <a:lnTo>
                  <a:pt x="13575" y="19007"/>
                </a:lnTo>
              </a:path>
              <a:path w="21600" h="21600">
                <a:moveTo>
                  <a:pt x="1823" y="18951"/>
                </a:moveTo>
                <a:lnTo>
                  <a:pt x="1850" y="18951"/>
                </a:lnTo>
                <a:lnTo>
                  <a:pt x="1850" y="19007"/>
                </a:lnTo>
                <a:lnTo>
                  <a:pt x="1823" y="19007"/>
                </a:lnTo>
              </a:path>
              <a:path w="21600" h="21600">
                <a:moveTo>
                  <a:pt x="12666" y="18940"/>
                </a:moveTo>
                <a:lnTo>
                  <a:pt x="12708" y="18940"/>
                </a:lnTo>
                <a:lnTo>
                  <a:pt x="12708" y="19024"/>
                </a:lnTo>
                <a:lnTo>
                  <a:pt x="12666" y="19024"/>
                </a:lnTo>
              </a:path>
              <a:path w="21600" h="21600">
                <a:moveTo>
                  <a:pt x="8891" y="18940"/>
                </a:moveTo>
                <a:lnTo>
                  <a:pt x="8932" y="18940"/>
                </a:lnTo>
                <a:lnTo>
                  <a:pt x="8932" y="19024"/>
                </a:lnTo>
                <a:lnTo>
                  <a:pt x="8891" y="19024"/>
                </a:lnTo>
              </a:path>
              <a:path w="21600" h="21600">
                <a:moveTo>
                  <a:pt x="3472" y="18940"/>
                </a:moveTo>
                <a:lnTo>
                  <a:pt x="3514" y="18940"/>
                </a:lnTo>
                <a:lnTo>
                  <a:pt x="3514" y="19024"/>
                </a:lnTo>
                <a:lnTo>
                  <a:pt x="3472" y="19024"/>
                </a:lnTo>
              </a:path>
              <a:path w="21600" h="21600">
                <a:moveTo>
                  <a:pt x="11165" y="18939"/>
                </a:moveTo>
                <a:lnTo>
                  <a:pt x="11189" y="18939"/>
                </a:lnTo>
                <a:lnTo>
                  <a:pt x="11189" y="18988"/>
                </a:lnTo>
                <a:lnTo>
                  <a:pt x="11165" y="18988"/>
                </a:lnTo>
              </a:path>
              <a:path w="21600" h="21600">
                <a:moveTo>
                  <a:pt x="20193" y="18937"/>
                </a:moveTo>
                <a:lnTo>
                  <a:pt x="20238" y="18937"/>
                </a:lnTo>
                <a:lnTo>
                  <a:pt x="20238" y="19028"/>
                </a:lnTo>
                <a:lnTo>
                  <a:pt x="20193" y="19028"/>
                </a:lnTo>
              </a:path>
              <a:path w="21600" h="21600">
                <a:moveTo>
                  <a:pt x="14774" y="18937"/>
                </a:moveTo>
                <a:lnTo>
                  <a:pt x="14819" y="18937"/>
                </a:lnTo>
                <a:lnTo>
                  <a:pt x="14819" y="19028"/>
                </a:lnTo>
                <a:lnTo>
                  <a:pt x="14774" y="19028"/>
                </a:lnTo>
              </a:path>
              <a:path w="21600" h="21600">
                <a:moveTo>
                  <a:pt x="9493" y="18937"/>
                </a:moveTo>
                <a:lnTo>
                  <a:pt x="9538" y="18937"/>
                </a:lnTo>
                <a:lnTo>
                  <a:pt x="9538" y="19028"/>
                </a:lnTo>
                <a:lnTo>
                  <a:pt x="9493" y="19028"/>
                </a:lnTo>
              </a:path>
              <a:path w="21600" h="21600">
                <a:moveTo>
                  <a:pt x="6780" y="18937"/>
                </a:moveTo>
                <a:lnTo>
                  <a:pt x="6825" y="18937"/>
                </a:lnTo>
                <a:lnTo>
                  <a:pt x="6825" y="19028"/>
                </a:lnTo>
                <a:lnTo>
                  <a:pt x="6780" y="19028"/>
                </a:lnTo>
              </a:path>
              <a:path w="21600" h="21600">
                <a:moveTo>
                  <a:pt x="4074" y="18937"/>
                </a:moveTo>
                <a:lnTo>
                  <a:pt x="4119" y="18937"/>
                </a:lnTo>
                <a:lnTo>
                  <a:pt x="4119" y="19028"/>
                </a:lnTo>
                <a:lnTo>
                  <a:pt x="4074" y="19028"/>
                </a:lnTo>
              </a:path>
              <a:path w="21600" h="21600">
                <a:moveTo>
                  <a:pt x="21249" y="18922"/>
                </a:moveTo>
                <a:lnTo>
                  <a:pt x="21296" y="18922"/>
                </a:lnTo>
                <a:lnTo>
                  <a:pt x="21296" y="19017"/>
                </a:lnTo>
                <a:lnTo>
                  <a:pt x="21249" y="19017"/>
                </a:lnTo>
              </a:path>
              <a:path w="21600" h="21600">
                <a:moveTo>
                  <a:pt x="18536" y="18922"/>
                </a:moveTo>
                <a:lnTo>
                  <a:pt x="18582" y="18922"/>
                </a:lnTo>
                <a:lnTo>
                  <a:pt x="18582" y="19017"/>
                </a:lnTo>
                <a:lnTo>
                  <a:pt x="18536" y="19017"/>
                </a:lnTo>
              </a:path>
              <a:path w="21600" h="21600">
                <a:moveTo>
                  <a:pt x="15830" y="18922"/>
                </a:moveTo>
                <a:lnTo>
                  <a:pt x="15877" y="18922"/>
                </a:lnTo>
                <a:lnTo>
                  <a:pt x="15877" y="19017"/>
                </a:lnTo>
                <a:lnTo>
                  <a:pt x="15830" y="19017"/>
                </a:lnTo>
              </a:path>
              <a:path w="21600" h="21600">
                <a:moveTo>
                  <a:pt x="13117" y="18922"/>
                </a:moveTo>
                <a:lnTo>
                  <a:pt x="13163" y="18922"/>
                </a:lnTo>
                <a:lnTo>
                  <a:pt x="13163" y="19017"/>
                </a:lnTo>
                <a:lnTo>
                  <a:pt x="13117" y="19017"/>
                </a:lnTo>
              </a:path>
              <a:path w="21600" h="21600">
                <a:moveTo>
                  <a:pt x="8435" y="18922"/>
                </a:moveTo>
                <a:lnTo>
                  <a:pt x="8482" y="18922"/>
                </a:lnTo>
                <a:lnTo>
                  <a:pt x="8482" y="19017"/>
                </a:lnTo>
                <a:lnTo>
                  <a:pt x="8435" y="19017"/>
                </a:lnTo>
              </a:path>
              <a:path w="21600" h="21600">
                <a:moveTo>
                  <a:pt x="3017" y="18922"/>
                </a:moveTo>
                <a:lnTo>
                  <a:pt x="3063" y="18922"/>
                </a:lnTo>
                <a:lnTo>
                  <a:pt x="3063" y="19017"/>
                </a:lnTo>
                <a:lnTo>
                  <a:pt x="3017" y="19017"/>
                </a:lnTo>
              </a:path>
              <a:path w="21600" h="21600">
                <a:moveTo>
                  <a:pt x="304" y="18922"/>
                </a:moveTo>
                <a:lnTo>
                  <a:pt x="350" y="18922"/>
                </a:lnTo>
                <a:lnTo>
                  <a:pt x="350" y="19017"/>
                </a:lnTo>
                <a:lnTo>
                  <a:pt x="304" y="19017"/>
                </a:lnTo>
              </a:path>
              <a:path w="21600" h="21600">
                <a:moveTo>
                  <a:pt x="17634" y="18912"/>
                </a:moveTo>
                <a:lnTo>
                  <a:pt x="17672" y="18912"/>
                </a:lnTo>
                <a:lnTo>
                  <a:pt x="17672" y="18990"/>
                </a:lnTo>
                <a:lnTo>
                  <a:pt x="17634" y="18990"/>
                </a:lnTo>
              </a:path>
              <a:path w="21600" h="21600">
                <a:moveTo>
                  <a:pt x="14928" y="18912"/>
                </a:moveTo>
                <a:lnTo>
                  <a:pt x="14966" y="18912"/>
                </a:lnTo>
                <a:lnTo>
                  <a:pt x="14966" y="18990"/>
                </a:lnTo>
                <a:lnTo>
                  <a:pt x="14928" y="18990"/>
                </a:lnTo>
              </a:path>
              <a:path w="21600" h="21600">
                <a:moveTo>
                  <a:pt x="12215" y="18912"/>
                </a:moveTo>
                <a:lnTo>
                  <a:pt x="12253" y="18912"/>
                </a:lnTo>
                <a:lnTo>
                  <a:pt x="12253" y="18990"/>
                </a:lnTo>
                <a:lnTo>
                  <a:pt x="12215" y="18990"/>
                </a:lnTo>
              </a:path>
              <a:path w="21600" h="21600">
                <a:moveTo>
                  <a:pt x="9346" y="18912"/>
                </a:moveTo>
                <a:lnTo>
                  <a:pt x="9384" y="18912"/>
                </a:lnTo>
                <a:lnTo>
                  <a:pt x="9384" y="18990"/>
                </a:lnTo>
                <a:lnTo>
                  <a:pt x="9346" y="18990"/>
                </a:lnTo>
              </a:path>
              <a:path w="21600" h="21600">
                <a:moveTo>
                  <a:pt x="3927" y="18912"/>
                </a:moveTo>
                <a:lnTo>
                  <a:pt x="3965" y="18912"/>
                </a:lnTo>
                <a:lnTo>
                  <a:pt x="3965" y="18990"/>
                </a:lnTo>
                <a:lnTo>
                  <a:pt x="3927" y="18990"/>
                </a:lnTo>
              </a:path>
              <a:path w="21600" h="21600">
                <a:moveTo>
                  <a:pt x="1214" y="18912"/>
                </a:moveTo>
                <a:lnTo>
                  <a:pt x="1252" y="18912"/>
                </a:lnTo>
                <a:lnTo>
                  <a:pt x="1252" y="18990"/>
                </a:lnTo>
                <a:lnTo>
                  <a:pt x="1214" y="18990"/>
                </a:lnTo>
              </a:path>
              <a:path w="21600" h="21600">
                <a:moveTo>
                  <a:pt x="19447" y="18909"/>
                </a:moveTo>
                <a:lnTo>
                  <a:pt x="19474" y="18909"/>
                </a:lnTo>
                <a:lnTo>
                  <a:pt x="19474" y="18965"/>
                </a:lnTo>
                <a:lnTo>
                  <a:pt x="19447" y="18965"/>
                </a:lnTo>
              </a:path>
              <a:path w="21600" h="21600">
                <a:moveTo>
                  <a:pt x="20045" y="18899"/>
                </a:moveTo>
                <a:lnTo>
                  <a:pt x="20083" y="18899"/>
                </a:lnTo>
                <a:lnTo>
                  <a:pt x="20083" y="18977"/>
                </a:lnTo>
                <a:lnTo>
                  <a:pt x="20045" y="18977"/>
                </a:lnTo>
              </a:path>
              <a:path w="21600" h="21600">
                <a:moveTo>
                  <a:pt x="17332" y="18899"/>
                </a:moveTo>
                <a:lnTo>
                  <a:pt x="17370" y="18899"/>
                </a:lnTo>
                <a:lnTo>
                  <a:pt x="17370" y="18977"/>
                </a:lnTo>
                <a:lnTo>
                  <a:pt x="17332" y="18977"/>
                </a:lnTo>
              </a:path>
              <a:path w="21600" h="21600">
                <a:moveTo>
                  <a:pt x="11913" y="18899"/>
                </a:moveTo>
                <a:lnTo>
                  <a:pt x="11951" y="18899"/>
                </a:lnTo>
                <a:lnTo>
                  <a:pt x="11951" y="18977"/>
                </a:lnTo>
                <a:lnTo>
                  <a:pt x="11913" y="18977"/>
                </a:lnTo>
              </a:path>
              <a:path w="21600" h="21600">
                <a:moveTo>
                  <a:pt x="9648" y="18899"/>
                </a:moveTo>
                <a:lnTo>
                  <a:pt x="9686" y="18899"/>
                </a:lnTo>
                <a:lnTo>
                  <a:pt x="9686" y="18977"/>
                </a:lnTo>
                <a:lnTo>
                  <a:pt x="9648" y="18977"/>
                </a:lnTo>
              </a:path>
              <a:path w="21600" h="21600">
                <a:moveTo>
                  <a:pt x="6935" y="18899"/>
                </a:moveTo>
                <a:lnTo>
                  <a:pt x="6972" y="18899"/>
                </a:lnTo>
                <a:lnTo>
                  <a:pt x="6972" y="18977"/>
                </a:lnTo>
                <a:lnTo>
                  <a:pt x="6935" y="18977"/>
                </a:lnTo>
              </a:path>
              <a:path w="21600" h="21600">
                <a:moveTo>
                  <a:pt x="4229" y="18899"/>
                </a:moveTo>
                <a:lnTo>
                  <a:pt x="4267" y="18899"/>
                </a:lnTo>
                <a:lnTo>
                  <a:pt x="4267" y="18977"/>
                </a:lnTo>
                <a:lnTo>
                  <a:pt x="4229" y="18977"/>
                </a:lnTo>
              </a:path>
              <a:path w="21600" h="21600">
                <a:moveTo>
                  <a:pt x="1516" y="18899"/>
                </a:moveTo>
                <a:lnTo>
                  <a:pt x="1554" y="18899"/>
                </a:lnTo>
                <a:lnTo>
                  <a:pt x="1554" y="18977"/>
                </a:lnTo>
                <a:lnTo>
                  <a:pt x="1516" y="18977"/>
                </a:lnTo>
              </a:path>
              <a:path w="21600" h="21600">
                <a:moveTo>
                  <a:pt x="16727" y="18886"/>
                </a:moveTo>
                <a:lnTo>
                  <a:pt x="16767" y="18886"/>
                </a:lnTo>
                <a:lnTo>
                  <a:pt x="16767" y="18968"/>
                </a:lnTo>
                <a:lnTo>
                  <a:pt x="16727" y="18968"/>
                </a:lnTo>
              </a:path>
              <a:path w="21600" h="21600">
                <a:moveTo>
                  <a:pt x="14022" y="18886"/>
                </a:moveTo>
                <a:lnTo>
                  <a:pt x="14061" y="18886"/>
                </a:lnTo>
                <a:lnTo>
                  <a:pt x="14061" y="18968"/>
                </a:lnTo>
                <a:lnTo>
                  <a:pt x="14022" y="18968"/>
                </a:lnTo>
              </a:path>
              <a:path w="21600" h="21600">
                <a:moveTo>
                  <a:pt x="11308" y="18886"/>
                </a:moveTo>
                <a:lnTo>
                  <a:pt x="11348" y="18886"/>
                </a:lnTo>
                <a:lnTo>
                  <a:pt x="11348" y="18968"/>
                </a:lnTo>
                <a:lnTo>
                  <a:pt x="11308" y="18968"/>
                </a:lnTo>
              </a:path>
              <a:path w="21600" h="21600">
                <a:moveTo>
                  <a:pt x="10251" y="18886"/>
                </a:moveTo>
                <a:lnTo>
                  <a:pt x="10290" y="18886"/>
                </a:lnTo>
                <a:lnTo>
                  <a:pt x="10290" y="18968"/>
                </a:lnTo>
                <a:lnTo>
                  <a:pt x="10251" y="18968"/>
                </a:lnTo>
              </a:path>
              <a:path w="21600" h="21600">
                <a:moveTo>
                  <a:pt x="7537" y="18886"/>
                </a:moveTo>
                <a:lnTo>
                  <a:pt x="7577" y="18886"/>
                </a:lnTo>
                <a:lnTo>
                  <a:pt x="7577" y="18968"/>
                </a:lnTo>
                <a:lnTo>
                  <a:pt x="7537" y="18968"/>
                </a:lnTo>
              </a:path>
              <a:path w="21600" h="21600">
                <a:moveTo>
                  <a:pt x="4832" y="18886"/>
                </a:moveTo>
                <a:lnTo>
                  <a:pt x="4872" y="18886"/>
                </a:lnTo>
                <a:lnTo>
                  <a:pt x="4872" y="18968"/>
                </a:lnTo>
                <a:lnTo>
                  <a:pt x="4832" y="18968"/>
                </a:lnTo>
              </a:path>
              <a:path w="21600" h="21600">
                <a:moveTo>
                  <a:pt x="2119" y="18886"/>
                </a:moveTo>
                <a:lnTo>
                  <a:pt x="2158" y="18886"/>
                </a:lnTo>
                <a:lnTo>
                  <a:pt x="2158" y="18968"/>
                </a:lnTo>
                <a:lnTo>
                  <a:pt x="2119" y="18968"/>
                </a:lnTo>
              </a:path>
              <a:path w="21600" h="21600">
                <a:moveTo>
                  <a:pt x="19588" y="18873"/>
                </a:moveTo>
                <a:lnTo>
                  <a:pt x="19635" y="18873"/>
                </a:lnTo>
                <a:lnTo>
                  <a:pt x="19635" y="18968"/>
                </a:lnTo>
                <a:lnTo>
                  <a:pt x="19588" y="18968"/>
                </a:lnTo>
              </a:path>
              <a:path w="21600" h="21600">
                <a:moveTo>
                  <a:pt x="16875" y="18873"/>
                </a:moveTo>
                <a:lnTo>
                  <a:pt x="16921" y="18873"/>
                </a:lnTo>
                <a:lnTo>
                  <a:pt x="16921" y="18968"/>
                </a:lnTo>
                <a:lnTo>
                  <a:pt x="16875" y="18968"/>
                </a:lnTo>
              </a:path>
              <a:path w="21600" h="21600">
                <a:moveTo>
                  <a:pt x="7383" y="18873"/>
                </a:moveTo>
                <a:lnTo>
                  <a:pt x="7430" y="18873"/>
                </a:lnTo>
                <a:lnTo>
                  <a:pt x="7430" y="18968"/>
                </a:lnTo>
                <a:lnTo>
                  <a:pt x="7383" y="18968"/>
                </a:lnTo>
              </a:path>
              <a:path w="21600" h="21600">
                <a:moveTo>
                  <a:pt x="4677" y="18873"/>
                </a:moveTo>
                <a:lnTo>
                  <a:pt x="4724" y="18873"/>
                </a:lnTo>
                <a:lnTo>
                  <a:pt x="4724" y="18968"/>
                </a:lnTo>
                <a:lnTo>
                  <a:pt x="4677" y="18968"/>
                </a:lnTo>
              </a:path>
              <a:path w="21600" h="21600">
                <a:moveTo>
                  <a:pt x="1964" y="18873"/>
                </a:moveTo>
                <a:lnTo>
                  <a:pt x="2011" y="18873"/>
                </a:lnTo>
                <a:lnTo>
                  <a:pt x="2011" y="18968"/>
                </a:lnTo>
                <a:lnTo>
                  <a:pt x="1964" y="18968"/>
                </a:lnTo>
              </a:path>
              <a:path w="21600" h="21600">
                <a:moveTo>
                  <a:pt x="11453" y="18872"/>
                </a:moveTo>
                <a:lnTo>
                  <a:pt x="11505" y="18872"/>
                </a:lnTo>
                <a:lnTo>
                  <a:pt x="11505" y="18979"/>
                </a:lnTo>
                <a:lnTo>
                  <a:pt x="11453" y="18979"/>
                </a:lnTo>
              </a:path>
              <a:path w="21600" h="21600">
                <a:moveTo>
                  <a:pt x="6639" y="18867"/>
                </a:moveTo>
                <a:lnTo>
                  <a:pt x="6664" y="18867"/>
                </a:lnTo>
                <a:lnTo>
                  <a:pt x="6664" y="18919"/>
                </a:lnTo>
                <a:lnTo>
                  <a:pt x="6639" y="18919"/>
                </a:lnTo>
              </a:path>
              <a:path w="21600" h="21600">
                <a:moveTo>
                  <a:pt x="20953" y="18865"/>
                </a:moveTo>
                <a:lnTo>
                  <a:pt x="20987" y="18865"/>
                </a:lnTo>
                <a:lnTo>
                  <a:pt x="20987" y="18936"/>
                </a:lnTo>
                <a:lnTo>
                  <a:pt x="20953" y="18936"/>
                </a:lnTo>
              </a:path>
              <a:path w="21600" h="21600">
                <a:moveTo>
                  <a:pt x="18240" y="18865"/>
                </a:moveTo>
                <a:lnTo>
                  <a:pt x="18274" y="18865"/>
                </a:lnTo>
                <a:lnTo>
                  <a:pt x="18274" y="18936"/>
                </a:lnTo>
                <a:lnTo>
                  <a:pt x="18240" y="18936"/>
                </a:lnTo>
              </a:path>
              <a:path w="21600" h="21600">
                <a:moveTo>
                  <a:pt x="15534" y="18865"/>
                </a:moveTo>
                <a:lnTo>
                  <a:pt x="15568" y="18865"/>
                </a:lnTo>
                <a:lnTo>
                  <a:pt x="15568" y="18936"/>
                </a:lnTo>
                <a:lnTo>
                  <a:pt x="15534" y="18936"/>
                </a:lnTo>
              </a:path>
              <a:path w="21600" h="21600">
                <a:moveTo>
                  <a:pt x="12821" y="18865"/>
                </a:moveTo>
                <a:lnTo>
                  <a:pt x="12855" y="18865"/>
                </a:lnTo>
                <a:lnTo>
                  <a:pt x="12855" y="18936"/>
                </a:lnTo>
                <a:lnTo>
                  <a:pt x="12821" y="18936"/>
                </a:lnTo>
              </a:path>
              <a:path w="21600" h="21600">
                <a:moveTo>
                  <a:pt x="6030" y="18865"/>
                </a:moveTo>
                <a:lnTo>
                  <a:pt x="6065" y="18865"/>
                </a:lnTo>
                <a:lnTo>
                  <a:pt x="6065" y="18936"/>
                </a:lnTo>
                <a:lnTo>
                  <a:pt x="6030" y="18936"/>
                </a:lnTo>
              </a:path>
              <a:path w="21600" h="21600">
                <a:moveTo>
                  <a:pt x="3325" y="18865"/>
                </a:moveTo>
                <a:lnTo>
                  <a:pt x="3359" y="18865"/>
                </a:lnTo>
                <a:lnTo>
                  <a:pt x="3359" y="18936"/>
                </a:lnTo>
                <a:lnTo>
                  <a:pt x="3325" y="18936"/>
                </a:lnTo>
              </a:path>
              <a:path w="21600" h="21600">
                <a:moveTo>
                  <a:pt x="612" y="18865"/>
                </a:moveTo>
                <a:lnTo>
                  <a:pt x="646" y="18865"/>
                </a:lnTo>
                <a:lnTo>
                  <a:pt x="646" y="18936"/>
                </a:lnTo>
                <a:lnTo>
                  <a:pt x="612" y="18936"/>
                </a:lnTo>
              </a:path>
              <a:path w="21600" h="21600">
                <a:moveTo>
                  <a:pt x="10405" y="18863"/>
                </a:moveTo>
                <a:lnTo>
                  <a:pt x="10438" y="18863"/>
                </a:lnTo>
                <a:lnTo>
                  <a:pt x="10438" y="18930"/>
                </a:lnTo>
                <a:lnTo>
                  <a:pt x="10405" y="18930"/>
                </a:lnTo>
              </a:path>
              <a:path w="21600" h="21600">
                <a:moveTo>
                  <a:pt x="15380" y="18861"/>
                </a:moveTo>
                <a:lnTo>
                  <a:pt x="15420" y="18861"/>
                </a:lnTo>
                <a:lnTo>
                  <a:pt x="15420" y="18943"/>
                </a:lnTo>
                <a:lnTo>
                  <a:pt x="15380" y="18943"/>
                </a:lnTo>
              </a:path>
              <a:path w="21600" h="21600">
                <a:moveTo>
                  <a:pt x="4377" y="18851"/>
                </a:moveTo>
                <a:lnTo>
                  <a:pt x="4420" y="18851"/>
                </a:lnTo>
                <a:lnTo>
                  <a:pt x="4420" y="18939"/>
                </a:lnTo>
                <a:lnTo>
                  <a:pt x="4377" y="18939"/>
                </a:lnTo>
              </a:path>
              <a:path w="21600" h="21600">
                <a:moveTo>
                  <a:pt x="3175" y="18837"/>
                </a:moveTo>
                <a:lnTo>
                  <a:pt x="3206" y="18837"/>
                </a:lnTo>
                <a:lnTo>
                  <a:pt x="3206" y="18900"/>
                </a:lnTo>
                <a:lnTo>
                  <a:pt x="3175" y="18900"/>
                </a:lnTo>
              </a:path>
              <a:path w="21600" h="21600">
                <a:moveTo>
                  <a:pt x="20647" y="18830"/>
                </a:moveTo>
                <a:lnTo>
                  <a:pt x="20690" y="18830"/>
                </a:lnTo>
                <a:lnTo>
                  <a:pt x="20690" y="18918"/>
                </a:lnTo>
                <a:lnTo>
                  <a:pt x="20647" y="18918"/>
                </a:lnTo>
              </a:path>
              <a:path w="21600" h="21600">
                <a:moveTo>
                  <a:pt x="19137" y="18830"/>
                </a:moveTo>
                <a:lnTo>
                  <a:pt x="19180" y="18830"/>
                </a:lnTo>
                <a:lnTo>
                  <a:pt x="19180" y="18918"/>
                </a:lnTo>
                <a:lnTo>
                  <a:pt x="19137" y="18918"/>
                </a:lnTo>
              </a:path>
              <a:path w="21600" h="21600">
                <a:moveTo>
                  <a:pt x="18688" y="18830"/>
                </a:moveTo>
                <a:lnTo>
                  <a:pt x="18732" y="18830"/>
                </a:lnTo>
                <a:lnTo>
                  <a:pt x="18732" y="18918"/>
                </a:lnTo>
                <a:lnTo>
                  <a:pt x="18688" y="18918"/>
                </a:lnTo>
              </a:path>
              <a:path w="21600" h="21600">
                <a:moveTo>
                  <a:pt x="18386" y="18830"/>
                </a:moveTo>
                <a:lnTo>
                  <a:pt x="18430" y="18830"/>
                </a:lnTo>
                <a:lnTo>
                  <a:pt x="18430" y="18918"/>
                </a:lnTo>
                <a:lnTo>
                  <a:pt x="18386" y="18918"/>
                </a:lnTo>
              </a:path>
              <a:path w="21600" h="21600">
                <a:moveTo>
                  <a:pt x="17933" y="18830"/>
                </a:moveTo>
                <a:lnTo>
                  <a:pt x="17977" y="18830"/>
                </a:lnTo>
                <a:lnTo>
                  <a:pt x="17977" y="18918"/>
                </a:lnTo>
                <a:lnTo>
                  <a:pt x="17933" y="18918"/>
                </a:lnTo>
              </a:path>
              <a:path w="21600" h="21600">
                <a:moveTo>
                  <a:pt x="16424" y="18830"/>
                </a:moveTo>
                <a:lnTo>
                  <a:pt x="16467" y="18830"/>
                </a:lnTo>
                <a:lnTo>
                  <a:pt x="16467" y="18918"/>
                </a:lnTo>
                <a:lnTo>
                  <a:pt x="16424" y="18918"/>
                </a:lnTo>
              </a:path>
              <a:path w="21600" h="21600">
                <a:moveTo>
                  <a:pt x="15983" y="18830"/>
                </a:moveTo>
                <a:lnTo>
                  <a:pt x="16026" y="18830"/>
                </a:lnTo>
                <a:lnTo>
                  <a:pt x="16026" y="18918"/>
                </a:lnTo>
                <a:lnTo>
                  <a:pt x="15983" y="18918"/>
                </a:lnTo>
              </a:path>
              <a:path w="21600" h="21600">
                <a:moveTo>
                  <a:pt x="15681" y="18830"/>
                </a:moveTo>
                <a:lnTo>
                  <a:pt x="15724" y="18830"/>
                </a:lnTo>
                <a:lnTo>
                  <a:pt x="15724" y="18918"/>
                </a:lnTo>
                <a:lnTo>
                  <a:pt x="15681" y="18918"/>
                </a:lnTo>
              </a:path>
              <a:path w="21600" h="21600">
                <a:moveTo>
                  <a:pt x="15228" y="18830"/>
                </a:moveTo>
                <a:lnTo>
                  <a:pt x="15271" y="18830"/>
                </a:lnTo>
                <a:lnTo>
                  <a:pt x="15271" y="18918"/>
                </a:lnTo>
                <a:lnTo>
                  <a:pt x="15228" y="18918"/>
                </a:lnTo>
              </a:path>
              <a:path w="21600" h="21600">
                <a:moveTo>
                  <a:pt x="13718" y="18830"/>
                </a:moveTo>
                <a:lnTo>
                  <a:pt x="13761" y="18830"/>
                </a:lnTo>
                <a:lnTo>
                  <a:pt x="13761" y="18918"/>
                </a:lnTo>
                <a:lnTo>
                  <a:pt x="13718" y="18918"/>
                </a:lnTo>
              </a:path>
              <a:path w="21600" h="21600">
                <a:moveTo>
                  <a:pt x="13269" y="18830"/>
                </a:moveTo>
                <a:lnTo>
                  <a:pt x="13312" y="18830"/>
                </a:lnTo>
                <a:lnTo>
                  <a:pt x="13312" y="18918"/>
                </a:lnTo>
                <a:lnTo>
                  <a:pt x="13269" y="18918"/>
                </a:lnTo>
              </a:path>
              <a:path w="21600" h="21600">
                <a:moveTo>
                  <a:pt x="12967" y="18830"/>
                </a:moveTo>
                <a:lnTo>
                  <a:pt x="13010" y="18830"/>
                </a:lnTo>
                <a:lnTo>
                  <a:pt x="13010" y="18918"/>
                </a:lnTo>
                <a:lnTo>
                  <a:pt x="12967" y="18918"/>
                </a:lnTo>
              </a:path>
              <a:path w="21600" h="21600">
                <a:moveTo>
                  <a:pt x="12514" y="18830"/>
                </a:moveTo>
                <a:lnTo>
                  <a:pt x="12558" y="18830"/>
                </a:lnTo>
                <a:lnTo>
                  <a:pt x="12558" y="18918"/>
                </a:lnTo>
                <a:lnTo>
                  <a:pt x="12514" y="18918"/>
                </a:lnTo>
              </a:path>
              <a:path w="21600" h="21600">
                <a:moveTo>
                  <a:pt x="11005" y="18830"/>
                </a:moveTo>
                <a:lnTo>
                  <a:pt x="11048" y="18830"/>
                </a:lnTo>
                <a:lnTo>
                  <a:pt x="11048" y="18918"/>
                </a:lnTo>
                <a:lnTo>
                  <a:pt x="11005" y="18918"/>
                </a:lnTo>
              </a:path>
              <a:path w="21600" h="21600">
                <a:moveTo>
                  <a:pt x="9041" y="18830"/>
                </a:moveTo>
                <a:lnTo>
                  <a:pt x="9084" y="18830"/>
                </a:lnTo>
                <a:lnTo>
                  <a:pt x="9084" y="18918"/>
                </a:lnTo>
                <a:lnTo>
                  <a:pt x="9041" y="18918"/>
                </a:lnTo>
              </a:path>
              <a:path w="21600" h="21600">
                <a:moveTo>
                  <a:pt x="8588" y="18830"/>
                </a:moveTo>
                <a:lnTo>
                  <a:pt x="8631" y="18830"/>
                </a:lnTo>
                <a:lnTo>
                  <a:pt x="8631" y="18918"/>
                </a:lnTo>
                <a:lnTo>
                  <a:pt x="8588" y="18918"/>
                </a:lnTo>
              </a:path>
              <a:path w="21600" h="21600">
                <a:moveTo>
                  <a:pt x="8286" y="18830"/>
                </a:moveTo>
                <a:lnTo>
                  <a:pt x="8329" y="18830"/>
                </a:lnTo>
                <a:lnTo>
                  <a:pt x="8329" y="18918"/>
                </a:lnTo>
                <a:lnTo>
                  <a:pt x="8286" y="18918"/>
                </a:lnTo>
              </a:path>
              <a:path w="21600" h="21600">
                <a:moveTo>
                  <a:pt x="7838" y="18830"/>
                </a:moveTo>
                <a:lnTo>
                  <a:pt x="7881" y="18830"/>
                </a:lnTo>
                <a:lnTo>
                  <a:pt x="7881" y="18918"/>
                </a:lnTo>
                <a:lnTo>
                  <a:pt x="7838" y="18918"/>
                </a:lnTo>
              </a:path>
              <a:path w="21600" h="21600">
                <a:moveTo>
                  <a:pt x="6328" y="18830"/>
                </a:moveTo>
                <a:lnTo>
                  <a:pt x="6371" y="18830"/>
                </a:lnTo>
                <a:lnTo>
                  <a:pt x="6371" y="18918"/>
                </a:lnTo>
                <a:lnTo>
                  <a:pt x="6328" y="18918"/>
                </a:lnTo>
              </a:path>
              <a:path w="21600" h="21600">
                <a:moveTo>
                  <a:pt x="5875" y="18830"/>
                </a:moveTo>
                <a:lnTo>
                  <a:pt x="5918" y="18830"/>
                </a:lnTo>
                <a:lnTo>
                  <a:pt x="5918" y="18918"/>
                </a:lnTo>
                <a:lnTo>
                  <a:pt x="5875" y="18918"/>
                </a:lnTo>
              </a:path>
              <a:path w="21600" h="21600">
                <a:moveTo>
                  <a:pt x="5573" y="18830"/>
                </a:moveTo>
                <a:lnTo>
                  <a:pt x="5616" y="18830"/>
                </a:lnTo>
                <a:lnTo>
                  <a:pt x="5616" y="18918"/>
                </a:lnTo>
                <a:lnTo>
                  <a:pt x="5573" y="18918"/>
                </a:lnTo>
              </a:path>
              <a:path w="21600" h="21600">
                <a:moveTo>
                  <a:pt x="5132" y="18830"/>
                </a:moveTo>
                <a:lnTo>
                  <a:pt x="5175" y="18830"/>
                </a:lnTo>
                <a:lnTo>
                  <a:pt x="5175" y="18918"/>
                </a:lnTo>
                <a:lnTo>
                  <a:pt x="5132" y="18918"/>
                </a:lnTo>
              </a:path>
              <a:path w="21600" h="21600">
                <a:moveTo>
                  <a:pt x="2419" y="18830"/>
                </a:moveTo>
                <a:lnTo>
                  <a:pt x="2462" y="18830"/>
                </a:lnTo>
                <a:lnTo>
                  <a:pt x="2462" y="18918"/>
                </a:lnTo>
                <a:lnTo>
                  <a:pt x="2419" y="18918"/>
                </a:lnTo>
              </a:path>
              <a:path w="21600" h="21600">
                <a:moveTo>
                  <a:pt x="909" y="18830"/>
                </a:moveTo>
                <a:lnTo>
                  <a:pt x="952" y="18830"/>
                </a:lnTo>
                <a:lnTo>
                  <a:pt x="952" y="18918"/>
                </a:lnTo>
                <a:lnTo>
                  <a:pt x="909" y="18918"/>
                </a:lnTo>
              </a:path>
              <a:path w="21600" h="21600">
                <a:moveTo>
                  <a:pt x="456" y="18830"/>
                </a:moveTo>
                <a:lnTo>
                  <a:pt x="499" y="18830"/>
                </a:lnTo>
                <a:lnTo>
                  <a:pt x="499" y="18918"/>
                </a:lnTo>
                <a:lnTo>
                  <a:pt x="456" y="18918"/>
                </a:lnTo>
              </a:path>
              <a:path w="21600" h="21600">
                <a:moveTo>
                  <a:pt x="154" y="18830"/>
                </a:moveTo>
                <a:lnTo>
                  <a:pt x="197" y="18830"/>
                </a:lnTo>
                <a:lnTo>
                  <a:pt x="197" y="18918"/>
                </a:lnTo>
                <a:lnTo>
                  <a:pt x="154" y="18918"/>
                </a:lnTo>
              </a:path>
              <a:path w="21600" h="21600">
                <a:moveTo>
                  <a:pt x="18091" y="18830"/>
                </a:moveTo>
                <a:lnTo>
                  <a:pt x="18121" y="18830"/>
                </a:lnTo>
                <a:lnTo>
                  <a:pt x="18121" y="18889"/>
                </a:lnTo>
                <a:lnTo>
                  <a:pt x="18091" y="18889"/>
                </a:lnTo>
              </a:path>
              <a:path w="21600" h="21600">
                <a:moveTo>
                  <a:pt x="1661" y="18829"/>
                </a:moveTo>
                <a:lnTo>
                  <a:pt x="1710" y="18829"/>
                </a:lnTo>
                <a:lnTo>
                  <a:pt x="1710" y="18928"/>
                </a:lnTo>
                <a:lnTo>
                  <a:pt x="1661" y="18928"/>
                </a:lnTo>
              </a:path>
              <a:path w="21600" h="21600">
                <a:moveTo>
                  <a:pt x="5727" y="18828"/>
                </a:moveTo>
                <a:lnTo>
                  <a:pt x="5765" y="18828"/>
                </a:lnTo>
                <a:lnTo>
                  <a:pt x="5765" y="18905"/>
                </a:lnTo>
                <a:lnTo>
                  <a:pt x="5727" y="18905"/>
                </a:lnTo>
              </a:path>
              <a:path w="21600" h="21600">
                <a:moveTo>
                  <a:pt x="17185" y="18827"/>
                </a:moveTo>
                <a:lnTo>
                  <a:pt x="17216" y="18827"/>
                </a:lnTo>
                <a:lnTo>
                  <a:pt x="17216" y="18891"/>
                </a:lnTo>
                <a:lnTo>
                  <a:pt x="17185" y="18891"/>
                </a:lnTo>
              </a:path>
              <a:path w="21600" h="21600">
                <a:moveTo>
                  <a:pt x="1056" y="18823"/>
                </a:moveTo>
                <a:lnTo>
                  <a:pt x="1108" y="18823"/>
                </a:lnTo>
                <a:lnTo>
                  <a:pt x="1108" y="18929"/>
                </a:lnTo>
                <a:lnTo>
                  <a:pt x="1056" y="18929"/>
                </a:lnTo>
              </a:path>
              <a:path w="21600" h="21600">
                <a:moveTo>
                  <a:pt x="2865" y="18821"/>
                </a:moveTo>
                <a:lnTo>
                  <a:pt x="2913" y="18821"/>
                </a:lnTo>
                <a:lnTo>
                  <a:pt x="2913" y="18920"/>
                </a:lnTo>
                <a:lnTo>
                  <a:pt x="2865" y="18920"/>
                </a:lnTo>
              </a:path>
              <a:path w="21600" h="21600">
                <a:moveTo>
                  <a:pt x="21551" y="18814"/>
                </a:moveTo>
                <a:lnTo>
                  <a:pt x="21589" y="18814"/>
                </a:lnTo>
                <a:lnTo>
                  <a:pt x="21589" y="18891"/>
                </a:lnTo>
                <a:lnTo>
                  <a:pt x="21551" y="18891"/>
                </a:lnTo>
              </a:path>
              <a:path w="21600" h="21600">
                <a:moveTo>
                  <a:pt x="10" y="18814"/>
                </a:moveTo>
                <a:lnTo>
                  <a:pt x="48" y="18814"/>
                </a:lnTo>
                <a:lnTo>
                  <a:pt x="48" y="18891"/>
                </a:lnTo>
                <a:lnTo>
                  <a:pt x="10" y="18891"/>
                </a:lnTo>
              </a:path>
              <a:path w="21600" h="21600">
                <a:moveTo>
                  <a:pt x="11166" y="18802"/>
                </a:moveTo>
                <a:lnTo>
                  <a:pt x="11188" y="18802"/>
                </a:lnTo>
                <a:lnTo>
                  <a:pt x="11188" y="18847"/>
                </a:lnTo>
                <a:lnTo>
                  <a:pt x="11166" y="18847"/>
                </a:lnTo>
              </a:path>
              <a:path w="21600" h="21600">
                <a:moveTo>
                  <a:pt x="19750" y="18802"/>
                </a:moveTo>
                <a:lnTo>
                  <a:pt x="19775" y="18802"/>
                </a:lnTo>
                <a:lnTo>
                  <a:pt x="19775" y="18854"/>
                </a:lnTo>
                <a:lnTo>
                  <a:pt x="19750" y="18854"/>
                </a:lnTo>
              </a:path>
              <a:path w="21600" h="21600">
                <a:moveTo>
                  <a:pt x="18995" y="18802"/>
                </a:moveTo>
                <a:lnTo>
                  <a:pt x="19020" y="18802"/>
                </a:lnTo>
                <a:lnTo>
                  <a:pt x="19020" y="18854"/>
                </a:lnTo>
                <a:lnTo>
                  <a:pt x="18995" y="18854"/>
                </a:lnTo>
              </a:path>
              <a:path w="21600" h="21600">
                <a:moveTo>
                  <a:pt x="14331" y="18802"/>
                </a:moveTo>
                <a:lnTo>
                  <a:pt x="14356" y="18802"/>
                </a:lnTo>
                <a:lnTo>
                  <a:pt x="14356" y="18854"/>
                </a:lnTo>
                <a:lnTo>
                  <a:pt x="14331" y="18854"/>
                </a:lnTo>
              </a:path>
              <a:path w="21600" h="21600">
                <a:moveTo>
                  <a:pt x="13576" y="18802"/>
                </a:moveTo>
                <a:lnTo>
                  <a:pt x="13601" y="18802"/>
                </a:lnTo>
                <a:lnTo>
                  <a:pt x="13601" y="18854"/>
                </a:lnTo>
                <a:lnTo>
                  <a:pt x="13576" y="18854"/>
                </a:lnTo>
              </a:path>
              <a:path w="21600" h="21600">
                <a:moveTo>
                  <a:pt x="1824" y="18802"/>
                </a:moveTo>
                <a:lnTo>
                  <a:pt x="1849" y="18802"/>
                </a:lnTo>
                <a:lnTo>
                  <a:pt x="1849" y="18854"/>
                </a:lnTo>
                <a:lnTo>
                  <a:pt x="1824" y="18854"/>
                </a:lnTo>
              </a:path>
              <a:path w="21600" h="21600">
                <a:moveTo>
                  <a:pt x="12071" y="18794"/>
                </a:moveTo>
                <a:lnTo>
                  <a:pt x="12095" y="18794"/>
                </a:lnTo>
                <a:lnTo>
                  <a:pt x="12095" y="18843"/>
                </a:lnTo>
                <a:lnTo>
                  <a:pt x="12071" y="18843"/>
                </a:lnTo>
              </a:path>
              <a:path w="21600" h="21600">
                <a:moveTo>
                  <a:pt x="10102" y="18788"/>
                </a:moveTo>
                <a:lnTo>
                  <a:pt x="10137" y="18788"/>
                </a:lnTo>
                <a:lnTo>
                  <a:pt x="10137" y="18858"/>
                </a:lnTo>
                <a:lnTo>
                  <a:pt x="10102" y="18858"/>
                </a:lnTo>
              </a:path>
              <a:path w="21600" h="21600">
                <a:moveTo>
                  <a:pt x="16275" y="18780"/>
                </a:moveTo>
                <a:lnTo>
                  <a:pt x="16313" y="18780"/>
                </a:lnTo>
                <a:lnTo>
                  <a:pt x="16313" y="18857"/>
                </a:lnTo>
                <a:lnTo>
                  <a:pt x="16275" y="18857"/>
                </a:lnTo>
              </a:path>
              <a:path w="21600" h="21600">
                <a:moveTo>
                  <a:pt x="5286" y="18780"/>
                </a:moveTo>
                <a:lnTo>
                  <a:pt x="5324" y="18780"/>
                </a:lnTo>
                <a:lnTo>
                  <a:pt x="5324" y="18857"/>
                </a:lnTo>
                <a:lnTo>
                  <a:pt x="5286" y="18857"/>
                </a:lnTo>
              </a:path>
              <a:path w="21600" h="21600">
                <a:moveTo>
                  <a:pt x="19287" y="18779"/>
                </a:moveTo>
                <a:lnTo>
                  <a:pt x="19332" y="18779"/>
                </a:lnTo>
                <a:lnTo>
                  <a:pt x="19332" y="18871"/>
                </a:lnTo>
                <a:lnTo>
                  <a:pt x="19287" y="18871"/>
                </a:lnTo>
              </a:path>
              <a:path w="21600" h="21600">
                <a:moveTo>
                  <a:pt x="13868" y="18779"/>
                </a:moveTo>
                <a:lnTo>
                  <a:pt x="13913" y="18779"/>
                </a:lnTo>
                <a:lnTo>
                  <a:pt x="13913" y="18871"/>
                </a:lnTo>
                <a:lnTo>
                  <a:pt x="13868" y="18871"/>
                </a:lnTo>
              </a:path>
              <a:path w="21600" h="21600">
                <a:moveTo>
                  <a:pt x="7686" y="18779"/>
                </a:moveTo>
                <a:lnTo>
                  <a:pt x="7731" y="18779"/>
                </a:lnTo>
                <a:lnTo>
                  <a:pt x="7731" y="18871"/>
                </a:lnTo>
                <a:lnTo>
                  <a:pt x="7686" y="18871"/>
                </a:lnTo>
              </a:path>
              <a:path w="21600" h="21600">
                <a:moveTo>
                  <a:pt x="2267" y="18779"/>
                </a:moveTo>
                <a:lnTo>
                  <a:pt x="2312" y="18779"/>
                </a:lnTo>
                <a:lnTo>
                  <a:pt x="2312" y="18871"/>
                </a:lnTo>
                <a:lnTo>
                  <a:pt x="2267" y="18871"/>
                </a:lnTo>
              </a:path>
              <a:path w="21600" h="21600">
                <a:moveTo>
                  <a:pt x="20354" y="18769"/>
                </a:moveTo>
                <a:lnTo>
                  <a:pt x="20378" y="18769"/>
                </a:lnTo>
                <a:lnTo>
                  <a:pt x="20378" y="18818"/>
                </a:lnTo>
                <a:lnTo>
                  <a:pt x="20354" y="18818"/>
                </a:lnTo>
              </a:path>
              <a:path w="21600" h="21600">
                <a:moveTo>
                  <a:pt x="17030" y="18767"/>
                </a:moveTo>
                <a:lnTo>
                  <a:pt x="17068" y="18767"/>
                </a:lnTo>
                <a:lnTo>
                  <a:pt x="17068" y="18844"/>
                </a:lnTo>
                <a:lnTo>
                  <a:pt x="17030" y="18844"/>
                </a:lnTo>
              </a:path>
              <a:path w="21600" h="21600">
                <a:moveTo>
                  <a:pt x="11611" y="18767"/>
                </a:moveTo>
                <a:lnTo>
                  <a:pt x="11649" y="18767"/>
                </a:lnTo>
                <a:lnTo>
                  <a:pt x="11649" y="18844"/>
                </a:lnTo>
                <a:lnTo>
                  <a:pt x="11611" y="18844"/>
                </a:lnTo>
              </a:path>
              <a:path w="21600" h="21600">
                <a:moveTo>
                  <a:pt x="9950" y="18767"/>
                </a:moveTo>
                <a:lnTo>
                  <a:pt x="9987" y="18767"/>
                </a:lnTo>
                <a:lnTo>
                  <a:pt x="9987" y="18844"/>
                </a:lnTo>
                <a:lnTo>
                  <a:pt x="9950" y="18844"/>
                </a:lnTo>
              </a:path>
              <a:path w="21600" h="21600">
                <a:moveTo>
                  <a:pt x="4531" y="18767"/>
                </a:moveTo>
                <a:lnTo>
                  <a:pt x="4569" y="18767"/>
                </a:lnTo>
                <a:lnTo>
                  <a:pt x="4569" y="18844"/>
                </a:lnTo>
                <a:lnTo>
                  <a:pt x="4531" y="18844"/>
                </a:lnTo>
              </a:path>
              <a:path w="21600" h="21600">
                <a:moveTo>
                  <a:pt x="16571" y="18764"/>
                </a:moveTo>
                <a:lnTo>
                  <a:pt x="16621" y="18764"/>
                </a:lnTo>
                <a:lnTo>
                  <a:pt x="16621" y="18867"/>
                </a:lnTo>
                <a:lnTo>
                  <a:pt x="16571" y="18867"/>
                </a:lnTo>
              </a:path>
              <a:path w="21600" h="21600">
                <a:moveTo>
                  <a:pt x="4978" y="18764"/>
                </a:moveTo>
                <a:lnTo>
                  <a:pt x="5028" y="18764"/>
                </a:lnTo>
                <a:lnTo>
                  <a:pt x="5028" y="18867"/>
                </a:lnTo>
                <a:lnTo>
                  <a:pt x="4978" y="18867"/>
                </a:lnTo>
              </a:path>
              <a:path w="21600" h="21600">
                <a:moveTo>
                  <a:pt x="10555" y="18757"/>
                </a:moveTo>
                <a:lnTo>
                  <a:pt x="10590" y="18757"/>
                </a:lnTo>
                <a:lnTo>
                  <a:pt x="10590" y="18828"/>
                </a:lnTo>
                <a:lnTo>
                  <a:pt x="10555" y="18828"/>
                </a:lnTo>
              </a:path>
              <a:path w="21600" h="21600">
                <a:moveTo>
                  <a:pt x="21407" y="18754"/>
                </a:moveTo>
                <a:lnTo>
                  <a:pt x="21440" y="18754"/>
                </a:lnTo>
                <a:lnTo>
                  <a:pt x="21440" y="18821"/>
                </a:lnTo>
                <a:lnTo>
                  <a:pt x="21407" y="18821"/>
                </a:lnTo>
              </a:path>
              <a:path w="21600" h="21600">
                <a:moveTo>
                  <a:pt x="14468" y="18740"/>
                </a:moveTo>
                <a:lnTo>
                  <a:pt x="14520" y="18740"/>
                </a:lnTo>
                <a:lnTo>
                  <a:pt x="14520" y="18846"/>
                </a:lnTo>
                <a:lnTo>
                  <a:pt x="14468" y="18846"/>
                </a:lnTo>
              </a:path>
              <a:path w="21600" h="21600">
                <a:moveTo>
                  <a:pt x="7079" y="18740"/>
                </a:moveTo>
                <a:lnTo>
                  <a:pt x="7130" y="18740"/>
                </a:lnTo>
                <a:lnTo>
                  <a:pt x="7130" y="18846"/>
                </a:lnTo>
                <a:lnTo>
                  <a:pt x="7079" y="18846"/>
                </a:lnTo>
              </a:path>
              <a:path w="21600" h="21600">
                <a:moveTo>
                  <a:pt x="14176" y="18739"/>
                </a:moveTo>
                <a:lnTo>
                  <a:pt x="14209" y="18739"/>
                </a:lnTo>
                <a:lnTo>
                  <a:pt x="14209" y="18806"/>
                </a:lnTo>
                <a:lnTo>
                  <a:pt x="14176" y="18806"/>
                </a:lnTo>
              </a:path>
              <a:path w="21600" h="21600">
                <a:moveTo>
                  <a:pt x="1368" y="18713"/>
                </a:moveTo>
                <a:lnTo>
                  <a:pt x="1399" y="18713"/>
                </a:lnTo>
                <a:lnTo>
                  <a:pt x="1399" y="18776"/>
                </a:lnTo>
                <a:lnTo>
                  <a:pt x="1368" y="18776"/>
                </a:lnTo>
              </a:path>
              <a:path w="21600" h="21600">
                <a:moveTo>
                  <a:pt x="21105" y="18712"/>
                </a:moveTo>
                <a:lnTo>
                  <a:pt x="21138" y="18712"/>
                </a:lnTo>
                <a:lnTo>
                  <a:pt x="21138" y="18779"/>
                </a:lnTo>
                <a:lnTo>
                  <a:pt x="21105" y="18779"/>
                </a:lnTo>
              </a:path>
              <a:path w="21600" h="21600">
                <a:moveTo>
                  <a:pt x="3628" y="18712"/>
                </a:moveTo>
                <a:lnTo>
                  <a:pt x="3660" y="18712"/>
                </a:lnTo>
                <a:lnTo>
                  <a:pt x="3660" y="18779"/>
                </a:lnTo>
                <a:lnTo>
                  <a:pt x="3628" y="18779"/>
                </a:lnTo>
              </a:path>
              <a:path w="21600" h="21600">
                <a:moveTo>
                  <a:pt x="17635" y="18705"/>
                </a:moveTo>
                <a:lnTo>
                  <a:pt x="17671" y="18705"/>
                </a:lnTo>
                <a:lnTo>
                  <a:pt x="17671" y="18779"/>
                </a:lnTo>
                <a:lnTo>
                  <a:pt x="17635" y="18779"/>
                </a:lnTo>
              </a:path>
              <a:path w="21600" h="21600">
                <a:moveTo>
                  <a:pt x="14929" y="18705"/>
                </a:moveTo>
                <a:lnTo>
                  <a:pt x="14965" y="18705"/>
                </a:lnTo>
                <a:lnTo>
                  <a:pt x="14965" y="18779"/>
                </a:lnTo>
                <a:lnTo>
                  <a:pt x="14929" y="18779"/>
                </a:lnTo>
              </a:path>
              <a:path w="21600" h="21600">
                <a:moveTo>
                  <a:pt x="12216" y="18705"/>
                </a:moveTo>
                <a:lnTo>
                  <a:pt x="12252" y="18705"/>
                </a:lnTo>
                <a:lnTo>
                  <a:pt x="12252" y="18779"/>
                </a:lnTo>
                <a:lnTo>
                  <a:pt x="12216" y="18779"/>
                </a:lnTo>
              </a:path>
              <a:path w="21600" h="21600">
                <a:moveTo>
                  <a:pt x="9347" y="18705"/>
                </a:moveTo>
                <a:lnTo>
                  <a:pt x="9383" y="18705"/>
                </a:lnTo>
                <a:lnTo>
                  <a:pt x="9383" y="18779"/>
                </a:lnTo>
                <a:lnTo>
                  <a:pt x="9347" y="18779"/>
                </a:lnTo>
              </a:path>
              <a:path w="21600" h="21600">
                <a:moveTo>
                  <a:pt x="3928" y="18705"/>
                </a:moveTo>
                <a:lnTo>
                  <a:pt x="3964" y="18705"/>
                </a:lnTo>
                <a:lnTo>
                  <a:pt x="3964" y="18779"/>
                </a:lnTo>
                <a:lnTo>
                  <a:pt x="3928" y="18779"/>
                </a:lnTo>
              </a:path>
              <a:path w="21600" h="21600">
                <a:moveTo>
                  <a:pt x="1215" y="18705"/>
                </a:moveTo>
                <a:lnTo>
                  <a:pt x="1251" y="18705"/>
                </a:lnTo>
                <a:lnTo>
                  <a:pt x="1251" y="18779"/>
                </a:lnTo>
                <a:lnTo>
                  <a:pt x="1215" y="18779"/>
                </a:lnTo>
              </a:path>
              <a:path w="21600" h="21600">
                <a:moveTo>
                  <a:pt x="12667" y="18705"/>
                </a:moveTo>
                <a:lnTo>
                  <a:pt x="12707" y="18705"/>
                </a:lnTo>
                <a:lnTo>
                  <a:pt x="12707" y="18786"/>
                </a:lnTo>
                <a:lnTo>
                  <a:pt x="12667" y="18786"/>
                </a:lnTo>
              </a:path>
              <a:path w="21600" h="21600">
                <a:moveTo>
                  <a:pt x="8892" y="18705"/>
                </a:moveTo>
                <a:lnTo>
                  <a:pt x="8932" y="18705"/>
                </a:lnTo>
                <a:lnTo>
                  <a:pt x="8932" y="18786"/>
                </a:lnTo>
                <a:lnTo>
                  <a:pt x="8892" y="18786"/>
                </a:lnTo>
              </a:path>
              <a:path w="21600" h="21600">
                <a:moveTo>
                  <a:pt x="3473" y="18705"/>
                </a:moveTo>
                <a:lnTo>
                  <a:pt x="3513" y="18705"/>
                </a:lnTo>
                <a:lnTo>
                  <a:pt x="3513" y="18786"/>
                </a:lnTo>
                <a:lnTo>
                  <a:pt x="3473" y="18786"/>
                </a:lnTo>
              </a:path>
              <a:path w="21600" h="21600">
                <a:moveTo>
                  <a:pt x="20046" y="18692"/>
                </a:moveTo>
                <a:lnTo>
                  <a:pt x="20082" y="18692"/>
                </a:lnTo>
                <a:lnTo>
                  <a:pt x="20082" y="18766"/>
                </a:lnTo>
                <a:lnTo>
                  <a:pt x="20046" y="18766"/>
                </a:lnTo>
              </a:path>
              <a:path w="21600" h="21600">
                <a:moveTo>
                  <a:pt x="17333" y="18692"/>
                </a:moveTo>
                <a:lnTo>
                  <a:pt x="17369" y="18692"/>
                </a:lnTo>
                <a:lnTo>
                  <a:pt x="17369" y="18766"/>
                </a:lnTo>
                <a:lnTo>
                  <a:pt x="17333" y="18766"/>
                </a:lnTo>
              </a:path>
              <a:path w="21600" h="21600">
                <a:moveTo>
                  <a:pt x="11914" y="18692"/>
                </a:moveTo>
                <a:lnTo>
                  <a:pt x="11950" y="18692"/>
                </a:lnTo>
                <a:lnTo>
                  <a:pt x="11950" y="18766"/>
                </a:lnTo>
                <a:lnTo>
                  <a:pt x="11914" y="18766"/>
                </a:lnTo>
              </a:path>
              <a:path w="21600" h="21600">
                <a:moveTo>
                  <a:pt x="9649" y="18692"/>
                </a:moveTo>
                <a:lnTo>
                  <a:pt x="9685" y="18692"/>
                </a:lnTo>
                <a:lnTo>
                  <a:pt x="9685" y="18766"/>
                </a:lnTo>
                <a:lnTo>
                  <a:pt x="9649" y="18766"/>
                </a:lnTo>
              </a:path>
              <a:path w="21600" h="21600">
                <a:moveTo>
                  <a:pt x="6935" y="18692"/>
                </a:moveTo>
                <a:lnTo>
                  <a:pt x="6972" y="18692"/>
                </a:lnTo>
                <a:lnTo>
                  <a:pt x="6972" y="18766"/>
                </a:lnTo>
                <a:lnTo>
                  <a:pt x="6935" y="18766"/>
                </a:lnTo>
              </a:path>
              <a:path w="21600" h="21600">
                <a:moveTo>
                  <a:pt x="4230" y="18692"/>
                </a:moveTo>
                <a:lnTo>
                  <a:pt x="4266" y="18692"/>
                </a:lnTo>
                <a:lnTo>
                  <a:pt x="4266" y="18766"/>
                </a:lnTo>
                <a:lnTo>
                  <a:pt x="4230" y="18766"/>
                </a:lnTo>
              </a:path>
              <a:path w="21600" h="21600">
                <a:moveTo>
                  <a:pt x="1517" y="18692"/>
                </a:moveTo>
                <a:lnTo>
                  <a:pt x="1553" y="18692"/>
                </a:lnTo>
                <a:lnTo>
                  <a:pt x="1553" y="18766"/>
                </a:lnTo>
                <a:lnTo>
                  <a:pt x="1517" y="18766"/>
                </a:lnTo>
              </a:path>
              <a:path w="21600" h="21600">
                <a:moveTo>
                  <a:pt x="10406" y="18686"/>
                </a:moveTo>
                <a:lnTo>
                  <a:pt x="10437" y="18686"/>
                </a:lnTo>
                <a:lnTo>
                  <a:pt x="10437" y="18750"/>
                </a:lnTo>
                <a:lnTo>
                  <a:pt x="10406" y="18750"/>
                </a:lnTo>
              </a:path>
              <a:path w="21600" h="21600">
                <a:moveTo>
                  <a:pt x="19448" y="18686"/>
                </a:moveTo>
                <a:lnTo>
                  <a:pt x="19473" y="18686"/>
                </a:lnTo>
                <a:lnTo>
                  <a:pt x="19473" y="18739"/>
                </a:lnTo>
                <a:lnTo>
                  <a:pt x="19448" y="18739"/>
                </a:lnTo>
              </a:path>
              <a:path w="21600" h="21600">
                <a:moveTo>
                  <a:pt x="760" y="18683"/>
                </a:moveTo>
                <a:lnTo>
                  <a:pt x="800" y="18683"/>
                </a:lnTo>
                <a:lnTo>
                  <a:pt x="800" y="18764"/>
                </a:lnTo>
                <a:lnTo>
                  <a:pt x="760" y="18764"/>
                </a:lnTo>
              </a:path>
              <a:path w="21600" h="21600">
                <a:moveTo>
                  <a:pt x="20954" y="18678"/>
                </a:moveTo>
                <a:lnTo>
                  <a:pt x="20987" y="18678"/>
                </a:lnTo>
                <a:lnTo>
                  <a:pt x="20987" y="18745"/>
                </a:lnTo>
                <a:lnTo>
                  <a:pt x="20954" y="18745"/>
                </a:lnTo>
              </a:path>
              <a:path w="21600" h="21600">
                <a:moveTo>
                  <a:pt x="18241" y="18678"/>
                </a:moveTo>
                <a:lnTo>
                  <a:pt x="18273" y="18678"/>
                </a:lnTo>
                <a:lnTo>
                  <a:pt x="18273" y="18745"/>
                </a:lnTo>
                <a:lnTo>
                  <a:pt x="18241" y="18745"/>
                </a:lnTo>
              </a:path>
              <a:path w="21600" h="21600">
                <a:moveTo>
                  <a:pt x="15535" y="18678"/>
                </a:moveTo>
                <a:lnTo>
                  <a:pt x="15568" y="18678"/>
                </a:lnTo>
                <a:lnTo>
                  <a:pt x="15568" y="18745"/>
                </a:lnTo>
                <a:lnTo>
                  <a:pt x="15535" y="18745"/>
                </a:lnTo>
              </a:path>
              <a:path w="21600" h="21600">
                <a:moveTo>
                  <a:pt x="12822" y="18678"/>
                </a:moveTo>
                <a:lnTo>
                  <a:pt x="12854" y="18678"/>
                </a:lnTo>
                <a:lnTo>
                  <a:pt x="12854" y="18745"/>
                </a:lnTo>
                <a:lnTo>
                  <a:pt x="12822" y="18745"/>
                </a:lnTo>
              </a:path>
              <a:path w="21600" h="21600">
                <a:moveTo>
                  <a:pt x="6031" y="18678"/>
                </a:moveTo>
                <a:lnTo>
                  <a:pt x="6064" y="18678"/>
                </a:lnTo>
                <a:lnTo>
                  <a:pt x="6064" y="18745"/>
                </a:lnTo>
                <a:lnTo>
                  <a:pt x="6031" y="18745"/>
                </a:lnTo>
              </a:path>
              <a:path w="21600" h="21600">
                <a:moveTo>
                  <a:pt x="3326" y="18678"/>
                </a:moveTo>
                <a:lnTo>
                  <a:pt x="3358" y="18678"/>
                </a:lnTo>
                <a:lnTo>
                  <a:pt x="3358" y="18745"/>
                </a:lnTo>
                <a:lnTo>
                  <a:pt x="3326" y="18745"/>
                </a:lnTo>
              </a:path>
              <a:path w="21600" h="21600">
                <a:moveTo>
                  <a:pt x="612" y="18678"/>
                </a:moveTo>
                <a:lnTo>
                  <a:pt x="645" y="18678"/>
                </a:lnTo>
                <a:lnTo>
                  <a:pt x="645" y="18745"/>
                </a:lnTo>
                <a:lnTo>
                  <a:pt x="612" y="18745"/>
                </a:lnTo>
              </a:path>
              <a:path w="21600" h="21600">
                <a:moveTo>
                  <a:pt x="20795" y="18677"/>
                </a:moveTo>
                <a:lnTo>
                  <a:pt x="20843" y="18677"/>
                </a:lnTo>
                <a:lnTo>
                  <a:pt x="20843" y="18776"/>
                </a:lnTo>
                <a:lnTo>
                  <a:pt x="20795" y="18776"/>
                </a:lnTo>
              </a:path>
              <a:path w="21600" h="21600">
                <a:moveTo>
                  <a:pt x="11757" y="18669"/>
                </a:moveTo>
                <a:lnTo>
                  <a:pt x="11805" y="18669"/>
                </a:lnTo>
                <a:lnTo>
                  <a:pt x="11805" y="18768"/>
                </a:lnTo>
                <a:lnTo>
                  <a:pt x="11757" y="18768"/>
                </a:lnTo>
              </a:path>
              <a:path w="21600" h="21600">
                <a:moveTo>
                  <a:pt x="9793" y="18669"/>
                </a:moveTo>
                <a:lnTo>
                  <a:pt x="9842" y="18669"/>
                </a:lnTo>
                <a:lnTo>
                  <a:pt x="9842" y="18768"/>
                </a:lnTo>
                <a:lnTo>
                  <a:pt x="9793" y="18768"/>
                </a:lnTo>
              </a:path>
              <a:path w="21600" h="21600">
                <a:moveTo>
                  <a:pt x="11167" y="18665"/>
                </a:moveTo>
                <a:lnTo>
                  <a:pt x="11187" y="18665"/>
                </a:lnTo>
                <a:lnTo>
                  <a:pt x="11187" y="18707"/>
                </a:lnTo>
                <a:lnTo>
                  <a:pt x="11167" y="18707"/>
                </a:lnTo>
              </a:path>
              <a:path w="21600" h="21600">
                <a:moveTo>
                  <a:pt x="16728" y="18664"/>
                </a:moveTo>
                <a:lnTo>
                  <a:pt x="16766" y="18664"/>
                </a:lnTo>
                <a:lnTo>
                  <a:pt x="16766" y="18741"/>
                </a:lnTo>
                <a:lnTo>
                  <a:pt x="16728" y="18741"/>
                </a:lnTo>
              </a:path>
              <a:path w="21600" h="21600">
                <a:moveTo>
                  <a:pt x="14022" y="18664"/>
                </a:moveTo>
                <a:lnTo>
                  <a:pt x="14060" y="18664"/>
                </a:lnTo>
                <a:lnTo>
                  <a:pt x="14060" y="18741"/>
                </a:lnTo>
                <a:lnTo>
                  <a:pt x="14022" y="18741"/>
                </a:lnTo>
              </a:path>
              <a:path w="21600" h="21600">
                <a:moveTo>
                  <a:pt x="11309" y="18664"/>
                </a:moveTo>
                <a:lnTo>
                  <a:pt x="11347" y="18664"/>
                </a:lnTo>
                <a:lnTo>
                  <a:pt x="11347" y="18741"/>
                </a:lnTo>
                <a:lnTo>
                  <a:pt x="11309" y="18741"/>
                </a:lnTo>
              </a:path>
              <a:path w="21600" h="21600">
                <a:moveTo>
                  <a:pt x="10252" y="18664"/>
                </a:moveTo>
                <a:lnTo>
                  <a:pt x="10289" y="18664"/>
                </a:lnTo>
                <a:lnTo>
                  <a:pt x="10289" y="18741"/>
                </a:lnTo>
                <a:lnTo>
                  <a:pt x="10252" y="18741"/>
                </a:lnTo>
              </a:path>
              <a:path w="21600" h="21600">
                <a:moveTo>
                  <a:pt x="7538" y="18664"/>
                </a:moveTo>
                <a:lnTo>
                  <a:pt x="7576" y="18664"/>
                </a:lnTo>
                <a:lnTo>
                  <a:pt x="7576" y="18741"/>
                </a:lnTo>
                <a:lnTo>
                  <a:pt x="7538" y="18741"/>
                </a:lnTo>
              </a:path>
              <a:path w="21600" h="21600">
                <a:moveTo>
                  <a:pt x="4833" y="18664"/>
                </a:moveTo>
                <a:lnTo>
                  <a:pt x="4871" y="18664"/>
                </a:lnTo>
                <a:lnTo>
                  <a:pt x="4871" y="18741"/>
                </a:lnTo>
                <a:lnTo>
                  <a:pt x="4833" y="18741"/>
                </a:lnTo>
              </a:path>
              <a:path w="21600" h="21600">
                <a:moveTo>
                  <a:pt x="2120" y="18664"/>
                </a:moveTo>
                <a:lnTo>
                  <a:pt x="2157" y="18664"/>
                </a:lnTo>
                <a:lnTo>
                  <a:pt x="2157" y="18741"/>
                </a:lnTo>
                <a:lnTo>
                  <a:pt x="2120" y="18741"/>
                </a:lnTo>
              </a:path>
              <a:path w="21600" h="21600">
                <a:moveTo>
                  <a:pt x="20194" y="18663"/>
                </a:moveTo>
                <a:lnTo>
                  <a:pt x="20237" y="18663"/>
                </a:lnTo>
                <a:lnTo>
                  <a:pt x="20237" y="18751"/>
                </a:lnTo>
                <a:lnTo>
                  <a:pt x="20194" y="18751"/>
                </a:lnTo>
              </a:path>
              <a:path w="21600" h="21600">
                <a:moveTo>
                  <a:pt x="14775" y="18663"/>
                </a:moveTo>
                <a:lnTo>
                  <a:pt x="14818" y="18663"/>
                </a:lnTo>
                <a:lnTo>
                  <a:pt x="14818" y="18751"/>
                </a:lnTo>
                <a:lnTo>
                  <a:pt x="14775" y="18751"/>
                </a:lnTo>
              </a:path>
              <a:path w="21600" h="21600">
                <a:moveTo>
                  <a:pt x="9494" y="18663"/>
                </a:moveTo>
                <a:lnTo>
                  <a:pt x="9537" y="18663"/>
                </a:lnTo>
                <a:lnTo>
                  <a:pt x="9537" y="18751"/>
                </a:lnTo>
                <a:lnTo>
                  <a:pt x="9494" y="18751"/>
                </a:lnTo>
              </a:path>
              <a:path w="21600" h="21600">
                <a:moveTo>
                  <a:pt x="6781" y="18663"/>
                </a:moveTo>
                <a:lnTo>
                  <a:pt x="6824" y="18663"/>
                </a:lnTo>
                <a:lnTo>
                  <a:pt x="6824" y="18751"/>
                </a:lnTo>
                <a:lnTo>
                  <a:pt x="6781" y="18751"/>
                </a:lnTo>
              </a:path>
              <a:path w="21600" h="21600">
                <a:moveTo>
                  <a:pt x="4075" y="18663"/>
                </a:moveTo>
                <a:lnTo>
                  <a:pt x="4118" y="18663"/>
                </a:lnTo>
                <a:lnTo>
                  <a:pt x="4118" y="18751"/>
                </a:lnTo>
                <a:lnTo>
                  <a:pt x="4075" y="18751"/>
                </a:lnTo>
              </a:path>
              <a:path w="21600" h="21600">
                <a:moveTo>
                  <a:pt x="6639" y="18659"/>
                </a:moveTo>
                <a:lnTo>
                  <a:pt x="6663" y="18659"/>
                </a:lnTo>
                <a:lnTo>
                  <a:pt x="6663" y="18708"/>
                </a:lnTo>
                <a:lnTo>
                  <a:pt x="6639" y="18708"/>
                </a:lnTo>
              </a:path>
              <a:path w="21600" h="21600">
                <a:moveTo>
                  <a:pt x="19750" y="18653"/>
                </a:moveTo>
                <a:lnTo>
                  <a:pt x="19774" y="18653"/>
                </a:lnTo>
                <a:lnTo>
                  <a:pt x="19774" y="18702"/>
                </a:lnTo>
                <a:lnTo>
                  <a:pt x="19750" y="18702"/>
                </a:lnTo>
              </a:path>
              <a:path w="21600" h="21600">
                <a:moveTo>
                  <a:pt x="18995" y="18653"/>
                </a:moveTo>
                <a:lnTo>
                  <a:pt x="19019" y="18653"/>
                </a:lnTo>
                <a:lnTo>
                  <a:pt x="19019" y="18702"/>
                </a:lnTo>
                <a:lnTo>
                  <a:pt x="18995" y="18702"/>
                </a:lnTo>
              </a:path>
              <a:path w="21600" h="21600">
                <a:moveTo>
                  <a:pt x="14331" y="18653"/>
                </a:moveTo>
                <a:lnTo>
                  <a:pt x="14355" y="18653"/>
                </a:lnTo>
                <a:lnTo>
                  <a:pt x="14355" y="18702"/>
                </a:lnTo>
                <a:lnTo>
                  <a:pt x="14331" y="18702"/>
                </a:lnTo>
              </a:path>
              <a:path w="21600" h="21600">
                <a:moveTo>
                  <a:pt x="13576" y="18653"/>
                </a:moveTo>
                <a:lnTo>
                  <a:pt x="13600" y="18653"/>
                </a:lnTo>
                <a:lnTo>
                  <a:pt x="13600" y="18702"/>
                </a:lnTo>
                <a:lnTo>
                  <a:pt x="13576" y="18702"/>
                </a:lnTo>
              </a:path>
              <a:path w="21600" h="21600">
                <a:moveTo>
                  <a:pt x="1825" y="18653"/>
                </a:moveTo>
                <a:lnTo>
                  <a:pt x="1849" y="18653"/>
                </a:lnTo>
                <a:lnTo>
                  <a:pt x="1849" y="18702"/>
                </a:lnTo>
                <a:lnTo>
                  <a:pt x="1825" y="18702"/>
                </a:lnTo>
              </a:path>
              <a:path w="21600" h="21600">
                <a:moveTo>
                  <a:pt x="20494" y="18637"/>
                </a:moveTo>
                <a:lnTo>
                  <a:pt x="20541" y="18637"/>
                </a:lnTo>
                <a:lnTo>
                  <a:pt x="20541" y="18733"/>
                </a:lnTo>
                <a:lnTo>
                  <a:pt x="20494" y="18733"/>
                </a:lnTo>
              </a:path>
              <a:path w="21600" h="21600">
                <a:moveTo>
                  <a:pt x="15075" y="18637"/>
                </a:moveTo>
                <a:lnTo>
                  <a:pt x="15122" y="18637"/>
                </a:lnTo>
                <a:lnTo>
                  <a:pt x="15122" y="18733"/>
                </a:lnTo>
                <a:lnTo>
                  <a:pt x="15075" y="18733"/>
                </a:lnTo>
              </a:path>
              <a:path w="21600" h="21600">
                <a:moveTo>
                  <a:pt x="6477" y="18637"/>
                </a:moveTo>
                <a:lnTo>
                  <a:pt x="6524" y="18637"/>
                </a:lnTo>
                <a:lnTo>
                  <a:pt x="6524" y="18733"/>
                </a:lnTo>
                <a:lnTo>
                  <a:pt x="6477" y="18733"/>
                </a:lnTo>
              </a:path>
              <a:path w="21600" h="21600">
                <a:moveTo>
                  <a:pt x="10852" y="18628"/>
                </a:moveTo>
                <a:lnTo>
                  <a:pt x="10898" y="18628"/>
                </a:lnTo>
                <a:lnTo>
                  <a:pt x="10898" y="18724"/>
                </a:lnTo>
                <a:lnTo>
                  <a:pt x="10852" y="18724"/>
                </a:lnTo>
              </a:path>
              <a:path w="21600" h="21600">
                <a:moveTo>
                  <a:pt x="21552" y="18624"/>
                </a:moveTo>
                <a:lnTo>
                  <a:pt x="21588" y="18624"/>
                </a:lnTo>
                <a:lnTo>
                  <a:pt x="21588" y="18698"/>
                </a:lnTo>
                <a:lnTo>
                  <a:pt x="21552" y="18698"/>
                </a:lnTo>
              </a:path>
              <a:path w="21600" h="21600">
                <a:moveTo>
                  <a:pt x="11" y="18624"/>
                </a:moveTo>
                <a:lnTo>
                  <a:pt x="47" y="18624"/>
                </a:lnTo>
                <a:lnTo>
                  <a:pt x="47" y="18698"/>
                </a:lnTo>
                <a:lnTo>
                  <a:pt x="11" y="18698"/>
                </a:lnTo>
              </a:path>
              <a:path w="21600" h="21600">
                <a:moveTo>
                  <a:pt x="21250" y="18622"/>
                </a:moveTo>
                <a:lnTo>
                  <a:pt x="21295" y="18622"/>
                </a:lnTo>
                <a:lnTo>
                  <a:pt x="21295" y="18713"/>
                </a:lnTo>
                <a:lnTo>
                  <a:pt x="21250" y="18713"/>
                </a:lnTo>
              </a:path>
              <a:path w="21600" h="21600">
                <a:moveTo>
                  <a:pt x="18537" y="18622"/>
                </a:moveTo>
                <a:lnTo>
                  <a:pt x="18581" y="18622"/>
                </a:lnTo>
                <a:lnTo>
                  <a:pt x="18581" y="18713"/>
                </a:lnTo>
                <a:lnTo>
                  <a:pt x="18537" y="18713"/>
                </a:lnTo>
              </a:path>
              <a:path w="21600" h="21600">
                <a:moveTo>
                  <a:pt x="15831" y="18622"/>
                </a:moveTo>
                <a:lnTo>
                  <a:pt x="15876" y="18622"/>
                </a:lnTo>
                <a:lnTo>
                  <a:pt x="15876" y="18713"/>
                </a:lnTo>
                <a:lnTo>
                  <a:pt x="15831" y="18713"/>
                </a:lnTo>
              </a:path>
              <a:path w="21600" h="21600">
                <a:moveTo>
                  <a:pt x="13118" y="18622"/>
                </a:moveTo>
                <a:lnTo>
                  <a:pt x="13162" y="18622"/>
                </a:lnTo>
                <a:lnTo>
                  <a:pt x="13162" y="18713"/>
                </a:lnTo>
                <a:lnTo>
                  <a:pt x="13118" y="18713"/>
                </a:lnTo>
              </a:path>
              <a:path w="21600" h="21600">
                <a:moveTo>
                  <a:pt x="8436" y="18622"/>
                </a:moveTo>
                <a:lnTo>
                  <a:pt x="8481" y="18622"/>
                </a:lnTo>
                <a:lnTo>
                  <a:pt x="8481" y="18713"/>
                </a:lnTo>
                <a:lnTo>
                  <a:pt x="8436" y="18713"/>
                </a:lnTo>
              </a:path>
              <a:path w="21600" h="21600">
                <a:moveTo>
                  <a:pt x="3018" y="18622"/>
                </a:moveTo>
                <a:lnTo>
                  <a:pt x="3062" y="18622"/>
                </a:lnTo>
                <a:lnTo>
                  <a:pt x="3062" y="18713"/>
                </a:lnTo>
                <a:lnTo>
                  <a:pt x="3018" y="18713"/>
                </a:lnTo>
              </a:path>
              <a:path w="21600" h="21600">
                <a:moveTo>
                  <a:pt x="304" y="18622"/>
                </a:moveTo>
                <a:lnTo>
                  <a:pt x="349" y="18622"/>
                </a:lnTo>
                <a:lnTo>
                  <a:pt x="349" y="18713"/>
                </a:lnTo>
                <a:lnTo>
                  <a:pt x="304" y="18713"/>
                </a:lnTo>
              </a:path>
              <a:path w="21600" h="21600">
                <a:moveTo>
                  <a:pt x="12359" y="18616"/>
                </a:moveTo>
                <a:lnTo>
                  <a:pt x="12411" y="18616"/>
                </a:lnTo>
                <a:lnTo>
                  <a:pt x="12411" y="18722"/>
                </a:lnTo>
                <a:lnTo>
                  <a:pt x="12359" y="18722"/>
                </a:lnTo>
              </a:path>
              <a:path w="21600" h="21600">
                <a:moveTo>
                  <a:pt x="9188" y="18616"/>
                </a:moveTo>
                <a:lnTo>
                  <a:pt x="9240" y="18616"/>
                </a:lnTo>
                <a:lnTo>
                  <a:pt x="9240" y="18722"/>
                </a:lnTo>
                <a:lnTo>
                  <a:pt x="9188" y="18722"/>
                </a:lnTo>
              </a:path>
              <a:path w="21600" h="21600">
                <a:moveTo>
                  <a:pt x="2716" y="18603"/>
                </a:moveTo>
                <a:lnTo>
                  <a:pt x="2769" y="18603"/>
                </a:lnTo>
                <a:lnTo>
                  <a:pt x="2769" y="18712"/>
                </a:lnTo>
                <a:lnTo>
                  <a:pt x="2716" y="18712"/>
                </a:lnTo>
              </a:path>
              <a:path w="21600" h="21600">
                <a:moveTo>
                  <a:pt x="18092" y="18595"/>
                </a:moveTo>
                <a:lnTo>
                  <a:pt x="18120" y="18595"/>
                </a:lnTo>
                <a:lnTo>
                  <a:pt x="18120" y="18651"/>
                </a:lnTo>
                <a:lnTo>
                  <a:pt x="18092" y="18651"/>
                </a:lnTo>
              </a:path>
              <a:path w="21600" h="21600">
                <a:moveTo>
                  <a:pt x="4378" y="18592"/>
                </a:moveTo>
                <a:lnTo>
                  <a:pt x="4419" y="18592"/>
                </a:lnTo>
                <a:lnTo>
                  <a:pt x="4419" y="18676"/>
                </a:lnTo>
                <a:lnTo>
                  <a:pt x="4378" y="18676"/>
                </a:lnTo>
              </a:path>
              <a:path w="21600" h="21600">
                <a:moveTo>
                  <a:pt x="3176" y="18576"/>
                </a:moveTo>
                <a:lnTo>
                  <a:pt x="3206" y="18576"/>
                </a:lnTo>
                <a:lnTo>
                  <a:pt x="3206" y="18636"/>
                </a:lnTo>
                <a:lnTo>
                  <a:pt x="3176" y="18636"/>
                </a:lnTo>
              </a:path>
              <a:path w="21600" h="21600">
                <a:moveTo>
                  <a:pt x="20648" y="18569"/>
                </a:moveTo>
                <a:lnTo>
                  <a:pt x="20689" y="18569"/>
                </a:lnTo>
                <a:lnTo>
                  <a:pt x="20689" y="18654"/>
                </a:lnTo>
                <a:lnTo>
                  <a:pt x="20648" y="18654"/>
                </a:lnTo>
              </a:path>
              <a:path w="21600" h="21600">
                <a:moveTo>
                  <a:pt x="19138" y="18569"/>
                </a:moveTo>
                <a:lnTo>
                  <a:pt x="19179" y="18569"/>
                </a:lnTo>
                <a:lnTo>
                  <a:pt x="19179" y="18654"/>
                </a:lnTo>
                <a:lnTo>
                  <a:pt x="19138" y="18654"/>
                </a:lnTo>
              </a:path>
              <a:path w="21600" h="21600">
                <a:moveTo>
                  <a:pt x="18689" y="18569"/>
                </a:moveTo>
                <a:lnTo>
                  <a:pt x="18731" y="18569"/>
                </a:lnTo>
                <a:lnTo>
                  <a:pt x="18731" y="18654"/>
                </a:lnTo>
                <a:lnTo>
                  <a:pt x="18689" y="18654"/>
                </a:lnTo>
              </a:path>
              <a:path w="21600" h="21600">
                <a:moveTo>
                  <a:pt x="18387" y="18569"/>
                </a:moveTo>
                <a:lnTo>
                  <a:pt x="18429" y="18569"/>
                </a:lnTo>
                <a:lnTo>
                  <a:pt x="18429" y="18654"/>
                </a:lnTo>
                <a:lnTo>
                  <a:pt x="18387" y="18654"/>
                </a:lnTo>
              </a:path>
              <a:path w="21600" h="21600">
                <a:moveTo>
                  <a:pt x="17934" y="18569"/>
                </a:moveTo>
                <a:lnTo>
                  <a:pt x="17976" y="18569"/>
                </a:lnTo>
                <a:lnTo>
                  <a:pt x="17976" y="18654"/>
                </a:lnTo>
                <a:lnTo>
                  <a:pt x="17934" y="18654"/>
                </a:lnTo>
              </a:path>
              <a:path w="21600" h="21600">
                <a:moveTo>
                  <a:pt x="16425" y="18569"/>
                </a:moveTo>
                <a:lnTo>
                  <a:pt x="16466" y="18569"/>
                </a:lnTo>
                <a:lnTo>
                  <a:pt x="16466" y="18654"/>
                </a:lnTo>
                <a:lnTo>
                  <a:pt x="16425" y="18654"/>
                </a:lnTo>
              </a:path>
              <a:path w="21600" h="21600">
                <a:moveTo>
                  <a:pt x="15983" y="18569"/>
                </a:moveTo>
                <a:lnTo>
                  <a:pt x="16025" y="18569"/>
                </a:lnTo>
                <a:lnTo>
                  <a:pt x="16025" y="18654"/>
                </a:lnTo>
                <a:lnTo>
                  <a:pt x="15983" y="18654"/>
                </a:lnTo>
              </a:path>
              <a:path w="21600" h="21600">
                <a:moveTo>
                  <a:pt x="15682" y="18569"/>
                </a:moveTo>
                <a:lnTo>
                  <a:pt x="15723" y="18569"/>
                </a:lnTo>
                <a:lnTo>
                  <a:pt x="15723" y="18654"/>
                </a:lnTo>
                <a:lnTo>
                  <a:pt x="15682" y="18654"/>
                </a:lnTo>
              </a:path>
              <a:path w="21600" h="21600">
                <a:moveTo>
                  <a:pt x="15229" y="18569"/>
                </a:moveTo>
                <a:lnTo>
                  <a:pt x="15270" y="18569"/>
                </a:lnTo>
                <a:lnTo>
                  <a:pt x="15270" y="18654"/>
                </a:lnTo>
                <a:lnTo>
                  <a:pt x="15229" y="18654"/>
                </a:lnTo>
              </a:path>
              <a:path w="21600" h="21600">
                <a:moveTo>
                  <a:pt x="13719" y="18569"/>
                </a:moveTo>
                <a:lnTo>
                  <a:pt x="13760" y="18569"/>
                </a:lnTo>
                <a:lnTo>
                  <a:pt x="13760" y="18654"/>
                </a:lnTo>
                <a:lnTo>
                  <a:pt x="13719" y="18654"/>
                </a:lnTo>
              </a:path>
              <a:path w="21600" h="21600">
                <a:moveTo>
                  <a:pt x="13270" y="18569"/>
                </a:moveTo>
                <a:lnTo>
                  <a:pt x="13312" y="18569"/>
                </a:lnTo>
                <a:lnTo>
                  <a:pt x="13312" y="18654"/>
                </a:lnTo>
                <a:lnTo>
                  <a:pt x="13270" y="18654"/>
                </a:lnTo>
              </a:path>
              <a:path w="21600" h="21600">
                <a:moveTo>
                  <a:pt x="12968" y="18569"/>
                </a:moveTo>
                <a:lnTo>
                  <a:pt x="13010" y="18569"/>
                </a:lnTo>
                <a:lnTo>
                  <a:pt x="13010" y="18654"/>
                </a:lnTo>
                <a:lnTo>
                  <a:pt x="12968" y="18654"/>
                </a:lnTo>
              </a:path>
              <a:path w="21600" h="21600">
                <a:moveTo>
                  <a:pt x="12515" y="18569"/>
                </a:moveTo>
                <a:lnTo>
                  <a:pt x="12557" y="18569"/>
                </a:lnTo>
                <a:lnTo>
                  <a:pt x="12557" y="18654"/>
                </a:lnTo>
                <a:lnTo>
                  <a:pt x="12515" y="18654"/>
                </a:lnTo>
              </a:path>
              <a:path w="21600" h="21600">
                <a:moveTo>
                  <a:pt x="11005" y="18569"/>
                </a:moveTo>
                <a:lnTo>
                  <a:pt x="11047" y="18569"/>
                </a:lnTo>
                <a:lnTo>
                  <a:pt x="11047" y="18654"/>
                </a:lnTo>
                <a:lnTo>
                  <a:pt x="11005" y="18654"/>
                </a:lnTo>
              </a:path>
              <a:path w="21600" h="21600">
                <a:moveTo>
                  <a:pt x="9042" y="18569"/>
                </a:moveTo>
                <a:lnTo>
                  <a:pt x="9083" y="18569"/>
                </a:lnTo>
                <a:lnTo>
                  <a:pt x="9083" y="18654"/>
                </a:lnTo>
                <a:lnTo>
                  <a:pt x="9042" y="18654"/>
                </a:lnTo>
              </a:path>
              <a:path w="21600" h="21600">
                <a:moveTo>
                  <a:pt x="8589" y="18569"/>
                </a:moveTo>
                <a:lnTo>
                  <a:pt x="8630" y="18569"/>
                </a:lnTo>
                <a:lnTo>
                  <a:pt x="8630" y="18654"/>
                </a:lnTo>
                <a:lnTo>
                  <a:pt x="8589" y="18654"/>
                </a:lnTo>
              </a:path>
              <a:path w="21600" h="21600">
                <a:moveTo>
                  <a:pt x="8287" y="18569"/>
                </a:moveTo>
                <a:lnTo>
                  <a:pt x="8328" y="18569"/>
                </a:lnTo>
                <a:lnTo>
                  <a:pt x="8328" y="18654"/>
                </a:lnTo>
                <a:lnTo>
                  <a:pt x="8287" y="18654"/>
                </a:lnTo>
              </a:path>
              <a:path w="21600" h="21600">
                <a:moveTo>
                  <a:pt x="7839" y="18569"/>
                </a:moveTo>
                <a:lnTo>
                  <a:pt x="7880" y="18569"/>
                </a:lnTo>
                <a:lnTo>
                  <a:pt x="7880" y="18654"/>
                </a:lnTo>
                <a:lnTo>
                  <a:pt x="7839" y="18654"/>
                </a:lnTo>
              </a:path>
              <a:path w="21600" h="21600">
                <a:moveTo>
                  <a:pt x="6329" y="18569"/>
                </a:moveTo>
                <a:lnTo>
                  <a:pt x="6370" y="18569"/>
                </a:lnTo>
                <a:lnTo>
                  <a:pt x="6370" y="18654"/>
                </a:lnTo>
                <a:lnTo>
                  <a:pt x="6329" y="18654"/>
                </a:lnTo>
              </a:path>
              <a:path w="21600" h="21600">
                <a:moveTo>
                  <a:pt x="5876" y="18569"/>
                </a:moveTo>
                <a:lnTo>
                  <a:pt x="5917" y="18569"/>
                </a:lnTo>
                <a:lnTo>
                  <a:pt x="5917" y="18654"/>
                </a:lnTo>
                <a:lnTo>
                  <a:pt x="5876" y="18654"/>
                </a:lnTo>
              </a:path>
              <a:path w="21600" h="21600">
                <a:moveTo>
                  <a:pt x="5574" y="18569"/>
                </a:moveTo>
                <a:lnTo>
                  <a:pt x="5615" y="18569"/>
                </a:lnTo>
                <a:lnTo>
                  <a:pt x="5615" y="18654"/>
                </a:lnTo>
                <a:lnTo>
                  <a:pt x="5574" y="18654"/>
                </a:lnTo>
              </a:path>
              <a:path w="21600" h="21600">
                <a:moveTo>
                  <a:pt x="5133" y="18569"/>
                </a:moveTo>
                <a:lnTo>
                  <a:pt x="5174" y="18569"/>
                </a:lnTo>
                <a:lnTo>
                  <a:pt x="5174" y="18654"/>
                </a:lnTo>
                <a:lnTo>
                  <a:pt x="5133" y="18654"/>
                </a:lnTo>
              </a:path>
              <a:path w="21600" h="21600">
                <a:moveTo>
                  <a:pt x="2420" y="18569"/>
                </a:moveTo>
                <a:lnTo>
                  <a:pt x="2461" y="18569"/>
                </a:lnTo>
                <a:lnTo>
                  <a:pt x="2461" y="18654"/>
                </a:lnTo>
                <a:lnTo>
                  <a:pt x="2420" y="18654"/>
                </a:lnTo>
              </a:path>
              <a:path w="21600" h="21600">
                <a:moveTo>
                  <a:pt x="910" y="18569"/>
                </a:moveTo>
                <a:lnTo>
                  <a:pt x="951" y="18569"/>
                </a:lnTo>
                <a:lnTo>
                  <a:pt x="951" y="18654"/>
                </a:lnTo>
                <a:lnTo>
                  <a:pt x="910" y="18654"/>
                </a:lnTo>
              </a:path>
              <a:path w="21600" h="21600">
                <a:moveTo>
                  <a:pt x="457" y="18569"/>
                </a:moveTo>
                <a:lnTo>
                  <a:pt x="498" y="18569"/>
                </a:lnTo>
                <a:lnTo>
                  <a:pt x="498" y="18654"/>
                </a:lnTo>
                <a:lnTo>
                  <a:pt x="457" y="18654"/>
                </a:lnTo>
              </a:path>
              <a:path w="21600" h="21600">
                <a:moveTo>
                  <a:pt x="155" y="18569"/>
                </a:moveTo>
                <a:lnTo>
                  <a:pt x="196" y="18569"/>
                </a:lnTo>
                <a:lnTo>
                  <a:pt x="196" y="18654"/>
                </a:lnTo>
                <a:lnTo>
                  <a:pt x="155" y="18654"/>
                </a:lnTo>
              </a:path>
              <a:path w="21600" h="21600">
                <a:moveTo>
                  <a:pt x="17186" y="18568"/>
                </a:moveTo>
                <a:lnTo>
                  <a:pt x="17215" y="18568"/>
                </a:lnTo>
                <a:lnTo>
                  <a:pt x="17215" y="18628"/>
                </a:lnTo>
                <a:lnTo>
                  <a:pt x="17186" y="18628"/>
                </a:lnTo>
              </a:path>
              <a:path w="21600" h="21600">
                <a:moveTo>
                  <a:pt x="19589" y="18568"/>
                </a:moveTo>
                <a:lnTo>
                  <a:pt x="19634" y="18568"/>
                </a:lnTo>
                <a:lnTo>
                  <a:pt x="19634" y="18659"/>
                </a:lnTo>
                <a:lnTo>
                  <a:pt x="19589" y="18659"/>
                </a:lnTo>
              </a:path>
              <a:path w="21600" h="21600">
                <a:moveTo>
                  <a:pt x="16876" y="18568"/>
                </a:moveTo>
                <a:lnTo>
                  <a:pt x="16921" y="18568"/>
                </a:lnTo>
                <a:lnTo>
                  <a:pt x="16921" y="18659"/>
                </a:lnTo>
                <a:lnTo>
                  <a:pt x="16876" y="18659"/>
                </a:lnTo>
              </a:path>
              <a:path w="21600" h="21600">
                <a:moveTo>
                  <a:pt x="7384" y="18568"/>
                </a:moveTo>
                <a:lnTo>
                  <a:pt x="7429" y="18568"/>
                </a:lnTo>
                <a:lnTo>
                  <a:pt x="7429" y="18659"/>
                </a:lnTo>
                <a:lnTo>
                  <a:pt x="7384" y="18659"/>
                </a:lnTo>
              </a:path>
              <a:path w="21600" h="21600">
                <a:moveTo>
                  <a:pt x="4678" y="18568"/>
                </a:moveTo>
                <a:lnTo>
                  <a:pt x="4723" y="18568"/>
                </a:lnTo>
                <a:lnTo>
                  <a:pt x="4723" y="18659"/>
                </a:lnTo>
                <a:lnTo>
                  <a:pt x="4678" y="18659"/>
                </a:lnTo>
              </a:path>
              <a:path w="21600" h="21600">
                <a:moveTo>
                  <a:pt x="1965" y="18568"/>
                </a:moveTo>
                <a:lnTo>
                  <a:pt x="2010" y="18568"/>
                </a:lnTo>
                <a:lnTo>
                  <a:pt x="2010" y="18659"/>
                </a:lnTo>
                <a:lnTo>
                  <a:pt x="1965" y="18659"/>
                </a:lnTo>
              </a:path>
              <a:path w="21600" h="21600">
                <a:moveTo>
                  <a:pt x="16276" y="18564"/>
                </a:moveTo>
                <a:lnTo>
                  <a:pt x="16312" y="18564"/>
                </a:lnTo>
                <a:lnTo>
                  <a:pt x="16312" y="18638"/>
                </a:lnTo>
                <a:lnTo>
                  <a:pt x="16276" y="18638"/>
                </a:lnTo>
              </a:path>
              <a:path w="21600" h="21600">
                <a:moveTo>
                  <a:pt x="5287" y="18564"/>
                </a:moveTo>
                <a:lnTo>
                  <a:pt x="5323" y="18564"/>
                </a:lnTo>
                <a:lnTo>
                  <a:pt x="5323" y="18638"/>
                </a:lnTo>
                <a:lnTo>
                  <a:pt x="5287" y="18638"/>
                </a:lnTo>
              </a:path>
              <a:path w="21600" h="21600">
                <a:moveTo>
                  <a:pt x="20355" y="18562"/>
                </a:moveTo>
                <a:lnTo>
                  <a:pt x="20377" y="18562"/>
                </a:lnTo>
                <a:lnTo>
                  <a:pt x="20377" y="18607"/>
                </a:lnTo>
                <a:lnTo>
                  <a:pt x="20355" y="18607"/>
                </a:lnTo>
              </a:path>
              <a:path w="21600" h="21600">
                <a:moveTo>
                  <a:pt x="2866" y="18560"/>
                </a:moveTo>
                <a:lnTo>
                  <a:pt x="2912" y="18560"/>
                </a:lnTo>
                <a:lnTo>
                  <a:pt x="2912" y="18655"/>
                </a:lnTo>
                <a:lnTo>
                  <a:pt x="2866" y="18655"/>
                </a:lnTo>
              </a:path>
              <a:path w="21600" h="21600">
                <a:moveTo>
                  <a:pt x="17031" y="18551"/>
                </a:moveTo>
                <a:lnTo>
                  <a:pt x="17067" y="18551"/>
                </a:lnTo>
                <a:lnTo>
                  <a:pt x="17067" y="18625"/>
                </a:lnTo>
                <a:lnTo>
                  <a:pt x="17031" y="18625"/>
                </a:lnTo>
              </a:path>
              <a:path w="21600" h="21600">
                <a:moveTo>
                  <a:pt x="11612" y="18551"/>
                </a:moveTo>
                <a:lnTo>
                  <a:pt x="11648" y="18551"/>
                </a:lnTo>
                <a:lnTo>
                  <a:pt x="11648" y="18625"/>
                </a:lnTo>
                <a:lnTo>
                  <a:pt x="11612" y="18625"/>
                </a:lnTo>
              </a:path>
              <a:path w="21600" h="21600">
                <a:moveTo>
                  <a:pt x="9950" y="18551"/>
                </a:moveTo>
                <a:lnTo>
                  <a:pt x="9987" y="18551"/>
                </a:lnTo>
                <a:lnTo>
                  <a:pt x="9987" y="18625"/>
                </a:lnTo>
                <a:lnTo>
                  <a:pt x="9950" y="18625"/>
                </a:lnTo>
              </a:path>
              <a:path w="21600" h="21600">
                <a:moveTo>
                  <a:pt x="4532" y="18551"/>
                </a:moveTo>
                <a:lnTo>
                  <a:pt x="4568" y="18551"/>
                </a:lnTo>
                <a:lnTo>
                  <a:pt x="4568" y="18625"/>
                </a:lnTo>
                <a:lnTo>
                  <a:pt x="4532" y="18625"/>
                </a:lnTo>
              </a:path>
              <a:path w="21600" h="21600">
                <a:moveTo>
                  <a:pt x="13409" y="18539"/>
                </a:moveTo>
                <a:lnTo>
                  <a:pt x="13466" y="18539"/>
                </a:lnTo>
                <a:lnTo>
                  <a:pt x="13466" y="18654"/>
                </a:lnTo>
                <a:lnTo>
                  <a:pt x="13409" y="18654"/>
                </a:lnTo>
              </a:path>
              <a:path w="21600" h="21600">
                <a:moveTo>
                  <a:pt x="8133" y="18539"/>
                </a:moveTo>
                <a:lnTo>
                  <a:pt x="8189" y="18539"/>
                </a:lnTo>
                <a:lnTo>
                  <a:pt x="8189" y="18654"/>
                </a:lnTo>
                <a:lnTo>
                  <a:pt x="8133" y="18654"/>
                </a:lnTo>
              </a:path>
              <a:path w="21600" h="21600">
                <a:moveTo>
                  <a:pt x="5728" y="18527"/>
                </a:moveTo>
                <a:lnTo>
                  <a:pt x="5764" y="18527"/>
                </a:lnTo>
                <a:lnTo>
                  <a:pt x="5764" y="18601"/>
                </a:lnTo>
                <a:lnTo>
                  <a:pt x="5728" y="18601"/>
                </a:lnTo>
              </a:path>
              <a:path w="21600" h="21600">
                <a:moveTo>
                  <a:pt x="12072" y="18519"/>
                </a:moveTo>
                <a:lnTo>
                  <a:pt x="12094" y="18519"/>
                </a:lnTo>
                <a:lnTo>
                  <a:pt x="12094" y="18565"/>
                </a:lnTo>
                <a:lnTo>
                  <a:pt x="12072" y="18565"/>
                </a:lnTo>
              </a:path>
              <a:path w="21600" h="21600">
                <a:moveTo>
                  <a:pt x="10407" y="18509"/>
                </a:moveTo>
                <a:lnTo>
                  <a:pt x="10436" y="18509"/>
                </a:lnTo>
                <a:lnTo>
                  <a:pt x="10436" y="18569"/>
                </a:lnTo>
                <a:lnTo>
                  <a:pt x="10407" y="18569"/>
                </a:lnTo>
              </a:path>
              <a:path w="21600" h="21600">
                <a:moveTo>
                  <a:pt x="19751" y="18504"/>
                </a:moveTo>
                <a:lnTo>
                  <a:pt x="19774" y="18504"/>
                </a:lnTo>
                <a:lnTo>
                  <a:pt x="19774" y="18549"/>
                </a:lnTo>
                <a:lnTo>
                  <a:pt x="19751" y="18549"/>
                </a:lnTo>
              </a:path>
              <a:path w="21600" h="21600">
                <a:moveTo>
                  <a:pt x="18996" y="18504"/>
                </a:moveTo>
                <a:lnTo>
                  <a:pt x="19019" y="18504"/>
                </a:lnTo>
                <a:lnTo>
                  <a:pt x="19019" y="18549"/>
                </a:lnTo>
                <a:lnTo>
                  <a:pt x="18996" y="18549"/>
                </a:lnTo>
              </a:path>
              <a:path w="21600" h="21600">
                <a:moveTo>
                  <a:pt x="14332" y="18504"/>
                </a:moveTo>
                <a:lnTo>
                  <a:pt x="14354" y="18504"/>
                </a:lnTo>
                <a:lnTo>
                  <a:pt x="14354" y="18549"/>
                </a:lnTo>
                <a:lnTo>
                  <a:pt x="14332" y="18549"/>
                </a:lnTo>
              </a:path>
              <a:path w="21600" h="21600">
                <a:moveTo>
                  <a:pt x="13577" y="18504"/>
                </a:moveTo>
                <a:lnTo>
                  <a:pt x="13600" y="18504"/>
                </a:lnTo>
                <a:lnTo>
                  <a:pt x="13600" y="18549"/>
                </a:lnTo>
                <a:lnTo>
                  <a:pt x="13577" y="18549"/>
                </a:lnTo>
              </a:path>
              <a:path w="21600" h="21600">
                <a:moveTo>
                  <a:pt x="1825" y="18504"/>
                </a:moveTo>
                <a:lnTo>
                  <a:pt x="1848" y="18504"/>
                </a:lnTo>
                <a:lnTo>
                  <a:pt x="1848" y="18549"/>
                </a:lnTo>
                <a:lnTo>
                  <a:pt x="1825" y="18549"/>
                </a:lnTo>
              </a:path>
              <a:path w="21600" h="21600">
                <a:moveTo>
                  <a:pt x="17636" y="18498"/>
                </a:moveTo>
                <a:lnTo>
                  <a:pt x="17670" y="18498"/>
                </a:lnTo>
                <a:lnTo>
                  <a:pt x="17670" y="18569"/>
                </a:lnTo>
                <a:lnTo>
                  <a:pt x="17636" y="18569"/>
                </a:lnTo>
              </a:path>
              <a:path w="21600" h="21600">
                <a:moveTo>
                  <a:pt x="14930" y="18498"/>
                </a:moveTo>
                <a:lnTo>
                  <a:pt x="14964" y="18498"/>
                </a:lnTo>
                <a:lnTo>
                  <a:pt x="14964" y="18569"/>
                </a:lnTo>
                <a:lnTo>
                  <a:pt x="14930" y="18569"/>
                </a:lnTo>
              </a:path>
              <a:path w="21600" h="21600">
                <a:moveTo>
                  <a:pt x="12217" y="18498"/>
                </a:moveTo>
                <a:lnTo>
                  <a:pt x="12251" y="18498"/>
                </a:lnTo>
                <a:lnTo>
                  <a:pt x="12251" y="18569"/>
                </a:lnTo>
                <a:lnTo>
                  <a:pt x="12217" y="18569"/>
                </a:lnTo>
              </a:path>
              <a:path w="21600" h="21600">
                <a:moveTo>
                  <a:pt x="9347" y="18498"/>
                </a:moveTo>
                <a:lnTo>
                  <a:pt x="9382" y="18498"/>
                </a:lnTo>
                <a:lnTo>
                  <a:pt x="9382" y="18569"/>
                </a:lnTo>
                <a:lnTo>
                  <a:pt x="9347" y="18569"/>
                </a:lnTo>
              </a:path>
              <a:path w="21600" h="21600">
                <a:moveTo>
                  <a:pt x="3929" y="18498"/>
                </a:moveTo>
                <a:lnTo>
                  <a:pt x="3963" y="18498"/>
                </a:lnTo>
                <a:lnTo>
                  <a:pt x="3963" y="18569"/>
                </a:lnTo>
                <a:lnTo>
                  <a:pt x="3929" y="18569"/>
                </a:lnTo>
              </a:path>
              <a:path w="21600" h="21600">
                <a:moveTo>
                  <a:pt x="1216" y="18498"/>
                </a:moveTo>
                <a:lnTo>
                  <a:pt x="1250" y="18498"/>
                </a:lnTo>
                <a:lnTo>
                  <a:pt x="1250" y="18569"/>
                </a:lnTo>
                <a:lnTo>
                  <a:pt x="1216" y="18569"/>
                </a:lnTo>
              </a:path>
              <a:path w="21600" h="21600">
                <a:moveTo>
                  <a:pt x="1057" y="18497"/>
                </a:moveTo>
                <a:lnTo>
                  <a:pt x="1107" y="18497"/>
                </a:lnTo>
                <a:lnTo>
                  <a:pt x="1107" y="18599"/>
                </a:lnTo>
                <a:lnTo>
                  <a:pt x="1057" y="18599"/>
                </a:lnTo>
              </a:path>
              <a:path w="21600" h="21600">
                <a:moveTo>
                  <a:pt x="10556" y="18496"/>
                </a:moveTo>
                <a:lnTo>
                  <a:pt x="10589" y="18496"/>
                </a:lnTo>
                <a:lnTo>
                  <a:pt x="10589" y="18563"/>
                </a:lnTo>
                <a:lnTo>
                  <a:pt x="10556" y="18563"/>
                </a:lnTo>
              </a:path>
              <a:path w="21600" h="21600">
                <a:moveTo>
                  <a:pt x="21408" y="18493"/>
                </a:moveTo>
                <a:lnTo>
                  <a:pt x="21439" y="18493"/>
                </a:lnTo>
                <a:lnTo>
                  <a:pt x="21439" y="18556"/>
                </a:lnTo>
                <a:lnTo>
                  <a:pt x="21408" y="18556"/>
                </a:lnTo>
              </a:path>
              <a:path w="21600" h="21600">
                <a:moveTo>
                  <a:pt x="19288" y="18492"/>
                </a:moveTo>
                <a:lnTo>
                  <a:pt x="19331" y="18492"/>
                </a:lnTo>
                <a:lnTo>
                  <a:pt x="19331" y="18580"/>
                </a:lnTo>
                <a:lnTo>
                  <a:pt x="19288" y="18580"/>
                </a:lnTo>
              </a:path>
              <a:path w="21600" h="21600">
                <a:moveTo>
                  <a:pt x="13869" y="18492"/>
                </a:moveTo>
                <a:lnTo>
                  <a:pt x="13912" y="18492"/>
                </a:lnTo>
                <a:lnTo>
                  <a:pt x="13912" y="18580"/>
                </a:lnTo>
                <a:lnTo>
                  <a:pt x="13869" y="18580"/>
                </a:lnTo>
              </a:path>
              <a:path w="21600" h="21600">
                <a:moveTo>
                  <a:pt x="7687" y="18492"/>
                </a:moveTo>
                <a:lnTo>
                  <a:pt x="7730" y="18492"/>
                </a:lnTo>
                <a:lnTo>
                  <a:pt x="7730" y="18580"/>
                </a:lnTo>
                <a:lnTo>
                  <a:pt x="7687" y="18580"/>
                </a:lnTo>
              </a:path>
              <a:path w="21600" h="21600">
                <a:moveTo>
                  <a:pt x="2268" y="18492"/>
                </a:moveTo>
                <a:lnTo>
                  <a:pt x="2311" y="18492"/>
                </a:lnTo>
                <a:lnTo>
                  <a:pt x="2311" y="18580"/>
                </a:lnTo>
                <a:lnTo>
                  <a:pt x="2268" y="18580"/>
                </a:lnTo>
              </a:path>
              <a:path w="21600" h="21600">
                <a:moveTo>
                  <a:pt x="20955" y="18492"/>
                </a:moveTo>
                <a:lnTo>
                  <a:pt x="20986" y="18492"/>
                </a:lnTo>
                <a:lnTo>
                  <a:pt x="20986" y="18555"/>
                </a:lnTo>
                <a:lnTo>
                  <a:pt x="20955" y="18555"/>
                </a:lnTo>
              </a:path>
              <a:path w="21600" h="21600">
                <a:moveTo>
                  <a:pt x="18242" y="18492"/>
                </a:moveTo>
                <a:lnTo>
                  <a:pt x="18272" y="18492"/>
                </a:lnTo>
                <a:lnTo>
                  <a:pt x="18272" y="18555"/>
                </a:lnTo>
                <a:lnTo>
                  <a:pt x="18242" y="18555"/>
                </a:lnTo>
              </a:path>
              <a:path w="21600" h="21600">
                <a:moveTo>
                  <a:pt x="15536" y="18492"/>
                </a:moveTo>
                <a:lnTo>
                  <a:pt x="15567" y="18492"/>
                </a:lnTo>
                <a:lnTo>
                  <a:pt x="15567" y="18555"/>
                </a:lnTo>
                <a:lnTo>
                  <a:pt x="15536" y="18555"/>
                </a:lnTo>
              </a:path>
              <a:path w="21600" h="21600">
                <a:moveTo>
                  <a:pt x="12822" y="18492"/>
                </a:moveTo>
                <a:lnTo>
                  <a:pt x="12853" y="18492"/>
                </a:lnTo>
                <a:lnTo>
                  <a:pt x="12853" y="18555"/>
                </a:lnTo>
                <a:lnTo>
                  <a:pt x="12822" y="18555"/>
                </a:lnTo>
              </a:path>
              <a:path w="21600" h="21600">
                <a:moveTo>
                  <a:pt x="6032" y="18492"/>
                </a:moveTo>
                <a:lnTo>
                  <a:pt x="6063" y="18492"/>
                </a:lnTo>
                <a:lnTo>
                  <a:pt x="6063" y="18555"/>
                </a:lnTo>
                <a:lnTo>
                  <a:pt x="6032" y="18555"/>
                </a:lnTo>
              </a:path>
              <a:path w="21600" h="21600">
                <a:moveTo>
                  <a:pt x="3326" y="18492"/>
                </a:moveTo>
                <a:lnTo>
                  <a:pt x="3357" y="18492"/>
                </a:lnTo>
                <a:lnTo>
                  <a:pt x="3357" y="18555"/>
                </a:lnTo>
                <a:lnTo>
                  <a:pt x="3326" y="18555"/>
                </a:lnTo>
              </a:path>
              <a:path w="21600" h="21600">
                <a:moveTo>
                  <a:pt x="613" y="18492"/>
                </a:moveTo>
                <a:lnTo>
                  <a:pt x="644" y="18492"/>
                </a:lnTo>
                <a:lnTo>
                  <a:pt x="644" y="18555"/>
                </a:lnTo>
                <a:lnTo>
                  <a:pt x="613" y="18555"/>
                </a:lnTo>
              </a:path>
              <a:path w="21600" h="21600">
                <a:moveTo>
                  <a:pt x="17778" y="18491"/>
                </a:moveTo>
                <a:lnTo>
                  <a:pt x="17830" y="18491"/>
                </a:lnTo>
                <a:lnTo>
                  <a:pt x="17830" y="18597"/>
                </a:lnTo>
                <a:lnTo>
                  <a:pt x="17778" y="18597"/>
                </a:lnTo>
              </a:path>
              <a:path w="21600" h="21600">
                <a:moveTo>
                  <a:pt x="3769" y="18491"/>
                </a:moveTo>
                <a:lnTo>
                  <a:pt x="3821" y="18491"/>
                </a:lnTo>
                <a:lnTo>
                  <a:pt x="3821" y="18597"/>
                </a:lnTo>
                <a:lnTo>
                  <a:pt x="3769" y="18597"/>
                </a:lnTo>
              </a:path>
              <a:path w="21600" h="21600">
                <a:moveTo>
                  <a:pt x="1662" y="18489"/>
                </a:moveTo>
                <a:lnTo>
                  <a:pt x="1709" y="18489"/>
                </a:lnTo>
                <a:lnTo>
                  <a:pt x="1709" y="18584"/>
                </a:lnTo>
                <a:lnTo>
                  <a:pt x="1662" y="18584"/>
                </a:lnTo>
              </a:path>
              <a:path w="21600" h="21600">
                <a:moveTo>
                  <a:pt x="20047" y="18484"/>
                </a:moveTo>
                <a:lnTo>
                  <a:pt x="20082" y="18484"/>
                </a:lnTo>
                <a:lnTo>
                  <a:pt x="20082" y="18554"/>
                </a:lnTo>
                <a:lnTo>
                  <a:pt x="20047" y="18554"/>
                </a:lnTo>
              </a:path>
              <a:path w="21600" h="21600">
                <a:moveTo>
                  <a:pt x="17334" y="18484"/>
                </a:moveTo>
                <a:lnTo>
                  <a:pt x="17368" y="18484"/>
                </a:lnTo>
                <a:lnTo>
                  <a:pt x="17368" y="18554"/>
                </a:lnTo>
                <a:lnTo>
                  <a:pt x="17334" y="18554"/>
                </a:lnTo>
              </a:path>
              <a:path w="21600" h="21600">
                <a:moveTo>
                  <a:pt x="11915" y="18484"/>
                </a:moveTo>
                <a:lnTo>
                  <a:pt x="11949" y="18484"/>
                </a:lnTo>
                <a:lnTo>
                  <a:pt x="11949" y="18554"/>
                </a:lnTo>
                <a:lnTo>
                  <a:pt x="11915" y="18554"/>
                </a:lnTo>
              </a:path>
              <a:path w="21600" h="21600">
                <a:moveTo>
                  <a:pt x="9649" y="18484"/>
                </a:moveTo>
                <a:lnTo>
                  <a:pt x="9684" y="18484"/>
                </a:lnTo>
                <a:lnTo>
                  <a:pt x="9684" y="18554"/>
                </a:lnTo>
                <a:lnTo>
                  <a:pt x="9649" y="18554"/>
                </a:lnTo>
              </a:path>
              <a:path w="21600" h="21600">
                <a:moveTo>
                  <a:pt x="6936" y="18484"/>
                </a:moveTo>
                <a:lnTo>
                  <a:pt x="6971" y="18484"/>
                </a:lnTo>
                <a:lnTo>
                  <a:pt x="6971" y="18554"/>
                </a:lnTo>
                <a:lnTo>
                  <a:pt x="6936" y="18554"/>
                </a:lnTo>
              </a:path>
              <a:path w="21600" h="21600">
                <a:moveTo>
                  <a:pt x="4231" y="18484"/>
                </a:moveTo>
                <a:lnTo>
                  <a:pt x="4265" y="18484"/>
                </a:lnTo>
                <a:lnTo>
                  <a:pt x="4265" y="18554"/>
                </a:lnTo>
                <a:lnTo>
                  <a:pt x="4231" y="18554"/>
                </a:lnTo>
              </a:path>
              <a:path w="21600" h="21600">
                <a:moveTo>
                  <a:pt x="1517" y="18484"/>
                </a:moveTo>
                <a:lnTo>
                  <a:pt x="1552" y="18484"/>
                </a:lnTo>
                <a:lnTo>
                  <a:pt x="1552" y="18554"/>
                </a:lnTo>
                <a:lnTo>
                  <a:pt x="1517" y="18554"/>
                </a:lnTo>
              </a:path>
              <a:path w="21600" h="21600">
                <a:moveTo>
                  <a:pt x="12668" y="18470"/>
                </a:moveTo>
                <a:lnTo>
                  <a:pt x="12706" y="18470"/>
                </a:lnTo>
                <a:lnTo>
                  <a:pt x="12706" y="18548"/>
                </a:lnTo>
                <a:lnTo>
                  <a:pt x="12668" y="18548"/>
                </a:lnTo>
              </a:path>
              <a:path w="21600" h="21600">
                <a:moveTo>
                  <a:pt x="8893" y="18470"/>
                </a:moveTo>
                <a:lnTo>
                  <a:pt x="8931" y="18470"/>
                </a:lnTo>
                <a:lnTo>
                  <a:pt x="8931" y="18548"/>
                </a:lnTo>
                <a:lnTo>
                  <a:pt x="8893" y="18548"/>
                </a:lnTo>
              </a:path>
              <a:path w="21600" h="21600">
                <a:moveTo>
                  <a:pt x="3474" y="18470"/>
                </a:moveTo>
                <a:lnTo>
                  <a:pt x="3512" y="18470"/>
                </a:lnTo>
                <a:lnTo>
                  <a:pt x="3512" y="18548"/>
                </a:lnTo>
                <a:lnTo>
                  <a:pt x="3474" y="18548"/>
                </a:lnTo>
              </a:path>
              <a:path w="21600" h="21600">
                <a:moveTo>
                  <a:pt x="19448" y="18463"/>
                </a:moveTo>
                <a:lnTo>
                  <a:pt x="19472" y="18463"/>
                </a:lnTo>
                <a:lnTo>
                  <a:pt x="19472" y="18512"/>
                </a:lnTo>
                <a:lnTo>
                  <a:pt x="19448" y="18512"/>
                </a:lnTo>
              </a:path>
              <a:path w="21600" h="21600">
                <a:moveTo>
                  <a:pt x="11454" y="18453"/>
                </a:moveTo>
                <a:lnTo>
                  <a:pt x="11504" y="18453"/>
                </a:lnTo>
                <a:lnTo>
                  <a:pt x="11504" y="18556"/>
                </a:lnTo>
                <a:lnTo>
                  <a:pt x="11454" y="18556"/>
                </a:lnTo>
              </a:path>
              <a:path w="21600" h="21600">
                <a:moveTo>
                  <a:pt x="6640" y="18452"/>
                </a:moveTo>
                <a:lnTo>
                  <a:pt x="6663" y="18452"/>
                </a:lnTo>
                <a:lnTo>
                  <a:pt x="6663" y="18498"/>
                </a:lnTo>
                <a:lnTo>
                  <a:pt x="6640" y="18498"/>
                </a:lnTo>
              </a:path>
              <a:path w="21600" h="21600">
                <a:moveTo>
                  <a:pt x="21106" y="18451"/>
                </a:moveTo>
                <a:lnTo>
                  <a:pt x="21137" y="18451"/>
                </a:lnTo>
                <a:lnTo>
                  <a:pt x="21137" y="18514"/>
                </a:lnTo>
                <a:lnTo>
                  <a:pt x="21106" y="18514"/>
                </a:lnTo>
              </a:path>
              <a:path w="21600" h="21600">
                <a:moveTo>
                  <a:pt x="3628" y="18451"/>
                </a:moveTo>
                <a:lnTo>
                  <a:pt x="3659" y="18451"/>
                </a:lnTo>
                <a:lnTo>
                  <a:pt x="3659" y="18514"/>
                </a:lnTo>
                <a:lnTo>
                  <a:pt x="3628" y="18514"/>
                </a:lnTo>
              </a:path>
              <a:path w="21600" h="21600">
                <a:moveTo>
                  <a:pt x="16729" y="18441"/>
                </a:moveTo>
                <a:lnTo>
                  <a:pt x="16765" y="18441"/>
                </a:lnTo>
                <a:lnTo>
                  <a:pt x="16765" y="18515"/>
                </a:lnTo>
                <a:lnTo>
                  <a:pt x="16729" y="18515"/>
                </a:lnTo>
              </a:path>
              <a:path w="21600" h="21600">
                <a:moveTo>
                  <a:pt x="14023" y="18441"/>
                </a:moveTo>
                <a:lnTo>
                  <a:pt x="14059" y="18441"/>
                </a:lnTo>
                <a:lnTo>
                  <a:pt x="14059" y="18515"/>
                </a:lnTo>
                <a:lnTo>
                  <a:pt x="14023" y="18515"/>
                </a:lnTo>
              </a:path>
              <a:path w="21600" h="21600">
                <a:moveTo>
                  <a:pt x="11310" y="18441"/>
                </a:moveTo>
                <a:lnTo>
                  <a:pt x="11346" y="18441"/>
                </a:lnTo>
                <a:lnTo>
                  <a:pt x="11346" y="18515"/>
                </a:lnTo>
                <a:lnTo>
                  <a:pt x="11310" y="18515"/>
                </a:lnTo>
              </a:path>
              <a:path w="21600" h="21600">
                <a:moveTo>
                  <a:pt x="10252" y="18441"/>
                </a:moveTo>
                <a:lnTo>
                  <a:pt x="10289" y="18441"/>
                </a:lnTo>
                <a:lnTo>
                  <a:pt x="10289" y="18515"/>
                </a:lnTo>
                <a:lnTo>
                  <a:pt x="10252" y="18515"/>
                </a:lnTo>
              </a:path>
              <a:path w="21600" h="21600">
                <a:moveTo>
                  <a:pt x="7539" y="18441"/>
                </a:moveTo>
                <a:lnTo>
                  <a:pt x="7575" y="18441"/>
                </a:lnTo>
                <a:lnTo>
                  <a:pt x="7575" y="18515"/>
                </a:lnTo>
                <a:lnTo>
                  <a:pt x="7539" y="18515"/>
                </a:lnTo>
              </a:path>
              <a:path w="21600" h="21600">
                <a:moveTo>
                  <a:pt x="4834" y="18441"/>
                </a:moveTo>
                <a:lnTo>
                  <a:pt x="4870" y="18441"/>
                </a:lnTo>
                <a:lnTo>
                  <a:pt x="4870" y="18515"/>
                </a:lnTo>
                <a:lnTo>
                  <a:pt x="4834" y="18515"/>
                </a:lnTo>
              </a:path>
              <a:path w="21600" h="21600">
                <a:moveTo>
                  <a:pt x="2120" y="18441"/>
                </a:moveTo>
                <a:lnTo>
                  <a:pt x="2157" y="18441"/>
                </a:lnTo>
                <a:lnTo>
                  <a:pt x="2157" y="18515"/>
                </a:lnTo>
                <a:lnTo>
                  <a:pt x="2120" y="18515"/>
                </a:lnTo>
              </a:path>
              <a:path w="21600" h="21600">
                <a:moveTo>
                  <a:pt x="1369" y="18439"/>
                </a:moveTo>
                <a:lnTo>
                  <a:pt x="1398" y="18439"/>
                </a:lnTo>
                <a:lnTo>
                  <a:pt x="1398" y="18499"/>
                </a:lnTo>
                <a:lnTo>
                  <a:pt x="1369" y="18499"/>
                </a:lnTo>
              </a:path>
              <a:path w="21600" h="21600">
                <a:moveTo>
                  <a:pt x="21553" y="18435"/>
                </a:moveTo>
                <a:lnTo>
                  <a:pt x="21587" y="18435"/>
                </a:lnTo>
                <a:lnTo>
                  <a:pt x="21587" y="18505"/>
                </a:lnTo>
                <a:lnTo>
                  <a:pt x="21553" y="18505"/>
                </a:lnTo>
              </a:path>
              <a:path w="21600" h="21600">
                <a:moveTo>
                  <a:pt x="12" y="18435"/>
                </a:moveTo>
                <a:lnTo>
                  <a:pt x="46" y="18435"/>
                </a:lnTo>
                <a:lnTo>
                  <a:pt x="46" y="18505"/>
                </a:lnTo>
                <a:lnTo>
                  <a:pt x="12" y="18505"/>
                </a:lnTo>
              </a:path>
              <a:path w="21600" h="21600">
                <a:moveTo>
                  <a:pt x="14177" y="18434"/>
                </a:moveTo>
                <a:lnTo>
                  <a:pt x="14208" y="18434"/>
                </a:lnTo>
                <a:lnTo>
                  <a:pt x="14208" y="18497"/>
                </a:lnTo>
                <a:lnTo>
                  <a:pt x="14177" y="18497"/>
                </a:lnTo>
              </a:path>
              <a:path w="21600" h="21600">
                <a:moveTo>
                  <a:pt x="20195" y="18388"/>
                </a:moveTo>
                <a:lnTo>
                  <a:pt x="20236" y="18388"/>
                </a:lnTo>
                <a:lnTo>
                  <a:pt x="20236" y="18473"/>
                </a:lnTo>
                <a:lnTo>
                  <a:pt x="20195" y="18473"/>
                </a:lnTo>
              </a:path>
              <a:path w="21600" h="21600">
                <a:moveTo>
                  <a:pt x="14776" y="18388"/>
                </a:moveTo>
                <a:lnTo>
                  <a:pt x="14817" y="18388"/>
                </a:lnTo>
                <a:lnTo>
                  <a:pt x="14817" y="18473"/>
                </a:lnTo>
                <a:lnTo>
                  <a:pt x="14776" y="18473"/>
                </a:lnTo>
              </a:path>
              <a:path w="21600" h="21600">
                <a:moveTo>
                  <a:pt x="9495" y="18388"/>
                </a:moveTo>
                <a:lnTo>
                  <a:pt x="9536" y="18388"/>
                </a:lnTo>
                <a:lnTo>
                  <a:pt x="9536" y="18473"/>
                </a:lnTo>
                <a:lnTo>
                  <a:pt x="9495" y="18473"/>
                </a:lnTo>
              </a:path>
              <a:path w="21600" h="21600">
                <a:moveTo>
                  <a:pt x="6782" y="18388"/>
                </a:moveTo>
                <a:lnTo>
                  <a:pt x="6823" y="18388"/>
                </a:lnTo>
                <a:lnTo>
                  <a:pt x="6823" y="18473"/>
                </a:lnTo>
                <a:lnTo>
                  <a:pt x="6782" y="18473"/>
                </a:lnTo>
              </a:path>
              <a:path w="21600" h="21600">
                <a:moveTo>
                  <a:pt x="4076" y="18388"/>
                </a:moveTo>
                <a:lnTo>
                  <a:pt x="4118" y="18388"/>
                </a:lnTo>
                <a:lnTo>
                  <a:pt x="4118" y="18473"/>
                </a:lnTo>
                <a:lnTo>
                  <a:pt x="4076" y="18473"/>
                </a:lnTo>
              </a:path>
              <a:path w="21600" h="21600">
                <a:moveTo>
                  <a:pt x="16572" y="18380"/>
                </a:moveTo>
                <a:lnTo>
                  <a:pt x="16620" y="18380"/>
                </a:lnTo>
                <a:lnTo>
                  <a:pt x="16620" y="18479"/>
                </a:lnTo>
                <a:lnTo>
                  <a:pt x="16572" y="18479"/>
                </a:lnTo>
              </a:path>
              <a:path w="21600" h="21600">
                <a:moveTo>
                  <a:pt x="4979" y="18380"/>
                </a:moveTo>
                <a:lnTo>
                  <a:pt x="5027" y="18380"/>
                </a:lnTo>
                <a:lnTo>
                  <a:pt x="5027" y="18479"/>
                </a:lnTo>
                <a:lnTo>
                  <a:pt x="4979" y="18479"/>
                </a:lnTo>
              </a:path>
              <a:path w="21600" h="21600">
                <a:moveTo>
                  <a:pt x="10103" y="18369"/>
                </a:moveTo>
                <a:lnTo>
                  <a:pt x="10136" y="18369"/>
                </a:lnTo>
                <a:lnTo>
                  <a:pt x="10136" y="18436"/>
                </a:lnTo>
                <a:lnTo>
                  <a:pt x="10103" y="18436"/>
                </a:lnTo>
              </a:path>
              <a:path w="21600" h="21600">
                <a:moveTo>
                  <a:pt x="15381" y="18364"/>
                </a:moveTo>
                <a:lnTo>
                  <a:pt x="15419" y="18364"/>
                </a:lnTo>
                <a:lnTo>
                  <a:pt x="15419" y="18442"/>
                </a:lnTo>
                <a:lnTo>
                  <a:pt x="15381" y="18442"/>
                </a:lnTo>
              </a:path>
              <a:path w="21600" h="21600">
                <a:moveTo>
                  <a:pt x="18093" y="18360"/>
                </a:moveTo>
                <a:lnTo>
                  <a:pt x="18119" y="18360"/>
                </a:lnTo>
                <a:lnTo>
                  <a:pt x="18119" y="18413"/>
                </a:lnTo>
                <a:lnTo>
                  <a:pt x="18093" y="18413"/>
                </a:lnTo>
              </a:path>
              <a:path w="21600" h="21600">
                <a:moveTo>
                  <a:pt x="20356" y="18355"/>
                </a:moveTo>
                <a:lnTo>
                  <a:pt x="20377" y="18355"/>
                </a:lnTo>
                <a:lnTo>
                  <a:pt x="20377" y="18397"/>
                </a:lnTo>
                <a:lnTo>
                  <a:pt x="20356" y="18397"/>
                </a:lnTo>
              </a:path>
              <a:path w="21600" h="21600">
                <a:moveTo>
                  <a:pt x="19752" y="18355"/>
                </a:moveTo>
                <a:lnTo>
                  <a:pt x="19773" y="18355"/>
                </a:lnTo>
                <a:lnTo>
                  <a:pt x="19773" y="18397"/>
                </a:lnTo>
                <a:lnTo>
                  <a:pt x="19752" y="18397"/>
                </a:lnTo>
              </a:path>
              <a:path w="21600" h="21600">
                <a:moveTo>
                  <a:pt x="18997" y="18355"/>
                </a:moveTo>
                <a:lnTo>
                  <a:pt x="19018" y="18355"/>
                </a:lnTo>
                <a:lnTo>
                  <a:pt x="19018" y="18397"/>
                </a:lnTo>
                <a:lnTo>
                  <a:pt x="18997" y="18397"/>
                </a:lnTo>
              </a:path>
              <a:path w="21600" h="21600">
                <a:moveTo>
                  <a:pt x="14333" y="18355"/>
                </a:moveTo>
                <a:lnTo>
                  <a:pt x="14354" y="18355"/>
                </a:lnTo>
                <a:lnTo>
                  <a:pt x="14354" y="18397"/>
                </a:lnTo>
                <a:lnTo>
                  <a:pt x="14333" y="18397"/>
                </a:lnTo>
              </a:path>
              <a:path w="21600" h="21600">
                <a:moveTo>
                  <a:pt x="13578" y="18355"/>
                </a:moveTo>
                <a:lnTo>
                  <a:pt x="13599" y="18355"/>
                </a:lnTo>
                <a:lnTo>
                  <a:pt x="13599" y="18397"/>
                </a:lnTo>
                <a:lnTo>
                  <a:pt x="13578" y="18397"/>
                </a:lnTo>
              </a:path>
              <a:path w="21600" h="21600">
                <a:moveTo>
                  <a:pt x="1826" y="18355"/>
                </a:moveTo>
                <a:lnTo>
                  <a:pt x="1847" y="18355"/>
                </a:lnTo>
                <a:lnTo>
                  <a:pt x="1847" y="18397"/>
                </a:lnTo>
                <a:lnTo>
                  <a:pt x="1826" y="18397"/>
                </a:lnTo>
              </a:path>
              <a:path w="21600" h="21600">
                <a:moveTo>
                  <a:pt x="16277" y="18349"/>
                </a:moveTo>
                <a:lnTo>
                  <a:pt x="16311" y="18349"/>
                </a:lnTo>
                <a:lnTo>
                  <a:pt x="16311" y="18419"/>
                </a:lnTo>
                <a:lnTo>
                  <a:pt x="16277" y="18419"/>
                </a:lnTo>
              </a:path>
              <a:path w="21600" h="21600">
                <a:moveTo>
                  <a:pt x="5287" y="18349"/>
                </a:moveTo>
                <a:lnTo>
                  <a:pt x="5322" y="18349"/>
                </a:lnTo>
                <a:lnTo>
                  <a:pt x="5322" y="18419"/>
                </a:lnTo>
                <a:lnTo>
                  <a:pt x="5287" y="18419"/>
                </a:lnTo>
              </a:path>
              <a:path w="21600" h="21600">
                <a:moveTo>
                  <a:pt x="17032" y="18334"/>
                </a:moveTo>
                <a:lnTo>
                  <a:pt x="17066" y="18334"/>
                </a:lnTo>
                <a:lnTo>
                  <a:pt x="17066" y="18405"/>
                </a:lnTo>
                <a:lnTo>
                  <a:pt x="17032" y="18405"/>
                </a:lnTo>
              </a:path>
              <a:path w="21600" h="21600">
                <a:moveTo>
                  <a:pt x="11613" y="18334"/>
                </a:moveTo>
                <a:lnTo>
                  <a:pt x="11647" y="18334"/>
                </a:lnTo>
                <a:lnTo>
                  <a:pt x="11647" y="18405"/>
                </a:lnTo>
                <a:lnTo>
                  <a:pt x="11613" y="18405"/>
                </a:lnTo>
              </a:path>
              <a:path w="21600" h="21600">
                <a:moveTo>
                  <a:pt x="9951" y="18334"/>
                </a:moveTo>
                <a:lnTo>
                  <a:pt x="9986" y="18334"/>
                </a:lnTo>
                <a:lnTo>
                  <a:pt x="9986" y="18405"/>
                </a:lnTo>
                <a:lnTo>
                  <a:pt x="9951" y="18405"/>
                </a:lnTo>
              </a:path>
              <a:path w="21600" h="21600">
                <a:moveTo>
                  <a:pt x="4533" y="18334"/>
                </a:moveTo>
                <a:lnTo>
                  <a:pt x="4567" y="18334"/>
                </a:lnTo>
                <a:lnTo>
                  <a:pt x="4567" y="18405"/>
                </a:lnTo>
                <a:lnTo>
                  <a:pt x="4533" y="18405"/>
                </a:lnTo>
              </a:path>
              <a:path w="21600" h="21600">
                <a:moveTo>
                  <a:pt x="10408" y="18332"/>
                </a:moveTo>
                <a:lnTo>
                  <a:pt x="10435" y="18332"/>
                </a:lnTo>
                <a:lnTo>
                  <a:pt x="10435" y="18389"/>
                </a:lnTo>
                <a:lnTo>
                  <a:pt x="10408" y="18389"/>
                </a:lnTo>
              </a:path>
              <a:path w="21600" h="21600">
                <a:moveTo>
                  <a:pt x="4379" y="18332"/>
                </a:moveTo>
                <a:lnTo>
                  <a:pt x="4419" y="18332"/>
                </a:lnTo>
                <a:lnTo>
                  <a:pt x="4419" y="18413"/>
                </a:lnTo>
                <a:lnTo>
                  <a:pt x="4379" y="18413"/>
                </a:lnTo>
              </a:path>
              <a:path w="21600" h="21600">
                <a:moveTo>
                  <a:pt x="761" y="18328"/>
                </a:moveTo>
                <a:lnTo>
                  <a:pt x="799" y="18328"/>
                </a:lnTo>
                <a:lnTo>
                  <a:pt x="799" y="18406"/>
                </a:lnTo>
                <a:lnTo>
                  <a:pt x="761" y="18406"/>
                </a:lnTo>
              </a:path>
              <a:path w="21600" h="21600">
                <a:moveTo>
                  <a:pt x="20796" y="18322"/>
                </a:moveTo>
                <a:lnTo>
                  <a:pt x="20843" y="18322"/>
                </a:lnTo>
                <a:lnTo>
                  <a:pt x="20843" y="18417"/>
                </a:lnTo>
                <a:lnTo>
                  <a:pt x="20796" y="18417"/>
                </a:lnTo>
              </a:path>
              <a:path w="21600" h="21600">
                <a:moveTo>
                  <a:pt x="21251" y="18321"/>
                </a:moveTo>
                <a:lnTo>
                  <a:pt x="21294" y="18321"/>
                </a:lnTo>
                <a:lnTo>
                  <a:pt x="21294" y="18409"/>
                </a:lnTo>
                <a:lnTo>
                  <a:pt x="21251" y="18409"/>
                </a:lnTo>
              </a:path>
              <a:path w="21600" h="21600">
                <a:moveTo>
                  <a:pt x="18537" y="18321"/>
                </a:moveTo>
                <a:lnTo>
                  <a:pt x="18581" y="18321"/>
                </a:lnTo>
                <a:lnTo>
                  <a:pt x="18581" y="18409"/>
                </a:lnTo>
                <a:lnTo>
                  <a:pt x="18537" y="18409"/>
                </a:lnTo>
              </a:path>
              <a:path w="21600" h="21600">
                <a:moveTo>
                  <a:pt x="15832" y="18321"/>
                </a:moveTo>
                <a:lnTo>
                  <a:pt x="15875" y="18321"/>
                </a:lnTo>
                <a:lnTo>
                  <a:pt x="15875" y="18409"/>
                </a:lnTo>
                <a:lnTo>
                  <a:pt x="15832" y="18409"/>
                </a:lnTo>
              </a:path>
              <a:path w="21600" h="21600">
                <a:moveTo>
                  <a:pt x="13118" y="18321"/>
                </a:moveTo>
                <a:lnTo>
                  <a:pt x="13161" y="18321"/>
                </a:lnTo>
                <a:lnTo>
                  <a:pt x="13161" y="18409"/>
                </a:lnTo>
                <a:lnTo>
                  <a:pt x="13118" y="18409"/>
                </a:lnTo>
              </a:path>
              <a:path w="21600" h="21600">
                <a:moveTo>
                  <a:pt x="8437" y="18321"/>
                </a:moveTo>
                <a:lnTo>
                  <a:pt x="8480" y="18321"/>
                </a:lnTo>
                <a:lnTo>
                  <a:pt x="8480" y="18409"/>
                </a:lnTo>
                <a:lnTo>
                  <a:pt x="8437" y="18409"/>
                </a:lnTo>
              </a:path>
              <a:path w="21600" h="21600">
                <a:moveTo>
                  <a:pt x="3018" y="18321"/>
                </a:moveTo>
                <a:lnTo>
                  <a:pt x="3061" y="18321"/>
                </a:lnTo>
                <a:lnTo>
                  <a:pt x="3061" y="18409"/>
                </a:lnTo>
                <a:lnTo>
                  <a:pt x="3018" y="18409"/>
                </a:lnTo>
              </a:path>
              <a:path w="21600" h="21600">
                <a:moveTo>
                  <a:pt x="305" y="18321"/>
                </a:moveTo>
                <a:lnTo>
                  <a:pt x="348" y="18321"/>
                </a:lnTo>
                <a:lnTo>
                  <a:pt x="348" y="18409"/>
                </a:lnTo>
                <a:lnTo>
                  <a:pt x="305" y="18409"/>
                </a:lnTo>
              </a:path>
              <a:path w="21600" h="21600">
                <a:moveTo>
                  <a:pt x="3177" y="18315"/>
                </a:moveTo>
                <a:lnTo>
                  <a:pt x="3205" y="18315"/>
                </a:lnTo>
                <a:lnTo>
                  <a:pt x="3205" y="18371"/>
                </a:lnTo>
                <a:lnTo>
                  <a:pt x="3177" y="18371"/>
                </a:lnTo>
              </a:path>
              <a:path w="21600" h="21600">
                <a:moveTo>
                  <a:pt x="11758" y="18313"/>
                </a:moveTo>
                <a:lnTo>
                  <a:pt x="11804" y="18313"/>
                </a:lnTo>
                <a:lnTo>
                  <a:pt x="11804" y="18408"/>
                </a:lnTo>
                <a:lnTo>
                  <a:pt x="11758" y="18408"/>
                </a:lnTo>
              </a:path>
              <a:path w="21600" h="21600">
                <a:moveTo>
                  <a:pt x="9794" y="18313"/>
                </a:moveTo>
                <a:lnTo>
                  <a:pt x="9841" y="18313"/>
                </a:lnTo>
                <a:lnTo>
                  <a:pt x="9841" y="18408"/>
                </a:lnTo>
                <a:lnTo>
                  <a:pt x="9794" y="18408"/>
                </a:lnTo>
              </a:path>
              <a:path w="21600" h="21600">
                <a:moveTo>
                  <a:pt x="20495" y="18311"/>
                </a:moveTo>
                <a:lnTo>
                  <a:pt x="20540" y="18311"/>
                </a:lnTo>
                <a:lnTo>
                  <a:pt x="20540" y="18403"/>
                </a:lnTo>
                <a:lnTo>
                  <a:pt x="20495" y="18403"/>
                </a:lnTo>
              </a:path>
              <a:path w="21600" h="21600">
                <a:moveTo>
                  <a:pt x="15076" y="18311"/>
                </a:moveTo>
                <a:lnTo>
                  <a:pt x="15121" y="18311"/>
                </a:lnTo>
                <a:lnTo>
                  <a:pt x="15121" y="18403"/>
                </a:lnTo>
                <a:lnTo>
                  <a:pt x="15076" y="18403"/>
                </a:lnTo>
              </a:path>
              <a:path w="21600" h="21600">
                <a:moveTo>
                  <a:pt x="6478" y="18311"/>
                </a:moveTo>
                <a:lnTo>
                  <a:pt x="6523" y="18311"/>
                </a:lnTo>
                <a:lnTo>
                  <a:pt x="6523" y="18403"/>
                </a:lnTo>
                <a:lnTo>
                  <a:pt x="6478" y="18403"/>
                </a:lnTo>
              </a:path>
              <a:path w="21600" h="21600">
                <a:moveTo>
                  <a:pt x="17186" y="18308"/>
                </a:moveTo>
                <a:lnTo>
                  <a:pt x="17214" y="18308"/>
                </a:lnTo>
                <a:lnTo>
                  <a:pt x="17214" y="18364"/>
                </a:lnTo>
                <a:lnTo>
                  <a:pt x="17186" y="18364"/>
                </a:lnTo>
              </a:path>
              <a:path w="21600" h="21600">
                <a:moveTo>
                  <a:pt x="20649" y="18308"/>
                </a:moveTo>
                <a:lnTo>
                  <a:pt x="20688" y="18308"/>
                </a:lnTo>
                <a:lnTo>
                  <a:pt x="20688" y="18389"/>
                </a:lnTo>
                <a:lnTo>
                  <a:pt x="20649" y="18389"/>
                </a:lnTo>
              </a:path>
              <a:path w="21600" h="21600">
                <a:moveTo>
                  <a:pt x="19139" y="18308"/>
                </a:moveTo>
                <a:lnTo>
                  <a:pt x="19178" y="18308"/>
                </a:lnTo>
                <a:lnTo>
                  <a:pt x="19178" y="18389"/>
                </a:lnTo>
                <a:lnTo>
                  <a:pt x="19139" y="18389"/>
                </a:lnTo>
              </a:path>
              <a:path w="21600" h="21600">
                <a:moveTo>
                  <a:pt x="18690" y="18308"/>
                </a:moveTo>
                <a:lnTo>
                  <a:pt x="18730" y="18308"/>
                </a:lnTo>
                <a:lnTo>
                  <a:pt x="18730" y="18389"/>
                </a:lnTo>
                <a:lnTo>
                  <a:pt x="18690" y="18389"/>
                </a:lnTo>
              </a:path>
              <a:path w="21600" h="21600">
                <a:moveTo>
                  <a:pt x="18388" y="18308"/>
                </a:moveTo>
                <a:lnTo>
                  <a:pt x="18428" y="18308"/>
                </a:lnTo>
                <a:lnTo>
                  <a:pt x="18428" y="18389"/>
                </a:lnTo>
                <a:lnTo>
                  <a:pt x="18388" y="18389"/>
                </a:lnTo>
              </a:path>
              <a:path w="21600" h="21600">
                <a:moveTo>
                  <a:pt x="17935" y="18308"/>
                </a:moveTo>
                <a:lnTo>
                  <a:pt x="17975" y="18308"/>
                </a:lnTo>
                <a:lnTo>
                  <a:pt x="17975" y="18389"/>
                </a:lnTo>
                <a:lnTo>
                  <a:pt x="17935" y="18389"/>
                </a:lnTo>
              </a:path>
              <a:path w="21600" h="21600">
                <a:moveTo>
                  <a:pt x="16425" y="18308"/>
                </a:moveTo>
                <a:lnTo>
                  <a:pt x="16465" y="18308"/>
                </a:lnTo>
                <a:lnTo>
                  <a:pt x="16465" y="18389"/>
                </a:lnTo>
                <a:lnTo>
                  <a:pt x="16425" y="18389"/>
                </a:lnTo>
              </a:path>
              <a:path w="21600" h="21600">
                <a:moveTo>
                  <a:pt x="15984" y="18308"/>
                </a:moveTo>
                <a:lnTo>
                  <a:pt x="16024" y="18308"/>
                </a:lnTo>
                <a:lnTo>
                  <a:pt x="16024" y="18389"/>
                </a:lnTo>
                <a:lnTo>
                  <a:pt x="15984" y="18389"/>
                </a:lnTo>
              </a:path>
              <a:path w="21600" h="21600">
                <a:moveTo>
                  <a:pt x="15682" y="18308"/>
                </a:moveTo>
                <a:lnTo>
                  <a:pt x="15722" y="18308"/>
                </a:lnTo>
                <a:lnTo>
                  <a:pt x="15722" y="18389"/>
                </a:lnTo>
                <a:lnTo>
                  <a:pt x="15682" y="18389"/>
                </a:lnTo>
              </a:path>
              <a:path w="21600" h="21600">
                <a:moveTo>
                  <a:pt x="15229" y="18308"/>
                </a:moveTo>
                <a:lnTo>
                  <a:pt x="15269" y="18308"/>
                </a:lnTo>
                <a:lnTo>
                  <a:pt x="15269" y="18389"/>
                </a:lnTo>
                <a:lnTo>
                  <a:pt x="15229" y="18389"/>
                </a:lnTo>
              </a:path>
              <a:path w="21600" h="21600">
                <a:moveTo>
                  <a:pt x="13720" y="18308"/>
                </a:moveTo>
                <a:lnTo>
                  <a:pt x="13759" y="18308"/>
                </a:lnTo>
                <a:lnTo>
                  <a:pt x="13759" y="18389"/>
                </a:lnTo>
                <a:lnTo>
                  <a:pt x="13720" y="18389"/>
                </a:lnTo>
              </a:path>
              <a:path w="21600" h="21600">
                <a:moveTo>
                  <a:pt x="13271" y="18308"/>
                </a:moveTo>
                <a:lnTo>
                  <a:pt x="13311" y="18308"/>
                </a:lnTo>
                <a:lnTo>
                  <a:pt x="13311" y="18389"/>
                </a:lnTo>
                <a:lnTo>
                  <a:pt x="13271" y="18389"/>
                </a:lnTo>
              </a:path>
              <a:path w="21600" h="21600">
                <a:moveTo>
                  <a:pt x="12969" y="18308"/>
                </a:moveTo>
                <a:lnTo>
                  <a:pt x="13009" y="18308"/>
                </a:lnTo>
                <a:lnTo>
                  <a:pt x="13009" y="18389"/>
                </a:lnTo>
                <a:lnTo>
                  <a:pt x="12969" y="18389"/>
                </a:lnTo>
              </a:path>
              <a:path w="21600" h="21600">
                <a:moveTo>
                  <a:pt x="12516" y="18308"/>
                </a:moveTo>
                <a:lnTo>
                  <a:pt x="12556" y="18308"/>
                </a:lnTo>
                <a:lnTo>
                  <a:pt x="12556" y="18389"/>
                </a:lnTo>
                <a:lnTo>
                  <a:pt x="12516" y="18389"/>
                </a:lnTo>
              </a:path>
              <a:path w="21600" h="21600">
                <a:moveTo>
                  <a:pt x="11006" y="18308"/>
                </a:moveTo>
                <a:lnTo>
                  <a:pt x="11046" y="18308"/>
                </a:lnTo>
                <a:lnTo>
                  <a:pt x="11046" y="18389"/>
                </a:lnTo>
                <a:lnTo>
                  <a:pt x="11006" y="18389"/>
                </a:lnTo>
              </a:path>
              <a:path w="21600" h="21600">
                <a:moveTo>
                  <a:pt x="9043" y="18308"/>
                </a:moveTo>
                <a:lnTo>
                  <a:pt x="9082" y="18308"/>
                </a:lnTo>
                <a:lnTo>
                  <a:pt x="9082" y="18389"/>
                </a:lnTo>
                <a:lnTo>
                  <a:pt x="9043" y="18389"/>
                </a:lnTo>
              </a:path>
              <a:path w="21600" h="21600">
                <a:moveTo>
                  <a:pt x="8590" y="18308"/>
                </a:moveTo>
                <a:lnTo>
                  <a:pt x="8629" y="18308"/>
                </a:lnTo>
                <a:lnTo>
                  <a:pt x="8629" y="18389"/>
                </a:lnTo>
                <a:lnTo>
                  <a:pt x="8590" y="18389"/>
                </a:lnTo>
              </a:path>
              <a:path w="21600" h="21600">
                <a:moveTo>
                  <a:pt x="8288" y="18308"/>
                </a:moveTo>
                <a:lnTo>
                  <a:pt x="8328" y="18308"/>
                </a:lnTo>
                <a:lnTo>
                  <a:pt x="8328" y="18389"/>
                </a:lnTo>
                <a:lnTo>
                  <a:pt x="8288" y="18389"/>
                </a:lnTo>
              </a:path>
              <a:path w="21600" h="21600">
                <a:moveTo>
                  <a:pt x="7839" y="18308"/>
                </a:moveTo>
                <a:lnTo>
                  <a:pt x="7879" y="18308"/>
                </a:lnTo>
                <a:lnTo>
                  <a:pt x="7879" y="18389"/>
                </a:lnTo>
                <a:lnTo>
                  <a:pt x="7839" y="18389"/>
                </a:lnTo>
              </a:path>
              <a:path w="21600" h="21600">
                <a:moveTo>
                  <a:pt x="6330" y="18308"/>
                </a:moveTo>
                <a:lnTo>
                  <a:pt x="6369" y="18308"/>
                </a:lnTo>
                <a:lnTo>
                  <a:pt x="6369" y="18389"/>
                </a:lnTo>
                <a:lnTo>
                  <a:pt x="6330" y="18389"/>
                </a:lnTo>
              </a:path>
              <a:path w="21600" h="21600">
                <a:moveTo>
                  <a:pt x="5877" y="18308"/>
                </a:moveTo>
                <a:lnTo>
                  <a:pt x="5916" y="18308"/>
                </a:lnTo>
                <a:lnTo>
                  <a:pt x="5916" y="18389"/>
                </a:lnTo>
                <a:lnTo>
                  <a:pt x="5877" y="18389"/>
                </a:lnTo>
              </a:path>
              <a:path w="21600" h="21600">
                <a:moveTo>
                  <a:pt x="5575" y="18308"/>
                </a:moveTo>
                <a:lnTo>
                  <a:pt x="5614" y="18308"/>
                </a:lnTo>
                <a:lnTo>
                  <a:pt x="5614" y="18389"/>
                </a:lnTo>
                <a:lnTo>
                  <a:pt x="5575" y="18389"/>
                </a:lnTo>
              </a:path>
              <a:path w="21600" h="21600">
                <a:moveTo>
                  <a:pt x="5134" y="18308"/>
                </a:moveTo>
                <a:lnTo>
                  <a:pt x="5174" y="18308"/>
                </a:lnTo>
                <a:lnTo>
                  <a:pt x="5174" y="18389"/>
                </a:lnTo>
                <a:lnTo>
                  <a:pt x="5134" y="18389"/>
                </a:lnTo>
              </a:path>
              <a:path w="21600" h="21600">
                <a:moveTo>
                  <a:pt x="2421" y="18308"/>
                </a:moveTo>
                <a:lnTo>
                  <a:pt x="2460" y="18308"/>
                </a:lnTo>
                <a:lnTo>
                  <a:pt x="2460" y="18389"/>
                </a:lnTo>
                <a:lnTo>
                  <a:pt x="2421" y="18389"/>
                </a:lnTo>
              </a:path>
              <a:path w="21600" h="21600">
                <a:moveTo>
                  <a:pt x="911" y="18308"/>
                </a:moveTo>
                <a:lnTo>
                  <a:pt x="951" y="18308"/>
                </a:lnTo>
                <a:lnTo>
                  <a:pt x="951" y="18389"/>
                </a:lnTo>
                <a:lnTo>
                  <a:pt x="911" y="18389"/>
                </a:lnTo>
              </a:path>
              <a:path w="21600" h="21600">
                <a:moveTo>
                  <a:pt x="458" y="18308"/>
                </a:moveTo>
                <a:lnTo>
                  <a:pt x="498" y="18308"/>
                </a:lnTo>
                <a:lnTo>
                  <a:pt x="498" y="18389"/>
                </a:lnTo>
                <a:lnTo>
                  <a:pt x="458" y="18389"/>
                </a:lnTo>
              </a:path>
              <a:path w="21600" h="21600">
                <a:moveTo>
                  <a:pt x="156" y="18308"/>
                </a:moveTo>
                <a:lnTo>
                  <a:pt x="196" y="18308"/>
                </a:lnTo>
                <a:lnTo>
                  <a:pt x="196" y="18389"/>
                </a:lnTo>
                <a:lnTo>
                  <a:pt x="156" y="18389"/>
                </a:lnTo>
              </a:path>
              <a:path w="21600" h="21600">
                <a:moveTo>
                  <a:pt x="20956" y="18305"/>
                </a:moveTo>
                <a:lnTo>
                  <a:pt x="20985" y="18305"/>
                </a:lnTo>
                <a:lnTo>
                  <a:pt x="20985" y="18365"/>
                </a:lnTo>
                <a:lnTo>
                  <a:pt x="20956" y="18365"/>
                </a:lnTo>
              </a:path>
              <a:path w="21600" h="21600">
                <a:moveTo>
                  <a:pt x="18242" y="18305"/>
                </a:moveTo>
                <a:lnTo>
                  <a:pt x="18272" y="18305"/>
                </a:lnTo>
                <a:lnTo>
                  <a:pt x="18272" y="18365"/>
                </a:lnTo>
                <a:lnTo>
                  <a:pt x="18242" y="18365"/>
                </a:lnTo>
              </a:path>
              <a:path w="21600" h="21600">
                <a:moveTo>
                  <a:pt x="15537" y="18305"/>
                </a:moveTo>
                <a:lnTo>
                  <a:pt x="15566" y="18305"/>
                </a:lnTo>
                <a:lnTo>
                  <a:pt x="15566" y="18365"/>
                </a:lnTo>
                <a:lnTo>
                  <a:pt x="15537" y="18365"/>
                </a:lnTo>
              </a:path>
              <a:path w="21600" h="21600">
                <a:moveTo>
                  <a:pt x="12823" y="18305"/>
                </a:moveTo>
                <a:lnTo>
                  <a:pt x="12853" y="18305"/>
                </a:lnTo>
                <a:lnTo>
                  <a:pt x="12853" y="18365"/>
                </a:lnTo>
                <a:lnTo>
                  <a:pt x="12823" y="18365"/>
                </a:lnTo>
              </a:path>
              <a:path w="21600" h="21600">
                <a:moveTo>
                  <a:pt x="6033" y="18305"/>
                </a:moveTo>
                <a:lnTo>
                  <a:pt x="6062" y="18305"/>
                </a:lnTo>
                <a:lnTo>
                  <a:pt x="6062" y="18365"/>
                </a:lnTo>
                <a:lnTo>
                  <a:pt x="6033" y="18365"/>
                </a:lnTo>
              </a:path>
              <a:path w="21600" h="21600">
                <a:moveTo>
                  <a:pt x="3327" y="18305"/>
                </a:moveTo>
                <a:lnTo>
                  <a:pt x="3356" y="18305"/>
                </a:lnTo>
                <a:lnTo>
                  <a:pt x="3356" y="18365"/>
                </a:lnTo>
                <a:lnTo>
                  <a:pt x="3327" y="18365"/>
                </a:lnTo>
              </a:path>
              <a:path w="21600" h="21600">
                <a:moveTo>
                  <a:pt x="614" y="18305"/>
                </a:moveTo>
                <a:lnTo>
                  <a:pt x="643" y="18305"/>
                </a:lnTo>
                <a:lnTo>
                  <a:pt x="643" y="18365"/>
                </a:lnTo>
                <a:lnTo>
                  <a:pt x="614" y="18365"/>
                </a:lnTo>
              </a:path>
              <a:path w="21600" h="21600">
                <a:moveTo>
                  <a:pt x="14469" y="18304"/>
                </a:moveTo>
                <a:lnTo>
                  <a:pt x="14519" y="18304"/>
                </a:lnTo>
                <a:lnTo>
                  <a:pt x="14519" y="18407"/>
                </a:lnTo>
                <a:lnTo>
                  <a:pt x="14469" y="18407"/>
                </a:lnTo>
              </a:path>
              <a:path w="21600" h="21600">
                <a:moveTo>
                  <a:pt x="7079" y="18304"/>
                </a:moveTo>
                <a:lnTo>
                  <a:pt x="7129" y="18304"/>
                </a:lnTo>
                <a:lnTo>
                  <a:pt x="7129" y="18407"/>
                </a:lnTo>
                <a:lnTo>
                  <a:pt x="7079" y="18407"/>
                </a:lnTo>
              </a:path>
              <a:path w="21600" h="21600">
                <a:moveTo>
                  <a:pt x="10853" y="18301"/>
                </a:moveTo>
                <a:lnTo>
                  <a:pt x="10898" y="18301"/>
                </a:lnTo>
                <a:lnTo>
                  <a:pt x="10898" y="18393"/>
                </a:lnTo>
                <a:lnTo>
                  <a:pt x="10853" y="18393"/>
                </a:lnTo>
              </a:path>
              <a:path w="21600" h="21600">
                <a:moveTo>
                  <a:pt x="2867" y="18299"/>
                </a:moveTo>
                <a:lnTo>
                  <a:pt x="2911" y="18299"/>
                </a:lnTo>
                <a:lnTo>
                  <a:pt x="2911" y="18391"/>
                </a:lnTo>
                <a:lnTo>
                  <a:pt x="2867" y="18391"/>
                </a:lnTo>
              </a:path>
              <a:path w="21600" h="21600">
                <a:moveTo>
                  <a:pt x="17637" y="18291"/>
                </a:moveTo>
                <a:lnTo>
                  <a:pt x="17669" y="18291"/>
                </a:lnTo>
                <a:lnTo>
                  <a:pt x="17669" y="18358"/>
                </a:lnTo>
                <a:lnTo>
                  <a:pt x="17637" y="18358"/>
                </a:lnTo>
              </a:path>
              <a:path w="21600" h="21600">
                <a:moveTo>
                  <a:pt x="14931" y="18291"/>
                </a:moveTo>
                <a:lnTo>
                  <a:pt x="14964" y="18291"/>
                </a:lnTo>
                <a:lnTo>
                  <a:pt x="14964" y="18358"/>
                </a:lnTo>
                <a:lnTo>
                  <a:pt x="14931" y="18358"/>
                </a:lnTo>
              </a:path>
              <a:path w="21600" h="21600">
                <a:moveTo>
                  <a:pt x="12218" y="18291"/>
                </a:moveTo>
                <a:lnTo>
                  <a:pt x="12250" y="18291"/>
                </a:lnTo>
                <a:lnTo>
                  <a:pt x="12250" y="18358"/>
                </a:lnTo>
                <a:lnTo>
                  <a:pt x="12218" y="18358"/>
                </a:lnTo>
              </a:path>
              <a:path w="21600" h="21600">
                <a:moveTo>
                  <a:pt x="9348" y="18291"/>
                </a:moveTo>
                <a:lnTo>
                  <a:pt x="9381" y="18291"/>
                </a:lnTo>
                <a:lnTo>
                  <a:pt x="9381" y="18358"/>
                </a:lnTo>
                <a:lnTo>
                  <a:pt x="9348" y="18358"/>
                </a:lnTo>
              </a:path>
              <a:path w="21600" h="21600">
                <a:moveTo>
                  <a:pt x="3930" y="18291"/>
                </a:moveTo>
                <a:lnTo>
                  <a:pt x="3962" y="18291"/>
                </a:lnTo>
                <a:lnTo>
                  <a:pt x="3962" y="18358"/>
                </a:lnTo>
                <a:lnTo>
                  <a:pt x="3930" y="18358"/>
                </a:lnTo>
              </a:path>
              <a:path w="21600" h="21600">
                <a:moveTo>
                  <a:pt x="1216" y="18291"/>
                </a:moveTo>
                <a:lnTo>
                  <a:pt x="1249" y="18291"/>
                </a:lnTo>
                <a:lnTo>
                  <a:pt x="1249" y="18358"/>
                </a:lnTo>
                <a:lnTo>
                  <a:pt x="1216" y="18358"/>
                </a:lnTo>
              </a:path>
              <a:path w="21600" h="21600">
                <a:moveTo>
                  <a:pt x="20048" y="18276"/>
                </a:moveTo>
                <a:lnTo>
                  <a:pt x="20081" y="18276"/>
                </a:lnTo>
                <a:lnTo>
                  <a:pt x="20081" y="18343"/>
                </a:lnTo>
                <a:lnTo>
                  <a:pt x="20048" y="18343"/>
                </a:lnTo>
              </a:path>
              <a:path w="21600" h="21600">
                <a:moveTo>
                  <a:pt x="17335" y="18276"/>
                </a:moveTo>
                <a:lnTo>
                  <a:pt x="17367" y="18276"/>
                </a:lnTo>
                <a:lnTo>
                  <a:pt x="17367" y="18343"/>
                </a:lnTo>
                <a:lnTo>
                  <a:pt x="17335" y="18343"/>
                </a:lnTo>
              </a:path>
              <a:path w="21600" h="21600">
                <a:moveTo>
                  <a:pt x="11916" y="18276"/>
                </a:moveTo>
                <a:lnTo>
                  <a:pt x="11948" y="18276"/>
                </a:lnTo>
                <a:lnTo>
                  <a:pt x="11948" y="18343"/>
                </a:lnTo>
                <a:lnTo>
                  <a:pt x="11916" y="18343"/>
                </a:lnTo>
              </a:path>
              <a:path w="21600" h="21600">
                <a:moveTo>
                  <a:pt x="9650" y="18276"/>
                </a:moveTo>
                <a:lnTo>
                  <a:pt x="9683" y="18276"/>
                </a:lnTo>
                <a:lnTo>
                  <a:pt x="9683" y="18343"/>
                </a:lnTo>
                <a:lnTo>
                  <a:pt x="9650" y="18343"/>
                </a:lnTo>
              </a:path>
              <a:path w="21600" h="21600">
                <a:moveTo>
                  <a:pt x="6937" y="18276"/>
                </a:moveTo>
                <a:lnTo>
                  <a:pt x="6970" y="18276"/>
                </a:lnTo>
                <a:lnTo>
                  <a:pt x="6970" y="18343"/>
                </a:lnTo>
                <a:lnTo>
                  <a:pt x="6937" y="18343"/>
                </a:lnTo>
              </a:path>
              <a:path w="21600" h="21600">
                <a:moveTo>
                  <a:pt x="4232" y="18276"/>
                </a:moveTo>
                <a:lnTo>
                  <a:pt x="4264" y="18276"/>
                </a:lnTo>
                <a:lnTo>
                  <a:pt x="4264" y="18343"/>
                </a:lnTo>
                <a:lnTo>
                  <a:pt x="4232" y="18343"/>
                </a:lnTo>
              </a:path>
              <a:path w="21600" h="21600">
                <a:moveTo>
                  <a:pt x="1518" y="18276"/>
                </a:moveTo>
                <a:lnTo>
                  <a:pt x="1551" y="18276"/>
                </a:lnTo>
                <a:lnTo>
                  <a:pt x="1551" y="18343"/>
                </a:lnTo>
                <a:lnTo>
                  <a:pt x="1518" y="18343"/>
                </a:lnTo>
              </a:path>
              <a:path w="21600" h="21600">
                <a:moveTo>
                  <a:pt x="19590" y="18263"/>
                </a:moveTo>
                <a:lnTo>
                  <a:pt x="19633" y="18263"/>
                </a:lnTo>
                <a:lnTo>
                  <a:pt x="19633" y="18351"/>
                </a:lnTo>
                <a:lnTo>
                  <a:pt x="19590" y="18351"/>
                </a:lnTo>
              </a:path>
              <a:path w="21600" h="21600">
                <a:moveTo>
                  <a:pt x="16877" y="18263"/>
                </a:moveTo>
                <a:lnTo>
                  <a:pt x="16920" y="18263"/>
                </a:lnTo>
                <a:lnTo>
                  <a:pt x="16920" y="18351"/>
                </a:lnTo>
                <a:lnTo>
                  <a:pt x="16877" y="18351"/>
                </a:lnTo>
              </a:path>
              <a:path w="21600" h="21600">
                <a:moveTo>
                  <a:pt x="7385" y="18263"/>
                </a:moveTo>
                <a:lnTo>
                  <a:pt x="7428" y="18263"/>
                </a:lnTo>
                <a:lnTo>
                  <a:pt x="7428" y="18351"/>
                </a:lnTo>
                <a:lnTo>
                  <a:pt x="7385" y="18351"/>
                </a:lnTo>
              </a:path>
              <a:path w="21600" h="21600">
                <a:moveTo>
                  <a:pt x="4679" y="18263"/>
                </a:moveTo>
                <a:lnTo>
                  <a:pt x="4722" y="18263"/>
                </a:lnTo>
                <a:lnTo>
                  <a:pt x="4722" y="18351"/>
                </a:lnTo>
                <a:lnTo>
                  <a:pt x="4679" y="18351"/>
                </a:lnTo>
              </a:path>
              <a:path w="21600" h="21600">
                <a:moveTo>
                  <a:pt x="1966" y="18263"/>
                </a:moveTo>
                <a:lnTo>
                  <a:pt x="2009" y="18263"/>
                </a:lnTo>
                <a:lnTo>
                  <a:pt x="2009" y="18351"/>
                </a:lnTo>
                <a:lnTo>
                  <a:pt x="1966" y="18351"/>
                </a:lnTo>
              </a:path>
              <a:path w="21600" h="21600">
                <a:moveTo>
                  <a:pt x="21553" y="18245"/>
                </a:moveTo>
                <a:lnTo>
                  <a:pt x="21586" y="18245"/>
                </a:lnTo>
                <a:lnTo>
                  <a:pt x="21586" y="18313"/>
                </a:lnTo>
                <a:lnTo>
                  <a:pt x="21553" y="18313"/>
                </a:lnTo>
              </a:path>
              <a:path w="21600" h="21600">
                <a:moveTo>
                  <a:pt x="12073" y="18245"/>
                </a:moveTo>
                <a:lnTo>
                  <a:pt x="12093" y="18245"/>
                </a:lnTo>
                <a:lnTo>
                  <a:pt x="12093" y="18287"/>
                </a:lnTo>
                <a:lnTo>
                  <a:pt x="12073" y="18287"/>
                </a:lnTo>
              </a:path>
              <a:path w="21600" h="21600">
                <a:moveTo>
                  <a:pt x="6641" y="18245"/>
                </a:moveTo>
                <a:lnTo>
                  <a:pt x="6662" y="18245"/>
                </a:lnTo>
                <a:lnTo>
                  <a:pt x="6662" y="18287"/>
                </a:lnTo>
                <a:lnTo>
                  <a:pt x="6641" y="18287"/>
                </a:lnTo>
              </a:path>
              <a:path w="21600" h="21600">
                <a:moveTo>
                  <a:pt x="13" y="18245"/>
                </a:moveTo>
                <a:lnTo>
                  <a:pt x="46" y="18245"/>
                </a:lnTo>
                <a:lnTo>
                  <a:pt x="46" y="18313"/>
                </a:lnTo>
                <a:lnTo>
                  <a:pt x="13" y="18313"/>
                </a:lnTo>
              </a:path>
              <a:path w="21600" h="21600">
                <a:moveTo>
                  <a:pt x="19449" y="18241"/>
                </a:moveTo>
                <a:lnTo>
                  <a:pt x="19472" y="18241"/>
                </a:lnTo>
                <a:lnTo>
                  <a:pt x="19472" y="18286"/>
                </a:lnTo>
                <a:lnTo>
                  <a:pt x="19449" y="18286"/>
                </a:lnTo>
              </a:path>
              <a:path w="21600" h="21600">
                <a:moveTo>
                  <a:pt x="12669" y="18236"/>
                </a:moveTo>
                <a:lnTo>
                  <a:pt x="12705" y="18236"/>
                </a:lnTo>
                <a:lnTo>
                  <a:pt x="12705" y="18310"/>
                </a:lnTo>
                <a:lnTo>
                  <a:pt x="12669" y="18310"/>
                </a:lnTo>
              </a:path>
              <a:path w="21600" h="21600">
                <a:moveTo>
                  <a:pt x="8894" y="18236"/>
                </a:moveTo>
                <a:lnTo>
                  <a:pt x="8930" y="18236"/>
                </a:lnTo>
                <a:lnTo>
                  <a:pt x="8930" y="18310"/>
                </a:lnTo>
                <a:lnTo>
                  <a:pt x="8894" y="18310"/>
                </a:lnTo>
              </a:path>
              <a:path w="21600" h="21600">
                <a:moveTo>
                  <a:pt x="3475" y="18236"/>
                </a:moveTo>
                <a:lnTo>
                  <a:pt x="3511" y="18236"/>
                </a:lnTo>
                <a:lnTo>
                  <a:pt x="3511" y="18310"/>
                </a:lnTo>
                <a:lnTo>
                  <a:pt x="3475" y="18310"/>
                </a:lnTo>
              </a:path>
              <a:path w="21600" h="21600">
                <a:moveTo>
                  <a:pt x="10557" y="18235"/>
                </a:moveTo>
                <a:lnTo>
                  <a:pt x="10588" y="18235"/>
                </a:lnTo>
                <a:lnTo>
                  <a:pt x="10588" y="18298"/>
                </a:lnTo>
                <a:lnTo>
                  <a:pt x="10557" y="18298"/>
                </a:lnTo>
              </a:path>
              <a:path w="21600" h="21600">
                <a:moveTo>
                  <a:pt x="21409" y="18231"/>
                </a:moveTo>
                <a:lnTo>
                  <a:pt x="21438" y="18231"/>
                </a:lnTo>
                <a:lnTo>
                  <a:pt x="21438" y="18291"/>
                </a:lnTo>
                <a:lnTo>
                  <a:pt x="21409" y="18291"/>
                </a:lnTo>
              </a:path>
              <a:path w="21600" h="21600">
                <a:moveTo>
                  <a:pt x="5728" y="18227"/>
                </a:moveTo>
                <a:lnTo>
                  <a:pt x="5763" y="18227"/>
                </a:lnTo>
                <a:lnTo>
                  <a:pt x="5763" y="18297"/>
                </a:lnTo>
                <a:lnTo>
                  <a:pt x="5728" y="18297"/>
                </a:lnTo>
              </a:path>
              <a:path w="21600" h="21600">
                <a:moveTo>
                  <a:pt x="16730" y="18218"/>
                </a:moveTo>
                <a:lnTo>
                  <a:pt x="16764" y="18218"/>
                </a:lnTo>
                <a:lnTo>
                  <a:pt x="16764" y="18289"/>
                </a:lnTo>
                <a:lnTo>
                  <a:pt x="16730" y="18289"/>
                </a:lnTo>
              </a:path>
              <a:path w="21600" h="21600">
                <a:moveTo>
                  <a:pt x="14024" y="18218"/>
                </a:moveTo>
                <a:lnTo>
                  <a:pt x="14059" y="18218"/>
                </a:lnTo>
                <a:lnTo>
                  <a:pt x="14059" y="18289"/>
                </a:lnTo>
                <a:lnTo>
                  <a:pt x="14024" y="18289"/>
                </a:lnTo>
              </a:path>
              <a:path w="21600" h="21600">
                <a:moveTo>
                  <a:pt x="11311" y="18218"/>
                </a:moveTo>
                <a:lnTo>
                  <a:pt x="11345" y="18218"/>
                </a:lnTo>
                <a:lnTo>
                  <a:pt x="11345" y="18289"/>
                </a:lnTo>
                <a:lnTo>
                  <a:pt x="11311" y="18289"/>
                </a:lnTo>
              </a:path>
              <a:path w="21600" h="21600">
                <a:moveTo>
                  <a:pt x="10253" y="18218"/>
                </a:moveTo>
                <a:lnTo>
                  <a:pt x="10288" y="18218"/>
                </a:lnTo>
                <a:lnTo>
                  <a:pt x="10288" y="18289"/>
                </a:lnTo>
                <a:lnTo>
                  <a:pt x="10253" y="18289"/>
                </a:lnTo>
              </a:path>
              <a:path w="21600" h="21600">
                <a:moveTo>
                  <a:pt x="7540" y="18218"/>
                </a:moveTo>
                <a:lnTo>
                  <a:pt x="7574" y="18218"/>
                </a:lnTo>
                <a:lnTo>
                  <a:pt x="7574" y="18289"/>
                </a:lnTo>
                <a:lnTo>
                  <a:pt x="7540" y="18289"/>
                </a:lnTo>
              </a:path>
              <a:path w="21600" h="21600">
                <a:moveTo>
                  <a:pt x="4835" y="18218"/>
                </a:moveTo>
                <a:lnTo>
                  <a:pt x="4869" y="18218"/>
                </a:lnTo>
                <a:lnTo>
                  <a:pt x="4869" y="18289"/>
                </a:lnTo>
                <a:lnTo>
                  <a:pt x="4835" y="18289"/>
                </a:lnTo>
              </a:path>
              <a:path w="21600" h="21600">
                <a:moveTo>
                  <a:pt x="2121" y="18218"/>
                </a:moveTo>
                <a:lnTo>
                  <a:pt x="2156" y="18218"/>
                </a:lnTo>
                <a:lnTo>
                  <a:pt x="2156" y="18289"/>
                </a:lnTo>
                <a:lnTo>
                  <a:pt x="2121" y="18289"/>
                </a:lnTo>
              </a:path>
              <a:path w="21600" h="21600">
                <a:moveTo>
                  <a:pt x="19289" y="18205"/>
                </a:moveTo>
                <a:lnTo>
                  <a:pt x="19330" y="18205"/>
                </a:lnTo>
                <a:lnTo>
                  <a:pt x="19330" y="18289"/>
                </a:lnTo>
                <a:lnTo>
                  <a:pt x="19289" y="18289"/>
                </a:lnTo>
              </a:path>
              <a:path w="21600" h="21600">
                <a:moveTo>
                  <a:pt x="13870" y="18205"/>
                </a:moveTo>
                <a:lnTo>
                  <a:pt x="13911" y="18205"/>
                </a:lnTo>
                <a:lnTo>
                  <a:pt x="13911" y="18289"/>
                </a:lnTo>
                <a:lnTo>
                  <a:pt x="13870" y="18289"/>
                </a:lnTo>
              </a:path>
              <a:path w="21600" h="21600">
                <a:moveTo>
                  <a:pt x="7688" y="18205"/>
                </a:moveTo>
                <a:lnTo>
                  <a:pt x="7729" y="18205"/>
                </a:lnTo>
                <a:lnTo>
                  <a:pt x="7729" y="18289"/>
                </a:lnTo>
                <a:lnTo>
                  <a:pt x="7688" y="18289"/>
                </a:lnTo>
              </a:path>
              <a:path w="21600" h="21600">
                <a:moveTo>
                  <a:pt x="2269" y="18205"/>
                </a:moveTo>
                <a:lnTo>
                  <a:pt x="2310" y="18205"/>
                </a:lnTo>
                <a:lnTo>
                  <a:pt x="2310" y="18289"/>
                </a:lnTo>
                <a:lnTo>
                  <a:pt x="2269" y="18289"/>
                </a:lnTo>
              </a:path>
              <a:path w="21600" h="21600">
                <a:moveTo>
                  <a:pt x="21107" y="18189"/>
                </a:moveTo>
                <a:lnTo>
                  <a:pt x="21136" y="18189"/>
                </a:lnTo>
                <a:lnTo>
                  <a:pt x="21136" y="18249"/>
                </a:lnTo>
                <a:lnTo>
                  <a:pt x="21107" y="18249"/>
                </a:lnTo>
              </a:path>
              <a:path w="21600" h="21600">
                <a:moveTo>
                  <a:pt x="3629" y="18189"/>
                </a:moveTo>
                <a:lnTo>
                  <a:pt x="3658" y="18189"/>
                </a:lnTo>
                <a:lnTo>
                  <a:pt x="3658" y="18249"/>
                </a:lnTo>
                <a:lnTo>
                  <a:pt x="3629" y="18249"/>
                </a:lnTo>
              </a:path>
              <a:path w="21600" h="21600">
                <a:moveTo>
                  <a:pt x="1058" y="18171"/>
                </a:moveTo>
                <a:lnTo>
                  <a:pt x="1106" y="18171"/>
                </a:lnTo>
                <a:lnTo>
                  <a:pt x="1106" y="18270"/>
                </a:lnTo>
                <a:lnTo>
                  <a:pt x="1058" y="18270"/>
                </a:lnTo>
              </a:path>
              <a:path w="21600" h="21600">
                <a:moveTo>
                  <a:pt x="1370" y="18165"/>
                </a:moveTo>
                <a:lnTo>
                  <a:pt x="1397" y="18165"/>
                </a:lnTo>
                <a:lnTo>
                  <a:pt x="1397" y="18221"/>
                </a:lnTo>
                <a:lnTo>
                  <a:pt x="1370" y="18221"/>
                </a:lnTo>
              </a:path>
              <a:path w="21600" h="21600">
                <a:moveTo>
                  <a:pt x="12360" y="18164"/>
                </a:moveTo>
                <a:lnTo>
                  <a:pt x="12410" y="18164"/>
                </a:lnTo>
                <a:lnTo>
                  <a:pt x="12410" y="18267"/>
                </a:lnTo>
                <a:lnTo>
                  <a:pt x="12360" y="18267"/>
                </a:lnTo>
              </a:path>
              <a:path w="21600" h="21600">
                <a:moveTo>
                  <a:pt x="9189" y="18164"/>
                </a:moveTo>
                <a:lnTo>
                  <a:pt x="9239" y="18164"/>
                </a:lnTo>
                <a:lnTo>
                  <a:pt x="9239" y="18267"/>
                </a:lnTo>
                <a:lnTo>
                  <a:pt x="9189" y="18267"/>
                </a:lnTo>
              </a:path>
              <a:path w="21600" h="21600">
                <a:moveTo>
                  <a:pt x="10409" y="18155"/>
                </a:moveTo>
                <a:lnTo>
                  <a:pt x="10434" y="18155"/>
                </a:lnTo>
                <a:lnTo>
                  <a:pt x="10434" y="18208"/>
                </a:lnTo>
                <a:lnTo>
                  <a:pt x="10409" y="18208"/>
                </a:lnTo>
              </a:path>
              <a:path w="21600" h="21600">
                <a:moveTo>
                  <a:pt x="2716" y="18150"/>
                </a:moveTo>
                <a:lnTo>
                  <a:pt x="2768" y="18150"/>
                </a:lnTo>
                <a:lnTo>
                  <a:pt x="2768" y="18256"/>
                </a:lnTo>
                <a:lnTo>
                  <a:pt x="2716" y="18256"/>
                </a:lnTo>
              </a:path>
              <a:path w="21600" h="21600">
                <a:moveTo>
                  <a:pt x="1663" y="18149"/>
                </a:moveTo>
                <a:lnTo>
                  <a:pt x="1708" y="18149"/>
                </a:lnTo>
                <a:lnTo>
                  <a:pt x="1708" y="18241"/>
                </a:lnTo>
                <a:lnTo>
                  <a:pt x="1663" y="18241"/>
                </a:lnTo>
              </a:path>
              <a:path w="21600" h="21600">
                <a:moveTo>
                  <a:pt x="16278" y="18134"/>
                </a:moveTo>
                <a:lnTo>
                  <a:pt x="16311" y="18134"/>
                </a:lnTo>
                <a:lnTo>
                  <a:pt x="16311" y="18200"/>
                </a:lnTo>
                <a:lnTo>
                  <a:pt x="16278" y="18200"/>
                </a:lnTo>
              </a:path>
              <a:path w="21600" h="21600">
                <a:moveTo>
                  <a:pt x="5288" y="18134"/>
                </a:moveTo>
                <a:lnTo>
                  <a:pt x="5321" y="18134"/>
                </a:lnTo>
                <a:lnTo>
                  <a:pt x="5321" y="18200"/>
                </a:lnTo>
                <a:lnTo>
                  <a:pt x="5288" y="18200"/>
                </a:lnTo>
              </a:path>
              <a:path w="21600" h="21600">
                <a:moveTo>
                  <a:pt x="14178" y="18129"/>
                </a:moveTo>
                <a:lnTo>
                  <a:pt x="14207" y="18129"/>
                </a:lnTo>
                <a:lnTo>
                  <a:pt x="14207" y="18189"/>
                </a:lnTo>
                <a:lnTo>
                  <a:pt x="14178" y="18189"/>
                </a:lnTo>
              </a:path>
              <a:path w="21600" h="21600">
                <a:moveTo>
                  <a:pt x="18094" y="18125"/>
                </a:moveTo>
                <a:lnTo>
                  <a:pt x="18118" y="18125"/>
                </a:lnTo>
                <a:lnTo>
                  <a:pt x="18118" y="18174"/>
                </a:lnTo>
                <a:lnTo>
                  <a:pt x="18094" y="18174"/>
                </a:lnTo>
              </a:path>
              <a:path w="21600" h="21600">
                <a:moveTo>
                  <a:pt x="17033" y="18118"/>
                </a:moveTo>
                <a:lnTo>
                  <a:pt x="17065" y="18118"/>
                </a:lnTo>
                <a:lnTo>
                  <a:pt x="17065" y="18185"/>
                </a:lnTo>
                <a:lnTo>
                  <a:pt x="17033" y="18185"/>
                </a:lnTo>
              </a:path>
              <a:path w="21600" h="21600">
                <a:moveTo>
                  <a:pt x="11614" y="18118"/>
                </a:moveTo>
                <a:lnTo>
                  <a:pt x="11646" y="18118"/>
                </a:lnTo>
                <a:lnTo>
                  <a:pt x="11646" y="18185"/>
                </a:lnTo>
                <a:lnTo>
                  <a:pt x="11614" y="18185"/>
                </a:lnTo>
              </a:path>
              <a:path w="21600" h="21600">
                <a:moveTo>
                  <a:pt x="9952" y="18118"/>
                </a:moveTo>
                <a:lnTo>
                  <a:pt x="9985" y="18118"/>
                </a:lnTo>
                <a:lnTo>
                  <a:pt x="9985" y="18185"/>
                </a:lnTo>
                <a:lnTo>
                  <a:pt x="9952" y="18185"/>
                </a:lnTo>
              </a:path>
              <a:path w="21600" h="21600">
                <a:moveTo>
                  <a:pt x="4533" y="18118"/>
                </a:moveTo>
                <a:lnTo>
                  <a:pt x="4566" y="18118"/>
                </a:lnTo>
                <a:lnTo>
                  <a:pt x="4566" y="18185"/>
                </a:lnTo>
                <a:lnTo>
                  <a:pt x="4533" y="18185"/>
                </a:lnTo>
              </a:path>
              <a:path w="21600" h="21600">
                <a:moveTo>
                  <a:pt x="20957" y="18118"/>
                </a:moveTo>
                <a:lnTo>
                  <a:pt x="20984" y="18118"/>
                </a:lnTo>
                <a:lnTo>
                  <a:pt x="20984" y="18174"/>
                </a:lnTo>
                <a:lnTo>
                  <a:pt x="20957" y="18174"/>
                </a:lnTo>
              </a:path>
              <a:path w="21600" h="21600">
                <a:moveTo>
                  <a:pt x="18243" y="18118"/>
                </a:moveTo>
                <a:lnTo>
                  <a:pt x="18271" y="18118"/>
                </a:lnTo>
                <a:lnTo>
                  <a:pt x="18271" y="18174"/>
                </a:lnTo>
                <a:lnTo>
                  <a:pt x="18243" y="18174"/>
                </a:lnTo>
              </a:path>
              <a:path w="21600" h="21600">
                <a:moveTo>
                  <a:pt x="15538" y="18118"/>
                </a:moveTo>
                <a:lnTo>
                  <a:pt x="15565" y="18118"/>
                </a:lnTo>
                <a:lnTo>
                  <a:pt x="15565" y="18174"/>
                </a:lnTo>
                <a:lnTo>
                  <a:pt x="15538" y="18174"/>
                </a:lnTo>
              </a:path>
              <a:path w="21600" h="21600">
                <a:moveTo>
                  <a:pt x="12824" y="18118"/>
                </a:moveTo>
                <a:lnTo>
                  <a:pt x="12852" y="18118"/>
                </a:lnTo>
                <a:lnTo>
                  <a:pt x="12852" y="18174"/>
                </a:lnTo>
                <a:lnTo>
                  <a:pt x="12824" y="18174"/>
                </a:lnTo>
              </a:path>
              <a:path w="21600" h="21600">
                <a:moveTo>
                  <a:pt x="6034" y="18118"/>
                </a:moveTo>
                <a:lnTo>
                  <a:pt x="6061" y="18118"/>
                </a:lnTo>
                <a:lnTo>
                  <a:pt x="6061" y="18174"/>
                </a:lnTo>
                <a:lnTo>
                  <a:pt x="6034" y="18174"/>
                </a:lnTo>
              </a:path>
              <a:path w="21600" h="21600">
                <a:moveTo>
                  <a:pt x="3328" y="18118"/>
                </a:moveTo>
                <a:lnTo>
                  <a:pt x="3356" y="18118"/>
                </a:lnTo>
                <a:lnTo>
                  <a:pt x="3356" y="18174"/>
                </a:lnTo>
                <a:lnTo>
                  <a:pt x="3328" y="18174"/>
                </a:lnTo>
              </a:path>
              <a:path w="21600" h="21600">
                <a:moveTo>
                  <a:pt x="615" y="18118"/>
                </a:moveTo>
                <a:lnTo>
                  <a:pt x="642" y="18118"/>
                </a:lnTo>
                <a:lnTo>
                  <a:pt x="642" y="18174"/>
                </a:lnTo>
                <a:lnTo>
                  <a:pt x="615" y="18174"/>
                </a:lnTo>
              </a:path>
              <a:path w="21600" h="21600">
                <a:moveTo>
                  <a:pt x="20196" y="18114"/>
                </a:moveTo>
                <a:lnTo>
                  <a:pt x="20235" y="18114"/>
                </a:lnTo>
                <a:lnTo>
                  <a:pt x="20235" y="18195"/>
                </a:lnTo>
                <a:lnTo>
                  <a:pt x="20196" y="18195"/>
                </a:lnTo>
              </a:path>
              <a:path w="21600" h="21600">
                <a:moveTo>
                  <a:pt x="14776" y="18114"/>
                </a:moveTo>
                <a:lnTo>
                  <a:pt x="14816" y="18114"/>
                </a:lnTo>
                <a:lnTo>
                  <a:pt x="14816" y="18195"/>
                </a:lnTo>
                <a:lnTo>
                  <a:pt x="14776" y="18195"/>
                </a:lnTo>
              </a:path>
              <a:path w="21600" h="21600">
                <a:moveTo>
                  <a:pt x="9496" y="18114"/>
                </a:moveTo>
                <a:lnTo>
                  <a:pt x="9535" y="18114"/>
                </a:lnTo>
                <a:lnTo>
                  <a:pt x="9535" y="18195"/>
                </a:lnTo>
                <a:lnTo>
                  <a:pt x="9496" y="18195"/>
                </a:lnTo>
              </a:path>
              <a:path w="21600" h="21600">
                <a:moveTo>
                  <a:pt x="6783" y="18114"/>
                </a:moveTo>
                <a:lnTo>
                  <a:pt x="6822" y="18114"/>
                </a:lnTo>
                <a:lnTo>
                  <a:pt x="6822" y="18195"/>
                </a:lnTo>
                <a:lnTo>
                  <a:pt x="6783" y="18195"/>
                </a:lnTo>
              </a:path>
              <a:path w="21600" h="21600">
                <a:moveTo>
                  <a:pt x="4077" y="18114"/>
                </a:moveTo>
                <a:lnTo>
                  <a:pt x="4117" y="18114"/>
                </a:lnTo>
                <a:lnTo>
                  <a:pt x="4117" y="18195"/>
                </a:lnTo>
                <a:lnTo>
                  <a:pt x="4077" y="18195"/>
                </a:lnTo>
              </a:path>
              <a:path w="21600" h="21600">
                <a:moveTo>
                  <a:pt x="17638" y="18084"/>
                </a:moveTo>
                <a:lnTo>
                  <a:pt x="17668" y="18084"/>
                </a:lnTo>
                <a:lnTo>
                  <a:pt x="17668" y="18147"/>
                </a:lnTo>
                <a:lnTo>
                  <a:pt x="17638" y="18147"/>
                </a:lnTo>
              </a:path>
              <a:path w="21600" h="21600">
                <a:moveTo>
                  <a:pt x="14932" y="18084"/>
                </a:moveTo>
                <a:lnTo>
                  <a:pt x="14963" y="18084"/>
                </a:lnTo>
                <a:lnTo>
                  <a:pt x="14963" y="18147"/>
                </a:lnTo>
                <a:lnTo>
                  <a:pt x="14932" y="18147"/>
                </a:lnTo>
              </a:path>
              <a:path w="21600" h="21600">
                <a:moveTo>
                  <a:pt x="12219" y="18084"/>
                </a:moveTo>
                <a:lnTo>
                  <a:pt x="12249" y="18084"/>
                </a:lnTo>
                <a:lnTo>
                  <a:pt x="12249" y="18147"/>
                </a:lnTo>
                <a:lnTo>
                  <a:pt x="12219" y="18147"/>
                </a:lnTo>
              </a:path>
              <a:path w="21600" h="21600">
                <a:moveTo>
                  <a:pt x="9349" y="18084"/>
                </a:moveTo>
                <a:lnTo>
                  <a:pt x="9380" y="18084"/>
                </a:lnTo>
                <a:lnTo>
                  <a:pt x="9380" y="18147"/>
                </a:lnTo>
                <a:lnTo>
                  <a:pt x="9349" y="18147"/>
                </a:lnTo>
              </a:path>
              <a:path w="21600" h="21600">
                <a:moveTo>
                  <a:pt x="3930" y="18084"/>
                </a:moveTo>
                <a:lnTo>
                  <a:pt x="3961" y="18084"/>
                </a:lnTo>
                <a:lnTo>
                  <a:pt x="3961" y="18147"/>
                </a:lnTo>
                <a:lnTo>
                  <a:pt x="3930" y="18147"/>
                </a:lnTo>
              </a:path>
              <a:path w="21600" h="21600">
                <a:moveTo>
                  <a:pt x="1217" y="18084"/>
                </a:moveTo>
                <a:lnTo>
                  <a:pt x="1248" y="18084"/>
                </a:lnTo>
                <a:lnTo>
                  <a:pt x="1248" y="18147"/>
                </a:lnTo>
                <a:lnTo>
                  <a:pt x="1217" y="18147"/>
                </a:lnTo>
              </a:path>
              <a:path w="21600" h="21600">
                <a:moveTo>
                  <a:pt x="4380" y="18072"/>
                </a:moveTo>
                <a:lnTo>
                  <a:pt x="4418" y="18072"/>
                </a:lnTo>
                <a:lnTo>
                  <a:pt x="4418" y="18150"/>
                </a:lnTo>
                <a:lnTo>
                  <a:pt x="4380" y="18150"/>
                </a:lnTo>
              </a:path>
              <a:path w="21600" h="21600">
                <a:moveTo>
                  <a:pt x="20049" y="18068"/>
                </a:moveTo>
                <a:lnTo>
                  <a:pt x="20080" y="18068"/>
                </a:lnTo>
                <a:lnTo>
                  <a:pt x="20080" y="18131"/>
                </a:lnTo>
                <a:lnTo>
                  <a:pt x="20049" y="18131"/>
                </a:lnTo>
              </a:path>
              <a:path w="21600" h="21600">
                <a:moveTo>
                  <a:pt x="17336" y="18068"/>
                </a:moveTo>
                <a:lnTo>
                  <a:pt x="17367" y="18068"/>
                </a:lnTo>
                <a:lnTo>
                  <a:pt x="17367" y="18131"/>
                </a:lnTo>
                <a:lnTo>
                  <a:pt x="17336" y="18131"/>
                </a:lnTo>
              </a:path>
              <a:path w="21600" h="21600">
                <a:moveTo>
                  <a:pt x="11917" y="18068"/>
                </a:moveTo>
                <a:lnTo>
                  <a:pt x="11947" y="18068"/>
                </a:lnTo>
                <a:lnTo>
                  <a:pt x="11947" y="18131"/>
                </a:lnTo>
                <a:lnTo>
                  <a:pt x="11917" y="18131"/>
                </a:lnTo>
              </a:path>
              <a:path w="21600" h="21600">
                <a:moveTo>
                  <a:pt x="9651" y="18068"/>
                </a:moveTo>
                <a:lnTo>
                  <a:pt x="9682" y="18068"/>
                </a:lnTo>
                <a:lnTo>
                  <a:pt x="9682" y="18131"/>
                </a:lnTo>
                <a:lnTo>
                  <a:pt x="9651" y="18131"/>
                </a:lnTo>
              </a:path>
              <a:path w="21600" h="21600">
                <a:moveTo>
                  <a:pt x="6938" y="18068"/>
                </a:moveTo>
                <a:lnTo>
                  <a:pt x="6969" y="18068"/>
                </a:lnTo>
                <a:lnTo>
                  <a:pt x="6969" y="18131"/>
                </a:lnTo>
                <a:lnTo>
                  <a:pt x="6938" y="18131"/>
                </a:lnTo>
              </a:path>
              <a:path w="21600" h="21600">
                <a:moveTo>
                  <a:pt x="4232" y="18068"/>
                </a:moveTo>
                <a:lnTo>
                  <a:pt x="4263" y="18068"/>
                </a:lnTo>
                <a:lnTo>
                  <a:pt x="4263" y="18131"/>
                </a:lnTo>
                <a:lnTo>
                  <a:pt x="4232" y="18131"/>
                </a:lnTo>
              </a:path>
              <a:path w="21600" h="21600">
                <a:moveTo>
                  <a:pt x="1519" y="18068"/>
                </a:moveTo>
                <a:lnTo>
                  <a:pt x="1550" y="18068"/>
                </a:lnTo>
                <a:lnTo>
                  <a:pt x="1550" y="18131"/>
                </a:lnTo>
                <a:lnTo>
                  <a:pt x="1519" y="18131"/>
                </a:lnTo>
              </a:path>
              <a:path w="21600" h="21600">
                <a:moveTo>
                  <a:pt x="3178" y="18053"/>
                </a:moveTo>
                <a:lnTo>
                  <a:pt x="3204" y="18053"/>
                </a:lnTo>
                <a:lnTo>
                  <a:pt x="3204" y="18106"/>
                </a:lnTo>
                <a:lnTo>
                  <a:pt x="3178" y="18106"/>
                </a:lnTo>
              </a:path>
              <a:path w="21600" h="21600">
                <a:moveTo>
                  <a:pt x="17187" y="18049"/>
                </a:moveTo>
                <a:lnTo>
                  <a:pt x="17213" y="18049"/>
                </a:lnTo>
                <a:lnTo>
                  <a:pt x="17213" y="18101"/>
                </a:lnTo>
                <a:lnTo>
                  <a:pt x="17187" y="18101"/>
                </a:lnTo>
              </a:path>
              <a:path w="21600" h="21600">
                <a:moveTo>
                  <a:pt x="20649" y="18046"/>
                </a:moveTo>
                <a:lnTo>
                  <a:pt x="20687" y="18046"/>
                </a:lnTo>
                <a:lnTo>
                  <a:pt x="20687" y="18124"/>
                </a:lnTo>
                <a:lnTo>
                  <a:pt x="20649" y="18124"/>
                </a:lnTo>
              </a:path>
              <a:path w="21600" h="21600">
                <a:moveTo>
                  <a:pt x="19139" y="18046"/>
                </a:moveTo>
                <a:lnTo>
                  <a:pt x="19177" y="18046"/>
                </a:lnTo>
                <a:lnTo>
                  <a:pt x="19177" y="18124"/>
                </a:lnTo>
                <a:lnTo>
                  <a:pt x="19139" y="18124"/>
                </a:lnTo>
              </a:path>
              <a:path w="21600" h="21600">
                <a:moveTo>
                  <a:pt x="18691" y="18046"/>
                </a:moveTo>
                <a:lnTo>
                  <a:pt x="18729" y="18046"/>
                </a:lnTo>
                <a:lnTo>
                  <a:pt x="18729" y="18124"/>
                </a:lnTo>
                <a:lnTo>
                  <a:pt x="18691" y="18124"/>
                </a:lnTo>
              </a:path>
              <a:path w="21600" h="21600">
                <a:moveTo>
                  <a:pt x="18389" y="18046"/>
                </a:moveTo>
                <a:lnTo>
                  <a:pt x="18427" y="18046"/>
                </a:lnTo>
                <a:lnTo>
                  <a:pt x="18427" y="18124"/>
                </a:lnTo>
                <a:lnTo>
                  <a:pt x="18389" y="18124"/>
                </a:lnTo>
              </a:path>
              <a:path w="21600" h="21600">
                <a:moveTo>
                  <a:pt x="17936" y="18046"/>
                </a:moveTo>
                <a:lnTo>
                  <a:pt x="17974" y="18046"/>
                </a:lnTo>
                <a:lnTo>
                  <a:pt x="17974" y="18124"/>
                </a:lnTo>
                <a:lnTo>
                  <a:pt x="17936" y="18124"/>
                </a:lnTo>
              </a:path>
              <a:path w="21600" h="21600">
                <a:moveTo>
                  <a:pt x="16426" y="18046"/>
                </a:moveTo>
                <a:lnTo>
                  <a:pt x="16464" y="18046"/>
                </a:lnTo>
                <a:lnTo>
                  <a:pt x="16464" y="18124"/>
                </a:lnTo>
                <a:lnTo>
                  <a:pt x="16426" y="18124"/>
                </a:lnTo>
              </a:path>
              <a:path w="21600" h="21600">
                <a:moveTo>
                  <a:pt x="15985" y="18046"/>
                </a:moveTo>
                <a:lnTo>
                  <a:pt x="16023" y="18046"/>
                </a:lnTo>
                <a:lnTo>
                  <a:pt x="16023" y="18124"/>
                </a:lnTo>
                <a:lnTo>
                  <a:pt x="15985" y="18124"/>
                </a:lnTo>
              </a:path>
              <a:path w="21600" h="21600">
                <a:moveTo>
                  <a:pt x="15683" y="18046"/>
                </a:moveTo>
                <a:lnTo>
                  <a:pt x="15721" y="18046"/>
                </a:lnTo>
                <a:lnTo>
                  <a:pt x="15721" y="18124"/>
                </a:lnTo>
                <a:lnTo>
                  <a:pt x="15683" y="18124"/>
                </a:lnTo>
              </a:path>
              <a:path w="21600" h="21600">
                <a:moveTo>
                  <a:pt x="15230" y="18046"/>
                </a:moveTo>
                <a:lnTo>
                  <a:pt x="15268" y="18046"/>
                </a:lnTo>
                <a:lnTo>
                  <a:pt x="15268" y="18124"/>
                </a:lnTo>
                <a:lnTo>
                  <a:pt x="15230" y="18124"/>
                </a:lnTo>
              </a:path>
              <a:path w="21600" h="21600">
                <a:moveTo>
                  <a:pt x="13720" y="18046"/>
                </a:moveTo>
                <a:lnTo>
                  <a:pt x="13758" y="18046"/>
                </a:lnTo>
                <a:lnTo>
                  <a:pt x="13758" y="18124"/>
                </a:lnTo>
                <a:lnTo>
                  <a:pt x="13720" y="18124"/>
                </a:lnTo>
              </a:path>
              <a:path w="21600" h="21600">
                <a:moveTo>
                  <a:pt x="13272" y="18046"/>
                </a:moveTo>
                <a:lnTo>
                  <a:pt x="13310" y="18046"/>
                </a:lnTo>
                <a:lnTo>
                  <a:pt x="13310" y="18124"/>
                </a:lnTo>
                <a:lnTo>
                  <a:pt x="13272" y="18124"/>
                </a:lnTo>
              </a:path>
              <a:path w="21600" h="21600">
                <a:moveTo>
                  <a:pt x="12970" y="18046"/>
                </a:moveTo>
                <a:lnTo>
                  <a:pt x="13008" y="18046"/>
                </a:lnTo>
                <a:lnTo>
                  <a:pt x="13008" y="18124"/>
                </a:lnTo>
                <a:lnTo>
                  <a:pt x="12970" y="18124"/>
                </a:lnTo>
              </a:path>
              <a:path w="21600" h="21600">
                <a:moveTo>
                  <a:pt x="12517" y="18046"/>
                </a:moveTo>
                <a:lnTo>
                  <a:pt x="12555" y="18046"/>
                </a:lnTo>
                <a:lnTo>
                  <a:pt x="12555" y="18124"/>
                </a:lnTo>
                <a:lnTo>
                  <a:pt x="12517" y="18124"/>
                </a:lnTo>
              </a:path>
              <a:path w="21600" h="21600">
                <a:moveTo>
                  <a:pt x="11007" y="18046"/>
                </a:moveTo>
                <a:lnTo>
                  <a:pt x="11045" y="18046"/>
                </a:lnTo>
                <a:lnTo>
                  <a:pt x="11045" y="18124"/>
                </a:lnTo>
                <a:lnTo>
                  <a:pt x="11007" y="18124"/>
                </a:lnTo>
              </a:path>
              <a:path w="21600" h="21600">
                <a:moveTo>
                  <a:pt x="9044" y="18046"/>
                </a:moveTo>
                <a:lnTo>
                  <a:pt x="9082" y="18046"/>
                </a:lnTo>
                <a:lnTo>
                  <a:pt x="9082" y="18124"/>
                </a:lnTo>
                <a:lnTo>
                  <a:pt x="9044" y="18124"/>
                </a:lnTo>
              </a:path>
              <a:path w="21600" h="21600">
                <a:moveTo>
                  <a:pt x="8591" y="18046"/>
                </a:moveTo>
                <a:lnTo>
                  <a:pt x="8629" y="18046"/>
                </a:lnTo>
                <a:lnTo>
                  <a:pt x="8629" y="18124"/>
                </a:lnTo>
                <a:lnTo>
                  <a:pt x="8591" y="18124"/>
                </a:lnTo>
              </a:path>
              <a:path w="21600" h="21600">
                <a:moveTo>
                  <a:pt x="8289" y="18046"/>
                </a:moveTo>
                <a:lnTo>
                  <a:pt x="8327" y="18046"/>
                </a:lnTo>
                <a:lnTo>
                  <a:pt x="8327" y="18124"/>
                </a:lnTo>
                <a:lnTo>
                  <a:pt x="8289" y="18124"/>
                </a:lnTo>
              </a:path>
              <a:path w="21600" h="21600">
                <a:moveTo>
                  <a:pt x="7840" y="18046"/>
                </a:moveTo>
                <a:lnTo>
                  <a:pt x="7878" y="18046"/>
                </a:lnTo>
                <a:lnTo>
                  <a:pt x="7878" y="18124"/>
                </a:lnTo>
                <a:lnTo>
                  <a:pt x="7840" y="18124"/>
                </a:lnTo>
              </a:path>
              <a:path w="21600" h="21600">
                <a:moveTo>
                  <a:pt x="6331" y="18046"/>
                </a:moveTo>
                <a:lnTo>
                  <a:pt x="6368" y="18046"/>
                </a:lnTo>
                <a:lnTo>
                  <a:pt x="6368" y="18124"/>
                </a:lnTo>
                <a:lnTo>
                  <a:pt x="6331" y="18124"/>
                </a:lnTo>
              </a:path>
              <a:path w="21600" h="21600">
                <a:moveTo>
                  <a:pt x="5878" y="18046"/>
                </a:moveTo>
                <a:lnTo>
                  <a:pt x="5916" y="18046"/>
                </a:lnTo>
                <a:lnTo>
                  <a:pt x="5916" y="18124"/>
                </a:lnTo>
                <a:lnTo>
                  <a:pt x="5878" y="18124"/>
                </a:lnTo>
              </a:path>
              <a:path w="21600" h="21600">
                <a:moveTo>
                  <a:pt x="5576" y="18046"/>
                </a:moveTo>
                <a:lnTo>
                  <a:pt x="5614" y="18046"/>
                </a:lnTo>
                <a:lnTo>
                  <a:pt x="5614" y="18124"/>
                </a:lnTo>
                <a:lnTo>
                  <a:pt x="5576" y="18124"/>
                </a:lnTo>
              </a:path>
              <a:path w="21600" h="21600">
                <a:moveTo>
                  <a:pt x="5135" y="18046"/>
                </a:moveTo>
                <a:lnTo>
                  <a:pt x="5173" y="18046"/>
                </a:lnTo>
                <a:lnTo>
                  <a:pt x="5173" y="18124"/>
                </a:lnTo>
                <a:lnTo>
                  <a:pt x="5135" y="18124"/>
                </a:lnTo>
              </a:path>
              <a:path w="21600" h="21600">
                <a:moveTo>
                  <a:pt x="2422" y="18046"/>
                </a:moveTo>
                <a:lnTo>
                  <a:pt x="2459" y="18046"/>
                </a:lnTo>
                <a:lnTo>
                  <a:pt x="2459" y="18124"/>
                </a:lnTo>
                <a:lnTo>
                  <a:pt x="2422" y="18124"/>
                </a:lnTo>
              </a:path>
              <a:path w="21600" h="21600">
                <a:moveTo>
                  <a:pt x="912" y="18046"/>
                </a:moveTo>
                <a:lnTo>
                  <a:pt x="950" y="18046"/>
                </a:lnTo>
                <a:lnTo>
                  <a:pt x="950" y="18124"/>
                </a:lnTo>
                <a:lnTo>
                  <a:pt x="912" y="18124"/>
                </a:lnTo>
              </a:path>
              <a:path w="21600" h="21600">
                <a:moveTo>
                  <a:pt x="459" y="18046"/>
                </a:moveTo>
                <a:lnTo>
                  <a:pt x="497" y="18046"/>
                </a:lnTo>
                <a:lnTo>
                  <a:pt x="497" y="18124"/>
                </a:lnTo>
                <a:lnTo>
                  <a:pt x="459" y="18124"/>
                </a:lnTo>
              </a:path>
              <a:path w="21600" h="21600">
                <a:moveTo>
                  <a:pt x="157" y="18046"/>
                </a:moveTo>
                <a:lnTo>
                  <a:pt x="195" y="18046"/>
                </a:lnTo>
                <a:lnTo>
                  <a:pt x="195" y="18124"/>
                </a:lnTo>
                <a:lnTo>
                  <a:pt x="157" y="18124"/>
                </a:lnTo>
              </a:path>
              <a:path w="21600" h="21600">
                <a:moveTo>
                  <a:pt x="2867" y="18037"/>
                </a:moveTo>
                <a:lnTo>
                  <a:pt x="2911" y="18037"/>
                </a:lnTo>
                <a:lnTo>
                  <a:pt x="2911" y="18126"/>
                </a:lnTo>
                <a:lnTo>
                  <a:pt x="2867" y="18126"/>
                </a:lnTo>
              </a:path>
              <a:path w="21600" h="21600">
                <a:moveTo>
                  <a:pt x="11455" y="18034"/>
                </a:moveTo>
                <a:lnTo>
                  <a:pt x="11503" y="18034"/>
                </a:lnTo>
                <a:lnTo>
                  <a:pt x="11503" y="18133"/>
                </a:lnTo>
                <a:lnTo>
                  <a:pt x="11455" y="18133"/>
                </a:lnTo>
              </a:path>
              <a:path w="21600" h="21600">
                <a:moveTo>
                  <a:pt x="17779" y="18024"/>
                </a:moveTo>
                <a:lnTo>
                  <a:pt x="17829" y="18024"/>
                </a:lnTo>
                <a:lnTo>
                  <a:pt x="17829" y="18127"/>
                </a:lnTo>
                <a:lnTo>
                  <a:pt x="17779" y="18127"/>
                </a:lnTo>
              </a:path>
              <a:path w="21600" h="21600">
                <a:moveTo>
                  <a:pt x="3770" y="18024"/>
                </a:moveTo>
                <a:lnTo>
                  <a:pt x="3820" y="18024"/>
                </a:lnTo>
                <a:lnTo>
                  <a:pt x="3820" y="18127"/>
                </a:lnTo>
                <a:lnTo>
                  <a:pt x="3770" y="18127"/>
                </a:lnTo>
              </a:path>
              <a:path w="21600" h="21600">
                <a:moveTo>
                  <a:pt x="21252" y="18021"/>
                </a:moveTo>
                <a:lnTo>
                  <a:pt x="21293" y="18021"/>
                </a:lnTo>
                <a:lnTo>
                  <a:pt x="21293" y="18106"/>
                </a:lnTo>
                <a:lnTo>
                  <a:pt x="21252" y="18106"/>
                </a:lnTo>
              </a:path>
              <a:path w="21600" h="21600">
                <a:moveTo>
                  <a:pt x="18538" y="18021"/>
                </a:moveTo>
                <a:lnTo>
                  <a:pt x="18580" y="18021"/>
                </a:lnTo>
                <a:lnTo>
                  <a:pt x="18580" y="18106"/>
                </a:lnTo>
                <a:lnTo>
                  <a:pt x="18538" y="18106"/>
                </a:lnTo>
              </a:path>
              <a:path w="21600" h="21600">
                <a:moveTo>
                  <a:pt x="15833" y="18021"/>
                </a:moveTo>
                <a:lnTo>
                  <a:pt x="15874" y="18021"/>
                </a:lnTo>
                <a:lnTo>
                  <a:pt x="15874" y="18106"/>
                </a:lnTo>
                <a:lnTo>
                  <a:pt x="15833" y="18106"/>
                </a:lnTo>
              </a:path>
              <a:path w="21600" h="21600">
                <a:moveTo>
                  <a:pt x="13119" y="18021"/>
                </a:moveTo>
                <a:lnTo>
                  <a:pt x="13161" y="18021"/>
                </a:lnTo>
                <a:lnTo>
                  <a:pt x="13161" y="18106"/>
                </a:lnTo>
                <a:lnTo>
                  <a:pt x="13119" y="18106"/>
                </a:lnTo>
              </a:path>
              <a:path w="21600" h="21600">
                <a:moveTo>
                  <a:pt x="8438" y="18021"/>
                </a:moveTo>
                <a:lnTo>
                  <a:pt x="8479" y="18021"/>
                </a:lnTo>
                <a:lnTo>
                  <a:pt x="8479" y="18106"/>
                </a:lnTo>
                <a:lnTo>
                  <a:pt x="8438" y="18106"/>
                </a:lnTo>
              </a:path>
              <a:path w="21600" h="21600">
                <a:moveTo>
                  <a:pt x="3019" y="18021"/>
                </a:moveTo>
                <a:lnTo>
                  <a:pt x="3061" y="18021"/>
                </a:lnTo>
                <a:lnTo>
                  <a:pt x="3061" y="18106"/>
                </a:lnTo>
                <a:lnTo>
                  <a:pt x="3019" y="18106"/>
                </a:lnTo>
              </a:path>
              <a:path w="21600" h="21600">
                <a:moveTo>
                  <a:pt x="306" y="18021"/>
                </a:moveTo>
                <a:lnTo>
                  <a:pt x="347" y="18021"/>
                </a:lnTo>
                <a:lnTo>
                  <a:pt x="347" y="18106"/>
                </a:lnTo>
                <a:lnTo>
                  <a:pt x="306" y="18106"/>
                </a:lnTo>
              </a:path>
              <a:path w="21600" h="21600">
                <a:moveTo>
                  <a:pt x="19450" y="18018"/>
                </a:moveTo>
                <a:lnTo>
                  <a:pt x="19471" y="18018"/>
                </a:lnTo>
                <a:lnTo>
                  <a:pt x="19471" y="18060"/>
                </a:lnTo>
                <a:lnTo>
                  <a:pt x="19450" y="18060"/>
                </a:lnTo>
              </a:path>
              <a:path w="21600" h="21600">
                <a:moveTo>
                  <a:pt x="12670" y="18001"/>
                </a:moveTo>
                <a:lnTo>
                  <a:pt x="12704" y="18001"/>
                </a:lnTo>
                <a:lnTo>
                  <a:pt x="12704" y="18071"/>
                </a:lnTo>
                <a:lnTo>
                  <a:pt x="12670" y="18071"/>
                </a:lnTo>
              </a:path>
              <a:path w="21600" h="21600">
                <a:moveTo>
                  <a:pt x="8895" y="18001"/>
                </a:moveTo>
                <a:lnTo>
                  <a:pt x="8929" y="18001"/>
                </a:lnTo>
                <a:lnTo>
                  <a:pt x="8929" y="18071"/>
                </a:lnTo>
                <a:lnTo>
                  <a:pt x="8895" y="18071"/>
                </a:lnTo>
              </a:path>
              <a:path w="21600" h="21600">
                <a:moveTo>
                  <a:pt x="3476" y="18001"/>
                </a:moveTo>
                <a:lnTo>
                  <a:pt x="3510" y="18001"/>
                </a:lnTo>
                <a:lnTo>
                  <a:pt x="3510" y="18071"/>
                </a:lnTo>
                <a:lnTo>
                  <a:pt x="3476" y="18071"/>
                </a:lnTo>
              </a:path>
              <a:path w="21600" h="21600">
                <a:moveTo>
                  <a:pt x="16731" y="17996"/>
                </a:moveTo>
                <a:lnTo>
                  <a:pt x="16764" y="17996"/>
                </a:lnTo>
                <a:lnTo>
                  <a:pt x="16764" y="18063"/>
                </a:lnTo>
                <a:lnTo>
                  <a:pt x="16731" y="18063"/>
                </a:lnTo>
              </a:path>
              <a:path w="21600" h="21600">
                <a:moveTo>
                  <a:pt x="14025" y="17996"/>
                </a:moveTo>
                <a:lnTo>
                  <a:pt x="14058" y="17996"/>
                </a:lnTo>
                <a:lnTo>
                  <a:pt x="14058" y="18063"/>
                </a:lnTo>
                <a:lnTo>
                  <a:pt x="14025" y="18063"/>
                </a:lnTo>
              </a:path>
              <a:path w="21600" h="21600">
                <a:moveTo>
                  <a:pt x="11312" y="17996"/>
                </a:moveTo>
                <a:lnTo>
                  <a:pt x="11344" y="17996"/>
                </a:lnTo>
                <a:lnTo>
                  <a:pt x="11344" y="18063"/>
                </a:lnTo>
                <a:lnTo>
                  <a:pt x="11312" y="18063"/>
                </a:lnTo>
              </a:path>
              <a:path w="21600" h="21600">
                <a:moveTo>
                  <a:pt x="10254" y="17996"/>
                </a:moveTo>
                <a:lnTo>
                  <a:pt x="10287" y="17996"/>
                </a:lnTo>
                <a:lnTo>
                  <a:pt x="10287" y="18063"/>
                </a:lnTo>
                <a:lnTo>
                  <a:pt x="10254" y="18063"/>
                </a:lnTo>
              </a:path>
              <a:path w="21600" h="21600">
                <a:moveTo>
                  <a:pt x="7541" y="17996"/>
                </a:moveTo>
                <a:lnTo>
                  <a:pt x="7574" y="17996"/>
                </a:lnTo>
                <a:lnTo>
                  <a:pt x="7574" y="18063"/>
                </a:lnTo>
                <a:lnTo>
                  <a:pt x="7541" y="18063"/>
                </a:lnTo>
              </a:path>
              <a:path w="21600" h="21600">
                <a:moveTo>
                  <a:pt x="4835" y="17996"/>
                </a:moveTo>
                <a:lnTo>
                  <a:pt x="4868" y="17996"/>
                </a:lnTo>
                <a:lnTo>
                  <a:pt x="4868" y="18063"/>
                </a:lnTo>
                <a:lnTo>
                  <a:pt x="4835" y="18063"/>
                </a:lnTo>
              </a:path>
              <a:path w="21600" h="21600">
                <a:moveTo>
                  <a:pt x="2122" y="17996"/>
                </a:moveTo>
                <a:lnTo>
                  <a:pt x="2155" y="17996"/>
                </a:lnTo>
                <a:lnTo>
                  <a:pt x="2155" y="18063"/>
                </a:lnTo>
                <a:lnTo>
                  <a:pt x="2122" y="18063"/>
                </a:lnTo>
              </a:path>
              <a:path w="21600" h="21600">
                <a:moveTo>
                  <a:pt x="16573" y="17995"/>
                </a:moveTo>
                <a:lnTo>
                  <a:pt x="16619" y="17995"/>
                </a:lnTo>
                <a:lnTo>
                  <a:pt x="16619" y="18090"/>
                </a:lnTo>
                <a:lnTo>
                  <a:pt x="16573" y="18090"/>
                </a:lnTo>
              </a:path>
              <a:path w="21600" h="21600">
                <a:moveTo>
                  <a:pt x="4979" y="17995"/>
                </a:moveTo>
                <a:lnTo>
                  <a:pt x="5026" y="17995"/>
                </a:lnTo>
                <a:lnTo>
                  <a:pt x="5026" y="18090"/>
                </a:lnTo>
                <a:lnTo>
                  <a:pt x="4979" y="18090"/>
                </a:lnTo>
              </a:path>
              <a:path w="21600" h="21600">
                <a:moveTo>
                  <a:pt x="20496" y="17984"/>
                </a:moveTo>
                <a:lnTo>
                  <a:pt x="20539" y="17984"/>
                </a:lnTo>
                <a:lnTo>
                  <a:pt x="20539" y="18073"/>
                </a:lnTo>
                <a:lnTo>
                  <a:pt x="20496" y="18073"/>
                </a:lnTo>
              </a:path>
              <a:path w="21600" h="21600">
                <a:moveTo>
                  <a:pt x="15077" y="17984"/>
                </a:moveTo>
                <a:lnTo>
                  <a:pt x="15120" y="17984"/>
                </a:lnTo>
                <a:lnTo>
                  <a:pt x="15120" y="18073"/>
                </a:lnTo>
                <a:lnTo>
                  <a:pt x="15077" y="18073"/>
                </a:lnTo>
              </a:path>
              <a:path w="21600" h="21600">
                <a:moveTo>
                  <a:pt x="6479" y="17984"/>
                </a:moveTo>
                <a:lnTo>
                  <a:pt x="6522" y="17984"/>
                </a:lnTo>
                <a:lnTo>
                  <a:pt x="6522" y="18073"/>
                </a:lnTo>
                <a:lnTo>
                  <a:pt x="6479" y="18073"/>
                </a:lnTo>
              </a:path>
              <a:path w="21600" h="21600">
                <a:moveTo>
                  <a:pt x="10409" y="17978"/>
                </a:moveTo>
                <a:lnTo>
                  <a:pt x="10433" y="17978"/>
                </a:lnTo>
                <a:lnTo>
                  <a:pt x="10433" y="18027"/>
                </a:lnTo>
                <a:lnTo>
                  <a:pt x="10409" y="18027"/>
                </a:lnTo>
              </a:path>
              <a:path w="21600" h="21600">
                <a:moveTo>
                  <a:pt x="10854" y="17974"/>
                </a:moveTo>
                <a:lnTo>
                  <a:pt x="10897" y="17974"/>
                </a:lnTo>
                <a:lnTo>
                  <a:pt x="10897" y="18062"/>
                </a:lnTo>
                <a:lnTo>
                  <a:pt x="10854" y="18062"/>
                </a:lnTo>
              </a:path>
              <a:path w="21600" h="21600">
                <a:moveTo>
                  <a:pt x="10558" y="17974"/>
                </a:moveTo>
                <a:lnTo>
                  <a:pt x="10587" y="17974"/>
                </a:lnTo>
                <a:lnTo>
                  <a:pt x="10587" y="18034"/>
                </a:lnTo>
                <a:lnTo>
                  <a:pt x="10558" y="18034"/>
                </a:lnTo>
              </a:path>
              <a:path w="21600" h="21600">
                <a:moveTo>
                  <a:pt x="762" y="17973"/>
                </a:moveTo>
                <a:lnTo>
                  <a:pt x="798" y="17973"/>
                </a:lnTo>
                <a:lnTo>
                  <a:pt x="798" y="18047"/>
                </a:lnTo>
                <a:lnTo>
                  <a:pt x="762" y="18047"/>
                </a:lnTo>
              </a:path>
              <a:path w="21600" h="21600">
                <a:moveTo>
                  <a:pt x="21410" y="17970"/>
                </a:moveTo>
                <a:lnTo>
                  <a:pt x="21437" y="17970"/>
                </a:lnTo>
                <a:lnTo>
                  <a:pt x="21437" y="18026"/>
                </a:lnTo>
                <a:lnTo>
                  <a:pt x="21410" y="18026"/>
                </a:lnTo>
              </a:path>
              <a:path w="21600" h="21600">
                <a:moveTo>
                  <a:pt x="20797" y="17967"/>
                </a:moveTo>
                <a:lnTo>
                  <a:pt x="20842" y="17967"/>
                </a:lnTo>
                <a:lnTo>
                  <a:pt x="20842" y="18059"/>
                </a:lnTo>
                <a:lnTo>
                  <a:pt x="20797" y="18059"/>
                </a:lnTo>
              </a:path>
              <a:path w="21600" h="21600">
                <a:moveTo>
                  <a:pt x="19591" y="17958"/>
                </a:moveTo>
                <a:lnTo>
                  <a:pt x="19632" y="17958"/>
                </a:lnTo>
                <a:lnTo>
                  <a:pt x="19632" y="18043"/>
                </a:lnTo>
                <a:lnTo>
                  <a:pt x="19591" y="18043"/>
                </a:lnTo>
              </a:path>
              <a:path w="21600" h="21600">
                <a:moveTo>
                  <a:pt x="16877" y="17958"/>
                </a:moveTo>
                <a:lnTo>
                  <a:pt x="16919" y="17958"/>
                </a:lnTo>
                <a:lnTo>
                  <a:pt x="16919" y="18043"/>
                </a:lnTo>
                <a:lnTo>
                  <a:pt x="16877" y="18043"/>
                </a:lnTo>
              </a:path>
              <a:path w="21600" h="21600">
                <a:moveTo>
                  <a:pt x="7386" y="17958"/>
                </a:moveTo>
                <a:lnTo>
                  <a:pt x="7427" y="17958"/>
                </a:lnTo>
                <a:lnTo>
                  <a:pt x="7427" y="18043"/>
                </a:lnTo>
                <a:lnTo>
                  <a:pt x="7386" y="18043"/>
                </a:lnTo>
              </a:path>
              <a:path w="21600" h="21600">
                <a:moveTo>
                  <a:pt x="4680" y="17958"/>
                </a:moveTo>
                <a:lnTo>
                  <a:pt x="4721" y="17958"/>
                </a:lnTo>
                <a:lnTo>
                  <a:pt x="4721" y="18043"/>
                </a:lnTo>
                <a:lnTo>
                  <a:pt x="4680" y="18043"/>
                </a:lnTo>
              </a:path>
              <a:path w="21600" h="21600">
                <a:moveTo>
                  <a:pt x="1967" y="17958"/>
                </a:moveTo>
                <a:lnTo>
                  <a:pt x="2008" y="17958"/>
                </a:lnTo>
                <a:lnTo>
                  <a:pt x="2008" y="18043"/>
                </a:lnTo>
                <a:lnTo>
                  <a:pt x="1967" y="18043"/>
                </a:lnTo>
              </a:path>
              <a:path w="21600" h="21600">
                <a:moveTo>
                  <a:pt x="11759" y="17957"/>
                </a:moveTo>
                <a:lnTo>
                  <a:pt x="11803" y="17957"/>
                </a:lnTo>
                <a:lnTo>
                  <a:pt x="11803" y="18049"/>
                </a:lnTo>
                <a:lnTo>
                  <a:pt x="11759" y="18049"/>
                </a:lnTo>
              </a:path>
              <a:path w="21600" h="21600">
                <a:moveTo>
                  <a:pt x="9795" y="17957"/>
                </a:moveTo>
                <a:lnTo>
                  <a:pt x="9840" y="17957"/>
                </a:lnTo>
                <a:lnTo>
                  <a:pt x="9840" y="18049"/>
                </a:lnTo>
                <a:lnTo>
                  <a:pt x="9795" y="18049"/>
                </a:lnTo>
              </a:path>
              <a:path w="21600" h="21600">
                <a:moveTo>
                  <a:pt x="10104" y="17950"/>
                </a:moveTo>
                <a:lnTo>
                  <a:pt x="10135" y="17950"/>
                </a:lnTo>
                <a:lnTo>
                  <a:pt x="10135" y="18013"/>
                </a:lnTo>
                <a:lnTo>
                  <a:pt x="10104" y="18013"/>
                </a:lnTo>
              </a:path>
              <a:path w="21600" h="21600">
                <a:moveTo>
                  <a:pt x="20957" y="17931"/>
                </a:moveTo>
                <a:lnTo>
                  <a:pt x="20983" y="17931"/>
                </a:lnTo>
                <a:lnTo>
                  <a:pt x="20983" y="17984"/>
                </a:lnTo>
                <a:lnTo>
                  <a:pt x="20957" y="17984"/>
                </a:lnTo>
              </a:path>
              <a:path w="21600" h="21600">
                <a:moveTo>
                  <a:pt x="18244" y="17931"/>
                </a:moveTo>
                <a:lnTo>
                  <a:pt x="18270" y="17931"/>
                </a:lnTo>
                <a:lnTo>
                  <a:pt x="18270" y="17984"/>
                </a:lnTo>
                <a:lnTo>
                  <a:pt x="18244" y="17984"/>
                </a:lnTo>
              </a:path>
              <a:path w="21600" h="21600">
                <a:moveTo>
                  <a:pt x="15538" y="17931"/>
                </a:moveTo>
                <a:lnTo>
                  <a:pt x="15564" y="17931"/>
                </a:lnTo>
                <a:lnTo>
                  <a:pt x="15564" y="17984"/>
                </a:lnTo>
                <a:lnTo>
                  <a:pt x="15538" y="17984"/>
                </a:lnTo>
              </a:path>
              <a:path w="21600" h="21600">
                <a:moveTo>
                  <a:pt x="12825" y="17931"/>
                </a:moveTo>
                <a:lnTo>
                  <a:pt x="12851" y="17931"/>
                </a:lnTo>
                <a:lnTo>
                  <a:pt x="12851" y="17984"/>
                </a:lnTo>
                <a:lnTo>
                  <a:pt x="12825" y="17984"/>
                </a:lnTo>
              </a:path>
              <a:path w="21600" h="21600">
                <a:moveTo>
                  <a:pt x="6035" y="17931"/>
                </a:moveTo>
                <a:lnTo>
                  <a:pt x="6060" y="17931"/>
                </a:lnTo>
                <a:lnTo>
                  <a:pt x="6060" y="17984"/>
                </a:lnTo>
                <a:lnTo>
                  <a:pt x="6035" y="17984"/>
                </a:lnTo>
              </a:path>
              <a:path w="21600" h="21600">
                <a:moveTo>
                  <a:pt x="3329" y="17931"/>
                </a:moveTo>
                <a:lnTo>
                  <a:pt x="3355" y="17931"/>
                </a:lnTo>
                <a:lnTo>
                  <a:pt x="3355" y="17984"/>
                </a:lnTo>
                <a:lnTo>
                  <a:pt x="3329" y="17984"/>
                </a:lnTo>
              </a:path>
              <a:path w="21600" h="21600">
                <a:moveTo>
                  <a:pt x="616" y="17931"/>
                </a:moveTo>
                <a:lnTo>
                  <a:pt x="642" y="17931"/>
                </a:lnTo>
                <a:lnTo>
                  <a:pt x="642" y="17984"/>
                </a:lnTo>
                <a:lnTo>
                  <a:pt x="616" y="17984"/>
                </a:lnTo>
              </a:path>
              <a:path w="21600" h="21600">
                <a:moveTo>
                  <a:pt x="21108" y="17928"/>
                </a:moveTo>
                <a:lnTo>
                  <a:pt x="21135" y="17928"/>
                </a:lnTo>
                <a:lnTo>
                  <a:pt x="21135" y="17984"/>
                </a:lnTo>
                <a:lnTo>
                  <a:pt x="21108" y="17984"/>
                </a:lnTo>
              </a:path>
              <a:path w="21600" h="21600">
                <a:moveTo>
                  <a:pt x="3630" y="17928"/>
                </a:moveTo>
                <a:lnTo>
                  <a:pt x="3658" y="17928"/>
                </a:lnTo>
                <a:lnTo>
                  <a:pt x="3658" y="17984"/>
                </a:lnTo>
                <a:lnTo>
                  <a:pt x="3630" y="17984"/>
                </a:lnTo>
              </a:path>
              <a:path w="21600" h="21600">
                <a:moveTo>
                  <a:pt x="5729" y="17926"/>
                </a:moveTo>
                <a:lnTo>
                  <a:pt x="5762" y="17926"/>
                </a:lnTo>
                <a:lnTo>
                  <a:pt x="5762" y="17993"/>
                </a:lnTo>
                <a:lnTo>
                  <a:pt x="5729" y="17993"/>
                </a:lnTo>
              </a:path>
              <a:path w="21600" h="21600">
                <a:moveTo>
                  <a:pt x="13410" y="17924"/>
                </a:moveTo>
                <a:lnTo>
                  <a:pt x="13465" y="17924"/>
                </a:lnTo>
                <a:lnTo>
                  <a:pt x="13465" y="18036"/>
                </a:lnTo>
                <a:lnTo>
                  <a:pt x="13410" y="18036"/>
                </a:lnTo>
              </a:path>
              <a:path w="21600" h="21600">
                <a:moveTo>
                  <a:pt x="8134" y="17924"/>
                </a:moveTo>
                <a:lnTo>
                  <a:pt x="8189" y="17924"/>
                </a:lnTo>
                <a:lnTo>
                  <a:pt x="8189" y="18036"/>
                </a:lnTo>
                <a:lnTo>
                  <a:pt x="8134" y="18036"/>
                </a:lnTo>
              </a:path>
              <a:path w="21600" h="21600">
                <a:moveTo>
                  <a:pt x="16279" y="17918"/>
                </a:moveTo>
                <a:lnTo>
                  <a:pt x="16310" y="17918"/>
                </a:lnTo>
                <a:lnTo>
                  <a:pt x="16310" y="17982"/>
                </a:lnTo>
                <a:lnTo>
                  <a:pt x="16279" y="17982"/>
                </a:lnTo>
              </a:path>
              <a:path w="21600" h="21600">
                <a:moveTo>
                  <a:pt x="5289" y="17918"/>
                </a:moveTo>
                <a:lnTo>
                  <a:pt x="5320" y="17918"/>
                </a:lnTo>
                <a:lnTo>
                  <a:pt x="5320" y="17982"/>
                </a:lnTo>
                <a:lnTo>
                  <a:pt x="5289" y="17982"/>
                </a:lnTo>
              </a:path>
              <a:path w="21600" h="21600">
                <a:moveTo>
                  <a:pt x="19290" y="17917"/>
                </a:moveTo>
                <a:lnTo>
                  <a:pt x="19329" y="17917"/>
                </a:lnTo>
                <a:lnTo>
                  <a:pt x="19329" y="17998"/>
                </a:lnTo>
                <a:lnTo>
                  <a:pt x="19290" y="17998"/>
                </a:lnTo>
              </a:path>
              <a:path w="21600" h="21600">
                <a:moveTo>
                  <a:pt x="13871" y="17917"/>
                </a:moveTo>
                <a:lnTo>
                  <a:pt x="13910" y="17917"/>
                </a:lnTo>
                <a:lnTo>
                  <a:pt x="13910" y="17998"/>
                </a:lnTo>
                <a:lnTo>
                  <a:pt x="13871" y="17998"/>
                </a:lnTo>
              </a:path>
              <a:path w="21600" h="21600">
                <a:moveTo>
                  <a:pt x="7688" y="17917"/>
                </a:moveTo>
                <a:lnTo>
                  <a:pt x="7728" y="17917"/>
                </a:lnTo>
                <a:lnTo>
                  <a:pt x="7728" y="17998"/>
                </a:lnTo>
                <a:lnTo>
                  <a:pt x="7688" y="17998"/>
                </a:lnTo>
              </a:path>
              <a:path w="21600" h="21600">
                <a:moveTo>
                  <a:pt x="2270" y="17917"/>
                </a:moveTo>
                <a:lnTo>
                  <a:pt x="2309" y="17917"/>
                </a:lnTo>
                <a:lnTo>
                  <a:pt x="2309" y="17998"/>
                </a:lnTo>
                <a:lnTo>
                  <a:pt x="2270" y="17998"/>
                </a:lnTo>
              </a:path>
              <a:path w="21600" h="21600">
                <a:moveTo>
                  <a:pt x="17034" y="17902"/>
                </a:moveTo>
                <a:lnTo>
                  <a:pt x="17065" y="17902"/>
                </a:lnTo>
                <a:lnTo>
                  <a:pt x="17065" y="17965"/>
                </a:lnTo>
                <a:lnTo>
                  <a:pt x="17034" y="17965"/>
                </a:lnTo>
              </a:path>
              <a:path w="21600" h="21600">
                <a:moveTo>
                  <a:pt x="11615" y="17902"/>
                </a:moveTo>
                <a:lnTo>
                  <a:pt x="11646" y="17902"/>
                </a:lnTo>
                <a:lnTo>
                  <a:pt x="11646" y="17965"/>
                </a:lnTo>
                <a:lnTo>
                  <a:pt x="11615" y="17965"/>
                </a:lnTo>
              </a:path>
              <a:path w="21600" h="21600">
                <a:moveTo>
                  <a:pt x="9953" y="17902"/>
                </a:moveTo>
                <a:lnTo>
                  <a:pt x="9984" y="17902"/>
                </a:lnTo>
                <a:lnTo>
                  <a:pt x="9984" y="17965"/>
                </a:lnTo>
                <a:lnTo>
                  <a:pt x="9953" y="17965"/>
                </a:lnTo>
              </a:path>
              <a:path w="21600" h="21600">
                <a:moveTo>
                  <a:pt x="4534" y="17902"/>
                </a:moveTo>
                <a:lnTo>
                  <a:pt x="4565" y="17902"/>
                </a:lnTo>
                <a:lnTo>
                  <a:pt x="4565" y="17965"/>
                </a:lnTo>
                <a:lnTo>
                  <a:pt x="4534" y="17965"/>
                </a:lnTo>
              </a:path>
              <a:path w="21600" h="21600">
                <a:moveTo>
                  <a:pt x="18095" y="17891"/>
                </a:moveTo>
                <a:lnTo>
                  <a:pt x="18117" y="17891"/>
                </a:lnTo>
                <a:lnTo>
                  <a:pt x="18117" y="17936"/>
                </a:lnTo>
                <a:lnTo>
                  <a:pt x="18095" y="17936"/>
                </a:lnTo>
              </a:path>
              <a:path w="21600" h="21600">
                <a:moveTo>
                  <a:pt x="1371" y="17891"/>
                </a:moveTo>
                <a:lnTo>
                  <a:pt x="1397" y="17891"/>
                </a:lnTo>
                <a:lnTo>
                  <a:pt x="1397" y="17943"/>
                </a:lnTo>
                <a:lnTo>
                  <a:pt x="1371" y="17943"/>
                </a:lnTo>
              </a:path>
              <a:path w="21600" h="21600">
                <a:moveTo>
                  <a:pt x="17639" y="17877"/>
                </a:moveTo>
                <a:lnTo>
                  <a:pt x="17668" y="17877"/>
                </a:lnTo>
                <a:lnTo>
                  <a:pt x="17668" y="17937"/>
                </a:lnTo>
                <a:lnTo>
                  <a:pt x="17639" y="17937"/>
                </a:lnTo>
              </a:path>
              <a:path w="21600" h="21600">
                <a:moveTo>
                  <a:pt x="14933" y="17877"/>
                </a:moveTo>
                <a:lnTo>
                  <a:pt x="14962" y="17877"/>
                </a:lnTo>
                <a:lnTo>
                  <a:pt x="14962" y="17937"/>
                </a:lnTo>
                <a:lnTo>
                  <a:pt x="14933" y="17937"/>
                </a:lnTo>
              </a:path>
              <a:path w="21600" h="21600">
                <a:moveTo>
                  <a:pt x="12219" y="17877"/>
                </a:moveTo>
                <a:lnTo>
                  <a:pt x="12249" y="17877"/>
                </a:lnTo>
                <a:lnTo>
                  <a:pt x="12249" y="17937"/>
                </a:lnTo>
                <a:lnTo>
                  <a:pt x="12219" y="17937"/>
                </a:lnTo>
              </a:path>
              <a:path w="21600" h="21600">
                <a:moveTo>
                  <a:pt x="9350" y="17877"/>
                </a:moveTo>
                <a:lnTo>
                  <a:pt x="9379" y="17877"/>
                </a:lnTo>
                <a:lnTo>
                  <a:pt x="9379" y="17937"/>
                </a:lnTo>
                <a:lnTo>
                  <a:pt x="9350" y="17937"/>
                </a:lnTo>
              </a:path>
              <a:path w="21600" h="21600">
                <a:moveTo>
                  <a:pt x="3931" y="17877"/>
                </a:moveTo>
                <a:lnTo>
                  <a:pt x="3960" y="17877"/>
                </a:lnTo>
                <a:lnTo>
                  <a:pt x="3960" y="17937"/>
                </a:lnTo>
                <a:lnTo>
                  <a:pt x="3931" y="17937"/>
                </a:lnTo>
              </a:path>
              <a:path w="21600" h="21600">
                <a:moveTo>
                  <a:pt x="1218" y="17877"/>
                </a:moveTo>
                <a:lnTo>
                  <a:pt x="1247" y="17877"/>
                </a:lnTo>
                <a:lnTo>
                  <a:pt x="1247" y="17937"/>
                </a:lnTo>
                <a:lnTo>
                  <a:pt x="1218" y="17937"/>
                </a:lnTo>
              </a:path>
              <a:path w="21600" h="21600">
                <a:moveTo>
                  <a:pt x="14470" y="17868"/>
                </a:moveTo>
                <a:lnTo>
                  <a:pt x="14518" y="17868"/>
                </a:lnTo>
                <a:lnTo>
                  <a:pt x="14518" y="17967"/>
                </a:lnTo>
                <a:lnTo>
                  <a:pt x="14470" y="17967"/>
                </a:lnTo>
              </a:path>
              <a:path w="21600" h="21600">
                <a:moveTo>
                  <a:pt x="7080" y="17868"/>
                </a:moveTo>
                <a:lnTo>
                  <a:pt x="7129" y="17868"/>
                </a:lnTo>
                <a:lnTo>
                  <a:pt x="7129" y="17967"/>
                </a:lnTo>
                <a:lnTo>
                  <a:pt x="7080" y="17967"/>
                </a:lnTo>
              </a:path>
              <a:path w="21600" h="21600">
                <a:moveTo>
                  <a:pt x="15382" y="17867"/>
                </a:moveTo>
                <a:lnTo>
                  <a:pt x="15418" y="17867"/>
                </a:lnTo>
                <a:lnTo>
                  <a:pt x="15418" y="17941"/>
                </a:lnTo>
                <a:lnTo>
                  <a:pt x="15382" y="17941"/>
                </a:lnTo>
              </a:path>
              <a:path w="21600" h="21600">
                <a:moveTo>
                  <a:pt x="20050" y="17860"/>
                </a:moveTo>
                <a:lnTo>
                  <a:pt x="20079" y="17860"/>
                </a:lnTo>
                <a:lnTo>
                  <a:pt x="20079" y="17920"/>
                </a:lnTo>
                <a:lnTo>
                  <a:pt x="20050" y="17920"/>
                </a:lnTo>
              </a:path>
              <a:path w="21600" h="21600">
                <a:moveTo>
                  <a:pt x="17337" y="17860"/>
                </a:moveTo>
                <a:lnTo>
                  <a:pt x="17366" y="17860"/>
                </a:lnTo>
                <a:lnTo>
                  <a:pt x="17366" y="17920"/>
                </a:lnTo>
                <a:lnTo>
                  <a:pt x="17337" y="17920"/>
                </a:lnTo>
              </a:path>
              <a:path w="21600" h="21600">
                <a:moveTo>
                  <a:pt x="11917" y="17860"/>
                </a:moveTo>
                <a:lnTo>
                  <a:pt x="11947" y="17860"/>
                </a:lnTo>
                <a:lnTo>
                  <a:pt x="11947" y="17920"/>
                </a:lnTo>
                <a:lnTo>
                  <a:pt x="11917" y="17920"/>
                </a:lnTo>
              </a:path>
              <a:path w="21600" h="21600">
                <a:moveTo>
                  <a:pt x="9652" y="17860"/>
                </a:moveTo>
                <a:lnTo>
                  <a:pt x="9681" y="17860"/>
                </a:lnTo>
                <a:lnTo>
                  <a:pt x="9681" y="17920"/>
                </a:lnTo>
                <a:lnTo>
                  <a:pt x="9652" y="17920"/>
                </a:lnTo>
              </a:path>
              <a:path w="21600" h="21600">
                <a:moveTo>
                  <a:pt x="6939" y="17860"/>
                </a:moveTo>
                <a:lnTo>
                  <a:pt x="6968" y="17860"/>
                </a:lnTo>
                <a:lnTo>
                  <a:pt x="6968" y="17920"/>
                </a:lnTo>
                <a:lnTo>
                  <a:pt x="6939" y="17920"/>
                </a:lnTo>
              </a:path>
              <a:path w="21600" h="21600">
                <a:moveTo>
                  <a:pt x="4233" y="17860"/>
                </a:moveTo>
                <a:lnTo>
                  <a:pt x="4262" y="17860"/>
                </a:lnTo>
                <a:lnTo>
                  <a:pt x="4262" y="17920"/>
                </a:lnTo>
                <a:lnTo>
                  <a:pt x="4233" y="17920"/>
                </a:lnTo>
              </a:path>
              <a:path w="21600" h="21600">
                <a:moveTo>
                  <a:pt x="1520" y="17860"/>
                </a:moveTo>
                <a:lnTo>
                  <a:pt x="1549" y="17860"/>
                </a:lnTo>
                <a:lnTo>
                  <a:pt x="1549" y="17920"/>
                </a:lnTo>
                <a:lnTo>
                  <a:pt x="1520" y="17920"/>
                </a:lnTo>
              </a:path>
              <a:path w="21600" h="21600">
                <a:moveTo>
                  <a:pt x="1058" y="17844"/>
                </a:moveTo>
                <a:lnTo>
                  <a:pt x="1105" y="17844"/>
                </a:lnTo>
                <a:lnTo>
                  <a:pt x="1105" y="17940"/>
                </a:lnTo>
                <a:lnTo>
                  <a:pt x="1058" y="17940"/>
                </a:lnTo>
              </a:path>
              <a:path w="21600" h="21600">
                <a:moveTo>
                  <a:pt x="20196" y="17840"/>
                </a:moveTo>
                <a:lnTo>
                  <a:pt x="20234" y="17840"/>
                </a:lnTo>
                <a:lnTo>
                  <a:pt x="20234" y="17918"/>
                </a:lnTo>
                <a:lnTo>
                  <a:pt x="20196" y="17918"/>
                </a:lnTo>
              </a:path>
              <a:path w="21600" h="21600">
                <a:moveTo>
                  <a:pt x="14777" y="17840"/>
                </a:moveTo>
                <a:lnTo>
                  <a:pt x="14815" y="17840"/>
                </a:lnTo>
                <a:lnTo>
                  <a:pt x="14815" y="17918"/>
                </a:lnTo>
                <a:lnTo>
                  <a:pt x="14777" y="17918"/>
                </a:lnTo>
              </a:path>
              <a:path w="21600" h="21600">
                <a:moveTo>
                  <a:pt x="9497" y="17840"/>
                </a:moveTo>
                <a:lnTo>
                  <a:pt x="9535" y="17840"/>
                </a:lnTo>
                <a:lnTo>
                  <a:pt x="9535" y="17918"/>
                </a:lnTo>
                <a:lnTo>
                  <a:pt x="9497" y="17918"/>
                </a:lnTo>
              </a:path>
              <a:path w="21600" h="21600">
                <a:moveTo>
                  <a:pt x="6784" y="17840"/>
                </a:moveTo>
                <a:lnTo>
                  <a:pt x="6821" y="17840"/>
                </a:lnTo>
                <a:lnTo>
                  <a:pt x="6821" y="17918"/>
                </a:lnTo>
                <a:lnTo>
                  <a:pt x="6784" y="17918"/>
                </a:lnTo>
              </a:path>
              <a:path w="21600" h="21600">
                <a:moveTo>
                  <a:pt x="4078" y="17840"/>
                </a:moveTo>
                <a:lnTo>
                  <a:pt x="4116" y="17840"/>
                </a:lnTo>
                <a:lnTo>
                  <a:pt x="4116" y="17918"/>
                </a:lnTo>
                <a:lnTo>
                  <a:pt x="4078" y="17918"/>
                </a:lnTo>
              </a:path>
              <a:path w="21600" h="21600">
                <a:moveTo>
                  <a:pt x="14179" y="17824"/>
                </a:moveTo>
                <a:lnTo>
                  <a:pt x="14206" y="17824"/>
                </a:lnTo>
                <a:lnTo>
                  <a:pt x="14206" y="17880"/>
                </a:lnTo>
                <a:lnTo>
                  <a:pt x="14179" y="17880"/>
                </a:lnTo>
              </a:path>
              <a:path w="21600" h="21600">
                <a:moveTo>
                  <a:pt x="4381" y="17813"/>
                </a:moveTo>
                <a:lnTo>
                  <a:pt x="4417" y="17813"/>
                </a:lnTo>
                <a:lnTo>
                  <a:pt x="4417" y="17887"/>
                </a:lnTo>
                <a:lnTo>
                  <a:pt x="4381" y="17887"/>
                </a:lnTo>
              </a:path>
              <a:path w="21600" h="21600">
                <a:moveTo>
                  <a:pt x="1664" y="17809"/>
                </a:moveTo>
                <a:lnTo>
                  <a:pt x="1707" y="17809"/>
                </a:lnTo>
                <a:lnTo>
                  <a:pt x="1707" y="17898"/>
                </a:lnTo>
                <a:lnTo>
                  <a:pt x="1664" y="17898"/>
                </a:lnTo>
              </a:path>
              <a:path w="21600" h="21600">
                <a:moveTo>
                  <a:pt x="10410" y="17801"/>
                </a:moveTo>
                <a:lnTo>
                  <a:pt x="10433" y="17801"/>
                </a:lnTo>
                <a:lnTo>
                  <a:pt x="10433" y="17847"/>
                </a:lnTo>
                <a:lnTo>
                  <a:pt x="10410" y="17847"/>
                </a:lnTo>
              </a:path>
              <a:path w="21600" h="21600">
                <a:moveTo>
                  <a:pt x="3179" y="17792"/>
                </a:moveTo>
                <a:lnTo>
                  <a:pt x="3203" y="17792"/>
                </a:lnTo>
                <a:lnTo>
                  <a:pt x="3203" y="17841"/>
                </a:lnTo>
                <a:lnTo>
                  <a:pt x="3179" y="17841"/>
                </a:lnTo>
              </a:path>
              <a:path w="21600" h="21600">
                <a:moveTo>
                  <a:pt x="17188" y="17789"/>
                </a:moveTo>
                <a:lnTo>
                  <a:pt x="17212" y="17789"/>
                </a:lnTo>
                <a:lnTo>
                  <a:pt x="17212" y="17838"/>
                </a:lnTo>
                <a:lnTo>
                  <a:pt x="17188" y="17838"/>
                </a:lnTo>
              </a:path>
              <a:path w="21600" h="21600">
                <a:moveTo>
                  <a:pt x="20650" y="17785"/>
                </a:moveTo>
                <a:lnTo>
                  <a:pt x="20686" y="17785"/>
                </a:lnTo>
                <a:lnTo>
                  <a:pt x="20686" y="17859"/>
                </a:lnTo>
                <a:lnTo>
                  <a:pt x="20650" y="17859"/>
                </a:lnTo>
              </a:path>
              <a:path w="21600" h="21600">
                <a:moveTo>
                  <a:pt x="19140" y="17785"/>
                </a:moveTo>
                <a:lnTo>
                  <a:pt x="19177" y="17785"/>
                </a:lnTo>
                <a:lnTo>
                  <a:pt x="19177" y="17859"/>
                </a:lnTo>
                <a:lnTo>
                  <a:pt x="19140" y="17859"/>
                </a:lnTo>
              </a:path>
              <a:path w="21600" h="21600">
                <a:moveTo>
                  <a:pt x="18692" y="17785"/>
                </a:moveTo>
                <a:lnTo>
                  <a:pt x="18728" y="17785"/>
                </a:lnTo>
                <a:lnTo>
                  <a:pt x="18728" y="17859"/>
                </a:lnTo>
                <a:lnTo>
                  <a:pt x="18692" y="17859"/>
                </a:lnTo>
              </a:path>
              <a:path w="21600" h="21600">
                <a:moveTo>
                  <a:pt x="18390" y="17785"/>
                </a:moveTo>
                <a:lnTo>
                  <a:pt x="18426" y="17785"/>
                </a:lnTo>
                <a:lnTo>
                  <a:pt x="18426" y="17859"/>
                </a:lnTo>
                <a:lnTo>
                  <a:pt x="18390" y="17859"/>
                </a:lnTo>
              </a:path>
              <a:path w="21600" h="21600">
                <a:moveTo>
                  <a:pt x="17937" y="17785"/>
                </a:moveTo>
                <a:lnTo>
                  <a:pt x="17973" y="17785"/>
                </a:lnTo>
                <a:lnTo>
                  <a:pt x="17973" y="17859"/>
                </a:lnTo>
                <a:lnTo>
                  <a:pt x="17937" y="17859"/>
                </a:lnTo>
              </a:path>
              <a:path w="21600" h="21600">
                <a:moveTo>
                  <a:pt x="16427" y="17785"/>
                </a:moveTo>
                <a:lnTo>
                  <a:pt x="16463" y="17785"/>
                </a:lnTo>
                <a:lnTo>
                  <a:pt x="16463" y="17859"/>
                </a:lnTo>
                <a:lnTo>
                  <a:pt x="16427" y="17859"/>
                </a:lnTo>
              </a:path>
              <a:path w="21600" h="21600">
                <a:moveTo>
                  <a:pt x="15986" y="17785"/>
                </a:moveTo>
                <a:lnTo>
                  <a:pt x="16022" y="17785"/>
                </a:lnTo>
                <a:lnTo>
                  <a:pt x="16022" y="17859"/>
                </a:lnTo>
                <a:lnTo>
                  <a:pt x="15986" y="17859"/>
                </a:lnTo>
              </a:path>
              <a:path w="21600" h="21600">
                <a:moveTo>
                  <a:pt x="15684" y="17785"/>
                </a:moveTo>
                <a:lnTo>
                  <a:pt x="15720" y="17785"/>
                </a:lnTo>
                <a:lnTo>
                  <a:pt x="15720" y="17859"/>
                </a:lnTo>
                <a:lnTo>
                  <a:pt x="15684" y="17859"/>
                </a:lnTo>
              </a:path>
              <a:path w="21600" h="21600">
                <a:moveTo>
                  <a:pt x="15231" y="17785"/>
                </a:moveTo>
                <a:lnTo>
                  <a:pt x="15267" y="17785"/>
                </a:lnTo>
                <a:lnTo>
                  <a:pt x="15267" y="17859"/>
                </a:lnTo>
                <a:lnTo>
                  <a:pt x="15231" y="17859"/>
                </a:lnTo>
              </a:path>
              <a:path w="21600" h="21600">
                <a:moveTo>
                  <a:pt x="13721" y="17785"/>
                </a:moveTo>
                <a:lnTo>
                  <a:pt x="13758" y="17785"/>
                </a:lnTo>
                <a:lnTo>
                  <a:pt x="13758" y="17859"/>
                </a:lnTo>
                <a:lnTo>
                  <a:pt x="13721" y="17859"/>
                </a:lnTo>
              </a:path>
              <a:path w="21600" h="21600">
                <a:moveTo>
                  <a:pt x="13273" y="17785"/>
                </a:moveTo>
                <a:lnTo>
                  <a:pt x="13309" y="17785"/>
                </a:lnTo>
                <a:lnTo>
                  <a:pt x="13309" y="17859"/>
                </a:lnTo>
                <a:lnTo>
                  <a:pt x="13273" y="17859"/>
                </a:lnTo>
              </a:path>
              <a:path w="21600" h="21600">
                <a:moveTo>
                  <a:pt x="12971" y="17785"/>
                </a:moveTo>
                <a:lnTo>
                  <a:pt x="13007" y="17785"/>
                </a:lnTo>
                <a:lnTo>
                  <a:pt x="13007" y="17859"/>
                </a:lnTo>
                <a:lnTo>
                  <a:pt x="12971" y="17859"/>
                </a:lnTo>
              </a:path>
              <a:path w="21600" h="21600">
                <a:moveTo>
                  <a:pt x="12518" y="17785"/>
                </a:moveTo>
                <a:lnTo>
                  <a:pt x="12554" y="17785"/>
                </a:lnTo>
                <a:lnTo>
                  <a:pt x="12554" y="17859"/>
                </a:lnTo>
                <a:lnTo>
                  <a:pt x="12518" y="17859"/>
                </a:lnTo>
              </a:path>
              <a:path w="21600" h="21600">
                <a:moveTo>
                  <a:pt x="11008" y="17785"/>
                </a:moveTo>
                <a:lnTo>
                  <a:pt x="11044" y="17785"/>
                </a:lnTo>
                <a:lnTo>
                  <a:pt x="11044" y="17859"/>
                </a:lnTo>
                <a:lnTo>
                  <a:pt x="11008" y="17859"/>
                </a:lnTo>
              </a:path>
              <a:path w="21600" h="21600">
                <a:moveTo>
                  <a:pt x="9045" y="17785"/>
                </a:moveTo>
                <a:lnTo>
                  <a:pt x="9081" y="17785"/>
                </a:lnTo>
                <a:lnTo>
                  <a:pt x="9081" y="17859"/>
                </a:lnTo>
                <a:lnTo>
                  <a:pt x="9045" y="17859"/>
                </a:lnTo>
              </a:path>
              <a:path w="21600" h="21600">
                <a:moveTo>
                  <a:pt x="8592" y="17785"/>
                </a:moveTo>
                <a:lnTo>
                  <a:pt x="8628" y="17785"/>
                </a:lnTo>
                <a:lnTo>
                  <a:pt x="8628" y="17859"/>
                </a:lnTo>
                <a:lnTo>
                  <a:pt x="8592" y="17859"/>
                </a:lnTo>
              </a:path>
              <a:path w="21600" h="21600">
                <a:moveTo>
                  <a:pt x="8290" y="17785"/>
                </a:moveTo>
                <a:lnTo>
                  <a:pt x="8326" y="17785"/>
                </a:lnTo>
                <a:lnTo>
                  <a:pt x="8326" y="17859"/>
                </a:lnTo>
                <a:lnTo>
                  <a:pt x="8290" y="17859"/>
                </a:lnTo>
              </a:path>
              <a:path w="21600" h="21600">
                <a:moveTo>
                  <a:pt x="7841" y="17785"/>
                </a:moveTo>
                <a:lnTo>
                  <a:pt x="7877" y="17785"/>
                </a:lnTo>
                <a:lnTo>
                  <a:pt x="7877" y="17859"/>
                </a:lnTo>
                <a:lnTo>
                  <a:pt x="7841" y="17859"/>
                </a:lnTo>
              </a:path>
              <a:path w="21600" h="21600">
                <a:moveTo>
                  <a:pt x="6331" y="17785"/>
                </a:moveTo>
                <a:lnTo>
                  <a:pt x="6368" y="17785"/>
                </a:lnTo>
                <a:lnTo>
                  <a:pt x="6368" y="17859"/>
                </a:lnTo>
                <a:lnTo>
                  <a:pt x="6331" y="17859"/>
                </a:lnTo>
              </a:path>
              <a:path w="21600" h="21600">
                <a:moveTo>
                  <a:pt x="5879" y="17785"/>
                </a:moveTo>
                <a:lnTo>
                  <a:pt x="5915" y="17785"/>
                </a:lnTo>
                <a:lnTo>
                  <a:pt x="5915" y="17859"/>
                </a:lnTo>
                <a:lnTo>
                  <a:pt x="5879" y="17859"/>
                </a:lnTo>
              </a:path>
              <a:path w="21600" h="21600">
                <a:moveTo>
                  <a:pt x="5577" y="17785"/>
                </a:moveTo>
                <a:lnTo>
                  <a:pt x="5613" y="17785"/>
                </a:lnTo>
                <a:lnTo>
                  <a:pt x="5613" y="17859"/>
                </a:lnTo>
                <a:lnTo>
                  <a:pt x="5577" y="17859"/>
                </a:lnTo>
              </a:path>
              <a:path w="21600" h="21600">
                <a:moveTo>
                  <a:pt x="5136" y="17785"/>
                </a:moveTo>
                <a:lnTo>
                  <a:pt x="5172" y="17785"/>
                </a:lnTo>
                <a:lnTo>
                  <a:pt x="5172" y="17859"/>
                </a:lnTo>
                <a:lnTo>
                  <a:pt x="5136" y="17859"/>
                </a:lnTo>
              </a:path>
              <a:path w="21600" h="21600">
                <a:moveTo>
                  <a:pt x="2422" y="17785"/>
                </a:moveTo>
                <a:lnTo>
                  <a:pt x="2459" y="17785"/>
                </a:lnTo>
                <a:lnTo>
                  <a:pt x="2459" y="17859"/>
                </a:lnTo>
                <a:lnTo>
                  <a:pt x="2422" y="17859"/>
                </a:lnTo>
              </a:path>
              <a:path w="21600" h="21600">
                <a:moveTo>
                  <a:pt x="913" y="17785"/>
                </a:moveTo>
                <a:lnTo>
                  <a:pt x="949" y="17785"/>
                </a:lnTo>
                <a:lnTo>
                  <a:pt x="949" y="17859"/>
                </a:lnTo>
                <a:lnTo>
                  <a:pt x="913" y="17859"/>
                </a:lnTo>
              </a:path>
              <a:path w="21600" h="21600">
                <a:moveTo>
                  <a:pt x="460" y="17785"/>
                </a:moveTo>
                <a:lnTo>
                  <a:pt x="496" y="17785"/>
                </a:lnTo>
                <a:lnTo>
                  <a:pt x="496" y="17859"/>
                </a:lnTo>
                <a:lnTo>
                  <a:pt x="460" y="17859"/>
                </a:lnTo>
              </a:path>
              <a:path w="21600" h="21600">
                <a:moveTo>
                  <a:pt x="158" y="17785"/>
                </a:moveTo>
                <a:lnTo>
                  <a:pt x="194" y="17785"/>
                </a:lnTo>
                <a:lnTo>
                  <a:pt x="194" y="17859"/>
                </a:lnTo>
                <a:lnTo>
                  <a:pt x="158" y="17859"/>
                </a:lnTo>
              </a:path>
              <a:path w="21600" h="21600">
                <a:moveTo>
                  <a:pt x="2868" y="17776"/>
                </a:moveTo>
                <a:lnTo>
                  <a:pt x="2910" y="17776"/>
                </a:lnTo>
                <a:lnTo>
                  <a:pt x="2910" y="17861"/>
                </a:lnTo>
                <a:lnTo>
                  <a:pt x="2868" y="17861"/>
                </a:lnTo>
              </a:path>
              <a:path w="21600" h="21600">
                <a:moveTo>
                  <a:pt x="16732" y="17773"/>
                </a:moveTo>
                <a:lnTo>
                  <a:pt x="16763" y="17773"/>
                </a:lnTo>
                <a:lnTo>
                  <a:pt x="16763" y="17836"/>
                </a:lnTo>
                <a:lnTo>
                  <a:pt x="16732" y="17836"/>
                </a:lnTo>
              </a:path>
              <a:path w="21600" h="21600">
                <a:moveTo>
                  <a:pt x="14026" y="17773"/>
                </a:moveTo>
                <a:lnTo>
                  <a:pt x="14057" y="17773"/>
                </a:lnTo>
                <a:lnTo>
                  <a:pt x="14057" y="17836"/>
                </a:lnTo>
                <a:lnTo>
                  <a:pt x="14026" y="17836"/>
                </a:lnTo>
              </a:path>
              <a:path w="21600" h="21600">
                <a:moveTo>
                  <a:pt x="11313" y="17773"/>
                </a:moveTo>
                <a:lnTo>
                  <a:pt x="11344" y="17773"/>
                </a:lnTo>
                <a:lnTo>
                  <a:pt x="11344" y="17836"/>
                </a:lnTo>
                <a:lnTo>
                  <a:pt x="11313" y="17836"/>
                </a:lnTo>
              </a:path>
              <a:path w="21600" h="21600">
                <a:moveTo>
                  <a:pt x="10255" y="17773"/>
                </a:moveTo>
                <a:lnTo>
                  <a:pt x="10286" y="17773"/>
                </a:lnTo>
                <a:lnTo>
                  <a:pt x="10286" y="17836"/>
                </a:lnTo>
                <a:lnTo>
                  <a:pt x="10255" y="17836"/>
                </a:lnTo>
              </a:path>
              <a:path w="21600" h="21600">
                <a:moveTo>
                  <a:pt x="7542" y="17773"/>
                </a:moveTo>
                <a:lnTo>
                  <a:pt x="7573" y="17773"/>
                </a:lnTo>
                <a:lnTo>
                  <a:pt x="7573" y="17836"/>
                </a:lnTo>
                <a:lnTo>
                  <a:pt x="7542" y="17836"/>
                </a:lnTo>
              </a:path>
              <a:path w="21600" h="21600">
                <a:moveTo>
                  <a:pt x="4836" y="17773"/>
                </a:moveTo>
                <a:lnTo>
                  <a:pt x="4867" y="17773"/>
                </a:lnTo>
                <a:lnTo>
                  <a:pt x="4867" y="17836"/>
                </a:lnTo>
                <a:lnTo>
                  <a:pt x="4836" y="17836"/>
                </a:lnTo>
              </a:path>
              <a:path w="21600" h="21600">
                <a:moveTo>
                  <a:pt x="2123" y="17773"/>
                </a:moveTo>
                <a:lnTo>
                  <a:pt x="2154" y="17773"/>
                </a:lnTo>
                <a:lnTo>
                  <a:pt x="2154" y="17836"/>
                </a:lnTo>
                <a:lnTo>
                  <a:pt x="2123" y="17836"/>
                </a:lnTo>
              </a:path>
              <a:path w="21600" h="21600">
                <a:moveTo>
                  <a:pt x="12671" y="17766"/>
                </a:moveTo>
                <a:lnTo>
                  <a:pt x="12703" y="17766"/>
                </a:lnTo>
                <a:lnTo>
                  <a:pt x="12703" y="17833"/>
                </a:lnTo>
                <a:lnTo>
                  <a:pt x="12671" y="17833"/>
                </a:lnTo>
              </a:path>
              <a:path w="21600" h="21600">
                <a:moveTo>
                  <a:pt x="8895" y="17766"/>
                </a:moveTo>
                <a:lnTo>
                  <a:pt x="8928" y="17766"/>
                </a:lnTo>
                <a:lnTo>
                  <a:pt x="8928" y="17833"/>
                </a:lnTo>
                <a:lnTo>
                  <a:pt x="8895" y="17833"/>
                </a:lnTo>
              </a:path>
              <a:path w="21600" h="21600">
                <a:moveTo>
                  <a:pt x="3477" y="17766"/>
                </a:moveTo>
                <a:lnTo>
                  <a:pt x="3509" y="17766"/>
                </a:lnTo>
                <a:lnTo>
                  <a:pt x="3509" y="17833"/>
                </a:lnTo>
                <a:lnTo>
                  <a:pt x="3477" y="17833"/>
                </a:lnTo>
              </a:path>
              <a:path w="21600" h="21600">
                <a:moveTo>
                  <a:pt x="20958" y="17745"/>
                </a:moveTo>
                <a:lnTo>
                  <a:pt x="20982" y="17745"/>
                </a:lnTo>
                <a:lnTo>
                  <a:pt x="20982" y="17794"/>
                </a:lnTo>
                <a:lnTo>
                  <a:pt x="20958" y="17794"/>
                </a:lnTo>
              </a:path>
              <a:path w="21600" h="21600">
                <a:moveTo>
                  <a:pt x="18245" y="17745"/>
                </a:moveTo>
                <a:lnTo>
                  <a:pt x="18269" y="17745"/>
                </a:lnTo>
                <a:lnTo>
                  <a:pt x="18269" y="17794"/>
                </a:lnTo>
                <a:lnTo>
                  <a:pt x="18245" y="17794"/>
                </a:lnTo>
              </a:path>
              <a:path w="21600" h="21600">
                <a:moveTo>
                  <a:pt x="15539" y="17745"/>
                </a:moveTo>
                <a:lnTo>
                  <a:pt x="15563" y="17745"/>
                </a:lnTo>
                <a:lnTo>
                  <a:pt x="15563" y="17794"/>
                </a:lnTo>
                <a:lnTo>
                  <a:pt x="15539" y="17794"/>
                </a:lnTo>
              </a:path>
              <a:path w="21600" h="21600">
                <a:moveTo>
                  <a:pt x="12826" y="17745"/>
                </a:moveTo>
                <a:lnTo>
                  <a:pt x="12850" y="17745"/>
                </a:lnTo>
                <a:lnTo>
                  <a:pt x="12850" y="17794"/>
                </a:lnTo>
                <a:lnTo>
                  <a:pt x="12826" y="17794"/>
                </a:lnTo>
              </a:path>
              <a:path w="21600" h="21600">
                <a:moveTo>
                  <a:pt x="6036" y="17745"/>
                </a:moveTo>
                <a:lnTo>
                  <a:pt x="6060" y="17745"/>
                </a:lnTo>
                <a:lnTo>
                  <a:pt x="6060" y="17794"/>
                </a:lnTo>
                <a:lnTo>
                  <a:pt x="6036" y="17794"/>
                </a:lnTo>
              </a:path>
              <a:path w="21600" h="21600">
                <a:moveTo>
                  <a:pt x="3330" y="17745"/>
                </a:moveTo>
                <a:lnTo>
                  <a:pt x="3354" y="17745"/>
                </a:lnTo>
                <a:lnTo>
                  <a:pt x="3354" y="17794"/>
                </a:lnTo>
                <a:lnTo>
                  <a:pt x="3330" y="17794"/>
                </a:lnTo>
              </a:path>
              <a:path w="21600" h="21600">
                <a:moveTo>
                  <a:pt x="617" y="17745"/>
                </a:moveTo>
                <a:lnTo>
                  <a:pt x="641" y="17745"/>
                </a:lnTo>
                <a:lnTo>
                  <a:pt x="641" y="17794"/>
                </a:lnTo>
                <a:lnTo>
                  <a:pt x="617" y="17794"/>
                </a:lnTo>
              </a:path>
              <a:path w="21600" h="21600">
                <a:moveTo>
                  <a:pt x="21252" y="17721"/>
                </a:moveTo>
                <a:lnTo>
                  <a:pt x="21292" y="17721"/>
                </a:lnTo>
                <a:lnTo>
                  <a:pt x="21292" y="17802"/>
                </a:lnTo>
                <a:lnTo>
                  <a:pt x="21252" y="17802"/>
                </a:lnTo>
              </a:path>
              <a:path w="21600" h="21600">
                <a:moveTo>
                  <a:pt x="18539" y="17721"/>
                </a:moveTo>
                <a:lnTo>
                  <a:pt x="18579" y="17721"/>
                </a:lnTo>
                <a:lnTo>
                  <a:pt x="18579" y="17802"/>
                </a:lnTo>
                <a:lnTo>
                  <a:pt x="18539" y="17802"/>
                </a:lnTo>
              </a:path>
              <a:path w="21600" h="21600">
                <a:moveTo>
                  <a:pt x="15833" y="17721"/>
                </a:moveTo>
                <a:lnTo>
                  <a:pt x="15873" y="17721"/>
                </a:lnTo>
                <a:lnTo>
                  <a:pt x="15873" y="17802"/>
                </a:lnTo>
                <a:lnTo>
                  <a:pt x="15833" y="17802"/>
                </a:lnTo>
              </a:path>
              <a:path w="21600" h="21600">
                <a:moveTo>
                  <a:pt x="13120" y="17721"/>
                </a:moveTo>
                <a:lnTo>
                  <a:pt x="13160" y="17721"/>
                </a:lnTo>
                <a:lnTo>
                  <a:pt x="13160" y="17802"/>
                </a:lnTo>
                <a:lnTo>
                  <a:pt x="13120" y="17802"/>
                </a:lnTo>
              </a:path>
              <a:path w="21600" h="21600">
                <a:moveTo>
                  <a:pt x="8439" y="17721"/>
                </a:moveTo>
                <a:lnTo>
                  <a:pt x="8479" y="17721"/>
                </a:lnTo>
                <a:lnTo>
                  <a:pt x="8479" y="17802"/>
                </a:lnTo>
                <a:lnTo>
                  <a:pt x="8439" y="17802"/>
                </a:lnTo>
              </a:path>
              <a:path w="21600" h="21600">
                <a:moveTo>
                  <a:pt x="3020" y="17721"/>
                </a:moveTo>
                <a:lnTo>
                  <a:pt x="3060" y="17721"/>
                </a:lnTo>
                <a:lnTo>
                  <a:pt x="3060" y="17802"/>
                </a:lnTo>
                <a:lnTo>
                  <a:pt x="3020" y="17802"/>
                </a:lnTo>
              </a:path>
              <a:path w="21600" h="21600">
                <a:moveTo>
                  <a:pt x="307" y="17721"/>
                </a:moveTo>
                <a:lnTo>
                  <a:pt x="347" y="17721"/>
                </a:lnTo>
                <a:lnTo>
                  <a:pt x="347" y="17802"/>
                </a:lnTo>
                <a:lnTo>
                  <a:pt x="307" y="17802"/>
                </a:lnTo>
              </a:path>
              <a:path w="21600" h="21600">
                <a:moveTo>
                  <a:pt x="12361" y="17713"/>
                </a:moveTo>
                <a:lnTo>
                  <a:pt x="12409" y="17713"/>
                </a:lnTo>
                <a:lnTo>
                  <a:pt x="12409" y="17812"/>
                </a:lnTo>
                <a:lnTo>
                  <a:pt x="12361" y="17812"/>
                </a:lnTo>
              </a:path>
              <a:path w="21600" h="21600">
                <a:moveTo>
                  <a:pt x="9189" y="17713"/>
                </a:moveTo>
                <a:lnTo>
                  <a:pt x="9238" y="17713"/>
                </a:lnTo>
                <a:lnTo>
                  <a:pt x="9238" y="17812"/>
                </a:lnTo>
                <a:lnTo>
                  <a:pt x="9189" y="17812"/>
                </a:lnTo>
              </a:path>
              <a:path w="21600" h="21600">
                <a:moveTo>
                  <a:pt x="10559" y="17713"/>
                </a:moveTo>
                <a:lnTo>
                  <a:pt x="10586" y="17713"/>
                </a:lnTo>
                <a:lnTo>
                  <a:pt x="10586" y="17769"/>
                </a:lnTo>
                <a:lnTo>
                  <a:pt x="10559" y="17769"/>
                </a:lnTo>
              </a:path>
              <a:path w="21600" h="21600">
                <a:moveTo>
                  <a:pt x="21410" y="17709"/>
                </a:moveTo>
                <a:lnTo>
                  <a:pt x="21436" y="17709"/>
                </a:lnTo>
                <a:lnTo>
                  <a:pt x="21436" y="17762"/>
                </a:lnTo>
                <a:lnTo>
                  <a:pt x="21410" y="17762"/>
                </a:lnTo>
              </a:path>
              <a:path w="21600" h="21600">
                <a:moveTo>
                  <a:pt x="16280" y="17703"/>
                </a:moveTo>
                <a:lnTo>
                  <a:pt x="16309" y="17703"/>
                </a:lnTo>
                <a:lnTo>
                  <a:pt x="16309" y="17763"/>
                </a:lnTo>
                <a:lnTo>
                  <a:pt x="16280" y="17763"/>
                </a:lnTo>
              </a:path>
              <a:path w="21600" h="21600">
                <a:moveTo>
                  <a:pt x="5290" y="17703"/>
                </a:moveTo>
                <a:lnTo>
                  <a:pt x="5319" y="17703"/>
                </a:lnTo>
                <a:lnTo>
                  <a:pt x="5319" y="17763"/>
                </a:lnTo>
                <a:lnTo>
                  <a:pt x="5290" y="17763"/>
                </a:lnTo>
              </a:path>
              <a:path w="21600" h="21600">
                <a:moveTo>
                  <a:pt x="2717" y="17697"/>
                </a:moveTo>
                <a:lnTo>
                  <a:pt x="2767" y="17697"/>
                </a:lnTo>
                <a:lnTo>
                  <a:pt x="2767" y="17800"/>
                </a:lnTo>
                <a:lnTo>
                  <a:pt x="2717" y="17800"/>
                </a:lnTo>
              </a:path>
              <a:path w="21600" h="21600">
                <a:moveTo>
                  <a:pt x="17035" y="17686"/>
                </a:moveTo>
                <a:lnTo>
                  <a:pt x="17064" y="17686"/>
                </a:lnTo>
                <a:lnTo>
                  <a:pt x="17064" y="17746"/>
                </a:lnTo>
                <a:lnTo>
                  <a:pt x="17035" y="17746"/>
                </a:lnTo>
              </a:path>
              <a:path w="21600" h="21600">
                <a:moveTo>
                  <a:pt x="11615" y="17686"/>
                </a:moveTo>
                <a:lnTo>
                  <a:pt x="11645" y="17686"/>
                </a:lnTo>
                <a:lnTo>
                  <a:pt x="11645" y="17746"/>
                </a:lnTo>
                <a:lnTo>
                  <a:pt x="11615" y="17746"/>
                </a:lnTo>
              </a:path>
              <a:path w="21600" h="21600">
                <a:moveTo>
                  <a:pt x="9954" y="17686"/>
                </a:moveTo>
                <a:lnTo>
                  <a:pt x="9983" y="17686"/>
                </a:lnTo>
                <a:lnTo>
                  <a:pt x="9983" y="17746"/>
                </a:lnTo>
                <a:lnTo>
                  <a:pt x="9954" y="17746"/>
                </a:lnTo>
              </a:path>
              <a:path w="21600" h="21600">
                <a:moveTo>
                  <a:pt x="4535" y="17686"/>
                </a:moveTo>
                <a:lnTo>
                  <a:pt x="4564" y="17686"/>
                </a:lnTo>
                <a:lnTo>
                  <a:pt x="4564" y="17746"/>
                </a:lnTo>
                <a:lnTo>
                  <a:pt x="4535" y="17746"/>
                </a:lnTo>
              </a:path>
              <a:path w="21600" h="21600">
                <a:moveTo>
                  <a:pt x="17639" y="17670"/>
                </a:moveTo>
                <a:lnTo>
                  <a:pt x="17667" y="17670"/>
                </a:lnTo>
                <a:lnTo>
                  <a:pt x="17667" y="17726"/>
                </a:lnTo>
                <a:lnTo>
                  <a:pt x="17639" y="17726"/>
                </a:lnTo>
              </a:path>
              <a:path w="21600" h="21600">
                <a:moveTo>
                  <a:pt x="14934" y="17670"/>
                </a:moveTo>
                <a:lnTo>
                  <a:pt x="14961" y="17670"/>
                </a:lnTo>
                <a:lnTo>
                  <a:pt x="14961" y="17726"/>
                </a:lnTo>
                <a:lnTo>
                  <a:pt x="14934" y="17726"/>
                </a:lnTo>
              </a:path>
              <a:path w="21600" h="21600">
                <a:moveTo>
                  <a:pt x="12220" y="17670"/>
                </a:moveTo>
                <a:lnTo>
                  <a:pt x="12248" y="17670"/>
                </a:lnTo>
                <a:lnTo>
                  <a:pt x="12248" y="17726"/>
                </a:lnTo>
                <a:lnTo>
                  <a:pt x="12220" y="17726"/>
                </a:lnTo>
              </a:path>
              <a:path w="21600" h="21600">
                <a:moveTo>
                  <a:pt x="9351" y="17670"/>
                </a:moveTo>
                <a:lnTo>
                  <a:pt x="9378" y="17670"/>
                </a:lnTo>
                <a:lnTo>
                  <a:pt x="9378" y="17726"/>
                </a:lnTo>
                <a:lnTo>
                  <a:pt x="9351" y="17726"/>
                </a:lnTo>
              </a:path>
              <a:path w="21600" h="21600">
                <a:moveTo>
                  <a:pt x="3932" y="17670"/>
                </a:moveTo>
                <a:lnTo>
                  <a:pt x="3960" y="17670"/>
                </a:lnTo>
                <a:lnTo>
                  <a:pt x="3960" y="17726"/>
                </a:lnTo>
                <a:lnTo>
                  <a:pt x="3932" y="17726"/>
                </a:lnTo>
              </a:path>
              <a:path w="21600" h="21600">
                <a:moveTo>
                  <a:pt x="1219" y="17670"/>
                </a:moveTo>
                <a:lnTo>
                  <a:pt x="1246" y="17670"/>
                </a:lnTo>
                <a:lnTo>
                  <a:pt x="1246" y="17726"/>
                </a:lnTo>
                <a:lnTo>
                  <a:pt x="1219" y="17726"/>
                </a:lnTo>
              </a:path>
              <a:path w="21600" h="21600">
                <a:moveTo>
                  <a:pt x="21108" y="17667"/>
                </a:moveTo>
                <a:lnTo>
                  <a:pt x="21134" y="17667"/>
                </a:lnTo>
                <a:lnTo>
                  <a:pt x="21134" y="17720"/>
                </a:lnTo>
                <a:lnTo>
                  <a:pt x="21108" y="17720"/>
                </a:lnTo>
              </a:path>
              <a:path w="21600" h="21600">
                <a:moveTo>
                  <a:pt x="3631" y="17667"/>
                </a:moveTo>
                <a:lnTo>
                  <a:pt x="3657" y="17667"/>
                </a:lnTo>
                <a:lnTo>
                  <a:pt x="3657" y="17720"/>
                </a:lnTo>
                <a:lnTo>
                  <a:pt x="3631" y="17720"/>
                </a:lnTo>
              </a:path>
              <a:path w="21600" h="21600">
                <a:moveTo>
                  <a:pt x="20497" y="17658"/>
                </a:moveTo>
                <a:lnTo>
                  <a:pt x="20538" y="17658"/>
                </a:lnTo>
                <a:lnTo>
                  <a:pt x="20538" y="17743"/>
                </a:lnTo>
                <a:lnTo>
                  <a:pt x="20497" y="17743"/>
                </a:lnTo>
              </a:path>
              <a:path w="21600" h="21600">
                <a:moveTo>
                  <a:pt x="15078" y="17658"/>
                </a:moveTo>
                <a:lnTo>
                  <a:pt x="15119" y="17658"/>
                </a:lnTo>
                <a:lnTo>
                  <a:pt x="15119" y="17743"/>
                </a:lnTo>
                <a:lnTo>
                  <a:pt x="15078" y="17743"/>
                </a:lnTo>
              </a:path>
              <a:path w="21600" h="21600">
                <a:moveTo>
                  <a:pt x="6480" y="17658"/>
                </a:moveTo>
                <a:lnTo>
                  <a:pt x="6521" y="17658"/>
                </a:lnTo>
                <a:lnTo>
                  <a:pt x="6521" y="17743"/>
                </a:lnTo>
                <a:lnTo>
                  <a:pt x="6480" y="17743"/>
                </a:lnTo>
              </a:path>
              <a:path w="21600" h="21600">
                <a:moveTo>
                  <a:pt x="18096" y="17656"/>
                </a:moveTo>
                <a:lnTo>
                  <a:pt x="18116" y="17656"/>
                </a:lnTo>
                <a:lnTo>
                  <a:pt x="18116" y="17698"/>
                </a:lnTo>
                <a:lnTo>
                  <a:pt x="18096" y="17698"/>
                </a:lnTo>
              </a:path>
              <a:path w="21600" h="21600">
                <a:moveTo>
                  <a:pt x="19592" y="17653"/>
                </a:moveTo>
                <a:lnTo>
                  <a:pt x="19631" y="17653"/>
                </a:lnTo>
                <a:lnTo>
                  <a:pt x="19631" y="17734"/>
                </a:lnTo>
                <a:lnTo>
                  <a:pt x="19592" y="17734"/>
                </a:lnTo>
              </a:path>
              <a:path w="21600" h="21600">
                <a:moveTo>
                  <a:pt x="16878" y="17653"/>
                </a:moveTo>
                <a:lnTo>
                  <a:pt x="16918" y="17653"/>
                </a:lnTo>
                <a:lnTo>
                  <a:pt x="16918" y="17734"/>
                </a:lnTo>
                <a:lnTo>
                  <a:pt x="16878" y="17734"/>
                </a:lnTo>
              </a:path>
              <a:path w="21600" h="21600">
                <a:moveTo>
                  <a:pt x="7387" y="17653"/>
                </a:moveTo>
                <a:lnTo>
                  <a:pt x="7426" y="17653"/>
                </a:lnTo>
                <a:lnTo>
                  <a:pt x="7426" y="17734"/>
                </a:lnTo>
                <a:lnTo>
                  <a:pt x="7387" y="17734"/>
                </a:lnTo>
              </a:path>
              <a:path w="21600" h="21600">
                <a:moveTo>
                  <a:pt x="4681" y="17653"/>
                </a:moveTo>
                <a:lnTo>
                  <a:pt x="4721" y="17653"/>
                </a:lnTo>
                <a:lnTo>
                  <a:pt x="4721" y="17734"/>
                </a:lnTo>
                <a:lnTo>
                  <a:pt x="4681" y="17734"/>
                </a:lnTo>
              </a:path>
              <a:path w="21600" h="21600">
                <a:moveTo>
                  <a:pt x="1968" y="17653"/>
                </a:moveTo>
                <a:lnTo>
                  <a:pt x="2007" y="17653"/>
                </a:lnTo>
                <a:lnTo>
                  <a:pt x="2007" y="17734"/>
                </a:lnTo>
                <a:lnTo>
                  <a:pt x="1968" y="17734"/>
                </a:lnTo>
              </a:path>
              <a:path w="21600" h="21600">
                <a:moveTo>
                  <a:pt x="20051" y="17652"/>
                </a:moveTo>
                <a:lnTo>
                  <a:pt x="20078" y="17652"/>
                </a:lnTo>
                <a:lnTo>
                  <a:pt x="20078" y="17708"/>
                </a:lnTo>
                <a:lnTo>
                  <a:pt x="20051" y="17708"/>
                </a:lnTo>
              </a:path>
              <a:path w="21600" h="21600">
                <a:moveTo>
                  <a:pt x="17337" y="17652"/>
                </a:moveTo>
                <a:lnTo>
                  <a:pt x="17365" y="17652"/>
                </a:lnTo>
                <a:lnTo>
                  <a:pt x="17365" y="17708"/>
                </a:lnTo>
                <a:lnTo>
                  <a:pt x="17337" y="17708"/>
                </a:lnTo>
              </a:path>
              <a:path w="21600" h="21600">
                <a:moveTo>
                  <a:pt x="11918" y="17652"/>
                </a:moveTo>
                <a:lnTo>
                  <a:pt x="11946" y="17652"/>
                </a:lnTo>
                <a:lnTo>
                  <a:pt x="11946" y="17708"/>
                </a:lnTo>
                <a:lnTo>
                  <a:pt x="11918" y="17708"/>
                </a:lnTo>
              </a:path>
              <a:path w="21600" h="21600">
                <a:moveTo>
                  <a:pt x="9653" y="17652"/>
                </a:moveTo>
                <a:lnTo>
                  <a:pt x="9680" y="17652"/>
                </a:lnTo>
                <a:lnTo>
                  <a:pt x="9680" y="17708"/>
                </a:lnTo>
                <a:lnTo>
                  <a:pt x="9653" y="17708"/>
                </a:lnTo>
              </a:path>
              <a:path w="21600" h="21600">
                <a:moveTo>
                  <a:pt x="6940" y="17652"/>
                </a:moveTo>
                <a:lnTo>
                  <a:pt x="6967" y="17652"/>
                </a:lnTo>
                <a:lnTo>
                  <a:pt x="6967" y="17708"/>
                </a:lnTo>
                <a:lnTo>
                  <a:pt x="6940" y="17708"/>
                </a:lnTo>
              </a:path>
              <a:path w="21600" h="21600">
                <a:moveTo>
                  <a:pt x="4234" y="17652"/>
                </a:moveTo>
                <a:lnTo>
                  <a:pt x="4262" y="17652"/>
                </a:lnTo>
                <a:lnTo>
                  <a:pt x="4262" y="17708"/>
                </a:lnTo>
                <a:lnTo>
                  <a:pt x="4234" y="17708"/>
                </a:lnTo>
              </a:path>
              <a:path w="21600" h="21600">
                <a:moveTo>
                  <a:pt x="1521" y="17652"/>
                </a:moveTo>
                <a:lnTo>
                  <a:pt x="1548" y="17652"/>
                </a:lnTo>
                <a:lnTo>
                  <a:pt x="1548" y="17708"/>
                </a:lnTo>
                <a:lnTo>
                  <a:pt x="1521" y="17708"/>
                </a:lnTo>
              </a:path>
              <a:path w="21600" h="21600">
                <a:moveTo>
                  <a:pt x="10854" y="17647"/>
                </a:moveTo>
                <a:lnTo>
                  <a:pt x="10896" y="17647"/>
                </a:lnTo>
                <a:lnTo>
                  <a:pt x="10896" y="17732"/>
                </a:lnTo>
                <a:lnTo>
                  <a:pt x="10854" y="17732"/>
                </a:lnTo>
              </a:path>
              <a:path w="21600" h="21600">
                <a:moveTo>
                  <a:pt x="19290" y="17630"/>
                </a:moveTo>
                <a:lnTo>
                  <a:pt x="19328" y="17630"/>
                </a:lnTo>
                <a:lnTo>
                  <a:pt x="19328" y="17708"/>
                </a:lnTo>
                <a:lnTo>
                  <a:pt x="19290" y="17708"/>
                </a:lnTo>
              </a:path>
              <a:path w="21600" h="21600">
                <a:moveTo>
                  <a:pt x="13871" y="17630"/>
                </a:moveTo>
                <a:lnTo>
                  <a:pt x="13909" y="17630"/>
                </a:lnTo>
                <a:lnTo>
                  <a:pt x="13909" y="17708"/>
                </a:lnTo>
                <a:lnTo>
                  <a:pt x="13871" y="17708"/>
                </a:lnTo>
              </a:path>
              <a:path w="21600" h="21600">
                <a:moveTo>
                  <a:pt x="7689" y="17630"/>
                </a:moveTo>
                <a:lnTo>
                  <a:pt x="7727" y="17630"/>
                </a:lnTo>
                <a:lnTo>
                  <a:pt x="7727" y="17708"/>
                </a:lnTo>
                <a:lnTo>
                  <a:pt x="7689" y="17708"/>
                </a:lnTo>
              </a:path>
              <a:path w="21600" h="21600">
                <a:moveTo>
                  <a:pt x="2271" y="17630"/>
                </a:moveTo>
                <a:lnTo>
                  <a:pt x="2308" y="17630"/>
                </a:lnTo>
                <a:lnTo>
                  <a:pt x="2308" y="17708"/>
                </a:lnTo>
                <a:lnTo>
                  <a:pt x="2271" y="17708"/>
                </a:lnTo>
              </a:path>
              <a:path w="21600" h="21600">
                <a:moveTo>
                  <a:pt x="5730" y="17626"/>
                </a:moveTo>
                <a:lnTo>
                  <a:pt x="5761" y="17626"/>
                </a:lnTo>
                <a:lnTo>
                  <a:pt x="5761" y="17689"/>
                </a:lnTo>
                <a:lnTo>
                  <a:pt x="5730" y="17689"/>
                </a:lnTo>
              </a:path>
              <a:path w="21600" h="21600">
                <a:moveTo>
                  <a:pt x="10411" y="17625"/>
                </a:moveTo>
                <a:lnTo>
                  <a:pt x="10432" y="17625"/>
                </a:lnTo>
                <a:lnTo>
                  <a:pt x="10432" y="17666"/>
                </a:lnTo>
                <a:lnTo>
                  <a:pt x="10411" y="17666"/>
                </a:lnTo>
              </a:path>
              <a:path w="21600" h="21600">
                <a:moveTo>
                  <a:pt x="763" y="17618"/>
                </a:moveTo>
                <a:lnTo>
                  <a:pt x="797" y="17618"/>
                </a:lnTo>
                <a:lnTo>
                  <a:pt x="797" y="17689"/>
                </a:lnTo>
                <a:lnTo>
                  <a:pt x="763" y="17689"/>
                </a:lnTo>
              </a:path>
              <a:path w="21600" h="21600">
                <a:moveTo>
                  <a:pt x="1372" y="17616"/>
                </a:moveTo>
                <a:lnTo>
                  <a:pt x="1396" y="17616"/>
                </a:lnTo>
                <a:lnTo>
                  <a:pt x="1396" y="17665"/>
                </a:lnTo>
                <a:lnTo>
                  <a:pt x="1372" y="17665"/>
                </a:lnTo>
              </a:path>
              <a:path w="21600" h="21600">
                <a:moveTo>
                  <a:pt x="11456" y="17615"/>
                </a:moveTo>
                <a:lnTo>
                  <a:pt x="11502" y="17615"/>
                </a:lnTo>
                <a:lnTo>
                  <a:pt x="11502" y="17710"/>
                </a:lnTo>
                <a:lnTo>
                  <a:pt x="11456" y="17710"/>
                </a:lnTo>
              </a:path>
              <a:path w="21600" h="21600">
                <a:moveTo>
                  <a:pt x="20798" y="17612"/>
                </a:moveTo>
                <a:lnTo>
                  <a:pt x="20841" y="17612"/>
                </a:lnTo>
                <a:lnTo>
                  <a:pt x="20841" y="17700"/>
                </a:lnTo>
                <a:lnTo>
                  <a:pt x="20798" y="17700"/>
                </a:lnTo>
              </a:path>
              <a:path w="21600" h="21600">
                <a:moveTo>
                  <a:pt x="16574" y="17610"/>
                </a:moveTo>
                <a:lnTo>
                  <a:pt x="16619" y="17610"/>
                </a:lnTo>
                <a:lnTo>
                  <a:pt x="16619" y="17702"/>
                </a:lnTo>
                <a:lnTo>
                  <a:pt x="16574" y="17702"/>
                </a:lnTo>
              </a:path>
              <a:path w="21600" h="21600">
                <a:moveTo>
                  <a:pt x="4980" y="17610"/>
                </a:moveTo>
                <a:lnTo>
                  <a:pt x="5025" y="17610"/>
                </a:lnTo>
                <a:lnTo>
                  <a:pt x="5025" y="17702"/>
                </a:lnTo>
                <a:lnTo>
                  <a:pt x="4980" y="17702"/>
                </a:lnTo>
              </a:path>
              <a:path w="21600" h="21600">
                <a:moveTo>
                  <a:pt x="11759" y="17601"/>
                </a:moveTo>
                <a:lnTo>
                  <a:pt x="11803" y="17601"/>
                </a:lnTo>
                <a:lnTo>
                  <a:pt x="11803" y="17689"/>
                </a:lnTo>
                <a:lnTo>
                  <a:pt x="11759" y="17689"/>
                </a:lnTo>
              </a:path>
              <a:path w="21600" h="21600">
                <a:moveTo>
                  <a:pt x="9796" y="17601"/>
                </a:moveTo>
                <a:lnTo>
                  <a:pt x="9839" y="17601"/>
                </a:lnTo>
                <a:lnTo>
                  <a:pt x="9839" y="17689"/>
                </a:lnTo>
                <a:lnTo>
                  <a:pt x="9796" y="17689"/>
                </a:lnTo>
              </a:path>
              <a:path w="21600" h="21600">
                <a:moveTo>
                  <a:pt x="20197" y="17566"/>
                </a:moveTo>
                <a:lnTo>
                  <a:pt x="20233" y="17566"/>
                </a:lnTo>
                <a:lnTo>
                  <a:pt x="20233" y="17640"/>
                </a:lnTo>
                <a:lnTo>
                  <a:pt x="20197" y="17640"/>
                </a:lnTo>
              </a:path>
              <a:path w="21600" h="21600">
                <a:moveTo>
                  <a:pt x="14778" y="17566"/>
                </a:moveTo>
                <a:lnTo>
                  <a:pt x="14814" y="17566"/>
                </a:lnTo>
                <a:lnTo>
                  <a:pt x="14814" y="17640"/>
                </a:lnTo>
                <a:lnTo>
                  <a:pt x="14778" y="17640"/>
                </a:lnTo>
              </a:path>
              <a:path w="21600" h="21600">
                <a:moveTo>
                  <a:pt x="9498" y="17566"/>
                </a:moveTo>
                <a:lnTo>
                  <a:pt x="9534" y="17566"/>
                </a:lnTo>
                <a:lnTo>
                  <a:pt x="9534" y="17640"/>
                </a:lnTo>
                <a:lnTo>
                  <a:pt x="9498" y="17640"/>
                </a:lnTo>
              </a:path>
              <a:path w="21600" h="21600">
                <a:moveTo>
                  <a:pt x="6784" y="17566"/>
                </a:moveTo>
                <a:lnTo>
                  <a:pt x="6821" y="17566"/>
                </a:lnTo>
                <a:lnTo>
                  <a:pt x="6821" y="17640"/>
                </a:lnTo>
                <a:lnTo>
                  <a:pt x="6784" y="17640"/>
                </a:lnTo>
              </a:path>
              <a:path w="21600" h="21600">
                <a:moveTo>
                  <a:pt x="4079" y="17566"/>
                </a:moveTo>
                <a:lnTo>
                  <a:pt x="4115" y="17566"/>
                </a:lnTo>
                <a:lnTo>
                  <a:pt x="4115" y="17640"/>
                </a:lnTo>
                <a:lnTo>
                  <a:pt x="4079" y="17640"/>
                </a:lnTo>
              </a:path>
              <a:path w="21600" h="21600">
                <a:moveTo>
                  <a:pt x="20959" y="17558"/>
                </a:moveTo>
                <a:lnTo>
                  <a:pt x="20981" y="17558"/>
                </a:lnTo>
                <a:lnTo>
                  <a:pt x="20981" y="17603"/>
                </a:lnTo>
                <a:lnTo>
                  <a:pt x="20959" y="17603"/>
                </a:lnTo>
              </a:path>
              <a:path w="21600" h="21600">
                <a:moveTo>
                  <a:pt x="18246" y="17558"/>
                </a:moveTo>
                <a:lnTo>
                  <a:pt x="18268" y="17558"/>
                </a:lnTo>
                <a:lnTo>
                  <a:pt x="18268" y="17603"/>
                </a:lnTo>
                <a:lnTo>
                  <a:pt x="18246" y="17603"/>
                </a:lnTo>
              </a:path>
              <a:path w="21600" h="21600">
                <a:moveTo>
                  <a:pt x="15540" y="17558"/>
                </a:moveTo>
                <a:lnTo>
                  <a:pt x="15562" y="17558"/>
                </a:lnTo>
                <a:lnTo>
                  <a:pt x="15562" y="17603"/>
                </a:lnTo>
                <a:lnTo>
                  <a:pt x="15540" y="17603"/>
                </a:lnTo>
              </a:path>
              <a:path w="21600" h="21600">
                <a:moveTo>
                  <a:pt x="12827" y="17558"/>
                </a:moveTo>
                <a:lnTo>
                  <a:pt x="12849" y="17558"/>
                </a:lnTo>
                <a:lnTo>
                  <a:pt x="12849" y="17603"/>
                </a:lnTo>
                <a:lnTo>
                  <a:pt x="12827" y="17603"/>
                </a:lnTo>
              </a:path>
              <a:path w="21600" h="21600">
                <a:moveTo>
                  <a:pt x="6037" y="17558"/>
                </a:moveTo>
                <a:lnTo>
                  <a:pt x="6059" y="17558"/>
                </a:lnTo>
                <a:lnTo>
                  <a:pt x="6059" y="17603"/>
                </a:lnTo>
                <a:lnTo>
                  <a:pt x="6037" y="17603"/>
                </a:lnTo>
              </a:path>
              <a:path w="21600" h="21600">
                <a:moveTo>
                  <a:pt x="3331" y="17558"/>
                </a:moveTo>
                <a:lnTo>
                  <a:pt x="3353" y="17558"/>
                </a:lnTo>
                <a:lnTo>
                  <a:pt x="3353" y="17603"/>
                </a:lnTo>
                <a:lnTo>
                  <a:pt x="3331" y="17603"/>
                </a:lnTo>
              </a:path>
              <a:path w="21600" h="21600">
                <a:moveTo>
                  <a:pt x="618" y="17558"/>
                </a:moveTo>
                <a:lnTo>
                  <a:pt x="640" y="17558"/>
                </a:lnTo>
                <a:lnTo>
                  <a:pt x="640" y="17603"/>
                </a:lnTo>
                <a:lnTo>
                  <a:pt x="618" y="17603"/>
                </a:lnTo>
              </a:path>
              <a:path w="21600" h="21600">
                <a:moveTo>
                  <a:pt x="17780" y="17557"/>
                </a:moveTo>
                <a:lnTo>
                  <a:pt x="17828" y="17557"/>
                </a:lnTo>
                <a:lnTo>
                  <a:pt x="17828" y="17657"/>
                </a:lnTo>
                <a:lnTo>
                  <a:pt x="17780" y="17657"/>
                </a:lnTo>
              </a:path>
              <a:path w="21600" h="21600">
                <a:moveTo>
                  <a:pt x="3771" y="17557"/>
                </a:moveTo>
                <a:lnTo>
                  <a:pt x="3819" y="17557"/>
                </a:lnTo>
                <a:lnTo>
                  <a:pt x="3819" y="17657"/>
                </a:lnTo>
                <a:lnTo>
                  <a:pt x="3771" y="17657"/>
                </a:lnTo>
              </a:path>
              <a:path w="21600" h="21600">
                <a:moveTo>
                  <a:pt x="4382" y="17553"/>
                </a:moveTo>
                <a:lnTo>
                  <a:pt x="4416" y="17553"/>
                </a:lnTo>
                <a:lnTo>
                  <a:pt x="4416" y="17624"/>
                </a:lnTo>
                <a:lnTo>
                  <a:pt x="4382" y="17624"/>
                </a:lnTo>
              </a:path>
              <a:path w="21600" h="21600">
                <a:moveTo>
                  <a:pt x="16733" y="17550"/>
                </a:moveTo>
                <a:lnTo>
                  <a:pt x="16762" y="17550"/>
                </a:lnTo>
                <a:lnTo>
                  <a:pt x="16762" y="17610"/>
                </a:lnTo>
                <a:lnTo>
                  <a:pt x="16733" y="17610"/>
                </a:lnTo>
              </a:path>
              <a:path w="21600" h="21600">
                <a:moveTo>
                  <a:pt x="14027" y="17550"/>
                </a:moveTo>
                <a:lnTo>
                  <a:pt x="14056" y="17550"/>
                </a:lnTo>
                <a:lnTo>
                  <a:pt x="14056" y="17610"/>
                </a:lnTo>
                <a:lnTo>
                  <a:pt x="14027" y="17610"/>
                </a:lnTo>
              </a:path>
              <a:path w="21600" h="21600">
                <a:moveTo>
                  <a:pt x="11313" y="17550"/>
                </a:moveTo>
                <a:lnTo>
                  <a:pt x="11343" y="17550"/>
                </a:lnTo>
                <a:lnTo>
                  <a:pt x="11343" y="17610"/>
                </a:lnTo>
                <a:lnTo>
                  <a:pt x="11313" y="17610"/>
                </a:lnTo>
              </a:path>
              <a:path w="21600" h="21600">
                <a:moveTo>
                  <a:pt x="10256" y="17550"/>
                </a:moveTo>
                <a:lnTo>
                  <a:pt x="10285" y="17550"/>
                </a:lnTo>
                <a:lnTo>
                  <a:pt x="10285" y="17610"/>
                </a:lnTo>
                <a:lnTo>
                  <a:pt x="10256" y="17610"/>
                </a:lnTo>
              </a:path>
              <a:path w="21600" h="21600">
                <a:moveTo>
                  <a:pt x="7543" y="17550"/>
                </a:moveTo>
                <a:lnTo>
                  <a:pt x="7572" y="17550"/>
                </a:lnTo>
                <a:lnTo>
                  <a:pt x="7572" y="17610"/>
                </a:lnTo>
                <a:lnTo>
                  <a:pt x="7543" y="17610"/>
                </a:lnTo>
              </a:path>
              <a:path w="21600" h="21600">
                <a:moveTo>
                  <a:pt x="4837" y="17550"/>
                </a:moveTo>
                <a:lnTo>
                  <a:pt x="4866" y="17550"/>
                </a:lnTo>
                <a:lnTo>
                  <a:pt x="4866" y="17610"/>
                </a:lnTo>
                <a:lnTo>
                  <a:pt x="4837" y="17610"/>
                </a:lnTo>
              </a:path>
              <a:path w="21600" h="21600">
                <a:moveTo>
                  <a:pt x="2124" y="17550"/>
                </a:moveTo>
                <a:lnTo>
                  <a:pt x="2153" y="17550"/>
                </a:lnTo>
                <a:lnTo>
                  <a:pt x="2153" y="17610"/>
                </a:lnTo>
                <a:lnTo>
                  <a:pt x="2124" y="17610"/>
                </a:lnTo>
              </a:path>
              <a:path w="21600" h="21600">
                <a:moveTo>
                  <a:pt x="12671" y="17531"/>
                </a:moveTo>
                <a:lnTo>
                  <a:pt x="12702" y="17531"/>
                </a:lnTo>
                <a:lnTo>
                  <a:pt x="12702" y="17595"/>
                </a:lnTo>
                <a:lnTo>
                  <a:pt x="12671" y="17595"/>
                </a:lnTo>
              </a:path>
              <a:path w="21600" h="21600">
                <a:moveTo>
                  <a:pt x="8896" y="17531"/>
                </a:moveTo>
                <a:lnTo>
                  <a:pt x="8927" y="17531"/>
                </a:lnTo>
                <a:lnTo>
                  <a:pt x="8927" y="17595"/>
                </a:lnTo>
                <a:lnTo>
                  <a:pt x="8896" y="17595"/>
                </a:lnTo>
              </a:path>
              <a:path w="21600" h="21600">
                <a:moveTo>
                  <a:pt x="3477" y="17531"/>
                </a:moveTo>
                <a:lnTo>
                  <a:pt x="3508" y="17531"/>
                </a:lnTo>
                <a:lnTo>
                  <a:pt x="3508" y="17595"/>
                </a:lnTo>
                <a:lnTo>
                  <a:pt x="3477" y="17595"/>
                </a:lnTo>
              </a:path>
              <a:path w="21600" h="21600">
                <a:moveTo>
                  <a:pt x="3180" y="17531"/>
                </a:moveTo>
                <a:lnTo>
                  <a:pt x="3202" y="17531"/>
                </a:lnTo>
                <a:lnTo>
                  <a:pt x="3202" y="17576"/>
                </a:lnTo>
                <a:lnTo>
                  <a:pt x="3180" y="17576"/>
                </a:lnTo>
              </a:path>
              <a:path w="21600" h="21600">
                <a:moveTo>
                  <a:pt x="10105" y="17530"/>
                </a:moveTo>
                <a:lnTo>
                  <a:pt x="10134" y="17530"/>
                </a:lnTo>
                <a:lnTo>
                  <a:pt x="10134" y="17590"/>
                </a:lnTo>
                <a:lnTo>
                  <a:pt x="10105" y="17590"/>
                </a:lnTo>
              </a:path>
              <a:path w="21600" h="21600">
                <a:moveTo>
                  <a:pt x="17189" y="17529"/>
                </a:moveTo>
                <a:lnTo>
                  <a:pt x="17211" y="17529"/>
                </a:lnTo>
                <a:lnTo>
                  <a:pt x="17211" y="17575"/>
                </a:lnTo>
                <a:lnTo>
                  <a:pt x="17189" y="17575"/>
                </a:lnTo>
              </a:path>
              <a:path w="21600" h="21600">
                <a:moveTo>
                  <a:pt x="20651" y="17524"/>
                </a:moveTo>
                <a:lnTo>
                  <a:pt x="20686" y="17524"/>
                </a:lnTo>
                <a:lnTo>
                  <a:pt x="20686" y="17595"/>
                </a:lnTo>
                <a:lnTo>
                  <a:pt x="20651" y="17595"/>
                </a:lnTo>
              </a:path>
              <a:path w="21600" h="21600">
                <a:moveTo>
                  <a:pt x="19141" y="17524"/>
                </a:moveTo>
                <a:lnTo>
                  <a:pt x="19176" y="17524"/>
                </a:lnTo>
                <a:lnTo>
                  <a:pt x="19176" y="17595"/>
                </a:lnTo>
                <a:lnTo>
                  <a:pt x="19141" y="17595"/>
                </a:lnTo>
              </a:path>
              <a:path w="21600" h="21600">
                <a:moveTo>
                  <a:pt x="18693" y="17524"/>
                </a:moveTo>
                <a:lnTo>
                  <a:pt x="18727" y="17524"/>
                </a:lnTo>
                <a:lnTo>
                  <a:pt x="18727" y="17595"/>
                </a:lnTo>
                <a:lnTo>
                  <a:pt x="18693" y="17595"/>
                </a:lnTo>
              </a:path>
              <a:path w="21600" h="21600">
                <a:moveTo>
                  <a:pt x="18391" y="17524"/>
                </a:moveTo>
                <a:lnTo>
                  <a:pt x="18425" y="17524"/>
                </a:lnTo>
                <a:lnTo>
                  <a:pt x="18425" y="17595"/>
                </a:lnTo>
                <a:lnTo>
                  <a:pt x="18391" y="17595"/>
                </a:lnTo>
              </a:path>
              <a:path w="21600" h="21600">
                <a:moveTo>
                  <a:pt x="17938" y="17524"/>
                </a:moveTo>
                <a:lnTo>
                  <a:pt x="17972" y="17524"/>
                </a:lnTo>
                <a:lnTo>
                  <a:pt x="17972" y="17595"/>
                </a:lnTo>
                <a:lnTo>
                  <a:pt x="17938" y="17595"/>
                </a:lnTo>
              </a:path>
              <a:path w="21600" h="21600">
                <a:moveTo>
                  <a:pt x="16428" y="17524"/>
                </a:moveTo>
                <a:lnTo>
                  <a:pt x="16462" y="17524"/>
                </a:lnTo>
                <a:lnTo>
                  <a:pt x="16462" y="17595"/>
                </a:lnTo>
                <a:lnTo>
                  <a:pt x="16428" y="17595"/>
                </a:lnTo>
              </a:path>
              <a:path w="21600" h="21600">
                <a:moveTo>
                  <a:pt x="15987" y="17524"/>
                </a:moveTo>
                <a:lnTo>
                  <a:pt x="16021" y="17524"/>
                </a:lnTo>
                <a:lnTo>
                  <a:pt x="16021" y="17595"/>
                </a:lnTo>
                <a:lnTo>
                  <a:pt x="15987" y="17595"/>
                </a:lnTo>
              </a:path>
              <a:path w="21600" h="21600">
                <a:moveTo>
                  <a:pt x="15685" y="17524"/>
                </a:moveTo>
                <a:lnTo>
                  <a:pt x="15719" y="17524"/>
                </a:lnTo>
                <a:lnTo>
                  <a:pt x="15719" y="17595"/>
                </a:lnTo>
                <a:lnTo>
                  <a:pt x="15685" y="17595"/>
                </a:lnTo>
              </a:path>
              <a:path w="21600" h="21600">
                <a:moveTo>
                  <a:pt x="15232" y="17524"/>
                </a:moveTo>
                <a:lnTo>
                  <a:pt x="15266" y="17524"/>
                </a:lnTo>
                <a:lnTo>
                  <a:pt x="15266" y="17595"/>
                </a:lnTo>
                <a:lnTo>
                  <a:pt x="15232" y="17595"/>
                </a:lnTo>
              </a:path>
              <a:path w="21600" h="21600">
                <a:moveTo>
                  <a:pt x="13722" y="17524"/>
                </a:moveTo>
                <a:lnTo>
                  <a:pt x="13757" y="17524"/>
                </a:lnTo>
                <a:lnTo>
                  <a:pt x="13757" y="17595"/>
                </a:lnTo>
                <a:lnTo>
                  <a:pt x="13722" y="17595"/>
                </a:lnTo>
              </a:path>
              <a:path w="21600" h="21600">
                <a:moveTo>
                  <a:pt x="13274" y="17524"/>
                </a:moveTo>
                <a:lnTo>
                  <a:pt x="13308" y="17524"/>
                </a:lnTo>
                <a:lnTo>
                  <a:pt x="13308" y="17595"/>
                </a:lnTo>
                <a:lnTo>
                  <a:pt x="13274" y="17595"/>
                </a:lnTo>
              </a:path>
              <a:path w="21600" h="21600">
                <a:moveTo>
                  <a:pt x="12972" y="17524"/>
                </a:moveTo>
                <a:lnTo>
                  <a:pt x="13006" y="17524"/>
                </a:lnTo>
                <a:lnTo>
                  <a:pt x="13006" y="17595"/>
                </a:lnTo>
                <a:lnTo>
                  <a:pt x="12972" y="17595"/>
                </a:lnTo>
              </a:path>
              <a:path w="21600" h="21600">
                <a:moveTo>
                  <a:pt x="12519" y="17524"/>
                </a:moveTo>
                <a:lnTo>
                  <a:pt x="12553" y="17524"/>
                </a:lnTo>
                <a:lnTo>
                  <a:pt x="12553" y="17595"/>
                </a:lnTo>
                <a:lnTo>
                  <a:pt x="12519" y="17595"/>
                </a:lnTo>
              </a:path>
              <a:path w="21600" h="21600">
                <a:moveTo>
                  <a:pt x="11009" y="17524"/>
                </a:moveTo>
                <a:lnTo>
                  <a:pt x="11043" y="17524"/>
                </a:lnTo>
                <a:lnTo>
                  <a:pt x="11043" y="17595"/>
                </a:lnTo>
                <a:lnTo>
                  <a:pt x="11009" y="17595"/>
                </a:lnTo>
              </a:path>
              <a:path w="21600" h="21600">
                <a:moveTo>
                  <a:pt x="9045" y="17524"/>
                </a:moveTo>
                <a:lnTo>
                  <a:pt x="9080" y="17524"/>
                </a:lnTo>
                <a:lnTo>
                  <a:pt x="9080" y="17595"/>
                </a:lnTo>
                <a:lnTo>
                  <a:pt x="9045" y="17595"/>
                </a:lnTo>
              </a:path>
              <a:path w="21600" h="21600">
                <a:moveTo>
                  <a:pt x="8592" y="17524"/>
                </a:moveTo>
                <a:lnTo>
                  <a:pt x="8627" y="17524"/>
                </a:lnTo>
                <a:lnTo>
                  <a:pt x="8627" y="17595"/>
                </a:lnTo>
                <a:lnTo>
                  <a:pt x="8592" y="17595"/>
                </a:lnTo>
              </a:path>
              <a:path w="21600" h="21600">
                <a:moveTo>
                  <a:pt x="8290" y="17524"/>
                </a:moveTo>
                <a:lnTo>
                  <a:pt x="8325" y="17524"/>
                </a:lnTo>
                <a:lnTo>
                  <a:pt x="8325" y="17595"/>
                </a:lnTo>
                <a:lnTo>
                  <a:pt x="8290" y="17595"/>
                </a:lnTo>
              </a:path>
              <a:path w="21600" h="21600">
                <a:moveTo>
                  <a:pt x="7842" y="17524"/>
                </a:moveTo>
                <a:lnTo>
                  <a:pt x="7876" y="17524"/>
                </a:lnTo>
                <a:lnTo>
                  <a:pt x="7876" y="17595"/>
                </a:lnTo>
                <a:lnTo>
                  <a:pt x="7842" y="17595"/>
                </a:lnTo>
              </a:path>
              <a:path w="21600" h="21600">
                <a:moveTo>
                  <a:pt x="6332" y="17524"/>
                </a:moveTo>
                <a:lnTo>
                  <a:pt x="6367" y="17524"/>
                </a:lnTo>
                <a:lnTo>
                  <a:pt x="6367" y="17595"/>
                </a:lnTo>
                <a:lnTo>
                  <a:pt x="6332" y="17595"/>
                </a:lnTo>
              </a:path>
              <a:path w="21600" h="21600">
                <a:moveTo>
                  <a:pt x="5879" y="17524"/>
                </a:moveTo>
                <a:lnTo>
                  <a:pt x="5914" y="17524"/>
                </a:lnTo>
                <a:lnTo>
                  <a:pt x="5914" y="17595"/>
                </a:lnTo>
                <a:lnTo>
                  <a:pt x="5879" y="17595"/>
                </a:lnTo>
              </a:path>
              <a:path w="21600" h="21600">
                <a:moveTo>
                  <a:pt x="5577" y="17524"/>
                </a:moveTo>
                <a:lnTo>
                  <a:pt x="5612" y="17524"/>
                </a:lnTo>
                <a:lnTo>
                  <a:pt x="5612" y="17595"/>
                </a:lnTo>
                <a:lnTo>
                  <a:pt x="5577" y="17595"/>
                </a:lnTo>
              </a:path>
              <a:path w="21600" h="21600">
                <a:moveTo>
                  <a:pt x="5137" y="17524"/>
                </a:moveTo>
                <a:lnTo>
                  <a:pt x="5171" y="17524"/>
                </a:lnTo>
                <a:lnTo>
                  <a:pt x="5171" y="17595"/>
                </a:lnTo>
                <a:lnTo>
                  <a:pt x="5137" y="17595"/>
                </a:lnTo>
              </a:path>
              <a:path w="21600" h="21600">
                <a:moveTo>
                  <a:pt x="2423" y="17524"/>
                </a:moveTo>
                <a:lnTo>
                  <a:pt x="2458" y="17524"/>
                </a:lnTo>
                <a:lnTo>
                  <a:pt x="2458" y="17595"/>
                </a:lnTo>
                <a:lnTo>
                  <a:pt x="2423" y="17595"/>
                </a:lnTo>
              </a:path>
              <a:path w="21600" h="21600">
                <a:moveTo>
                  <a:pt x="914" y="17524"/>
                </a:moveTo>
                <a:lnTo>
                  <a:pt x="948" y="17524"/>
                </a:lnTo>
                <a:lnTo>
                  <a:pt x="948" y="17595"/>
                </a:lnTo>
                <a:lnTo>
                  <a:pt x="914" y="17595"/>
                </a:lnTo>
              </a:path>
              <a:path w="21600" h="21600">
                <a:moveTo>
                  <a:pt x="461" y="17524"/>
                </a:moveTo>
                <a:lnTo>
                  <a:pt x="495" y="17524"/>
                </a:lnTo>
                <a:lnTo>
                  <a:pt x="495" y="17595"/>
                </a:lnTo>
                <a:lnTo>
                  <a:pt x="461" y="17595"/>
                </a:lnTo>
              </a:path>
              <a:path w="21600" h="21600">
                <a:moveTo>
                  <a:pt x="159" y="17524"/>
                </a:moveTo>
                <a:lnTo>
                  <a:pt x="193" y="17524"/>
                </a:lnTo>
                <a:lnTo>
                  <a:pt x="193" y="17595"/>
                </a:lnTo>
                <a:lnTo>
                  <a:pt x="159" y="17595"/>
                </a:lnTo>
              </a:path>
              <a:path w="21600" h="21600">
                <a:moveTo>
                  <a:pt x="14180" y="17519"/>
                </a:moveTo>
                <a:lnTo>
                  <a:pt x="14205" y="17519"/>
                </a:lnTo>
                <a:lnTo>
                  <a:pt x="14205" y="17572"/>
                </a:lnTo>
                <a:lnTo>
                  <a:pt x="14180" y="17572"/>
                </a:lnTo>
              </a:path>
              <a:path w="21600" h="21600">
                <a:moveTo>
                  <a:pt x="1059" y="17518"/>
                </a:moveTo>
                <a:lnTo>
                  <a:pt x="1104" y="17518"/>
                </a:lnTo>
                <a:lnTo>
                  <a:pt x="1104" y="17610"/>
                </a:lnTo>
                <a:lnTo>
                  <a:pt x="1059" y="17610"/>
                </a:lnTo>
              </a:path>
              <a:path w="21600" h="21600">
                <a:moveTo>
                  <a:pt x="2869" y="17515"/>
                </a:moveTo>
                <a:lnTo>
                  <a:pt x="2909" y="17515"/>
                </a:lnTo>
                <a:lnTo>
                  <a:pt x="2909" y="17596"/>
                </a:lnTo>
                <a:lnTo>
                  <a:pt x="2869" y="17596"/>
                </a:lnTo>
              </a:path>
              <a:path w="21600" h="21600">
                <a:moveTo>
                  <a:pt x="16280" y="17487"/>
                </a:moveTo>
                <a:lnTo>
                  <a:pt x="16308" y="17487"/>
                </a:lnTo>
                <a:lnTo>
                  <a:pt x="16308" y="17544"/>
                </a:lnTo>
                <a:lnTo>
                  <a:pt x="16280" y="17544"/>
                </a:lnTo>
              </a:path>
              <a:path w="21600" h="21600">
                <a:moveTo>
                  <a:pt x="5291" y="17487"/>
                </a:moveTo>
                <a:lnTo>
                  <a:pt x="5318" y="17487"/>
                </a:lnTo>
                <a:lnTo>
                  <a:pt x="5318" y="17544"/>
                </a:lnTo>
                <a:lnTo>
                  <a:pt x="5291" y="17544"/>
                </a:lnTo>
              </a:path>
              <a:path w="21600" h="21600">
                <a:moveTo>
                  <a:pt x="17035" y="17470"/>
                </a:moveTo>
                <a:lnTo>
                  <a:pt x="17063" y="17470"/>
                </a:lnTo>
                <a:lnTo>
                  <a:pt x="17063" y="17526"/>
                </a:lnTo>
                <a:lnTo>
                  <a:pt x="17035" y="17526"/>
                </a:lnTo>
              </a:path>
              <a:path w="21600" h="21600">
                <a:moveTo>
                  <a:pt x="11616" y="17470"/>
                </a:moveTo>
                <a:lnTo>
                  <a:pt x="11644" y="17470"/>
                </a:lnTo>
                <a:lnTo>
                  <a:pt x="11644" y="17526"/>
                </a:lnTo>
                <a:lnTo>
                  <a:pt x="11616" y="17526"/>
                </a:lnTo>
              </a:path>
              <a:path w="21600" h="21600">
                <a:moveTo>
                  <a:pt x="9955" y="17470"/>
                </a:moveTo>
                <a:lnTo>
                  <a:pt x="9982" y="17470"/>
                </a:lnTo>
                <a:lnTo>
                  <a:pt x="9982" y="17526"/>
                </a:lnTo>
                <a:lnTo>
                  <a:pt x="9955" y="17526"/>
                </a:lnTo>
              </a:path>
              <a:path w="21600" h="21600">
                <a:moveTo>
                  <a:pt x="4536" y="17470"/>
                </a:moveTo>
                <a:lnTo>
                  <a:pt x="4563" y="17470"/>
                </a:lnTo>
                <a:lnTo>
                  <a:pt x="4563" y="17526"/>
                </a:lnTo>
                <a:lnTo>
                  <a:pt x="4536" y="17526"/>
                </a:lnTo>
              </a:path>
              <a:path w="21600" h="21600">
                <a:moveTo>
                  <a:pt x="1665" y="17470"/>
                </a:moveTo>
                <a:lnTo>
                  <a:pt x="1706" y="17470"/>
                </a:lnTo>
                <a:lnTo>
                  <a:pt x="1706" y="17554"/>
                </a:lnTo>
                <a:lnTo>
                  <a:pt x="1665" y="17554"/>
                </a:lnTo>
              </a:path>
              <a:path w="21600" h="21600">
                <a:moveTo>
                  <a:pt x="19881" y="17470"/>
                </a:moveTo>
                <a:lnTo>
                  <a:pt x="19946" y="17470"/>
                </a:lnTo>
                <a:lnTo>
                  <a:pt x="19946" y="17604"/>
                </a:lnTo>
                <a:lnTo>
                  <a:pt x="19881" y="17604"/>
                </a:lnTo>
              </a:path>
              <a:path w="21600" h="21600">
                <a:moveTo>
                  <a:pt x="17640" y="17463"/>
                </a:moveTo>
                <a:lnTo>
                  <a:pt x="17666" y="17463"/>
                </a:lnTo>
                <a:lnTo>
                  <a:pt x="17666" y="17515"/>
                </a:lnTo>
                <a:lnTo>
                  <a:pt x="17640" y="17515"/>
                </a:lnTo>
              </a:path>
              <a:path w="21600" h="21600">
                <a:moveTo>
                  <a:pt x="14934" y="17463"/>
                </a:moveTo>
                <a:lnTo>
                  <a:pt x="14960" y="17463"/>
                </a:lnTo>
                <a:lnTo>
                  <a:pt x="14960" y="17515"/>
                </a:lnTo>
                <a:lnTo>
                  <a:pt x="14934" y="17515"/>
                </a:lnTo>
              </a:path>
              <a:path w="21600" h="21600">
                <a:moveTo>
                  <a:pt x="12221" y="17463"/>
                </a:moveTo>
                <a:lnTo>
                  <a:pt x="12247" y="17463"/>
                </a:lnTo>
                <a:lnTo>
                  <a:pt x="12247" y="17515"/>
                </a:lnTo>
                <a:lnTo>
                  <a:pt x="12221" y="17515"/>
                </a:lnTo>
              </a:path>
              <a:path w="21600" h="21600">
                <a:moveTo>
                  <a:pt x="9352" y="17463"/>
                </a:moveTo>
                <a:lnTo>
                  <a:pt x="9377" y="17463"/>
                </a:lnTo>
                <a:lnTo>
                  <a:pt x="9377" y="17515"/>
                </a:lnTo>
                <a:lnTo>
                  <a:pt x="9352" y="17515"/>
                </a:lnTo>
              </a:path>
              <a:path w="21600" h="21600">
                <a:moveTo>
                  <a:pt x="3933" y="17463"/>
                </a:moveTo>
                <a:lnTo>
                  <a:pt x="3959" y="17463"/>
                </a:lnTo>
                <a:lnTo>
                  <a:pt x="3959" y="17515"/>
                </a:lnTo>
                <a:lnTo>
                  <a:pt x="3933" y="17515"/>
                </a:lnTo>
              </a:path>
              <a:path w="21600" h="21600">
                <a:moveTo>
                  <a:pt x="1220" y="17463"/>
                </a:moveTo>
                <a:lnTo>
                  <a:pt x="1246" y="17463"/>
                </a:lnTo>
                <a:lnTo>
                  <a:pt x="1246" y="17515"/>
                </a:lnTo>
                <a:lnTo>
                  <a:pt x="1220" y="17515"/>
                </a:lnTo>
              </a:path>
              <a:path w="21600" h="21600">
                <a:moveTo>
                  <a:pt x="10560" y="17451"/>
                </a:moveTo>
                <a:lnTo>
                  <a:pt x="10585" y="17451"/>
                </a:lnTo>
                <a:lnTo>
                  <a:pt x="10585" y="17504"/>
                </a:lnTo>
                <a:lnTo>
                  <a:pt x="10560" y="17504"/>
                </a:lnTo>
              </a:path>
              <a:path w="21600" h="21600">
                <a:moveTo>
                  <a:pt x="21411" y="17448"/>
                </a:moveTo>
                <a:lnTo>
                  <a:pt x="21435" y="17448"/>
                </a:lnTo>
                <a:lnTo>
                  <a:pt x="21435" y="17497"/>
                </a:lnTo>
                <a:lnTo>
                  <a:pt x="21411" y="17497"/>
                </a:lnTo>
              </a:path>
              <a:path w="21600" h="21600">
                <a:moveTo>
                  <a:pt x="20052" y="17444"/>
                </a:moveTo>
                <a:lnTo>
                  <a:pt x="20077" y="17444"/>
                </a:lnTo>
                <a:lnTo>
                  <a:pt x="20077" y="17497"/>
                </a:lnTo>
                <a:lnTo>
                  <a:pt x="20052" y="17497"/>
                </a:lnTo>
              </a:path>
              <a:path w="21600" h="21600">
                <a:moveTo>
                  <a:pt x="17338" y="17444"/>
                </a:moveTo>
                <a:lnTo>
                  <a:pt x="17364" y="17444"/>
                </a:lnTo>
                <a:lnTo>
                  <a:pt x="17364" y="17497"/>
                </a:lnTo>
                <a:lnTo>
                  <a:pt x="17338" y="17497"/>
                </a:lnTo>
              </a:path>
              <a:path w="21600" h="21600">
                <a:moveTo>
                  <a:pt x="11919" y="17444"/>
                </a:moveTo>
                <a:lnTo>
                  <a:pt x="11945" y="17444"/>
                </a:lnTo>
                <a:lnTo>
                  <a:pt x="11945" y="17497"/>
                </a:lnTo>
                <a:lnTo>
                  <a:pt x="11919" y="17497"/>
                </a:lnTo>
              </a:path>
              <a:path w="21600" h="21600">
                <a:moveTo>
                  <a:pt x="9654" y="17444"/>
                </a:moveTo>
                <a:lnTo>
                  <a:pt x="9679" y="17444"/>
                </a:lnTo>
                <a:lnTo>
                  <a:pt x="9679" y="17497"/>
                </a:lnTo>
                <a:lnTo>
                  <a:pt x="9654" y="17497"/>
                </a:lnTo>
              </a:path>
              <a:path w="21600" h="21600">
                <a:moveTo>
                  <a:pt x="6941" y="17444"/>
                </a:moveTo>
                <a:lnTo>
                  <a:pt x="6966" y="17444"/>
                </a:lnTo>
                <a:lnTo>
                  <a:pt x="6966" y="17497"/>
                </a:lnTo>
                <a:lnTo>
                  <a:pt x="6941" y="17497"/>
                </a:lnTo>
              </a:path>
              <a:path w="21600" h="21600">
                <a:moveTo>
                  <a:pt x="4235" y="17444"/>
                </a:moveTo>
                <a:lnTo>
                  <a:pt x="4261" y="17444"/>
                </a:lnTo>
                <a:lnTo>
                  <a:pt x="4261" y="17497"/>
                </a:lnTo>
                <a:lnTo>
                  <a:pt x="4235" y="17497"/>
                </a:lnTo>
              </a:path>
              <a:path w="21600" h="21600">
                <a:moveTo>
                  <a:pt x="1522" y="17444"/>
                </a:moveTo>
                <a:lnTo>
                  <a:pt x="1548" y="17444"/>
                </a:lnTo>
                <a:lnTo>
                  <a:pt x="1548" y="17497"/>
                </a:lnTo>
                <a:lnTo>
                  <a:pt x="1522" y="17497"/>
                </a:lnTo>
              </a:path>
              <a:path w="21600" h="21600">
                <a:moveTo>
                  <a:pt x="14471" y="17433"/>
                </a:moveTo>
                <a:lnTo>
                  <a:pt x="14518" y="17433"/>
                </a:lnTo>
                <a:lnTo>
                  <a:pt x="14518" y="17528"/>
                </a:lnTo>
                <a:lnTo>
                  <a:pt x="14471" y="17528"/>
                </a:lnTo>
              </a:path>
              <a:path w="21600" h="21600">
                <a:moveTo>
                  <a:pt x="7081" y="17433"/>
                </a:moveTo>
                <a:lnTo>
                  <a:pt x="7128" y="17433"/>
                </a:lnTo>
                <a:lnTo>
                  <a:pt x="7128" y="17528"/>
                </a:lnTo>
                <a:lnTo>
                  <a:pt x="7081" y="17528"/>
                </a:lnTo>
              </a:path>
              <a:path w="21600" h="21600">
                <a:moveTo>
                  <a:pt x="9181" y="17426"/>
                </a:moveTo>
                <a:lnTo>
                  <a:pt x="9246" y="17426"/>
                </a:lnTo>
                <a:lnTo>
                  <a:pt x="9246" y="17560"/>
                </a:lnTo>
                <a:lnTo>
                  <a:pt x="9181" y="17560"/>
                </a:lnTo>
              </a:path>
              <a:path w="21600" h="21600">
                <a:moveTo>
                  <a:pt x="21253" y="17420"/>
                </a:moveTo>
                <a:lnTo>
                  <a:pt x="21291" y="17420"/>
                </a:lnTo>
                <a:lnTo>
                  <a:pt x="21291" y="17498"/>
                </a:lnTo>
                <a:lnTo>
                  <a:pt x="21253" y="17498"/>
                </a:lnTo>
              </a:path>
              <a:path w="21600" h="21600">
                <a:moveTo>
                  <a:pt x="18540" y="17420"/>
                </a:moveTo>
                <a:lnTo>
                  <a:pt x="18578" y="17420"/>
                </a:lnTo>
                <a:lnTo>
                  <a:pt x="18578" y="17498"/>
                </a:lnTo>
                <a:lnTo>
                  <a:pt x="18540" y="17498"/>
                </a:lnTo>
              </a:path>
              <a:path w="21600" h="21600">
                <a:moveTo>
                  <a:pt x="15834" y="17420"/>
                </a:moveTo>
                <a:lnTo>
                  <a:pt x="15872" y="17420"/>
                </a:lnTo>
                <a:lnTo>
                  <a:pt x="15872" y="17498"/>
                </a:lnTo>
                <a:lnTo>
                  <a:pt x="15834" y="17498"/>
                </a:lnTo>
              </a:path>
              <a:path w="21600" h="21600">
                <a:moveTo>
                  <a:pt x="13121" y="17420"/>
                </a:moveTo>
                <a:lnTo>
                  <a:pt x="13159" y="17420"/>
                </a:lnTo>
                <a:lnTo>
                  <a:pt x="13159" y="17498"/>
                </a:lnTo>
                <a:lnTo>
                  <a:pt x="13121" y="17498"/>
                </a:lnTo>
              </a:path>
              <a:path w="21600" h="21600">
                <a:moveTo>
                  <a:pt x="8440" y="17420"/>
                </a:moveTo>
                <a:lnTo>
                  <a:pt x="8478" y="17420"/>
                </a:lnTo>
                <a:lnTo>
                  <a:pt x="8478" y="17498"/>
                </a:lnTo>
                <a:lnTo>
                  <a:pt x="8440" y="17498"/>
                </a:lnTo>
              </a:path>
              <a:path w="21600" h="21600">
                <a:moveTo>
                  <a:pt x="3021" y="17420"/>
                </a:moveTo>
                <a:lnTo>
                  <a:pt x="3059" y="17420"/>
                </a:lnTo>
                <a:lnTo>
                  <a:pt x="3059" y="17498"/>
                </a:lnTo>
                <a:lnTo>
                  <a:pt x="3021" y="17498"/>
                </a:lnTo>
              </a:path>
              <a:path w="21600" h="21600">
                <a:moveTo>
                  <a:pt x="308" y="17420"/>
                </a:moveTo>
                <a:lnTo>
                  <a:pt x="346" y="17420"/>
                </a:lnTo>
                <a:lnTo>
                  <a:pt x="346" y="17498"/>
                </a:lnTo>
                <a:lnTo>
                  <a:pt x="308" y="17498"/>
                </a:lnTo>
              </a:path>
              <a:path w="21600" h="21600">
                <a:moveTo>
                  <a:pt x="21109" y="17406"/>
                </a:moveTo>
                <a:lnTo>
                  <a:pt x="21133" y="17406"/>
                </a:lnTo>
                <a:lnTo>
                  <a:pt x="21133" y="17455"/>
                </a:lnTo>
                <a:lnTo>
                  <a:pt x="21109" y="17455"/>
                </a:lnTo>
              </a:path>
              <a:path w="21600" h="21600">
                <a:moveTo>
                  <a:pt x="3632" y="17406"/>
                </a:moveTo>
                <a:lnTo>
                  <a:pt x="3656" y="17406"/>
                </a:lnTo>
                <a:lnTo>
                  <a:pt x="3656" y="17455"/>
                </a:lnTo>
                <a:lnTo>
                  <a:pt x="3632" y="17455"/>
                </a:lnTo>
              </a:path>
              <a:path w="21600" h="21600">
                <a:moveTo>
                  <a:pt x="20960" y="17371"/>
                </a:moveTo>
                <a:lnTo>
                  <a:pt x="20980" y="17371"/>
                </a:lnTo>
                <a:lnTo>
                  <a:pt x="20980" y="17413"/>
                </a:lnTo>
                <a:lnTo>
                  <a:pt x="20960" y="17413"/>
                </a:lnTo>
              </a:path>
              <a:path w="21600" h="21600">
                <a:moveTo>
                  <a:pt x="18247" y="17371"/>
                </a:moveTo>
                <a:lnTo>
                  <a:pt x="18267" y="17371"/>
                </a:lnTo>
                <a:lnTo>
                  <a:pt x="18267" y="17413"/>
                </a:lnTo>
                <a:lnTo>
                  <a:pt x="18247" y="17413"/>
                </a:lnTo>
              </a:path>
              <a:path w="21600" h="21600">
                <a:moveTo>
                  <a:pt x="15541" y="17371"/>
                </a:moveTo>
                <a:lnTo>
                  <a:pt x="15561" y="17371"/>
                </a:lnTo>
                <a:lnTo>
                  <a:pt x="15561" y="17413"/>
                </a:lnTo>
                <a:lnTo>
                  <a:pt x="15541" y="17413"/>
                </a:lnTo>
              </a:path>
              <a:path w="21600" h="21600">
                <a:moveTo>
                  <a:pt x="12828" y="17371"/>
                </a:moveTo>
                <a:lnTo>
                  <a:pt x="12848" y="17371"/>
                </a:lnTo>
                <a:lnTo>
                  <a:pt x="12848" y="17413"/>
                </a:lnTo>
                <a:lnTo>
                  <a:pt x="12828" y="17413"/>
                </a:lnTo>
              </a:path>
              <a:path w="21600" h="21600">
                <a:moveTo>
                  <a:pt x="6037" y="17371"/>
                </a:moveTo>
                <a:lnTo>
                  <a:pt x="6058" y="17371"/>
                </a:lnTo>
                <a:lnTo>
                  <a:pt x="6058" y="17413"/>
                </a:lnTo>
                <a:lnTo>
                  <a:pt x="6037" y="17413"/>
                </a:lnTo>
              </a:path>
              <a:path w="21600" h="21600">
                <a:moveTo>
                  <a:pt x="3332" y="17371"/>
                </a:moveTo>
                <a:lnTo>
                  <a:pt x="3352" y="17371"/>
                </a:lnTo>
                <a:lnTo>
                  <a:pt x="3352" y="17413"/>
                </a:lnTo>
                <a:lnTo>
                  <a:pt x="3332" y="17413"/>
                </a:lnTo>
              </a:path>
              <a:path w="21600" h="21600">
                <a:moveTo>
                  <a:pt x="619" y="17371"/>
                </a:moveTo>
                <a:lnTo>
                  <a:pt x="639" y="17371"/>
                </a:lnTo>
                <a:lnTo>
                  <a:pt x="639" y="17413"/>
                </a:lnTo>
                <a:lnTo>
                  <a:pt x="619" y="17413"/>
                </a:lnTo>
              </a:path>
              <a:path w="21600" h="21600">
                <a:moveTo>
                  <a:pt x="15383" y="17370"/>
                </a:moveTo>
                <a:lnTo>
                  <a:pt x="15417" y="17370"/>
                </a:lnTo>
                <a:lnTo>
                  <a:pt x="15417" y="17440"/>
                </a:lnTo>
                <a:lnTo>
                  <a:pt x="15383" y="17440"/>
                </a:lnTo>
              </a:path>
              <a:path w="21600" h="21600">
                <a:moveTo>
                  <a:pt x="19592" y="17348"/>
                </a:moveTo>
                <a:lnTo>
                  <a:pt x="19630" y="17348"/>
                </a:lnTo>
                <a:lnTo>
                  <a:pt x="19630" y="17426"/>
                </a:lnTo>
                <a:lnTo>
                  <a:pt x="19592" y="17426"/>
                </a:lnTo>
              </a:path>
              <a:path w="21600" h="21600">
                <a:moveTo>
                  <a:pt x="16879" y="17348"/>
                </a:moveTo>
                <a:lnTo>
                  <a:pt x="16917" y="17348"/>
                </a:lnTo>
                <a:lnTo>
                  <a:pt x="16917" y="17426"/>
                </a:lnTo>
                <a:lnTo>
                  <a:pt x="16879" y="17426"/>
                </a:lnTo>
              </a:path>
              <a:path w="21600" h="21600">
                <a:moveTo>
                  <a:pt x="7387" y="17348"/>
                </a:moveTo>
                <a:lnTo>
                  <a:pt x="7425" y="17348"/>
                </a:lnTo>
                <a:lnTo>
                  <a:pt x="7425" y="17426"/>
                </a:lnTo>
                <a:lnTo>
                  <a:pt x="7387" y="17426"/>
                </a:lnTo>
              </a:path>
              <a:path w="21600" h="21600">
                <a:moveTo>
                  <a:pt x="4682" y="17348"/>
                </a:moveTo>
                <a:lnTo>
                  <a:pt x="4720" y="17348"/>
                </a:lnTo>
                <a:lnTo>
                  <a:pt x="4720" y="17426"/>
                </a:lnTo>
                <a:lnTo>
                  <a:pt x="4682" y="17426"/>
                </a:lnTo>
              </a:path>
              <a:path w="21600" h="21600">
                <a:moveTo>
                  <a:pt x="1969" y="17348"/>
                </a:moveTo>
                <a:lnTo>
                  <a:pt x="2007" y="17348"/>
                </a:lnTo>
                <a:lnTo>
                  <a:pt x="2007" y="17426"/>
                </a:lnTo>
                <a:lnTo>
                  <a:pt x="1969" y="17426"/>
                </a:lnTo>
              </a:path>
              <a:path w="21600" h="21600">
                <a:moveTo>
                  <a:pt x="19291" y="17343"/>
                </a:moveTo>
                <a:lnTo>
                  <a:pt x="19328" y="17343"/>
                </a:lnTo>
                <a:lnTo>
                  <a:pt x="19328" y="17417"/>
                </a:lnTo>
                <a:lnTo>
                  <a:pt x="19291" y="17417"/>
                </a:lnTo>
              </a:path>
              <a:path w="21600" h="21600">
                <a:moveTo>
                  <a:pt x="13872" y="17343"/>
                </a:moveTo>
                <a:lnTo>
                  <a:pt x="13909" y="17343"/>
                </a:lnTo>
                <a:lnTo>
                  <a:pt x="13909" y="17417"/>
                </a:lnTo>
                <a:lnTo>
                  <a:pt x="13872" y="17417"/>
                </a:lnTo>
              </a:path>
              <a:path w="21600" h="21600">
                <a:moveTo>
                  <a:pt x="7690" y="17343"/>
                </a:moveTo>
                <a:lnTo>
                  <a:pt x="7726" y="17343"/>
                </a:lnTo>
                <a:lnTo>
                  <a:pt x="7726" y="17417"/>
                </a:lnTo>
                <a:lnTo>
                  <a:pt x="7690" y="17417"/>
                </a:lnTo>
              </a:path>
              <a:path w="21600" h="21600">
                <a:moveTo>
                  <a:pt x="2271" y="17343"/>
                </a:moveTo>
                <a:lnTo>
                  <a:pt x="2308" y="17343"/>
                </a:lnTo>
                <a:lnTo>
                  <a:pt x="2308" y="17417"/>
                </a:lnTo>
                <a:lnTo>
                  <a:pt x="2271" y="17417"/>
                </a:lnTo>
              </a:path>
              <a:path w="21600" h="21600">
                <a:moveTo>
                  <a:pt x="1373" y="17342"/>
                </a:moveTo>
                <a:lnTo>
                  <a:pt x="1395" y="17342"/>
                </a:lnTo>
                <a:lnTo>
                  <a:pt x="1395" y="17388"/>
                </a:lnTo>
                <a:lnTo>
                  <a:pt x="1373" y="17388"/>
                </a:lnTo>
              </a:path>
              <a:path w="21600" h="21600">
                <a:moveTo>
                  <a:pt x="20498" y="17332"/>
                </a:moveTo>
                <a:lnTo>
                  <a:pt x="20537" y="17332"/>
                </a:lnTo>
                <a:lnTo>
                  <a:pt x="20537" y="17413"/>
                </a:lnTo>
                <a:lnTo>
                  <a:pt x="20498" y="17413"/>
                </a:lnTo>
              </a:path>
              <a:path w="21600" h="21600">
                <a:moveTo>
                  <a:pt x="15078" y="17332"/>
                </a:moveTo>
                <a:lnTo>
                  <a:pt x="15118" y="17332"/>
                </a:lnTo>
                <a:lnTo>
                  <a:pt x="15118" y="17413"/>
                </a:lnTo>
                <a:lnTo>
                  <a:pt x="15078" y="17413"/>
                </a:lnTo>
              </a:path>
              <a:path w="21600" h="21600">
                <a:moveTo>
                  <a:pt x="6481" y="17332"/>
                </a:moveTo>
                <a:lnTo>
                  <a:pt x="6520" y="17332"/>
                </a:lnTo>
                <a:lnTo>
                  <a:pt x="6520" y="17413"/>
                </a:lnTo>
                <a:lnTo>
                  <a:pt x="6481" y="17413"/>
                </a:lnTo>
              </a:path>
              <a:path w="21600" h="21600">
                <a:moveTo>
                  <a:pt x="16733" y="17328"/>
                </a:moveTo>
                <a:lnTo>
                  <a:pt x="16761" y="17328"/>
                </a:lnTo>
                <a:lnTo>
                  <a:pt x="16761" y="17384"/>
                </a:lnTo>
                <a:lnTo>
                  <a:pt x="16733" y="17384"/>
                </a:lnTo>
              </a:path>
              <a:path w="21600" h="21600">
                <a:moveTo>
                  <a:pt x="14028" y="17328"/>
                </a:moveTo>
                <a:lnTo>
                  <a:pt x="14055" y="17328"/>
                </a:lnTo>
                <a:lnTo>
                  <a:pt x="14055" y="17384"/>
                </a:lnTo>
                <a:lnTo>
                  <a:pt x="14028" y="17384"/>
                </a:lnTo>
              </a:path>
              <a:path w="21600" h="21600">
                <a:moveTo>
                  <a:pt x="11314" y="17328"/>
                </a:moveTo>
                <a:lnTo>
                  <a:pt x="11342" y="17328"/>
                </a:lnTo>
                <a:lnTo>
                  <a:pt x="11342" y="17384"/>
                </a:lnTo>
                <a:lnTo>
                  <a:pt x="11314" y="17384"/>
                </a:lnTo>
              </a:path>
              <a:path w="21600" h="21600">
                <a:moveTo>
                  <a:pt x="10257" y="17328"/>
                </a:moveTo>
                <a:lnTo>
                  <a:pt x="10284" y="17328"/>
                </a:lnTo>
                <a:lnTo>
                  <a:pt x="10284" y="17384"/>
                </a:lnTo>
                <a:lnTo>
                  <a:pt x="10257" y="17384"/>
                </a:lnTo>
              </a:path>
              <a:path w="21600" h="21600">
                <a:moveTo>
                  <a:pt x="7544" y="17328"/>
                </a:moveTo>
                <a:lnTo>
                  <a:pt x="7571" y="17328"/>
                </a:lnTo>
                <a:lnTo>
                  <a:pt x="7571" y="17384"/>
                </a:lnTo>
                <a:lnTo>
                  <a:pt x="7544" y="17384"/>
                </a:lnTo>
              </a:path>
              <a:path w="21600" h="21600">
                <a:moveTo>
                  <a:pt x="4838" y="17328"/>
                </a:moveTo>
                <a:lnTo>
                  <a:pt x="4865" y="17328"/>
                </a:lnTo>
                <a:lnTo>
                  <a:pt x="4865" y="17384"/>
                </a:lnTo>
                <a:lnTo>
                  <a:pt x="4838" y="17384"/>
                </a:lnTo>
              </a:path>
              <a:path w="21600" h="21600">
                <a:moveTo>
                  <a:pt x="2125" y="17328"/>
                </a:moveTo>
                <a:lnTo>
                  <a:pt x="2152" y="17328"/>
                </a:lnTo>
                <a:lnTo>
                  <a:pt x="2152" y="17384"/>
                </a:lnTo>
                <a:lnTo>
                  <a:pt x="2125" y="17384"/>
                </a:lnTo>
              </a:path>
              <a:path w="21600" h="21600">
                <a:moveTo>
                  <a:pt x="5731" y="17326"/>
                </a:moveTo>
                <a:lnTo>
                  <a:pt x="5760" y="17326"/>
                </a:lnTo>
                <a:lnTo>
                  <a:pt x="5760" y="17385"/>
                </a:lnTo>
                <a:lnTo>
                  <a:pt x="5731" y="17385"/>
                </a:lnTo>
              </a:path>
              <a:path w="21600" h="21600">
                <a:moveTo>
                  <a:pt x="10855" y="17320"/>
                </a:moveTo>
                <a:lnTo>
                  <a:pt x="10895" y="17320"/>
                </a:lnTo>
                <a:lnTo>
                  <a:pt x="10895" y="17401"/>
                </a:lnTo>
                <a:lnTo>
                  <a:pt x="10855" y="17401"/>
                </a:lnTo>
              </a:path>
              <a:path w="21600" h="21600">
                <a:moveTo>
                  <a:pt x="13411" y="17310"/>
                </a:moveTo>
                <a:lnTo>
                  <a:pt x="13464" y="17310"/>
                </a:lnTo>
                <a:lnTo>
                  <a:pt x="13464" y="17419"/>
                </a:lnTo>
                <a:lnTo>
                  <a:pt x="13411" y="17419"/>
                </a:lnTo>
              </a:path>
              <a:path w="21600" h="21600">
                <a:moveTo>
                  <a:pt x="8135" y="17310"/>
                </a:moveTo>
                <a:lnTo>
                  <a:pt x="8188" y="17310"/>
                </a:lnTo>
                <a:lnTo>
                  <a:pt x="8188" y="17419"/>
                </a:lnTo>
                <a:lnTo>
                  <a:pt x="8135" y="17419"/>
                </a:lnTo>
              </a:path>
              <a:path w="21600" h="21600">
                <a:moveTo>
                  <a:pt x="12672" y="17297"/>
                </a:moveTo>
                <a:lnTo>
                  <a:pt x="12702" y="17297"/>
                </a:lnTo>
                <a:lnTo>
                  <a:pt x="12702" y="17356"/>
                </a:lnTo>
                <a:lnTo>
                  <a:pt x="12672" y="17356"/>
                </a:lnTo>
              </a:path>
              <a:path w="21600" h="21600">
                <a:moveTo>
                  <a:pt x="8897" y="17297"/>
                </a:moveTo>
                <a:lnTo>
                  <a:pt x="8926" y="17297"/>
                </a:lnTo>
                <a:lnTo>
                  <a:pt x="8926" y="17356"/>
                </a:lnTo>
                <a:lnTo>
                  <a:pt x="8897" y="17356"/>
                </a:lnTo>
              </a:path>
              <a:path w="21600" h="21600">
                <a:moveTo>
                  <a:pt x="3478" y="17297"/>
                </a:moveTo>
                <a:lnTo>
                  <a:pt x="3507" y="17297"/>
                </a:lnTo>
                <a:lnTo>
                  <a:pt x="3507" y="17356"/>
                </a:lnTo>
                <a:lnTo>
                  <a:pt x="3478" y="17356"/>
                </a:lnTo>
              </a:path>
              <a:path w="21600" h="21600">
                <a:moveTo>
                  <a:pt x="4383" y="17294"/>
                </a:moveTo>
                <a:lnTo>
                  <a:pt x="4415" y="17294"/>
                </a:lnTo>
                <a:lnTo>
                  <a:pt x="4415" y="17360"/>
                </a:lnTo>
                <a:lnTo>
                  <a:pt x="4383" y="17360"/>
                </a:lnTo>
              </a:path>
              <a:path w="21600" h="21600">
                <a:moveTo>
                  <a:pt x="20198" y="17292"/>
                </a:moveTo>
                <a:lnTo>
                  <a:pt x="20233" y="17292"/>
                </a:lnTo>
                <a:lnTo>
                  <a:pt x="20233" y="17362"/>
                </a:lnTo>
                <a:lnTo>
                  <a:pt x="20198" y="17362"/>
                </a:lnTo>
              </a:path>
              <a:path w="21600" h="21600">
                <a:moveTo>
                  <a:pt x="14779" y="17292"/>
                </a:moveTo>
                <a:lnTo>
                  <a:pt x="14813" y="17292"/>
                </a:lnTo>
                <a:lnTo>
                  <a:pt x="14813" y="17362"/>
                </a:lnTo>
                <a:lnTo>
                  <a:pt x="14779" y="17362"/>
                </a:lnTo>
              </a:path>
              <a:path w="21600" h="21600">
                <a:moveTo>
                  <a:pt x="9498" y="17292"/>
                </a:moveTo>
                <a:lnTo>
                  <a:pt x="9533" y="17292"/>
                </a:lnTo>
                <a:lnTo>
                  <a:pt x="9533" y="17362"/>
                </a:lnTo>
                <a:lnTo>
                  <a:pt x="9498" y="17362"/>
                </a:lnTo>
              </a:path>
              <a:path w="21600" h="21600">
                <a:moveTo>
                  <a:pt x="6785" y="17292"/>
                </a:moveTo>
                <a:lnTo>
                  <a:pt x="6820" y="17292"/>
                </a:lnTo>
                <a:lnTo>
                  <a:pt x="6820" y="17362"/>
                </a:lnTo>
                <a:lnTo>
                  <a:pt x="6785" y="17362"/>
                </a:lnTo>
              </a:path>
              <a:path w="21600" h="21600">
                <a:moveTo>
                  <a:pt x="4080" y="17292"/>
                </a:moveTo>
                <a:lnTo>
                  <a:pt x="4114" y="17292"/>
                </a:lnTo>
                <a:lnTo>
                  <a:pt x="4114" y="17362"/>
                </a:lnTo>
                <a:lnTo>
                  <a:pt x="4080" y="17362"/>
                </a:lnTo>
              </a:path>
              <a:path w="21600" h="21600">
                <a:moveTo>
                  <a:pt x="16281" y="17272"/>
                </a:moveTo>
                <a:lnTo>
                  <a:pt x="16307" y="17272"/>
                </a:lnTo>
                <a:lnTo>
                  <a:pt x="16307" y="17325"/>
                </a:lnTo>
                <a:lnTo>
                  <a:pt x="16281" y="17325"/>
                </a:lnTo>
              </a:path>
              <a:path w="21600" h="21600">
                <a:moveTo>
                  <a:pt x="5292" y="17272"/>
                </a:moveTo>
                <a:lnTo>
                  <a:pt x="5318" y="17272"/>
                </a:lnTo>
                <a:lnTo>
                  <a:pt x="5318" y="17325"/>
                </a:lnTo>
                <a:lnTo>
                  <a:pt x="5292" y="17325"/>
                </a:lnTo>
              </a:path>
              <a:path w="21600" h="21600">
                <a:moveTo>
                  <a:pt x="17190" y="17270"/>
                </a:moveTo>
                <a:lnTo>
                  <a:pt x="17210" y="17270"/>
                </a:lnTo>
                <a:lnTo>
                  <a:pt x="17210" y="17312"/>
                </a:lnTo>
                <a:lnTo>
                  <a:pt x="17190" y="17312"/>
                </a:lnTo>
              </a:path>
              <a:path w="21600" h="21600">
                <a:moveTo>
                  <a:pt x="3181" y="17270"/>
                </a:moveTo>
                <a:lnTo>
                  <a:pt x="3201" y="17270"/>
                </a:lnTo>
                <a:lnTo>
                  <a:pt x="3201" y="17312"/>
                </a:lnTo>
                <a:lnTo>
                  <a:pt x="3181" y="17312"/>
                </a:lnTo>
              </a:path>
              <a:path w="21600" h="21600">
                <a:moveTo>
                  <a:pt x="763" y="17263"/>
                </a:moveTo>
                <a:lnTo>
                  <a:pt x="796" y="17263"/>
                </a:lnTo>
                <a:lnTo>
                  <a:pt x="796" y="17330"/>
                </a:lnTo>
                <a:lnTo>
                  <a:pt x="763" y="17330"/>
                </a:lnTo>
              </a:path>
              <a:path w="21600" h="21600">
                <a:moveTo>
                  <a:pt x="20652" y="17263"/>
                </a:moveTo>
                <a:lnTo>
                  <a:pt x="20685" y="17263"/>
                </a:lnTo>
                <a:lnTo>
                  <a:pt x="20685" y="17330"/>
                </a:lnTo>
                <a:lnTo>
                  <a:pt x="20652" y="17330"/>
                </a:lnTo>
              </a:path>
              <a:path w="21600" h="21600">
                <a:moveTo>
                  <a:pt x="19142" y="17263"/>
                </a:moveTo>
                <a:lnTo>
                  <a:pt x="19175" y="17263"/>
                </a:lnTo>
                <a:lnTo>
                  <a:pt x="19175" y="17330"/>
                </a:lnTo>
                <a:lnTo>
                  <a:pt x="19142" y="17330"/>
                </a:lnTo>
              </a:path>
              <a:path w="21600" h="21600">
                <a:moveTo>
                  <a:pt x="18694" y="17263"/>
                </a:moveTo>
                <a:lnTo>
                  <a:pt x="18726" y="17263"/>
                </a:lnTo>
                <a:lnTo>
                  <a:pt x="18726" y="17330"/>
                </a:lnTo>
                <a:lnTo>
                  <a:pt x="18694" y="17330"/>
                </a:lnTo>
              </a:path>
              <a:path w="21600" h="21600">
                <a:moveTo>
                  <a:pt x="18392" y="17263"/>
                </a:moveTo>
                <a:lnTo>
                  <a:pt x="18424" y="17263"/>
                </a:lnTo>
                <a:lnTo>
                  <a:pt x="18424" y="17330"/>
                </a:lnTo>
                <a:lnTo>
                  <a:pt x="18392" y="17330"/>
                </a:lnTo>
              </a:path>
              <a:path w="21600" h="21600">
                <a:moveTo>
                  <a:pt x="17939" y="17263"/>
                </a:moveTo>
                <a:lnTo>
                  <a:pt x="17971" y="17263"/>
                </a:lnTo>
                <a:lnTo>
                  <a:pt x="17971" y="17330"/>
                </a:lnTo>
                <a:lnTo>
                  <a:pt x="17939" y="17330"/>
                </a:lnTo>
              </a:path>
              <a:path w="21600" h="21600">
                <a:moveTo>
                  <a:pt x="16429" y="17263"/>
                </a:moveTo>
                <a:lnTo>
                  <a:pt x="16462" y="17263"/>
                </a:lnTo>
                <a:lnTo>
                  <a:pt x="16462" y="17330"/>
                </a:lnTo>
                <a:lnTo>
                  <a:pt x="16429" y="17330"/>
                </a:lnTo>
              </a:path>
              <a:path w="21600" h="21600">
                <a:moveTo>
                  <a:pt x="15988" y="17263"/>
                </a:moveTo>
                <a:lnTo>
                  <a:pt x="16021" y="17263"/>
                </a:lnTo>
                <a:lnTo>
                  <a:pt x="16021" y="17330"/>
                </a:lnTo>
                <a:lnTo>
                  <a:pt x="15988" y="17330"/>
                </a:lnTo>
              </a:path>
              <a:path w="21600" h="21600">
                <a:moveTo>
                  <a:pt x="15686" y="17263"/>
                </a:moveTo>
                <a:lnTo>
                  <a:pt x="15719" y="17263"/>
                </a:lnTo>
                <a:lnTo>
                  <a:pt x="15719" y="17330"/>
                </a:lnTo>
                <a:lnTo>
                  <a:pt x="15686" y="17330"/>
                </a:lnTo>
              </a:path>
              <a:path w="21600" h="21600">
                <a:moveTo>
                  <a:pt x="15233" y="17263"/>
                </a:moveTo>
                <a:lnTo>
                  <a:pt x="15266" y="17263"/>
                </a:lnTo>
                <a:lnTo>
                  <a:pt x="15266" y="17330"/>
                </a:lnTo>
                <a:lnTo>
                  <a:pt x="15233" y="17330"/>
                </a:lnTo>
              </a:path>
              <a:path w="21600" h="21600">
                <a:moveTo>
                  <a:pt x="13723" y="17263"/>
                </a:moveTo>
                <a:lnTo>
                  <a:pt x="13756" y="17263"/>
                </a:lnTo>
                <a:lnTo>
                  <a:pt x="13756" y="17330"/>
                </a:lnTo>
                <a:lnTo>
                  <a:pt x="13723" y="17330"/>
                </a:lnTo>
              </a:path>
              <a:path w="21600" h="21600">
                <a:moveTo>
                  <a:pt x="13275" y="17263"/>
                </a:moveTo>
                <a:lnTo>
                  <a:pt x="13307" y="17263"/>
                </a:lnTo>
                <a:lnTo>
                  <a:pt x="13307" y="17330"/>
                </a:lnTo>
                <a:lnTo>
                  <a:pt x="13275" y="17330"/>
                </a:lnTo>
              </a:path>
              <a:path w="21600" h="21600">
                <a:moveTo>
                  <a:pt x="12973" y="17263"/>
                </a:moveTo>
                <a:lnTo>
                  <a:pt x="13005" y="17263"/>
                </a:lnTo>
                <a:lnTo>
                  <a:pt x="13005" y="17330"/>
                </a:lnTo>
                <a:lnTo>
                  <a:pt x="12973" y="17330"/>
                </a:lnTo>
              </a:path>
              <a:path w="21600" h="21600">
                <a:moveTo>
                  <a:pt x="12520" y="17263"/>
                </a:moveTo>
                <a:lnTo>
                  <a:pt x="12552" y="17263"/>
                </a:lnTo>
                <a:lnTo>
                  <a:pt x="12552" y="17330"/>
                </a:lnTo>
                <a:lnTo>
                  <a:pt x="12520" y="17330"/>
                </a:lnTo>
              </a:path>
              <a:path w="21600" h="21600">
                <a:moveTo>
                  <a:pt x="11010" y="17263"/>
                </a:moveTo>
                <a:lnTo>
                  <a:pt x="11042" y="17263"/>
                </a:lnTo>
                <a:lnTo>
                  <a:pt x="11042" y="17330"/>
                </a:lnTo>
                <a:lnTo>
                  <a:pt x="11010" y="17330"/>
                </a:lnTo>
              </a:path>
              <a:path w="21600" h="21600">
                <a:moveTo>
                  <a:pt x="9046" y="17263"/>
                </a:moveTo>
                <a:lnTo>
                  <a:pt x="9079" y="17263"/>
                </a:lnTo>
                <a:lnTo>
                  <a:pt x="9079" y="17330"/>
                </a:lnTo>
                <a:lnTo>
                  <a:pt x="9046" y="17330"/>
                </a:lnTo>
              </a:path>
              <a:path w="21600" h="21600">
                <a:moveTo>
                  <a:pt x="8593" y="17263"/>
                </a:moveTo>
                <a:lnTo>
                  <a:pt x="8626" y="17263"/>
                </a:lnTo>
                <a:lnTo>
                  <a:pt x="8626" y="17330"/>
                </a:lnTo>
                <a:lnTo>
                  <a:pt x="8593" y="17330"/>
                </a:lnTo>
              </a:path>
              <a:path w="21600" h="21600">
                <a:moveTo>
                  <a:pt x="8291" y="17263"/>
                </a:moveTo>
                <a:lnTo>
                  <a:pt x="8324" y="17263"/>
                </a:lnTo>
                <a:lnTo>
                  <a:pt x="8324" y="17330"/>
                </a:lnTo>
                <a:lnTo>
                  <a:pt x="8291" y="17330"/>
                </a:lnTo>
              </a:path>
              <a:path w="21600" h="21600">
                <a:moveTo>
                  <a:pt x="7843" y="17263"/>
                </a:moveTo>
                <a:lnTo>
                  <a:pt x="7876" y="17263"/>
                </a:lnTo>
                <a:lnTo>
                  <a:pt x="7876" y="17330"/>
                </a:lnTo>
                <a:lnTo>
                  <a:pt x="7843" y="17330"/>
                </a:lnTo>
              </a:path>
              <a:path w="21600" h="21600">
                <a:moveTo>
                  <a:pt x="6333" y="17263"/>
                </a:moveTo>
                <a:lnTo>
                  <a:pt x="6366" y="17263"/>
                </a:lnTo>
                <a:lnTo>
                  <a:pt x="6366" y="17330"/>
                </a:lnTo>
                <a:lnTo>
                  <a:pt x="6333" y="17330"/>
                </a:lnTo>
              </a:path>
              <a:path w="21600" h="21600">
                <a:moveTo>
                  <a:pt x="5880" y="17263"/>
                </a:moveTo>
                <a:lnTo>
                  <a:pt x="5913" y="17263"/>
                </a:lnTo>
                <a:lnTo>
                  <a:pt x="5913" y="17330"/>
                </a:lnTo>
                <a:lnTo>
                  <a:pt x="5880" y="17330"/>
                </a:lnTo>
              </a:path>
              <a:path w="21600" h="21600">
                <a:moveTo>
                  <a:pt x="5578" y="17263"/>
                </a:moveTo>
                <a:lnTo>
                  <a:pt x="5611" y="17263"/>
                </a:lnTo>
                <a:lnTo>
                  <a:pt x="5611" y="17330"/>
                </a:lnTo>
                <a:lnTo>
                  <a:pt x="5578" y="17330"/>
                </a:lnTo>
              </a:path>
              <a:path w="21600" h="21600">
                <a:moveTo>
                  <a:pt x="5137" y="17263"/>
                </a:moveTo>
                <a:lnTo>
                  <a:pt x="5170" y="17263"/>
                </a:lnTo>
                <a:lnTo>
                  <a:pt x="5170" y="17330"/>
                </a:lnTo>
                <a:lnTo>
                  <a:pt x="5137" y="17330"/>
                </a:lnTo>
              </a:path>
              <a:path w="21600" h="21600">
                <a:moveTo>
                  <a:pt x="2424" y="17263"/>
                </a:moveTo>
                <a:lnTo>
                  <a:pt x="2457" y="17263"/>
                </a:lnTo>
                <a:lnTo>
                  <a:pt x="2457" y="17330"/>
                </a:lnTo>
                <a:lnTo>
                  <a:pt x="2424" y="17330"/>
                </a:lnTo>
              </a:path>
              <a:path w="21600" h="21600">
                <a:moveTo>
                  <a:pt x="914" y="17263"/>
                </a:moveTo>
                <a:lnTo>
                  <a:pt x="947" y="17263"/>
                </a:lnTo>
                <a:lnTo>
                  <a:pt x="947" y="17330"/>
                </a:lnTo>
                <a:lnTo>
                  <a:pt x="914" y="17330"/>
                </a:lnTo>
              </a:path>
              <a:path w="21600" h="21600">
                <a:moveTo>
                  <a:pt x="461" y="17263"/>
                </a:moveTo>
                <a:lnTo>
                  <a:pt x="494" y="17263"/>
                </a:lnTo>
                <a:lnTo>
                  <a:pt x="494" y="17330"/>
                </a:lnTo>
                <a:lnTo>
                  <a:pt x="461" y="17330"/>
                </a:lnTo>
              </a:path>
              <a:path w="21600" h="21600">
                <a:moveTo>
                  <a:pt x="160" y="17263"/>
                </a:moveTo>
                <a:lnTo>
                  <a:pt x="192" y="17263"/>
                </a:lnTo>
                <a:lnTo>
                  <a:pt x="192" y="17330"/>
                </a:lnTo>
                <a:lnTo>
                  <a:pt x="160" y="17330"/>
                </a:lnTo>
              </a:path>
              <a:path w="21600" h="21600">
                <a:moveTo>
                  <a:pt x="12362" y="17262"/>
                </a:moveTo>
                <a:lnTo>
                  <a:pt x="12408" y="17262"/>
                </a:lnTo>
                <a:lnTo>
                  <a:pt x="12408" y="17357"/>
                </a:lnTo>
                <a:lnTo>
                  <a:pt x="12362" y="17357"/>
                </a:lnTo>
              </a:path>
              <a:path w="21600" h="21600">
                <a:moveTo>
                  <a:pt x="9190" y="17262"/>
                </a:moveTo>
                <a:lnTo>
                  <a:pt x="9237" y="17262"/>
                </a:lnTo>
                <a:lnTo>
                  <a:pt x="9237" y="17357"/>
                </a:lnTo>
                <a:lnTo>
                  <a:pt x="9190" y="17357"/>
                </a:lnTo>
              </a:path>
              <a:path w="21600" h="21600">
                <a:moveTo>
                  <a:pt x="20799" y="17257"/>
                </a:moveTo>
                <a:lnTo>
                  <a:pt x="20840" y="17257"/>
                </a:lnTo>
                <a:lnTo>
                  <a:pt x="20840" y="17342"/>
                </a:lnTo>
                <a:lnTo>
                  <a:pt x="20799" y="17342"/>
                </a:lnTo>
              </a:path>
              <a:path w="21600" h="21600">
                <a:moveTo>
                  <a:pt x="17641" y="17256"/>
                </a:moveTo>
                <a:lnTo>
                  <a:pt x="17665" y="17256"/>
                </a:lnTo>
                <a:lnTo>
                  <a:pt x="17665" y="17305"/>
                </a:lnTo>
                <a:lnTo>
                  <a:pt x="17641" y="17305"/>
                </a:lnTo>
              </a:path>
              <a:path w="21600" h="21600">
                <a:moveTo>
                  <a:pt x="14935" y="17256"/>
                </a:moveTo>
                <a:lnTo>
                  <a:pt x="14959" y="17256"/>
                </a:lnTo>
                <a:lnTo>
                  <a:pt x="14959" y="17305"/>
                </a:lnTo>
                <a:lnTo>
                  <a:pt x="14935" y="17305"/>
                </a:lnTo>
              </a:path>
              <a:path w="21600" h="21600">
                <a:moveTo>
                  <a:pt x="12222" y="17256"/>
                </a:moveTo>
                <a:lnTo>
                  <a:pt x="12246" y="17256"/>
                </a:lnTo>
                <a:lnTo>
                  <a:pt x="12246" y="17305"/>
                </a:lnTo>
                <a:lnTo>
                  <a:pt x="12222" y="17305"/>
                </a:lnTo>
              </a:path>
              <a:path w="21600" h="21600">
                <a:moveTo>
                  <a:pt x="9353" y="17256"/>
                </a:moveTo>
                <a:lnTo>
                  <a:pt x="9377" y="17256"/>
                </a:lnTo>
                <a:lnTo>
                  <a:pt x="9377" y="17305"/>
                </a:lnTo>
                <a:lnTo>
                  <a:pt x="9353" y="17305"/>
                </a:lnTo>
              </a:path>
              <a:path w="21600" h="21600">
                <a:moveTo>
                  <a:pt x="3934" y="17256"/>
                </a:moveTo>
                <a:lnTo>
                  <a:pt x="3958" y="17256"/>
                </a:lnTo>
                <a:lnTo>
                  <a:pt x="3958" y="17305"/>
                </a:lnTo>
                <a:lnTo>
                  <a:pt x="3934" y="17305"/>
                </a:lnTo>
              </a:path>
              <a:path w="21600" h="21600">
                <a:moveTo>
                  <a:pt x="1221" y="17256"/>
                </a:moveTo>
                <a:lnTo>
                  <a:pt x="1245" y="17256"/>
                </a:lnTo>
                <a:lnTo>
                  <a:pt x="1245" y="17305"/>
                </a:lnTo>
                <a:lnTo>
                  <a:pt x="1221" y="17305"/>
                </a:lnTo>
              </a:path>
              <a:path w="21600" h="21600">
                <a:moveTo>
                  <a:pt x="2870" y="17254"/>
                </a:moveTo>
                <a:lnTo>
                  <a:pt x="2908" y="17254"/>
                </a:lnTo>
                <a:lnTo>
                  <a:pt x="2908" y="17331"/>
                </a:lnTo>
                <a:lnTo>
                  <a:pt x="2870" y="17331"/>
                </a:lnTo>
              </a:path>
              <a:path w="21600" h="21600">
                <a:moveTo>
                  <a:pt x="17036" y="17253"/>
                </a:moveTo>
                <a:lnTo>
                  <a:pt x="17062" y="17253"/>
                </a:lnTo>
                <a:lnTo>
                  <a:pt x="17062" y="17306"/>
                </a:lnTo>
                <a:lnTo>
                  <a:pt x="17036" y="17306"/>
                </a:lnTo>
              </a:path>
              <a:path w="21600" h="21600">
                <a:moveTo>
                  <a:pt x="11617" y="17253"/>
                </a:moveTo>
                <a:lnTo>
                  <a:pt x="11643" y="17253"/>
                </a:lnTo>
                <a:lnTo>
                  <a:pt x="11643" y="17306"/>
                </a:lnTo>
                <a:lnTo>
                  <a:pt x="11617" y="17306"/>
                </a:lnTo>
              </a:path>
              <a:path w="21600" h="21600">
                <a:moveTo>
                  <a:pt x="9956" y="17253"/>
                </a:moveTo>
                <a:lnTo>
                  <a:pt x="9981" y="17253"/>
                </a:lnTo>
                <a:lnTo>
                  <a:pt x="9981" y="17306"/>
                </a:lnTo>
                <a:lnTo>
                  <a:pt x="9956" y="17306"/>
                </a:lnTo>
              </a:path>
              <a:path w="21600" h="21600">
                <a:moveTo>
                  <a:pt x="4537" y="17253"/>
                </a:moveTo>
                <a:lnTo>
                  <a:pt x="4563" y="17253"/>
                </a:lnTo>
                <a:lnTo>
                  <a:pt x="4563" y="17306"/>
                </a:lnTo>
                <a:lnTo>
                  <a:pt x="4537" y="17306"/>
                </a:lnTo>
              </a:path>
              <a:path w="21600" h="21600">
                <a:moveTo>
                  <a:pt x="11760" y="17246"/>
                </a:moveTo>
                <a:lnTo>
                  <a:pt x="11802" y="17246"/>
                </a:lnTo>
                <a:lnTo>
                  <a:pt x="11802" y="17330"/>
                </a:lnTo>
                <a:lnTo>
                  <a:pt x="11760" y="17330"/>
                </a:lnTo>
              </a:path>
              <a:path w="21600" h="21600">
                <a:moveTo>
                  <a:pt x="9797" y="17246"/>
                </a:moveTo>
                <a:lnTo>
                  <a:pt x="9838" y="17246"/>
                </a:lnTo>
                <a:lnTo>
                  <a:pt x="9838" y="17330"/>
                </a:lnTo>
                <a:lnTo>
                  <a:pt x="9797" y="17330"/>
                </a:lnTo>
              </a:path>
              <a:path w="21600" h="21600">
                <a:moveTo>
                  <a:pt x="2718" y="17244"/>
                </a:moveTo>
                <a:lnTo>
                  <a:pt x="2767" y="17244"/>
                </a:lnTo>
                <a:lnTo>
                  <a:pt x="2767" y="17344"/>
                </a:lnTo>
                <a:lnTo>
                  <a:pt x="2718" y="17344"/>
                </a:lnTo>
              </a:path>
              <a:path w="21600" h="21600">
                <a:moveTo>
                  <a:pt x="20052" y="17236"/>
                </a:moveTo>
                <a:lnTo>
                  <a:pt x="20076" y="17236"/>
                </a:lnTo>
                <a:lnTo>
                  <a:pt x="20076" y="17285"/>
                </a:lnTo>
                <a:lnTo>
                  <a:pt x="20052" y="17285"/>
                </a:lnTo>
              </a:path>
              <a:path w="21600" h="21600">
                <a:moveTo>
                  <a:pt x="17339" y="17236"/>
                </a:moveTo>
                <a:lnTo>
                  <a:pt x="17363" y="17236"/>
                </a:lnTo>
                <a:lnTo>
                  <a:pt x="17363" y="17285"/>
                </a:lnTo>
                <a:lnTo>
                  <a:pt x="17339" y="17285"/>
                </a:lnTo>
              </a:path>
              <a:path w="21600" h="21600">
                <a:moveTo>
                  <a:pt x="11920" y="17236"/>
                </a:moveTo>
                <a:lnTo>
                  <a:pt x="11944" y="17236"/>
                </a:lnTo>
                <a:lnTo>
                  <a:pt x="11944" y="17285"/>
                </a:lnTo>
                <a:lnTo>
                  <a:pt x="11920" y="17285"/>
                </a:lnTo>
              </a:path>
              <a:path w="21600" h="21600">
                <a:moveTo>
                  <a:pt x="9655" y="17236"/>
                </a:moveTo>
                <a:lnTo>
                  <a:pt x="9679" y="17236"/>
                </a:lnTo>
                <a:lnTo>
                  <a:pt x="9679" y="17285"/>
                </a:lnTo>
                <a:lnTo>
                  <a:pt x="9655" y="17285"/>
                </a:lnTo>
              </a:path>
              <a:path w="21600" h="21600">
                <a:moveTo>
                  <a:pt x="6941" y="17236"/>
                </a:moveTo>
                <a:lnTo>
                  <a:pt x="6965" y="17236"/>
                </a:lnTo>
                <a:lnTo>
                  <a:pt x="6965" y="17285"/>
                </a:lnTo>
                <a:lnTo>
                  <a:pt x="6941" y="17285"/>
                </a:lnTo>
              </a:path>
              <a:path w="21600" h="21600">
                <a:moveTo>
                  <a:pt x="4236" y="17236"/>
                </a:moveTo>
                <a:lnTo>
                  <a:pt x="4260" y="17236"/>
                </a:lnTo>
                <a:lnTo>
                  <a:pt x="4260" y="17285"/>
                </a:lnTo>
                <a:lnTo>
                  <a:pt x="4236" y="17285"/>
                </a:lnTo>
              </a:path>
              <a:path w="21600" h="21600">
                <a:moveTo>
                  <a:pt x="1523" y="17236"/>
                </a:moveTo>
                <a:lnTo>
                  <a:pt x="1547" y="17236"/>
                </a:lnTo>
                <a:lnTo>
                  <a:pt x="1547" y="17285"/>
                </a:lnTo>
                <a:lnTo>
                  <a:pt x="1523" y="17285"/>
                </a:lnTo>
              </a:path>
              <a:path w="21600" h="21600">
                <a:moveTo>
                  <a:pt x="16575" y="17226"/>
                </a:moveTo>
                <a:lnTo>
                  <a:pt x="16618" y="17226"/>
                </a:lnTo>
                <a:lnTo>
                  <a:pt x="16618" y="17314"/>
                </a:lnTo>
                <a:lnTo>
                  <a:pt x="16575" y="17314"/>
                </a:lnTo>
              </a:path>
              <a:path w="21600" h="21600">
                <a:moveTo>
                  <a:pt x="4981" y="17226"/>
                </a:moveTo>
                <a:lnTo>
                  <a:pt x="5024" y="17226"/>
                </a:lnTo>
                <a:lnTo>
                  <a:pt x="5024" y="17314"/>
                </a:lnTo>
                <a:lnTo>
                  <a:pt x="4981" y="17314"/>
                </a:lnTo>
              </a:path>
              <a:path w="21600" h="21600">
                <a:moveTo>
                  <a:pt x="14180" y="17215"/>
                </a:moveTo>
                <a:lnTo>
                  <a:pt x="14204" y="17215"/>
                </a:lnTo>
                <a:lnTo>
                  <a:pt x="14204" y="17263"/>
                </a:lnTo>
                <a:lnTo>
                  <a:pt x="14180" y="17263"/>
                </a:lnTo>
              </a:path>
              <a:path w="21600" h="21600">
                <a:moveTo>
                  <a:pt x="11457" y="17196"/>
                </a:moveTo>
                <a:lnTo>
                  <a:pt x="11501" y="17196"/>
                </a:lnTo>
                <a:lnTo>
                  <a:pt x="11501" y="17288"/>
                </a:lnTo>
                <a:lnTo>
                  <a:pt x="11457" y="17288"/>
                </a:lnTo>
              </a:path>
              <a:path w="21600" h="21600">
                <a:moveTo>
                  <a:pt x="1060" y="17192"/>
                </a:moveTo>
                <a:lnTo>
                  <a:pt x="1103" y="17192"/>
                </a:lnTo>
                <a:lnTo>
                  <a:pt x="1103" y="17280"/>
                </a:lnTo>
                <a:lnTo>
                  <a:pt x="1060" y="17280"/>
                </a:lnTo>
              </a:path>
              <a:path w="21600" h="21600">
                <a:moveTo>
                  <a:pt x="10560" y="17190"/>
                </a:moveTo>
                <a:lnTo>
                  <a:pt x="10584" y="17190"/>
                </a:lnTo>
                <a:lnTo>
                  <a:pt x="10584" y="17239"/>
                </a:lnTo>
                <a:lnTo>
                  <a:pt x="10560" y="17239"/>
                </a:lnTo>
              </a:path>
              <a:path w="21600" h="21600">
                <a:moveTo>
                  <a:pt x="21412" y="17186"/>
                </a:moveTo>
                <a:lnTo>
                  <a:pt x="21434" y="17186"/>
                </a:lnTo>
                <a:lnTo>
                  <a:pt x="21434" y="17232"/>
                </a:lnTo>
                <a:lnTo>
                  <a:pt x="21412" y="17232"/>
                </a:lnTo>
              </a:path>
              <a:path w="21600" h="21600">
                <a:moveTo>
                  <a:pt x="21110" y="17145"/>
                </a:moveTo>
                <a:lnTo>
                  <a:pt x="21132" y="17145"/>
                </a:lnTo>
                <a:lnTo>
                  <a:pt x="21132" y="17190"/>
                </a:lnTo>
                <a:lnTo>
                  <a:pt x="21110" y="17190"/>
                </a:lnTo>
              </a:path>
              <a:path w="21600" h="21600">
                <a:moveTo>
                  <a:pt x="3633" y="17145"/>
                </a:moveTo>
                <a:lnTo>
                  <a:pt x="3655" y="17145"/>
                </a:lnTo>
                <a:lnTo>
                  <a:pt x="3655" y="17190"/>
                </a:lnTo>
                <a:lnTo>
                  <a:pt x="3633" y="17190"/>
                </a:lnTo>
              </a:path>
              <a:path w="21600" h="21600">
                <a:moveTo>
                  <a:pt x="19881" y="17130"/>
                </a:moveTo>
                <a:lnTo>
                  <a:pt x="19945" y="17130"/>
                </a:lnTo>
                <a:lnTo>
                  <a:pt x="19945" y="17261"/>
                </a:lnTo>
                <a:lnTo>
                  <a:pt x="19881" y="17261"/>
                </a:lnTo>
              </a:path>
              <a:path w="21600" h="21600">
                <a:moveTo>
                  <a:pt x="1666" y="17130"/>
                </a:moveTo>
                <a:lnTo>
                  <a:pt x="1705" y="17130"/>
                </a:lnTo>
                <a:lnTo>
                  <a:pt x="1705" y="17211"/>
                </a:lnTo>
                <a:lnTo>
                  <a:pt x="1666" y="17211"/>
                </a:lnTo>
              </a:path>
              <a:path w="21600" h="21600">
                <a:moveTo>
                  <a:pt x="21254" y="17120"/>
                </a:moveTo>
                <a:lnTo>
                  <a:pt x="21290" y="17120"/>
                </a:lnTo>
                <a:lnTo>
                  <a:pt x="21290" y="17194"/>
                </a:lnTo>
                <a:lnTo>
                  <a:pt x="21254" y="17194"/>
                </a:lnTo>
              </a:path>
              <a:path w="21600" h="21600">
                <a:moveTo>
                  <a:pt x="18541" y="17120"/>
                </a:moveTo>
                <a:lnTo>
                  <a:pt x="18577" y="17120"/>
                </a:lnTo>
                <a:lnTo>
                  <a:pt x="18577" y="17194"/>
                </a:lnTo>
                <a:lnTo>
                  <a:pt x="18541" y="17194"/>
                </a:lnTo>
              </a:path>
              <a:path w="21600" h="21600">
                <a:moveTo>
                  <a:pt x="15835" y="17120"/>
                </a:moveTo>
                <a:lnTo>
                  <a:pt x="15871" y="17120"/>
                </a:lnTo>
                <a:lnTo>
                  <a:pt x="15871" y="17194"/>
                </a:lnTo>
                <a:lnTo>
                  <a:pt x="15835" y="17194"/>
                </a:lnTo>
              </a:path>
              <a:path w="21600" h="21600">
                <a:moveTo>
                  <a:pt x="13122" y="17120"/>
                </a:moveTo>
                <a:lnTo>
                  <a:pt x="13158" y="17120"/>
                </a:lnTo>
                <a:lnTo>
                  <a:pt x="13158" y="17194"/>
                </a:lnTo>
                <a:lnTo>
                  <a:pt x="13122" y="17194"/>
                </a:lnTo>
              </a:path>
              <a:path w="21600" h="21600">
                <a:moveTo>
                  <a:pt x="8441" y="17120"/>
                </a:moveTo>
                <a:lnTo>
                  <a:pt x="8477" y="17120"/>
                </a:lnTo>
                <a:lnTo>
                  <a:pt x="8477" y="17194"/>
                </a:lnTo>
                <a:lnTo>
                  <a:pt x="8441" y="17194"/>
                </a:lnTo>
              </a:path>
              <a:path w="21600" h="21600">
                <a:moveTo>
                  <a:pt x="3022" y="17120"/>
                </a:moveTo>
                <a:lnTo>
                  <a:pt x="3058" y="17120"/>
                </a:lnTo>
                <a:lnTo>
                  <a:pt x="3058" y="17194"/>
                </a:lnTo>
                <a:lnTo>
                  <a:pt x="3022" y="17194"/>
                </a:lnTo>
              </a:path>
              <a:path w="21600" h="21600">
                <a:moveTo>
                  <a:pt x="309" y="17120"/>
                </a:moveTo>
                <a:lnTo>
                  <a:pt x="345" y="17120"/>
                </a:lnTo>
                <a:lnTo>
                  <a:pt x="345" y="17194"/>
                </a:lnTo>
                <a:lnTo>
                  <a:pt x="309" y="17194"/>
                </a:lnTo>
              </a:path>
              <a:path w="21600" h="21600">
                <a:moveTo>
                  <a:pt x="10106" y="17111"/>
                </a:moveTo>
                <a:lnTo>
                  <a:pt x="10133" y="17111"/>
                </a:lnTo>
                <a:lnTo>
                  <a:pt x="10133" y="17167"/>
                </a:lnTo>
                <a:lnTo>
                  <a:pt x="10106" y="17167"/>
                </a:lnTo>
              </a:path>
              <a:path w="21600" h="21600">
                <a:moveTo>
                  <a:pt x="16734" y="17105"/>
                </a:moveTo>
                <a:lnTo>
                  <a:pt x="16760" y="17105"/>
                </a:lnTo>
                <a:lnTo>
                  <a:pt x="16760" y="17158"/>
                </a:lnTo>
                <a:lnTo>
                  <a:pt x="16734" y="17158"/>
                </a:lnTo>
              </a:path>
              <a:path w="21600" h="21600">
                <a:moveTo>
                  <a:pt x="14029" y="17105"/>
                </a:moveTo>
                <a:lnTo>
                  <a:pt x="14054" y="17105"/>
                </a:lnTo>
                <a:lnTo>
                  <a:pt x="14054" y="17158"/>
                </a:lnTo>
                <a:lnTo>
                  <a:pt x="14029" y="17158"/>
                </a:lnTo>
              </a:path>
              <a:path w="21600" h="21600">
                <a:moveTo>
                  <a:pt x="11315" y="17105"/>
                </a:moveTo>
                <a:lnTo>
                  <a:pt x="11341" y="17105"/>
                </a:lnTo>
                <a:lnTo>
                  <a:pt x="11341" y="17158"/>
                </a:lnTo>
                <a:lnTo>
                  <a:pt x="11315" y="17158"/>
                </a:lnTo>
              </a:path>
              <a:path w="21600" h="21600">
                <a:moveTo>
                  <a:pt x="10258" y="17105"/>
                </a:moveTo>
                <a:lnTo>
                  <a:pt x="10283" y="17105"/>
                </a:lnTo>
                <a:lnTo>
                  <a:pt x="10283" y="17158"/>
                </a:lnTo>
                <a:lnTo>
                  <a:pt x="10258" y="17158"/>
                </a:lnTo>
              </a:path>
              <a:path w="21600" h="21600">
                <a:moveTo>
                  <a:pt x="7544" y="17105"/>
                </a:moveTo>
                <a:lnTo>
                  <a:pt x="7570" y="17105"/>
                </a:lnTo>
                <a:lnTo>
                  <a:pt x="7570" y="17158"/>
                </a:lnTo>
                <a:lnTo>
                  <a:pt x="7544" y="17158"/>
                </a:lnTo>
              </a:path>
              <a:path w="21600" h="21600">
                <a:moveTo>
                  <a:pt x="4839" y="17105"/>
                </a:moveTo>
                <a:lnTo>
                  <a:pt x="4865" y="17105"/>
                </a:lnTo>
                <a:lnTo>
                  <a:pt x="4865" y="17158"/>
                </a:lnTo>
                <a:lnTo>
                  <a:pt x="4839" y="17158"/>
                </a:lnTo>
              </a:path>
              <a:path w="21600" h="21600">
                <a:moveTo>
                  <a:pt x="2126" y="17105"/>
                </a:moveTo>
                <a:lnTo>
                  <a:pt x="2151" y="17105"/>
                </a:lnTo>
                <a:lnTo>
                  <a:pt x="2151" y="17158"/>
                </a:lnTo>
                <a:lnTo>
                  <a:pt x="2126" y="17158"/>
                </a:lnTo>
              </a:path>
              <a:path w="21600" h="21600">
                <a:moveTo>
                  <a:pt x="17781" y="17091"/>
                </a:moveTo>
                <a:lnTo>
                  <a:pt x="17827" y="17091"/>
                </a:lnTo>
                <a:lnTo>
                  <a:pt x="17827" y="17186"/>
                </a:lnTo>
                <a:lnTo>
                  <a:pt x="17781" y="17186"/>
                </a:lnTo>
              </a:path>
              <a:path w="21600" h="21600">
                <a:moveTo>
                  <a:pt x="3772" y="17091"/>
                </a:moveTo>
                <a:lnTo>
                  <a:pt x="3818" y="17091"/>
                </a:lnTo>
                <a:lnTo>
                  <a:pt x="3818" y="17186"/>
                </a:lnTo>
                <a:lnTo>
                  <a:pt x="3772" y="17186"/>
                </a:lnTo>
              </a:path>
              <a:path w="21600" h="21600">
                <a:moveTo>
                  <a:pt x="1373" y="17068"/>
                </a:moveTo>
                <a:lnTo>
                  <a:pt x="1394" y="17068"/>
                </a:lnTo>
                <a:lnTo>
                  <a:pt x="1394" y="17110"/>
                </a:lnTo>
                <a:lnTo>
                  <a:pt x="1373" y="17110"/>
                </a:lnTo>
              </a:path>
              <a:path w="21600" h="21600">
                <a:moveTo>
                  <a:pt x="12673" y="17062"/>
                </a:moveTo>
                <a:lnTo>
                  <a:pt x="12701" y="17062"/>
                </a:lnTo>
                <a:lnTo>
                  <a:pt x="12701" y="17118"/>
                </a:lnTo>
                <a:lnTo>
                  <a:pt x="12673" y="17118"/>
                </a:lnTo>
              </a:path>
              <a:path w="21600" h="21600">
                <a:moveTo>
                  <a:pt x="8898" y="17062"/>
                </a:moveTo>
                <a:lnTo>
                  <a:pt x="8925" y="17062"/>
                </a:lnTo>
                <a:lnTo>
                  <a:pt x="8925" y="17118"/>
                </a:lnTo>
                <a:lnTo>
                  <a:pt x="8898" y="17118"/>
                </a:lnTo>
              </a:path>
              <a:path w="21600" h="21600">
                <a:moveTo>
                  <a:pt x="3479" y="17062"/>
                </a:moveTo>
                <a:lnTo>
                  <a:pt x="3507" y="17062"/>
                </a:lnTo>
                <a:lnTo>
                  <a:pt x="3507" y="17118"/>
                </a:lnTo>
                <a:lnTo>
                  <a:pt x="3479" y="17118"/>
                </a:lnTo>
              </a:path>
              <a:path w="21600" h="21600">
                <a:moveTo>
                  <a:pt x="16282" y="17057"/>
                </a:moveTo>
                <a:lnTo>
                  <a:pt x="16306" y="17057"/>
                </a:lnTo>
                <a:lnTo>
                  <a:pt x="16306" y="17106"/>
                </a:lnTo>
                <a:lnTo>
                  <a:pt x="16282" y="17106"/>
                </a:lnTo>
              </a:path>
              <a:path w="21600" h="21600">
                <a:moveTo>
                  <a:pt x="5293" y="17057"/>
                </a:moveTo>
                <a:lnTo>
                  <a:pt x="5317" y="17057"/>
                </a:lnTo>
                <a:lnTo>
                  <a:pt x="5317" y="17106"/>
                </a:lnTo>
                <a:lnTo>
                  <a:pt x="5293" y="17106"/>
                </a:lnTo>
              </a:path>
              <a:path w="21600" h="21600">
                <a:moveTo>
                  <a:pt x="19292" y="17056"/>
                </a:moveTo>
                <a:lnTo>
                  <a:pt x="19327" y="17056"/>
                </a:lnTo>
                <a:lnTo>
                  <a:pt x="19327" y="17126"/>
                </a:lnTo>
                <a:lnTo>
                  <a:pt x="19292" y="17126"/>
                </a:lnTo>
              </a:path>
              <a:path w="21600" h="21600">
                <a:moveTo>
                  <a:pt x="13873" y="17056"/>
                </a:moveTo>
                <a:lnTo>
                  <a:pt x="13908" y="17056"/>
                </a:lnTo>
                <a:lnTo>
                  <a:pt x="13908" y="17126"/>
                </a:lnTo>
                <a:lnTo>
                  <a:pt x="13873" y="17126"/>
                </a:lnTo>
              </a:path>
              <a:path w="21600" h="21600">
                <a:moveTo>
                  <a:pt x="7691" y="17056"/>
                </a:moveTo>
                <a:lnTo>
                  <a:pt x="7725" y="17056"/>
                </a:lnTo>
                <a:lnTo>
                  <a:pt x="7725" y="17126"/>
                </a:lnTo>
                <a:lnTo>
                  <a:pt x="7691" y="17126"/>
                </a:lnTo>
              </a:path>
              <a:path w="21600" h="21600">
                <a:moveTo>
                  <a:pt x="2272" y="17056"/>
                </a:moveTo>
                <a:lnTo>
                  <a:pt x="2307" y="17056"/>
                </a:lnTo>
                <a:lnTo>
                  <a:pt x="2307" y="17126"/>
                </a:lnTo>
                <a:lnTo>
                  <a:pt x="2272" y="17126"/>
                </a:lnTo>
              </a:path>
              <a:path w="21600" h="21600">
                <a:moveTo>
                  <a:pt x="17642" y="17048"/>
                </a:moveTo>
                <a:lnTo>
                  <a:pt x="17664" y="17048"/>
                </a:lnTo>
                <a:lnTo>
                  <a:pt x="17664" y="17094"/>
                </a:lnTo>
                <a:lnTo>
                  <a:pt x="17642" y="17094"/>
                </a:lnTo>
              </a:path>
              <a:path w="21600" h="21600">
                <a:moveTo>
                  <a:pt x="14936" y="17048"/>
                </a:moveTo>
                <a:lnTo>
                  <a:pt x="14958" y="17048"/>
                </a:lnTo>
                <a:lnTo>
                  <a:pt x="14958" y="17094"/>
                </a:lnTo>
                <a:lnTo>
                  <a:pt x="14936" y="17094"/>
                </a:lnTo>
              </a:path>
              <a:path w="21600" h="21600">
                <a:moveTo>
                  <a:pt x="12223" y="17048"/>
                </a:moveTo>
                <a:lnTo>
                  <a:pt x="12245" y="17048"/>
                </a:lnTo>
                <a:lnTo>
                  <a:pt x="12245" y="17094"/>
                </a:lnTo>
                <a:lnTo>
                  <a:pt x="12223" y="17094"/>
                </a:lnTo>
              </a:path>
              <a:path w="21600" h="21600">
                <a:moveTo>
                  <a:pt x="9354" y="17048"/>
                </a:moveTo>
                <a:lnTo>
                  <a:pt x="9376" y="17048"/>
                </a:lnTo>
                <a:lnTo>
                  <a:pt x="9376" y="17094"/>
                </a:lnTo>
                <a:lnTo>
                  <a:pt x="9354" y="17094"/>
                </a:lnTo>
              </a:path>
              <a:path w="21600" h="21600">
                <a:moveTo>
                  <a:pt x="3935" y="17048"/>
                </a:moveTo>
                <a:lnTo>
                  <a:pt x="3957" y="17048"/>
                </a:lnTo>
                <a:lnTo>
                  <a:pt x="3957" y="17094"/>
                </a:lnTo>
                <a:lnTo>
                  <a:pt x="3935" y="17094"/>
                </a:lnTo>
              </a:path>
              <a:path w="21600" h="21600">
                <a:moveTo>
                  <a:pt x="1222" y="17048"/>
                </a:moveTo>
                <a:lnTo>
                  <a:pt x="1244" y="17048"/>
                </a:lnTo>
                <a:lnTo>
                  <a:pt x="1244" y="17094"/>
                </a:lnTo>
                <a:lnTo>
                  <a:pt x="1222" y="17094"/>
                </a:lnTo>
              </a:path>
              <a:path w="21600" h="21600">
                <a:moveTo>
                  <a:pt x="19593" y="17044"/>
                </a:moveTo>
                <a:lnTo>
                  <a:pt x="19629" y="17044"/>
                </a:lnTo>
                <a:lnTo>
                  <a:pt x="19629" y="17118"/>
                </a:lnTo>
                <a:lnTo>
                  <a:pt x="19593" y="17118"/>
                </a:lnTo>
              </a:path>
              <a:path w="21600" h="21600">
                <a:moveTo>
                  <a:pt x="16880" y="17044"/>
                </a:moveTo>
                <a:lnTo>
                  <a:pt x="16916" y="17044"/>
                </a:lnTo>
                <a:lnTo>
                  <a:pt x="16916" y="17118"/>
                </a:lnTo>
                <a:lnTo>
                  <a:pt x="16880" y="17118"/>
                </a:lnTo>
              </a:path>
              <a:path w="21600" h="21600">
                <a:moveTo>
                  <a:pt x="7388" y="17044"/>
                </a:moveTo>
                <a:lnTo>
                  <a:pt x="7424" y="17044"/>
                </a:lnTo>
                <a:lnTo>
                  <a:pt x="7424" y="17118"/>
                </a:lnTo>
                <a:lnTo>
                  <a:pt x="7388" y="17118"/>
                </a:lnTo>
              </a:path>
              <a:path w="21600" h="21600">
                <a:moveTo>
                  <a:pt x="4683" y="17044"/>
                </a:moveTo>
                <a:lnTo>
                  <a:pt x="4719" y="17044"/>
                </a:lnTo>
                <a:lnTo>
                  <a:pt x="4719" y="17118"/>
                </a:lnTo>
                <a:lnTo>
                  <a:pt x="4683" y="17118"/>
                </a:lnTo>
              </a:path>
              <a:path w="21600" h="21600">
                <a:moveTo>
                  <a:pt x="1970" y="17044"/>
                </a:moveTo>
                <a:lnTo>
                  <a:pt x="2006" y="17044"/>
                </a:lnTo>
                <a:lnTo>
                  <a:pt x="2006" y="17118"/>
                </a:lnTo>
                <a:lnTo>
                  <a:pt x="1970" y="17118"/>
                </a:lnTo>
              </a:path>
              <a:path w="21600" h="21600">
                <a:moveTo>
                  <a:pt x="17037" y="17037"/>
                </a:moveTo>
                <a:lnTo>
                  <a:pt x="17061" y="17037"/>
                </a:lnTo>
                <a:lnTo>
                  <a:pt x="17061" y="17086"/>
                </a:lnTo>
                <a:lnTo>
                  <a:pt x="17037" y="17086"/>
                </a:lnTo>
              </a:path>
              <a:path w="21600" h="21600">
                <a:moveTo>
                  <a:pt x="11618" y="17037"/>
                </a:moveTo>
                <a:lnTo>
                  <a:pt x="11642" y="17037"/>
                </a:lnTo>
                <a:lnTo>
                  <a:pt x="11642" y="17086"/>
                </a:lnTo>
                <a:lnTo>
                  <a:pt x="11618" y="17086"/>
                </a:lnTo>
              </a:path>
              <a:path w="21600" h="21600">
                <a:moveTo>
                  <a:pt x="9957" y="17037"/>
                </a:moveTo>
                <a:lnTo>
                  <a:pt x="9980" y="17037"/>
                </a:lnTo>
                <a:lnTo>
                  <a:pt x="9980" y="17086"/>
                </a:lnTo>
                <a:lnTo>
                  <a:pt x="9957" y="17086"/>
                </a:lnTo>
              </a:path>
              <a:path w="21600" h="21600">
                <a:moveTo>
                  <a:pt x="4538" y="17037"/>
                </a:moveTo>
                <a:lnTo>
                  <a:pt x="4562" y="17037"/>
                </a:lnTo>
                <a:lnTo>
                  <a:pt x="4562" y="17086"/>
                </a:lnTo>
                <a:lnTo>
                  <a:pt x="4538" y="17086"/>
                </a:lnTo>
              </a:path>
              <a:path w="21600" h="21600">
                <a:moveTo>
                  <a:pt x="4383" y="17034"/>
                </a:moveTo>
                <a:lnTo>
                  <a:pt x="4414" y="17034"/>
                </a:lnTo>
                <a:lnTo>
                  <a:pt x="4414" y="17097"/>
                </a:lnTo>
                <a:lnTo>
                  <a:pt x="4383" y="17097"/>
                </a:lnTo>
              </a:path>
              <a:path w="21600" h="21600">
                <a:moveTo>
                  <a:pt x="20053" y="17028"/>
                </a:moveTo>
                <a:lnTo>
                  <a:pt x="20075" y="17028"/>
                </a:lnTo>
                <a:lnTo>
                  <a:pt x="20075" y="17074"/>
                </a:lnTo>
                <a:lnTo>
                  <a:pt x="20053" y="17074"/>
                </a:lnTo>
              </a:path>
              <a:path w="21600" h="21600">
                <a:moveTo>
                  <a:pt x="17340" y="17028"/>
                </a:moveTo>
                <a:lnTo>
                  <a:pt x="17362" y="17028"/>
                </a:lnTo>
                <a:lnTo>
                  <a:pt x="17362" y="17074"/>
                </a:lnTo>
                <a:lnTo>
                  <a:pt x="17340" y="17074"/>
                </a:lnTo>
              </a:path>
              <a:path w="21600" h="21600">
                <a:moveTo>
                  <a:pt x="11921" y="17028"/>
                </a:moveTo>
                <a:lnTo>
                  <a:pt x="11943" y="17028"/>
                </a:lnTo>
                <a:lnTo>
                  <a:pt x="11943" y="17074"/>
                </a:lnTo>
                <a:lnTo>
                  <a:pt x="11921" y="17074"/>
                </a:lnTo>
              </a:path>
              <a:path w="21600" h="21600">
                <a:moveTo>
                  <a:pt x="9655" y="17028"/>
                </a:moveTo>
                <a:lnTo>
                  <a:pt x="9678" y="17028"/>
                </a:lnTo>
                <a:lnTo>
                  <a:pt x="9678" y="17074"/>
                </a:lnTo>
                <a:lnTo>
                  <a:pt x="9655" y="17074"/>
                </a:lnTo>
              </a:path>
              <a:path w="21600" h="21600">
                <a:moveTo>
                  <a:pt x="6942" y="17028"/>
                </a:moveTo>
                <a:lnTo>
                  <a:pt x="6965" y="17028"/>
                </a:lnTo>
                <a:lnTo>
                  <a:pt x="6965" y="17074"/>
                </a:lnTo>
                <a:lnTo>
                  <a:pt x="6942" y="17074"/>
                </a:lnTo>
              </a:path>
              <a:path w="21600" h="21600">
                <a:moveTo>
                  <a:pt x="4237" y="17028"/>
                </a:moveTo>
                <a:lnTo>
                  <a:pt x="4259" y="17028"/>
                </a:lnTo>
                <a:lnTo>
                  <a:pt x="4259" y="17074"/>
                </a:lnTo>
                <a:lnTo>
                  <a:pt x="4237" y="17074"/>
                </a:lnTo>
              </a:path>
              <a:path w="21600" h="21600">
                <a:moveTo>
                  <a:pt x="1524" y="17028"/>
                </a:moveTo>
                <a:lnTo>
                  <a:pt x="1546" y="17028"/>
                </a:lnTo>
                <a:lnTo>
                  <a:pt x="1546" y="17074"/>
                </a:lnTo>
                <a:lnTo>
                  <a:pt x="1524" y="17074"/>
                </a:lnTo>
              </a:path>
              <a:path w="21600" h="21600">
                <a:moveTo>
                  <a:pt x="5732" y="17025"/>
                </a:moveTo>
                <a:lnTo>
                  <a:pt x="5759" y="17025"/>
                </a:lnTo>
                <a:lnTo>
                  <a:pt x="5759" y="17081"/>
                </a:lnTo>
                <a:lnTo>
                  <a:pt x="5732" y="17081"/>
                </a:lnTo>
              </a:path>
              <a:path w="21600" h="21600">
                <a:moveTo>
                  <a:pt x="20199" y="17018"/>
                </a:moveTo>
                <a:lnTo>
                  <a:pt x="20232" y="17018"/>
                </a:lnTo>
                <a:lnTo>
                  <a:pt x="20232" y="17085"/>
                </a:lnTo>
                <a:lnTo>
                  <a:pt x="20199" y="17085"/>
                </a:lnTo>
              </a:path>
              <a:path w="21600" h="21600">
                <a:moveTo>
                  <a:pt x="14780" y="17018"/>
                </a:moveTo>
                <a:lnTo>
                  <a:pt x="14813" y="17018"/>
                </a:lnTo>
                <a:lnTo>
                  <a:pt x="14813" y="17085"/>
                </a:lnTo>
                <a:lnTo>
                  <a:pt x="14780" y="17085"/>
                </a:lnTo>
              </a:path>
              <a:path w="21600" h="21600">
                <a:moveTo>
                  <a:pt x="9499" y="17018"/>
                </a:moveTo>
                <a:lnTo>
                  <a:pt x="9532" y="17018"/>
                </a:lnTo>
                <a:lnTo>
                  <a:pt x="9532" y="17085"/>
                </a:lnTo>
                <a:lnTo>
                  <a:pt x="9499" y="17085"/>
                </a:lnTo>
              </a:path>
              <a:path w="21600" h="21600">
                <a:moveTo>
                  <a:pt x="6786" y="17018"/>
                </a:moveTo>
                <a:lnTo>
                  <a:pt x="6819" y="17018"/>
                </a:lnTo>
                <a:lnTo>
                  <a:pt x="6819" y="17085"/>
                </a:lnTo>
                <a:lnTo>
                  <a:pt x="6786" y="17085"/>
                </a:lnTo>
              </a:path>
              <a:path w="21600" h="21600">
                <a:moveTo>
                  <a:pt x="4081" y="17018"/>
                </a:moveTo>
                <a:lnTo>
                  <a:pt x="4113" y="17018"/>
                </a:lnTo>
                <a:lnTo>
                  <a:pt x="4113" y="17085"/>
                </a:lnTo>
                <a:lnTo>
                  <a:pt x="4081" y="17085"/>
                </a:lnTo>
              </a:path>
              <a:path w="21600" h="21600">
                <a:moveTo>
                  <a:pt x="20498" y="17006"/>
                </a:moveTo>
                <a:lnTo>
                  <a:pt x="20536" y="17006"/>
                </a:lnTo>
                <a:lnTo>
                  <a:pt x="20536" y="17083"/>
                </a:lnTo>
                <a:lnTo>
                  <a:pt x="20498" y="17083"/>
                </a:lnTo>
              </a:path>
              <a:path w="21600" h="21600">
                <a:moveTo>
                  <a:pt x="15079" y="17006"/>
                </a:moveTo>
                <a:lnTo>
                  <a:pt x="15117" y="17006"/>
                </a:lnTo>
                <a:lnTo>
                  <a:pt x="15117" y="17083"/>
                </a:lnTo>
                <a:lnTo>
                  <a:pt x="15079" y="17083"/>
                </a:lnTo>
              </a:path>
              <a:path w="21600" h="21600">
                <a:moveTo>
                  <a:pt x="6482" y="17006"/>
                </a:moveTo>
                <a:lnTo>
                  <a:pt x="6519" y="17006"/>
                </a:lnTo>
                <a:lnTo>
                  <a:pt x="6519" y="17083"/>
                </a:lnTo>
                <a:lnTo>
                  <a:pt x="6482" y="17083"/>
                </a:lnTo>
              </a:path>
              <a:path w="21600" h="21600">
                <a:moveTo>
                  <a:pt x="20653" y="17002"/>
                </a:moveTo>
                <a:lnTo>
                  <a:pt x="20684" y="17002"/>
                </a:lnTo>
                <a:lnTo>
                  <a:pt x="20684" y="17065"/>
                </a:lnTo>
                <a:lnTo>
                  <a:pt x="20653" y="17065"/>
                </a:lnTo>
              </a:path>
              <a:path w="21600" h="21600">
                <a:moveTo>
                  <a:pt x="19143" y="17002"/>
                </a:moveTo>
                <a:lnTo>
                  <a:pt x="19174" y="17002"/>
                </a:lnTo>
                <a:lnTo>
                  <a:pt x="19174" y="17065"/>
                </a:lnTo>
                <a:lnTo>
                  <a:pt x="19143" y="17065"/>
                </a:lnTo>
              </a:path>
              <a:path w="21600" h="21600">
                <a:moveTo>
                  <a:pt x="18695" y="17002"/>
                </a:moveTo>
                <a:lnTo>
                  <a:pt x="18725" y="17002"/>
                </a:lnTo>
                <a:lnTo>
                  <a:pt x="18725" y="17065"/>
                </a:lnTo>
                <a:lnTo>
                  <a:pt x="18695" y="17065"/>
                </a:lnTo>
              </a:path>
              <a:path w="21600" h="21600">
                <a:moveTo>
                  <a:pt x="18393" y="17002"/>
                </a:moveTo>
                <a:lnTo>
                  <a:pt x="18423" y="17002"/>
                </a:lnTo>
                <a:lnTo>
                  <a:pt x="18423" y="17065"/>
                </a:lnTo>
                <a:lnTo>
                  <a:pt x="18393" y="17065"/>
                </a:lnTo>
              </a:path>
              <a:path w="21600" h="21600">
                <a:moveTo>
                  <a:pt x="17940" y="17002"/>
                </a:moveTo>
                <a:lnTo>
                  <a:pt x="17970" y="17002"/>
                </a:lnTo>
                <a:lnTo>
                  <a:pt x="17970" y="17065"/>
                </a:lnTo>
                <a:lnTo>
                  <a:pt x="17940" y="17065"/>
                </a:lnTo>
              </a:path>
              <a:path w="21600" h="21600">
                <a:moveTo>
                  <a:pt x="16430" y="17002"/>
                </a:moveTo>
                <a:lnTo>
                  <a:pt x="16461" y="17002"/>
                </a:lnTo>
                <a:lnTo>
                  <a:pt x="16461" y="17065"/>
                </a:lnTo>
                <a:lnTo>
                  <a:pt x="16430" y="17065"/>
                </a:lnTo>
              </a:path>
              <a:path w="21600" h="21600">
                <a:moveTo>
                  <a:pt x="15989" y="17002"/>
                </a:moveTo>
                <a:lnTo>
                  <a:pt x="16020" y="17002"/>
                </a:lnTo>
                <a:lnTo>
                  <a:pt x="16020" y="17065"/>
                </a:lnTo>
                <a:lnTo>
                  <a:pt x="15989" y="17065"/>
                </a:lnTo>
              </a:path>
              <a:path w="21600" h="21600">
                <a:moveTo>
                  <a:pt x="15687" y="17002"/>
                </a:moveTo>
                <a:lnTo>
                  <a:pt x="15718" y="17002"/>
                </a:lnTo>
                <a:lnTo>
                  <a:pt x="15718" y="17065"/>
                </a:lnTo>
                <a:lnTo>
                  <a:pt x="15687" y="17065"/>
                </a:lnTo>
              </a:path>
              <a:path w="21600" h="21600">
                <a:moveTo>
                  <a:pt x="15234" y="17002"/>
                </a:moveTo>
                <a:lnTo>
                  <a:pt x="15265" y="17002"/>
                </a:lnTo>
                <a:lnTo>
                  <a:pt x="15265" y="17065"/>
                </a:lnTo>
                <a:lnTo>
                  <a:pt x="15234" y="17065"/>
                </a:lnTo>
              </a:path>
              <a:path w="21600" h="21600">
                <a:moveTo>
                  <a:pt x="13724" y="17002"/>
                </a:moveTo>
                <a:lnTo>
                  <a:pt x="13755" y="17002"/>
                </a:lnTo>
                <a:lnTo>
                  <a:pt x="13755" y="17065"/>
                </a:lnTo>
                <a:lnTo>
                  <a:pt x="13724" y="17065"/>
                </a:lnTo>
              </a:path>
              <a:path w="21600" h="21600">
                <a:moveTo>
                  <a:pt x="13275" y="17002"/>
                </a:moveTo>
                <a:lnTo>
                  <a:pt x="13306" y="17002"/>
                </a:lnTo>
                <a:lnTo>
                  <a:pt x="13306" y="17065"/>
                </a:lnTo>
                <a:lnTo>
                  <a:pt x="13275" y="17065"/>
                </a:lnTo>
              </a:path>
              <a:path w="21600" h="21600">
                <a:moveTo>
                  <a:pt x="12973" y="17002"/>
                </a:moveTo>
                <a:lnTo>
                  <a:pt x="13004" y="17002"/>
                </a:lnTo>
                <a:lnTo>
                  <a:pt x="13004" y="17065"/>
                </a:lnTo>
                <a:lnTo>
                  <a:pt x="12973" y="17065"/>
                </a:lnTo>
              </a:path>
              <a:path w="21600" h="21600">
                <a:moveTo>
                  <a:pt x="12521" y="17002"/>
                </a:moveTo>
                <a:lnTo>
                  <a:pt x="12551" y="17002"/>
                </a:lnTo>
                <a:lnTo>
                  <a:pt x="12551" y="17065"/>
                </a:lnTo>
                <a:lnTo>
                  <a:pt x="12521" y="17065"/>
                </a:lnTo>
              </a:path>
              <a:path w="21600" h="21600">
                <a:moveTo>
                  <a:pt x="11011" y="17002"/>
                </a:moveTo>
                <a:lnTo>
                  <a:pt x="11042" y="17002"/>
                </a:lnTo>
                <a:lnTo>
                  <a:pt x="11042" y="17065"/>
                </a:lnTo>
                <a:lnTo>
                  <a:pt x="11011" y="17065"/>
                </a:lnTo>
              </a:path>
              <a:path w="21600" h="21600">
                <a:moveTo>
                  <a:pt x="9047" y="17002"/>
                </a:moveTo>
                <a:lnTo>
                  <a:pt x="9078" y="17002"/>
                </a:lnTo>
                <a:lnTo>
                  <a:pt x="9078" y="17065"/>
                </a:lnTo>
                <a:lnTo>
                  <a:pt x="9047" y="17065"/>
                </a:lnTo>
              </a:path>
              <a:path w="21600" h="21600">
                <a:moveTo>
                  <a:pt x="8594" y="17002"/>
                </a:moveTo>
                <a:lnTo>
                  <a:pt x="8625" y="17002"/>
                </a:lnTo>
                <a:lnTo>
                  <a:pt x="8625" y="17065"/>
                </a:lnTo>
                <a:lnTo>
                  <a:pt x="8594" y="17065"/>
                </a:lnTo>
              </a:path>
              <a:path w="21600" h="21600">
                <a:moveTo>
                  <a:pt x="8292" y="17002"/>
                </a:moveTo>
                <a:lnTo>
                  <a:pt x="8323" y="17002"/>
                </a:lnTo>
                <a:lnTo>
                  <a:pt x="8323" y="17065"/>
                </a:lnTo>
                <a:lnTo>
                  <a:pt x="8292" y="17065"/>
                </a:lnTo>
              </a:path>
              <a:path w="21600" h="21600">
                <a:moveTo>
                  <a:pt x="7844" y="17002"/>
                </a:moveTo>
                <a:lnTo>
                  <a:pt x="7875" y="17002"/>
                </a:lnTo>
                <a:lnTo>
                  <a:pt x="7875" y="17065"/>
                </a:lnTo>
                <a:lnTo>
                  <a:pt x="7844" y="17065"/>
                </a:lnTo>
              </a:path>
              <a:path w="21600" h="21600">
                <a:moveTo>
                  <a:pt x="6334" y="17002"/>
                </a:moveTo>
                <a:lnTo>
                  <a:pt x="6365" y="17002"/>
                </a:lnTo>
                <a:lnTo>
                  <a:pt x="6365" y="17065"/>
                </a:lnTo>
                <a:lnTo>
                  <a:pt x="6334" y="17065"/>
                </a:lnTo>
              </a:path>
              <a:path w="21600" h="21600">
                <a:moveTo>
                  <a:pt x="5881" y="17002"/>
                </a:moveTo>
                <a:lnTo>
                  <a:pt x="5912" y="17002"/>
                </a:lnTo>
                <a:lnTo>
                  <a:pt x="5912" y="17065"/>
                </a:lnTo>
                <a:lnTo>
                  <a:pt x="5881" y="17065"/>
                </a:lnTo>
              </a:path>
              <a:path w="21600" h="21600">
                <a:moveTo>
                  <a:pt x="5579" y="17002"/>
                </a:moveTo>
                <a:lnTo>
                  <a:pt x="5610" y="17002"/>
                </a:lnTo>
                <a:lnTo>
                  <a:pt x="5610" y="17065"/>
                </a:lnTo>
                <a:lnTo>
                  <a:pt x="5579" y="17065"/>
                </a:lnTo>
              </a:path>
              <a:path w="21600" h="21600">
                <a:moveTo>
                  <a:pt x="5138" y="17002"/>
                </a:moveTo>
                <a:lnTo>
                  <a:pt x="5169" y="17002"/>
                </a:lnTo>
                <a:lnTo>
                  <a:pt x="5169" y="17065"/>
                </a:lnTo>
                <a:lnTo>
                  <a:pt x="5138" y="17065"/>
                </a:lnTo>
              </a:path>
              <a:path w="21600" h="21600">
                <a:moveTo>
                  <a:pt x="2425" y="17002"/>
                </a:moveTo>
                <a:lnTo>
                  <a:pt x="2456" y="17002"/>
                </a:lnTo>
                <a:lnTo>
                  <a:pt x="2456" y="17065"/>
                </a:lnTo>
                <a:lnTo>
                  <a:pt x="2425" y="17065"/>
                </a:lnTo>
              </a:path>
              <a:path w="21600" h="21600">
                <a:moveTo>
                  <a:pt x="915" y="17002"/>
                </a:moveTo>
                <a:lnTo>
                  <a:pt x="946" y="17002"/>
                </a:lnTo>
                <a:lnTo>
                  <a:pt x="946" y="17065"/>
                </a:lnTo>
                <a:lnTo>
                  <a:pt x="915" y="17065"/>
                </a:lnTo>
              </a:path>
              <a:path w="21600" h="21600">
                <a:moveTo>
                  <a:pt x="462" y="17002"/>
                </a:moveTo>
                <a:lnTo>
                  <a:pt x="493" y="17002"/>
                </a:lnTo>
                <a:lnTo>
                  <a:pt x="493" y="17065"/>
                </a:lnTo>
                <a:lnTo>
                  <a:pt x="462" y="17065"/>
                </a:lnTo>
              </a:path>
              <a:path w="21600" h="21600">
                <a:moveTo>
                  <a:pt x="160" y="17002"/>
                </a:moveTo>
                <a:lnTo>
                  <a:pt x="191" y="17002"/>
                </a:lnTo>
                <a:lnTo>
                  <a:pt x="191" y="17065"/>
                </a:lnTo>
                <a:lnTo>
                  <a:pt x="160" y="17065"/>
                </a:lnTo>
              </a:path>
              <a:path w="21600" h="21600">
                <a:moveTo>
                  <a:pt x="14472" y="16997"/>
                </a:moveTo>
                <a:lnTo>
                  <a:pt x="14517" y="16997"/>
                </a:lnTo>
                <a:lnTo>
                  <a:pt x="14517" y="17089"/>
                </a:lnTo>
                <a:lnTo>
                  <a:pt x="14472" y="17089"/>
                </a:lnTo>
              </a:path>
              <a:path w="21600" h="21600">
                <a:moveTo>
                  <a:pt x="7082" y="16997"/>
                </a:moveTo>
                <a:lnTo>
                  <a:pt x="7127" y="16997"/>
                </a:lnTo>
                <a:lnTo>
                  <a:pt x="7127" y="17089"/>
                </a:lnTo>
                <a:lnTo>
                  <a:pt x="7082" y="17089"/>
                </a:lnTo>
              </a:path>
              <a:path w="21600" h="21600">
                <a:moveTo>
                  <a:pt x="10856" y="16993"/>
                </a:moveTo>
                <a:lnTo>
                  <a:pt x="10894" y="16993"/>
                </a:lnTo>
                <a:lnTo>
                  <a:pt x="10894" y="17070"/>
                </a:lnTo>
                <a:lnTo>
                  <a:pt x="10856" y="17070"/>
                </a:lnTo>
              </a:path>
              <a:path w="21600" h="21600">
                <a:moveTo>
                  <a:pt x="2871" y="16993"/>
                </a:moveTo>
                <a:lnTo>
                  <a:pt x="2907" y="16993"/>
                </a:lnTo>
                <a:lnTo>
                  <a:pt x="2907" y="17067"/>
                </a:lnTo>
                <a:lnTo>
                  <a:pt x="2871" y="17067"/>
                </a:lnTo>
              </a:path>
              <a:path w="21600" h="21600">
                <a:moveTo>
                  <a:pt x="9182" y="16975"/>
                </a:moveTo>
                <a:lnTo>
                  <a:pt x="9246" y="16975"/>
                </a:lnTo>
                <a:lnTo>
                  <a:pt x="9246" y="17106"/>
                </a:lnTo>
                <a:lnTo>
                  <a:pt x="9182" y="17106"/>
                </a:lnTo>
              </a:path>
              <a:path w="21600" h="21600">
                <a:moveTo>
                  <a:pt x="10561" y="16929"/>
                </a:moveTo>
                <a:lnTo>
                  <a:pt x="10584" y="16929"/>
                </a:lnTo>
                <a:lnTo>
                  <a:pt x="10584" y="16974"/>
                </a:lnTo>
                <a:lnTo>
                  <a:pt x="10561" y="16974"/>
                </a:lnTo>
              </a:path>
              <a:path w="21600" h="21600">
                <a:moveTo>
                  <a:pt x="21413" y="16925"/>
                </a:moveTo>
                <a:lnTo>
                  <a:pt x="21433" y="16925"/>
                </a:lnTo>
                <a:lnTo>
                  <a:pt x="21433" y="16967"/>
                </a:lnTo>
                <a:lnTo>
                  <a:pt x="21413" y="16967"/>
                </a:lnTo>
              </a:path>
              <a:path w="21600" h="21600">
                <a:moveTo>
                  <a:pt x="14181" y="16910"/>
                </a:moveTo>
                <a:lnTo>
                  <a:pt x="14203" y="16910"/>
                </a:lnTo>
                <a:lnTo>
                  <a:pt x="14203" y="16955"/>
                </a:lnTo>
                <a:lnTo>
                  <a:pt x="14181" y="16955"/>
                </a:lnTo>
              </a:path>
              <a:path w="21600" h="21600">
                <a:moveTo>
                  <a:pt x="764" y="16908"/>
                </a:moveTo>
                <a:lnTo>
                  <a:pt x="795" y="16908"/>
                </a:lnTo>
                <a:lnTo>
                  <a:pt x="795" y="16972"/>
                </a:lnTo>
                <a:lnTo>
                  <a:pt x="764" y="16972"/>
                </a:lnTo>
              </a:path>
              <a:path w="21600" h="21600">
                <a:moveTo>
                  <a:pt x="20800" y="16902"/>
                </a:moveTo>
                <a:lnTo>
                  <a:pt x="20839" y="16902"/>
                </a:lnTo>
                <a:lnTo>
                  <a:pt x="20839" y="16983"/>
                </a:lnTo>
                <a:lnTo>
                  <a:pt x="20800" y="16983"/>
                </a:lnTo>
              </a:path>
              <a:path w="21600" h="21600">
                <a:moveTo>
                  <a:pt x="11761" y="16890"/>
                </a:moveTo>
                <a:lnTo>
                  <a:pt x="11801" y="16890"/>
                </a:lnTo>
                <a:lnTo>
                  <a:pt x="11801" y="16971"/>
                </a:lnTo>
                <a:lnTo>
                  <a:pt x="11761" y="16971"/>
                </a:lnTo>
              </a:path>
              <a:path w="21600" h="21600">
                <a:moveTo>
                  <a:pt x="9798" y="16890"/>
                </a:moveTo>
                <a:lnTo>
                  <a:pt x="9837" y="16890"/>
                </a:lnTo>
                <a:lnTo>
                  <a:pt x="9837" y="16971"/>
                </a:lnTo>
                <a:lnTo>
                  <a:pt x="9798" y="16971"/>
                </a:lnTo>
              </a:path>
              <a:path w="21600" h="21600">
                <a:moveTo>
                  <a:pt x="21111" y="16883"/>
                </a:moveTo>
                <a:lnTo>
                  <a:pt x="21131" y="16883"/>
                </a:lnTo>
                <a:lnTo>
                  <a:pt x="21131" y="16925"/>
                </a:lnTo>
                <a:lnTo>
                  <a:pt x="21111" y="16925"/>
                </a:lnTo>
              </a:path>
              <a:path w="21600" h="21600">
                <a:moveTo>
                  <a:pt x="3634" y="16883"/>
                </a:moveTo>
                <a:lnTo>
                  <a:pt x="3654" y="16883"/>
                </a:lnTo>
                <a:lnTo>
                  <a:pt x="3654" y="16925"/>
                </a:lnTo>
                <a:lnTo>
                  <a:pt x="3634" y="16925"/>
                </a:lnTo>
              </a:path>
              <a:path w="21600" h="21600">
                <a:moveTo>
                  <a:pt x="16735" y="16883"/>
                </a:moveTo>
                <a:lnTo>
                  <a:pt x="16759" y="16883"/>
                </a:lnTo>
                <a:lnTo>
                  <a:pt x="16759" y="16932"/>
                </a:lnTo>
                <a:lnTo>
                  <a:pt x="16735" y="16932"/>
                </a:lnTo>
              </a:path>
              <a:path w="21600" h="21600">
                <a:moveTo>
                  <a:pt x="14029" y="16883"/>
                </a:moveTo>
                <a:lnTo>
                  <a:pt x="14053" y="16883"/>
                </a:lnTo>
                <a:lnTo>
                  <a:pt x="14053" y="16932"/>
                </a:lnTo>
                <a:lnTo>
                  <a:pt x="14029" y="16932"/>
                </a:lnTo>
              </a:path>
              <a:path w="21600" h="21600">
                <a:moveTo>
                  <a:pt x="11316" y="16883"/>
                </a:moveTo>
                <a:lnTo>
                  <a:pt x="11340" y="16883"/>
                </a:lnTo>
                <a:lnTo>
                  <a:pt x="11340" y="16932"/>
                </a:lnTo>
                <a:lnTo>
                  <a:pt x="11316" y="16932"/>
                </a:lnTo>
              </a:path>
              <a:path w="21600" h="21600">
                <a:moveTo>
                  <a:pt x="10259" y="16883"/>
                </a:moveTo>
                <a:lnTo>
                  <a:pt x="10282" y="16883"/>
                </a:lnTo>
                <a:lnTo>
                  <a:pt x="10282" y="16932"/>
                </a:lnTo>
                <a:lnTo>
                  <a:pt x="10259" y="16932"/>
                </a:lnTo>
              </a:path>
              <a:path w="21600" h="21600">
                <a:moveTo>
                  <a:pt x="7545" y="16883"/>
                </a:moveTo>
                <a:lnTo>
                  <a:pt x="7569" y="16883"/>
                </a:lnTo>
                <a:lnTo>
                  <a:pt x="7569" y="16932"/>
                </a:lnTo>
                <a:lnTo>
                  <a:pt x="7545" y="16932"/>
                </a:lnTo>
              </a:path>
              <a:path w="21600" h="21600">
                <a:moveTo>
                  <a:pt x="4840" y="16883"/>
                </a:moveTo>
                <a:lnTo>
                  <a:pt x="4864" y="16883"/>
                </a:lnTo>
                <a:lnTo>
                  <a:pt x="4864" y="16932"/>
                </a:lnTo>
                <a:lnTo>
                  <a:pt x="4840" y="16932"/>
                </a:lnTo>
              </a:path>
              <a:path w="21600" h="21600">
                <a:moveTo>
                  <a:pt x="2127" y="16883"/>
                </a:moveTo>
                <a:lnTo>
                  <a:pt x="2150" y="16883"/>
                </a:lnTo>
                <a:lnTo>
                  <a:pt x="2150" y="16932"/>
                </a:lnTo>
                <a:lnTo>
                  <a:pt x="2127" y="16932"/>
                </a:lnTo>
              </a:path>
              <a:path w="21600" h="21600">
                <a:moveTo>
                  <a:pt x="15384" y="16873"/>
                </a:moveTo>
                <a:lnTo>
                  <a:pt x="15417" y="16873"/>
                </a:lnTo>
                <a:lnTo>
                  <a:pt x="15417" y="16940"/>
                </a:lnTo>
                <a:lnTo>
                  <a:pt x="15384" y="16940"/>
                </a:lnTo>
              </a:path>
              <a:path w="21600" h="21600">
                <a:moveTo>
                  <a:pt x="1061" y="16866"/>
                </a:moveTo>
                <a:lnTo>
                  <a:pt x="1102" y="16866"/>
                </a:lnTo>
                <a:lnTo>
                  <a:pt x="1102" y="16950"/>
                </a:lnTo>
                <a:lnTo>
                  <a:pt x="1061" y="16950"/>
                </a:lnTo>
              </a:path>
              <a:path w="21600" h="21600">
                <a:moveTo>
                  <a:pt x="17643" y="16841"/>
                </a:moveTo>
                <a:lnTo>
                  <a:pt x="17663" y="16841"/>
                </a:lnTo>
                <a:lnTo>
                  <a:pt x="17663" y="16883"/>
                </a:lnTo>
                <a:lnTo>
                  <a:pt x="17643" y="16883"/>
                </a:lnTo>
              </a:path>
              <a:path w="21600" h="21600">
                <a:moveTo>
                  <a:pt x="14937" y="16841"/>
                </a:moveTo>
                <a:lnTo>
                  <a:pt x="14958" y="16841"/>
                </a:lnTo>
                <a:lnTo>
                  <a:pt x="14958" y="16883"/>
                </a:lnTo>
                <a:lnTo>
                  <a:pt x="14937" y="16883"/>
                </a:lnTo>
              </a:path>
              <a:path w="21600" h="21600">
                <a:moveTo>
                  <a:pt x="12224" y="16841"/>
                </a:moveTo>
                <a:lnTo>
                  <a:pt x="12244" y="16841"/>
                </a:lnTo>
                <a:lnTo>
                  <a:pt x="12244" y="16883"/>
                </a:lnTo>
                <a:lnTo>
                  <a:pt x="12224" y="16883"/>
                </a:lnTo>
              </a:path>
              <a:path w="21600" h="21600">
                <a:moveTo>
                  <a:pt x="9354" y="16841"/>
                </a:moveTo>
                <a:lnTo>
                  <a:pt x="9375" y="16841"/>
                </a:lnTo>
                <a:lnTo>
                  <a:pt x="9375" y="16883"/>
                </a:lnTo>
                <a:lnTo>
                  <a:pt x="9354" y="16883"/>
                </a:lnTo>
              </a:path>
              <a:path w="21600" h="21600">
                <a:moveTo>
                  <a:pt x="3936" y="16841"/>
                </a:moveTo>
                <a:lnTo>
                  <a:pt x="3956" y="16841"/>
                </a:lnTo>
                <a:lnTo>
                  <a:pt x="3956" y="16883"/>
                </a:lnTo>
                <a:lnTo>
                  <a:pt x="3936" y="16883"/>
                </a:lnTo>
              </a:path>
              <a:path w="21600" h="21600">
                <a:moveTo>
                  <a:pt x="1222" y="16841"/>
                </a:moveTo>
                <a:lnTo>
                  <a:pt x="1243" y="16841"/>
                </a:lnTo>
                <a:lnTo>
                  <a:pt x="1243" y="16883"/>
                </a:lnTo>
                <a:lnTo>
                  <a:pt x="1222" y="16883"/>
                </a:lnTo>
              </a:path>
              <a:path w="21600" h="21600">
                <a:moveTo>
                  <a:pt x="16283" y="16841"/>
                </a:moveTo>
                <a:lnTo>
                  <a:pt x="16305" y="16841"/>
                </a:lnTo>
                <a:lnTo>
                  <a:pt x="16305" y="16887"/>
                </a:lnTo>
                <a:lnTo>
                  <a:pt x="16283" y="16887"/>
                </a:lnTo>
              </a:path>
              <a:path w="21600" h="21600">
                <a:moveTo>
                  <a:pt x="5294" y="16841"/>
                </a:moveTo>
                <a:lnTo>
                  <a:pt x="5316" y="16841"/>
                </a:lnTo>
                <a:lnTo>
                  <a:pt x="5316" y="16887"/>
                </a:lnTo>
                <a:lnTo>
                  <a:pt x="5294" y="16887"/>
                </a:lnTo>
              </a:path>
              <a:path w="21600" h="21600">
                <a:moveTo>
                  <a:pt x="16576" y="16841"/>
                </a:moveTo>
                <a:lnTo>
                  <a:pt x="16617" y="16841"/>
                </a:lnTo>
                <a:lnTo>
                  <a:pt x="16617" y="16926"/>
                </a:lnTo>
                <a:lnTo>
                  <a:pt x="16576" y="16926"/>
                </a:lnTo>
              </a:path>
              <a:path w="21600" h="21600">
                <a:moveTo>
                  <a:pt x="4982" y="16841"/>
                </a:moveTo>
                <a:lnTo>
                  <a:pt x="5023" y="16841"/>
                </a:lnTo>
                <a:lnTo>
                  <a:pt x="5023" y="16926"/>
                </a:lnTo>
                <a:lnTo>
                  <a:pt x="4982" y="16926"/>
                </a:lnTo>
              </a:path>
              <a:path w="21600" h="21600">
                <a:moveTo>
                  <a:pt x="12674" y="16827"/>
                </a:moveTo>
                <a:lnTo>
                  <a:pt x="12700" y="16827"/>
                </a:lnTo>
                <a:lnTo>
                  <a:pt x="12700" y="16880"/>
                </a:lnTo>
                <a:lnTo>
                  <a:pt x="12674" y="16880"/>
                </a:lnTo>
              </a:path>
              <a:path w="21600" h="21600">
                <a:moveTo>
                  <a:pt x="8899" y="16827"/>
                </a:moveTo>
                <a:lnTo>
                  <a:pt x="8925" y="16827"/>
                </a:lnTo>
                <a:lnTo>
                  <a:pt x="8925" y="16880"/>
                </a:lnTo>
                <a:lnTo>
                  <a:pt x="8899" y="16880"/>
                </a:lnTo>
              </a:path>
              <a:path w="21600" h="21600">
                <a:moveTo>
                  <a:pt x="3480" y="16827"/>
                </a:moveTo>
                <a:lnTo>
                  <a:pt x="3506" y="16827"/>
                </a:lnTo>
                <a:lnTo>
                  <a:pt x="3506" y="16880"/>
                </a:lnTo>
                <a:lnTo>
                  <a:pt x="3480" y="16880"/>
                </a:lnTo>
              </a:path>
              <a:path w="21600" h="21600">
                <a:moveTo>
                  <a:pt x="17038" y="16821"/>
                </a:moveTo>
                <a:lnTo>
                  <a:pt x="17060" y="16821"/>
                </a:lnTo>
                <a:lnTo>
                  <a:pt x="17060" y="16866"/>
                </a:lnTo>
                <a:lnTo>
                  <a:pt x="17038" y="16866"/>
                </a:lnTo>
              </a:path>
              <a:path w="21600" h="21600">
                <a:moveTo>
                  <a:pt x="11619" y="16821"/>
                </a:moveTo>
                <a:lnTo>
                  <a:pt x="11641" y="16821"/>
                </a:lnTo>
                <a:lnTo>
                  <a:pt x="11641" y="16866"/>
                </a:lnTo>
                <a:lnTo>
                  <a:pt x="11619" y="16866"/>
                </a:lnTo>
              </a:path>
              <a:path w="21600" h="21600">
                <a:moveTo>
                  <a:pt x="9957" y="16821"/>
                </a:moveTo>
                <a:lnTo>
                  <a:pt x="9980" y="16821"/>
                </a:lnTo>
                <a:lnTo>
                  <a:pt x="9980" y="16866"/>
                </a:lnTo>
                <a:lnTo>
                  <a:pt x="9957" y="16866"/>
                </a:lnTo>
              </a:path>
              <a:path w="21600" h="21600">
                <a:moveTo>
                  <a:pt x="4539" y="16821"/>
                </a:moveTo>
                <a:lnTo>
                  <a:pt x="4561" y="16821"/>
                </a:lnTo>
                <a:lnTo>
                  <a:pt x="4561" y="16866"/>
                </a:lnTo>
                <a:lnTo>
                  <a:pt x="4539" y="16866"/>
                </a:lnTo>
              </a:path>
              <a:path w="21600" h="21600">
                <a:moveTo>
                  <a:pt x="20054" y="16820"/>
                </a:moveTo>
                <a:lnTo>
                  <a:pt x="20075" y="16820"/>
                </a:lnTo>
                <a:lnTo>
                  <a:pt x="20075" y="16862"/>
                </a:lnTo>
                <a:lnTo>
                  <a:pt x="20054" y="16862"/>
                </a:lnTo>
              </a:path>
              <a:path w="21600" h="21600">
                <a:moveTo>
                  <a:pt x="17341" y="16820"/>
                </a:moveTo>
                <a:lnTo>
                  <a:pt x="17361" y="16820"/>
                </a:lnTo>
                <a:lnTo>
                  <a:pt x="17361" y="16862"/>
                </a:lnTo>
                <a:lnTo>
                  <a:pt x="17341" y="16862"/>
                </a:lnTo>
              </a:path>
              <a:path w="21600" h="21600">
                <a:moveTo>
                  <a:pt x="11922" y="16820"/>
                </a:moveTo>
                <a:lnTo>
                  <a:pt x="11942" y="16820"/>
                </a:lnTo>
                <a:lnTo>
                  <a:pt x="11942" y="16862"/>
                </a:lnTo>
                <a:lnTo>
                  <a:pt x="11922" y="16862"/>
                </a:lnTo>
              </a:path>
              <a:path w="21600" h="21600">
                <a:moveTo>
                  <a:pt x="9656" y="16820"/>
                </a:moveTo>
                <a:lnTo>
                  <a:pt x="9677" y="16820"/>
                </a:lnTo>
                <a:lnTo>
                  <a:pt x="9677" y="16862"/>
                </a:lnTo>
                <a:lnTo>
                  <a:pt x="9656" y="16862"/>
                </a:lnTo>
              </a:path>
              <a:path w="21600" h="21600">
                <a:moveTo>
                  <a:pt x="6943" y="16820"/>
                </a:moveTo>
                <a:lnTo>
                  <a:pt x="6964" y="16820"/>
                </a:lnTo>
                <a:lnTo>
                  <a:pt x="6964" y="16862"/>
                </a:lnTo>
                <a:lnTo>
                  <a:pt x="6943" y="16862"/>
                </a:lnTo>
              </a:path>
              <a:path w="21600" h="21600">
                <a:moveTo>
                  <a:pt x="4238" y="16820"/>
                </a:moveTo>
                <a:lnTo>
                  <a:pt x="4258" y="16820"/>
                </a:lnTo>
                <a:lnTo>
                  <a:pt x="4258" y="16862"/>
                </a:lnTo>
                <a:lnTo>
                  <a:pt x="4238" y="16862"/>
                </a:lnTo>
              </a:path>
              <a:path w="21600" h="21600">
                <a:moveTo>
                  <a:pt x="1524" y="16820"/>
                </a:moveTo>
                <a:lnTo>
                  <a:pt x="1545" y="16820"/>
                </a:lnTo>
                <a:lnTo>
                  <a:pt x="1545" y="16862"/>
                </a:lnTo>
                <a:lnTo>
                  <a:pt x="1524" y="16862"/>
                </a:lnTo>
              </a:path>
              <a:path w="21600" h="21600">
                <a:moveTo>
                  <a:pt x="21255" y="16820"/>
                </a:moveTo>
                <a:lnTo>
                  <a:pt x="21289" y="16820"/>
                </a:lnTo>
                <a:lnTo>
                  <a:pt x="21289" y="16890"/>
                </a:lnTo>
                <a:lnTo>
                  <a:pt x="21255" y="16890"/>
                </a:lnTo>
              </a:path>
              <a:path w="21600" h="21600">
                <a:moveTo>
                  <a:pt x="18542" y="16820"/>
                </a:moveTo>
                <a:lnTo>
                  <a:pt x="18576" y="16820"/>
                </a:lnTo>
                <a:lnTo>
                  <a:pt x="18576" y="16890"/>
                </a:lnTo>
                <a:lnTo>
                  <a:pt x="18542" y="16890"/>
                </a:lnTo>
              </a:path>
              <a:path w="21600" h="21600">
                <a:moveTo>
                  <a:pt x="15836" y="16820"/>
                </a:moveTo>
                <a:lnTo>
                  <a:pt x="15870" y="16820"/>
                </a:lnTo>
                <a:lnTo>
                  <a:pt x="15870" y="16890"/>
                </a:lnTo>
                <a:lnTo>
                  <a:pt x="15836" y="16890"/>
                </a:lnTo>
              </a:path>
              <a:path w="21600" h="21600">
                <a:moveTo>
                  <a:pt x="13123" y="16820"/>
                </a:moveTo>
                <a:lnTo>
                  <a:pt x="13157" y="16820"/>
                </a:lnTo>
                <a:lnTo>
                  <a:pt x="13157" y="16890"/>
                </a:lnTo>
                <a:lnTo>
                  <a:pt x="13123" y="16890"/>
                </a:lnTo>
              </a:path>
              <a:path w="21600" h="21600">
                <a:moveTo>
                  <a:pt x="8441" y="16820"/>
                </a:moveTo>
                <a:lnTo>
                  <a:pt x="8476" y="16820"/>
                </a:lnTo>
                <a:lnTo>
                  <a:pt x="8476" y="16890"/>
                </a:lnTo>
                <a:lnTo>
                  <a:pt x="8441" y="16890"/>
                </a:lnTo>
              </a:path>
              <a:path w="21600" h="21600">
                <a:moveTo>
                  <a:pt x="3023" y="16820"/>
                </a:moveTo>
                <a:lnTo>
                  <a:pt x="3057" y="16820"/>
                </a:lnTo>
                <a:lnTo>
                  <a:pt x="3057" y="16890"/>
                </a:lnTo>
                <a:lnTo>
                  <a:pt x="3023" y="16890"/>
                </a:lnTo>
              </a:path>
              <a:path w="21600" h="21600">
                <a:moveTo>
                  <a:pt x="310" y="16820"/>
                </a:moveTo>
                <a:lnTo>
                  <a:pt x="344" y="16820"/>
                </a:lnTo>
                <a:lnTo>
                  <a:pt x="344" y="16890"/>
                </a:lnTo>
                <a:lnTo>
                  <a:pt x="310" y="16890"/>
                </a:lnTo>
              </a:path>
              <a:path w="21600" h="21600">
                <a:moveTo>
                  <a:pt x="12363" y="16810"/>
                </a:moveTo>
                <a:lnTo>
                  <a:pt x="12407" y="16810"/>
                </a:lnTo>
                <a:lnTo>
                  <a:pt x="12407" y="16902"/>
                </a:lnTo>
                <a:lnTo>
                  <a:pt x="12363" y="16902"/>
                </a:lnTo>
              </a:path>
              <a:path w="21600" h="21600">
                <a:moveTo>
                  <a:pt x="9191" y="16810"/>
                </a:moveTo>
                <a:lnTo>
                  <a:pt x="9236" y="16810"/>
                </a:lnTo>
                <a:lnTo>
                  <a:pt x="9236" y="16902"/>
                </a:lnTo>
                <a:lnTo>
                  <a:pt x="9191" y="16902"/>
                </a:lnTo>
              </a:path>
              <a:path w="21600" h="21600">
                <a:moveTo>
                  <a:pt x="2719" y="16791"/>
                </a:moveTo>
                <a:lnTo>
                  <a:pt x="2766" y="16791"/>
                </a:lnTo>
                <a:lnTo>
                  <a:pt x="2766" y="16888"/>
                </a:lnTo>
                <a:lnTo>
                  <a:pt x="2719" y="16888"/>
                </a:lnTo>
              </a:path>
              <a:path w="21600" h="21600">
                <a:moveTo>
                  <a:pt x="19882" y="16790"/>
                </a:moveTo>
                <a:lnTo>
                  <a:pt x="19944" y="16790"/>
                </a:lnTo>
                <a:lnTo>
                  <a:pt x="19944" y="16918"/>
                </a:lnTo>
                <a:lnTo>
                  <a:pt x="19882" y="16918"/>
                </a:lnTo>
              </a:path>
              <a:path w="21600" h="21600">
                <a:moveTo>
                  <a:pt x="1667" y="16790"/>
                </a:moveTo>
                <a:lnTo>
                  <a:pt x="1705" y="16790"/>
                </a:lnTo>
                <a:lnTo>
                  <a:pt x="1705" y="16868"/>
                </a:lnTo>
                <a:lnTo>
                  <a:pt x="1667" y="16868"/>
                </a:lnTo>
              </a:path>
              <a:path w="21600" h="21600">
                <a:moveTo>
                  <a:pt x="11458" y="16777"/>
                </a:moveTo>
                <a:lnTo>
                  <a:pt x="11501" y="16777"/>
                </a:lnTo>
                <a:lnTo>
                  <a:pt x="11501" y="16865"/>
                </a:lnTo>
                <a:lnTo>
                  <a:pt x="11458" y="16865"/>
                </a:lnTo>
              </a:path>
              <a:path w="21600" h="21600">
                <a:moveTo>
                  <a:pt x="4384" y="16774"/>
                </a:moveTo>
                <a:lnTo>
                  <a:pt x="4413" y="16774"/>
                </a:lnTo>
                <a:lnTo>
                  <a:pt x="4413" y="16834"/>
                </a:lnTo>
                <a:lnTo>
                  <a:pt x="4384" y="16834"/>
                </a:lnTo>
              </a:path>
              <a:path w="21600" h="21600">
                <a:moveTo>
                  <a:pt x="19293" y="16768"/>
                </a:moveTo>
                <a:lnTo>
                  <a:pt x="19326" y="16768"/>
                </a:lnTo>
                <a:lnTo>
                  <a:pt x="19326" y="16835"/>
                </a:lnTo>
                <a:lnTo>
                  <a:pt x="19293" y="16835"/>
                </a:lnTo>
              </a:path>
              <a:path w="21600" h="21600">
                <a:moveTo>
                  <a:pt x="13874" y="16768"/>
                </a:moveTo>
                <a:lnTo>
                  <a:pt x="13907" y="16768"/>
                </a:lnTo>
                <a:lnTo>
                  <a:pt x="13907" y="16835"/>
                </a:lnTo>
                <a:lnTo>
                  <a:pt x="13874" y="16835"/>
                </a:lnTo>
              </a:path>
              <a:path w="21600" h="21600">
                <a:moveTo>
                  <a:pt x="7692" y="16768"/>
                </a:moveTo>
                <a:lnTo>
                  <a:pt x="7725" y="16768"/>
                </a:lnTo>
                <a:lnTo>
                  <a:pt x="7725" y="16835"/>
                </a:lnTo>
                <a:lnTo>
                  <a:pt x="7692" y="16835"/>
                </a:lnTo>
              </a:path>
              <a:path w="21600" h="21600">
                <a:moveTo>
                  <a:pt x="2273" y="16768"/>
                </a:moveTo>
                <a:lnTo>
                  <a:pt x="2306" y="16768"/>
                </a:lnTo>
                <a:lnTo>
                  <a:pt x="2306" y="16835"/>
                </a:lnTo>
                <a:lnTo>
                  <a:pt x="2273" y="16835"/>
                </a:lnTo>
              </a:path>
              <a:path w="21600" h="21600">
                <a:moveTo>
                  <a:pt x="20200" y="16744"/>
                </a:moveTo>
                <a:lnTo>
                  <a:pt x="20231" y="16744"/>
                </a:lnTo>
                <a:lnTo>
                  <a:pt x="20231" y="16807"/>
                </a:lnTo>
                <a:lnTo>
                  <a:pt x="20200" y="16807"/>
                </a:lnTo>
              </a:path>
              <a:path w="21600" h="21600">
                <a:moveTo>
                  <a:pt x="14781" y="16744"/>
                </a:moveTo>
                <a:lnTo>
                  <a:pt x="14812" y="16744"/>
                </a:lnTo>
                <a:lnTo>
                  <a:pt x="14812" y="16807"/>
                </a:lnTo>
                <a:lnTo>
                  <a:pt x="14781" y="16807"/>
                </a:lnTo>
              </a:path>
              <a:path w="21600" h="21600">
                <a:moveTo>
                  <a:pt x="9500" y="16744"/>
                </a:moveTo>
                <a:lnTo>
                  <a:pt x="9531" y="16744"/>
                </a:lnTo>
                <a:lnTo>
                  <a:pt x="9531" y="16807"/>
                </a:lnTo>
                <a:lnTo>
                  <a:pt x="9500" y="16807"/>
                </a:lnTo>
              </a:path>
              <a:path w="21600" h="21600">
                <a:moveTo>
                  <a:pt x="6787" y="16744"/>
                </a:moveTo>
                <a:lnTo>
                  <a:pt x="6818" y="16744"/>
                </a:lnTo>
                <a:lnTo>
                  <a:pt x="6818" y="16807"/>
                </a:lnTo>
                <a:lnTo>
                  <a:pt x="6787" y="16807"/>
                </a:lnTo>
              </a:path>
              <a:path w="21600" h="21600">
                <a:moveTo>
                  <a:pt x="4081" y="16744"/>
                </a:moveTo>
                <a:lnTo>
                  <a:pt x="4112" y="16744"/>
                </a:lnTo>
                <a:lnTo>
                  <a:pt x="4112" y="16807"/>
                </a:lnTo>
                <a:lnTo>
                  <a:pt x="4081" y="16807"/>
                </a:lnTo>
              </a:path>
              <a:path w="21600" h="21600">
                <a:moveTo>
                  <a:pt x="20654" y="16740"/>
                </a:moveTo>
                <a:lnTo>
                  <a:pt x="20683" y="16740"/>
                </a:lnTo>
                <a:lnTo>
                  <a:pt x="20683" y="16800"/>
                </a:lnTo>
                <a:lnTo>
                  <a:pt x="20654" y="16800"/>
                </a:lnTo>
              </a:path>
              <a:path w="21600" h="21600">
                <a:moveTo>
                  <a:pt x="19144" y="16740"/>
                </a:moveTo>
                <a:lnTo>
                  <a:pt x="19173" y="16740"/>
                </a:lnTo>
                <a:lnTo>
                  <a:pt x="19173" y="16800"/>
                </a:lnTo>
                <a:lnTo>
                  <a:pt x="19144" y="16800"/>
                </a:lnTo>
              </a:path>
              <a:path w="21600" h="21600">
                <a:moveTo>
                  <a:pt x="18695" y="16740"/>
                </a:moveTo>
                <a:lnTo>
                  <a:pt x="18725" y="16740"/>
                </a:lnTo>
                <a:lnTo>
                  <a:pt x="18725" y="16800"/>
                </a:lnTo>
                <a:lnTo>
                  <a:pt x="18695" y="16800"/>
                </a:lnTo>
              </a:path>
              <a:path w="21600" h="21600">
                <a:moveTo>
                  <a:pt x="18393" y="16740"/>
                </a:moveTo>
                <a:lnTo>
                  <a:pt x="18423" y="16740"/>
                </a:lnTo>
                <a:lnTo>
                  <a:pt x="18423" y="16800"/>
                </a:lnTo>
                <a:lnTo>
                  <a:pt x="18393" y="16800"/>
                </a:lnTo>
              </a:path>
              <a:path w="21600" h="21600">
                <a:moveTo>
                  <a:pt x="17940" y="16740"/>
                </a:moveTo>
                <a:lnTo>
                  <a:pt x="17970" y="16740"/>
                </a:lnTo>
                <a:lnTo>
                  <a:pt x="17970" y="16800"/>
                </a:lnTo>
                <a:lnTo>
                  <a:pt x="17940" y="16800"/>
                </a:lnTo>
              </a:path>
              <a:path w="21600" h="21600">
                <a:moveTo>
                  <a:pt x="16431" y="16740"/>
                </a:moveTo>
                <a:lnTo>
                  <a:pt x="16460" y="16740"/>
                </a:lnTo>
                <a:lnTo>
                  <a:pt x="16460" y="16800"/>
                </a:lnTo>
                <a:lnTo>
                  <a:pt x="16431" y="16800"/>
                </a:lnTo>
              </a:path>
              <a:path w="21600" h="21600">
                <a:moveTo>
                  <a:pt x="15990" y="16740"/>
                </a:moveTo>
                <a:lnTo>
                  <a:pt x="16019" y="16740"/>
                </a:lnTo>
                <a:lnTo>
                  <a:pt x="16019" y="16800"/>
                </a:lnTo>
                <a:lnTo>
                  <a:pt x="15990" y="16800"/>
                </a:lnTo>
              </a:path>
              <a:path w="21600" h="21600">
                <a:moveTo>
                  <a:pt x="15688" y="16740"/>
                </a:moveTo>
                <a:lnTo>
                  <a:pt x="15717" y="16740"/>
                </a:lnTo>
                <a:lnTo>
                  <a:pt x="15717" y="16800"/>
                </a:lnTo>
                <a:lnTo>
                  <a:pt x="15688" y="16800"/>
                </a:lnTo>
              </a:path>
              <a:path w="21600" h="21600">
                <a:moveTo>
                  <a:pt x="15235" y="16740"/>
                </a:moveTo>
                <a:lnTo>
                  <a:pt x="15264" y="16740"/>
                </a:lnTo>
                <a:lnTo>
                  <a:pt x="15264" y="16800"/>
                </a:lnTo>
                <a:lnTo>
                  <a:pt x="15235" y="16800"/>
                </a:lnTo>
              </a:path>
              <a:path w="21600" h="21600">
                <a:moveTo>
                  <a:pt x="13725" y="16740"/>
                </a:moveTo>
                <a:lnTo>
                  <a:pt x="13754" y="16740"/>
                </a:lnTo>
                <a:lnTo>
                  <a:pt x="13754" y="16800"/>
                </a:lnTo>
                <a:lnTo>
                  <a:pt x="13725" y="16800"/>
                </a:lnTo>
              </a:path>
              <a:path w="21600" h="21600">
                <a:moveTo>
                  <a:pt x="13276" y="16740"/>
                </a:moveTo>
                <a:lnTo>
                  <a:pt x="13306" y="16740"/>
                </a:lnTo>
                <a:lnTo>
                  <a:pt x="13306" y="16800"/>
                </a:lnTo>
                <a:lnTo>
                  <a:pt x="13276" y="16800"/>
                </a:lnTo>
              </a:path>
              <a:path w="21600" h="21600">
                <a:moveTo>
                  <a:pt x="12974" y="16740"/>
                </a:moveTo>
                <a:lnTo>
                  <a:pt x="13004" y="16740"/>
                </a:lnTo>
                <a:lnTo>
                  <a:pt x="13004" y="16800"/>
                </a:lnTo>
                <a:lnTo>
                  <a:pt x="12974" y="16800"/>
                </a:lnTo>
              </a:path>
              <a:path w="21600" h="21600">
                <a:moveTo>
                  <a:pt x="12521" y="16740"/>
                </a:moveTo>
                <a:lnTo>
                  <a:pt x="12551" y="16740"/>
                </a:lnTo>
                <a:lnTo>
                  <a:pt x="12551" y="16800"/>
                </a:lnTo>
                <a:lnTo>
                  <a:pt x="12521" y="16800"/>
                </a:lnTo>
              </a:path>
              <a:path w="21600" h="21600">
                <a:moveTo>
                  <a:pt x="11012" y="16740"/>
                </a:moveTo>
                <a:lnTo>
                  <a:pt x="11041" y="16740"/>
                </a:lnTo>
                <a:lnTo>
                  <a:pt x="11041" y="16800"/>
                </a:lnTo>
                <a:lnTo>
                  <a:pt x="11012" y="16800"/>
                </a:lnTo>
              </a:path>
              <a:path w="21600" h="21600">
                <a:moveTo>
                  <a:pt x="9048" y="16740"/>
                </a:moveTo>
                <a:lnTo>
                  <a:pt x="9077" y="16740"/>
                </a:lnTo>
                <a:lnTo>
                  <a:pt x="9077" y="16800"/>
                </a:lnTo>
                <a:lnTo>
                  <a:pt x="9048" y="16800"/>
                </a:lnTo>
              </a:path>
              <a:path w="21600" h="21600">
                <a:moveTo>
                  <a:pt x="8595" y="16740"/>
                </a:moveTo>
                <a:lnTo>
                  <a:pt x="8624" y="16740"/>
                </a:lnTo>
                <a:lnTo>
                  <a:pt x="8624" y="16800"/>
                </a:lnTo>
                <a:lnTo>
                  <a:pt x="8595" y="16800"/>
                </a:lnTo>
              </a:path>
              <a:path w="21600" h="21600">
                <a:moveTo>
                  <a:pt x="8293" y="16740"/>
                </a:moveTo>
                <a:lnTo>
                  <a:pt x="8322" y="16740"/>
                </a:lnTo>
                <a:lnTo>
                  <a:pt x="8322" y="16800"/>
                </a:lnTo>
                <a:lnTo>
                  <a:pt x="8293" y="16800"/>
                </a:lnTo>
              </a:path>
              <a:path w="21600" h="21600">
                <a:moveTo>
                  <a:pt x="7845" y="16740"/>
                </a:moveTo>
                <a:lnTo>
                  <a:pt x="7874" y="16740"/>
                </a:lnTo>
                <a:lnTo>
                  <a:pt x="7874" y="16800"/>
                </a:lnTo>
                <a:lnTo>
                  <a:pt x="7845" y="16800"/>
                </a:lnTo>
              </a:path>
              <a:path w="21600" h="21600">
                <a:moveTo>
                  <a:pt x="6335" y="16740"/>
                </a:moveTo>
                <a:lnTo>
                  <a:pt x="6364" y="16740"/>
                </a:lnTo>
                <a:lnTo>
                  <a:pt x="6364" y="16800"/>
                </a:lnTo>
                <a:lnTo>
                  <a:pt x="6335" y="16800"/>
                </a:lnTo>
              </a:path>
              <a:path w="21600" h="21600">
                <a:moveTo>
                  <a:pt x="5882" y="16740"/>
                </a:moveTo>
                <a:lnTo>
                  <a:pt x="5911" y="16740"/>
                </a:lnTo>
                <a:lnTo>
                  <a:pt x="5911" y="16800"/>
                </a:lnTo>
                <a:lnTo>
                  <a:pt x="5882" y="16800"/>
                </a:lnTo>
              </a:path>
              <a:path w="21600" h="21600">
                <a:moveTo>
                  <a:pt x="5580" y="16740"/>
                </a:moveTo>
                <a:lnTo>
                  <a:pt x="5609" y="16740"/>
                </a:lnTo>
                <a:lnTo>
                  <a:pt x="5609" y="16800"/>
                </a:lnTo>
                <a:lnTo>
                  <a:pt x="5580" y="16800"/>
                </a:lnTo>
              </a:path>
              <a:path w="21600" h="21600">
                <a:moveTo>
                  <a:pt x="5139" y="16740"/>
                </a:moveTo>
                <a:lnTo>
                  <a:pt x="5168" y="16740"/>
                </a:lnTo>
                <a:lnTo>
                  <a:pt x="5168" y="16800"/>
                </a:lnTo>
                <a:lnTo>
                  <a:pt x="5139" y="16800"/>
                </a:lnTo>
              </a:path>
              <a:path w="21600" h="21600">
                <a:moveTo>
                  <a:pt x="2426" y="16740"/>
                </a:moveTo>
                <a:lnTo>
                  <a:pt x="2455" y="16740"/>
                </a:lnTo>
                <a:lnTo>
                  <a:pt x="2455" y="16800"/>
                </a:lnTo>
                <a:lnTo>
                  <a:pt x="2426" y="16800"/>
                </a:lnTo>
              </a:path>
              <a:path w="21600" h="21600">
                <a:moveTo>
                  <a:pt x="916" y="16740"/>
                </a:moveTo>
                <a:lnTo>
                  <a:pt x="945" y="16740"/>
                </a:lnTo>
                <a:lnTo>
                  <a:pt x="945" y="16800"/>
                </a:lnTo>
                <a:lnTo>
                  <a:pt x="916" y="16800"/>
                </a:lnTo>
              </a:path>
              <a:path w="21600" h="21600">
                <a:moveTo>
                  <a:pt x="463" y="16740"/>
                </a:moveTo>
                <a:lnTo>
                  <a:pt x="492" y="16740"/>
                </a:lnTo>
                <a:lnTo>
                  <a:pt x="492" y="16800"/>
                </a:lnTo>
                <a:lnTo>
                  <a:pt x="463" y="16800"/>
                </a:lnTo>
              </a:path>
              <a:path w="21600" h="21600">
                <a:moveTo>
                  <a:pt x="161" y="16740"/>
                </a:moveTo>
                <a:lnTo>
                  <a:pt x="190" y="16740"/>
                </a:lnTo>
                <a:lnTo>
                  <a:pt x="190" y="16800"/>
                </a:lnTo>
                <a:lnTo>
                  <a:pt x="161" y="16800"/>
                </a:lnTo>
              </a:path>
              <a:path w="21600" h="21600">
                <a:moveTo>
                  <a:pt x="19594" y="16739"/>
                </a:moveTo>
                <a:lnTo>
                  <a:pt x="19629" y="16739"/>
                </a:lnTo>
                <a:lnTo>
                  <a:pt x="19629" y="16809"/>
                </a:lnTo>
                <a:lnTo>
                  <a:pt x="19594" y="16809"/>
                </a:lnTo>
              </a:path>
              <a:path w="21600" h="21600">
                <a:moveTo>
                  <a:pt x="16881" y="16739"/>
                </a:moveTo>
                <a:lnTo>
                  <a:pt x="16915" y="16739"/>
                </a:lnTo>
                <a:lnTo>
                  <a:pt x="16915" y="16809"/>
                </a:lnTo>
                <a:lnTo>
                  <a:pt x="16881" y="16809"/>
                </a:lnTo>
              </a:path>
              <a:path w="21600" h="21600">
                <a:moveTo>
                  <a:pt x="7389" y="16739"/>
                </a:moveTo>
                <a:lnTo>
                  <a:pt x="7423" y="16739"/>
                </a:lnTo>
                <a:lnTo>
                  <a:pt x="7423" y="16809"/>
                </a:lnTo>
                <a:lnTo>
                  <a:pt x="7389" y="16809"/>
                </a:lnTo>
              </a:path>
              <a:path w="21600" h="21600">
                <a:moveTo>
                  <a:pt x="4684" y="16739"/>
                </a:moveTo>
                <a:lnTo>
                  <a:pt x="4718" y="16739"/>
                </a:lnTo>
                <a:lnTo>
                  <a:pt x="4718" y="16809"/>
                </a:lnTo>
                <a:lnTo>
                  <a:pt x="4684" y="16809"/>
                </a:lnTo>
              </a:path>
              <a:path w="21600" h="21600">
                <a:moveTo>
                  <a:pt x="1970" y="16739"/>
                </a:moveTo>
                <a:lnTo>
                  <a:pt x="2005" y="16739"/>
                </a:lnTo>
                <a:lnTo>
                  <a:pt x="2005" y="16809"/>
                </a:lnTo>
                <a:lnTo>
                  <a:pt x="1970" y="16809"/>
                </a:lnTo>
              </a:path>
              <a:path w="21600" h="21600">
                <a:moveTo>
                  <a:pt x="2872" y="16731"/>
                </a:moveTo>
                <a:lnTo>
                  <a:pt x="2906" y="16731"/>
                </a:lnTo>
                <a:lnTo>
                  <a:pt x="2906" y="16802"/>
                </a:lnTo>
                <a:lnTo>
                  <a:pt x="2872" y="16802"/>
                </a:lnTo>
              </a:path>
              <a:path w="21600" h="21600">
                <a:moveTo>
                  <a:pt x="5733" y="16725"/>
                </a:moveTo>
                <a:lnTo>
                  <a:pt x="5758" y="16725"/>
                </a:lnTo>
                <a:lnTo>
                  <a:pt x="5758" y="16778"/>
                </a:lnTo>
                <a:lnTo>
                  <a:pt x="5733" y="16778"/>
                </a:lnTo>
              </a:path>
              <a:path w="21600" h="21600">
                <a:moveTo>
                  <a:pt x="13412" y="16695"/>
                </a:moveTo>
                <a:lnTo>
                  <a:pt x="13463" y="16695"/>
                </a:lnTo>
                <a:lnTo>
                  <a:pt x="13463" y="16801"/>
                </a:lnTo>
                <a:lnTo>
                  <a:pt x="13412" y="16801"/>
                </a:lnTo>
              </a:path>
              <a:path w="21600" h="21600">
                <a:moveTo>
                  <a:pt x="8135" y="16695"/>
                </a:moveTo>
                <a:lnTo>
                  <a:pt x="8187" y="16695"/>
                </a:lnTo>
                <a:lnTo>
                  <a:pt x="8187" y="16801"/>
                </a:lnTo>
                <a:lnTo>
                  <a:pt x="8135" y="16801"/>
                </a:lnTo>
              </a:path>
              <a:path w="21600" h="21600">
                <a:moveTo>
                  <a:pt x="10107" y="16692"/>
                </a:moveTo>
                <a:lnTo>
                  <a:pt x="10132" y="16692"/>
                </a:lnTo>
                <a:lnTo>
                  <a:pt x="10132" y="16745"/>
                </a:lnTo>
                <a:lnTo>
                  <a:pt x="10107" y="16745"/>
                </a:lnTo>
              </a:path>
              <a:path w="21600" h="21600">
                <a:moveTo>
                  <a:pt x="20499" y="16679"/>
                </a:moveTo>
                <a:lnTo>
                  <a:pt x="20535" y="16679"/>
                </a:lnTo>
                <a:lnTo>
                  <a:pt x="20535" y="16753"/>
                </a:lnTo>
                <a:lnTo>
                  <a:pt x="20499" y="16753"/>
                </a:lnTo>
              </a:path>
              <a:path w="21600" h="21600">
                <a:moveTo>
                  <a:pt x="15080" y="16679"/>
                </a:moveTo>
                <a:lnTo>
                  <a:pt x="15116" y="16679"/>
                </a:lnTo>
                <a:lnTo>
                  <a:pt x="15116" y="16753"/>
                </a:lnTo>
                <a:lnTo>
                  <a:pt x="15080" y="16753"/>
                </a:lnTo>
              </a:path>
              <a:path w="21600" h="21600">
                <a:moveTo>
                  <a:pt x="6482" y="16679"/>
                </a:moveTo>
                <a:lnTo>
                  <a:pt x="6519" y="16679"/>
                </a:lnTo>
                <a:lnTo>
                  <a:pt x="6519" y="16753"/>
                </a:lnTo>
                <a:lnTo>
                  <a:pt x="6482" y="16753"/>
                </a:lnTo>
              </a:path>
              <a:path w="21600" h="21600">
                <a:moveTo>
                  <a:pt x="10562" y="16668"/>
                </a:moveTo>
                <a:lnTo>
                  <a:pt x="10583" y="16668"/>
                </a:lnTo>
                <a:lnTo>
                  <a:pt x="10583" y="16710"/>
                </a:lnTo>
                <a:lnTo>
                  <a:pt x="10562" y="16710"/>
                </a:lnTo>
              </a:path>
              <a:path w="21600" h="21600">
                <a:moveTo>
                  <a:pt x="10857" y="16666"/>
                </a:moveTo>
                <a:lnTo>
                  <a:pt x="10893" y="16666"/>
                </a:lnTo>
                <a:lnTo>
                  <a:pt x="10893" y="16740"/>
                </a:lnTo>
                <a:lnTo>
                  <a:pt x="10857" y="16740"/>
                </a:lnTo>
              </a:path>
              <a:path w="21600" h="21600">
                <a:moveTo>
                  <a:pt x="16736" y="16660"/>
                </a:moveTo>
                <a:lnTo>
                  <a:pt x="16758" y="16660"/>
                </a:lnTo>
                <a:lnTo>
                  <a:pt x="16758" y="16705"/>
                </a:lnTo>
                <a:lnTo>
                  <a:pt x="16736" y="16705"/>
                </a:lnTo>
              </a:path>
              <a:path w="21600" h="21600">
                <a:moveTo>
                  <a:pt x="14030" y="16660"/>
                </a:moveTo>
                <a:lnTo>
                  <a:pt x="14052" y="16660"/>
                </a:lnTo>
                <a:lnTo>
                  <a:pt x="14052" y="16705"/>
                </a:lnTo>
                <a:lnTo>
                  <a:pt x="14030" y="16705"/>
                </a:lnTo>
              </a:path>
              <a:path w="21600" h="21600">
                <a:moveTo>
                  <a:pt x="11317" y="16660"/>
                </a:moveTo>
                <a:lnTo>
                  <a:pt x="11339" y="16660"/>
                </a:lnTo>
                <a:lnTo>
                  <a:pt x="11339" y="16705"/>
                </a:lnTo>
                <a:lnTo>
                  <a:pt x="11317" y="16705"/>
                </a:lnTo>
              </a:path>
              <a:path w="21600" h="21600">
                <a:moveTo>
                  <a:pt x="10259" y="16660"/>
                </a:moveTo>
                <a:lnTo>
                  <a:pt x="10282" y="16660"/>
                </a:lnTo>
                <a:lnTo>
                  <a:pt x="10282" y="16705"/>
                </a:lnTo>
                <a:lnTo>
                  <a:pt x="10259" y="16705"/>
                </a:lnTo>
              </a:path>
              <a:path w="21600" h="21600">
                <a:moveTo>
                  <a:pt x="7546" y="16660"/>
                </a:moveTo>
                <a:lnTo>
                  <a:pt x="7568" y="16660"/>
                </a:lnTo>
                <a:lnTo>
                  <a:pt x="7568" y="16705"/>
                </a:lnTo>
                <a:lnTo>
                  <a:pt x="7546" y="16705"/>
                </a:lnTo>
              </a:path>
              <a:path w="21600" h="21600">
                <a:moveTo>
                  <a:pt x="4841" y="16660"/>
                </a:moveTo>
                <a:lnTo>
                  <a:pt x="4863" y="16660"/>
                </a:lnTo>
                <a:lnTo>
                  <a:pt x="4863" y="16705"/>
                </a:lnTo>
                <a:lnTo>
                  <a:pt x="4841" y="16705"/>
                </a:lnTo>
              </a:path>
              <a:path w="21600" h="21600">
                <a:moveTo>
                  <a:pt x="2127" y="16660"/>
                </a:moveTo>
                <a:lnTo>
                  <a:pt x="2150" y="16660"/>
                </a:lnTo>
                <a:lnTo>
                  <a:pt x="2150" y="16705"/>
                </a:lnTo>
                <a:lnTo>
                  <a:pt x="2127" y="16705"/>
                </a:lnTo>
              </a:path>
              <a:path w="21600" h="21600">
                <a:moveTo>
                  <a:pt x="16284" y="16626"/>
                </a:moveTo>
                <a:lnTo>
                  <a:pt x="16304" y="16626"/>
                </a:lnTo>
                <a:lnTo>
                  <a:pt x="16304" y="16668"/>
                </a:lnTo>
                <a:lnTo>
                  <a:pt x="16284" y="16668"/>
                </a:lnTo>
              </a:path>
              <a:path w="21600" h="21600">
                <a:moveTo>
                  <a:pt x="5294" y="16626"/>
                </a:moveTo>
                <a:lnTo>
                  <a:pt x="5315" y="16626"/>
                </a:lnTo>
                <a:lnTo>
                  <a:pt x="5315" y="16668"/>
                </a:lnTo>
                <a:lnTo>
                  <a:pt x="5294" y="16668"/>
                </a:lnTo>
              </a:path>
              <a:path w="21600" h="21600">
                <a:moveTo>
                  <a:pt x="17782" y="16624"/>
                </a:moveTo>
                <a:lnTo>
                  <a:pt x="17826" y="16624"/>
                </a:lnTo>
                <a:lnTo>
                  <a:pt x="17826" y="16716"/>
                </a:lnTo>
                <a:lnTo>
                  <a:pt x="17782" y="16716"/>
                </a:lnTo>
              </a:path>
              <a:path w="21600" h="21600">
                <a:moveTo>
                  <a:pt x="3772" y="16624"/>
                </a:moveTo>
                <a:lnTo>
                  <a:pt x="3817" y="16624"/>
                </a:lnTo>
                <a:lnTo>
                  <a:pt x="3817" y="16716"/>
                </a:lnTo>
                <a:lnTo>
                  <a:pt x="3772" y="16716"/>
                </a:lnTo>
              </a:path>
              <a:path w="21600" h="21600">
                <a:moveTo>
                  <a:pt x="17039" y="16605"/>
                </a:moveTo>
                <a:lnTo>
                  <a:pt x="17059" y="16605"/>
                </a:lnTo>
                <a:lnTo>
                  <a:pt x="17059" y="16647"/>
                </a:lnTo>
                <a:lnTo>
                  <a:pt x="17039" y="16647"/>
                </a:lnTo>
              </a:path>
              <a:path w="21600" h="21600">
                <a:moveTo>
                  <a:pt x="14182" y="16605"/>
                </a:moveTo>
                <a:lnTo>
                  <a:pt x="14203" y="16605"/>
                </a:lnTo>
                <a:lnTo>
                  <a:pt x="14203" y="16647"/>
                </a:lnTo>
                <a:lnTo>
                  <a:pt x="14182" y="16647"/>
                </a:lnTo>
              </a:path>
              <a:path w="21600" h="21600">
                <a:moveTo>
                  <a:pt x="11620" y="16605"/>
                </a:moveTo>
                <a:lnTo>
                  <a:pt x="11640" y="16605"/>
                </a:lnTo>
                <a:lnTo>
                  <a:pt x="11640" y="16647"/>
                </a:lnTo>
                <a:lnTo>
                  <a:pt x="11620" y="16647"/>
                </a:lnTo>
              </a:path>
              <a:path w="21600" h="21600">
                <a:moveTo>
                  <a:pt x="9958" y="16605"/>
                </a:moveTo>
                <a:lnTo>
                  <a:pt x="9979" y="16605"/>
                </a:lnTo>
                <a:lnTo>
                  <a:pt x="9979" y="16647"/>
                </a:lnTo>
                <a:lnTo>
                  <a:pt x="9958" y="16647"/>
                </a:lnTo>
              </a:path>
              <a:path w="21600" h="21600">
                <a:moveTo>
                  <a:pt x="4540" y="16605"/>
                </a:moveTo>
                <a:lnTo>
                  <a:pt x="4560" y="16605"/>
                </a:lnTo>
                <a:lnTo>
                  <a:pt x="4560" y="16647"/>
                </a:lnTo>
                <a:lnTo>
                  <a:pt x="4540" y="16647"/>
                </a:lnTo>
              </a:path>
              <a:path w="21600" h="21600">
                <a:moveTo>
                  <a:pt x="12675" y="16592"/>
                </a:moveTo>
                <a:lnTo>
                  <a:pt x="12699" y="16592"/>
                </a:lnTo>
                <a:lnTo>
                  <a:pt x="12699" y="16641"/>
                </a:lnTo>
                <a:lnTo>
                  <a:pt x="12675" y="16641"/>
                </a:lnTo>
              </a:path>
              <a:path w="21600" h="21600">
                <a:moveTo>
                  <a:pt x="8900" y="16592"/>
                </a:moveTo>
                <a:lnTo>
                  <a:pt x="8924" y="16592"/>
                </a:lnTo>
                <a:lnTo>
                  <a:pt x="8924" y="16641"/>
                </a:lnTo>
                <a:lnTo>
                  <a:pt x="8900" y="16641"/>
                </a:lnTo>
              </a:path>
              <a:path w="21600" h="21600">
                <a:moveTo>
                  <a:pt x="3481" y="16592"/>
                </a:moveTo>
                <a:lnTo>
                  <a:pt x="3505" y="16592"/>
                </a:lnTo>
                <a:lnTo>
                  <a:pt x="3505" y="16641"/>
                </a:lnTo>
                <a:lnTo>
                  <a:pt x="3481" y="16641"/>
                </a:lnTo>
              </a:path>
              <a:path w="21600" h="21600">
                <a:moveTo>
                  <a:pt x="14473" y="16561"/>
                </a:moveTo>
                <a:lnTo>
                  <a:pt x="14516" y="16561"/>
                </a:lnTo>
                <a:lnTo>
                  <a:pt x="14516" y="16649"/>
                </a:lnTo>
                <a:lnTo>
                  <a:pt x="14473" y="16649"/>
                </a:lnTo>
              </a:path>
              <a:path w="21600" h="21600">
                <a:moveTo>
                  <a:pt x="7083" y="16561"/>
                </a:moveTo>
                <a:lnTo>
                  <a:pt x="7126" y="16561"/>
                </a:lnTo>
                <a:lnTo>
                  <a:pt x="7126" y="16649"/>
                </a:lnTo>
                <a:lnTo>
                  <a:pt x="7083" y="16649"/>
                </a:lnTo>
              </a:path>
              <a:path w="21600" h="21600">
                <a:moveTo>
                  <a:pt x="765" y="16554"/>
                </a:moveTo>
                <a:lnTo>
                  <a:pt x="794" y="16554"/>
                </a:lnTo>
                <a:lnTo>
                  <a:pt x="794" y="16613"/>
                </a:lnTo>
                <a:lnTo>
                  <a:pt x="765" y="16613"/>
                </a:lnTo>
              </a:path>
              <a:path w="21600" h="21600">
                <a:moveTo>
                  <a:pt x="10691" y="16549"/>
                </a:moveTo>
                <a:lnTo>
                  <a:pt x="10756" y="16549"/>
                </a:lnTo>
                <a:lnTo>
                  <a:pt x="10756" y="16683"/>
                </a:lnTo>
                <a:lnTo>
                  <a:pt x="10691" y="16683"/>
                </a:lnTo>
              </a:path>
              <a:path w="21600" h="21600">
                <a:moveTo>
                  <a:pt x="20800" y="16547"/>
                </a:moveTo>
                <a:lnTo>
                  <a:pt x="20838" y="16547"/>
                </a:lnTo>
                <a:lnTo>
                  <a:pt x="20838" y="16625"/>
                </a:lnTo>
                <a:lnTo>
                  <a:pt x="20800" y="16625"/>
                </a:lnTo>
              </a:path>
              <a:path w="21600" h="21600">
                <a:moveTo>
                  <a:pt x="1062" y="16539"/>
                </a:moveTo>
                <a:lnTo>
                  <a:pt x="1102" y="16539"/>
                </a:lnTo>
                <a:lnTo>
                  <a:pt x="1102" y="16620"/>
                </a:lnTo>
                <a:lnTo>
                  <a:pt x="1062" y="16620"/>
                </a:lnTo>
              </a:path>
              <a:path w="21600" h="21600">
                <a:moveTo>
                  <a:pt x="11762" y="16534"/>
                </a:moveTo>
                <a:lnTo>
                  <a:pt x="11800" y="16534"/>
                </a:lnTo>
                <a:lnTo>
                  <a:pt x="11800" y="16612"/>
                </a:lnTo>
                <a:lnTo>
                  <a:pt x="11762" y="16612"/>
                </a:lnTo>
              </a:path>
              <a:path w="21600" h="21600">
                <a:moveTo>
                  <a:pt x="9799" y="16534"/>
                </a:moveTo>
                <a:lnTo>
                  <a:pt x="9837" y="16534"/>
                </a:lnTo>
                <a:lnTo>
                  <a:pt x="9837" y="16612"/>
                </a:lnTo>
                <a:lnTo>
                  <a:pt x="9799" y="16612"/>
                </a:lnTo>
              </a:path>
              <a:path w="21600" h="21600">
                <a:moveTo>
                  <a:pt x="9183" y="16523"/>
                </a:moveTo>
                <a:lnTo>
                  <a:pt x="9245" y="16523"/>
                </a:lnTo>
                <a:lnTo>
                  <a:pt x="9245" y="16651"/>
                </a:lnTo>
                <a:lnTo>
                  <a:pt x="9183" y="16651"/>
                </a:lnTo>
              </a:path>
              <a:path w="21600" h="21600">
                <a:moveTo>
                  <a:pt x="21256" y="16519"/>
                </a:moveTo>
                <a:lnTo>
                  <a:pt x="21289" y="16519"/>
                </a:lnTo>
                <a:lnTo>
                  <a:pt x="21289" y="16586"/>
                </a:lnTo>
                <a:lnTo>
                  <a:pt x="21256" y="16586"/>
                </a:lnTo>
              </a:path>
              <a:path w="21600" h="21600">
                <a:moveTo>
                  <a:pt x="18543" y="16519"/>
                </a:moveTo>
                <a:lnTo>
                  <a:pt x="18575" y="16519"/>
                </a:lnTo>
                <a:lnTo>
                  <a:pt x="18575" y="16586"/>
                </a:lnTo>
                <a:lnTo>
                  <a:pt x="18543" y="16586"/>
                </a:lnTo>
              </a:path>
              <a:path w="21600" h="21600">
                <a:moveTo>
                  <a:pt x="15837" y="16519"/>
                </a:moveTo>
                <a:lnTo>
                  <a:pt x="15870" y="16519"/>
                </a:lnTo>
                <a:lnTo>
                  <a:pt x="15870" y="16586"/>
                </a:lnTo>
                <a:lnTo>
                  <a:pt x="15837" y="16586"/>
                </a:lnTo>
              </a:path>
              <a:path w="21600" h="21600">
                <a:moveTo>
                  <a:pt x="13124" y="16519"/>
                </a:moveTo>
                <a:lnTo>
                  <a:pt x="13156" y="16519"/>
                </a:lnTo>
                <a:lnTo>
                  <a:pt x="13156" y="16586"/>
                </a:lnTo>
                <a:lnTo>
                  <a:pt x="13124" y="16586"/>
                </a:lnTo>
              </a:path>
              <a:path w="21600" h="21600">
                <a:moveTo>
                  <a:pt x="8442" y="16519"/>
                </a:moveTo>
                <a:lnTo>
                  <a:pt x="8475" y="16519"/>
                </a:lnTo>
                <a:lnTo>
                  <a:pt x="8475" y="16586"/>
                </a:lnTo>
                <a:lnTo>
                  <a:pt x="8442" y="16586"/>
                </a:lnTo>
              </a:path>
              <a:path w="21600" h="21600">
                <a:moveTo>
                  <a:pt x="3024" y="16519"/>
                </a:moveTo>
                <a:lnTo>
                  <a:pt x="3056" y="16519"/>
                </a:lnTo>
                <a:lnTo>
                  <a:pt x="3056" y="16586"/>
                </a:lnTo>
                <a:lnTo>
                  <a:pt x="3024" y="16586"/>
                </a:lnTo>
              </a:path>
              <a:path w="21600" h="21600">
                <a:moveTo>
                  <a:pt x="311" y="16519"/>
                </a:moveTo>
                <a:lnTo>
                  <a:pt x="343" y="16519"/>
                </a:lnTo>
                <a:lnTo>
                  <a:pt x="343" y="16586"/>
                </a:lnTo>
                <a:lnTo>
                  <a:pt x="311" y="16586"/>
                </a:lnTo>
              </a:path>
              <a:path w="21600" h="21600">
                <a:moveTo>
                  <a:pt x="4385" y="16515"/>
                </a:moveTo>
                <a:lnTo>
                  <a:pt x="4412" y="16515"/>
                </a:lnTo>
                <a:lnTo>
                  <a:pt x="4412" y="16571"/>
                </a:lnTo>
                <a:lnTo>
                  <a:pt x="4385" y="16571"/>
                </a:lnTo>
              </a:path>
              <a:path w="21600" h="21600">
                <a:moveTo>
                  <a:pt x="19294" y="16481"/>
                </a:moveTo>
                <a:lnTo>
                  <a:pt x="19325" y="16481"/>
                </a:lnTo>
                <a:lnTo>
                  <a:pt x="19325" y="16545"/>
                </a:lnTo>
                <a:lnTo>
                  <a:pt x="19294" y="16545"/>
                </a:lnTo>
              </a:path>
              <a:path w="21600" h="21600">
                <a:moveTo>
                  <a:pt x="13875" y="16481"/>
                </a:moveTo>
                <a:lnTo>
                  <a:pt x="13906" y="16481"/>
                </a:lnTo>
                <a:lnTo>
                  <a:pt x="13906" y="16545"/>
                </a:lnTo>
                <a:lnTo>
                  <a:pt x="13875" y="16545"/>
                </a:lnTo>
              </a:path>
              <a:path w="21600" h="21600">
                <a:moveTo>
                  <a:pt x="7693" y="16481"/>
                </a:moveTo>
                <a:lnTo>
                  <a:pt x="7724" y="16481"/>
                </a:lnTo>
                <a:lnTo>
                  <a:pt x="7724" y="16545"/>
                </a:lnTo>
                <a:lnTo>
                  <a:pt x="7693" y="16545"/>
                </a:lnTo>
              </a:path>
              <a:path w="21600" h="21600">
                <a:moveTo>
                  <a:pt x="2274" y="16481"/>
                </a:moveTo>
                <a:lnTo>
                  <a:pt x="2305" y="16481"/>
                </a:lnTo>
                <a:lnTo>
                  <a:pt x="2305" y="16545"/>
                </a:lnTo>
                <a:lnTo>
                  <a:pt x="2274" y="16545"/>
                </a:lnTo>
              </a:path>
              <a:path w="21600" h="21600">
                <a:moveTo>
                  <a:pt x="20655" y="16479"/>
                </a:moveTo>
                <a:lnTo>
                  <a:pt x="20682" y="16479"/>
                </a:lnTo>
                <a:lnTo>
                  <a:pt x="20682" y="16535"/>
                </a:lnTo>
                <a:lnTo>
                  <a:pt x="20655" y="16535"/>
                </a:lnTo>
              </a:path>
              <a:path w="21600" h="21600">
                <a:moveTo>
                  <a:pt x="19145" y="16479"/>
                </a:moveTo>
                <a:lnTo>
                  <a:pt x="19172" y="16479"/>
                </a:lnTo>
                <a:lnTo>
                  <a:pt x="19172" y="16535"/>
                </a:lnTo>
                <a:lnTo>
                  <a:pt x="19145" y="16535"/>
                </a:lnTo>
              </a:path>
              <a:path w="21600" h="21600">
                <a:moveTo>
                  <a:pt x="18696" y="16479"/>
                </a:moveTo>
                <a:lnTo>
                  <a:pt x="18724" y="16479"/>
                </a:lnTo>
                <a:lnTo>
                  <a:pt x="18724" y="16535"/>
                </a:lnTo>
                <a:lnTo>
                  <a:pt x="18696" y="16535"/>
                </a:lnTo>
              </a:path>
              <a:path w="21600" h="21600">
                <a:moveTo>
                  <a:pt x="18394" y="16479"/>
                </a:moveTo>
                <a:lnTo>
                  <a:pt x="18422" y="16479"/>
                </a:lnTo>
                <a:lnTo>
                  <a:pt x="18422" y="16535"/>
                </a:lnTo>
                <a:lnTo>
                  <a:pt x="18394" y="16535"/>
                </a:lnTo>
              </a:path>
              <a:path w="21600" h="21600">
                <a:moveTo>
                  <a:pt x="17941" y="16479"/>
                </a:moveTo>
                <a:lnTo>
                  <a:pt x="17969" y="16479"/>
                </a:lnTo>
                <a:lnTo>
                  <a:pt x="17969" y="16535"/>
                </a:lnTo>
                <a:lnTo>
                  <a:pt x="17941" y="16535"/>
                </a:lnTo>
              </a:path>
              <a:path w="21600" h="21600">
                <a:moveTo>
                  <a:pt x="16431" y="16479"/>
                </a:moveTo>
                <a:lnTo>
                  <a:pt x="16459" y="16479"/>
                </a:lnTo>
                <a:lnTo>
                  <a:pt x="16459" y="16535"/>
                </a:lnTo>
                <a:lnTo>
                  <a:pt x="16431" y="16535"/>
                </a:lnTo>
              </a:path>
              <a:path w="21600" h="21600">
                <a:moveTo>
                  <a:pt x="15990" y="16479"/>
                </a:moveTo>
                <a:lnTo>
                  <a:pt x="16018" y="16479"/>
                </a:lnTo>
                <a:lnTo>
                  <a:pt x="16018" y="16535"/>
                </a:lnTo>
                <a:lnTo>
                  <a:pt x="15990" y="16535"/>
                </a:lnTo>
              </a:path>
              <a:path w="21600" h="21600">
                <a:moveTo>
                  <a:pt x="15688" y="16479"/>
                </a:moveTo>
                <a:lnTo>
                  <a:pt x="15716" y="16479"/>
                </a:lnTo>
                <a:lnTo>
                  <a:pt x="15716" y="16535"/>
                </a:lnTo>
                <a:lnTo>
                  <a:pt x="15688" y="16535"/>
                </a:lnTo>
              </a:path>
              <a:path w="21600" h="21600">
                <a:moveTo>
                  <a:pt x="15236" y="16479"/>
                </a:moveTo>
                <a:lnTo>
                  <a:pt x="15263" y="16479"/>
                </a:lnTo>
                <a:lnTo>
                  <a:pt x="15263" y="16535"/>
                </a:lnTo>
                <a:lnTo>
                  <a:pt x="15236" y="16535"/>
                </a:lnTo>
              </a:path>
              <a:path w="21600" h="21600">
                <a:moveTo>
                  <a:pt x="13726" y="16479"/>
                </a:moveTo>
                <a:lnTo>
                  <a:pt x="13753" y="16479"/>
                </a:lnTo>
                <a:lnTo>
                  <a:pt x="13753" y="16535"/>
                </a:lnTo>
                <a:lnTo>
                  <a:pt x="13726" y="16535"/>
                </a:lnTo>
              </a:path>
              <a:path w="21600" h="21600">
                <a:moveTo>
                  <a:pt x="13277" y="16479"/>
                </a:moveTo>
                <a:lnTo>
                  <a:pt x="13305" y="16479"/>
                </a:lnTo>
                <a:lnTo>
                  <a:pt x="13305" y="16535"/>
                </a:lnTo>
                <a:lnTo>
                  <a:pt x="13277" y="16535"/>
                </a:lnTo>
              </a:path>
              <a:path w="21600" h="21600">
                <a:moveTo>
                  <a:pt x="12975" y="16479"/>
                </a:moveTo>
                <a:lnTo>
                  <a:pt x="13003" y="16479"/>
                </a:lnTo>
                <a:lnTo>
                  <a:pt x="13003" y="16535"/>
                </a:lnTo>
                <a:lnTo>
                  <a:pt x="12975" y="16535"/>
                </a:lnTo>
              </a:path>
              <a:path w="21600" h="21600">
                <a:moveTo>
                  <a:pt x="12522" y="16479"/>
                </a:moveTo>
                <a:lnTo>
                  <a:pt x="12550" y="16479"/>
                </a:lnTo>
                <a:lnTo>
                  <a:pt x="12550" y="16535"/>
                </a:lnTo>
                <a:lnTo>
                  <a:pt x="12522" y="16535"/>
                </a:lnTo>
              </a:path>
              <a:path w="21600" h="21600">
                <a:moveTo>
                  <a:pt x="11012" y="16479"/>
                </a:moveTo>
                <a:lnTo>
                  <a:pt x="11040" y="16479"/>
                </a:lnTo>
                <a:lnTo>
                  <a:pt x="11040" y="16535"/>
                </a:lnTo>
                <a:lnTo>
                  <a:pt x="11012" y="16535"/>
                </a:lnTo>
              </a:path>
              <a:path w="21600" h="21600">
                <a:moveTo>
                  <a:pt x="9049" y="16479"/>
                </a:moveTo>
                <a:lnTo>
                  <a:pt x="9076" y="16479"/>
                </a:lnTo>
                <a:lnTo>
                  <a:pt x="9076" y="16535"/>
                </a:lnTo>
                <a:lnTo>
                  <a:pt x="9049" y="16535"/>
                </a:lnTo>
              </a:path>
              <a:path w="21600" h="21600">
                <a:moveTo>
                  <a:pt x="8596" y="16479"/>
                </a:moveTo>
                <a:lnTo>
                  <a:pt x="8623" y="16479"/>
                </a:lnTo>
                <a:lnTo>
                  <a:pt x="8623" y="16535"/>
                </a:lnTo>
                <a:lnTo>
                  <a:pt x="8596" y="16535"/>
                </a:lnTo>
              </a:path>
              <a:path w="21600" h="21600">
                <a:moveTo>
                  <a:pt x="8294" y="16479"/>
                </a:moveTo>
                <a:lnTo>
                  <a:pt x="8321" y="16479"/>
                </a:lnTo>
                <a:lnTo>
                  <a:pt x="8321" y="16535"/>
                </a:lnTo>
                <a:lnTo>
                  <a:pt x="8294" y="16535"/>
                </a:lnTo>
              </a:path>
              <a:path w="21600" h="21600">
                <a:moveTo>
                  <a:pt x="7846" y="16479"/>
                </a:moveTo>
                <a:lnTo>
                  <a:pt x="7873" y="16479"/>
                </a:lnTo>
                <a:lnTo>
                  <a:pt x="7873" y="16535"/>
                </a:lnTo>
                <a:lnTo>
                  <a:pt x="7846" y="16535"/>
                </a:lnTo>
              </a:path>
              <a:path w="21600" h="21600">
                <a:moveTo>
                  <a:pt x="6336" y="16479"/>
                </a:moveTo>
                <a:lnTo>
                  <a:pt x="6363" y="16479"/>
                </a:lnTo>
                <a:lnTo>
                  <a:pt x="6363" y="16535"/>
                </a:lnTo>
                <a:lnTo>
                  <a:pt x="6336" y="16535"/>
                </a:lnTo>
              </a:path>
              <a:path w="21600" h="21600">
                <a:moveTo>
                  <a:pt x="5883" y="16479"/>
                </a:moveTo>
                <a:lnTo>
                  <a:pt x="5910" y="16479"/>
                </a:lnTo>
                <a:lnTo>
                  <a:pt x="5910" y="16535"/>
                </a:lnTo>
                <a:lnTo>
                  <a:pt x="5883" y="16535"/>
                </a:lnTo>
              </a:path>
              <a:path w="21600" h="21600">
                <a:moveTo>
                  <a:pt x="5581" y="16479"/>
                </a:moveTo>
                <a:lnTo>
                  <a:pt x="5608" y="16479"/>
                </a:lnTo>
                <a:lnTo>
                  <a:pt x="5608" y="16535"/>
                </a:lnTo>
                <a:lnTo>
                  <a:pt x="5581" y="16535"/>
                </a:lnTo>
              </a:path>
              <a:path w="21600" h="21600">
                <a:moveTo>
                  <a:pt x="5140" y="16479"/>
                </a:moveTo>
                <a:lnTo>
                  <a:pt x="5167" y="16479"/>
                </a:lnTo>
                <a:lnTo>
                  <a:pt x="5167" y="16535"/>
                </a:lnTo>
                <a:lnTo>
                  <a:pt x="5140" y="16535"/>
                </a:lnTo>
              </a:path>
              <a:path w="21600" h="21600">
                <a:moveTo>
                  <a:pt x="2427" y="16479"/>
                </a:moveTo>
                <a:lnTo>
                  <a:pt x="2454" y="16479"/>
                </a:lnTo>
                <a:lnTo>
                  <a:pt x="2454" y="16535"/>
                </a:lnTo>
                <a:lnTo>
                  <a:pt x="2427" y="16535"/>
                </a:lnTo>
              </a:path>
              <a:path w="21600" h="21600">
                <a:moveTo>
                  <a:pt x="917" y="16479"/>
                </a:moveTo>
                <a:lnTo>
                  <a:pt x="944" y="16479"/>
                </a:lnTo>
                <a:lnTo>
                  <a:pt x="944" y="16535"/>
                </a:lnTo>
                <a:lnTo>
                  <a:pt x="917" y="16535"/>
                </a:lnTo>
              </a:path>
              <a:path w="21600" h="21600">
                <a:moveTo>
                  <a:pt x="464" y="16479"/>
                </a:moveTo>
                <a:lnTo>
                  <a:pt x="491" y="16479"/>
                </a:lnTo>
                <a:lnTo>
                  <a:pt x="491" y="16535"/>
                </a:lnTo>
                <a:lnTo>
                  <a:pt x="464" y="16535"/>
                </a:lnTo>
              </a:path>
              <a:path w="21600" h="21600">
                <a:moveTo>
                  <a:pt x="162" y="16479"/>
                </a:moveTo>
                <a:lnTo>
                  <a:pt x="190" y="16479"/>
                </a:lnTo>
                <a:lnTo>
                  <a:pt x="190" y="16535"/>
                </a:lnTo>
                <a:lnTo>
                  <a:pt x="162" y="16535"/>
                </a:lnTo>
              </a:path>
              <a:path w="21600" h="21600">
                <a:moveTo>
                  <a:pt x="2873" y="16470"/>
                </a:moveTo>
                <a:lnTo>
                  <a:pt x="2905" y="16470"/>
                </a:lnTo>
                <a:lnTo>
                  <a:pt x="2905" y="16537"/>
                </a:lnTo>
                <a:lnTo>
                  <a:pt x="2873" y="16537"/>
                </a:lnTo>
              </a:path>
              <a:path w="21600" h="21600">
                <a:moveTo>
                  <a:pt x="20201" y="16470"/>
                </a:moveTo>
                <a:lnTo>
                  <a:pt x="20230" y="16470"/>
                </a:lnTo>
                <a:lnTo>
                  <a:pt x="20230" y="16529"/>
                </a:lnTo>
                <a:lnTo>
                  <a:pt x="20201" y="16529"/>
                </a:lnTo>
              </a:path>
              <a:path w="21600" h="21600">
                <a:moveTo>
                  <a:pt x="14782" y="16470"/>
                </a:moveTo>
                <a:lnTo>
                  <a:pt x="14811" y="16470"/>
                </a:lnTo>
                <a:lnTo>
                  <a:pt x="14811" y="16529"/>
                </a:lnTo>
                <a:lnTo>
                  <a:pt x="14782" y="16529"/>
                </a:lnTo>
              </a:path>
              <a:path w="21600" h="21600">
                <a:moveTo>
                  <a:pt x="9501" y="16470"/>
                </a:moveTo>
                <a:lnTo>
                  <a:pt x="9530" y="16470"/>
                </a:lnTo>
                <a:lnTo>
                  <a:pt x="9530" y="16529"/>
                </a:lnTo>
                <a:lnTo>
                  <a:pt x="9501" y="16529"/>
                </a:lnTo>
              </a:path>
              <a:path w="21600" h="21600">
                <a:moveTo>
                  <a:pt x="6788" y="16470"/>
                </a:moveTo>
                <a:lnTo>
                  <a:pt x="6817" y="16470"/>
                </a:lnTo>
                <a:lnTo>
                  <a:pt x="6817" y="16529"/>
                </a:lnTo>
                <a:lnTo>
                  <a:pt x="6788" y="16529"/>
                </a:lnTo>
              </a:path>
              <a:path w="21600" h="21600">
                <a:moveTo>
                  <a:pt x="4082" y="16470"/>
                </a:moveTo>
                <a:lnTo>
                  <a:pt x="4111" y="16470"/>
                </a:lnTo>
                <a:lnTo>
                  <a:pt x="4111" y="16529"/>
                </a:lnTo>
                <a:lnTo>
                  <a:pt x="4082" y="16529"/>
                </a:lnTo>
              </a:path>
              <a:path w="21600" h="21600">
                <a:moveTo>
                  <a:pt x="16576" y="16456"/>
                </a:moveTo>
                <a:lnTo>
                  <a:pt x="16616" y="16456"/>
                </a:lnTo>
                <a:lnTo>
                  <a:pt x="16616" y="16538"/>
                </a:lnTo>
                <a:lnTo>
                  <a:pt x="16576" y="16538"/>
                </a:lnTo>
              </a:path>
              <a:path w="21600" h="21600">
                <a:moveTo>
                  <a:pt x="4983" y="16456"/>
                </a:moveTo>
                <a:lnTo>
                  <a:pt x="5023" y="16456"/>
                </a:lnTo>
                <a:lnTo>
                  <a:pt x="5023" y="16538"/>
                </a:lnTo>
                <a:lnTo>
                  <a:pt x="4983" y="16538"/>
                </a:lnTo>
              </a:path>
              <a:path w="21600" h="21600">
                <a:moveTo>
                  <a:pt x="19883" y="16450"/>
                </a:moveTo>
                <a:lnTo>
                  <a:pt x="19944" y="16450"/>
                </a:lnTo>
                <a:lnTo>
                  <a:pt x="19944" y="16574"/>
                </a:lnTo>
                <a:lnTo>
                  <a:pt x="19883" y="16574"/>
                </a:lnTo>
              </a:path>
              <a:path w="21600" h="21600">
                <a:moveTo>
                  <a:pt x="1668" y="16450"/>
                </a:moveTo>
                <a:lnTo>
                  <a:pt x="1704" y="16450"/>
                </a:lnTo>
                <a:lnTo>
                  <a:pt x="1704" y="16524"/>
                </a:lnTo>
                <a:lnTo>
                  <a:pt x="1668" y="16524"/>
                </a:lnTo>
              </a:path>
              <a:path w="21600" h="21600">
                <a:moveTo>
                  <a:pt x="16737" y="16437"/>
                </a:moveTo>
                <a:lnTo>
                  <a:pt x="16757" y="16437"/>
                </a:lnTo>
                <a:lnTo>
                  <a:pt x="16757" y="16479"/>
                </a:lnTo>
                <a:lnTo>
                  <a:pt x="16737" y="16479"/>
                </a:lnTo>
              </a:path>
              <a:path w="21600" h="21600">
                <a:moveTo>
                  <a:pt x="14031" y="16437"/>
                </a:moveTo>
                <a:lnTo>
                  <a:pt x="14052" y="16437"/>
                </a:lnTo>
                <a:lnTo>
                  <a:pt x="14052" y="16479"/>
                </a:lnTo>
                <a:lnTo>
                  <a:pt x="14031" y="16479"/>
                </a:lnTo>
              </a:path>
              <a:path w="21600" h="21600">
                <a:moveTo>
                  <a:pt x="11318" y="16437"/>
                </a:moveTo>
                <a:lnTo>
                  <a:pt x="11338" y="16437"/>
                </a:lnTo>
                <a:lnTo>
                  <a:pt x="11338" y="16479"/>
                </a:lnTo>
                <a:lnTo>
                  <a:pt x="11318" y="16479"/>
                </a:lnTo>
              </a:path>
              <a:path w="21600" h="21600">
                <a:moveTo>
                  <a:pt x="10260" y="16437"/>
                </a:moveTo>
                <a:lnTo>
                  <a:pt x="10281" y="16437"/>
                </a:lnTo>
                <a:lnTo>
                  <a:pt x="10281" y="16479"/>
                </a:lnTo>
                <a:lnTo>
                  <a:pt x="10260" y="16479"/>
                </a:lnTo>
              </a:path>
              <a:path w="21600" h="21600">
                <a:moveTo>
                  <a:pt x="7547" y="16437"/>
                </a:moveTo>
                <a:lnTo>
                  <a:pt x="7567" y="16437"/>
                </a:lnTo>
                <a:lnTo>
                  <a:pt x="7567" y="16479"/>
                </a:lnTo>
                <a:lnTo>
                  <a:pt x="7547" y="16479"/>
                </a:lnTo>
              </a:path>
              <a:path w="21600" h="21600">
                <a:moveTo>
                  <a:pt x="4842" y="16437"/>
                </a:moveTo>
                <a:lnTo>
                  <a:pt x="4862" y="16437"/>
                </a:lnTo>
                <a:lnTo>
                  <a:pt x="4862" y="16479"/>
                </a:lnTo>
                <a:lnTo>
                  <a:pt x="4842" y="16479"/>
                </a:lnTo>
              </a:path>
              <a:path w="21600" h="21600">
                <a:moveTo>
                  <a:pt x="2128" y="16437"/>
                </a:moveTo>
                <a:lnTo>
                  <a:pt x="2149" y="16437"/>
                </a:lnTo>
                <a:lnTo>
                  <a:pt x="2149" y="16479"/>
                </a:lnTo>
                <a:lnTo>
                  <a:pt x="2128" y="16479"/>
                </a:lnTo>
              </a:path>
              <a:path w="21600" h="21600">
                <a:moveTo>
                  <a:pt x="19595" y="16434"/>
                </a:moveTo>
                <a:lnTo>
                  <a:pt x="19628" y="16434"/>
                </a:lnTo>
                <a:lnTo>
                  <a:pt x="19628" y="16501"/>
                </a:lnTo>
                <a:lnTo>
                  <a:pt x="19595" y="16501"/>
                </a:lnTo>
              </a:path>
              <a:path w="21600" h="21600">
                <a:moveTo>
                  <a:pt x="16882" y="16434"/>
                </a:moveTo>
                <a:lnTo>
                  <a:pt x="16915" y="16434"/>
                </a:lnTo>
                <a:lnTo>
                  <a:pt x="16915" y="16501"/>
                </a:lnTo>
                <a:lnTo>
                  <a:pt x="16882" y="16501"/>
                </a:lnTo>
              </a:path>
              <a:path w="21600" h="21600">
                <a:moveTo>
                  <a:pt x="7390" y="16434"/>
                </a:moveTo>
                <a:lnTo>
                  <a:pt x="7423" y="16434"/>
                </a:lnTo>
                <a:lnTo>
                  <a:pt x="7423" y="16501"/>
                </a:lnTo>
                <a:lnTo>
                  <a:pt x="7390" y="16501"/>
                </a:lnTo>
              </a:path>
              <a:path w="21600" h="21600">
                <a:moveTo>
                  <a:pt x="4684" y="16434"/>
                </a:moveTo>
                <a:lnTo>
                  <a:pt x="4717" y="16434"/>
                </a:lnTo>
                <a:lnTo>
                  <a:pt x="4717" y="16501"/>
                </a:lnTo>
                <a:lnTo>
                  <a:pt x="4684" y="16501"/>
                </a:lnTo>
              </a:path>
              <a:path w="21600" h="21600">
                <a:moveTo>
                  <a:pt x="1971" y="16434"/>
                </a:moveTo>
                <a:lnTo>
                  <a:pt x="2004" y="16434"/>
                </a:lnTo>
                <a:lnTo>
                  <a:pt x="2004" y="16501"/>
                </a:lnTo>
                <a:lnTo>
                  <a:pt x="1971" y="16501"/>
                </a:lnTo>
              </a:path>
              <a:path w="21600" h="21600">
                <a:moveTo>
                  <a:pt x="5734" y="16425"/>
                </a:moveTo>
                <a:lnTo>
                  <a:pt x="5758" y="16425"/>
                </a:lnTo>
                <a:lnTo>
                  <a:pt x="5758" y="16474"/>
                </a:lnTo>
                <a:lnTo>
                  <a:pt x="5734" y="16474"/>
                </a:lnTo>
              </a:path>
              <a:path w="21600" h="21600">
                <a:moveTo>
                  <a:pt x="15385" y="16376"/>
                </a:moveTo>
                <a:lnTo>
                  <a:pt x="15416" y="16376"/>
                </a:lnTo>
                <a:lnTo>
                  <a:pt x="15416" y="16439"/>
                </a:lnTo>
                <a:lnTo>
                  <a:pt x="15385" y="16439"/>
                </a:lnTo>
              </a:path>
              <a:path w="21600" h="21600">
                <a:moveTo>
                  <a:pt x="12363" y="16359"/>
                </a:moveTo>
                <a:lnTo>
                  <a:pt x="12407" y="16359"/>
                </a:lnTo>
                <a:lnTo>
                  <a:pt x="12407" y="16447"/>
                </a:lnTo>
                <a:lnTo>
                  <a:pt x="12363" y="16447"/>
                </a:lnTo>
              </a:path>
              <a:path w="21600" h="21600">
                <a:moveTo>
                  <a:pt x="9192" y="16359"/>
                </a:moveTo>
                <a:lnTo>
                  <a:pt x="9235" y="16359"/>
                </a:lnTo>
                <a:lnTo>
                  <a:pt x="9235" y="16447"/>
                </a:lnTo>
                <a:lnTo>
                  <a:pt x="9192" y="16447"/>
                </a:lnTo>
              </a:path>
              <a:path w="21600" h="21600">
                <a:moveTo>
                  <a:pt x="12676" y="16358"/>
                </a:moveTo>
                <a:lnTo>
                  <a:pt x="12698" y="16358"/>
                </a:lnTo>
                <a:lnTo>
                  <a:pt x="12698" y="16403"/>
                </a:lnTo>
                <a:lnTo>
                  <a:pt x="12676" y="16403"/>
                </a:lnTo>
              </a:path>
              <a:path w="21600" h="21600">
                <a:moveTo>
                  <a:pt x="8901" y="16358"/>
                </a:moveTo>
                <a:lnTo>
                  <a:pt x="8923" y="16358"/>
                </a:lnTo>
                <a:lnTo>
                  <a:pt x="8923" y="16403"/>
                </a:lnTo>
                <a:lnTo>
                  <a:pt x="8901" y="16403"/>
                </a:lnTo>
              </a:path>
              <a:path w="21600" h="21600">
                <a:moveTo>
                  <a:pt x="3482" y="16358"/>
                </a:moveTo>
                <a:lnTo>
                  <a:pt x="3504" y="16358"/>
                </a:lnTo>
                <a:lnTo>
                  <a:pt x="3504" y="16403"/>
                </a:lnTo>
                <a:lnTo>
                  <a:pt x="3482" y="16403"/>
                </a:lnTo>
              </a:path>
              <a:path w="21600" h="21600">
                <a:moveTo>
                  <a:pt x="11458" y="16357"/>
                </a:moveTo>
                <a:lnTo>
                  <a:pt x="11500" y="16357"/>
                </a:lnTo>
                <a:lnTo>
                  <a:pt x="11500" y="16442"/>
                </a:lnTo>
                <a:lnTo>
                  <a:pt x="11458" y="16442"/>
                </a:lnTo>
              </a:path>
              <a:path w="21600" h="21600">
                <a:moveTo>
                  <a:pt x="20500" y="16353"/>
                </a:moveTo>
                <a:lnTo>
                  <a:pt x="20535" y="16353"/>
                </a:lnTo>
                <a:lnTo>
                  <a:pt x="20535" y="16424"/>
                </a:lnTo>
                <a:lnTo>
                  <a:pt x="20500" y="16424"/>
                </a:lnTo>
              </a:path>
              <a:path w="21600" h="21600">
                <a:moveTo>
                  <a:pt x="15081" y="16353"/>
                </a:moveTo>
                <a:lnTo>
                  <a:pt x="15115" y="16353"/>
                </a:lnTo>
                <a:lnTo>
                  <a:pt x="15115" y="16424"/>
                </a:lnTo>
                <a:lnTo>
                  <a:pt x="15081" y="16424"/>
                </a:lnTo>
              </a:path>
              <a:path w="21600" h="21600">
                <a:moveTo>
                  <a:pt x="6483" y="16353"/>
                </a:moveTo>
                <a:lnTo>
                  <a:pt x="6518" y="16353"/>
                </a:lnTo>
                <a:lnTo>
                  <a:pt x="6518" y="16424"/>
                </a:lnTo>
                <a:lnTo>
                  <a:pt x="6483" y="16424"/>
                </a:lnTo>
              </a:path>
              <a:path w="21600" h="21600">
                <a:moveTo>
                  <a:pt x="10858" y="16339"/>
                </a:moveTo>
                <a:lnTo>
                  <a:pt x="10892" y="16339"/>
                </a:lnTo>
                <a:lnTo>
                  <a:pt x="10892" y="16409"/>
                </a:lnTo>
                <a:lnTo>
                  <a:pt x="10858" y="16409"/>
                </a:lnTo>
              </a:path>
              <a:path w="21600" h="21600">
                <a:moveTo>
                  <a:pt x="2720" y="16339"/>
                </a:moveTo>
                <a:lnTo>
                  <a:pt x="2765" y="16339"/>
                </a:lnTo>
                <a:lnTo>
                  <a:pt x="2765" y="16431"/>
                </a:lnTo>
                <a:lnTo>
                  <a:pt x="2720" y="16431"/>
                </a:lnTo>
              </a:path>
              <a:path w="21600" h="21600">
                <a:moveTo>
                  <a:pt x="10108" y="16273"/>
                </a:moveTo>
                <a:lnTo>
                  <a:pt x="10131" y="16273"/>
                </a:lnTo>
                <a:lnTo>
                  <a:pt x="10131" y="16322"/>
                </a:lnTo>
                <a:lnTo>
                  <a:pt x="10108" y="16322"/>
                </a:lnTo>
              </a:path>
              <a:path w="21600" h="21600">
                <a:moveTo>
                  <a:pt x="4386" y="16255"/>
                </a:moveTo>
                <a:lnTo>
                  <a:pt x="4412" y="16255"/>
                </a:lnTo>
                <a:lnTo>
                  <a:pt x="4412" y="16308"/>
                </a:lnTo>
                <a:lnTo>
                  <a:pt x="4386" y="16308"/>
                </a:lnTo>
              </a:path>
              <a:path w="21600" h="21600">
                <a:moveTo>
                  <a:pt x="21257" y="16219"/>
                </a:moveTo>
                <a:lnTo>
                  <a:pt x="21288" y="16219"/>
                </a:lnTo>
                <a:lnTo>
                  <a:pt x="21288" y="16282"/>
                </a:lnTo>
                <a:lnTo>
                  <a:pt x="21257" y="16282"/>
                </a:lnTo>
              </a:path>
              <a:path w="21600" h="21600">
                <a:moveTo>
                  <a:pt x="18544" y="16219"/>
                </a:moveTo>
                <a:lnTo>
                  <a:pt x="18574" y="16219"/>
                </a:lnTo>
                <a:lnTo>
                  <a:pt x="18574" y="16282"/>
                </a:lnTo>
                <a:lnTo>
                  <a:pt x="18544" y="16282"/>
                </a:lnTo>
              </a:path>
              <a:path w="21600" h="21600">
                <a:moveTo>
                  <a:pt x="15838" y="16219"/>
                </a:moveTo>
                <a:lnTo>
                  <a:pt x="15869" y="16219"/>
                </a:lnTo>
                <a:lnTo>
                  <a:pt x="15869" y="16282"/>
                </a:lnTo>
                <a:lnTo>
                  <a:pt x="15838" y="16282"/>
                </a:lnTo>
              </a:path>
              <a:path w="21600" h="21600">
                <a:moveTo>
                  <a:pt x="13124" y="16219"/>
                </a:moveTo>
                <a:lnTo>
                  <a:pt x="13155" y="16219"/>
                </a:lnTo>
                <a:lnTo>
                  <a:pt x="13155" y="16282"/>
                </a:lnTo>
                <a:lnTo>
                  <a:pt x="13124" y="16282"/>
                </a:lnTo>
              </a:path>
              <a:path w="21600" h="21600">
                <a:moveTo>
                  <a:pt x="8443" y="16219"/>
                </a:moveTo>
                <a:lnTo>
                  <a:pt x="8474" y="16219"/>
                </a:lnTo>
                <a:lnTo>
                  <a:pt x="8474" y="16282"/>
                </a:lnTo>
                <a:lnTo>
                  <a:pt x="8443" y="16282"/>
                </a:lnTo>
              </a:path>
              <a:path w="21600" h="21600">
                <a:moveTo>
                  <a:pt x="3024" y="16219"/>
                </a:moveTo>
                <a:lnTo>
                  <a:pt x="3055" y="16219"/>
                </a:lnTo>
                <a:lnTo>
                  <a:pt x="3055" y="16282"/>
                </a:lnTo>
                <a:lnTo>
                  <a:pt x="3024" y="16282"/>
                </a:lnTo>
              </a:path>
              <a:path w="21600" h="21600">
                <a:moveTo>
                  <a:pt x="311" y="16219"/>
                </a:moveTo>
                <a:lnTo>
                  <a:pt x="342" y="16219"/>
                </a:lnTo>
                <a:lnTo>
                  <a:pt x="342" y="16282"/>
                </a:lnTo>
                <a:lnTo>
                  <a:pt x="311" y="16282"/>
                </a:lnTo>
              </a:path>
              <a:path w="21600" h="21600">
                <a:moveTo>
                  <a:pt x="20655" y="16218"/>
                </a:moveTo>
                <a:lnTo>
                  <a:pt x="20681" y="16218"/>
                </a:lnTo>
                <a:lnTo>
                  <a:pt x="20681" y="16271"/>
                </a:lnTo>
                <a:lnTo>
                  <a:pt x="20655" y="16271"/>
                </a:lnTo>
              </a:path>
              <a:path w="21600" h="21600">
                <a:moveTo>
                  <a:pt x="19146" y="16218"/>
                </a:moveTo>
                <a:lnTo>
                  <a:pt x="19171" y="16218"/>
                </a:lnTo>
                <a:lnTo>
                  <a:pt x="19171" y="16271"/>
                </a:lnTo>
                <a:lnTo>
                  <a:pt x="19146" y="16271"/>
                </a:lnTo>
              </a:path>
              <a:path w="21600" h="21600">
                <a:moveTo>
                  <a:pt x="18697" y="16218"/>
                </a:moveTo>
                <a:lnTo>
                  <a:pt x="18723" y="16218"/>
                </a:lnTo>
                <a:lnTo>
                  <a:pt x="18723" y="16271"/>
                </a:lnTo>
                <a:lnTo>
                  <a:pt x="18697" y="16271"/>
                </a:lnTo>
              </a:path>
              <a:path w="21600" h="21600">
                <a:moveTo>
                  <a:pt x="18395" y="16218"/>
                </a:moveTo>
                <a:lnTo>
                  <a:pt x="18421" y="16218"/>
                </a:lnTo>
                <a:lnTo>
                  <a:pt x="18421" y="16271"/>
                </a:lnTo>
                <a:lnTo>
                  <a:pt x="18395" y="16271"/>
                </a:lnTo>
              </a:path>
              <a:path w="21600" h="21600">
                <a:moveTo>
                  <a:pt x="17942" y="16218"/>
                </a:moveTo>
                <a:lnTo>
                  <a:pt x="17968" y="16218"/>
                </a:lnTo>
                <a:lnTo>
                  <a:pt x="17968" y="16271"/>
                </a:lnTo>
                <a:lnTo>
                  <a:pt x="17942" y="16271"/>
                </a:lnTo>
              </a:path>
              <a:path w="21600" h="21600">
                <a:moveTo>
                  <a:pt x="16432" y="16218"/>
                </a:moveTo>
                <a:lnTo>
                  <a:pt x="16458" y="16218"/>
                </a:lnTo>
                <a:lnTo>
                  <a:pt x="16458" y="16271"/>
                </a:lnTo>
                <a:lnTo>
                  <a:pt x="16432" y="16271"/>
                </a:lnTo>
              </a:path>
              <a:path w="21600" h="21600">
                <a:moveTo>
                  <a:pt x="15991" y="16218"/>
                </a:moveTo>
                <a:lnTo>
                  <a:pt x="16017" y="16218"/>
                </a:lnTo>
                <a:lnTo>
                  <a:pt x="16017" y="16271"/>
                </a:lnTo>
                <a:lnTo>
                  <a:pt x="15991" y="16271"/>
                </a:lnTo>
              </a:path>
              <a:path w="21600" h="21600">
                <a:moveTo>
                  <a:pt x="15689" y="16218"/>
                </a:moveTo>
                <a:lnTo>
                  <a:pt x="15715" y="16218"/>
                </a:lnTo>
                <a:lnTo>
                  <a:pt x="15715" y="16271"/>
                </a:lnTo>
                <a:lnTo>
                  <a:pt x="15689" y="16271"/>
                </a:lnTo>
              </a:path>
              <a:path w="21600" h="21600">
                <a:moveTo>
                  <a:pt x="15236" y="16218"/>
                </a:moveTo>
                <a:lnTo>
                  <a:pt x="15262" y="16218"/>
                </a:lnTo>
                <a:lnTo>
                  <a:pt x="15262" y="16271"/>
                </a:lnTo>
                <a:lnTo>
                  <a:pt x="15236" y="16271"/>
                </a:lnTo>
              </a:path>
              <a:path w="21600" h="21600">
                <a:moveTo>
                  <a:pt x="13727" y="16218"/>
                </a:moveTo>
                <a:lnTo>
                  <a:pt x="13752" y="16218"/>
                </a:lnTo>
                <a:lnTo>
                  <a:pt x="13752" y="16271"/>
                </a:lnTo>
                <a:lnTo>
                  <a:pt x="13727" y="16271"/>
                </a:lnTo>
              </a:path>
              <a:path w="21600" h="21600">
                <a:moveTo>
                  <a:pt x="13278" y="16218"/>
                </a:moveTo>
                <a:lnTo>
                  <a:pt x="13304" y="16218"/>
                </a:lnTo>
                <a:lnTo>
                  <a:pt x="13304" y="16271"/>
                </a:lnTo>
                <a:lnTo>
                  <a:pt x="13278" y="16271"/>
                </a:lnTo>
              </a:path>
              <a:path w="21600" h="21600">
                <a:moveTo>
                  <a:pt x="12976" y="16218"/>
                </a:moveTo>
                <a:lnTo>
                  <a:pt x="13002" y="16218"/>
                </a:lnTo>
                <a:lnTo>
                  <a:pt x="13002" y="16271"/>
                </a:lnTo>
                <a:lnTo>
                  <a:pt x="12976" y="16271"/>
                </a:lnTo>
              </a:path>
              <a:path w="21600" h="21600">
                <a:moveTo>
                  <a:pt x="12523" y="16218"/>
                </a:moveTo>
                <a:lnTo>
                  <a:pt x="12549" y="16218"/>
                </a:lnTo>
                <a:lnTo>
                  <a:pt x="12549" y="16271"/>
                </a:lnTo>
                <a:lnTo>
                  <a:pt x="12523" y="16271"/>
                </a:lnTo>
              </a:path>
              <a:path w="21600" h="21600">
                <a:moveTo>
                  <a:pt x="11013" y="16218"/>
                </a:moveTo>
                <a:lnTo>
                  <a:pt x="11039" y="16218"/>
                </a:lnTo>
                <a:lnTo>
                  <a:pt x="11039" y="16271"/>
                </a:lnTo>
                <a:lnTo>
                  <a:pt x="11013" y="16271"/>
                </a:lnTo>
              </a:path>
              <a:path w="21600" h="21600">
                <a:moveTo>
                  <a:pt x="9050" y="16218"/>
                </a:moveTo>
                <a:lnTo>
                  <a:pt x="9076" y="16218"/>
                </a:lnTo>
                <a:lnTo>
                  <a:pt x="9076" y="16271"/>
                </a:lnTo>
                <a:lnTo>
                  <a:pt x="9050" y="16271"/>
                </a:lnTo>
              </a:path>
              <a:path w="21600" h="21600">
                <a:moveTo>
                  <a:pt x="8597" y="16218"/>
                </a:moveTo>
                <a:lnTo>
                  <a:pt x="8622" y="16218"/>
                </a:lnTo>
                <a:lnTo>
                  <a:pt x="8622" y="16271"/>
                </a:lnTo>
                <a:lnTo>
                  <a:pt x="8597" y="16271"/>
                </a:lnTo>
              </a:path>
              <a:path w="21600" h="21600">
                <a:moveTo>
                  <a:pt x="8295" y="16218"/>
                </a:moveTo>
                <a:lnTo>
                  <a:pt x="8321" y="16218"/>
                </a:lnTo>
                <a:lnTo>
                  <a:pt x="8321" y="16271"/>
                </a:lnTo>
                <a:lnTo>
                  <a:pt x="8295" y="16271"/>
                </a:lnTo>
              </a:path>
              <a:path w="21600" h="21600">
                <a:moveTo>
                  <a:pt x="7846" y="16218"/>
                </a:moveTo>
                <a:lnTo>
                  <a:pt x="7872" y="16218"/>
                </a:lnTo>
                <a:lnTo>
                  <a:pt x="7872" y="16271"/>
                </a:lnTo>
                <a:lnTo>
                  <a:pt x="7846" y="16271"/>
                </a:lnTo>
              </a:path>
              <a:path w="21600" h="21600">
                <a:moveTo>
                  <a:pt x="6337" y="16218"/>
                </a:moveTo>
                <a:lnTo>
                  <a:pt x="6362" y="16218"/>
                </a:lnTo>
                <a:lnTo>
                  <a:pt x="6362" y="16271"/>
                </a:lnTo>
                <a:lnTo>
                  <a:pt x="6337" y="16271"/>
                </a:lnTo>
              </a:path>
              <a:path w="21600" h="21600">
                <a:moveTo>
                  <a:pt x="5884" y="16218"/>
                </a:moveTo>
                <a:lnTo>
                  <a:pt x="5909" y="16218"/>
                </a:lnTo>
                <a:lnTo>
                  <a:pt x="5909" y="16271"/>
                </a:lnTo>
                <a:lnTo>
                  <a:pt x="5884" y="16271"/>
                </a:lnTo>
              </a:path>
              <a:path w="21600" h="21600">
                <a:moveTo>
                  <a:pt x="5582" y="16218"/>
                </a:moveTo>
                <a:lnTo>
                  <a:pt x="5607" y="16218"/>
                </a:lnTo>
                <a:lnTo>
                  <a:pt x="5607" y="16271"/>
                </a:lnTo>
                <a:lnTo>
                  <a:pt x="5582" y="16271"/>
                </a:lnTo>
              </a:path>
              <a:path w="21600" h="21600">
                <a:moveTo>
                  <a:pt x="5141" y="16218"/>
                </a:moveTo>
                <a:lnTo>
                  <a:pt x="5167" y="16218"/>
                </a:lnTo>
                <a:lnTo>
                  <a:pt x="5167" y="16271"/>
                </a:lnTo>
                <a:lnTo>
                  <a:pt x="5141" y="16271"/>
                </a:lnTo>
              </a:path>
              <a:path w="21600" h="21600">
                <a:moveTo>
                  <a:pt x="2428" y="16218"/>
                </a:moveTo>
                <a:lnTo>
                  <a:pt x="2453" y="16218"/>
                </a:lnTo>
                <a:lnTo>
                  <a:pt x="2453" y="16271"/>
                </a:lnTo>
                <a:lnTo>
                  <a:pt x="2428" y="16271"/>
                </a:lnTo>
              </a:path>
              <a:path w="21600" h="21600">
                <a:moveTo>
                  <a:pt x="918" y="16218"/>
                </a:moveTo>
                <a:lnTo>
                  <a:pt x="944" y="16218"/>
                </a:lnTo>
                <a:lnTo>
                  <a:pt x="944" y="16271"/>
                </a:lnTo>
                <a:lnTo>
                  <a:pt x="918" y="16271"/>
                </a:lnTo>
              </a:path>
              <a:path w="21600" h="21600">
                <a:moveTo>
                  <a:pt x="465" y="16218"/>
                </a:moveTo>
                <a:lnTo>
                  <a:pt x="491" y="16218"/>
                </a:lnTo>
                <a:lnTo>
                  <a:pt x="491" y="16271"/>
                </a:lnTo>
                <a:lnTo>
                  <a:pt x="465" y="16271"/>
                </a:lnTo>
              </a:path>
              <a:path w="21600" h="21600">
                <a:moveTo>
                  <a:pt x="163" y="16218"/>
                </a:moveTo>
                <a:lnTo>
                  <a:pt x="189" y="16218"/>
                </a:lnTo>
                <a:lnTo>
                  <a:pt x="189" y="16271"/>
                </a:lnTo>
                <a:lnTo>
                  <a:pt x="163" y="16271"/>
                </a:lnTo>
              </a:path>
              <a:path w="21600" h="21600">
                <a:moveTo>
                  <a:pt x="1063" y="16213"/>
                </a:moveTo>
                <a:lnTo>
                  <a:pt x="1101" y="16213"/>
                </a:lnTo>
                <a:lnTo>
                  <a:pt x="1101" y="16291"/>
                </a:lnTo>
                <a:lnTo>
                  <a:pt x="1063" y="16291"/>
                </a:lnTo>
              </a:path>
              <a:path w="21600" h="21600">
                <a:moveTo>
                  <a:pt x="2874" y="16209"/>
                </a:moveTo>
                <a:lnTo>
                  <a:pt x="2904" y="16209"/>
                </a:lnTo>
                <a:lnTo>
                  <a:pt x="2904" y="16272"/>
                </a:lnTo>
                <a:lnTo>
                  <a:pt x="2874" y="16272"/>
                </a:lnTo>
              </a:path>
              <a:path w="21600" h="21600">
                <a:moveTo>
                  <a:pt x="766" y="16198"/>
                </a:moveTo>
                <a:lnTo>
                  <a:pt x="793" y="16198"/>
                </a:lnTo>
                <a:lnTo>
                  <a:pt x="793" y="16255"/>
                </a:lnTo>
                <a:lnTo>
                  <a:pt x="766" y="16255"/>
                </a:lnTo>
              </a:path>
              <a:path w="21600" h="21600">
                <a:moveTo>
                  <a:pt x="20202" y="16196"/>
                </a:moveTo>
                <a:lnTo>
                  <a:pt x="20229" y="16196"/>
                </a:lnTo>
                <a:lnTo>
                  <a:pt x="20229" y="16252"/>
                </a:lnTo>
                <a:lnTo>
                  <a:pt x="20202" y="16252"/>
                </a:lnTo>
              </a:path>
              <a:path w="21600" h="21600">
                <a:moveTo>
                  <a:pt x="14783" y="16196"/>
                </a:moveTo>
                <a:lnTo>
                  <a:pt x="14810" y="16196"/>
                </a:lnTo>
                <a:lnTo>
                  <a:pt x="14810" y="16252"/>
                </a:lnTo>
                <a:lnTo>
                  <a:pt x="14783" y="16252"/>
                </a:lnTo>
              </a:path>
              <a:path w="21600" h="21600">
                <a:moveTo>
                  <a:pt x="9502" y="16196"/>
                </a:moveTo>
                <a:lnTo>
                  <a:pt x="9529" y="16196"/>
                </a:lnTo>
                <a:lnTo>
                  <a:pt x="9529" y="16252"/>
                </a:lnTo>
                <a:lnTo>
                  <a:pt x="9502" y="16252"/>
                </a:lnTo>
              </a:path>
              <a:path w="21600" h="21600">
                <a:moveTo>
                  <a:pt x="6789" y="16196"/>
                </a:moveTo>
                <a:lnTo>
                  <a:pt x="6816" y="16196"/>
                </a:lnTo>
                <a:lnTo>
                  <a:pt x="6816" y="16252"/>
                </a:lnTo>
                <a:lnTo>
                  <a:pt x="6789" y="16252"/>
                </a:lnTo>
              </a:path>
              <a:path w="21600" h="21600">
                <a:moveTo>
                  <a:pt x="4083" y="16196"/>
                </a:moveTo>
                <a:lnTo>
                  <a:pt x="4111" y="16196"/>
                </a:lnTo>
                <a:lnTo>
                  <a:pt x="4111" y="16252"/>
                </a:lnTo>
                <a:lnTo>
                  <a:pt x="4083" y="16252"/>
                </a:lnTo>
              </a:path>
              <a:path w="21600" h="21600">
                <a:moveTo>
                  <a:pt x="19295" y="16194"/>
                </a:moveTo>
                <a:lnTo>
                  <a:pt x="19324" y="16194"/>
                </a:lnTo>
                <a:lnTo>
                  <a:pt x="19324" y="16254"/>
                </a:lnTo>
                <a:lnTo>
                  <a:pt x="19295" y="16254"/>
                </a:lnTo>
              </a:path>
              <a:path w="21600" h="21600">
                <a:moveTo>
                  <a:pt x="13876" y="16194"/>
                </a:moveTo>
                <a:lnTo>
                  <a:pt x="13905" y="16194"/>
                </a:lnTo>
                <a:lnTo>
                  <a:pt x="13905" y="16254"/>
                </a:lnTo>
                <a:lnTo>
                  <a:pt x="13876" y="16254"/>
                </a:lnTo>
              </a:path>
              <a:path w="21600" h="21600">
                <a:moveTo>
                  <a:pt x="7694" y="16194"/>
                </a:moveTo>
                <a:lnTo>
                  <a:pt x="7723" y="16194"/>
                </a:lnTo>
                <a:lnTo>
                  <a:pt x="7723" y="16254"/>
                </a:lnTo>
                <a:lnTo>
                  <a:pt x="7694" y="16254"/>
                </a:lnTo>
              </a:path>
              <a:path w="21600" h="21600">
                <a:moveTo>
                  <a:pt x="2275" y="16194"/>
                </a:moveTo>
                <a:lnTo>
                  <a:pt x="2304" y="16194"/>
                </a:lnTo>
                <a:lnTo>
                  <a:pt x="2304" y="16254"/>
                </a:lnTo>
                <a:lnTo>
                  <a:pt x="2275" y="16254"/>
                </a:lnTo>
              </a:path>
              <a:path w="21600" h="21600">
                <a:moveTo>
                  <a:pt x="20801" y="16192"/>
                </a:moveTo>
                <a:lnTo>
                  <a:pt x="20837" y="16192"/>
                </a:lnTo>
                <a:lnTo>
                  <a:pt x="20837" y="16266"/>
                </a:lnTo>
                <a:lnTo>
                  <a:pt x="20801" y="16266"/>
                </a:lnTo>
              </a:path>
              <a:path w="21600" h="21600">
                <a:moveTo>
                  <a:pt x="11763" y="16178"/>
                </a:moveTo>
                <a:lnTo>
                  <a:pt x="11799" y="16178"/>
                </a:lnTo>
                <a:lnTo>
                  <a:pt x="11799" y="16252"/>
                </a:lnTo>
                <a:lnTo>
                  <a:pt x="11763" y="16252"/>
                </a:lnTo>
              </a:path>
              <a:path w="21600" h="21600">
                <a:moveTo>
                  <a:pt x="9799" y="16178"/>
                </a:moveTo>
                <a:lnTo>
                  <a:pt x="9836" y="16178"/>
                </a:lnTo>
                <a:lnTo>
                  <a:pt x="9836" y="16252"/>
                </a:lnTo>
                <a:lnTo>
                  <a:pt x="9799" y="16252"/>
                </a:lnTo>
              </a:path>
              <a:path w="21600" h="21600">
                <a:moveTo>
                  <a:pt x="17782" y="16157"/>
                </a:moveTo>
                <a:lnTo>
                  <a:pt x="17826" y="16157"/>
                </a:lnTo>
                <a:lnTo>
                  <a:pt x="17826" y="16245"/>
                </a:lnTo>
                <a:lnTo>
                  <a:pt x="17782" y="16245"/>
                </a:lnTo>
              </a:path>
              <a:path w="21600" h="21600">
                <a:moveTo>
                  <a:pt x="3773" y="16157"/>
                </a:moveTo>
                <a:lnTo>
                  <a:pt x="3817" y="16157"/>
                </a:lnTo>
                <a:lnTo>
                  <a:pt x="3817" y="16245"/>
                </a:lnTo>
                <a:lnTo>
                  <a:pt x="3773" y="16245"/>
                </a:lnTo>
              </a:path>
              <a:path w="21600" h="21600">
                <a:moveTo>
                  <a:pt x="10691" y="16130"/>
                </a:moveTo>
                <a:lnTo>
                  <a:pt x="10755" y="16130"/>
                </a:lnTo>
                <a:lnTo>
                  <a:pt x="10755" y="16261"/>
                </a:lnTo>
                <a:lnTo>
                  <a:pt x="10691" y="16261"/>
                </a:lnTo>
              </a:path>
              <a:path w="21600" h="21600">
                <a:moveTo>
                  <a:pt x="19596" y="16129"/>
                </a:moveTo>
                <a:lnTo>
                  <a:pt x="19627" y="16129"/>
                </a:lnTo>
                <a:lnTo>
                  <a:pt x="19627" y="16192"/>
                </a:lnTo>
                <a:lnTo>
                  <a:pt x="19596" y="16192"/>
                </a:lnTo>
              </a:path>
              <a:path w="21600" h="21600">
                <a:moveTo>
                  <a:pt x="16883" y="16129"/>
                </a:moveTo>
                <a:lnTo>
                  <a:pt x="16914" y="16129"/>
                </a:lnTo>
                <a:lnTo>
                  <a:pt x="16914" y="16192"/>
                </a:lnTo>
                <a:lnTo>
                  <a:pt x="16883" y="16192"/>
                </a:lnTo>
              </a:path>
              <a:path w="21600" h="21600">
                <a:moveTo>
                  <a:pt x="7391" y="16129"/>
                </a:moveTo>
                <a:lnTo>
                  <a:pt x="7422" y="16129"/>
                </a:lnTo>
                <a:lnTo>
                  <a:pt x="7422" y="16192"/>
                </a:lnTo>
                <a:lnTo>
                  <a:pt x="7391" y="16192"/>
                </a:lnTo>
              </a:path>
              <a:path w="21600" h="21600">
                <a:moveTo>
                  <a:pt x="4685" y="16129"/>
                </a:moveTo>
                <a:lnTo>
                  <a:pt x="4716" y="16129"/>
                </a:lnTo>
                <a:lnTo>
                  <a:pt x="4716" y="16192"/>
                </a:lnTo>
                <a:lnTo>
                  <a:pt x="4685" y="16192"/>
                </a:lnTo>
              </a:path>
              <a:path w="21600" h="21600">
                <a:moveTo>
                  <a:pt x="1972" y="16129"/>
                </a:moveTo>
                <a:lnTo>
                  <a:pt x="2003" y="16129"/>
                </a:lnTo>
                <a:lnTo>
                  <a:pt x="2003" y="16192"/>
                </a:lnTo>
                <a:lnTo>
                  <a:pt x="1972" y="16192"/>
                </a:lnTo>
              </a:path>
              <a:path w="21600" h="21600">
                <a:moveTo>
                  <a:pt x="14474" y="16125"/>
                </a:moveTo>
                <a:lnTo>
                  <a:pt x="14515" y="16125"/>
                </a:lnTo>
                <a:lnTo>
                  <a:pt x="14515" y="16210"/>
                </a:lnTo>
                <a:lnTo>
                  <a:pt x="14474" y="16210"/>
                </a:lnTo>
              </a:path>
              <a:path w="21600" h="21600">
                <a:moveTo>
                  <a:pt x="7084" y="16125"/>
                </a:moveTo>
                <a:lnTo>
                  <a:pt x="7125" y="16125"/>
                </a:lnTo>
                <a:lnTo>
                  <a:pt x="7125" y="16210"/>
                </a:lnTo>
                <a:lnTo>
                  <a:pt x="7084" y="16210"/>
                </a:lnTo>
              </a:path>
              <a:path w="21600" h="21600">
                <a:moveTo>
                  <a:pt x="5735" y="16124"/>
                </a:moveTo>
                <a:lnTo>
                  <a:pt x="5757" y="16124"/>
                </a:lnTo>
                <a:lnTo>
                  <a:pt x="5757" y="16170"/>
                </a:lnTo>
                <a:lnTo>
                  <a:pt x="5735" y="16170"/>
                </a:lnTo>
              </a:path>
              <a:path w="21600" h="21600">
                <a:moveTo>
                  <a:pt x="12677" y="16123"/>
                </a:moveTo>
                <a:lnTo>
                  <a:pt x="12697" y="16123"/>
                </a:lnTo>
                <a:lnTo>
                  <a:pt x="12697" y="16165"/>
                </a:lnTo>
                <a:lnTo>
                  <a:pt x="12677" y="16165"/>
                </a:lnTo>
              </a:path>
              <a:path w="21600" h="21600">
                <a:moveTo>
                  <a:pt x="8901" y="16123"/>
                </a:moveTo>
                <a:lnTo>
                  <a:pt x="8922" y="16123"/>
                </a:lnTo>
                <a:lnTo>
                  <a:pt x="8922" y="16165"/>
                </a:lnTo>
                <a:lnTo>
                  <a:pt x="8901" y="16165"/>
                </a:lnTo>
              </a:path>
              <a:path w="21600" h="21600">
                <a:moveTo>
                  <a:pt x="3483" y="16123"/>
                </a:moveTo>
                <a:lnTo>
                  <a:pt x="3503" y="16123"/>
                </a:lnTo>
                <a:lnTo>
                  <a:pt x="3503" y="16165"/>
                </a:lnTo>
                <a:lnTo>
                  <a:pt x="3483" y="16165"/>
                </a:lnTo>
              </a:path>
              <a:path w="21600" h="21600">
                <a:moveTo>
                  <a:pt x="1668" y="16111"/>
                </a:moveTo>
                <a:lnTo>
                  <a:pt x="1703" y="16111"/>
                </a:lnTo>
                <a:lnTo>
                  <a:pt x="1703" y="16181"/>
                </a:lnTo>
                <a:lnTo>
                  <a:pt x="1668" y="16181"/>
                </a:lnTo>
              </a:path>
              <a:path w="21600" h="21600">
                <a:moveTo>
                  <a:pt x="19884" y="16111"/>
                </a:moveTo>
                <a:lnTo>
                  <a:pt x="19943" y="16111"/>
                </a:lnTo>
                <a:lnTo>
                  <a:pt x="19943" y="16231"/>
                </a:lnTo>
                <a:lnTo>
                  <a:pt x="19884" y="16231"/>
                </a:lnTo>
              </a:path>
              <a:path w="21600" h="21600">
                <a:moveTo>
                  <a:pt x="13412" y="16081"/>
                </a:moveTo>
                <a:lnTo>
                  <a:pt x="13462" y="16081"/>
                </a:lnTo>
                <a:lnTo>
                  <a:pt x="13462" y="16183"/>
                </a:lnTo>
                <a:lnTo>
                  <a:pt x="13412" y="16183"/>
                </a:lnTo>
              </a:path>
              <a:path w="21600" h="21600">
                <a:moveTo>
                  <a:pt x="8136" y="16081"/>
                </a:moveTo>
                <a:lnTo>
                  <a:pt x="8186" y="16081"/>
                </a:lnTo>
                <a:lnTo>
                  <a:pt x="8186" y="16183"/>
                </a:lnTo>
                <a:lnTo>
                  <a:pt x="8136" y="16183"/>
                </a:lnTo>
              </a:path>
              <a:path w="21600" h="21600">
                <a:moveTo>
                  <a:pt x="9183" y="16072"/>
                </a:moveTo>
                <a:lnTo>
                  <a:pt x="9244" y="16072"/>
                </a:lnTo>
                <a:lnTo>
                  <a:pt x="9244" y="16196"/>
                </a:lnTo>
                <a:lnTo>
                  <a:pt x="9183" y="16196"/>
                </a:lnTo>
              </a:path>
              <a:path w="21600" h="21600">
                <a:moveTo>
                  <a:pt x="16577" y="16072"/>
                </a:moveTo>
                <a:lnTo>
                  <a:pt x="16615" y="16072"/>
                </a:lnTo>
                <a:lnTo>
                  <a:pt x="16615" y="16149"/>
                </a:lnTo>
                <a:lnTo>
                  <a:pt x="16577" y="16149"/>
                </a:lnTo>
              </a:path>
              <a:path w="21600" h="21600">
                <a:moveTo>
                  <a:pt x="4984" y="16072"/>
                </a:moveTo>
                <a:lnTo>
                  <a:pt x="5022" y="16072"/>
                </a:lnTo>
                <a:lnTo>
                  <a:pt x="5022" y="16149"/>
                </a:lnTo>
                <a:lnTo>
                  <a:pt x="4984" y="16149"/>
                </a:lnTo>
              </a:path>
              <a:path w="21600" h="21600">
                <a:moveTo>
                  <a:pt x="20501" y="16027"/>
                </a:moveTo>
                <a:lnTo>
                  <a:pt x="20534" y="16027"/>
                </a:lnTo>
                <a:lnTo>
                  <a:pt x="20534" y="16094"/>
                </a:lnTo>
                <a:lnTo>
                  <a:pt x="20501" y="16094"/>
                </a:lnTo>
              </a:path>
              <a:path w="21600" h="21600">
                <a:moveTo>
                  <a:pt x="15082" y="16027"/>
                </a:moveTo>
                <a:lnTo>
                  <a:pt x="15115" y="16027"/>
                </a:lnTo>
                <a:lnTo>
                  <a:pt x="15115" y="16094"/>
                </a:lnTo>
                <a:lnTo>
                  <a:pt x="15082" y="16094"/>
                </a:lnTo>
              </a:path>
              <a:path w="21600" h="21600">
                <a:moveTo>
                  <a:pt x="6484" y="16027"/>
                </a:moveTo>
                <a:lnTo>
                  <a:pt x="6517" y="16027"/>
                </a:lnTo>
                <a:lnTo>
                  <a:pt x="6517" y="16094"/>
                </a:lnTo>
                <a:lnTo>
                  <a:pt x="6484" y="16094"/>
                </a:lnTo>
              </a:path>
              <a:path w="21600" h="21600">
                <a:moveTo>
                  <a:pt x="10859" y="16012"/>
                </a:moveTo>
                <a:lnTo>
                  <a:pt x="10891" y="16012"/>
                </a:lnTo>
                <a:lnTo>
                  <a:pt x="10891" y="16079"/>
                </a:lnTo>
                <a:lnTo>
                  <a:pt x="10859" y="16079"/>
                </a:lnTo>
              </a:path>
              <a:path w="21600" h="21600">
                <a:moveTo>
                  <a:pt x="4387" y="15995"/>
                </a:moveTo>
                <a:lnTo>
                  <a:pt x="4411" y="15995"/>
                </a:lnTo>
                <a:lnTo>
                  <a:pt x="4411" y="16044"/>
                </a:lnTo>
                <a:lnTo>
                  <a:pt x="4387" y="16044"/>
                </a:lnTo>
              </a:path>
              <a:path w="21600" h="21600">
                <a:moveTo>
                  <a:pt x="20656" y="15957"/>
                </a:moveTo>
                <a:lnTo>
                  <a:pt x="20680" y="15957"/>
                </a:lnTo>
                <a:lnTo>
                  <a:pt x="20680" y="16006"/>
                </a:lnTo>
                <a:lnTo>
                  <a:pt x="20656" y="16006"/>
                </a:lnTo>
              </a:path>
              <a:path w="21600" h="21600">
                <a:moveTo>
                  <a:pt x="19146" y="15957"/>
                </a:moveTo>
                <a:lnTo>
                  <a:pt x="19170" y="15957"/>
                </a:lnTo>
                <a:lnTo>
                  <a:pt x="19170" y="16006"/>
                </a:lnTo>
                <a:lnTo>
                  <a:pt x="19146" y="16006"/>
                </a:lnTo>
              </a:path>
              <a:path w="21600" h="21600">
                <a:moveTo>
                  <a:pt x="18698" y="15957"/>
                </a:moveTo>
                <a:lnTo>
                  <a:pt x="18722" y="15957"/>
                </a:lnTo>
                <a:lnTo>
                  <a:pt x="18722" y="16006"/>
                </a:lnTo>
                <a:lnTo>
                  <a:pt x="18698" y="16006"/>
                </a:lnTo>
              </a:path>
              <a:path w="21600" h="21600">
                <a:moveTo>
                  <a:pt x="18396" y="15957"/>
                </a:moveTo>
                <a:lnTo>
                  <a:pt x="18420" y="15957"/>
                </a:lnTo>
                <a:lnTo>
                  <a:pt x="18420" y="16006"/>
                </a:lnTo>
                <a:lnTo>
                  <a:pt x="18396" y="16006"/>
                </a:lnTo>
              </a:path>
              <a:path w="21600" h="21600">
                <a:moveTo>
                  <a:pt x="17943" y="15957"/>
                </a:moveTo>
                <a:lnTo>
                  <a:pt x="17967" y="15957"/>
                </a:lnTo>
                <a:lnTo>
                  <a:pt x="17967" y="16006"/>
                </a:lnTo>
                <a:lnTo>
                  <a:pt x="17943" y="16006"/>
                </a:lnTo>
              </a:path>
              <a:path w="21600" h="21600">
                <a:moveTo>
                  <a:pt x="16433" y="15957"/>
                </a:moveTo>
                <a:lnTo>
                  <a:pt x="16457" y="15957"/>
                </a:lnTo>
                <a:lnTo>
                  <a:pt x="16457" y="16006"/>
                </a:lnTo>
                <a:lnTo>
                  <a:pt x="16433" y="16006"/>
                </a:lnTo>
              </a:path>
              <a:path w="21600" h="21600">
                <a:moveTo>
                  <a:pt x="15992" y="15957"/>
                </a:moveTo>
                <a:lnTo>
                  <a:pt x="16016" y="15957"/>
                </a:lnTo>
                <a:lnTo>
                  <a:pt x="16016" y="16006"/>
                </a:lnTo>
                <a:lnTo>
                  <a:pt x="15992" y="16006"/>
                </a:lnTo>
              </a:path>
              <a:path w="21600" h="21600">
                <a:moveTo>
                  <a:pt x="15690" y="15957"/>
                </a:moveTo>
                <a:lnTo>
                  <a:pt x="15714" y="15957"/>
                </a:lnTo>
                <a:lnTo>
                  <a:pt x="15714" y="16006"/>
                </a:lnTo>
                <a:lnTo>
                  <a:pt x="15690" y="16006"/>
                </a:lnTo>
              </a:path>
              <a:path w="21600" h="21600">
                <a:moveTo>
                  <a:pt x="15237" y="15957"/>
                </a:moveTo>
                <a:lnTo>
                  <a:pt x="15261" y="15957"/>
                </a:lnTo>
                <a:lnTo>
                  <a:pt x="15261" y="16006"/>
                </a:lnTo>
                <a:lnTo>
                  <a:pt x="15237" y="16006"/>
                </a:lnTo>
              </a:path>
              <a:path w="21600" h="21600">
                <a:moveTo>
                  <a:pt x="13727" y="15957"/>
                </a:moveTo>
                <a:lnTo>
                  <a:pt x="13751" y="15957"/>
                </a:lnTo>
                <a:lnTo>
                  <a:pt x="13751" y="16006"/>
                </a:lnTo>
                <a:lnTo>
                  <a:pt x="13727" y="16006"/>
                </a:lnTo>
              </a:path>
              <a:path w="21600" h="21600">
                <a:moveTo>
                  <a:pt x="13279" y="15957"/>
                </a:moveTo>
                <a:lnTo>
                  <a:pt x="13303" y="15957"/>
                </a:lnTo>
                <a:lnTo>
                  <a:pt x="13303" y="16006"/>
                </a:lnTo>
                <a:lnTo>
                  <a:pt x="13279" y="16006"/>
                </a:lnTo>
              </a:path>
              <a:path w="21600" h="21600">
                <a:moveTo>
                  <a:pt x="12977" y="15957"/>
                </a:moveTo>
                <a:lnTo>
                  <a:pt x="13001" y="15957"/>
                </a:lnTo>
                <a:lnTo>
                  <a:pt x="13001" y="16006"/>
                </a:lnTo>
                <a:lnTo>
                  <a:pt x="12977" y="16006"/>
                </a:lnTo>
              </a:path>
              <a:path w="21600" h="21600">
                <a:moveTo>
                  <a:pt x="12524" y="15957"/>
                </a:moveTo>
                <a:lnTo>
                  <a:pt x="12548" y="15957"/>
                </a:lnTo>
                <a:lnTo>
                  <a:pt x="12548" y="16006"/>
                </a:lnTo>
                <a:lnTo>
                  <a:pt x="12524" y="16006"/>
                </a:lnTo>
              </a:path>
              <a:path w="21600" h="21600">
                <a:moveTo>
                  <a:pt x="11014" y="15957"/>
                </a:moveTo>
                <a:lnTo>
                  <a:pt x="11038" y="15957"/>
                </a:lnTo>
                <a:lnTo>
                  <a:pt x="11038" y="16006"/>
                </a:lnTo>
                <a:lnTo>
                  <a:pt x="11014" y="16006"/>
                </a:lnTo>
              </a:path>
              <a:path w="21600" h="21600">
                <a:moveTo>
                  <a:pt x="9051" y="15957"/>
                </a:moveTo>
                <a:lnTo>
                  <a:pt x="9075" y="15957"/>
                </a:lnTo>
                <a:lnTo>
                  <a:pt x="9075" y="16006"/>
                </a:lnTo>
                <a:lnTo>
                  <a:pt x="9051" y="16006"/>
                </a:lnTo>
              </a:path>
              <a:path w="21600" h="21600">
                <a:moveTo>
                  <a:pt x="8598" y="15957"/>
                </a:moveTo>
                <a:lnTo>
                  <a:pt x="8622" y="15957"/>
                </a:lnTo>
                <a:lnTo>
                  <a:pt x="8622" y="16006"/>
                </a:lnTo>
                <a:lnTo>
                  <a:pt x="8598" y="16006"/>
                </a:lnTo>
              </a:path>
              <a:path w="21600" h="21600">
                <a:moveTo>
                  <a:pt x="8296" y="15957"/>
                </a:moveTo>
                <a:lnTo>
                  <a:pt x="8320" y="15957"/>
                </a:lnTo>
                <a:lnTo>
                  <a:pt x="8320" y="16006"/>
                </a:lnTo>
                <a:lnTo>
                  <a:pt x="8296" y="16006"/>
                </a:lnTo>
              </a:path>
              <a:path w="21600" h="21600">
                <a:moveTo>
                  <a:pt x="7847" y="15957"/>
                </a:moveTo>
                <a:lnTo>
                  <a:pt x="7871" y="15957"/>
                </a:lnTo>
                <a:lnTo>
                  <a:pt x="7871" y="16006"/>
                </a:lnTo>
                <a:lnTo>
                  <a:pt x="7847" y="16006"/>
                </a:lnTo>
              </a:path>
              <a:path w="21600" h="21600">
                <a:moveTo>
                  <a:pt x="6338" y="15957"/>
                </a:moveTo>
                <a:lnTo>
                  <a:pt x="6361" y="15957"/>
                </a:lnTo>
                <a:lnTo>
                  <a:pt x="6361" y="16006"/>
                </a:lnTo>
                <a:lnTo>
                  <a:pt x="6338" y="16006"/>
                </a:lnTo>
              </a:path>
              <a:path w="21600" h="21600">
                <a:moveTo>
                  <a:pt x="5885" y="15957"/>
                </a:moveTo>
                <a:lnTo>
                  <a:pt x="5909" y="15957"/>
                </a:lnTo>
                <a:lnTo>
                  <a:pt x="5909" y="16006"/>
                </a:lnTo>
                <a:lnTo>
                  <a:pt x="5885" y="16006"/>
                </a:lnTo>
              </a:path>
              <a:path w="21600" h="21600">
                <a:moveTo>
                  <a:pt x="5583" y="15957"/>
                </a:moveTo>
                <a:lnTo>
                  <a:pt x="5607" y="15957"/>
                </a:lnTo>
                <a:lnTo>
                  <a:pt x="5607" y="16006"/>
                </a:lnTo>
                <a:lnTo>
                  <a:pt x="5583" y="16006"/>
                </a:lnTo>
              </a:path>
              <a:path w="21600" h="21600">
                <a:moveTo>
                  <a:pt x="5142" y="15957"/>
                </a:moveTo>
                <a:lnTo>
                  <a:pt x="5166" y="15957"/>
                </a:lnTo>
                <a:lnTo>
                  <a:pt x="5166" y="16006"/>
                </a:lnTo>
                <a:lnTo>
                  <a:pt x="5142" y="16006"/>
                </a:lnTo>
              </a:path>
              <a:path w="21600" h="21600">
                <a:moveTo>
                  <a:pt x="2428" y="15957"/>
                </a:moveTo>
                <a:lnTo>
                  <a:pt x="2452" y="15957"/>
                </a:lnTo>
                <a:lnTo>
                  <a:pt x="2452" y="16006"/>
                </a:lnTo>
                <a:lnTo>
                  <a:pt x="2428" y="16006"/>
                </a:lnTo>
              </a:path>
              <a:path w="21600" h="21600">
                <a:moveTo>
                  <a:pt x="919" y="15957"/>
                </a:moveTo>
                <a:lnTo>
                  <a:pt x="943" y="15957"/>
                </a:lnTo>
                <a:lnTo>
                  <a:pt x="943" y="16006"/>
                </a:lnTo>
                <a:lnTo>
                  <a:pt x="919" y="16006"/>
                </a:lnTo>
              </a:path>
              <a:path w="21600" h="21600">
                <a:moveTo>
                  <a:pt x="466" y="15957"/>
                </a:moveTo>
                <a:lnTo>
                  <a:pt x="490" y="15957"/>
                </a:lnTo>
                <a:lnTo>
                  <a:pt x="490" y="16006"/>
                </a:lnTo>
                <a:lnTo>
                  <a:pt x="466" y="16006"/>
                </a:lnTo>
              </a:path>
              <a:path w="21600" h="21600">
                <a:moveTo>
                  <a:pt x="164" y="15957"/>
                </a:moveTo>
                <a:lnTo>
                  <a:pt x="188" y="15957"/>
                </a:lnTo>
                <a:lnTo>
                  <a:pt x="188" y="16006"/>
                </a:lnTo>
                <a:lnTo>
                  <a:pt x="164" y="16006"/>
                </a:lnTo>
              </a:path>
              <a:path w="21600" h="21600">
                <a:moveTo>
                  <a:pt x="2874" y="15948"/>
                </a:moveTo>
                <a:lnTo>
                  <a:pt x="2904" y="15948"/>
                </a:lnTo>
                <a:lnTo>
                  <a:pt x="2904" y="16008"/>
                </a:lnTo>
                <a:lnTo>
                  <a:pt x="2874" y="16008"/>
                </a:lnTo>
              </a:path>
              <a:path w="21600" h="21600">
                <a:moveTo>
                  <a:pt x="11459" y="15938"/>
                </a:moveTo>
                <a:lnTo>
                  <a:pt x="11499" y="15938"/>
                </a:lnTo>
                <a:lnTo>
                  <a:pt x="11499" y="16019"/>
                </a:lnTo>
                <a:lnTo>
                  <a:pt x="11459" y="16019"/>
                </a:lnTo>
              </a:path>
              <a:path w="21600" h="21600">
                <a:moveTo>
                  <a:pt x="20203" y="15921"/>
                </a:moveTo>
                <a:lnTo>
                  <a:pt x="20228" y="15921"/>
                </a:lnTo>
                <a:lnTo>
                  <a:pt x="20228" y="15974"/>
                </a:lnTo>
                <a:lnTo>
                  <a:pt x="20203" y="15974"/>
                </a:lnTo>
              </a:path>
              <a:path w="21600" h="21600">
                <a:moveTo>
                  <a:pt x="14783" y="15921"/>
                </a:moveTo>
                <a:lnTo>
                  <a:pt x="14809" y="15921"/>
                </a:lnTo>
                <a:lnTo>
                  <a:pt x="14809" y="15974"/>
                </a:lnTo>
                <a:lnTo>
                  <a:pt x="14783" y="15974"/>
                </a:lnTo>
              </a:path>
              <a:path w="21600" h="21600">
                <a:moveTo>
                  <a:pt x="9503" y="15921"/>
                </a:moveTo>
                <a:lnTo>
                  <a:pt x="9528" y="15921"/>
                </a:lnTo>
                <a:lnTo>
                  <a:pt x="9528" y="15974"/>
                </a:lnTo>
                <a:lnTo>
                  <a:pt x="9503" y="15974"/>
                </a:lnTo>
              </a:path>
              <a:path w="21600" h="21600">
                <a:moveTo>
                  <a:pt x="6790" y="15921"/>
                </a:moveTo>
                <a:lnTo>
                  <a:pt x="6815" y="15921"/>
                </a:lnTo>
                <a:lnTo>
                  <a:pt x="6815" y="15974"/>
                </a:lnTo>
                <a:lnTo>
                  <a:pt x="6790" y="15974"/>
                </a:lnTo>
              </a:path>
              <a:path w="21600" h="21600">
                <a:moveTo>
                  <a:pt x="4084" y="15921"/>
                </a:moveTo>
                <a:lnTo>
                  <a:pt x="4110" y="15921"/>
                </a:lnTo>
                <a:lnTo>
                  <a:pt x="4110" y="15974"/>
                </a:lnTo>
                <a:lnTo>
                  <a:pt x="4084" y="15974"/>
                </a:lnTo>
              </a:path>
              <a:path w="21600" h="21600">
                <a:moveTo>
                  <a:pt x="21258" y="15918"/>
                </a:moveTo>
                <a:lnTo>
                  <a:pt x="21287" y="15918"/>
                </a:lnTo>
                <a:lnTo>
                  <a:pt x="21287" y="15978"/>
                </a:lnTo>
                <a:lnTo>
                  <a:pt x="21258" y="15978"/>
                </a:lnTo>
              </a:path>
              <a:path w="21600" h="21600">
                <a:moveTo>
                  <a:pt x="18544" y="15918"/>
                </a:moveTo>
                <a:lnTo>
                  <a:pt x="18574" y="15918"/>
                </a:lnTo>
                <a:lnTo>
                  <a:pt x="18574" y="15978"/>
                </a:lnTo>
                <a:lnTo>
                  <a:pt x="18544" y="15978"/>
                </a:lnTo>
              </a:path>
              <a:path w="21600" h="21600">
                <a:moveTo>
                  <a:pt x="15839" y="15918"/>
                </a:moveTo>
                <a:lnTo>
                  <a:pt x="15868" y="15918"/>
                </a:lnTo>
                <a:lnTo>
                  <a:pt x="15868" y="15978"/>
                </a:lnTo>
                <a:lnTo>
                  <a:pt x="15839" y="15978"/>
                </a:lnTo>
              </a:path>
              <a:path w="21600" h="21600">
                <a:moveTo>
                  <a:pt x="13125" y="15918"/>
                </a:moveTo>
                <a:lnTo>
                  <a:pt x="13155" y="15918"/>
                </a:lnTo>
                <a:lnTo>
                  <a:pt x="13155" y="15978"/>
                </a:lnTo>
                <a:lnTo>
                  <a:pt x="13125" y="15978"/>
                </a:lnTo>
              </a:path>
              <a:path w="21600" h="21600">
                <a:moveTo>
                  <a:pt x="8444" y="15918"/>
                </a:moveTo>
                <a:lnTo>
                  <a:pt x="8473" y="15918"/>
                </a:lnTo>
                <a:lnTo>
                  <a:pt x="8473" y="15978"/>
                </a:lnTo>
                <a:lnTo>
                  <a:pt x="8444" y="15978"/>
                </a:lnTo>
              </a:path>
              <a:path w="21600" h="21600">
                <a:moveTo>
                  <a:pt x="3025" y="15918"/>
                </a:moveTo>
                <a:lnTo>
                  <a:pt x="3055" y="15918"/>
                </a:lnTo>
                <a:lnTo>
                  <a:pt x="3055" y="15978"/>
                </a:lnTo>
                <a:lnTo>
                  <a:pt x="3025" y="15978"/>
                </a:lnTo>
              </a:path>
              <a:path w="21600" h="21600">
                <a:moveTo>
                  <a:pt x="312" y="15918"/>
                </a:moveTo>
                <a:lnTo>
                  <a:pt x="341" y="15918"/>
                </a:lnTo>
                <a:lnTo>
                  <a:pt x="341" y="15978"/>
                </a:lnTo>
                <a:lnTo>
                  <a:pt x="312" y="15978"/>
                </a:lnTo>
              </a:path>
              <a:path w="21600" h="21600">
                <a:moveTo>
                  <a:pt x="12364" y="15908"/>
                </a:moveTo>
                <a:lnTo>
                  <a:pt x="12406" y="15908"/>
                </a:lnTo>
                <a:lnTo>
                  <a:pt x="12406" y="15992"/>
                </a:lnTo>
                <a:lnTo>
                  <a:pt x="12364" y="15992"/>
                </a:lnTo>
              </a:path>
              <a:path w="21600" h="21600">
                <a:moveTo>
                  <a:pt x="9193" y="15908"/>
                </a:moveTo>
                <a:lnTo>
                  <a:pt x="9234" y="15908"/>
                </a:lnTo>
                <a:lnTo>
                  <a:pt x="9234" y="15992"/>
                </a:lnTo>
                <a:lnTo>
                  <a:pt x="9193" y="15992"/>
                </a:lnTo>
              </a:path>
              <a:path w="21600" h="21600">
                <a:moveTo>
                  <a:pt x="19296" y="15907"/>
                </a:moveTo>
                <a:lnTo>
                  <a:pt x="19323" y="15907"/>
                </a:lnTo>
                <a:lnTo>
                  <a:pt x="19323" y="15963"/>
                </a:lnTo>
                <a:lnTo>
                  <a:pt x="19296" y="15963"/>
                </a:lnTo>
              </a:path>
              <a:path w="21600" h="21600">
                <a:moveTo>
                  <a:pt x="13877" y="15907"/>
                </a:moveTo>
                <a:lnTo>
                  <a:pt x="13904" y="15907"/>
                </a:lnTo>
                <a:lnTo>
                  <a:pt x="13904" y="15963"/>
                </a:lnTo>
                <a:lnTo>
                  <a:pt x="13877" y="15963"/>
                </a:lnTo>
              </a:path>
              <a:path w="21600" h="21600">
                <a:moveTo>
                  <a:pt x="7695" y="15907"/>
                </a:moveTo>
                <a:lnTo>
                  <a:pt x="7722" y="15907"/>
                </a:lnTo>
                <a:lnTo>
                  <a:pt x="7722" y="15963"/>
                </a:lnTo>
                <a:lnTo>
                  <a:pt x="7695" y="15963"/>
                </a:lnTo>
              </a:path>
              <a:path w="21600" h="21600">
                <a:moveTo>
                  <a:pt x="2276" y="15907"/>
                </a:moveTo>
                <a:lnTo>
                  <a:pt x="2303" y="15907"/>
                </a:lnTo>
                <a:lnTo>
                  <a:pt x="2303" y="15963"/>
                </a:lnTo>
                <a:lnTo>
                  <a:pt x="2276" y="15963"/>
                </a:lnTo>
              </a:path>
              <a:path w="21600" h="21600">
                <a:moveTo>
                  <a:pt x="1064" y="15887"/>
                </a:moveTo>
                <a:lnTo>
                  <a:pt x="1100" y="15887"/>
                </a:lnTo>
                <a:lnTo>
                  <a:pt x="1100" y="15961"/>
                </a:lnTo>
                <a:lnTo>
                  <a:pt x="1064" y="15961"/>
                </a:lnTo>
              </a:path>
              <a:path w="21600" h="21600">
                <a:moveTo>
                  <a:pt x="2720" y="15886"/>
                </a:moveTo>
                <a:lnTo>
                  <a:pt x="2764" y="15886"/>
                </a:lnTo>
                <a:lnTo>
                  <a:pt x="2764" y="15975"/>
                </a:lnTo>
                <a:lnTo>
                  <a:pt x="2720" y="15975"/>
                </a:lnTo>
              </a:path>
              <a:path w="21600" h="21600">
                <a:moveTo>
                  <a:pt x="15386" y="15879"/>
                </a:moveTo>
                <a:lnTo>
                  <a:pt x="15415" y="15879"/>
                </a:lnTo>
                <a:lnTo>
                  <a:pt x="15415" y="15938"/>
                </a:lnTo>
                <a:lnTo>
                  <a:pt x="15386" y="15938"/>
                </a:lnTo>
              </a:path>
              <a:path w="21600" h="21600">
                <a:moveTo>
                  <a:pt x="10108" y="15854"/>
                </a:moveTo>
                <a:lnTo>
                  <a:pt x="10131" y="15854"/>
                </a:lnTo>
                <a:lnTo>
                  <a:pt x="10131" y="15899"/>
                </a:lnTo>
                <a:lnTo>
                  <a:pt x="10108" y="15899"/>
                </a:lnTo>
              </a:path>
              <a:path w="21600" h="21600">
                <a:moveTo>
                  <a:pt x="767" y="15844"/>
                </a:moveTo>
                <a:lnTo>
                  <a:pt x="793" y="15844"/>
                </a:lnTo>
                <a:lnTo>
                  <a:pt x="793" y="15896"/>
                </a:lnTo>
                <a:lnTo>
                  <a:pt x="767" y="15896"/>
                </a:lnTo>
              </a:path>
              <a:path w="21600" h="21600">
                <a:moveTo>
                  <a:pt x="20802" y="15837"/>
                </a:moveTo>
                <a:lnTo>
                  <a:pt x="20836" y="15837"/>
                </a:lnTo>
                <a:lnTo>
                  <a:pt x="20836" y="15908"/>
                </a:lnTo>
                <a:lnTo>
                  <a:pt x="20802" y="15908"/>
                </a:lnTo>
              </a:path>
              <a:path w="21600" h="21600">
                <a:moveTo>
                  <a:pt x="19597" y="15824"/>
                </a:moveTo>
                <a:lnTo>
                  <a:pt x="19626" y="15824"/>
                </a:lnTo>
                <a:lnTo>
                  <a:pt x="19626" y="15884"/>
                </a:lnTo>
                <a:lnTo>
                  <a:pt x="19597" y="15884"/>
                </a:lnTo>
              </a:path>
              <a:path w="21600" h="21600">
                <a:moveTo>
                  <a:pt x="16884" y="15824"/>
                </a:moveTo>
                <a:lnTo>
                  <a:pt x="16913" y="15824"/>
                </a:lnTo>
                <a:lnTo>
                  <a:pt x="16913" y="15884"/>
                </a:lnTo>
                <a:lnTo>
                  <a:pt x="16884" y="15884"/>
                </a:lnTo>
              </a:path>
              <a:path w="21600" h="21600">
                <a:moveTo>
                  <a:pt x="7392" y="15824"/>
                </a:moveTo>
                <a:lnTo>
                  <a:pt x="7421" y="15824"/>
                </a:lnTo>
                <a:lnTo>
                  <a:pt x="7421" y="15884"/>
                </a:lnTo>
                <a:lnTo>
                  <a:pt x="7392" y="15884"/>
                </a:lnTo>
              </a:path>
              <a:path w="21600" h="21600">
                <a:moveTo>
                  <a:pt x="4686" y="15824"/>
                </a:moveTo>
                <a:lnTo>
                  <a:pt x="4715" y="15824"/>
                </a:lnTo>
                <a:lnTo>
                  <a:pt x="4715" y="15884"/>
                </a:lnTo>
                <a:lnTo>
                  <a:pt x="4686" y="15884"/>
                </a:lnTo>
              </a:path>
              <a:path w="21600" h="21600">
                <a:moveTo>
                  <a:pt x="1973" y="15824"/>
                </a:moveTo>
                <a:lnTo>
                  <a:pt x="2002" y="15824"/>
                </a:lnTo>
                <a:lnTo>
                  <a:pt x="2002" y="15884"/>
                </a:lnTo>
                <a:lnTo>
                  <a:pt x="1973" y="15884"/>
                </a:lnTo>
              </a:path>
              <a:path w="21600" h="21600">
                <a:moveTo>
                  <a:pt x="5735" y="15824"/>
                </a:moveTo>
                <a:lnTo>
                  <a:pt x="5756" y="15824"/>
                </a:lnTo>
                <a:lnTo>
                  <a:pt x="5756" y="15866"/>
                </a:lnTo>
                <a:lnTo>
                  <a:pt x="5735" y="15866"/>
                </a:lnTo>
              </a:path>
              <a:path w="21600" h="21600">
                <a:moveTo>
                  <a:pt x="11764" y="15823"/>
                </a:moveTo>
                <a:lnTo>
                  <a:pt x="11798" y="15823"/>
                </a:lnTo>
                <a:lnTo>
                  <a:pt x="11798" y="15893"/>
                </a:lnTo>
                <a:lnTo>
                  <a:pt x="11764" y="15893"/>
                </a:lnTo>
              </a:path>
              <a:path w="21600" h="21600">
                <a:moveTo>
                  <a:pt x="9800" y="15823"/>
                </a:moveTo>
                <a:lnTo>
                  <a:pt x="9835" y="15823"/>
                </a:lnTo>
                <a:lnTo>
                  <a:pt x="9835" y="15893"/>
                </a:lnTo>
                <a:lnTo>
                  <a:pt x="9800" y="15893"/>
                </a:lnTo>
              </a:path>
              <a:path w="21600" h="21600">
                <a:moveTo>
                  <a:pt x="1669" y="15771"/>
                </a:moveTo>
                <a:lnTo>
                  <a:pt x="1702" y="15771"/>
                </a:lnTo>
                <a:lnTo>
                  <a:pt x="1702" y="15838"/>
                </a:lnTo>
                <a:lnTo>
                  <a:pt x="1669" y="15838"/>
                </a:lnTo>
              </a:path>
              <a:path w="21600" h="21600">
                <a:moveTo>
                  <a:pt x="19885" y="15771"/>
                </a:moveTo>
                <a:lnTo>
                  <a:pt x="19942" y="15771"/>
                </a:lnTo>
                <a:lnTo>
                  <a:pt x="19942" y="15888"/>
                </a:lnTo>
                <a:lnTo>
                  <a:pt x="19885" y="15888"/>
                </a:lnTo>
              </a:path>
              <a:path w="21600" h="21600">
                <a:moveTo>
                  <a:pt x="4388" y="15736"/>
                </a:moveTo>
                <a:lnTo>
                  <a:pt x="4410" y="15736"/>
                </a:lnTo>
                <a:lnTo>
                  <a:pt x="4410" y="15781"/>
                </a:lnTo>
                <a:lnTo>
                  <a:pt x="4388" y="15781"/>
                </a:lnTo>
              </a:path>
              <a:path w="21600" h="21600">
                <a:moveTo>
                  <a:pt x="10692" y="15712"/>
                </a:moveTo>
                <a:lnTo>
                  <a:pt x="10755" y="15712"/>
                </a:lnTo>
                <a:lnTo>
                  <a:pt x="10755" y="15839"/>
                </a:lnTo>
                <a:lnTo>
                  <a:pt x="10692" y="15839"/>
                </a:lnTo>
              </a:path>
              <a:path w="21600" h="21600">
                <a:moveTo>
                  <a:pt x="20502" y="15701"/>
                </a:moveTo>
                <a:lnTo>
                  <a:pt x="20533" y="15701"/>
                </a:lnTo>
                <a:lnTo>
                  <a:pt x="20533" y="15764"/>
                </a:lnTo>
                <a:lnTo>
                  <a:pt x="20502" y="15764"/>
                </a:lnTo>
              </a:path>
              <a:path w="21600" h="21600">
                <a:moveTo>
                  <a:pt x="15083" y="15701"/>
                </a:moveTo>
                <a:lnTo>
                  <a:pt x="15114" y="15701"/>
                </a:lnTo>
                <a:lnTo>
                  <a:pt x="15114" y="15764"/>
                </a:lnTo>
                <a:lnTo>
                  <a:pt x="15083" y="15764"/>
                </a:lnTo>
              </a:path>
              <a:path w="21600" h="21600">
                <a:moveTo>
                  <a:pt x="6485" y="15701"/>
                </a:moveTo>
                <a:lnTo>
                  <a:pt x="6516" y="15701"/>
                </a:lnTo>
                <a:lnTo>
                  <a:pt x="6516" y="15764"/>
                </a:lnTo>
                <a:lnTo>
                  <a:pt x="6485" y="15764"/>
                </a:lnTo>
              </a:path>
              <a:path w="21600" h="21600">
                <a:moveTo>
                  <a:pt x="20657" y="15696"/>
                </a:moveTo>
                <a:lnTo>
                  <a:pt x="20679" y="15696"/>
                </a:lnTo>
                <a:lnTo>
                  <a:pt x="20679" y="15741"/>
                </a:lnTo>
                <a:lnTo>
                  <a:pt x="20657" y="15741"/>
                </a:lnTo>
              </a:path>
              <a:path w="21600" h="21600">
                <a:moveTo>
                  <a:pt x="19147" y="15696"/>
                </a:moveTo>
                <a:lnTo>
                  <a:pt x="19170" y="15696"/>
                </a:lnTo>
                <a:lnTo>
                  <a:pt x="19170" y="15741"/>
                </a:lnTo>
                <a:lnTo>
                  <a:pt x="19147" y="15741"/>
                </a:lnTo>
              </a:path>
              <a:path w="21600" h="21600">
                <a:moveTo>
                  <a:pt x="18699" y="15696"/>
                </a:moveTo>
                <a:lnTo>
                  <a:pt x="18721" y="15696"/>
                </a:lnTo>
                <a:lnTo>
                  <a:pt x="18721" y="15741"/>
                </a:lnTo>
                <a:lnTo>
                  <a:pt x="18699" y="15741"/>
                </a:lnTo>
              </a:path>
              <a:path w="21600" h="21600">
                <a:moveTo>
                  <a:pt x="18397" y="15696"/>
                </a:moveTo>
                <a:lnTo>
                  <a:pt x="18419" y="15696"/>
                </a:lnTo>
                <a:lnTo>
                  <a:pt x="18419" y="15741"/>
                </a:lnTo>
                <a:lnTo>
                  <a:pt x="18397" y="15741"/>
                </a:lnTo>
              </a:path>
              <a:path w="21600" h="21600">
                <a:moveTo>
                  <a:pt x="17944" y="15696"/>
                </a:moveTo>
                <a:lnTo>
                  <a:pt x="17966" y="15696"/>
                </a:lnTo>
                <a:lnTo>
                  <a:pt x="17966" y="15741"/>
                </a:lnTo>
                <a:lnTo>
                  <a:pt x="17944" y="15741"/>
                </a:lnTo>
              </a:path>
              <a:path w="21600" h="21600">
                <a:moveTo>
                  <a:pt x="16434" y="15696"/>
                </a:moveTo>
                <a:lnTo>
                  <a:pt x="16456" y="15696"/>
                </a:lnTo>
                <a:lnTo>
                  <a:pt x="16456" y="15741"/>
                </a:lnTo>
                <a:lnTo>
                  <a:pt x="16434" y="15741"/>
                </a:lnTo>
              </a:path>
              <a:path w="21600" h="21600">
                <a:moveTo>
                  <a:pt x="15993" y="15696"/>
                </a:moveTo>
                <a:lnTo>
                  <a:pt x="16015" y="15696"/>
                </a:lnTo>
                <a:lnTo>
                  <a:pt x="16015" y="15741"/>
                </a:lnTo>
                <a:lnTo>
                  <a:pt x="15993" y="15741"/>
                </a:lnTo>
              </a:path>
              <a:path w="21600" h="21600">
                <a:moveTo>
                  <a:pt x="15691" y="15696"/>
                </a:moveTo>
                <a:lnTo>
                  <a:pt x="15713" y="15696"/>
                </a:lnTo>
                <a:lnTo>
                  <a:pt x="15713" y="15741"/>
                </a:lnTo>
                <a:lnTo>
                  <a:pt x="15691" y="15741"/>
                </a:lnTo>
              </a:path>
              <a:path w="21600" h="21600">
                <a:moveTo>
                  <a:pt x="15238" y="15696"/>
                </a:moveTo>
                <a:lnTo>
                  <a:pt x="15260" y="15696"/>
                </a:lnTo>
                <a:lnTo>
                  <a:pt x="15260" y="15741"/>
                </a:lnTo>
                <a:lnTo>
                  <a:pt x="15238" y="15741"/>
                </a:lnTo>
              </a:path>
              <a:path w="21600" h="21600">
                <a:moveTo>
                  <a:pt x="13728" y="15696"/>
                </a:moveTo>
                <a:lnTo>
                  <a:pt x="13751" y="15696"/>
                </a:lnTo>
                <a:lnTo>
                  <a:pt x="13751" y="15741"/>
                </a:lnTo>
                <a:lnTo>
                  <a:pt x="13728" y="15741"/>
                </a:lnTo>
              </a:path>
              <a:path w="21600" h="21600">
                <a:moveTo>
                  <a:pt x="13280" y="15696"/>
                </a:moveTo>
                <a:lnTo>
                  <a:pt x="13302" y="15696"/>
                </a:lnTo>
                <a:lnTo>
                  <a:pt x="13302" y="15741"/>
                </a:lnTo>
                <a:lnTo>
                  <a:pt x="13280" y="15741"/>
                </a:lnTo>
              </a:path>
              <a:path w="21600" h="21600">
                <a:moveTo>
                  <a:pt x="12978" y="15696"/>
                </a:moveTo>
                <a:lnTo>
                  <a:pt x="13000" y="15696"/>
                </a:lnTo>
                <a:lnTo>
                  <a:pt x="13000" y="15741"/>
                </a:lnTo>
                <a:lnTo>
                  <a:pt x="12978" y="15741"/>
                </a:lnTo>
              </a:path>
              <a:path w="21600" h="21600">
                <a:moveTo>
                  <a:pt x="12525" y="15696"/>
                </a:moveTo>
                <a:lnTo>
                  <a:pt x="12547" y="15696"/>
                </a:lnTo>
                <a:lnTo>
                  <a:pt x="12547" y="15741"/>
                </a:lnTo>
                <a:lnTo>
                  <a:pt x="12525" y="15741"/>
                </a:lnTo>
              </a:path>
              <a:path w="21600" h="21600">
                <a:moveTo>
                  <a:pt x="11015" y="15696"/>
                </a:moveTo>
                <a:lnTo>
                  <a:pt x="11037" y="15696"/>
                </a:lnTo>
                <a:lnTo>
                  <a:pt x="11037" y="15741"/>
                </a:lnTo>
                <a:lnTo>
                  <a:pt x="11015" y="15741"/>
                </a:lnTo>
              </a:path>
              <a:path w="21600" h="21600">
                <a:moveTo>
                  <a:pt x="9052" y="15696"/>
                </a:moveTo>
                <a:lnTo>
                  <a:pt x="9074" y="15696"/>
                </a:lnTo>
                <a:lnTo>
                  <a:pt x="9074" y="15741"/>
                </a:lnTo>
                <a:lnTo>
                  <a:pt x="9052" y="15741"/>
                </a:lnTo>
              </a:path>
              <a:path w="21600" h="21600">
                <a:moveTo>
                  <a:pt x="8599" y="15696"/>
                </a:moveTo>
                <a:lnTo>
                  <a:pt x="8621" y="15696"/>
                </a:lnTo>
                <a:lnTo>
                  <a:pt x="8621" y="15741"/>
                </a:lnTo>
                <a:lnTo>
                  <a:pt x="8599" y="15741"/>
                </a:lnTo>
              </a:path>
              <a:path w="21600" h="21600">
                <a:moveTo>
                  <a:pt x="8297" y="15696"/>
                </a:moveTo>
                <a:lnTo>
                  <a:pt x="8319" y="15696"/>
                </a:lnTo>
                <a:lnTo>
                  <a:pt x="8319" y="15741"/>
                </a:lnTo>
                <a:lnTo>
                  <a:pt x="8297" y="15741"/>
                </a:lnTo>
              </a:path>
              <a:path w="21600" h="21600">
                <a:moveTo>
                  <a:pt x="7848" y="15696"/>
                </a:moveTo>
                <a:lnTo>
                  <a:pt x="7870" y="15696"/>
                </a:lnTo>
                <a:lnTo>
                  <a:pt x="7870" y="15741"/>
                </a:lnTo>
                <a:lnTo>
                  <a:pt x="7848" y="15741"/>
                </a:lnTo>
              </a:path>
              <a:path w="21600" h="21600">
                <a:moveTo>
                  <a:pt x="6338" y="15696"/>
                </a:moveTo>
                <a:lnTo>
                  <a:pt x="6361" y="15696"/>
                </a:lnTo>
                <a:lnTo>
                  <a:pt x="6361" y="15741"/>
                </a:lnTo>
                <a:lnTo>
                  <a:pt x="6338" y="15741"/>
                </a:lnTo>
              </a:path>
              <a:path w="21600" h="21600">
                <a:moveTo>
                  <a:pt x="5886" y="15696"/>
                </a:moveTo>
                <a:lnTo>
                  <a:pt x="5908" y="15696"/>
                </a:lnTo>
                <a:lnTo>
                  <a:pt x="5908" y="15741"/>
                </a:lnTo>
                <a:lnTo>
                  <a:pt x="5886" y="15741"/>
                </a:lnTo>
              </a:path>
              <a:path w="21600" h="21600">
                <a:moveTo>
                  <a:pt x="5584" y="15696"/>
                </a:moveTo>
                <a:lnTo>
                  <a:pt x="5606" y="15696"/>
                </a:lnTo>
                <a:lnTo>
                  <a:pt x="5606" y="15741"/>
                </a:lnTo>
                <a:lnTo>
                  <a:pt x="5584" y="15741"/>
                </a:lnTo>
              </a:path>
              <a:path w="21600" h="21600">
                <a:moveTo>
                  <a:pt x="5143" y="15696"/>
                </a:moveTo>
                <a:lnTo>
                  <a:pt x="5165" y="15696"/>
                </a:lnTo>
                <a:lnTo>
                  <a:pt x="5165" y="15741"/>
                </a:lnTo>
                <a:lnTo>
                  <a:pt x="5143" y="15741"/>
                </a:lnTo>
              </a:path>
              <a:path w="21600" h="21600">
                <a:moveTo>
                  <a:pt x="2429" y="15696"/>
                </a:moveTo>
                <a:lnTo>
                  <a:pt x="2452" y="15696"/>
                </a:lnTo>
                <a:lnTo>
                  <a:pt x="2452" y="15741"/>
                </a:lnTo>
                <a:lnTo>
                  <a:pt x="2429" y="15741"/>
                </a:lnTo>
              </a:path>
              <a:path w="21600" h="21600">
                <a:moveTo>
                  <a:pt x="920" y="15696"/>
                </a:moveTo>
                <a:lnTo>
                  <a:pt x="942" y="15696"/>
                </a:lnTo>
                <a:lnTo>
                  <a:pt x="942" y="15741"/>
                </a:lnTo>
                <a:lnTo>
                  <a:pt x="920" y="15741"/>
                </a:lnTo>
              </a:path>
              <a:path w="21600" h="21600">
                <a:moveTo>
                  <a:pt x="467" y="15696"/>
                </a:moveTo>
                <a:lnTo>
                  <a:pt x="489" y="15696"/>
                </a:lnTo>
                <a:lnTo>
                  <a:pt x="489" y="15741"/>
                </a:lnTo>
                <a:lnTo>
                  <a:pt x="467" y="15741"/>
                </a:lnTo>
              </a:path>
              <a:path w="21600" h="21600">
                <a:moveTo>
                  <a:pt x="165" y="15696"/>
                </a:moveTo>
                <a:lnTo>
                  <a:pt x="187" y="15696"/>
                </a:lnTo>
                <a:lnTo>
                  <a:pt x="187" y="15741"/>
                </a:lnTo>
                <a:lnTo>
                  <a:pt x="165" y="15741"/>
                </a:lnTo>
              </a:path>
              <a:path w="21600" h="21600">
                <a:moveTo>
                  <a:pt x="17783" y="15690"/>
                </a:moveTo>
                <a:lnTo>
                  <a:pt x="17825" y="15690"/>
                </a:lnTo>
                <a:lnTo>
                  <a:pt x="17825" y="15775"/>
                </a:lnTo>
                <a:lnTo>
                  <a:pt x="17783" y="15775"/>
                </a:lnTo>
              </a:path>
              <a:path w="21600" h="21600">
                <a:moveTo>
                  <a:pt x="3774" y="15690"/>
                </a:moveTo>
                <a:lnTo>
                  <a:pt x="3816" y="15690"/>
                </a:lnTo>
                <a:lnTo>
                  <a:pt x="3816" y="15775"/>
                </a:lnTo>
                <a:lnTo>
                  <a:pt x="3774" y="15775"/>
                </a:lnTo>
              </a:path>
              <a:path w="21600" h="21600">
                <a:moveTo>
                  <a:pt x="14475" y="15690"/>
                </a:moveTo>
                <a:lnTo>
                  <a:pt x="14514" y="15690"/>
                </a:lnTo>
                <a:lnTo>
                  <a:pt x="14514" y="15771"/>
                </a:lnTo>
                <a:lnTo>
                  <a:pt x="14475" y="15771"/>
                </a:lnTo>
              </a:path>
              <a:path w="21600" h="21600">
                <a:moveTo>
                  <a:pt x="7085" y="15690"/>
                </a:moveTo>
                <a:lnTo>
                  <a:pt x="7124" y="15690"/>
                </a:lnTo>
                <a:lnTo>
                  <a:pt x="7124" y="15771"/>
                </a:lnTo>
                <a:lnTo>
                  <a:pt x="7085" y="15771"/>
                </a:lnTo>
              </a:path>
              <a:path w="21600" h="21600">
                <a:moveTo>
                  <a:pt x="16578" y="15687"/>
                </a:moveTo>
                <a:lnTo>
                  <a:pt x="16614" y="15687"/>
                </a:lnTo>
                <a:lnTo>
                  <a:pt x="16614" y="15761"/>
                </a:lnTo>
                <a:lnTo>
                  <a:pt x="16578" y="15761"/>
                </a:lnTo>
              </a:path>
              <a:path w="21600" h="21600">
                <a:moveTo>
                  <a:pt x="4985" y="15687"/>
                </a:moveTo>
                <a:lnTo>
                  <a:pt x="5021" y="15687"/>
                </a:lnTo>
                <a:lnTo>
                  <a:pt x="5021" y="15761"/>
                </a:lnTo>
                <a:lnTo>
                  <a:pt x="4985" y="15761"/>
                </a:lnTo>
              </a:path>
              <a:path w="21600" h="21600">
                <a:moveTo>
                  <a:pt x="2875" y="15686"/>
                </a:moveTo>
                <a:lnTo>
                  <a:pt x="2903" y="15686"/>
                </a:lnTo>
                <a:lnTo>
                  <a:pt x="2903" y="15743"/>
                </a:lnTo>
                <a:lnTo>
                  <a:pt x="2875" y="15743"/>
                </a:lnTo>
              </a:path>
              <a:path w="21600" h="21600">
                <a:moveTo>
                  <a:pt x="10860" y="15685"/>
                </a:moveTo>
                <a:lnTo>
                  <a:pt x="10891" y="15685"/>
                </a:lnTo>
                <a:lnTo>
                  <a:pt x="10891" y="15748"/>
                </a:lnTo>
                <a:lnTo>
                  <a:pt x="10860" y="15748"/>
                </a:lnTo>
              </a:path>
              <a:path w="21600" h="21600">
                <a:moveTo>
                  <a:pt x="20203" y="15647"/>
                </a:moveTo>
                <a:lnTo>
                  <a:pt x="20227" y="15647"/>
                </a:lnTo>
                <a:lnTo>
                  <a:pt x="20227" y="15696"/>
                </a:lnTo>
                <a:lnTo>
                  <a:pt x="20203" y="15696"/>
                </a:lnTo>
              </a:path>
              <a:path w="21600" h="21600">
                <a:moveTo>
                  <a:pt x="14784" y="15647"/>
                </a:moveTo>
                <a:lnTo>
                  <a:pt x="14808" y="15647"/>
                </a:lnTo>
                <a:lnTo>
                  <a:pt x="14808" y="15696"/>
                </a:lnTo>
                <a:lnTo>
                  <a:pt x="14784" y="15696"/>
                </a:lnTo>
              </a:path>
              <a:path w="21600" h="21600">
                <a:moveTo>
                  <a:pt x="9504" y="15647"/>
                </a:moveTo>
                <a:lnTo>
                  <a:pt x="9528" y="15647"/>
                </a:lnTo>
                <a:lnTo>
                  <a:pt x="9528" y="15696"/>
                </a:lnTo>
                <a:lnTo>
                  <a:pt x="9504" y="15696"/>
                </a:lnTo>
              </a:path>
              <a:path w="21600" h="21600">
                <a:moveTo>
                  <a:pt x="6790" y="15647"/>
                </a:moveTo>
                <a:lnTo>
                  <a:pt x="6814" y="15647"/>
                </a:lnTo>
                <a:lnTo>
                  <a:pt x="6814" y="15696"/>
                </a:lnTo>
                <a:lnTo>
                  <a:pt x="6790" y="15696"/>
                </a:lnTo>
              </a:path>
              <a:path w="21600" h="21600">
                <a:moveTo>
                  <a:pt x="4085" y="15647"/>
                </a:moveTo>
                <a:lnTo>
                  <a:pt x="4109" y="15647"/>
                </a:lnTo>
                <a:lnTo>
                  <a:pt x="4109" y="15696"/>
                </a:lnTo>
                <a:lnTo>
                  <a:pt x="4085" y="15696"/>
                </a:lnTo>
              </a:path>
              <a:path w="21600" h="21600">
                <a:moveTo>
                  <a:pt x="9184" y="15621"/>
                </a:moveTo>
                <a:lnTo>
                  <a:pt x="9243" y="15621"/>
                </a:lnTo>
                <a:lnTo>
                  <a:pt x="9243" y="15741"/>
                </a:lnTo>
                <a:lnTo>
                  <a:pt x="9184" y="15741"/>
                </a:lnTo>
              </a:path>
              <a:path w="21600" h="21600">
                <a:moveTo>
                  <a:pt x="19297" y="15620"/>
                </a:moveTo>
                <a:lnTo>
                  <a:pt x="19322" y="15620"/>
                </a:lnTo>
                <a:lnTo>
                  <a:pt x="19322" y="15672"/>
                </a:lnTo>
                <a:lnTo>
                  <a:pt x="19297" y="15672"/>
                </a:lnTo>
              </a:path>
              <a:path w="21600" h="21600">
                <a:moveTo>
                  <a:pt x="13878" y="15620"/>
                </a:moveTo>
                <a:lnTo>
                  <a:pt x="13903" y="15620"/>
                </a:lnTo>
                <a:lnTo>
                  <a:pt x="13903" y="15672"/>
                </a:lnTo>
                <a:lnTo>
                  <a:pt x="13878" y="15672"/>
                </a:lnTo>
              </a:path>
              <a:path w="21600" h="21600">
                <a:moveTo>
                  <a:pt x="7695" y="15620"/>
                </a:moveTo>
                <a:lnTo>
                  <a:pt x="7721" y="15620"/>
                </a:lnTo>
                <a:lnTo>
                  <a:pt x="7721" y="15672"/>
                </a:lnTo>
                <a:lnTo>
                  <a:pt x="7695" y="15672"/>
                </a:lnTo>
              </a:path>
              <a:path w="21600" h="21600">
                <a:moveTo>
                  <a:pt x="2277" y="15620"/>
                </a:moveTo>
                <a:lnTo>
                  <a:pt x="2302" y="15620"/>
                </a:lnTo>
                <a:lnTo>
                  <a:pt x="2302" y="15672"/>
                </a:lnTo>
                <a:lnTo>
                  <a:pt x="2277" y="15672"/>
                </a:lnTo>
              </a:path>
              <a:path w="21600" h="21600">
                <a:moveTo>
                  <a:pt x="21259" y="15618"/>
                </a:moveTo>
                <a:lnTo>
                  <a:pt x="21286" y="15618"/>
                </a:lnTo>
                <a:lnTo>
                  <a:pt x="21286" y="15674"/>
                </a:lnTo>
                <a:lnTo>
                  <a:pt x="21259" y="15674"/>
                </a:lnTo>
              </a:path>
              <a:path w="21600" h="21600">
                <a:moveTo>
                  <a:pt x="18545" y="15618"/>
                </a:moveTo>
                <a:lnTo>
                  <a:pt x="18573" y="15618"/>
                </a:lnTo>
                <a:lnTo>
                  <a:pt x="18573" y="15674"/>
                </a:lnTo>
                <a:lnTo>
                  <a:pt x="18545" y="15674"/>
                </a:lnTo>
              </a:path>
              <a:path w="21600" h="21600">
                <a:moveTo>
                  <a:pt x="15839" y="15618"/>
                </a:moveTo>
                <a:lnTo>
                  <a:pt x="15867" y="15618"/>
                </a:lnTo>
                <a:lnTo>
                  <a:pt x="15867" y="15674"/>
                </a:lnTo>
                <a:lnTo>
                  <a:pt x="15839" y="15674"/>
                </a:lnTo>
              </a:path>
              <a:path w="21600" h="21600">
                <a:moveTo>
                  <a:pt x="13126" y="15618"/>
                </a:moveTo>
                <a:lnTo>
                  <a:pt x="13154" y="15618"/>
                </a:lnTo>
                <a:lnTo>
                  <a:pt x="13154" y="15674"/>
                </a:lnTo>
                <a:lnTo>
                  <a:pt x="13126" y="15674"/>
                </a:lnTo>
              </a:path>
              <a:path w="21600" h="21600">
                <a:moveTo>
                  <a:pt x="8445" y="15618"/>
                </a:moveTo>
                <a:lnTo>
                  <a:pt x="8472" y="15618"/>
                </a:lnTo>
                <a:lnTo>
                  <a:pt x="8472" y="15674"/>
                </a:lnTo>
                <a:lnTo>
                  <a:pt x="8445" y="15674"/>
                </a:lnTo>
              </a:path>
              <a:path w="21600" h="21600">
                <a:moveTo>
                  <a:pt x="3026" y="15618"/>
                </a:moveTo>
                <a:lnTo>
                  <a:pt x="3054" y="15618"/>
                </a:lnTo>
                <a:lnTo>
                  <a:pt x="3054" y="15674"/>
                </a:lnTo>
                <a:lnTo>
                  <a:pt x="3026" y="15674"/>
                </a:lnTo>
              </a:path>
              <a:path w="21600" h="21600">
                <a:moveTo>
                  <a:pt x="313" y="15618"/>
                </a:moveTo>
                <a:lnTo>
                  <a:pt x="340" y="15618"/>
                </a:lnTo>
                <a:lnTo>
                  <a:pt x="340" y="15674"/>
                </a:lnTo>
                <a:lnTo>
                  <a:pt x="313" y="15674"/>
                </a:lnTo>
              </a:path>
              <a:path w="21600" h="21600">
                <a:moveTo>
                  <a:pt x="1065" y="15561"/>
                </a:moveTo>
                <a:lnTo>
                  <a:pt x="1099" y="15561"/>
                </a:lnTo>
                <a:lnTo>
                  <a:pt x="1099" y="15631"/>
                </a:lnTo>
                <a:lnTo>
                  <a:pt x="1065" y="15631"/>
                </a:lnTo>
              </a:path>
              <a:path w="21600" h="21600">
                <a:moveTo>
                  <a:pt x="19598" y="15519"/>
                </a:moveTo>
                <a:lnTo>
                  <a:pt x="19625" y="15519"/>
                </a:lnTo>
                <a:lnTo>
                  <a:pt x="19625" y="15575"/>
                </a:lnTo>
                <a:lnTo>
                  <a:pt x="19598" y="15575"/>
                </a:lnTo>
              </a:path>
              <a:path w="21600" h="21600">
                <a:moveTo>
                  <a:pt x="16884" y="15519"/>
                </a:moveTo>
                <a:lnTo>
                  <a:pt x="16912" y="15519"/>
                </a:lnTo>
                <a:lnTo>
                  <a:pt x="16912" y="15575"/>
                </a:lnTo>
                <a:lnTo>
                  <a:pt x="16884" y="15575"/>
                </a:lnTo>
              </a:path>
              <a:path w="21600" h="21600">
                <a:moveTo>
                  <a:pt x="7393" y="15519"/>
                </a:moveTo>
                <a:lnTo>
                  <a:pt x="7420" y="15519"/>
                </a:lnTo>
                <a:lnTo>
                  <a:pt x="7420" y="15575"/>
                </a:lnTo>
                <a:lnTo>
                  <a:pt x="7393" y="15575"/>
                </a:lnTo>
              </a:path>
              <a:path w="21600" h="21600">
                <a:moveTo>
                  <a:pt x="4687" y="15519"/>
                </a:moveTo>
                <a:lnTo>
                  <a:pt x="4714" y="15519"/>
                </a:lnTo>
                <a:lnTo>
                  <a:pt x="4714" y="15575"/>
                </a:lnTo>
                <a:lnTo>
                  <a:pt x="4687" y="15575"/>
                </a:lnTo>
              </a:path>
              <a:path w="21600" h="21600">
                <a:moveTo>
                  <a:pt x="1974" y="15519"/>
                </a:moveTo>
                <a:lnTo>
                  <a:pt x="2001" y="15519"/>
                </a:lnTo>
                <a:lnTo>
                  <a:pt x="2001" y="15575"/>
                </a:lnTo>
                <a:lnTo>
                  <a:pt x="1974" y="15575"/>
                </a:lnTo>
              </a:path>
              <a:path w="21600" h="21600">
                <a:moveTo>
                  <a:pt x="11460" y="15519"/>
                </a:moveTo>
                <a:lnTo>
                  <a:pt x="11498" y="15519"/>
                </a:lnTo>
                <a:lnTo>
                  <a:pt x="11498" y="15597"/>
                </a:lnTo>
                <a:lnTo>
                  <a:pt x="11460" y="15597"/>
                </a:lnTo>
              </a:path>
              <a:path w="21600" h="21600">
                <a:moveTo>
                  <a:pt x="768" y="15489"/>
                </a:moveTo>
                <a:lnTo>
                  <a:pt x="792" y="15489"/>
                </a:lnTo>
                <a:lnTo>
                  <a:pt x="792" y="15538"/>
                </a:lnTo>
                <a:lnTo>
                  <a:pt x="768" y="15538"/>
                </a:lnTo>
              </a:path>
              <a:path w="21600" h="21600">
                <a:moveTo>
                  <a:pt x="20803" y="15482"/>
                </a:moveTo>
                <a:lnTo>
                  <a:pt x="20836" y="15482"/>
                </a:lnTo>
                <a:lnTo>
                  <a:pt x="20836" y="15549"/>
                </a:lnTo>
                <a:lnTo>
                  <a:pt x="20803" y="15549"/>
                </a:lnTo>
              </a:path>
              <a:path w="21600" h="21600">
                <a:moveTo>
                  <a:pt x="4389" y="15476"/>
                </a:moveTo>
                <a:lnTo>
                  <a:pt x="4409" y="15476"/>
                </a:lnTo>
                <a:lnTo>
                  <a:pt x="4409" y="15518"/>
                </a:lnTo>
                <a:lnTo>
                  <a:pt x="4389" y="15518"/>
                </a:lnTo>
              </a:path>
              <a:path w="21600" h="21600">
                <a:moveTo>
                  <a:pt x="11765" y="15467"/>
                </a:moveTo>
                <a:lnTo>
                  <a:pt x="11797" y="15467"/>
                </a:lnTo>
                <a:lnTo>
                  <a:pt x="11797" y="15534"/>
                </a:lnTo>
                <a:lnTo>
                  <a:pt x="11765" y="15534"/>
                </a:lnTo>
              </a:path>
              <a:path w="21600" h="21600">
                <a:moveTo>
                  <a:pt x="9801" y="15467"/>
                </a:moveTo>
                <a:lnTo>
                  <a:pt x="9834" y="15467"/>
                </a:lnTo>
                <a:lnTo>
                  <a:pt x="9834" y="15534"/>
                </a:lnTo>
                <a:lnTo>
                  <a:pt x="9801" y="15534"/>
                </a:lnTo>
              </a:path>
              <a:path w="21600" h="21600">
                <a:moveTo>
                  <a:pt x="13413" y="15466"/>
                </a:moveTo>
                <a:lnTo>
                  <a:pt x="13462" y="15466"/>
                </a:lnTo>
                <a:lnTo>
                  <a:pt x="13462" y="15565"/>
                </a:lnTo>
                <a:lnTo>
                  <a:pt x="13413" y="15565"/>
                </a:lnTo>
              </a:path>
              <a:path w="21600" h="21600">
                <a:moveTo>
                  <a:pt x="8137" y="15466"/>
                </a:moveTo>
                <a:lnTo>
                  <a:pt x="8185" y="15466"/>
                </a:lnTo>
                <a:lnTo>
                  <a:pt x="8185" y="15565"/>
                </a:lnTo>
                <a:lnTo>
                  <a:pt x="8137" y="15565"/>
                </a:lnTo>
              </a:path>
              <a:path w="21600" h="21600">
                <a:moveTo>
                  <a:pt x="12365" y="15456"/>
                </a:moveTo>
                <a:lnTo>
                  <a:pt x="12405" y="15456"/>
                </a:lnTo>
                <a:lnTo>
                  <a:pt x="12405" y="15537"/>
                </a:lnTo>
                <a:lnTo>
                  <a:pt x="12365" y="15537"/>
                </a:lnTo>
              </a:path>
              <a:path w="21600" h="21600">
                <a:moveTo>
                  <a:pt x="9194" y="15456"/>
                </a:moveTo>
                <a:lnTo>
                  <a:pt x="9233" y="15456"/>
                </a:lnTo>
                <a:lnTo>
                  <a:pt x="9233" y="15537"/>
                </a:lnTo>
                <a:lnTo>
                  <a:pt x="9194" y="15537"/>
                </a:lnTo>
              </a:path>
              <a:path w="21600" h="21600">
                <a:moveTo>
                  <a:pt x="20658" y="15434"/>
                </a:moveTo>
                <a:lnTo>
                  <a:pt x="20679" y="15434"/>
                </a:lnTo>
                <a:lnTo>
                  <a:pt x="20679" y="15476"/>
                </a:lnTo>
                <a:lnTo>
                  <a:pt x="20658" y="15476"/>
                </a:lnTo>
              </a:path>
              <a:path w="21600" h="21600">
                <a:moveTo>
                  <a:pt x="19148" y="15434"/>
                </a:moveTo>
                <a:lnTo>
                  <a:pt x="19169" y="15434"/>
                </a:lnTo>
                <a:lnTo>
                  <a:pt x="19169" y="15476"/>
                </a:lnTo>
                <a:lnTo>
                  <a:pt x="19148" y="15476"/>
                </a:lnTo>
              </a:path>
              <a:path w="21600" h="21600">
                <a:moveTo>
                  <a:pt x="18700" y="15434"/>
                </a:moveTo>
                <a:lnTo>
                  <a:pt x="18720" y="15434"/>
                </a:lnTo>
                <a:lnTo>
                  <a:pt x="18720" y="15476"/>
                </a:lnTo>
                <a:lnTo>
                  <a:pt x="18700" y="15476"/>
                </a:lnTo>
              </a:path>
              <a:path w="21600" h="21600">
                <a:moveTo>
                  <a:pt x="18398" y="15434"/>
                </a:moveTo>
                <a:lnTo>
                  <a:pt x="18418" y="15434"/>
                </a:lnTo>
                <a:lnTo>
                  <a:pt x="18418" y="15476"/>
                </a:lnTo>
                <a:lnTo>
                  <a:pt x="18398" y="15476"/>
                </a:lnTo>
              </a:path>
              <a:path w="21600" h="21600">
                <a:moveTo>
                  <a:pt x="17945" y="15434"/>
                </a:moveTo>
                <a:lnTo>
                  <a:pt x="17965" y="15434"/>
                </a:lnTo>
                <a:lnTo>
                  <a:pt x="17965" y="15476"/>
                </a:lnTo>
                <a:lnTo>
                  <a:pt x="17945" y="15476"/>
                </a:lnTo>
              </a:path>
              <a:path w="21600" h="21600">
                <a:moveTo>
                  <a:pt x="16435" y="15434"/>
                </a:moveTo>
                <a:lnTo>
                  <a:pt x="16455" y="15434"/>
                </a:lnTo>
                <a:lnTo>
                  <a:pt x="16455" y="15476"/>
                </a:lnTo>
                <a:lnTo>
                  <a:pt x="16435" y="15476"/>
                </a:lnTo>
              </a:path>
              <a:path w="21600" h="21600">
                <a:moveTo>
                  <a:pt x="15994" y="15434"/>
                </a:moveTo>
                <a:lnTo>
                  <a:pt x="16014" y="15434"/>
                </a:lnTo>
                <a:lnTo>
                  <a:pt x="16014" y="15476"/>
                </a:lnTo>
                <a:lnTo>
                  <a:pt x="15994" y="15476"/>
                </a:lnTo>
              </a:path>
              <a:path w="21600" h="21600">
                <a:moveTo>
                  <a:pt x="15692" y="15434"/>
                </a:moveTo>
                <a:lnTo>
                  <a:pt x="15712" y="15434"/>
                </a:lnTo>
                <a:lnTo>
                  <a:pt x="15712" y="15476"/>
                </a:lnTo>
                <a:lnTo>
                  <a:pt x="15692" y="15476"/>
                </a:lnTo>
              </a:path>
              <a:path w="21600" h="21600">
                <a:moveTo>
                  <a:pt x="15239" y="15434"/>
                </a:moveTo>
                <a:lnTo>
                  <a:pt x="15259" y="15434"/>
                </a:lnTo>
                <a:lnTo>
                  <a:pt x="15259" y="15476"/>
                </a:lnTo>
                <a:lnTo>
                  <a:pt x="15239" y="15476"/>
                </a:lnTo>
              </a:path>
              <a:path w="21600" h="21600">
                <a:moveTo>
                  <a:pt x="13729" y="15434"/>
                </a:moveTo>
                <a:lnTo>
                  <a:pt x="13750" y="15434"/>
                </a:lnTo>
                <a:lnTo>
                  <a:pt x="13750" y="15476"/>
                </a:lnTo>
                <a:lnTo>
                  <a:pt x="13729" y="15476"/>
                </a:lnTo>
              </a:path>
              <a:path w="21600" h="21600">
                <a:moveTo>
                  <a:pt x="13281" y="15434"/>
                </a:moveTo>
                <a:lnTo>
                  <a:pt x="13301" y="15434"/>
                </a:lnTo>
                <a:lnTo>
                  <a:pt x="13301" y="15476"/>
                </a:lnTo>
                <a:lnTo>
                  <a:pt x="13281" y="15476"/>
                </a:lnTo>
              </a:path>
              <a:path w="21600" h="21600">
                <a:moveTo>
                  <a:pt x="12979" y="15434"/>
                </a:moveTo>
                <a:lnTo>
                  <a:pt x="12999" y="15434"/>
                </a:lnTo>
                <a:lnTo>
                  <a:pt x="12999" y="15476"/>
                </a:lnTo>
                <a:lnTo>
                  <a:pt x="12979" y="15476"/>
                </a:lnTo>
              </a:path>
              <a:path w="21600" h="21600">
                <a:moveTo>
                  <a:pt x="12526" y="15434"/>
                </a:moveTo>
                <a:lnTo>
                  <a:pt x="12546" y="15434"/>
                </a:lnTo>
                <a:lnTo>
                  <a:pt x="12546" y="15476"/>
                </a:lnTo>
                <a:lnTo>
                  <a:pt x="12526" y="15476"/>
                </a:lnTo>
              </a:path>
              <a:path w="21600" h="21600">
                <a:moveTo>
                  <a:pt x="11016" y="15434"/>
                </a:moveTo>
                <a:lnTo>
                  <a:pt x="11036" y="15434"/>
                </a:lnTo>
                <a:lnTo>
                  <a:pt x="11036" y="15476"/>
                </a:lnTo>
                <a:lnTo>
                  <a:pt x="11016" y="15476"/>
                </a:lnTo>
              </a:path>
              <a:path w="21600" h="21600">
                <a:moveTo>
                  <a:pt x="10109" y="15434"/>
                </a:moveTo>
                <a:lnTo>
                  <a:pt x="10130" y="15434"/>
                </a:lnTo>
                <a:lnTo>
                  <a:pt x="10130" y="15476"/>
                </a:lnTo>
                <a:lnTo>
                  <a:pt x="10109" y="15476"/>
                </a:lnTo>
              </a:path>
              <a:path w="21600" h="21600">
                <a:moveTo>
                  <a:pt x="9052" y="15434"/>
                </a:moveTo>
                <a:lnTo>
                  <a:pt x="9073" y="15434"/>
                </a:lnTo>
                <a:lnTo>
                  <a:pt x="9073" y="15476"/>
                </a:lnTo>
                <a:lnTo>
                  <a:pt x="9052" y="15476"/>
                </a:lnTo>
              </a:path>
              <a:path w="21600" h="21600">
                <a:moveTo>
                  <a:pt x="8599" y="15434"/>
                </a:moveTo>
                <a:lnTo>
                  <a:pt x="8620" y="15434"/>
                </a:lnTo>
                <a:lnTo>
                  <a:pt x="8620" y="15476"/>
                </a:lnTo>
                <a:lnTo>
                  <a:pt x="8599" y="15476"/>
                </a:lnTo>
              </a:path>
              <a:path w="21600" h="21600">
                <a:moveTo>
                  <a:pt x="8297" y="15434"/>
                </a:moveTo>
                <a:lnTo>
                  <a:pt x="8318" y="15434"/>
                </a:lnTo>
                <a:lnTo>
                  <a:pt x="8318" y="15476"/>
                </a:lnTo>
                <a:lnTo>
                  <a:pt x="8297" y="15476"/>
                </a:lnTo>
              </a:path>
              <a:path w="21600" h="21600">
                <a:moveTo>
                  <a:pt x="7849" y="15434"/>
                </a:moveTo>
                <a:lnTo>
                  <a:pt x="7869" y="15434"/>
                </a:lnTo>
                <a:lnTo>
                  <a:pt x="7869" y="15476"/>
                </a:lnTo>
                <a:lnTo>
                  <a:pt x="7849" y="15476"/>
                </a:lnTo>
              </a:path>
              <a:path w="21600" h="21600">
                <a:moveTo>
                  <a:pt x="6339" y="15434"/>
                </a:moveTo>
                <a:lnTo>
                  <a:pt x="6360" y="15434"/>
                </a:lnTo>
                <a:lnTo>
                  <a:pt x="6360" y="15476"/>
                </a:lnTo>
                <a:lnTo>
                  <a:pt x="6339" y="15476"/>
                </a:lnTo>
              </a:path>
              <a:path w="21600" h="21600">
                <a:moveTo>
                  <a:pt x="5886" y="15434"/>
                </a:moveTo>
                <a:lnTo>
                  <a:pt x="5907" y="15434"/>
                </a:lnTo>
                <a:lnTo>
                  <a:pt x="5907" y="15476"/>
                </a:lnTo>
                <a:lnTo>
                  <a:pt x="5886" y="15476"/>
                </a:lnTo>
              </a:path>
              <a:path w="21600" h="21600">
                <a:moveTo>
                  <a:pt x="5584" y="15434"/>
                </a:moveTo>
                <a:lnTo>
                  <a:pt x="5605" y="15434"/>
                </a:lnTo>
                <a:lnTo>
                  <a:pt x="5605" y="15476"/>
                </a:lnTo>
                <a:lnTo>
                  <a:pt x="5584" y="15476"/>
                </a:lnTo>
              </a:path>
              <a:path w="21600" h="21600">
                <a:moveTo>
                  <a:pt x="5143" y="15434"/>
                </a:moveTo>
                <a:lnTo>
                  <a:pt x="5164" y="15434"/>
                </a:lnTo>
                <a:lnTo>
                  <a:pt x="5164" y="15476"/>
                </a:lnTo>
                <a:lnTo>
                  <a:pt x="5143" y="15476"/>
                </a:lnTo>
              </a:path>
              <a:path w="21600" h="21600">
                <a:moveTo>
                  <a:pt x="2430" y="15434"/>
                </a:moveTo>
                <a:lnTo>
                  <a:pt x="2451" y="15434"/>
                </a:lnTo>
                <a:lnTo>
                  <a:pt x="2451" y="15476"/>
                </a:lnTo>
                <a:lnTo>
                  <a:pt x="2430" y="15476"/>
                </a:lnTo>
              </a:path>
              <a:path w="21600" h="21600">
                <a:moveTo>
                  <a:pt x="921" y="15434"/>
                </a:moveTo>
                <a:lnTo>
                  <a:pt x="941" y="15434"/>
                </a:lnTo>
                <a:lnTo>
                  <a:pt x="941" y="15476"/>
                </a:lnTo>
                <a:lnTo>
                  <a:pt x="921" y="15476"/>
                </a:lnTo>
              </a:path>
              <a:path w="21600" h="21600">
                <a:moveTo>
                  <a:pt x="468" y="15434"/>
                </a:moveTo>
                <a:lnTo>
                  <a:pt x="488" y="15434"/>
                </a:lnTo>
                <a:lnTo>
                  <a:pt x="488" y="15476"/>
                </a:lnTo>
                <a:lnTo>
                  <a:pt x="468" y="15476"/>
                </a:lnTo>
              </a:path>
              <a:path w="21600" h="21600">
                <a:moveTo>
                  <a:pt x="166" y="15434"/>
                </a:moveTo>
                <a:lnTo>
                  <a:pt x="186" y="15434"/>
                </a:lnTo>
                <a:lnTo>
                  <a:pt x="186" y="15476"/>
                </a:lnTo>
                <a:lnTo>
                  <a:pt x="166" y="15476"/>
                </a:lnTo>
              </a:path>
              <a:path w="21600" h="21600">
                <a:moveTo>
                  <a:pt x="2721" y="15433"/>
                </a:moveTo>
                <a:lnTo>
                  <a:pt x="2763" y="15433"/>
                </a:lnTo>
                <a:lnTo>
                  <a:pt x="2763" y="15519"/>
                </a:lnTo>
                <a:lnTo>
                  <a:pt x="2721" y="15519"/>
                </a:lnTo>
              </a:path>
              <a:path w="21600" h="21600">
                <a:moveTo>
                  <a:pt x="19886" y="15431"/>
                </a:moveTo>
                <a:lnTo>
                  <a:pt x="19941" y="15431"/>
                </a:lnTo>
                <a:lnTo>
                  <a:pt x="19941" y="15544"/>
                </a:lnTo>
                <a:lnTo>
                  <a:pt x="19886" y="15544"/>
                </a:lnTo>
              </a:path>
              <a:path w="21600" h="21600">
                <a:moveTo>
                  <a:pt x="1670" y="15431"/>
                </a:moveTo>
                <a:lnTo>
                  <a:pt x="1701" y="15431"/>
                </a:lnTo>
                <a:lnTo>
                  <a:pt x="1701" y="15494"/>
                </a:lnTo>
                <a:lnTo>
                  <a:pt x="1670" y="15494"/>
                </a:lnTo>
              </a:path>
              <a:path w="21600" h="21600">
                <a:moveTo>
                  <a:pt x="2876" y="15425"/>
                </a:moveTo>
                <a:lnTo>
                  <a:pt x="2902" y="15425"/>
                </a:lnTo>
                <a:lnTo>
                  <a:pt x="2902" y="15478"/>
                </a:lnTo>
                <a:lnTo>
                  <a:pt x="2876" y="15478"/>
                </a:lnTo>
              </a:path>
              <a:path w="21600" h="21600">
                <a:moveTo>
                  <a:pt x="15387" y="15381"/>
                </a:moveTo>
                <a:lnTo>
                  <a:pt x="15414" y="15381"/>
                </a:lnTo>
                <a:lnTo>
                  <a:pt x="15414" y="15438"/>
                </a:lnTo>
                <a:lnTo>
                  <a:pt x="15387" y="15438"/>
                </a:lnTo>
              </a:path>
              <a:path w="21600" h="21600">
                <a:moveTo>
                  <a:pt x="20503" y="15374"/>
                </a:moveTo>
                <a:lnTo>
                  <a:pt x="20532" y="15374"/>
                </a:lnTo>
                <a:lnTo>
                  <a:pt x="20532" y="15434"/>
                </a:lnTo>
                <a:lnTo>
                  <a:pt x="20503" y="15434"/>
                </a:lnTo>
              </a:path>
              <a:path w="21600" h="21600">
                <a:moveTo>
                  <a:pt x="15084" y="15374"/>
                </a:moveTo>
                <a:lnTo>
                  <a:pt x="15113" y="15374"/>
                </a:lnTo>
                <a:lnTo>
                  <a:pt x="15113" y="15434"/>
                </a:lnTo>
                <a:lnTo>
                  <a:pt x="15084" y="15434"/>
                </a:lnTo>
              </a:path>
              <a:path w="21600" h="21600">
                <a:moveTo>
                  <a:pt x="6486" y="15374"/>
                </a:moveTo>
                <a:lnTo>
                  <a:pt x="6515" y="15374"/>
                </a:lnTo>
                <a:lnTo>
                  <a:pt x="6515" y="15434"/>
                </a:lnTo>
                <a:lnTo>
                  <a:pt x="6486" y="15434"/>
                </a:lnTo>
              </a:path>
              <a:path w="21600" h="21600">
                <a:moveTo>
                  <a:pt x="20204" y="15373"/>
                </a:moveTo>
                <a:lnTo>
                  <a:pt x="20226" y="15373"/>
                </a:lnTo>
                <a:lnTo>
                  <a:pt x="20226" y="15419"/>
                </a:lnTo>
                <a:lnTo>
                  <a:pt x="20204" y="15419"/>
                </a:lnTo>
              </a:path>
              <a:path w="21600" h="21600">
                <a:moveTo>
                  <a:pt x="14785" y="15373"/>
                </a:moveTo>
                <a:lnTo>
                  <a:pt x="14807" y="15373"/>
                </a:lnTo>
                <a:lnTo>
                  <a:pt x="14807" y="15419"/>
                </a:lnTo>
                <a:lnTo>
                  <a:pt x="14785" y="15419"/>
                </a:lnTo>
              </a:path>
              <a:path w="21600" h="21600">
                <a:moveTo>
                  <a:pt x="9504" y="15373"/>
                </a:moveTo>
                <a:lnTo>
                  <a:pt x="9527" y="15373"/>
                </a:lnTo>
                <a:lnTo>
                  <a:pt x="9527" y="15419"/>
                </a:lnTo>
                <a:lnTo>
                  <a:pt x="9504" y="15419"/>
                </a:lnTo>
              </a:path>
              <a:path w="21600" h="21600">
                <a:moveTo>
                  <a:pt x="6791" y="15373"/>
                </a:moveTo>
                <a:lnTo>
                  <a:pt x="6814" y="15373"/>
                </a:lnTo>
                <a:lnTo>
                  <a:pt x="6814" y="15419"/>
                </a:lnTo>
                <a:lnTo>
                  <a:pt x="6791" y="15419"/>
                </a:lnTo>
              </a:path>
              <a:path w="21600" h="21600">
                <a:moveTo>
                  <a:pt x="4086" y="15373"/>
                </a:moveTo>
                <a:lnTo>
                  <a:pt x="4108" y="15373"/>
                </a:lnTo>
                <a:lnTo>
                  <a:pt x="4108" y="15419"/>
                </a:lnTo>
                <a:lnTo>
                  <a:pt x="4086" y="15419"/>
                </a:lnTo>
              </a:path>
              <a:path w="21600" h="21600">
                <a:moveTo>
                  <a:pt x="10861" y="15357"/>
                </a:moveTo>
                <a:lnTo>
                  <a:pt x="10890" y="15357"/>
                </a:lnTo>
                <a:lnTo>
                  <a:pt x="10890" y="15417"/>
                </a:lnTo>
                <a:lnTo>
                  <a:pt x="10861" y="15417"/>
                </a:lnTo>
              </a:path>
              <a:path w="21600" h="21600">
                <a:moveTo>
                  <a:pt x="19297" y="15332"/>
                </a:moveTo>
                <a:lnTo>
                  <a:pt x="19321" y="15332"/>
                </a:lnTo>
                <a:lnTo>
                  <a:pt x="19321" y="15381"/>
                </a:lnTo>
                <a:lnTo>
                  <a:pt x="19297" y="15381"/>
                </a:lnTo>
              </a:path>
              <a:path w="21600" h="21600">
                <a:moveTo>
                  <a:pt x="13878" y="15332"/>
                </a:moveTo>
                <a:lnTo>
                  <a:pt x="13902" y="15332"/>
                </a:lnTo>
                <a:lnTo>
                  <a:pt x="13902" y="15381"/>
                </a:lnTo>
                <a:lnTo>
                  <a:pt x="13878" y="15381"/>
                </a:lnTo>
              </a:path>
              <a:path w="21600" h="21600">
                <a:moveTo>
                  <a:pt x="7696" y="15332"/>
                </a:moveTo>
                <a:lnTo>
                  <a:pt x="7720" y="15332"/>
                </a:lnTo>
                <a:lnTo>
                  <a:pt x="7720" y="15381"/>
                </a:lnTo>
                <a:lnTo>
                  <a:pt x="7696" y="15381"/>
                </a:lnTo>
              </a:path>
              <a:path w="21600" h="21600">
                <a:moveTo>
                  <a:pt x="2278" y="15332"/>
                </a:moveTo>
                <a:lnTo>
                  <a:pt x="2301" y="15332"/>
                </a:lnTo>
                <a:lnTo>
                  <a:pt x="2301" y="15381"/>
                </a:lnTo>
                <a:lnTo>
                  <a:pt x="2278" y="15381"/>
                </a:lnTo>
              </a:path>
              <a:path w="21600" h="21600">
                <a:moveTo>
                  <a:pt x="21259" y="15318"/>
                </a:moveTo>
                <a:lnTo>
                  <a:pt x="21285" y="15318"/>
                </a:lnTo>
                <a:lnTo>
                  <a:pt x="21285" y="15370"/>
                </a:lnTo>
                <a:lnTo>
                  <a:pt x="21259" y="15370"/>
                </a:lnTo>
              </a:path>
              <a:path w="21600" h="21600">
                <a:moveTo>
                  <a:pt x="18546" y="15318"/>
                </a:moveTo>
                <a:lnTo>
                  <a:pt x="18572" y="15318"/>
                </a:lnTo>
                <a:lnTo>
                  <a:pt x="18572" y="15370"/>
                </a:lnTo>
                <a:lnTo>
                  <a:pt x="18546" y="15370"/>
                </a:lnTo>
              </a:path>
              <a:path w="21600" h="21600">
                <a:moveTo>
                  <a:pt x="15840" y="15318"/>
                </a:moveTo>
                <a:lnTo>
                  <a:pt x="15866" y="15318"/>
                </a:lnTo>
                <a:lnTo>
                  <a:pt x="15866" y="15370"/>
                </a:lnTo>
                <a:lnTo>
                  <a:pt x="15840" y="15370"/>
                </a:lnTo>
              </a:path>
              <a:path w="21600" h="21600">
                <a:moveTo>
                  <a:pt x="13127" y="15318"/>
                </a:moveTo>
                <a:lnTo>
                  <a:pt x="13153" y="15318"/>
                </a:lnTo>
                <a:lnTo>
                  <a:pt x="13153" y="15370"/>
                </a:lnTo>
                <a:lnTo>
                  <a:pt x="13127" y="15370"/>
                </a:lnTo>
              </a:path>
              <a:path w="21600" h="21600">
                <a:moveTo>
                  <a:pt x="8446" y="15318"/>
                </a:moveTo>
                <a:lnTo>
                  <a:pt x="8472" y="15318"/>
                </a:lnTo>
                <a:lnTo>
                  <a:pt x="8472" y="15370"/>
                </a:lnTo>
                <a:lnTo>
                  <a:pt x="8446" y="15370"/>
                </a:lnTo>
              </a:path>
              <a:path w="21600" h="21600">
                <a:moveTo>
                  <a:pt x="3027" y="15318"/>
                </a:moveTo>
                <a:lnTo>
                  <a:pt x="3053" y="15318"/>
                </a:lnTo>
                <a:lnTo>
                  <a:pt x="3053" y="15370"/>
                </a:lnTo>
                <a:lnTo>
                  <a:pt x="3027" y="15370"/>
                </a:lnTo>
              </a:path>
              <a:path w="21600" h="21600">
                <a:moveTo>
                  <a:pt x="314" y="15318"/>
                </a:moveTo>
                <a:lnTo>
                  <a:pt x="340" y="15318"/>
                </a:lnTo>
                <a:lnTo>
                  <a:pt x="340" y="15370"/>
                </a:lnTo>
                <a:lnTo>
                  <a:pt x="314" y="15370"/>
                </a:lnTo>
              </a:path>
              <a:path w="21600" h="21600">
                <a:moveTo>
                  <a:pt x="16579" y="15302"/>
                </a:moveTo>
                <a:lnTo>
                  <a:pt x="16613" y="15302"/>
                </a:lnTo>
                <a:lnTo>
                  <a:pt x="16613" y="15373"/>
                </a:lnTo>
                <a:lnTo>
                  <a:pt x="16579" y="15373"/>
                </a:lnTo>
              </a:path>
              <a:path w="21600" h="21600">
                <a:moveTo>
                  <a:pt x="4986" y="15302"/>
                </a:moveTo>
                <a:lnTo>
                  <a:pt x="5020" y="15302"/>
                </a:lnTo>
                <a:lnTo>
                  <a:pt x="5020" y="15373"/>
                </a:lnTo>
                <a:lnTo>
                  <a:pt x="4986" y="15373"/>
                </a:lnTo>
              </a:path>
              <a:path w="21600" h="21600">
                <a:moveTo>
                  <a:pt x="10693" y="15294"/>
                </a:moveTo>
                <a:lnTo>
                  <a:pt x="10754" y="15294"/>
                </a:lnTo>
                <a:lnTo>
                  <a:pt x="10754" y="15418"/>
                </a:lnTo>
                <a:lnTo>
                  <a:pt x="10693" y="15418"/>
                </a:lnTo>
              </a:path>
              <a:path w="21600" h="21600">
                <a:moveTo>
                  <a:pt x="14475" y="15254"/>
                </a:moveTo>
                <a:lnTo>
                  <a:pt x="14513" y="15254"/>
                </a:lnTo>
                <a:lnTo>
                  <a:pt x="14513" y="15331"/>
                </a:lnTo>
                <a:lnTo>
                  <a:pt x="14475" y="15331"/>
                </a:lnTo>
              </a:path>
              <a:path w="21600" h="21600">
                <a:moveTo>
                  <a:pt x="7086" y="15254"/>
                </a:moveTo>
                <a:lnTo>
                  <a:pt x="7123" y="15254"/>
                </a:lnTo>
                <a:lnTo>
                  <a:pt x="7123" y="15331"/>
                </a:lnTo>
                <a:lnTo>
                  <a:pt x="7086" y="15331"/>
                </a:lnTo>
              </a:path>
              <a:path w="21600" h="21600">
                <a:moveTo>
                  <a:pt x="1065" y="15234"/>
                </a:moveTo>
                <a:lnTo>
                  <a:pt x="1098" y="15234"/>
                </a:lnTo>
                <a:lnTo>
                  <a:pt x="1098" y="15301"/>
                </a:lnTo>
                <a:lnTo>
                  <a:pt x="1065" y="15301"/>
                </a:lnTo>
              </a:path>
              <a:path w="21600" h="21600">
                <a:moveTo>
                  <a:pt x="17784" y="15223"/>
                </a:moveTo>
                <a:lnTo>
                  <a:pt x="17824" y="15223"/>
                </a:lnTo>
                <a:lnTo>
                  <a:pt x="17824" y="15304"/>
                </a:lnTo>
                <a:lnTo>
                  <a:pt x="17784" y="15304"/>
                </a:lnTo>
              </a:path>
              <a:path w="21600" h="21600">
                <a:moveTo>
                  <a:pt x="3775" y="15223"/>
                </a:moveTo>
                <a:lnTo>
                  <a:pt x="3815" y="15223"/>
                </a:lnTo>
                <a:lnTo>
                  <a:pt x="3815" y="15304"/>
                </a:lnTo>
                <a:lnTo>
                  <a:pt x="3775" y="15304"/>
                </a:lnTo>
              </a:path>
              <a:path w="21600" h="21600">
                <a:moveTo>
                  <a:pt x="19599" y="15214"/>
                </a:moveTo>
                <a:lnTo>
                  <a:pt x="19624" y="15214"/>
                </a:lnTo>
                <a:lnTo>
                  <a:pt x="19624" y="15267"/>
                </a:lnTo>
                <a:lnTo>
                  <a:pt x="19599" y="15267"/>
                </a:lnTo>
              </a:path>
              <a:path w="21600" h="21600">
                <a:moveTo>
                  <a:pt x="16885" y="15214"/>
                </a:moveTo>
                <a:lnTo>
                  <a:pt x="16911" y="15214"/>
                </a:lnTo>
                <a:lnTo>
                  <a:pt x="16911" y="15267"/>
                </a:lnTo>
                <a:lnTo>
                  <a:pt x="16885" y="15267"/>
                </a:lnTo>
              </a:path>
              <a:path w="21600" h="21600">
                <a:moveTo>
                  <a:pt x="7394" y="15214"/>
                </a:moveTo>
                <a:lnTo>
                  <a:pt x="7419" y="15214"/>
                </a:lnTo>
                <a:lnTo>
                  <a:pt x="7419" y="15267"/>
                </a:lnTo>
                <a:lnTo>
                  <a:pt x="7394" y="15267"/>
                </a:lnTo>
              </a:path>
              <a:path w="21600" h="21600">
                <a:moveTo>
                  <a:pt x="4688" y="15214"/>
                </a:moveTo>
                <a:lnTo>
                  <a:pt x="4714" y="15214"/>
                </a:lnTo>
                <a:lnTo>
                  <a:pt x="4714" y="15267"/>
                </a:lnTo>
                <a:lnTo>
                  <a:pt x="4688" y="15267"/>
                </a:lnTo>
              </a:path>
              <a:path w="21600" h="21600">
                <a:moveTo>
                  <a:pt x="1975" y="15214"/>
                </a:moveTo>
                <a:lnTo>
                  <a:pt x="2000" y="15214"/>
                </a:lnTo>
                <a:lnTo>
                  <a:pt x="2000" y="15267"/>
                </a:lnTo>
                <a:lnTo>
                  <a:pt x="1975" y="15267"/>
                </a:lnTo>
              </a:path>
              <a:path w="21600" h="21600">
                <a:moveTo>
                  <a:pt x="9185" y="15169"/>
                </a:moveTo>
                <a:lnTo>
                  <a:pt x="9242" y="15169"/>
                </a:lnTo>
                <a:lnTo>
                  <a:pt x="9242" y="15286"/>
                </a:lnTo>
                <a:lnTo>
                  <a:pt x="9185" y="15286"/>
                </a:lnTo>
              </a:path>
              <a:path w="21600" h="21600">
                <a:moveTo>
                  <a:pt x="2877" y="15164"/>
                </a:moveTo>
                <a:lnTo>
                  <a:pt x="2901" y="15164"/>
                </a:lnTo>
                <a:lnTo>
                  <a:pt x="2901" y="15213"/>
                </a:lnTo>
                <a:lnTo>
                  <a:pt x="2877" y="15213"/>
                </a:lnTo>
              </a:path>
              <a:path w="21600" h="21600">
                <a:moveTo>
                  <a:pt x="769" y="15134"/>
                </a:moveTo>
                <a:lnTo>
                  <a:pt x="791" y="15134"/>
                </a:lnTo>
                <a:lnTo>
                  <a:pt x="791" y="15179"/>
                </a:lnTo>
                <a:lnTo>
                  <a:pt x="769" y="15179"/>
                </a:lnTo>
              </a:path>
              <a:path w="21600" h="21600">
                <a:moveTo>
                  <a:pt x="20804" y="15127"/>
                </a:moveTo>
                <a:lnTo>
                  <a:pt x="20835" y="15127"/>
                </a:lnTo>
                <a:lnTo>
                  <a:pt x="20835" y="15191"/>
                </a:lnTo>
                <a:lnTo>
                  <a:pt x="20804" y="15191"/>
                </a:lnTo>
              </a:path>
              <a:path w="21600" h="21600">
                <a:moveTo>
                  <a:pt x="11766" y="15111"/>
                </a:moveTo>
                <a:lnTo>
                  <a:pt x="11797" y="15111"/>
                </a:lnTo>
                <a:lnTo>
                  <a:pt x="11797" y="15174"/>
                </a:lnTo>
                <a:lnTo>
                  <a:pt x="11766" y="15174"/>
                </a:lnTo>
              </a:path>
              <a:path w="21600" h="21600">
                <a:moveTo>
                  <a:pt x="9802" y="15111"/>
                </a:moveTo>
                <a:lnTo>
                  <a:pt x="9833" y="15111"/>
                </a:lnTo>
                <a:lnTo>
                  <a:pt x="9833" y="15174"/>
                </a:lnTo>
                <a:lnTo>
                  <a:pt x="9802" y="15174"/>
                </a:lnTo>
              </a:path>
              <a:path w="21600" h="21600">
                <a:moveTo>
                  <a:pt x="11461" y="15100"/>
                </a:moveTo>
                <a:lnTo>
                  <a:pt x="11497" y="15100"/>
                </a:lnTo>
                <a:lnTo>
                  <a:pt x="11497" y="15174"/>
                </a:lnTo>
                <a:lnTo>
                  <a:pt x="11461" y="15174"/>
                </a:lnTo>
              </a:path>
              <a:path w="21600" h="21600">
                <a:moveTo>
                  <a:pt x="20205" y="15099"/>
                </a:moveTo>
                <a:lnTo>
                  <a:pt x="20226" y="15099"/>
                </a:lnTo>
                <a:lnTo>
                  <a:pt x="20226" y="15141"/>
                </a:lnTo>
                <a:lnTo>
                  <a:pt x="20205" y="15141"/>
                </a:lnTo>
              </a:path>
              <a:path w="21600" h="21600">
                <a:moveTo>
                  <a:pt x="14786" y="15099"/>
                </a:moveTo>
                <a:lnTo>
                  <a:pt x="14807" y="15099"/>
                </a:lnTo>
                <a:lnTo>
                  <a:pt x="14807" y="15141"/>
                </a:lnTo>
                <a:lnTo>
                  <a:pt x="14786" y="15141"/>
                </a:lnTo>
              </a:path>
              <a:path w="21600" h="21600">
                <a:moveTo>
                  <a:pt x="9505" y="15099"/>
                </a:moveTo>
                <a:lnTo>
                  <a:pt x="9526" y="15099"/>
                </a:lnTo>
                <a:lnTo>
                  <a:pt x="9526" y="15141"/>
                </a:lnTo>
                <a:lnTo>
                  <a:pt x="9505" y="15141"/>
                </a:lnTo>
              </a:path>
              <a:path w="21600" h="21600">
                <a:moveTo>
                  <a:pt x="6792" y="15099"/>
                </a:moveTo>
                <a:lnTo>
                  <a:pt x="6813" y="15099"/>
                </a:lnTo>
                <a:lnTo>
                  <a:pt x="6813" y="15141"/>
                </a:lnTo>
                <a:lnTo>
                  <a:pt x="6792" y="15141"/>
                </a:lnTo>
              </a:path>
              <a:path w="21600" h="21600">
                <a:moveTo>
                  <a:pt x="4087" y="15099"/>
                </a:moveTo>
                <a:lnTo>
                  <a:pt x="4107" y="15099"/>
                </a:lnTo>
                <a:lnTo>
                  <a:pt x="4107" y="15141"/>
                </a:lnTo>
                <a:lnTo>
                  <a:pt x="4087" y="15141"/>
                </a:lnTo>
              </a:path>
              <a:path w="21600" h="21600">
                <a:moveTo>
                  <a:pt x="19887" y="15091"/>
                </a:moveTo>
                <a:lnTo>
                  <a:pt x="19940" y="15091"/>
                </a:lnTo>
                <a:lnTo>
                  <a:pt x="19940" y="15201"/>
                </a:lnTo>
                <a:lnTo>
                  <a:pt x="19887" y="15201"/>
                </a:lnTo>
              </a:path>
              <a:path w="21600" h="21600">
                <a:moveTo>
                  <a:pt x="1671" y="15091"/>
                </a:moveTo>
                <a:lnTo>
                  <a:pt x="1700" y="15091"/>
                </a:lnTo>
                <a:lnTo>
                  <a:pt x="1700" y="15151"/>
                </a:lnTo>
                <a:lnTo>
                  <a:pt x="1671" y="15151"/>
                </a:lnTo>
              </a:path>
              <a:path w="21600" h="21600">
                <a:moveTo>
                  <a:pt x="20504" y="15048"/>
                </a:moveTo>
                <a:lnTo>
                  <a:pt x="20531" y="15048"/>
                </a:lnTo>
                <a:lnTo>
                  <a:pt x="20531" y="15104"/>
                </a:lnTo>
                <a:lnTo>
                  <a:pt x="20504" y="15104"/>
                </a:lnTo>
              </a:path>
              <a:path w="21600" h="21600">
                <a:moveTo>
                  <a:pt x="15085" y="15048"/>
                </a:moveTo>
                <a:lnTo>
                  <a:pt x="15112" y="15048"/>
                </a:lnTo>
                <a:lnTo>
                  <a:pt x="15112" y="15104"/>
                </a:lnTo>
                <a:lnTo>
                  <a:pt x="15085" y="15104"/>
                </a:lnTo>
              </a:path>
              <a:path w="21600" h="21600">
                <a:moveTo>
                  <a:pt x="6487" y="15048"/>
                </a:moveTo>
                <a:lnTo>
                  <a:pt x="6514" y="15048"/>
                </a:lnTo>
                <a:lnTo>
                  <a:pt x="6514" y="15104"/>
                </a:lnTo>
                <a:lnTo>
                  <a:pt x="6487" y="15104"/>
                </a:lnTo>
              </a:path>
              <a:path w="21600" h="21600">
                <a:moveTo>
                  <a:pt x="19298" y="15045"/>
                </a:moveTo>
                <a:lnTo>
                  <a:pt x="19321" y="15045"/>
                </a:lnTo>
                <a:lnTo>
                  <a:pt x="19321" y="15090"/>
                </a:lnTo>
                <a:lnTo>
                  <a:pt x="19298" y="15090"/>
                </a:lnTo>
              </a:path>
              <a:path w="21600" h="21600">
                <a:moveTo>
                  <a:pt x="13879" y="15045"/>
                </a:moveTo>
                <a:lnTo>
                  <a:pt x="13902" y="15045"/>
                </a:lnTo>
                <a:lnTo>
                  <a:pt x="13902" y="15090"/>
                </a:lnTo>
                <a:lnTo>
                  <a:pt x="13879" y="15090"/>
                </a:lnTo>
              </a:path>
              <a:path w="21600" h="21600">
                <a:moveTo>
                  <a:pt x="7697" y="15045"/>
                </a:moveTo>
                <a:lnTo>
                  <a:pt x="7719" y="15045"/>
                </a:lnTo>
                <a:lnTo>
                  <a:pt x="7719" y="15090"/>
                </a:lnTo>
                <a:lnTo>
                  <a:pt x="7697" y="15090"/>
                </a:lnTo>
              </a:path>
              <a:path w="21600" h="21600">
                <a:moveTo>
                  <a:pt x="2278" y="15045"/>
                </a:moveTo>
                <a:lnTo>
                  <a:pt x="2301" y="15045"/>
                </a:lnTo>
                <a:lnTo>
                  <a:pt x="2301" y="15090"/>
                </a:lnTo>
                <a:lnTo>
                  <a:pt x="2278" y="15090"/>
                </a:lnTo>
              </a:path>
              <a:path w="21600" h="21600">
                <a:moveTo>
                  <a:pt x="10861" y="15030"/>
                </a:moveTo>
                <a:lnTo>
                  <a:pt x="10889" y="15030"/>
                </a:lnTo>
                <a:lnTo>
                  <a:pt x="10889" y="15087"/>
                </a:lnTo>
                <a:lnTo>
                  <a:pt x="10861" y="15087"/>
                </a:lnTo>
              </a:path>
              <a:path w="21600" h="21600">
                <a:moveTo>
                  <a:pt x="21260" y="15017"/>
                </a:moveTo>
                <a:lnTo>
                  <a:pt x="21284" y="15017"/>
                </a:lnTo>
                <a:lnTo>
                  <a:pt x="21284" y="15066"/>
                </a:lnTo>
                <a:lnTo>
                  <a:pt x="21260" y="15066"/>
                </a:lnTo>
              </a:path>
              <a:path w="21600" h="21600">
                <a:moveTo>
                  <a:pt x="18547" y="15017"/>
                </a:moveTo>
                <a:lnTo>
                  <a:pt x="18571" y="15017"/>
                </a:lnTo>
                <a:lnTo>
                  <a:pt x="18571" y="15066"/>
                </a:lnTo>
                <a:lnTo>
                  <a:pt x="18547" y="15066"/>
                </a:lnTo>
              </a:path>
              <a:path w="21600" h="21600">
                <a:moveTo>
                  <a:pt x="15841" y="15017"/>
                </a:moveTo>
                <a:lnTo>
                  <a:pt x="15865" y="15017"/>
                </a:lnTo>
                <a:lnTo>
                  <a:pt x="15865" y="15066"/>
                </a:lnTo>
                <a:lnTo>
                  <a:pt x="15841" y="15066"/>
                </a:lnTo>
              </a:path>
              <a:path w="21600" h="21600">
                <a:moveTo>
                  <a:pt x="13128" y="15017"/>
                </a:moveTo>
                <a:lnTo>
                  <a:pt x="13152" y="15017"/>
                </a:lnTo>
                <a:lnTo>
                  <a:pt x="13152" y="15066"/>
                </a:lnTo>
                <a:lnTo>
                  <a:pt x="13128" y="15066"/>
                </a:lnTo>
              </a:path>
              <a:path w="21600" h="21600">
                <a:moveTo>
                  <a:pt x="8447" y="15017"/>
                </a:moveTo>
                <a:lnTo>
                  <a:pt x="8471" y="15017"/>
                </a:lnTo>
                <a:lnTo>
                  <a:pt x="8471" y="15066"/>
                </a:lnTo>
                <a:lnTo>
                  <a:pt x="8447" y="15066"/>
                </a:lnTo>
              </a:path>
              <a:path w="21600" h="21600">
                <a:moveTo>
                  <a:pt x="3028" y="15017"/>
                </a:moveTo>
                <a:lnTo>
                  <a:pt x="3052" y="15017"/>
                </a:lnTo>
                <a:lnTo>
                  <a:pt x="3052" y="15066"/>
                </a:lnTo>
                <a:lnTo>
                  <a:pt x="3028" y="15066"/>
                </a:lnTo>
              </a:path>
              <a:path w="21600" h="21600">
                <a:moveTo>
                  <a:pt x="315" y="15017"/>
                </a:moveTo>
                <a:lnTo>
                  <a:pt x="339" y="15017"/>
                </a:lnTo>
                <a:lnTo>
                  <a:pt x="339" y="15066"/>
                </a:lnTo>
                <a:lnTo>
                  <a:pt x="315" y="15066"/>
                </a:lnTo>
              </a:path>
              <a:path w="21600" h="21600">
                <a:moveTo>
                  <a:pt x="12366" y="15005"/>
                </a:moveTo>
                <a:lnTo>
                  <a:pt x="12404" y="15005"/>
                </a:lnTo>
                <a:lnTo>
                  <a:pt x="12404" y="15083"/>
                </a:lnTo>
                <a:lnTo>
                  <a:pt x="12366" y="15083"/>
                </a:lnTo>
              </a:path>
              <a:path w="21600" h="21600">
                <a:moveTo>
                  <a:pt x="9195" y="15005"/>
                </a:moveTo>
                <a:lnTo>
                  <a:pt x="9233" y="15005"/>
                </a:lnTo>
                <a:lnTo>
                  <a:pt x="9233" y="15083"/>
                </a:lnTo>
                <a:lnTo>
                  <a:pt x="9195" y="15083"/>
                </a:lnTo>
              </a:path>
              <a:path w="21600" h="21600">
                <a:moveTo>
                  <a:pt x="2722" y="14980"/>
                </a:moveTo>
                <a:lnTo>
                  <a:pt x="2763" y="14980"/>
                </a:lnTo>
                <a:lnTo>
                  <a:pt x="2763" y="15063"/>
                </a:lnTo>
                <a:lnTo>
                  <a:pt x="2722" y="15063"/>
                </a:lnTo>
              </a:path>
              <a:path w="21600" h="21600">
                <a:moveTo>
                  <a:pt x="16580" y="14918"/>
                </a:moveTo>
                <a:lnTo>
                  <a:pt x="16613" y="14918"/>
                </a:lnTo>
                <a:lnTo>
                  <a:pt x="16613" y="14985"/>
                </a:lnTo>
                <a:lnTo>
                  <a:pt x="16580" y="14985"/>
                </a:lnTo>
              </a:path>
              <a:path w="21600" h="21600">
                <a:moveTo>
                  <a:pt x="4986" y="14918"/>
                </a:moveTo>
                <a:lnTo>
                  <a:pt x="5019" y="14918"/>
                </a:lnTo>
                <a:lnTo>
                  <a:pt x="5019" y="14985"/>
                </a:lnTo>
                <a:lnTo>
                  <a:pt x="4986" y="14985"/>
                </a:lnTo>
              </a:path>
              <a:path w="21600" h="21600">
                <a:moveTo>
                  <a:pt x="19599" y="14909"/>
                </a:moveTo>
                <a:lnTo>
                  <a:pt x="19623" y="14909"/>
                </a:lnTo>
                <a:lnTo>
                  <a:pt x="19623" y="14958"/>
                </a:lnTo>
                <a:lnTo>
                  <a:pt x="19599" y="14958"/>
                </a:lnTo>
              </a:path>
              <a:path w="21600" h="21600">
                <a:moveTo>
                  <a:pt x="16886" y="14909"/>
                </a:moveTo>
                <a:lnTo>
                  <a:pt x="16910" y="14909"/>
                </a:lnTo>
                <a:lnTo>
                  <a:pt x="16910" y="14958"/>
                </a:lnTo>
                <a:lnTo>
                  <a:pt x="16886" y="14958"/>
                </a:lnTo>
              </a:path>
              <a:path w="21600" h="21600">
                <a:moveTo>
                  <a:pt x="7394" y="14909"/>
                </a:moveTo>
                <a:lnTo>
                  <a:pt x="7418" y="14909"/>
                </a:lnTo>
                <a:lnTo>
                  <a:pt x="7418" y="14958"/>
                </a:lnTo>
                <a:lnTo>
                  <a:pt x="7394" y="14958"/>
                </a:lnTo>
              </a:path>
              <a:path w="21600" h="21600">
                <a:moveTo>
                  <a:pt x="4689" y="14909"/>
                </a:moveTo>
                <a:lnTo>
                  <a:pt x="4713" y="14909"/>
                </a:lnTo>
                <a:lnTo>
                  <a:pt x="4713" y="14958"/>
                </a:lnTo>
                <a:lnTo>
                  <a:pt x="4689" y="14958"/>
                </a:lnTo>
              </a:path>
              <a:path w="21600" h="21600">
                <a:moveTo>
                  <a:pt x="1976" y="14909"/>
                </a:moveTo>
                <a:lnTo>
                  <a:pt x="2000" y="14909"/>
                </a:lnTo>
                <a:lnTo>
                  <a:pt x="2000" y="14958"/>
                </a:lnTo>
                <a:lnTo>
                  <a:pt x="1976" y="14958"/>
                </a:lnTo>
              </a:path>
              <a:path w="21600" h="21600">
                <a:moveTo>
                  <a:pt x="1066" y="14908"/>
                </a:moveTo>
                <a:lnTo>
                  <a:pt x="1097" y="14908"/>
                </a:lnTo>
                <a:lnTo>
                  <a:pt x="1097" y="14971"/>
                </a:lnTo>
                <a:lnTo>
                  <a:pt x="1066" y="14971"/>
                </a:lnTo>
              </a:path>
              <a:path w="21600" h="21600">
                <a:moveTo>
                  <a:pt x="2878" y="14903"/>
                </a:moveTo>
                <a:lnTo>
                  <a:pt x="2900" y="14903"/>
                </a:lnTo>
                <a:lnTo>
                  <a:pt x="2900" y="14948"/>
                </a:lnTo>
                <a:lnTo>
                  <a:pt x="2878" y="14948"/>
                </a:lnTo>
              </a:path>
              <a:path w="21600" h="21600">
                <a:moveTo>
                  <a:pt x="15387" y="14884"/>
                </a:moveTo>
                <a:lnTo>
                  <a:pt x="15413" y="14884"/>
                </a:lnTo>
                <a:lnTo>
                  <a:pt x="15413" y="14937"/>
                </a:lnTo>
                <a:lnTo>
                  <a:pt x="15387" y="14937"/>
                </a:lnTo>
              </a:path>
              <a:path w="21600" h="21600">
                <a:moveTo>
                  <a:pt x="10694" y="14875"/>
                </a:moveTo>
                <a:lnTo>
                  <a:pt x="10753" y="14875"/>
                </a:lnTo>
                <a:lnTo>
                  <a:pt x="10753" y="14996"/>
                </a:lnTo>
                <a:lnTo>
                  <a:pt x="10694" y="14996"/>
                </a:lnTo>
              </a:path>
              <a:path w="21600" h="21600">
                <a:moveTo>
                  <a:pt x="13414" y="14852"/>
                </a:moveTo>
                <a:lnTo>
                  <a:pt x="13461" y="14852"/>
                </a:lnTo>
                <a:lnTo>
                  <a:pt x="13461" y="14948"/>
                </a:lnTo>
                <a:lnTo>
                  <a:pt x="13414" y="14948"/>
                </a:lnTo>
              </a:path>
              <a:path w="21600" h="21600">
                <a:moveTo>
                  <a:pt x="8138" y="14852"/>
                </a:moveTo>
                <a:lnTo>
                  <a:pt x="8185" y="14852"/>
                </a:lnTo>
                <a:lnTo>
                  <a:pt x="8185" y="14948"/>
                </a:lnTo>
                <a:lnTo>
                  <a:pt x="8138" y="14948"/>
                </a:lnTo>
              </a:path>
              <a:path w="21600" h="21600">
                <a:moveTo>
                  <a:pt x="14476" y="14818"/>
                </a:moveTo>
                <a:lnTo>
                  <a:pt x="14512" y="14818"/>
                </a:lnTo>
                <a:lnTo>
                  <a:pt x="14512" y="14892"/>
                </a:lnTo>
                <a:lnTo>
                  <a:pt x="14476" y="14892"/>
                </a:lnTo>
              </a:path>
              <a:path w="21600" h="21600">
                <a:moveTo>
                  <a:pt x="7086" y="14818"/>
                </a:moveTo>
                <a:lnTo>
                  <a:pt x="7123" y="14818"/>
                </a:lnTo>
                <a:lnTo>
                  <a:pt x="7123" y="14892"/>
                </a:lnTo>
                <a:lnTo>
                  <a:pt x="7086" y="14892"/>
                </a:lnTo>
              </a:path>
              <a:path w="21600" h="21600">
                <a:moveTo>
                  <a:pt x="770" y="14779"/>
                </a:moveTo>
                <a:lnTo>
                  <a:pt x="790" y="14779"/>
                </a:lnTo>
                <a:lnTo>
                  <a:pt x="790" y="14821"/>
                </a:lnTo>
                <a:lnTo>
                  <a:pt x="770" y="14821"/>
                </a:lnTo>
              </a:path>
              <a:path w="21600" h="21600">
                <a:moveTo>
                  <a:pt x="20805" y="14772"/>
                </a:moveTo>
                <a:lnTo>
                  <a:pt x="20834" y="14772"/>
                </a:lnTo>
                <a:lnTo>
                  <a:pt x="20834" y="14832"/>
                </a:lnTo>
                <a:lnTo>
                  <a:pt x="20805" y="14832"/>
                </a:lnTo>
              </a:path>
              <a:path w="21600" h="21600">
                <a:moveTo>
                  <a:pt x="19299" y="14758"/>
                </a:moveTo>
                <a:lnTo>
                  <a:pt x="19320" y="14758"/>
                </a:lnTo>
                <a:lnTo>
                  <a:pt x="19320" y="14800"/>
                </a:lnTo>
                <a:lnTo>
                  <a:pt x="19299" y="14800"/>
                </a:lnTo>
              </a:path>
              <a:path w="21600" h="21600">
                <a:moveTo>
                  <a:pt x="13880" y="14758"/>
                </a:moveTo>
                <a:lnTo>
                  <a:pt x="13901" y="14758"/>
                </a:lnTo>
                <a:lnTo>
                  <a:pt x="13901" y="14800"/>
                </a:lnTo>
                <a:lnTo>
                  <a:pt x="13880" y="14800"/>
                </a:lnTo>
              </a:path>
              <a:path w="21600" h="21600">
                <a:moveTo>
                  <a:pt x="7698" y="14758"/>
                </a:moveTo>
                <a:lnTo>
                  <a:pt x="7718" y="14758"/>
                </a:lnTo>
                <a:lnTo>
                  <a:pt x="7718" y="14800"/>
                </a:lnTo>
                <a:lnTo>
                  <a:pt x="7698" y="14800"/>
                </a:lnTo>
              </a:path>
              <a:path w="21600" h="21600">
                <a:moveTo>
                  <a:pt x="2279" y="14758"/>
                </a:moveTo>
                <a:lnTo>
                  <a:pt x="2300" y="14758"/>
                </a:lnTo>
                <a:lnTo>
                  <a:pt x="2300" y="14800"/>
                </a:lnTo>
                <a:lnTo>
                  <a:pt x="2279" y="14800"/>
                </a:lnTo>
              </a:path>
              <a:path w="21600" h="21600">
                <a:moveTo>
                  <a:pt x="17785" y="14756"/>
                </a:moveTo>
                <a:lnTo>
                  <a:pt x="17823" y="14756"/>
                </a:lnTo>
                <a:lnTo>
                  <a:pt x="17823" y="14834"/>
                </a:lnTo>
                <a:lnTo>
                  <a:pt x="17785" y="14834"/>
                </a:lnTo>
              </a:path>
              <a:path w="21600" h="21600">
                <a:moveTo>
                  <a:pt x="3776" y="14756"/>
                </a:moveTo>
                <a:lnTo>
                  <a:pt x="3814" y="14756"/>
                </a:lnTo>
                <a:lnTo>
                  <a:pt x="3814" y="14834"/>
                </a:lnTo>
                <a:lnTo>
                  <a:pt x="3776" y="14834"/>
                </a:lnTo>
              </a:path>
              <a:path w="21600" h="21600">
                <a:moveTo>
                  <a:pt x="11766" y="14755"/>
                </a:moveTo>
                <a:lnTo>
                  <a:pt x="11796" y="14755"/>
                </a:lnTo>
                <a:lnTo>
                  <a:pt x="11796" y="14815"/>
                </a:lnTo>
                <a:lnTo>
                  <a:pt x="11766" y="14815"/>
                </a:lnTo>
              </a:path>
              <a:path w="21600" h="21600">
                <a:moveTo>
                  <a:pt x="9803" y="14755"/>
                </a:moveTo>
                <a:lnTo>
                  <a:pt x="9832" y="14755"/>
                </a:lnTo>
                <a:lnTo>
                  <a:pt x="9832" y="14815"/>
                </a:lnTo>
                <a:lnTo>
                  <a:pt x="9803" y="14815"/>
                </a:lnTo>
              </a:path>
              <a:path w="21600" h="21600">
                <a:moveTo>
                  <a:pt x="1672" y="14752"/>
                </a:moveTo>
                <a:lnTo>
                  <a:pt x="1699" y="14752"/>
                </a:lnTo>
                <a:lnTo>
                  <a:pt x="1699" y="14808"/>
                </a:lnTo>
                <a:lnTo>
                  <a:pt x="1672" y="14808"/>
                </a:lnTo>
              </a:path>
              <a:path w="21600" h="21600">
                <a:moveTo>
                  <a:pt x="19887" y="14752"/>
                </a:moveTo>
                <a:lnTo>
                  <a:pt x="19939" y="14752"/>
                </a:lnTo>
                <a:lnTo>
                  <a:pt x="19939" y="14858"/>
                </a:lnTo>
                <a:lnTo>
                  <a:pt x="19887" y="14858"/>
                </a:lnTo>
              </a:path>
              <a:path w="21600" h="21600">
                <a:moveTo>
                  <a:pt x="20504" y="14722"/>
                </a:moveTo>
                <a:lnTo>
                  <a:pt x="20530" y="14722"/>
                </a:lnTo>
                <a:lnTo>
                  <a:pt x="20530" y="14774"/>
                </a:lnTo>
                <a:lnTo>
                  <a:pt x="20504" y="14774"/>
                </a:lnTo>
              </a:path>
              <a:path w="21600" h="21600">
                <a:moveTo>
                  <a:pt x="15085" y="14722"/>
                </a:moveTo>
                <a:lnTo>
                  <a:pt x="15111" y="14722"/>
                </a:lnTo>
                <a:lnTo>
                  <a:pt x="15111" y="14774"/>
                </a:lnTo>
                <a:lnTo>
                  <a:pt x="15085" y="14774"/>
                </a:lnTo>
              </a:path>
              <a:path w="21600" h="21600">
                <a:moveTo>
                  <a:pt x="6488" y="14722"/>
                </a:moveTo>
                <a:lnTo>
                  <a:pt x="6513" y="14722"/>
                </a:lnTo>
                <a:lnTo>
                  <a:pt x="6513" y="14774"/>
                </a:lnTo>
                <a:lnTo>
                  <a:pt x="6488" y="14774"/>
                </a:lnTo>
              </a:path>
              <a:path w="21600" h="21600">
                <a:moveTo>
                  <a:pt x="9186" y="14718"/>
                </a:moveTo>
                <a:lnTo>
                  <a:pt x="9241" y="14718"/>
                </a:lnTo>
                <a:lnTo>
                  <a:pt x="9241" y="14831"/>
                </a:lnTo>
                <a:lnTo>
                  <a:pt x="9186" y="14831"/>
                </a:lnTo>
              </a:path>
              <a:path w="21600" h="21600">
                <a:moveTo>
                  <a:pt x="21261" y="14717"/>
                </a:moveTo>
                <a:lnTo>
                  <a:pt x="21283" y="14717"/>
                </a:lnTo>
                <a:lnTo>
                  <a:pt x="21283" y="14762"/>
                </a:lnTo>
                <a:lnTo>
                  <a:pt x="21261" y="14762"/>
                </a:lnTo>
              </a:path>
              <a:path w="21600" h="21600">
                <a:moveTo>
                  <a:pt x="18548" y="14717"/>
                </a:moveTo>
                <a:lnTo>
                  <a:pt x="18570" y="14717"/>
                </a:lnTo>
                <a:lnTo>
                  <a:pt x="18570" y="14762"/>
                </a:lnTo>
                <a:lnTo>
                  <a:pt x="18548" y="14762"/>
                </a:lnTo>
              </a:path>
              <a:path w="21600" h="21600">
                <a:moveTo>
                  <a:pt x="15842" y="14717"/>
                </a:moveTo>
                <a:lnTo>
                  <a:pt x="15864" y="14717"/>
                </a:lnTo>
                <a:lnTo>
                  <a:pt x="15864" y="14762"/>
                </a:lnTo>
                <a:lnTo>
                  <a:pt x="15842" y="14762"/>
                </a:lnTo>
              </a:path>
              <a:path w="21600" h="21600">
                <a:moveTo>
                  <a:pt x="13129" y="14717"/>
                </a:moveTo>
                <a:lnTo>
                  <a:pt x="13151" y="14717"/>
                </a:lnTo>
                <a:lnTo>
                  <a:pt x="13151" y="14762"/>
                </a:lnTo>
                <a:lnTo>
                  <a:pt x="13129" y="14762"/>
                </a:lnTo>
              </a:path>
              <a:path w="21600" h="21600">
                <a:moveTo>
                  <a:pt x="8448" y="14717"/>
                </a:moveTo>
                <a:lnTo>
                  <a:pt x="8470" y="14717"/>
                </a:lnTo>
                <a:lnTo>
                  <a:pt x="8470" y="14762"/>
                </a:lnTo>
                <a:lnTo>
                  <a:pt x="8448" y="14762"/>
                </a:lnTo>
              </a:path>
              <a:path w="21600" h="21600">
                <a:moveTo>
                  <a:pt x="3029" y="14717"/>
                </a:moveTo>
                <a:lnTo>
                  <a:pt x="3051" y="14717"/>
                </a:lnTo>
                <a:lnTo>
                  <a:pt x="3051" y="14762"/>
                </a:lnTo>
                <a:lnTo>
                  <a:pt x="3029" y="14762"/>
                </a:lnTo>
              </a:path>
              <a:path w="21600" h="21600">
                <a:moveTo>
                  <a:pt x="316" y="14717"/>
                </a:moveTo>
                <a:lnTo>
                  <a:pt x="338" y="14717"/>
                </a:lnTo>
                <a:lnTo>
                  <a:pt x="338" y="14762"/>
                </a:lnTo>
                <a:lnTo>
                  <a:pt x="316" y="14762"/>
                </a:lnTo>
              </a:path>
              <a:path w="21600" h="21600">
                <a:moveTo>
                  <a:pt x="10862" y="14703"/>
                </a:moveTo>
                <a:lnTo>
                  <a:pt x="10888" y="14703"/>
                </a:lnTo>
                <a:lnTo>
                  <a:pt x="10888" y="14756"/>
                </a:lnTo>
                <a:lnTo>
                  <a:pt x="10862" y="14756"/>
                </a:lnTo>
              </a:path>
              <a:path w="21600" h="21600">
                <a:moveTo>
                  <a:pt x="11462" y="14681"/>
                </a:moveTo>
                <a:lnTo>
                  <a:pt x="11496" y="14681"/>
                </a:lnTo>
                <a:lnTo>
                  <a:pt x="11496" y="14751"/>
                </a:lnTo>
                <a:lnTo>
                  <a:pt x="11462" y="14751"/>
                </a:lnTo>
              </a:path>
              <a:path w="21600" h="21600">
                <a:moveTo>
                  <a:pt x="2879" y="14642"/>
                </a:moveTo>
                <a:lnTo>
                  <a:pt x="2899" y="14642"/>
                </a:lnTo>
                <a:lnTo>
                  <a:pt x="2899" y="14683"/>
                </a:lnTo>
                <a:lnTo>
                  <a:pt x="2879" y="14683"/>
                </a:lnTo>
              </a:path>
              <a:path w="21600" h="21600">
                <a:moveTo>
                  <a:pt x="19600" y="14605"/>
                </a:moveTo>
                <a:lnTo>
                  <a:pt x="19623" y="14605"/>
                </a:lnTo>
                <a:lnTo>
                  <a:pt x="19623" y="14650"/>
                </a:lnTo>
                <a:lnTo>
                  <a:pt x="19600" y="14650"/>
                </a:lnTo>
              </a:path>
              <a:path w="21600" h="21600">
                <a:moveTo>
                  <a:pt x="16887" y="14605"/>
                </a:moveTo>
                <a:lnTo>
                  <a:pt x="16909" y="14605"/>
                </a:lnTo>
                <a:lnTo>
                  <a:pt x="16909" y="14650"/>
                </a:lnTo>
                <a:lnTo>
                  <a:pt x="16887" y="14650"/>
                </a:lnTo>
              </a:path>
              <a:path w="21600" h="21600">
                <a:moveTo>
                  <a:pt x="7395" y="14605"/>
                </a:moveTo>
                <a:lnTo>
                  <a:pt x="7417" y="14605"/>
                </a:lnTo>
                <a:lnTo>
                  <a:pt x="7417" y="14650"/>
                </a:lnTo>
                <a:lnTo>
                  <a:pt x="7395" y="14650"/>
                </a:lnTo>
              </a:path>
              <a:path w="21600" h="21600">
                <a:moveTo>
                  <a:pt x="4690" y="14605"/>
                </a:moveTo>
                <a:lnTo>
                  <a:pt x="4712" y="14605"/>
                </a:lnTo>
                <a:lnTo>
                  <a:pt x="4712" y="14650"/>
                </a:lnTo>
                <a:lnTo>
                  <a:pt x="4690" y="14650"/>
                </a:lnTo>
              </a:path>
              <a:path w="21600" h="21600">
                <a:moveTo>
                  <a:pt x="1976" y="14605"/>
                </a:moveTo>
                <a:lnTo>
                  <a:pt x="1999" y="14605"/>
                </a:lnTo>
                <a:lnTo>
                  <a:pt x="1999" y="14650"/>
                </a:lnTo>
                <a:lnTo>
                  <a:pt x="1976" y="14650"/>
                </a:lnTo>
              </a:path>
              <a:path w="21600" h="21600">
                <a:moveTo>
                  <a:pt x="1067" y="14582"/>
                </a:moveTo>
                <a:lnTo>
                  <a:pt x="1096" y="14582"/>
                </a:lnTo>
                <a:lnTo>
                  <a:pt x="1096" y="14641"/>
                </a:lnTo>
                <a:lnTo>
                  <a:pt x="1067" y="14641"/>
                </a:lnTo>
              </a:path>
              <a:path w="21600" h="21600">
                <a:moveTo>
                  <a:pt x="12367" y="14554"/>
                </a:moveTo>
                <a:lnTo>
                  <a:pt x="12403" y="14554"/>
                </a:lnTo>
                <a:lnTo>
                  <a:pt x="12403" y="14628"/>
                </a:lnTo>
                <a:lnTo>
                  <a:pt x="12367" y="14628"/>
                </a:lnTo>
              </a:path>
              <a:path w="21600" h="21600">
                <a:moveTo>
                  <a:pt x="9196" y="14554"/>
                </a:moveTo>
                <a:lnTo>
                  <a:pt x="9232" y="14554"/>
                </a:lnTo>
                <a:lnTo>
                  <a:pt x="9232" y="14628"/>
                </a:lnTo>
                <a:lnTo>
                  <a:pt x="9196" y="14628"/>
                </a:lnTo>
              </a:path>
              <a:path w="21600" h="21600">
                <a:moveTo>
                  <a:pt x="16581" y="14533"/>
                </a:moveTo>
                <a:lnTo>
                  <a:pt x="16612" y="14533"/>
                </a:lnTo>
                <a:lnTo>
                  <a:pt x="16612" y="14596"/>
                </a:lnTo>
                <a:lnTo>
                  <a:pt x="16581" y="14596"/>
                </a:lnTo>
              </a:path>
              <a:path w="21600" h="21600">
                <a:moveTo>
                  <a:pt x="4987" y="14533"/>
                </a:moveTo>
                <a:lnTo>
                  <a:pt x="5018" y="14533"/>
                </a:lnTo>
                <a:lnTo>
                  <a:pt x="5018" y="14596"/>
                </a:lnTo>
                <a:lnTo>
                  <a:pt x="4987" y="14596"/>
                </a:lnTo>
              </a:path>
              <a:path w="21600" h="21600">
                <a:moveTo>
                  <a:pt x="2723" y="14527"/>
                </a:moveTo>
                <a:lnTo>
                  <a:pt x="2762" y="14527"/>
                </a:lnTo>
                <a:lnTo>
                  <a:pt x="2762" y="14607"/>
                </a:lnTo>
                <a:lnTo>
                  <a:pt x="2723" y="14607"/>
                </a:lnTo>
              </a:path>
              <a:path w="21600" h="21600">
                <a:moveTo>
                  <a:pt x="10695" y="14457"/>
                </a:moveTo>
                <a:lnTo>
                  <a:pt x="10752" y="14457"/>
                </a:lnTo>
                <a:lnTo>
                  <a:pt x="10752" y="14574"/>
                </a:lnTo>
                <a:lnTo>
                  <a:pt x="10695" y="14574"/>
                </a:lnTo>
              </a:path>
              <a:path w="21600" h="21600">
                <a:moveTo>
                  <a:pt x="20806" y="14417"/>
                </a:moveTo>
                <a:lnTo>
                  <a:pt x="20833" y="14417"/>
                </a:lnTo>
                <a:lnTo>
                  <a:pt x="20833" y="14474"/>
                </a:lnTo>
                <a:lnTo>
                  <a:pt x="20806" y="14474"/>
                </a:lnTo>
              </a:path>
              <a:path w="21600" h="21600">
                <a:moveTo>
                  <a:pt x="21262" y="14417"/>
                </a:moveTo>
                <a:lnTo>
                  <a:pt x="21282" y="14417"/>
                </a:lnTo>
                <a:lnTo>
                  <a:pt x="21282" y="14458"/>
                </a:lnTo>
                <a:lnTo>
                  <a:pt x="21262" y="14458"/>
                </a:lnTo>
              </a:path>
              <a:path w="21600" h="21600">
                <a:moveTo>
                  <a:pt x="18549" y="14417"/>
                </a:moveTo>
                <a:lnTo>
                  <a:pt x="18569" y="14417"/>
                </a:lnTo>
                <a:lnTo>
                  <a:pt x="18569" y="14458"/>
                </a:lnTo>
                <a:lnTo>
                  <a:pt x="18549" y="14458"/>
                </a:lnTo>
              </a:path>
              <a:path w="21600" h="21600">
                <a:moveTo>
                  <a:pt x="15843" y="14417"/>
                </a:moveTo>
                <a:lnTo>
                  <a:pt x="15863" y="14417"/>
                </a:lnTo>
                <a:lnTo>
                  <a:pt x="15863" y="14458"/>
                </a:lnTo>
                <a:lnTo>
                  <a:pt x="15843" y="14458"/>
                </a:lnTo>
              </a:path>
              <a:path w="21600" h="21600">
                <a:moveTo>
                  <a:pt x="13130" y="14417"/>
                </a:moveTo>
                <a:lnTo>
                  <a:pt x="13150" y="14417"/>
                </a:lnTo>
                <a:lnTo>
                  <a:pt x="13150" y="14458"/>
                </a:lnTo>
                <a:lnTo>
                  <a:pt x="13130" y="14458"/>
                </a:lnTo>
              </a:path>
              <a:path w="21600" h="21600">
                <a:moveTo>
                  <a:pt x="8448" y="14417"/>
                </a:moveTo>
                <a:lnTo>
                  <a:pt x="8469" y="14417"/>
                </a:lnTo>
                <a:lnTo>
                  <a:pt x="8469" y="14458"/>
                </a:lnTo>
                <a:lnTo>
                  <a:pt x="8448" y="14458"/>
                </a:lnTo>
              </a:path>
              <a:path w="21600" h="21600">
                <a:moveTo>
                  <a:pt x="3030" y="14417"/>
                </a:moveTo>
                <a:lnTo>
                  <a:pt x="3050" y="14417"/>
                </a:lnTo>
                <a:lnTo>
                  <a:pt x="3050" y="14458"/>
                </a:lnTo>
                <a:lnTo>
                  <a:pt x="3030" y="14458"/>
                </a:lnTo>
              </a:path>
              <a:path w="21600" h="21600">
                <a:moveTo>
                  <a:pt x="317" y="14417"/>
                </a:moveTo>
                <a:lnTo>
                  <a:pt x="337" y="14417"/>
                </a:lnTo>
                <a:lnTo>
                  <a:pt x="337" y="14458"/>
                </a:lnTo>
                <a:lnTo>
                  <a:pt x="317" y="14458"/>
                </a:lnTo>
              </a:path>
              <a:path w="21600" h="21600">
                <a:moveTo>
                  <a:pt x="1673" y="14412"/>
                </a:moveTo>
                <a:lnTo>
                  <a:pt x="1698" y="14412"/>
                </a:lnTo>
                <a:lnTo>
                  <a:pt x="1698" y="14465"/>
                </a:lnTo>
                <a:lnTo>
                  <a:pt x="1673" y="14465"/>
                </a:lnTo>
              </a:path>
              <a:path w="21600" h="21600">
                <a:moveTo>
                  <a:pt x="19888" y="14412"/>
                </a:moveTo>
                <a:lnTo>
                  <a:pt x="19938" y="14412"/>
                </a:lnTo>
                <a:lnTo>
                  <a:pt x="19938" y="14514"/>
                </a:lnTo>
                <a:lnTo>
                  <a:pt x="19888" y="14514"/>
                </a:lnTo>
              </a:path>
              <a:path w="21600" h="21600">
                <a:moveTo>
                  <a:pt x="11767" y="14400"/>
                </a:moveTo>
                <a:lnTo>
                  <a:pt x="11795" y="14400"/>
                </a:lnTo>
                <a:lnTo>
                  <a:pt x="11795" y="14456"/>
                </a:lnTo>
                <a:lnTo>
                  <a:pt x="11767" y="14456"/>
                </a:lnTo>
              </a:path>
              <a:path w="21600" h="21600">
                <a:moveTo>
                  <a:pt x="9804" y="14400"/>
                </a:moveTo>
                <a:lnTo>
                  <a:pt x="9831" y="14400"/>
                </a:lnTo>
                <a:lnTo>
                  <a:pt x="9831" y="14456"/>
                </a:lnTo>
                <a:lnTo>
                  <a:pt x="9804" y="14456"/>
                </a:lnTo>
              </a:path>
              <a:path w="21600" h="21600">
                <a:moveTo>
                  <a:pt x="20505" y="14396"/>
                </a:moveTo>
                <a:lnTo>
                  <a:pt x="20529" y="14396"/>
                </a:lnTo>
                <a:lnTo>
                  <a:pt x="20529" y="14444"/>
                </a:lnTo>
                <a:lnTo>
                  <a:pt x="20505" y="14444"/>
                </a:lnTo>
              </a:path>
              <a:path w="21600" h="21600">
                <a:moveTo>
                  <a:pt x="15086" y="14396"/>
                </a:moveTo>
                <a:lnTo>
                  <a:pt x="15110" y="14396"/>
                </a:lnTo>
                <a:lnTo>
                  <a:pt x="15110" y="14444"/>
                </a:lnTo>
                <a:lnTo>
                  <a:pt x="15086" y="14444"/>
                </a:lnTo>
              </a:path>
              <a:path w="21600" h="21600">
                <a:moveTo>
                  <a:pt x="6489" y="14396"/>
                </a:moveTo>
                <a:lnTo>
                  <a:pt x="6512" y="14396"/>
                </a:lnTo>
                <a:lnTo>
                  <a:pt x="6512" y="14444"/>
                </a:lnTo>
                <a:lnTo>
                  <a:pt x="6489" y="14444"/>
                </a:lnTo>
              </a:path>
              <a:path w="21600" h="21600">
                <a:moveTo>
                  <a:pt x="15388" y="14387"/>
                </a:moveTo>
                <a:lnTo>
                  <a:pt x="15412" y="14387"/>
                </a:lnTo>
                <a:lnTo>
                  <a:pt x="15412" y="14436"/>
                </a:lnTo>
                <a:lnTo>
                  <a:pt x="15388" y="14436"/>
                </a:lnTo>
              </a:path>
              <a:path w="21600" h="21600">
                <a:moveTo>
                  <a:pt x="14477" y="14382"/>
                </a:moveTo>
                <a:lnTo>
                  <a:pt x="14511" y="14382"/>
                </a:lnTo>
                <a:lnTo>
                  <a:pt x="14511" y="14453"/>
                </a:lnTo>
                <a:lnTo>
                  <a:pt x="14477" y="14453"/>
                </a:lnTo>
              </a:path>
              <a:path w="21600" h="21600">
                <a:moveTo>
                  <a:pt x="7087" y="14382"/>
                </a:moveTo>
                <a:lnTo>
                  <a:pt x="7122" y="14382"/>
                </a:lnTo>
                <a:lnTo>
                  <a:pt x="7122" y="14453"/>
                </a:lnTo>
                <a:lnTo>
                  <a:pt x="7087" y="14453"/>
                </a:lnTo>
              </a:path>
              <a:path w="21600" h="21600">
                <a:moveTo>
                  <a:pt x="10863" y="14376"/>
                </a:moveTo>
                <a:lnTo>
                  <a:pt x="10887" y="14376"/>
                </a:lnTo>
                <a:lnTo>
                  <a:pt x="10887" y="14425"/>
                </a:lnTo>
                <a:lnTo>
                  <a:pt x="10863" y="14425"/>
                </a:lnTo>
              </a:path>
              <a:path w="21600" h="21600">
                <a:moveTo>
                  <a:pt x="19601" y="14300"/>
                </a:moveTo>
                <a:lnTo>
                  <a:pt x="19622" y="14300"/>
                </a:lnTo>
                <a:lnTo>
                  <a:pt x="19622" y="14342"/>
                </a:lnTo>
                <a:lnTo>
                  <a:pt x="19601" y="14342"/>
                </a:lnTo>
              </a:path>
              <a:path w="21600" h="21600">
                <a:moveTo>
                  <a:pt x="16888" y="14300"/>
                </a:moveTo>
                <a:lnTo>
                  <a:pt x="16908" y="14300"/>
                </a:lnTo>
                <a:lnTo>
                  <a:pt x="16908" y="14342"/>
                </a:lnTo>
                <a:lnTo>
                  <a:pt x="16888" y="14342"/>
                </a:lnTo>
              </a:path>
              <a:path w="21600" h="21600">
                <a:moveTo>
                  <a:pt x="7396" y="14300"/>
                </a:moveTo>
                <a:lnTo>
                  <a:pt x="7417" y="14300"/>
                </a:lnTo>
                <a:lnTo>
                  <a:pt x="7417" y="14342"/>
                </a:lnTo>
                <a:lnTo>
                  <a:pt x="7396" y="14342"/>
                </a:lnTo>
              </a:path>
              <a:path w="21600" h="21600">
                <a:moveTo>
                  <a:pt x="4691" y="14300"/>
                </a:moveTo>
                <a:lnTo>
                  <a:pt x="4711" y="14300"/>
                </a:lnTo>
                <a:lnTo>
                  <a:pt x="4711" y="14342"/>
                </a:lnTo>
                <a:lnTo>
                  <a:pt x="4691" y="14342"/>
                </a:lnTo>
              </a:path>
              <a:path w="21600" h="21600">
                <a:moveTo>
                  <a:pt x="1977" y="14300"/>
                </a:moveTo>
                <a:lnTo>
                  <a:pt x="1998" y="14300"/>
                </a:lnTo>
                <a:lnTo>
                  <a:pt x="1998" y="14342"/>
                </a:lnTo>
                <a:lnTo>
                  <a:pt x="1977" y="14342"/>
                </a:lnTo>
              </a:path>
              <a:path w="21600" h="21600">
                <a:moveTo>
                  <a:pt x="17786" y="14289"/>
                </a:moveTo>
                <a:lnTo>
                  <a:pt x="17822" y="14289"/>
                </a:lnTo>
                <a:lnTo>
                  <a:pt x="17822" y="14364"/>
                </a:lnTo>
                <a:lnTo>
                  <a:pt x="17786" y="14364"/>
                </a:lnTo>
              </a:path>
              <a:path w="21600" h="21600">
                <a:moveTo>
                  <a:pt x="3777" y="14289"/>
                </a:moveTo>
                <a:lnTo>
                  <a:pt x="3813" y="14289"/>
                </a:lnTo>
                <a:lnTo>
                  <a:pt x="3813" y="14364"/>
                </a:lnTo>
                <a:lnTo>
                  <a:pt x="3777" y="14364"/>
                </a:lnTo>
              </a:path>
              <a:path w="21600" h="21600">
                <a:moveTo>
                  <a:pt x="9187" y="14267"/>
                </a:moveTo>
                <a:lnTo>
                  <a:pt x="9240" y="14267"/>
                </a:lnTo>
                <a:lnTo>
                  <a:pt x="9240" y="14376"/>
                </a:lnTo>
                <a:lnTo>
                  <a:pt x="9187" y="14376"/>
                </a:lnTo>
              </a:path>
              <a:path w="21600" h="21600">
                <a:moveTo>
                  <a:pt x="11463" y="14262"/>
                </a:moveTo>
                <a:lnTo>
                  <a:pt x="11495" y="14262"/>
                </a:lnTo>
                <a:lnTo>
                  <a:pt x="11495" y="14328"/>
                </a:lnTo>
                <a:lnTo>
                  <a:pt x="11463" y="14328"/>
                </a:lnTo>
              </a:path>
              <a:path w="21600" h="21600">
                <a:moveTo>
                  <a:pt x="1068" y="14255"/>
                </a:moveTo>
                <a:lnTo>
                  <a:pt x="1095" y="14255"/>
                </a:lnTo>
                <a:lnTo>
                  <a:pt x="1095" y="14312"/>
                </a:lnTo>
                <a:lnTo>
                  <a:pt x="1068" y="14312"/>
                </a:lnTo>
              </a:path>
              <a:path w="21600" h="21600">
                <a:moveTo>
                  <a:pt x="13415" y="14237"/>
                </a:moveTo>
                <a:lnTo>
                  <a:pt x="13460" y="14237"/>
                </a:lnTo>
                <a:lnTo>
                  <a:pt x="13460" y="14330"/>
                </a:lnTo>
                <a:lnTo>
                  <a:pt x="13415" y="14330"/>
                </a:lnTo>
              </a:path>
              <a:path w="21600" h="21600">
                <a:moveTo>
                  <a:pt x="8138" y="14237"/>
                </a:moveTo>
                <a:lnTo>
                  <a:pt x="8184" y="14237"/>
                </a:lnTo>
                <a:lnTo>
                  <a:pt x="8184" y="14330"/>
                </a:lnTo>
                <a:lnTo>
                  <a:pt x="8138" y="14330"/>
                </a:lnTo>
              </a:path>
              <a:path w="21600" h="21600">
                <a:moveTo>
                  <a:pt x="16582" y="14148"/>
                </a:moveTo>
                <a:lnTo>
                  <a:pt x="16611" y="14148"/>
                </a:lnTo>
                <a:lnTo>
                  <a:pt x="16611" y="14208"/>
                </a:lnTo>
                <a:lnTo>
                  <a:pt x="16582" y="14208"/>
                </a:lnTo>
              </a:path>
              <a:path w="21600" h="21600">
                <a:moveTo>
                  <a:pt x="4988" y="14148"/>
                </a:moveTo>
                <a:lnTo>
                  <a:pt x="5017" y="14148"/>
                </a:lnTo>
                <a:lnTo>
                  <a:pt x="5017" y="14208"/>
                </a:lnTo>
                <a:lnTo>
                  <a:pt x="4988" y="14208"/>
                </a:lnTo>
              </a:path>
              <a:path w="21600" h="21600">
                <a:moveTo>
                  <a:pt x="12368" y="14103"/>
                </a:moveTo>
                <a:lnTo>
                  <a:pt x="12402" y="14103"/>
                </a:lnTo>
                <a:lnTo>
                  <a:pt x="12402" y="14173"/>
                </a:lnTo>
                <a:lnTo>
                  <a:pt x="12368" y="14173"/>
                </a:lnTo>
              </a:path>
              <a:path w="21600" h="21600">
                <a:moveTo>
                  <a:pt x="9196" y="14103"/>
                </a:moveTo>
                <a:lnTo>
                  <a:pt x="9231" y="14103"/>
                </a:lnTo>
                <a:lnTo>
                  <a:pt x="9231" y="14173"/>
                </a:lnTo>
                <a:lnTo>
                  <a:pt x="9196" y="14173"/>
                </a:lnTo>
              </a:path>
              <a:path w="21600" h="21600">
                <a:moveTo>
                  <a:pt x="2724" y="14074"/>
                </a:moveTo>
                <a:lnTo>
                  <a:pt x="2761" y="14074"/>
                </a:lnTo>
                <a:lnTo>
                  <a:pt x="2761" y="14151"/>
                </a:lnTo>
                <a:lnTo>
                  <a:pt x="2724" y="14151"/>
                </a:lnTo>
              </a:path>
              <a:path w="21600" h="21600">
                <a:moveTo>
                  <a:pt x="1674" y="14072"/>
                </a:moveTo>
                <a:lnTo>
                  <a:pt x="1698" y="14072"/>
                </a:lnTo>
                <a:lnTo>
                  <a:pt x="1698" y="14121"/>
                </a:lnTo>
                <a:lnTo>
                  <a:pt x="1674" y="14121"/>
                </a:lnTo>
              </a:path>
              <a:path w="21600" h="21600">
                <a:moveTo>
                  <a:pt x="19889" y="14072"/>
                </a:moveTo>
                <a:lnTo>
                  <a:pt x="19938" y="14072"/>
                </a:lnTo>
                <a:lnTo>
                  <a:pt x="19938" y="14171"/>
                </a:lnTo>
                <a:lnTo>
                  <a:pt x="19889" y="14171"/>
                </a:lnTo>
              </a:path>
              <a:path w="21600" h="21600">
                <a:moveTo>
                  <a:pt x="20506" y="14069"/>
                </a:moveTo>
                <a:lnTo>
                  <a:pt x="20528" y="14069"/>
                </a:lnTo>
                <a:lnTo>
                  <a:pt x="20528" y="14115"/>
                </a:lnTo>
                <a:lnTo>
                  <a:pt x="20506" y="14115"/>
                </a:lnTo>
              </a:path>
              <a:path w="21600" h="21600">
                <a:moveTo>
                  <a:pt x="15087" y="14069"/>
                </a:moveTo>
                <a:lnTo>
                  <a:pt x="15109" y="14069"/>
                </a:lnTo>
                <a:lnTo>
                  <a:pt x="15109" y="14115"/>
                </a:lnTo>
                <a:lnTo>
                  <a:pt x="15087" y="14115"/>
                </a:lnTo>
              </a:path>
              <a:path w="21600" h="21600">
                <a:moveTo>
                  <a:pt x="6489" y="14069"/>
                </a:moveTo>
                <a:lnTo>
                  <a:pt x="6512" y="14069"/>
                </a:lnTo>
                <a:lnTo>
                  <a:pt x="6512" y="14115"/>
                </a:lnTo>
                <a:lnTo>
                  <a:pt x="6489" y="14115"/>
                </a:lnTo>
              </a:path>
              <a:path w="21600" h="21600">
                <a:moveTo>
                  <a:pt x="20806" y="14062"/>
                </a:moveTo>
                <a:lnTo>
                  <a:pt x="20832" y="14062"/>
                </a:lnTo>
                <a:lnTo>
                  <a:pt x="20832" y="14115"/>
                </a:lnTo>
                <a:lnTo>
                  <a:pt x="20806" y="14115"/>
                </a:lnTo>
              </a:path>
              <a:path w="21600" h="21600">
                <a:moveTo>
                  <a:pt x="10864" y="14049"/>
                </a:moveTo>
                <a:lnTo>
                  <a:pt x="10886" y="14049"/>
                </a:lnTo>
                <a:lnTo>
                  <a:pt x="10886" y="14095"/>
                </a:lnTo>
                <a:lnTo>
                  <a:pt x="10864" y="14095"/>
                </a:lnTo>
              </a:path>
              <a:path w="21600" h="21600">
                <a:moveTo>
                  <a:pt x="11768" y="14044"/>
                </a:moveTo>
                <a:lnTo>
                  <a:pt x="11794" y="14044"/>
                </a:lnTo>
                <a:lnTo>
                  <a:pt x="11794" y="14097"/>
                </a:lnTo>
                <a:lnTo>
                  <a:pt x="11768" y="14097"/>
                </a:lnTo>
              </a:path>
              <a:path w="21600" h="21600">
                <a:moveTo>
                  <a:pt x="9805" y="14044"/>
                </a:moveTo>
                <a:lnTo>
                  <a:pt x="9830" y="14044"/>
                </a:lnTo>
                <a:lnTo>
                  <a:pt x="9830" y="14097"/>
                </a:lnTo>
                <a:lnTo>
                  <a:pt x="9805" y="14097"/>
                </a:lnTo>
              </a:path>
              <a:path w="21600" h="21600">
                <a:moveTo>
                  <a:pt x="10696" y="14038"/>
                </a:moveTo>
                <a:lnTo>
                  <a:pt x="10751" y="14038"/>
                </a:lnTo>
                <a:lnTo>
                  <a:pt x="10751" y="14152"/>
                </a:lnTo>
                <a:lnTo>
                  <a:pt x="10696" y="14152"/>
                </a:lnTo>
              </a:path>
              <a:path w="21600" h="21600">
                <a:moveTo>
                  <a:pt x="14478" y="13946"/>
                </a:moveTo>
                <a:lnTo>
                  <a:pt x="14511" y="13946"/>
                </a:lnTo>
                <a:lnTo>
                  <a:pt x="14511" y="14013"/>
                </a:lnTo>
                <a:lnTo>
                  <a:pt x="14478" y="14013"/>
                </a:lnTo>
              </a:path>
              <a:path w="21600" h="21600">
                <a:moveTo>
                  <a:pt x="7088" y="13946"/>
                </a:moveTo>
                <a:lnTo>
                  <a:pt x="7121" y="13946"/>
                </a:lnTo>
                <a:lnTo>
                  <a:pt x="7121" y="14013"/>
                </a:lnTo>
                <a:lnTo>
                  <a:pt x="7088" y="14013"/>
                </a:lnTo>
              </a:path>
              <a:path w="21600" h="21600">
                <a:moveTo>
                  <a:pt x="1069" y="13929"/>
                </a:moveTo>
                <a:lnTo>
                  <a:pt x="1095" y="13929"/>
                </a:lnTo>
                <a:lnTo>
                  <a:pt x="1095" y="13982"/>
                </a:lnTo>
                <a:lnTo>
                  <a:pt x="1069" y="13982"/>
                </a:lnTo>
              </a:path>
              <a:path w="21600" h="21600">
                <a:moveTo>
                  <a:pt x="15389" y="13890"/>
                </a:moveTo>
                <a:lnTo>
                  <a:pt x="15411" y="13890"/>
                </a:lnTo>
                <a:lnTo>
                  <a:pt x="15411" y="13935"/>
                </a:lnTo>
                <a:lnTo>
                  <a:pt x="15389" y="13935"/>
                </a:lnTo>
              </a:path>
              <a:path w="21600" h="21600">
                <a:moveTo>
                  <a:pt x="18824" y="13852"/>
                </a:moveTo>
                <a:lnTo>
                  <a:pt x="18889" y="13852"/>
                </a:lnTo>
                <a:lnTo>
                  <a:pt x="18889" y="13987"/>
                </a:lnTo>
                <a:lnTo>
                  <a:pt x="18824" y="13987"/>
                </a:lnTo>
              </a:path>
              <a:path w="21600" h="21600">
                <a:moveTo>
                  <a:pt x="11464" y="13842"/>
                </a:moveTo>
                <a:lnTo>
                  <a:pt x="11495" y="13842"/>
                </a:lnTo>
                <a:lnTo>
                  <a:pt x="11495" y="13906"/>
                </a:lnTo>
                <a:lnTo>
                  <a:pt x="11464" y="13906"/>
                </a:lnTo>
              </a:path>
              <a:path w="21600" h="21600">
                <a:moveTo>
                  <a:pt x="17787" y="13823"/>
                </a:moveTo>
                <a:lnTo>
                  <a:pt x="17821" y="13823"/>
                </a:lnTo>
                <a:lnTo>
                  <a:pt x="17821" y="13893"/>
                </a:lnTo>
                <a:lnTo>
                  <a:pt x="17787" y="13893"/>
                </a:lnTo>
              </a:path>
              <a:path w="21600" h="21600">
                <a:moveTo>
                  <a:pt x="3778" y="13823"/>
                </a:moveTo>
                <a:lnTo>
                  <a:pt x="3812" y="13823"/>
                </a:lnTo>
                <a:lnTo>
                  <a:pt x="3812" y="13893"/>
                </a:lnTo>
                <a:lnTo>
                  <a:pt x="3778" y="13893"/>
                </a:lnTo>
              </a:path>
              <a:path w="21600" h="21600">
                <a:moveTo>
                  <a:pt x="9188" y="13815"/>
                </a:moveTo>
                <a:lnTo>
                  <a:pt x="9240" y="13815"/>
                </a:lnTo>
                <a:lnTo>
                  <a:pt x="9240" y="13922"/>
                </a:lnTo>
                <a:lnTo>
                  <a:pt x="9188" y="13922"/>
                </a:lnTo>
              </a:path>
              <a:path w="21600" h="21600">
                <a:moveTo>
                  <a:pt x="16582" y="13764"/>
                </a:moveTo>
                <a:lnTo>
                  <a:pt x="16610" y="13764"/>
                </a:lnTo>
                <a:lnTo>
                  <a:pt x="16610" y="13820"/>
                </a:lnTo>
                <a:lnTo>
                  <a:pt x="16582" y="13820"/>
                </a:lnTo>
              </a:path>
              <a:path w="21600" h="21600">
                <a:moveTo>
                  <a:pt x="4989" y="13764"/>
                </a:moveTo>
                <a:lnTo>
                  <a:pt x="5016" y="13764"/>
                </a:lnTo>
                <a:lnTo>
                  <a:pt x="5016" y="13820"/>
                </a:lnTo>
                <a:lnTo>
                  <a:pt x="4989" y="13820"/>
                </a:lnTo>
              </a:path>
              <a:path w="21600" h="21600">
                <a:moveTo>
                  <a:pt x="20507" y="13743"/>
                </a:moveTo>
                <a:lnTo>
                  <a:pt x="20528" y="13743"/>
                </a:lnTo>
                <a:lnTo>
                  <a:pt x="20528" y="13785"/>
                </a:lnTo>
                <a:lnTo>
                  <a:pt x="20507" y="13785"/>
                </a:lnTo>
              </a:path>
              <a:path w="21600" h="21600">
                <a:moveTo>
                  <a:pt x="15088" y="13743"/>
                </a:moveTo>
                <a:lnTo>
                  <a:pt x="15108" y="13743"/>
                </a:lnTo>
                <a:lnTo>
                  <a:pt x="15108" y="13785"/>
                </a:lnTo>
                <a:lnTo>
                  <a:pt x="15088" y="13785"/>
                </a:lnTo>
              </a:path>
              <a:path w="21600" h="21600">
                <a:moveTo>
                  <a:pt x="6490" y="13743"/>
                </a:moveTo>
                <a:lnTo>
                  <a:pt x="6511" y="13743"/>
                </a:lnTo>
                <a:lnTo>
                  <a:pt x="6511" y="13785"/>
                </a:lnTo>
                <a:lnTo>
                  <a:pt x="6490" y="13785"/>
                </a:lnTo>
              </a:path>
              <a:path w="21600" h="21600">
                <a:moveTo>
                  <a:pt x="19890" y="13732"/>
                </a:moveTo>
                <a:lnTo>
                  <a:pt x="19937" y="13732"/>
                </a:lnTo>
                <a:lnTo>
                  <a:pt x="19937" y="13828"/>
                </a:lnTo>
                <a:lnTo>
                  <a:pt x="19890" y="13828"/>
                </a:lnTo>
              </a:path>
              <a:path w="21600" h="21600">
                <a:moveTo>
                  <a:pt x="1674" y="13732"/>
                </a:moveTo>
                <a:lnTo>
                  <a:pt x="1697" y="13732"/>
                </a:lnTo>
                <a:lnTo>
                  <a:pt x="1697" y="13778"/>
                </a:lnTo>
                <a:lnTo>
                  <a:pt x="1674" y="13778"/>
                </a:lnTo>
              </a:path>
              <a:path w="21600" h="21600">
                <a:moveTo>
                  <a:pt x="10865" y="13722"/>
                </a:moveTo>
                <a:lnTo>
                  <a:pt x="10885" y="13722"/>
                </a:lnTo>
                <a:lnTo>
                  <a:pt x="10885" y="13764"/>
                </a:lnTo>
                <a:lnTo>
                  <a:pt x="10865" y="13764"/>
                </a:lnTo>
              </a:path>
              <a:path w="21600" h="21600">
                <a:moveTo>
                  <a:pt x="20807" y="13708"/>
                </a:moveTo>
                <a:lnTo>
                  <a:pt x="20831" y="13708"/>
                </a:lnTo>
                <a:lnTo>
                  <a:pt x="20831" y="13757"/>
                </a:lnTo>
                <a:lnTo>
                  <a:pt x="20807" y="13757"/>
                </a:lnTo>
              </a:path>
              <a:path w="21600" h="21600">
                <a:moveTo>
                  <a:pt x="11769" y="13688"/>
                </a:moveTo>
                <a:lnTo>
                  <a:pt x="11793" y="13688"/>
                </a:lnTo>
                <a:lnTo>
                  <a:pt x="11793" y="13737"/>
                </a:lnTo>
                <a:lnTo>
                  <a:pt x="11769" y="13737"/>
                </a:lnTo>
              </a:path>
              <a:path w="21600" h="21600">
                <a:moveTo>
                  <a:pt x="9806" y="13688"/>
                </a:moveTo>
                <a:lnTo>
                  <a:pt x="9830" y="13688"/>
                </a:lnTo>
                <a:lnTo>
                  <a:pt x="9830" y="13737"/>
                </a:lnTo>
                <a:lnTo>
                  <a:pt x="9806" y="13737"/>
                </a:lnTo>
              </a:path>
              <a:path w="21600" h="21600">
                <a:moveTo>
                  <a:pt x="12369" y="13651"/>
                </a:moveTo>
                <a:lnTo>
                  <a:pt x="12401" y="13651"/>
                </a:lnTo>
                <a:lnTo>
                  <a:pt x="12401" y="13718"/>
                </a:lnTo>
                <a:lnTo>
                  <a:pt x="12369" y="13718"/>
                </a:lnTo>
              </a:path>
              <a:path w="21600" h="21600">
                <a:moveTo>
                  <a:pt x="9197" y="13651"/>
                </a:moveTo>
                <a:lnTo>
                  <a:pt x="9230" y="13651"/>
                </a:lnTo>
                <a:lnTo>
                  <a:pt x="9230" y="13718"/>
                </a:lnTo>
                <a:lnTo>
                  <a:pt x="9197" y="13718"/>
                </a:lnTo>
              </a:path>
              <a:path w="21600" h="21600">
                <a:moveTo>
                  <a:pt x="13415" y="13623"/>
                </a:moveTo>
                <a:lnTo>
                  <a:pt x="13459" y="13623"/>
                </a:lnTo>
                <a:lnTo>
                  <a:pt x="13459" y="13712"/>
                </a:lnTo>
                <a:lnTo>
                  <a:pt x="13415" y="13712"/>
                </a:lnTo>
              </a:path>
              <a:path w="21600" h="21600">
                <a:moveTo>
                  <a:pt x="8139" y="13623"/>
                </a:moveTo>
                <a:lnTo>
                  <a:pt x="8183" y="13623"/>
                </a:lnTo>
                <a:lnTo>
                  <a:pt x="8183" y="13712"/>
                </a:lnTo>
                <a:lnTo>
                  <a:pt x="8139" y="13712"/>
                </a:lnTo>
              </a:path>
              <a:path w="21600" h="21600">
                <a:moveTo>
                  <a:pt x="2724" y="13621"/>
                </a:moveTo>
                <a:lnTo>
                  <a:pt x="2760" y="13621"/>
                </a:lnTo>
                <a:lnTo>
                  <a:pt x="2760" y="13695"/>
                </a:lnTo>
                <a:lnTo>
                  <a:pt x="2724" y="13695"/>
                </a:lnTo>
              </a:path>
              <a:path w="21600" h="21600">
                <a:moveTo>
                  <a:pt x="10697" y="13620"/>
                </a:moveTo>
                <a:lnTo>
                  <a:pt x="10750" y="13620"/>
                </a:lnTo>
                <a:lnTo>
                  <a:pt x="10750" y="13730"/>
                </a:lnTo>
                <a:lnTo>
                  <a:pt x="10697" y="13730"/>
                </a:lnTo>
              </a:path>
              <a:path w="21600" h="21600">
                <a:moveTo>
                  <a:pt x="1070" y="13603"/>
                </a:moveTo>
                <a:lnTo>
                  <a:pt x="1094" y="13603"/>
                </a:lnTo>
                <a:lnTo>
                  <a:pt x="1094" y="13652"/>
                </a:lnTo>
                <a:lnTo>
                  <a:pt x="1070" y="13652"/>
                </a:lnTo>
              </a:path>
              <a:path w="21600" h="21600">
                <a:moveTo>
                  <a:pt x="14479" y="13511"/>
                </a:moveTo>
                <a:lnTo>
                  <a:pt x="14510" y="13511"/>
                </a:lnTo>
                <a:lnTo>
                  <a:pt x="14510" y="13574"/>
                </a:lnTo>
                <a:lnTo>
                  <a:pt x="14479" y="13574"/>
                </a:lnTo>
              </a:path>
              <a:path w="21600" h="21600">
                <a:moveTo>
                  <a:pt x="7089" y="13511"/>
                </a:moveTo>
                <a:lnTo>
                  <a:pt x="7120" y="13511"/>
                </a:lnTo>
                <a:lnTo>
                  <a:pt x="7120" y="13574"/>
                </a:lnTo>
                <a:lnTo>
                  <a:pt x="7089" y="13574"/>
                </a:lnTo>
              </a:path>
              <a:path w="21600" h="21600">
                <a:moveTo>
                  <a:pt x="11464" y="13423"/>
                </a:moveTo>
                <a:lnTo>
                  <a:pt x="11494" y="13423"/>
                </a:lnTo>
                <a:lnTo>
                  <a:pt x="11494" y="13483"/>
                </a:lnTo>
                <a:lnTo>
                  <a:pt x="11464" y="13483"/>
                </a:lnTo>
              </a:path>
              <a:path w="21600" h="21600">
                <a:moveTo>
                  <a:pt x="18824" y="13399"/>
                </a:moveTo>
                <a:lnTo>
                  <a:pt x="18889" y="13399"/>
                </a:lnTo>
                <a:lnTo>
                  <a:pt x="18889" y="13531"/>
                </a:lnTo>
                <a:lnTo>
                  <a:pt x="18824" y="13531"/>
                </a:lnTo>
              </a:path>
              <a:path w="21600" h="21600">
                <a:moveTo>
                  <a:pt x="19891" y="13393"/>
                </a:moveTo>
                <a:lnTo>
                  <a:pt x="19936" y="13393"/>
                </a:lnTo>
                <a:lnTo>
                  <a:pt x="19936" y="13485"/>
                </a:lnTo>
                <a:lnTo>
                  <a:pt x="19891" y="13485"/>
                </a:lnTo>
              </a:path>
              <a:path w="21600" h="21600">
                <a:moveTo>
                  <a:pt x="15390" y="13393"/>
                </a:moveTo>
                <a:lnTo>
                  <a:pt x="15410" y="13393"/>
                </a:lnTo>
                <a:lnTo>
                  <a:pt x="15410" y="13435"/>
                </a:lnTo>
                <a:lnTo>
                  <a:pt x="15390" y="13435"/>
                </a:lnTo>
              </a:path>
              <a:path w="21600" h="21600">
                <a:moveTo>
                  <a:pt x="1675" y="13393"/>
                </a:moveTo>
                <a:lnTo>
                  <a:pt x="1696" y="13393"/>
                </a:lnTo>
                <a:lnTo>
                  <a:pt x="1696" y="13435"/>
                </a:lnTo>
                <a:lnTo>
                  <a:pt x="1675" y="13435"/>
                </a:lnTo>
              </a:path>
              <a:path w="21600" h="21600">
                <a:moveTo>
                  <a:pt x="16583" y="13379"/>
                </a:moveTo>
                <a:lnTo>
                  <a:pt x="16609" y="13379"/>
                </a:lnTo>
                <a:lnTo>
                  <a:pt x="16609" y="13432"/>
                </a:lnTo>
                <a:lnTo>
                  <a:pt x="16583" y="13432"/>
                </a:lnTo>
              </a:path>
              <a:path w="21600" h="21600">
                <a:moveTo>
                  <a:pt x="4990" y="13379"/>
                </a:moveTo>
                <a:lnTo>
                  <a:pt x="5016" y="13379"/>
                </a:lnTo>
                <a:lnTo>
                  <a:pt x="5016" y="13432"/>
                </a:lnTo>
                <a:lnTo>
                  <a:pt x="4990" y="13432"/>
                </a:lnTo>
              </a:path>
              <a:path w="21600" h="21600">
                <a:moveTo>
                  <a:pt x="9189" y="13364"/>
                </a:moveTo>
                <a:lnTo>
                  <a:pt x="9239" y="13364"/>
                </a:lnTo>
                <a:lnTo>
                  <a:pt x="9239" y="13467"/>
                </a:lnTo>
                <a:lnTo>
                  <a:pt x="9189" y="13467"/>
                </a:lnTo>
              </a:path>
              <a:path w="21600" h="21600">
                <a:moveTo>
                  <a:pt x="17788" y="13356"/>
                </a:moveTo>
                <a:lnTo>
                  <a:pt x="17820" y="13356"/>
                </a:lnTo>
                <a:lnTo>
                  <a:pt x="17820" y="13423"/>
                </a:lnTo>
                <a:lnTo>
                  <a:pt x="17788" y="13423"/>
                </a:lnTo>
              </a:path>
              <a:path w="21600" h="21600">
                <a:moveTo>
                  <a:pt x="3779" y="13356"/>
                </a:moveTo>
                <a:lnTo>
                  <a:pt x="3811" y="13356"/>
                </a:lnTo>
                <a:lnTo>
                  <a:pt x="3811" y="13423"/>
                </a:lnTo>
                <a:lnTo>
                  <a:pt x="3779" y="13423"/>
                </a:lnTo>
              </a:path>
              <a:path w="21600" h="21600">
                <a:moveTo>
                  <a:pt x="20808" y="13352"/>
                </a:moveTo>
                <a:lnTo>
                  <a:pt x="20830" y="13352"/>
                </a:lnTo>
                <a:lnTo>
                  <a:pt x="20830" y="13398"/>
                </a:lnTo>
                <a:lnTo>
                  <a:pt x="20808" y="13398"/>
                </a:lnTo>
              </a:path>
              <a:path w="21600" h="21600">
                <a:moveTo>
                  <a:pt x="11770" y="13332"/>
                </a:moveTo>
                <a:lnTo>
                  <a:pt x="11792" y="13332"/>
                </a:lnTo>
                <a:lnTo>
                  <a:pt x="11792" y="13378"/>
                </a:lnTo>
                <a:lnTo>
                  <a:pt x="11770" y="13378"/>
                </a:lnTo>
              </a:path>
              <a:path w="21600" h="21600">
                <a:moveTo>
                  <a:pt x="9806" y="13332"/>
                </a:moveTo>
                <a:lnTo>
                  <a:pt x="9829" y="13332"/>
                </a:lnTo>
                <a:lnTo>
                  <a:pt x="9829" y="13378"/>
                </a:lnTo>
                <a:lnTo>
                  <a:pt x="9806" y="13378"/>
                </a:lnTo>
              </a:path>
              <a:path w="21600" h="21600">
                <a:moveTo>
                  <a:pt x="1071" y="13277"/>
                </a:moveTo>
                <a:lnTo>
                  <a:pt x="1093" y="13277"/>
                </a:lnTo>
                <a:lnTo>
                  <a:pt x="1093" y="13322"/>
                </a:lnTo>
                <a:lnTo>
                  <a:pt x="1071" y="13322"/>
                </a:lnTo>
              </a:path>
              <a:path w="21600" h="21600">
                <a:moveTo>
                  <a:pt x="10698" y="13202"/>
                </a:moveTo>
                <a:lnTo>
                  <a:pt x="10749" y="13202"/>
                </a:lnTo>
                <a:lnTo>
                  <a:pt x="10749" y="13308"/>
                </a:lnTo>
                <a:lnTo>
                  <a:pt x="10698" y="13308"/>
                </a:lnTo>
              </a:path>
              <a:path w="21600" h="21600">
                <a:moveTo>
                  <a:pt x="12370" y="13200"/>
                </a:moveTo>
                <a:lnTo>
                  <a:pt x="12400" y="13200"/>
                </a:lnTo>
                <a:lnTo>
                  <a:pt x="12400" y="13263"/>
                </a:lnTo>
                <a:lnTo>
                  <a:pt x="12370" y="13263"/>
                </a:lnTo>
              </a:path>
              <a:path w="21600" h="21600">
                <a:moveTo>
                  <a:pt x="9198" y="13200"/>
                </a:moveTo>
                <a:lnTo>
                  <a:pt x="9229" y="13200"/>
                </a:lnTo>
                <a:lnTo>
                  <a:pt x="9229" y="13263"/>
                </a:lnTo>
                <a:lnTo>
                  <a:pt x="9198" y="13263"/>
                </a:lnTo>
              </a:path>
              <a:path w="21600" h="21600">
                <a:moveTo>
                  <a:pt x="2725" y="13168"/>
                </a:moveTo>
                <a:lnTo>
                  <a:pt x="2760" y="13168"/>
                </a:lnTo>
                <a:lnTo>
                  <a:pt x="2760" y="13239"/>
                </a:lnTo>
                <a:lnTo>
                  <a:pt x="2725" y="13239"/>
                </a:lnTo>
              </a:path>
              <a:path w="21600" h="21600">
                <a:moveTo>
                  <a:pt x="14480" y="13075"/>
                </a:moveTo>
                <a:lnTo>
                  <a:pt x="14509" y="13075"/>
                </a:lnTo>
                <a:lnTo>
                  <a:pt x="14509" y="13135"/>
                </a:lnTo>
                <a:lnTo>
                  <a:pt x="14480" y="13135"/>
                </a:lnTo>
              </a:path>
              <a:path w="21600" h="21600">
                <a:moveTo>
                  <a:pt x="7090" y="13075"/>
                </a:moveTo>
                <a:lnTo>
                  <a:pt x="7119" y="13075"/>
                </a:lnTo>
                <a:lnTo>
                  <a:pt x="7119" y="13135"/>
                </a:lnTo>
                <a:lnTo>
                  <a:pt x="7090" y="13135"/>
                </a:lnTo>
              </a:path>
              <a:path w="21600" h="21600">
                <a:moveTo>
                  <a:pt x="19892" y="13053"/>
                </a:moveTo>
                <a:lnTo>
                  <a:pt x="19935" y="13053"/>
                </a:lnTo>
                <a:lnTo>
                  <a:pt x="19935" y="13141"/>
                </a:lnTo>
                <a:lnTo>
                  <a:pt x="19892" y="13141"/>
                </a:lnTo>
              </a:path>
              <a:path w="21600" h="21600">
                <a:moveTo>
                  <a:pt x="13416" y="13008"/>
                </a:moveTo>
                <a:lnTo>
                  <a:pt x="13459" y="13008"/>
                </a:lnTo>
                <a:lnTo>
                  <a:pt x="13459" y="13095"/>
                </a:lnTo>
                <a:lnTo>
                  <a:pt x="13416" y="13095"/>
                </a:lnTo>
              </a:path>
              <a:path w="21600" h="21600">
                <a:moveTo>
                  <a:pt x="8140" y="13008"/>
                </a:moveTo>
                <a:lnTo>
                  <a:pt x="8182" y="13008"/>
                </a:lnTo>
                <a:lnTo>
                  <a:pt x="8182" y="13095"/>
                </a:lnTo>
                <a:lnTo>
                  <a:pt x="8140" y="13095"/>
                </a:lnTo>
              </a:path>
              <a:path w="21600" h="21600">
                <a:moveTo>
                  <a:pt x="11465" y="13004"/>
                </a:moveTo>
                <a:lnTo>
                  <a:pt x="11493" y="13004"/>
                </a:lnTo>
                <a:lnTo>
                  <a:pt x="11493" y="13060"/>
                </a:lnTo>
                <a:lnTo>
                  <a:pt x="11465" y="13060"/>
                </a:lnTo>
              </a:path>
              <a:path w="21600" h="21600">
                <a:moveTo>
                  <a:pt x="20809" y="12998"/>
                </a:moveTo>
                <a:lnTo>
                  <a:pt x="20829" y="12998"/>
                </a:lnTo>
                <a:lnTo>
                  <a:pt x="20829" y="13039"/>
                </a:lnTo>
                <a:lnTo>
                  <a:pt x="20809" y="13039"/>
                </a:lnTo>
              </a:path>
              <a:path w="21600" h="21600">
                <a:moveTo>
                  <a:pt x="16584" y="12995"/>
                </a:moveTo>
                <a:lnTo>
                  <a:pt x="16608" y="12995"/>
                </a:lnTo>
                <a:lnTo>
                  <a:pt x="16608" y="13043"/>
                </a:lnTo>
                <a:lnTo>
                  <a:pt x="16584" y="13043"/>
                </a:lnTo>
              </a:path>
              <a:path w="21600" h="21600">
                <a:moveTo>
                  <a:pt x="4991" y="12995"/>
                </a:moveTo>
                <a:lnTo>
                  <a:pt x="5015" y="12995"/>
                </a:lnTo>
                <a:lnTo>
                  <a:pt x="5015" y="13043"/>
                </a:lnTo>
                <a:lnTo>
                  <a:pt x="4991" y="13043"/>
                </a:lnTo>
              </a:path>
              <a:path w="21600" h="21600">
                <a:moveTo>
                  <a:pt x="11771" y="12977"/>
                </a:moveTo>
                <a:lnTo>
                  <a:pt x="11791" y="12977"/>
                </a:lnTo>
                <a:lnTo>
                  <a:pt x="11791" y="13018"/>
                </a:lnTo>
                <a:lnTo>
                  <a:pt x="11771" y="13018"/>
                </a:lnTo>
              </a:path>
              <a:path w="21600" h="21600">
                <a:moveTo>
                  <a:pt x="9807" y="12977"/>
                </a:moveTo>
                <a:lnTo>
                  <a:pt x="9828" y="12977"/>
                </a:lnTo>
                <a:lnTo>
                  <a:pt x="9828" y="13018"/>
                </a:lnTo>
                <a:lnTo>
                  <a:pt x="9807" y="13018"/>
                </a:lnTo>
              </a:path>
              <a:path w="21600" h="21600">
                <a:moveTo>
                  <a:pt x="1071" y="12950"/>
                </a:moveTo>
                <a:lnTo>
                  <a:pt x="1092" y="12950"/>
                </a:lnTo>
                <a:lnTo>
                  <a:pt x="1092" y="12992"/>
                </a:lnTo>
                <a:lnTo>
                  <a:pt x="1071" y="12992"/>
                </a:lnTo>
              </a:path>
              <a:path w="21600" h="21600">
                <a:moveTo>
                  <a:pt x="18825" y="12947"/>
                </a:moveTo>
                <a:lnTo>
                  <a:pt x="18888" y="12947"/>
                </a:lnTo>
                <a:lnTo>
                  <a:pt x="18888" y="13075"/>
                </a:lnTo>
                <a:lnTo>
                  <a:pt x="18825" y="13075"/>
                </a:lnTo>
              </a:path>
              <a:path w="21600" h="21600">
                <a:moveTo>
                  <a:pt x="6166" y="12926"/>
                </a:moveTo>
                <a:lnTo>
                  <a:pt x="6231" y="12926"/>
                </a:lnTo>
                <a:lnTo>
                  <a:pt x="6231" y="13060"/>
                </a:lnTo>
                <a:lnTo>
                  <a:pt x="6166" y="13060"/>
                </a:lnTo>
              </a:path>
              <a:path w="21600" h="21600">
                <a:moveTo>
                  <a:pt x="9189" y="12913"/>
                </a:moveTo>
                <a:lnTo>
                  <a:pt x="9238" y="12913"/>
                </a:lnTo>
                <a:lnTo>
                  <a:pt x="9238" y="13012"/>
                </a:lnTo>
                <a:lnTo>
                  <a:pt x="9189" y="13012"/>
                </a:lnTo>
              </a:path>
              <a:path w="21600" h="21600">
                <a:moveTo>
                  <a:pt x="17789" y="12889"/>
                </a:moveTo>
                <a:lnTo>
                  <a:pt x="17819" y="12889"/>
                </a:lnTo>
                <a:lnTo>
                  <a:pt x="17819" y="12952"/>
                </a:lnTo>
                <a:lnTo>
                  <a:pt x="17789" y="12952"/>
                </a:lnTo>
              </a:path>
              <a:path w="21600" h="21600">
                <a:moveTo>
                  <a:pt x="3779" y="12889"/>
                </a:moveTo>
                <a:lnTo>
                  <a:pt x="3810" y="12889"/>
                </a:lnTo>
                <a:lnTo>
                  <a:pt x="3810" y="12952"/>
                </a:lnTo>
                <a:lnTo>
                  <a:pt x="3779" y="12952"/>
                </a:lnTo>
              </a:path>
              <a:path w="21600" h="21600">
                <a:moveTo>
                  <a:pt x="10698" y="12783"/>
                </a:moveTo>
                <a:lnTo>
                  <a:pt x="10748" y="12783"/>
                </a:lnTo>
                <a:lnTo>
                  <a:pt x="10748" y="12886"/>
                </a:lnTo>
                <a:lnTo>
                  <a:pt x="10698" y="12886"/>
                </a:lnTo>
              </a:path>
              <a:path w="21600" h="21600">
                <a:moveTo>
                  <a:pt x="12370" y="12749"/>
                </a:moveTo>
                <a:lnTo>
                  <a:pt x="12400" y="12749"/>
                </a:lnTo>
                <a:lnTo>
                  <a:pt x="12400" y="12808"/>
                </a:lnTo>
                <a:lnTo>
                  <a:pt x="12370" y="12808"/>
                </a:lnTo>
              </a:path>
              <a:path w="21600" h="21600">
                <a:moveTo>
                  <a:pt x="9199" y="12749"/>
                </a:moveTo>
                <a:lnTo>
                  <a:pt x="9228" y="12749"/>
                </a:lnTo>
                <a:lnTo>
                  <a:pt x="9228" y="12808"/>
                </a:lnTo>
                <a:lnTo>
                  <a:pt x="9199" y="12808"/>
                </a:lnTo>
              </a:path>
              <a:path w="21600" h="21600">
                <a:moveTo>
                  <a:pt x="2726" y="12715"/>
                </a:moveTo>
                <a:lnTo>
                  <a:pt x="2759" y="12715"/>
                </a:lnTo>
                <a:lnTo>
                  <a:pt x="2759" y="12783"/>
                </a:lnTo>
                <a:lnTo>
                  <a:pt x="2726" y="12783"/>
                </a:lnTo>
              </a:path>
              <a:path w="21600" h="21600">
                <a:moveTo>
                  <a:pt x="19893" y="12713"/>
                </a:moveTo>
                <a:lnTo>
                  <a:pt x="19934" y="12713"/>
                </a:lnTo>
                <a:lnTo>
                  <a:pt x="19934" y="12798"/>
                </a:lnTo>
                <a:lnTo>
                  <a:pt x="19893" y="12798"/>
                </a:lnTo>
              </a:path>
              <a:path w="21600" h="21600">
                <a:moveTo>
                  <a:pt x="14481" y="12639"/>
                </a:moveTo>
                <a:lnTo>
                  <a:pt x="14508" y="12639"/>
                </a:lnTo>
                <a:lnTo>
                  <a:pt x="14508" y="12695"/>
                </a:lnTo>
                <a:lnTo>
                  <a:pt x="14481" y="12695"/>
                </a:lnTo>
              </a:path>
              <a:path w="21600" h="21600">
                <a:moveTo>
                  <a:pt x="7091" y="12639"/>
                </a:moveTo>
                <a:lnTo>
                  <a:pt x="7118" y="12639"/>
                </a:lnTo>
                <a:lnTo>
                  <a:pt x="7118" y="12695"/>
                </a:lnTo>
                <a:lnTo>
                  <a:pt x="7091" y="12695"/>
                </a:lnTo>
              </a:path>
              <a:path w="21600" h="21600">
                <a:moveTo>
                  <a:pt x="16585" y="12610"/>
                </a:moveTo>
                <a:lnTo>
                  <a:pt x="16607" y="12610"/>
                </a:lnTo>
                <a:lnTo>
                  <a:pt x="16607" y="12655"/>
                </a:lnTo>
                <a:lnTo>
                  <a:pt x="16585" y="12655"/>
                </a:lnTo>
              </a:path>
              <a:path w="21600" h="21600">
                <a:moveTo>
                  <a:pt x="4992" y="12610"/>
                </a:moveTo>
                <a:lnTo>
                  <a:pt x="5014" y="12610"/>
                </a:lnTo>
                <a:lnTo>
                  <a:pt x="5014" y="12655"/>
                </a:lnTo>
                <a:lnTo>
                  <a:pt x="4992" y="12655"/>
                </a:lnTo>
              </a:path>
              <a:path w="21600" h="21600">
                <a:moveTo>
                  <a:pt x="11466" y="12585"/>
                </a:moveTo>
                <a:lnTo>
                  <a:pt x="11492" y="12585"/>
                </a:lnTo>
                <a:lnTo>
                  <a:pt x="11492" y="12637"/>
                </a:lnTo>
                <a:lnTo>
                  <a:pt x="11466" y="12637"/>
                </a:lnTo>
              </a:path>
              <a:path w="21600" h="21600">
                <a:moveTo>
                  <a:pt x="18826" y="12494"/>
                </a:moveTo>
                <a:lnTo>
                  <a:pt x="18887" y="12494"/>
                </a:lnTo>
                <a:lnTo>
                  <a:pt x="18887" y="12619"/>
                </a:lnTo>
                <a:lnTo>
                  <a:pt x="18826" y="12619"/>
                </a:lnTo>
              </a:path>
              <a:path w="21600" h="21600">
                <a:moveTo>
                  <a:pt x="9190" y="12461"/>
                </a:moveTo>
                <a:lnTo>
                  <a:pt x="9237" y="12461"/>
                </a:lnTo>
                <a:lnTo>
                  <a:pt x="9237" y="12557"/>
                </a:lnTo>
                <a:lnTo>
                  <a:pt x="9190" y="12557"/>
                </a:lnTo>
              </a:path>
              <a:path w="21600" h="21600">
                <a:moveTo>
                  <a:pt x="6167" y="12429"/>
                </a:moveTo>
                <a:lnTo>
                  <a:pt x="6231" y="12429"/>
                </a:lnTo>
                <a:lnTo>
                  <a:pt x="6231" y="12560"/>
                </a:lnTo>
                <a:lnTo>
                  <a:pt x="6167" y="12560"/>
                </a:lnTo>
              </a:path>
              <a:path w="21600" h="21600">
                <a:moveTo>
                  <a:pt x="17789" y="12422"/>
                </a:moveTo>
                <a:lnTo>
                  <a:pt x="17819" y="12422"/>
                </a:lnTo>
                <a:lnTo>
                  <a:pt x="17819" y="12482"/>
                </a:lnTo>
                <a:lnTo>
                  <a:pt x="17789" y="12482"/>
                </a:lnTo>
              </a:path>
              <a:path w="21600" h="21600">
                <a:moveTo>
                  <a:pt x="3780" y="12422"/>
                </a:moveTo>
                <a:lnTo>
                  <a:pt x="3810" y="12422"/>
                </a:lnTo>
                <a:lnTo>
                  <a:pt x="3810" y="12482"/>
                </a:lnTo>
                <a:lnTo>
                  <a:pt x="3780" y="12482"/>
                </a:lnTo>
              </a:path>
              <a:path w="21600" h="21600">
                <a:moveTo>
                  <a:pt x="13417" y="12393"/>
                </a:moveTo>
                <a:lnTo>
                  <a:pt x="13458" y="12393"/>
                </a:lnTo>
                <a:lnTo>
                  <a:pt x="13458" y="12477"/>
                </a:lnTo>
                <a:lnTo>
                  <a:pt x="13417" y="12477"/>
                </a:lnTo>
              </a:path>
              <a:path w="21600" h="21600">
                <a:moveTo>
                  <a:pt x="8141" y="12393"/>
                </a:moveTo>
                <a:lnTo>
                  <a:pt x="8181" y="12393"/>
                </a:lnTo>
                <a:lnTo>
                  <a:pt x="8181" y="12477"/>
                </a:lnTo>
                <a:lnTo>
                  <a:pt x="8141" y="12477"/>
                </a:lnTo>
              </a:path>
              <a:path w="21600" h="21600">
                <a:moveTo>
                  <a:pt x="19894" y="12373"/>
                </a:moveTo>
                <a:lnTo>
                  <a:pt x="19933" y="12373"/>
                </a:lnTo>
                <a:lnTo>
                  <a:pt x="19933" y="12455"/>
                </a:lnTo>
                <a:lnTo>
                  <a:pt x="19894" y="12455"/>
                </a:lnTo>
              </a:path>
              <a:path w="21600" h="21600">
                <a:moveTo>
                  <a:pt x="10699" y="12365"/>
                </a:moveTo>
                <a:lnTo>
                  <a:pt x="10748" y="12365"/>
                </a:lnTo>
                <a:lnTo>
                  <a:pt x="10748" y="12464"/>
                </a:lnTo>
                <a:lnTo>
                  <a:pt x="10699" y="12464"/>
                </a:lnTo>
              </a:path>
              <a:path w="21600" h="21600">
                <a:moveTo>
                  <a:pt x="12371" y="12297"/>
                </a:moveTo>
                <a:lnTo>
                  <a:pt x="12399" y="12297"/>
                </a:lnTo>
                <a:lnTo>
                  <a:pt x="12399" y="12353"/>
                </a:lnTo>
                <a:lnTo>
                  <a:pt x="12371" y="12353"/>
                </a:lnTo>
              </a:path>
              <a:path w="21600" h="21600">
                <a:moveTo>
                  <a:pt x="9200" y="12297"/>
                </a:moveTo>
                <a:lnTo>
                  <a:pt x="9227" y="12297"/>
                </a:lnTo>
                <a:lnTo>
                  <a:pt x="9227" y="12353"/>
                </a:lnTo>
                <a:lnTo>
                  <a:pt x="9200" y="12353"/>
                </a:lnTo>
              </a:path>
              <a:path w="21600" h="21600">
                <a:moveTo>
                  <a:pt x="16586" y="12225"/>
                </a:moveTo>
                <a:lnTo>
                  <a:pt x="16606" y="12225"/>
                </a:lnTo>
                <a:lnTo>
                  <a:pt x="16606" y="12267"/>
                </a:lnTo>
                <a:lnTo>
                  <a:pt x="16586" y="12267"/>
                </a:lnTo>
              </a:path>
              <a:path w="21600" h="21600">
                <a:moveTo>
                  <a:pt x="4992" y="12225"/>
                </a:moveTo>
                <a:lnTo>
                  <a:pt x="5013" y="12225"/>
                </a:lnTo>
                <a:lnTo>
                  <a:pt x="5013" y="12267"/>
                </a:lnTo>
                <a:lnTo>
                  <a:pt x="4992" y="12267"/>
                </a:lnTo>
              </a:path>
              <a:path w="21600" h="21600">
                <a:moveTo>
                  <a:pt x="14482" y="12203"/>
                </a:moveTo>
                <a:lnTo>
                  <a:pt x="14507" y="12203"/>
                </a:lnTo>
                <a:lnTo>
                  <a:pt x="14507" y="12256"/>
                </a:lnTo>
                <a:lnTo>
                  <a:pt x="14482" y="12256"/>
                </a:lnTo>
              </a:path>
              <a:path w="21600" h="21600">
                <a:moveTo>
                  <a:pt x="7092" y="12203"/>
                </a:moveTo>
                <a:lnTo>
                  <a:pt x="7117" y="12203"/>
                </a:lnTo>
                <a:lnTo>
                  <a:pt x="7117" y="12256"/>
                </a:lnTo>
                <a:lnTo>
                  <a:pt x="7092" y="12256"/>
                </a:lnTo>
              </a:path>
              <a:path w="21600" h="21600">
                <a:moveTo>
                  <a:pt x="11467" y="12166"/>
                </a:moveTo>
                <a:lnTo>
                  <a:pt x="11491" y="12166"/>
                </a:lnTo>
                <a:lnTo>
                  <a:pt x="11491" y="12215"/>
                </a:lnTo>
                <a:lnTo>
                  <a:pt x="11467" y="12215"/>
                </a:lnTo>
              </a:path>
              <a:path w="21600" h="21600">
                <a:moveTo>
                  <a:pt x="16118" y="12142"/>
                </a:moveTo>
                <a:lnTo>
                  <a:pt x="16184" y="12142"/>
                </a:lnTo>
                <a:lnTo>
                  <a:pt x="16184" y="12277"/>
                </a:lnTo>
                <a:lnTo>
                  <a:pt x="16118" y="12277"/>
                </a:lnTo>
              </a:path>
              <a:path w="21600" h="21600">
                <a:moveTo>
                  <a:pt x="18827" y="12041"/>
                </a:moveTo>
                <a:lnTo>
                  <a:pt x="18886" y="12041"/>
                </a:lnTo>
                <a:lnTo>
                  <a:pt x="18886" y="12163"/>
                </a:lnTo>
                <a:lnTo>
                  <a:pt x="18827" y="12163"/>
                </a:lnTo>
              </a:path>
              <a:path w="21600" h="21600">
                <a:moveTo>
                  <a:pt x="19894" y="12034"/>
                </a:moveTo>
                <a:lnTo>
                  <a:pt x="19932" y="12034"/>
                </a:lnTo>
                <a:lnTo>
                  <a:pt x="19932" y="12111"/>
                </a:lnTo>
                <a:lnTo>
                  <a:pt x="19894" y="12111"/>
                </a:lnTo>
              </a:path>
              <a:path w="21600" h="21600">
                <a:moveTo>
                  <a:pt x="9191" y="12010"/>
                </a:moveTo>
                <a:lnTo>
                  <a:pt x="9236" y="12010"/>
                </a:lnTo>
                <a:lnTo>
                  <a:pt x="9236" y="12102"/>
                </a:lnTo>
                <a:lnTo>
                  <a:pt x="9191" y="12102"/>
                </a:lnTo>
              </a:path>
              <a:path w="21600" h="21600">
                <a:moveTo>
                  <a:pt x="17790" y="11955"/>
                </a:moveTo>
                <a:lnTo>
                  <a:pt x="17818" y="11955"/>
                </a:lnTo>
                <a:lnTo>
                  <a:pt x="17818" y="12011"/>
                </a:lnTo>
                <a:lnTo>
                  <a:pt x="17790" y="12011"/>
                </a:lnTo>
              </a:path>
              <a:path w="21600" h="21600">
                <a:moveTo>
                  <a:pt x="3781" y="11955"/>
                </a:moveTo>
                <a:lnTo>
                  <a:pt x="3809" y="11955"/>
                </a:lnTo>
                <a:lnTo>
                  <a:pt x="3809" y="12011"/>
                </a:lnTo>
                <a:lnTo>
                  <a:pt x="3781" y="12011"/>
                </a:lnTo>
              </a:path>
              <a:path w="21600" h="21600">
                <a:moveTo>
                  <a:pt x="16119" y="11952"/>
                </a:moveTo>
                <a:lnTo>
                  <a:pt x="16183" y="11952"/>
                </a:lnTo>
                <a:lnTo>
                  <a:pt x="16183" y="12084"/>
                </a:lnTo>
                <a:lnTo>
                  <a:pt x="16119" y="12084"/>
                </a:lnTo>
              </a:path>
              <a:path w="21600" h="21600">
                <a:moveTo>
                  <a:pt x="10700" y="11946"/>
                </a:moveTo>
                <a:lnTo>
                  <a:pt x="10747" y="11946"/>
                </a:lnTo>
                <a:lnTo>
                  <a:pt x="10747" y="12042"/>
                </a:lnTo>
                <a:lnTo>
                  <a:pt x="10700" y="12042"/>
                </a:lnTo>
              </a:path>
              <a:path w="21600" h="21600">
                <a:moveTo>
                  <a:pt x="6168" y="11931"/>
                </a:moveTo>
                <a:lnTo>
                  <a:pt x="6230" y="11931"/>
                </a:lnTo>
                <a:lnTo>
                  <a:pt x="6230" y="12059"/>
                </a:lnTo>
                <a:lnTo>
                  <a:pt x="6168" y="12059"/>
                </a:lnTo>
              </a:path>
              <a:path w="21600" h="21600">
                <a:moveTo>
                  <a:pt x="12372" y="11846"/>
                </a:moveTo>
                <a:lnTo>
                  <a:pt x="12398" y="11846"/>
                </a:lnTo>
                <a:lnTo>
                  <a:pt x="12398" y="11899"/>
                </a:lnTo>
                <a:lnTo>
                  <a:pt x="12372" y="11899"/>
                </a:lnTo>
              </a:path>
              <a:path w="21600" h="21600">
                <a:moveTo>
                  <a:pt x="9201" y="11846"/>
                </a:moveTo>
                <a:lnTo>
                  <a:pt x="9227" y="11846"/>
                </a:lnTo>
                <a:lnTo>
                  <a:pt x="9227" y="11899"/>
                </a:lnTo>
                <a:lnTo>
                  <a:pt x="9201" y="11899"/>
                </a:lnTo>
              </a:path>
              <a:path w="21600" h="21600">
                <a:moveTo>
                  <a:pt x="13418" y="11779"/>
                </a:moveTo>
                <a:lnTo>
                  <a:pt x="13457" y="11779"/>
                </a:lnTo>
                <a:lnTo>
                  <a:pt x="13457" y="11859"/>
                </a:lnTo>
                <a:lnTo>
                  <a:pt x="13418" y="11859"/>
                </a:lnTo>
              </a:path>
              <a:path w="21600" h="21600">
                <a:moveTo>
                  <a:pt x="8142" y="11779"/>
                </a:moveTo>
                <a:lnTo>
                  <a:pt x="8181" y="11779"/>
                </a:lnTo>
                <a:lnTo>
                  <a:pt x="8181" y="11859"/>
                </a:lnTo>
                <a:lnTo>
                  <a:pt x="8142" y="11859"/>
                </a:lnTo>
              </a:path>
              <a:path w="21600" h="21600">
                <a:moveTo>
                  <a:pt x="14482" y="11768"/>
                </a:moveTo>
                <a:lnTo>
                  <a:pt x="14506" y="11768"/>
                </a:lnTo>
                <a:lnTo>
                  <a:pt x="14506" y="11817"/>
                </a:lnTo>
                <a:lnTo>
                  <a:pt x="14482" y="11817"/>
                </a:lnTo>
              </a:path>
              <a:path w="21600" h="21600">
                <a:moveTo>
                  <a:pt x="7092" y="11768"/>
                </a:moveTo>
                <a:lnTo>
                  <a:pt x="7116" y="11768"/>
                </a:lnTo>
                <a:lnTo>
                  <a:pt x="7116" y="11817"/>
                </a:lnTo>
                <a:lnTo>
                  <a:pt x="7092" y="11817"/>
                </a:lnTo>
              </a:path>
              <a:path w="21600" h="21600">
                <a:moveTo>
                  <a:pt x="16119" y="11763"/>
                </a:moveTo>
                <a:lnTo>
                  <a:pt x="16182" y="11763"/>
                </a:lnTo>
                <a:lnTo>
                  <a:pt x="16182" y="11891"/>
                </a:lnTo>
                <a:lnTo>
                  <a:pt x="16119" y="11891"/>
                </a:lnTo>
              </a:path>
              <a:path w="21600" h="21600">
                <a:moveTo>
                  <a:pt x="11468" y="11746"/>
                </a:moveTo>
                <a:lnTo>
                  <a:pt x="11490" y="11746"/>
                </a:lnTo>
                <a:lnTo>
                  <a:pt x="11490" y="11792"/>
                </a:lnTo>
                <a:lnTo>
                  <a:pt x="11468" y="11792"/>
                </a:lnTo>
              </a:path>
              <a:path w="21600" h="21600">
                <a:moveTo>
                  <a:pt x="5415" y="11715"/>
                </a:moveTo>
                <a:lnTo>
                  <a:pt x="5481" y="11715"/>
                </a:lnTo>
                <a:lnTo>
                  <a:pt x="5481" y="11849"/>
                </a:lnTo>
                <a:lnTo>
                  <a:pt x="5415" y="11849"/>
                </a:lnTo>
              </a:path>
              <a:path w="21600" h="21600">
                <a:moveTo>
                  <a:pt x="19895" y="11694"/>
                </a:moveTo>
                <a:lnTo>
                  <a:pt x="19931" y="11694"/>
                </a:lnTo>
                <a:lnTo>
                  <a:pt x="19931" y="11768"/>
                </a:lnTo>
                <a:lnTo>
                  <a:pt x="19895" y="11768"/>
                </a:lnTo>
              </a:path>
              <a:path w="21600" h="21600">
                <a:moveTo>
                  <a:pt x="18828" y="11588"/>
                </a:moveTo>
                <a:lnTo>
                  <a:pt x="18885" y="11588"/>
                </a:lnTo>
                <a:lnTo>
                  <a:pt x="18885" y="11706"/>
                </a:lnTo>
                <a:lnTo>
                  <a:pt x="18828" y="11706"/>
                </a:lnTo>
              </a:path>
              <a:path w="21600" h="21600">
                <a:moveTo>
                  <a:pt x="16120" y="11573"/>
                </a:moveTo>
                <a:lnTo>
                  <a:pt x="16181" y="11573"/>
                </a:lnTo>
                <a:lnTo>
                  <a:pt x="16181" y="11698"/>
                </a:lnTo>
                <a:lnTo>
                  <a:pt x="16120" y="11698"/>
                </a:lnTo>
              </a:path>
              <a:path w="21600" h="21600">
                <a:moveTo>
                  <a:pt x="9192" y="11559"/>
                </a:moveTo>
                <a:lnTo>
                  <a:pt x="9235" y="11559"/>
                </a:lnTo>
                <a:lnTo>
                  <a:pt x="9235" y="11647"/>
                </a:lnTo>
                <a:lnTo>
                  <a:pt x="9192" y="11647"/>
                </a:lnTo>
              </a:path>
              <a:path w="21600" h="21600">
                <a:moveTo>
                  <a:pt x="10701" y="11528"/>
                </a:moveTo>
                <a:lnTo>
                  <a:pt x="10746" y="11528"/>
                </a:lnTo>
                <a:lnTo>
                  <a:pt x="10746" y="11620"/>
                </a:lnTo>
                <a:lnTo>
                  <a:pt x="10701" y="11620"/>
                </a:lnTo>
              </a:path>
              <a:path w="21600" h="21600">
                <a:moveTo>
                  <a:pt x="5416" y="11525"/>
                </a:moveTo>
                <a:lnTo>
                  <a:pt x="5480" y="11525"/>
                </a:lnTo>
                <a:lnTo>
                  <a:pt x="5480" y="11657"/>
                </a:lnTo>
                <a:lnTo>
                  <a:pt x="5416" y="11657"/>
                </a:lnTo>
              </a:path>
              <a:path w="21600" h="21600">
                <a:moveTo>
                  <a:pt x="17791" y="11488"/>
                </a:moveTo>
                <a:lnTo>
                  <a:pt x="17817" y="11488"/>
                </a:lnTo>
                <a:lnTo>
                  <a:pt x="17817" y="11541"/>
                </a:lnTo>
                <a:lnTo>
                  <a:pt x="17791" y="11541"/>
                </a:lnTo>
              </a:path>
              <a:path w="21600" h="21600">
                <a:moveTo>
                  <a:pt x="3782" y="11488"/>
                </a:moveTo>
                <a:lnTo>
                  <a:pt x="3808" y="11488"/>
                </a:lnTo>
                <a:lnTo>
                  <a:pt x="3808" y="11541"/>
                </a:lnTo>
                <a:lnTo>
                  <a:pt x="3782" y="11541"/>
                </a:lnTo>
              </a:path>
              <a:path w="21600" h="21600">
                <a:moveTo>
                  <a:pt x="6168" y="11434"/>
                </a:moveTo>
                <a:lnTo>
                  <a:pt x="6229" y="11434"/>
                </a:lnTo>
                <a:lnTo>
                  <a:pt x="6229" y="11558"/>
                </a:lnTo>
                <a:lnTo>
                  <a:pt x="6168" y="11558"/>
                </a:lnTo>
              </a:path>
              <a:path w="21600" h="21600">
                <a:moveTo>
                  <a:pt x="12373" y="11395"/>
                </a:moveTo>
                <a:lnTo>
                  <a:pt x="12397" y="11395"/>
                </a:lnTo>
                <a:lnTo>
                  <a:pt x="12397" y="11444"/>
                </a:lnTo>
                <a:lnTo>
                  <a:pt x="12373" y="11444"/>
                </a:lnTo>
              </a:path>
              <a:path w="21600" h="21600">
                <a:moveTo>
                  <a:pt x="9202" y="11395"/>
                </a:moveTo>
                <a:lnTo>
                  <a:pt x="9226" y="11395"/>
                </a:lnTo>
                <a:lnTo>
                  <a:pt x="9226" y="11444"/>
                </a:lnTo>
                <a:lnTo>
                  <a:pt x="9202" y="11444"/>
                </a:lnTo>
              </a:path>
              <a:path w="21600" h="21600">
                <a:moveTo>
                  <a:pt x="16121" y="11384"/>
                </a:moveTo>
                <a:lnTo>
                  <a:pt x="16180" y="11384"/>
                </a:lnTo>
                <a:lnTo>
                  <a:pt x="16180" y="11506"/>
                </a:lnTo>
                <a:lnTo>
                  <a:pt x="16121" y="11506"/>
                </a:lnTo>
              </a:path>
              <a:path w="21600" h="21600">
                <a:moveTo>
                  <a:pt x="19896" y="11354"/>
                </a:moveTo>
                <a:lnTo>
                  <a:pt x="19931" y="11354"/>
                </a:lnTo>
                <a:lnTo>
                  <a:pt x="19931" y="11425"/>
                </a:lnTo>
                <a:lnTo>
                  <a:pt x="19896" y="11425"/>
                </a:lnTo>
              </a:path>
              <a:path w="21600" h="21600">
                <a:moveTo>
                  <a:pt x="5417" y="11336"/>
                </a:moveTo>
                <a:lnTo>
                  <a:pt x="5479" y="11336"/>
                </a:lnTo>
                <a:lnTo>
                  <a:pt x="5479" y="11464"/>
                </a:lnTo>
                <a:lnTo>
                  <a:pt x="5417" y="11464"/>
                </a:lnTo>
              </a:path>
              <a:path w="21600" h="21600">
                <a:moveTo>
                  <a:pt x="14483" y="11332"/>
                </a:moveTo>
                <a:lnTo>
                  <a:pt x="14505" y="11332"/>
                </a:lnTo>
                <a:lnTo>
                  <a:pt x="14505" y="11377"/>
                </a:lnTo>
                <a:lnTo>
                  <a:pt x="14483" y="11377"/>
                </a:lnTo>
              </a:path>
              <a:path w="21600" h="21600">
                <a:moveTo>
                  <a:pt x="7093" y="11332"/>
                </a:moveTo>
                <a:lnTo>
                  <a:pt x="7116" y="11332"/>
                </a:lnTo>
                <a:lnTo>
                  <a:pt x="7116" y="11377"/>
                </a:lnTo>
                <a:lnTo>
                  <a:pt x="7093" y="11377"/>
                </a:lnTo>
              </a:path>
              <a:path w="21600" h="21600">
                <a:moveTo>
                  <a:pt x="11469" y="11327"/>
                </a:moveTo>
                <a:lnTo>
                  <a:pt x="11489" y="11327"/>
                </a:lnTo>
                <a:lnTo>
                  <a:pt x="11489" y="11369"/>
                </a:lnTo>
                <a:lnTo>
                  <a:pt x="11469" y="11369"/>
                </a:lnTo>
              </a:path>
              <a:path w="21600" h="21600">
                <a:moveTo>
                  <a:pt x="16122" y="11194"/>
                </a:moveTo>
                <a:lnTo>
                  <a:pt x="16180" y="11194"/>
                </a:lnTo>
                <a:lnTo>
                  <a:pt x="16180" y="11313"/>
                </a:lnTo>
                <a:lnTo>
                  <a:pt x="16122" y="11313"/>
                </a:lnTo>
              </a:path>
              <a:path w="21600" h="21600">
                <a:moveTo>
                  <a:pt x="13419" y="11164"/>
                </a:moveTo>
                <a:lnTo>
                  <a:pt x="13456" y="11164"/>
                </a:lnTo>
                <a:lnTo>
                  <a:pt x="13456" y="11241"/>
                </a:lnTo>
                <a:lnTo>
                  <a:pt x="13419" y="11241"/>
                </a:lnTo>
              </a:path>
              <a:path w="21600" h="21600">
                <a:moveTo>
                  <a:pt x="8142" y="11164"/>
                </a:moveTo>
                <a:lnTo>
                  <a:pt x="8180" y="11164"/>
                </a:lnTo>
                <a:lnTo>
                  <a:pt x="8180" y="11241"/>
                </a:lnTo>
                <a:lnTo>
                  <a:pt x="8142" y="11241"/>
                </a:lnTo>
              </a:path>
              <a:path w="21600" h="21600">
                <a:moveTo>
                  <a:pt x="5418" y="11146"/>
                </a:moveTo>
                <a:lnTo>
                  <a:pt x="5479" y="11146"/>
                </a:lnTo>
                <a:lnTo>
                  <a:pt x="5479" y="11271"/>
                </a:lnTo>
                <a:lnTo>
                  <a:pt x="5418" y="11271"/>
                </a:lnTo>
              </a:path>
              <a:path w="21600" h="21600">
                <a:moveTo>
                  <a:pt x="18828" y="11135"/>
                </a:moveTo>
                <a:lnTo>
                  <a:pt x="18885" y="11135"/>
                </a:lnTo>
                <a:lnTo>
                  <a:pt x="18885" y="11250"/>
                </a:lnTo>
                <a:lnTo>
                  <a:pt x="18828" y="11250"/>
                </a:lnTo>
              </a:path>
              <a:path w="21600" h="21600">
                <a:moveTo>
                  <a:pt x="10702" y="11110"/>
                </a:moveTo>
                <a:lnTo>
                  <a:pt x="10745" y="11110"/>
                </a:lnTo>
                <a:lnTo>
                  <a:pt x="10745" y="11198"/>
                </a:lnTo>
                <a:lnTo>
                  <a:pt x="10702" y="11198"/>
                </a:lnTo>
              </a:path>
              <a:path w="21600" h="21600">
                <a:moveTo>
                  <a:pt x="9193" y="11107"/>
                </a:moveTo>
                <a:lnTo>
                  <a:pt x="9234" y="11107"/>
                </a:lnTo>
                <a:lnTo>
                  <a:pt x="9234" y="11192"/>
                </a:lnTo>
                <a:lnTo>
                  <a:pt x="9193" y="11192"/>
                </a:lnTo>
              </a:path>
              <a:path w="21600" h="21600">
                <a:moveTo>
                  <a:pt x="17792" y="11022"/>
                </a:moveTo>
                <a:lnTo>
                  <a:pt x="17816" y="11022"/>
                </a:lnTo>
                <a:lnTo>
                  <a:pt x="17816" y="11071"/>
                </a:lnTo>
                <a:lnTo>
                  <a:pt x="17792" y="11071"/>
                </a:lnTo>
              </a:path>
              <a:path w="21600" h="21600">
                <a:moveTo>
                  <a:pt x="3783" y="11022"/>
                </a:moveTo>
                <a:lnTo>
                  <a:pt x="3807" y="11022"/>
                </a:lnTo>
                <a:lnTo>
                  <a:pt x="3807" y="11071"/>
                </a:lnTo>
                <a:lnTo>
                  <a:pt x="3783" y="11071"/>
                </a:lnTo>
              </a:path>
              <a:path w="21600" h="21600">
                <a:moveTo>
                  <a:pt x="19897" y="11014"/>
                </a:moveTo>
                <a:lnTo>
                  <a:pt x="19930" y="11014"/>
                </a:lnTo>
                <a:lnTo>
                  <a:pt x="19930" y="11081"/>
                </a:lnTo>
                <a:lnTo>
                  <a:pt x="19897" y="11081"/>
                </a:lnTo>
              </a:path>
              <a:path w="21600" h="21600">
                <a:moveTo>
                  <a:pt x="16123" y="11005"/>
                </a:moveTo>
                <a:lnTo>
                  <a:pt x="16179" y="11005"/>
                </a:lnTo>
                <a:lnTo>
                  <a:pt x="16179" y="11120"/>
                </a:lnTo>
                <a:lnTo>
                  <a:pt x="16123" y="11120"/>
                </a:lnTo>
              </a:path>
              <a:path w="21600" h="21600">
                <a:moveTo>
                  <a:pt x="5418" y="10957"/>
                </a:moveTo>
                <a:lnTo>
                  <a:pt x="5478" y="10957"/>
                </a:lnTo>
                <a:lnTo>
                  <a:pt x="5478" y="11078"/>
                </a:lnTo>
                <a:lnTo>
                  <a:pt x="5418" y="11078"/>
                </a:lnTo>
              </a:path>
              <a:path w="21600" h="21600">
                <a:moveTo>
                  <a:pt x="12374" y="10943"/>
                </a:moveTo>
                <a:lnTo>
                  <a:pt x="12396" y="10943"/>
                </a:lnTo>
                <a:lnTo>
                  <a:pt x="12396" y="10989"/>
                </a:lnTo>
                <a:lnTo>
                  <a:pt x="12374" y="10989"/>
                </a:lnTo>
              </a:path>
              <a:path w="21600" h="21600">
                <a:moveTo>
                  <a:pt x="9203" y="10943"/>
                </a:moveTo>
                <a:lnTo>
                  <a:pt x="9225" y="10943"/>
                </a:lnTo>
                <a:lnTo>
                  <a:pt x="9225" y="10989"/>
                </a:lnTo>
                <a:lnTo>
                  <a:pt x="9203" y="10989"/>
                </a:lnTo>
              </a:path>
              <a:path w="21600" h="21600">
                <a:moveTo>
                  <a:pt x="6169" y="10937"/>
                </a:moveTo>
                <a:lnTo>
                  <a:pt x="6228" y="10937"/>
                </a:lnTo>
                <a:lnTo>
                  <a:pt x="6228" y="11057"/>
                </a:lnTo>
                <a:lnTo>
                  <a:pt x="6169" y="11057"/>
                </a:lnTo>
              </a:path>
              <a:path w="21600" h="21600">
                <a:moveTo>
                  <a:pt x="14484" y="10896"/>
                </a:moveTo>
                <a:lnTo>
                  <a:pt x="14505" y="10896"/>
                </a:lnTo>
                <a:lnTo>
                  <a:pt x="14505" y="10938"/>
                </a:lnTo>
                <a:lnTo>
                  <a:pt x="14484" y="10938"/>
                </a:lnTo>
              </a:path>
              <a:path w="21600" h="21600">
                <a:moveTo>
                  <a:pt x="7094" y="10896"/>
                </a:moveTo>
                <a:lnTo>
                  <a:pt x="7115" y="10896"/>
                </a:lnTo>
                <a:lnTo>
                  <a:pt x="7115" y="10938"/>
                </a:lnTo>
                <a:lnTo>
                  <a:pt x="7094" y="10938"/>
                </a:lnTo>
              </a:path>
              <a:path w="21600" h="21600">
                <a:moveTo>
                  <a:pt x="16123" y="10815"/>
                </a:moveTo>
                <a:lnTo>
                  <a:pt x="16178" y="10815"/>
                </a:lnTo>
                <a:lnTo>
                  <a:pt x="16178" y="10927"/>
                </a:lnTo>
                <a:lnTo>
                  <a:pt x="16123" y="10927"/>
                </a:lnTo>
              </a:path>
              <a:path w="21600" h="21600">
                <a:moveTo>
                  <a:pt x="5419" y="10767"/>
                </a:moveTo>
                <a:lnTo>
                  <a:pt x="5477" y="10767"/>
                </a:lnTo>
                <a:lnTo>
                  <a:pt x="5477" y="10886"/>
                </a:lnTo>
                <a:lnTo>
                  <a:pt x="5419" y="10886"/>
                </a:lnTo>
              </a:path>
              <a:path w="21600" h="21600">
                <a:moveTo>
                  <a:pt x="10703" y="10691"/>
                </a:moveTo>
                <a:lnTo>
                  <a:pt x="10744" y="10691"/>
                </a:lnTo>
                <a:lnTo>
                  <a:pt x="10744" y="10776"/>
                </a:lnTo>
                <a:lnTo>
                  <a:pt x="10703" y="10776"/>
                </a:lnTo>
              </a:path>
              <a:path w="21600" h="21600">
                <a:moveTo>
                  <a:pt x="18829" y="10682"/>
                </a:moveTo>
                <a:lnTo>
                  <a:pt x="18884" y="10682"/>
                </a:lnTo>
                <a:lnTo>
                  <a:pt x="18884" y="10794"/>
                </a:lnTo>
                <a:lnTo>
                  <a:pt x="18829" y="10794"/>
                </a:lnTo>
              </a:path>
              <a:path w="21600" h="21600">
                <a:moveTo>
                  <a:pt x="19898" y="10675"/>
                </a:moveTo>
                <a:lnTo>
                  <a:pt x="19929" y="10675"/>
                </a:lnTo>
                <a:lnTo>
                  <a:pt x="19929" y="10738"/>
                </a:lnTo>
                <a:lnTo>
                  <a:pt x="19898" y="10738"/>
                </a:lnTo>
              </a:path>
              <a:path w="21600" h="21600">
                <a:moveTo>
                  <a:pt x="9194" y="10656"/>
                </a:moveTo>
                <a:lnTo>
                  <a:pt x="9233" y="10656"/>
                </a:lnTo>
                <a:lnTo>
                  <a:pt x="9233" y="10737"/>
                </a:lnTo>
                <a:lnTo>
                  <a:pt x="9194" y="10737"/>
                </a:lnTo>
              </a:path>
              <a:path w="21600" h="21600">
                <a:moveTo>
                  <a:pt x="16124" y="10625"/>
                </a:moveTo>
                <a:lnTo>
                  <a:pt x="16177" y="10625"/>
                </a:lnTo>
                <a:lnTo>
                  <a:pt x="16177" y="10735"/>
                </a:lnTo>
                <a:lnTo>
                  <a:pt x="16124" y="10735"/>
                </a:lnTo>
              </a:path>
              <a:path w="21600" h="21600">
                <a:moveTo>
                  <a:pt x="5420" y="10577"/>
                </a:moveTo>
                <a:lnTo>
                  <a:pt x="5476" y="10577"/>
                </a:lnTo>
                <a:lnTo>
                  <a:pt x="5476" y="10693"/>
                </a:lnTo>
                <a:lnTo>
                  <a:pt x="5420" y="10693"/>
                </a:lnTo>
              </a:path>
              <a:path w="21600" h="21600">
                <a:moveTo>
                  <a:pt x="17793" y="10555"/>
                </a:moveTo>
                <a:lnTo>
                  <a:pt x="17815" y="10555"/>
                </a:lnTo>
                <a:lnTo>
                  <a:pt x="17815" y="10600"/>
                </a:lnTo>
                <a:lnTo>
                  <a:pt x="17793" y="10600"/>
                </a:lnTo>
              </a:path>
              <a:path w="21600" h="21600">
                <a:moveTo>
                  <a:pt x="3784" y="10555"/>
                </a:moveTo>
                <a:lnTo>
                  <a:pt x="3806" y="10555"/>
                </a:lnTo>
                <a:lnTo>
                  <a:pt x="3806" y="10600"/>
                </a:lnTo>
                <a:lnTo>
                  <a:pt x="3784" y="10600"/>
                </a:lnTo>
              </a:path>
              <a:path w="21600" h="21600">
                <a:moveTo>
                  <a:pt x="13419" y="10550"/>
                </a:moveTo>
                <a:lnTo>
                  <a:pt x="13455" y="10550"/>
                </a:lnTo>
                <a:lnTo>
                  <a:pt x="13455" y="10624"/>
                </a:lnTo>
                <a:lnTo>
                  <a:pt x="13419" y="10624"/>
                </a:lnTo>
              </a:path>
              <a:path w="21600" h="21600">
                <a:moveTo>
                  <a:pt x="8143" y="10550"/>
                </a:moveTo>
                <a:lnTo>
                  <a:pt x="8179" y="10550"/>
                </a:lnTo>
                <a:lnTo>
                  <a:pt x="8179" y="10624"/>
                </a:lnTo>
                <a:lnTo>
                  <a:pt x="8143" y="10624"/>
                </a:lnTo>
              </a:path>
              <a:path w="21600" h="21600">
                <a:moveTo>
                  <a:pt x="12375" y="10492"/>
                </a:moveTo>
                <a:lnTo>
                  <a:pt x="12395" y="10492"/>
                </a:lnTo>
                <a:lnTo>
                  <a:pt x="12395" y="10534"/>
                </a:lnTo>
                <a:lnTo>
                  <a:pt x="12375" y="10534"/>
                </a:lnTo>
              </a:path>
              <a:path w="21600" h="21600">
                <a:moveTo>
                  <a:pt x="9203" y="10492"/>
                </a:moveTo>
                <a:lnTo>
                  <a:pt x="9224" y="10492"/>
                </a:lnTo>
                <a:lnTo>
                  <a:pt x="9224" y="10534"/>
                </a:lnTo>
                <a:lnTo>
                  <a:pt x="9203" y="10534"/>
                </a:lnTo>
              </a:path>
              <a:path w="21600" h="21600">
                <a:moveTo>
                  <a:pt x="6170" y="10440"/>
                </a:moveTo>
                <a:lnTo>
                  <a:pt x="6227" y="10440"/>
                </a:lnTo>
                <a:lnTo>
                  <a:pt x="6227" y="10557"/>
                </a:lnTo>
                <a:lnTo>
                  <a:pt x="6170" y="10557"/>
                </a:lnTo>
              </a:path>
              <a:path w="21600" h="21600">
                <a:moveTo>
                  <a:pt x="16125" y="10436"/>
                </a:moveTo>
                <a:lnTo>
                  <a:pt x="16177" y="10436"/>
                </a:lnTo>
                <a:lnTo>
                  <a:pt x="16177" y="10542"/>
                </a:lnTo>
                <a:lnTo>
                  <a:pt x="16125" y="10542"/>
                </a:lnTo>
              </a:path>
              <a:path w="21600" h="21600">
                <a:moveTo>
                  <a:pt x="5421" y="10388"/>
                </a:moveTo>
                <a:lnTo>
                  <a:pt x="5475" y="10388"/>
                </a:lnTo>
                <a:lnTo>
                  <a:pt x="5475" y="10500"/>
                </a:lnTo>
                <a:lnTo>
                  <a:pt x="5421" y="10500"/>
                </a:lnTo>
              </a:path>
              <a:path w="21600" h="21600">
                <a:moveTo>
                  <a:pt x="19899" y="10335"/>
                </a:moveTo>
                <a:lnTo>
                  <a:pt x="19928" y="10335"/>
                </a:lnTo>
                <a:lnTo>
                  <a:pt x="19928" y="10395"/>
                </a:lnTo>
                <a:lnTo>
                  <a:pt x="19899" y="10395"/>
                </a:lnTo>
              </a:path>
              <a:path w="21600" h="21600">
                <a:moveTo>
                  <a:pt x="14612" y="10281"/>
                </a:moveTo>
                <a:lnTo>
                  <a:pt x="14678" y="10281"/>
                </a:lnTo>
                <a:lnTo>
                  <a:pt x="14678" y="10416"/>
                </a:lnTo>
                <a:lnTo>
                  <a:pt x="14612" y="10416"/>
                </a:lnTo>
              </a:path>
              <a:path w="21600" h="21600">
                <a:moveTo>
                  <a:pt x="10704" y="10273"/>
                </a:moveTo>
                <a:lnTo>
                  <a:pt x="10743" y="10273"/>
                </a:lnTo>
                <a:lnTo>
                  <a:pt x="10743" y="10354"/>
                </a:lnTo>
                <a:lnTo>
                  <a:pt x="10704" y="10354"/>
                </a:lnTo>
              </a:path>
              <a:path w="21600" h="21600">
                <a:moveTo>
                  <a:pt x="16126" y="10246"/>
                </a:moveTo>
                <a:lnTo>
                  <a:pt x="16176" y="10246"/>
                </a:lnTo>
                <a:lnTo>
                  <a:pt x="16176" y="10349"/>
                </a:lnTo>
                <a:lnTo>
                  <a:pt x="16126" y="10349"/>
                </a:lnTo>
              </a:path>
              <a:path w="21600" h="21600">
                <a:moveTo>
                  <a:pt x="18830" y="10229"/>
                </a:moveTo>
                <a:lnTo>
                  <a:pt x="18883" y="10229"/>
                </a:lnTo>
                <a:lnTo>
                  <a:pt x="18883" y="10338"/>
                </a:lnTo>
                <a:lnTo>
                  <a:pt x="18830" y="10338"/>
                </a:lnTo>
              </a:path>
              <a:path w="21600" h="21600">
                <a:moveTo>
                  <a:pt x="9195" y="10205"/>
                </a:moveTo>
                <a:lnTo>
                  <a:pt x="9233" y="10205"/>
                </a:lnTo>
                <a:lnTo>
                  <a:pt x="9233" y="10282"/>
                </a:lnTo>
                <a:lnTo>
                  <a:pt x="9195" y="10282"/>
                </a:lnTo>
              </a:path>
              <a:path w="21600" h="21600">
                <a:moveTo>
                  <a:pt x="5421" y="10198"/>
                </a:moveTo>
                <a:lnTo>
                  <a:pt x="5475" y="10198"/>
                </a:lnTo>
                <a:lnTo>
                  <a:pt x="5475" y="10307"/>
                </a:lnTo>
                <a:lnTo>
                  <a:pt x="5421" y="10307"/>
                </a:lnTo>
              </a:path>
              <a:path w="21600" h="21600">
                <a:moveTo>
                  <a:pt x="17794" y="10088"/>
                </a:moveTo>
                <a:lnTo>
                  <a:pt x="17814" y="10088"/>
                </a:lnTo>
                <a:lnTo>
                  <a:pt x="17814" y="10130"/>
                </a:lnTo>
                <a:lnTo>
                  <a:pt x="17794" y="10130"/>
                </a:lnTo>
              </a:path>
              <a:path w="21600" h="21600">
                <a:moveTo>
                  <a:pt x="3785" y="10088"/>
                </a:moveTo>
                <a:lnTo>
                  <a:pt x="3805" y="10088"/>
                </a:lnTo>
                <a:lnTo>
                  <a:pt x="3805" y="10130"/>
                </a:lnTo>
                <a:lnTo>
                  <a:pt x="3785" y="10130"/>
                </a:lnTo>
              </a:path>
              <a:path w="21600" h="21600">
                <a:moveTo>
                  <a:pt x="14613" y="10074"/>
                </a:moveTo>
                <a:lnTo>
                  <a:pt x="14677" y="10074"/>
                </a:lnTo>
                <a:lnTo>
                  <a:pt x="14677" y="10205"/>
                </a:lnTo>
                <a:lnTo>
                  <a:pt x="14613" y="10205"/>
                </a:lnTo>
              </a:path>
              <a:path w="21600" h="21600">
                <a:moveTo>
                  <a:pt x="16126" y="10057"/>
                </a:moveTo>
                <a:lnTo>
                  <a:pt x="16175" y="10057"/>
                </a:lnTo>
                <a:lnTo>
                  <a:pt x="16175" y="10156"/>
                </a:lnTo>
                <a:lnTo>
                  <a:pt x="16126" y="10156"/>
                </a:lnTo>
              </a:path>
              <a:path w="21600" h="21600">
                <a:moveTo>
                  <a:pt x="5422" y="10009"/>
                </a:moveTo>
                <a:lnTo>
                  <a:pt x="5474" y="10009"/>
                </a:lnTo>
                <a:lnTo>
                  <a:pt x="5474" y="10115"/>
                </a:lnTo>
                <a:lnTo>
                  <a:pt x="5422" y="10115"/>
                </a:lnTo>
              </a:path>
              <a:path w="21600" h="21600">
                <a:moveTo>
                  <a:pt x="19900" y="9995"/>
                </a:moveTo>
                <a:lnTo>
                  <a:pt x="19927" y="9995"/>
                </a:lnTo>
                <a:lnTo>
                  <a:pt x="19927" y="10052"/>
                </a:lnTo>
                <a:lnTo>
                  <a:pt x="19900" y="10052"/>
                </a:lnTo>
              </a:path>
              <a:path w="21600" h="21600">
                <a:moveTo>
                  <a:pt x="6171" y="9943"/>
                </a:moveTo>
                <a:lnTo>
                  <a:pt x="6226" y="9943"/>
                </a:lnTo>
                <a:lnTo>
                  <a:pt x="6226" y="10056"/>
                </a:lnTo>
                <a:lnTo>
                  <a:pt x="6171" y="10056"/>
                </a:lnTo>
              </a:path>
              <a:path w="21600" h="21600">
                <a:moveTo>
                  <a:pt x="13420" y="9935"/>
                </a:moveTo>
                <a:lnTo>
                  <a:pt x="13455" y="9935"/>
                </a:lnTo>
                <a:lnTo>
                  <a:pt x="13455" y="10006"/>
                </a:lnTo>
                <a:lnTo>
                  <a:pt x="13420" y="10006"/>
                </a:lnTo>
              </a:path>
              <a:path w="21600" h="21600">
                <a:moveTo>
                  <a:pt x="8144" y="9935"/>
                </a:moveTo>
                <a:lnTo>
                  <a:pt x="8178" y="9935"/>
                </a:lnTo>
                <a:lnTo>
                  <a:pt x="8178" y="10006"/>
                </a:lnTo>
                <a:lnTo>
                  <a:pt x="8144" y="10006"/>
                </a:lnTo>
              </a:path>
              <a:path w="21600" h="21600">
                <a:moveTo>
                  <a:pt x="16127" y="9867"/>
                </a:moveTo>
                <a:lnTo>
                  <a:pt x="16174" y="9867"/>
                </a:lnTo>
                <a:lnTo>
                  <a:pt x="16174" y="9963"/>
                </a:lnTo>
                <a:lnTo>
                  <a:pt x="16127" y="9963"/>
                </a:lnTo>
              </a:path>
              <a:path w="21600" h="21600">
                <a:moveTo>
                  <a:pt x="14614" y="9866"/>
                </a:moveTo>
                <a:lnTo>
                  <a:pt x="14676" y="9866"/>
                </a:lnTo>
                <a:lnTo>
                  <a:pt x="14676" y="9993"/>
                </a:lnTo>
                <a:lnTo>
                  <a:pt x="14614" y="9993"/>
                </a:lnTo>
              </a:path>
              <a:path w="21600" h="21600">
                <a:moveTo>
                  <a:pt x="10705" y="9855"/>
                </a:moveTo>
                <a:lnTo>
                  <a:pt x="10742" y="9855"/>
                </a:lnTo>
                <a:lnTo>
                  <a:pt x="10742" y="9932"/>
                </a:lnTo>
                <a:lnTo>
                  <a:pt x="10705" y="9932"/>
                </a:lnTo>
              </a:path>
              <a:path w="21600" h="21600">
                <a:moveTo>
                  <a:pt x="5423" y="9819"/>
                </a:moveTo>
                <a:lnTo>
                  <a:pt x="5473" y="9819"/>
                </a:lnTo>
                <a:lnTo>
                  <a:pt x="5473" y="9922"/>
                </a:lnTo>
                <a:lnTo>
                  <a:pt x="5423" y="9922"/>
                </a:lnTo>
              </a:path>
              <a:path w="21600" h="21600">
                <a:moveTo>
                  <a:pt x="18831" y="9776"/>
                </a:moveTo>
                <a:lnTo>
                  <a:pt x="18882" y="9776"/>
                </a:lnTo>
                <a:lnTo>
                  <a:pt x="18882" y="9882"/>
                </a:lnTo>
                <a:lnTo>
                  <a:pt x="18831" y="9882"/>
                </a:lnTo>
              </a:path>
              <a:path w="21600" h="21600">
                <a:moveTo>
                  <a:pt x="9196" y="9754"/>
                </a:moveTo>
                <a:lnTo>
                  <a:pt x="9232" y="9754"/>
                </a:lnTo>
                <a:lnTo>
                  <a:pt x="9232" y="9828"/>
                </a:lnTo>
                <a:lnTo>
                  <a:pt x="9196" y="9828"/>
                </a:lnTo>
              </a:path>
              <a:path w="21600" h="21600">
                <a:moveTo>
                  <a:pt x="16128" y="9678"/>
                </a:moveTo>
                <a:lnTo>
                  <a:pt x="16173" y="9678"/>
                </a:lnTo>
                <a:lnTo>
                  <a:pt x="16173" y="9771"/>
                </a:lnTo>
                <a:lnTo>
                  <a:pt x="16128" y="9771"/>
                </a:lnTo>
              </a:path>
              <a:path w="21600" h="21600">
                <a:moveTo>
                  <a:pt x="14615" y="9658"/>
                </a:moveTo>
                <a:lnTo>
                  <a:pt x="14676" y="9658"/>
                </a:lnTo>
                <a:lnTo>
                  <a:pt x="14676" y="9782"/>
                </a:lnTo>
                <a:lnTo>
                  <a:pt x="14615" y="9782"/>
                </a:lnTo>
              </a:path>
              <a:path w="21600" h="21600">
                <a:moveTo>
                  <a:pt x="19901" y="9655"/>
                </a:moveTo>
                <a:lnTo>
                  <a:pt x="19926" y="9655"/>
                </a:lnTo>
                <a:lnTo>
                  <a:pt x="19926" y="9708"/>
                </a:lnTo>
                <a:lnTo>
                  <a:pt x="19901" y="9708"/>
                </a:lnTo>
              </a:path>
              <a:path w="21600" h="21600">
                <a:moveTo>
                  <a:pt x="5424" y="9630"/>
                </a:moveTo>
                <a:lnTo>
                  <a:pt x="5472" y="9630"/>
                </a:lnTo>
                <a:lnTo>
                  <a:pt x="5472" y="9729"/>
                </a:lnTo>
                <a:lnTo>
                  <a:pt x="5424" y="9729"/>
                </a:lnTo>
              </a:path>
              <a:path w="21600" h="21600">
                <a:moveTo>
                  <a:pt x="16129" y="9488"/>
                </a:moveTo>
                <a:lnTo>
                  <a:pt x="16173" y="9488"/>
                </a:lnTo>
                <a:lnTo>
                  <a:pt x="16173" y="9578"/>
                </a:lnTo>
                <a:lnTo>
                  <a:pt x="16129" y="9578"/>
                </a:lnTo>
              </a:path>
              <a:path w="21600" h="21600">
                <a:moveTo>
                  <a:pt x="14616" y="9450"/>
                </a:moveTo>
                <a:lnTo>
                  <a:pt x="14675" y="9450"/>
                </a:lnTo>
                <a:lnTo>
                  <a:pt x="14675" y="9570"/>
                </a:lnTo>
                <a:lnTo>
                  <a:pt x="14616" y="9570"/>
                </a:lnTo>
              </a:path>
              <a:path w="21600" h="21600">
                <a:moveTo>
                  <a:pt x="6172" y="9446"/>
                </a:moveTo>
                <a:lnTo>
                  <a:pt x="6225" y="9446"/>
                </a:lnTo>
                <a:lnTo>
                  <a:pt x="6225" y="9555"/>
                </a:lnTo>
                <a:lnTo>
                  <a:pt x="6172" y="9555"/>
                </a:lnTo>
              </a:path>
              <a:path w="21600" h="21600">
                <a:moveTo>
                  <a:pt x="5425" y="9440"/>
                </a:moveTo>
                <a:lnTo>
                  <a:pt x="5471" y="9440"/>
                </a:lnTo>
                <a:lnTo>
                  <a:pt x="5471" y="9536"/>
                </a:lnTo>
                <a:lnTo>
                  <a:pt x="5425" y="9536"/>
                </a:lnTo>
              </a:path>
              <a:path w="21600" h="21600">
                <a:moveTo>
                  <a:pt x="10705" y="9436"/>
                </a:moveTo>
                <a:lnTo>
                  <a:pt x="10742" y="9436"/>
                </a:lnTo>
                <a:lnTo>
                  <a:pt x="10742" y="9510"/>
                </a:lnTo>
                <a:lnTo>
                  <a:pt x="10705" y="9510"/>
                </a:lnTo>
              </a:path>
              <a:path w="21600" h="21600">
                <a:moveTo>
                  <a:pt x="18831" y="9323"/>
                </a:moveTo>
                <a:lnTo>
                  <a:pt x="18882" y="9323"/>
                </a:lnTo>
                <a:lnTo>
                  <a:pt x="18882" y="9426"/>
                </a:lnTo>
                <a:lnTo>
                  <a:pt x="18831" y="9426"/>
                </a:lnTo>
              </a:path>
              <a:path w="21600" h="21600">
                <a:moveTo>
                  <a:pt x="13421" y="9321"/>
                </a:moveTo>
                <a:lnTo>
                  <a:pt x="13454" y="9321"/>
                </a:lnTo>
                <a:lnTo>
                  <a:pt x="13454" y="9388"/>
                </a:lnTo>
                <a:lnTo>
                  <a:pt x="13421" y="9388"/>
                </a:lnTo>
              </a:path>
              <a:path w="21600" h="21600">
                <a:moveTo>
                  <a:pt x="8145" y="9321"/>
                </a:moveTo>
                <a:lnTo>
                  <a:pt x="8178" y="9321"/>
                </a:lnTo>
                <a:lnTo>
                  <a:pt x="8178" y="9388"/>
                </a:lnTo>
                <a:lnTo>
                  <a:pt x="8145" y="9388"/>
                </a:lnTo>
              </a:path>
              <a:path w="21600" h="21600">
                <a:moveTo>
                  <a:pt x="19901" y="9316"/>
                </a:moveTo>
                <a:lnTo>
                  <a:pt x="19925" y="9316"/>
                </a:lnTo>
                <a:lnTo>
                  <a:pt x="19925" y="9365"/>
                </a:lnTo>
                <a:lnTo>
                  <a:pt x="19901" y="9365"/>
                </a:lnTo>
              </a:path>
              <a:path w="21600" h="21600">
                <a:moveTo>
                  <a:pt x="9196" y="9302"/>
                </a:moveTo>
                <a:lnTo>
                  <a:pt x="9231" y="9302"/>
                </a:lnTo>
                <a:lnTo>
                  <a:pt x="9231" y="9373"/>
                </a:lnTo>
                <a:lnTo>
                  <a:pt x="9196" y="9373"/>
                </a:lnTo>
              </a:path>
              <a:path w="21600" h="21600">
                <a:moveTo>
                  <a:pt x="16130" y="9299"/>
                </a:moveTo>
                <a:lnTo>
                  <a:pt x="16172" y="9299"/>
                </a:lnTo>
                <a:lnTo>
                  <a:pt x="16172" y="9385"/>
                </a:lnTo>
                <a:lnTo>
                  <a:pt x="16130" y="9385"/>
                </a:lnTo>
              </a:path>
              <a:path w="21600" h="21600">
                <a:moveTo>
                  <a:pt x="5425" y="9250"/>
                </a:moveTo>
                <a:lnTo>
                  <a:pt x="5471" y="9250"/>
                </a:lnTo>
                <a:lnTo>
                  <a:pt x="5471" y="9343"/>
                </a:lnTo>
                <a:lnTo>
                  <a:pt x="5425" y="9343"/>
                </a:lnTo>
              </a:path>
              <a:path w="21600" h="21600">
                <a:moveTo>
                  <a:pt x="14617" y="9242"/>
                </a:moveTo>
                <a:lnTo>
                  <a:pt x="14674" y="9242"/>
                </a:lnTo>
                <a:lnTo>
                  <a:pt x="14674" y="9359"/>
                </a:lnTo>
                <a:lnTo>
                  <a:pt x="14617" y="9359"/>
                </a:lnTo>
              </a:path>
              <a:path w="21600" h="21600">
                <a:moveTo>
                  <a:pt x="16130" y="9109"/>
                </a:moveTo>
                <a:lnTo>
                  <a:pt x="16171" y="9109"/>
                </a:lnTo>
                <a:lnTo>
                  <a:pt x="16171" y="9192"/>
                </a:lnTo>
                <a:lnTo>
                  <a:pt x="16130" y="9192"/>
                </a:lnTo>
              </a:path>
              <a:path w="21600" h="21600">
                <a:moveTo>
                  <a:pt x="5426" y="9061"/>
                </a:moveTo>
                <a:lnTo>
                  <a:pt x="5470" y="9061"/>
                </a:lnTo>
                <a:lnTo>
                  <a:pt x="5470" y="9151"/>
                </a:lnTo>
                <a:lnTo>
                  <a:pt x="5426" y="9151"/>
                </a:lnTo>
              </a:path>
              <a:path w="21600" h="21600">
                <a:moveTo>
                  <a:pt x="14618" y="9034"/>
                </a:moveTo>
                <a:lnTo>
                  <a:pt x="14673" y="9034"/>
                </a:lnTo>
                <a:lnTo>
                  <a:pt x="14673" y="9147"/>
                </a:lnTo>
                <a:lnTo>
                  <a:pt x="14618" y="9147"/>
                </a:lnTo>
              </a:path>
              <a:path w="21600" h="21600">
                <a:moveTo>
                  <a:pt x="10706" y="9018"/>
                </a:moveTo>
                <a:lnTo>
                  <a:pt x="10741" y="9018"/>
                </a:lnTo>
                <a:lnTo>
                  <a:pt x="10741" y="9088"/>
                </a:lnTo>
                <a:lnTo>
                  <a:pt x="10706" y="9088"/>
                </a:lnTo>
              </a:path>
              <a:path w="21600" h="21600">
                <a:moveTo>
                  <a:pt x="19902" y="8976"/>
                </a:moveTo>
                <a:lnTo>
                  <a:pt x="19925" y="8976"/>
                </a:lnTo>
                <a:lnTo>
                  <a:pt x="19925" y="9021"/>
                </a:lnTo>
                <a:lnTo>
                  <a:pt x="19902" y="9021"/>
                </a:lnTo>
              </a:path>
              <a:path w="21600" h="21600">
                <a:moveTo>
                  <a:pt x="6173" y="8948"/>
                </a:moveTo>
                <a:lnTo>
                  <a:pt x="6224" y="8948"/>
                </a:lnTo>
                <a:lnTo>
                  <a:pt x="6224" y="9055"/>
                </a:lnTo>
                <a:lnTo>
                  <a:pt x="6173" y="9055"/>
                </a:lnTo>
              </a:path>
              <a:path w="21600" h="21600">
                <a:moveTo>
                  <a:pt x="16131" y="8919"/>
                </a:moveTo>
                <a:lnTo>
                  <a:pt x="16170" y="8919"/>
                </a:lnTo>
                <a:lnTo>
                  <a:pt x="16170" y="9000"/>
                </a:lnTo>
                <a:lnTo>
                  <a:pt x="16131" y="9000"/>
                </a:lnTo>
              </a:path>
              <a:path w="21600" h="21600">
                <a:moveTo>
                  <a:pt x="5427" y="8871"/>
                </a:moveTo>
                <a:lnTo>
                  <a:pt x="5469" y="8871"/>
                </a:lnTo>
                <a:lnTo>
                  <a:pt x="5469" y="8958"/>
                </a:lnTo>
                <a:lnTo>
                  <a:pt x="5427" y="8958"/>
                </a:lnTo>
              </a:path>
              <a:path w="21600" h="21600">
                <a:moveTo>
                  <a:pt x="18832" y="8871"/>
                </a:moveTo>
                <a:lnTo>
                  <a:pt x="18881" y="8871"/>
                </a:lnTo>
                <a:lnTo>
                  <a:pt x="18881" y="8970"/>
                </a:lnTo>
                <a:lnTo>
                  <a:pt x="18832" y="8970"/>
                </a:lnTo>
              </a:path>
              <a:path w="21600" h="21600">
                <a:moveTo>
                  <a:pt x="9197" y="8851"/>
                </a:moveTo>
                <a:lnTo>
                  <a:pt x="9230" y="8851"/>
                </a:lnTo>
                <a:lnTo>
                  <a:pt x="9230" y="8918"/>
                </a:lnTo>
                <a:lnTo>
                  <a:pt x="9197" y="8918"/>
                </a:lnTo>
              </a:path>
              <a:path w="21600" h="21600">
                <a:moveTo>
                  <a:pt x="14619" y="8826"/>
                </a:moveTo>
                <a:lnTo>
                  <a:pt x="14672" y="8826"/>
                </a:lnTo>
                <a:lnTo>
                  <a:pt x="14672" y="8936"/>
                </a:lnTo>
                <a:lnTo>
                  <a:pt x="14619" y="8936"/>
                </a:lnTo>
              </a:path>
              <a:path w="21600" h="21600">
                <a:moveTo>
                  <a:pt x="16132" y="8730"/>
                </a:moveTo>
                <a:lnTo>
                  <a:pt x="16170" y="8730"/>
                </a:lnTo>
                <a:lnTo>
                  <a:pt x="16170" y="8807"/>
                </a:lnTo>
                <a:lnTo>
                  <a:pt x="16132" y="8807"/>
                </a:lnTo>
              </a:path>
              <a:path w="21600" h="21600">
                <a:moveTo>
                  <a:pt x="5428" y="8682"/>
                </a:moveTo>
                <a:lnTo>
                  <a:pt x="5468" y="8682"/>
                </a:lnTo>
                <a:lnTo>
                  <a:pt x="5468" y="8765"/>
                </a:lnTo>
                <a:lnTo>
                  <a:pt x="5428" y="8765"/>
                </a:lnTo>
              </a:path>
              <a:path w="21600" h="21600">
                <a:moveTo>
                  <a:pt x="19903" y="8636"/>
                </a:moveTo>
                <a:lnTo>
                  <a:pt x="19924" y="8636"/>
                </a:lnTo>
                <a:lnTo>
                  <a:pt x="19924" y="8678"/>
                </a:lnTo>
                <a:lnTo>
                  <a:pt x="19903" y="8678"/>
                </a:lnTo>
              </a:path>
              <a:path w="21600" h="21600">
                <a:moveTo>
                  <a:pt x="14619" y="8618"/>
                </a:moveTo>
                <a:lnTo>
                  <a:pt x="14671" y="8618"/>
                </a:lnTo>
                <a:lnTo>
                  <a:pt x="14671" y="8724"/>
                </a:lnTo>
                <a:lnTo>
                  <a:pt x="14619" y="8724"/>
                </a:lnTo>
              </a:path>
              <a:path w="21600" h="21600">
                <a:moveTo>
                  <a:pt x="10707" y="8599"/>
                </a:moveTo>
                <a:lnTo>
                  <a:pt x="10740" y="8599"/>
                </a:lnTo>
                <a:lnTo>
                  <a:pt x="10740" y="8666"/>
                </a:lnTo>
                <a:lnTo>
                  <a:pt x="10707" y="8666"/>
                </a:lnTo>
              </a:path>
              <a:path w="21600" h="21600">
                <a:moveTo>
                  <a:pt x="16133" y="8540"/>
                </a:moveTo>
                <a:lnTo>
                  <a:pt x="16169" y="8540"/>
                </a:lnTo>
                <a:lnTo>
                  <a:pt x="16169" y="8614"/>
                </a:lnTo>
                <a:lnTo>
                  <a:pt x="16133" y="8614"/>
                </a:lnTo>
              </a:path>
              <a:path w="21600" h="21600">
                <a:moveTo>
                  <a:pt x="5428" y="8492"/>
                </a:moveTo>
                <a:lnTo>
                  <a:pt x="5468" y="8492"/>
                </a:lnTo>
                <a:lnTo>
                  <a:pt x="5468" y="8572"/>
                </a:lnTo>
                <a:lnTo>
                  <a:pt x="5428" y="8572"/>
                </a:lnTo>
              </a:path>
              <a:path w="21600" h="21600">
                <a:moveTo>
                  <a:pt x="6174" y="8451"/>
                </a:moveTo>
                <a:lnTo>
                  <a:pt x="6224" y="8451"/>
                </a:lnTo>
                <a:lnTo>
                  <a:pt x="6224" y="8554"/>
                </a:lnTo>
                <a:lnTo>
                  <a:pt x="6174" y="8554"/>
                </a:lnTo>
              </a:path>
              <a:path w="21600" h="21600">
                <a:moveTo>
                  <a:pt x="18833" y="8418"/>
                </a:moveTo>
                <a:lnTo>
                  <a:pt x="18880" y="8418"/>
                </a:lnTo>
                <a:lnTo>
                  <a:pt x="18880" y="8514"/>
                </a:lnTo>
                <a:lnTo>
                  <a:pt x="18833" y="8514"/>
                </a:lnTo>
              </a:path>
              <a:path w="21600" h="21600">
                <a:moveTo>
                  <a:pt x="14620" y="8410"/>
                </a:moveTo>
                <a:lnTo>
                  <a:pt x="14670" y="8410"/>
                </a:lnTo>
                <a:lnTo>
                  <a:pt x="14670" y="8513"/>
                </a:lnTo>
                <a:lnTo>
                  <a:pt x="14620" y="8513"/>
                </a:lnTo>
              </a:path>
              <a:path w="21600" h="21600">
                <a:moveTo>
                  <a:pt x="9198" y="8400"/>
                </a:moveTo>
                <a:lnTo>
                  <a:pt x="9229" y="8400"/>
                </a:lnTo>
                <a:lnTo>
                  <a:pt x="9229" y="8463"/>
                </a:lnTo>
                <a:lnTo>
                  <a:pt x="9198" y="8463"/>
                </a:lnTo>
              </a:path>
              <a:path w="21600" h="21600">
                <a:moveTo>
                  <a:pt x="16134" y="8351"/>
                </a:moveTo>
                <a:lnTo>
                  <a:pt x="16168" y="8351"/>
                </a:lnTo>
                <a:lnTo>
                  <a:pt x="16168" y="8421"/>
                </a:lnTo>
                <a:lnTo>
                  <a:pt x="16134" y="8421"/>
                </a:lnTo>
              </a:path>
              <a:path w="21600" h="21600">
                <a:moveTo>
                  <a:pt x="5429" y="8303"/>
                </a:moveTo>
                <a:lnTo>
                  <a:pt x="5467" y="8303"/>
                </a:lnTo>
                <a:lnTo>
                  <a:pt x="5467" y="8380"/>
                </a:lnTo>
                <a:lnTo>
                  <a:pt x="5429" y="8380"/>
                </a:lnTo>
              </a:path>
              <a:path w="21600" h="21600">
                <a:moveTo>
                  <a:pt x="14621" y="8202"/>
                </a:moveTo>
                <a:lnTo>
                  <a:pt x="14669" y="8202"/>
                </a:lnTo>
                <a:lnTo>
                  <a:pt x="14669" y="8301"/>
                </a:lnTo>
                <a:lnTo>
                  <a:pt x="14621" y="8301"/>
                </a:lnTo>
              </a:path>
              <a:path w="21600" h="21600">
                <a:moveTo>
                  <a:pt x="10708" y="8181"/>
                </a:moveTo>
                <a:lnTo>
                  <a:pt x="10739" y="8181"/>
                </a:lnTo>
                <a:lnTo>
                  <a:pt x="10739" y="8244"/>
                </a:lnTo>
                <a:lnTo>
                  <a:pt x="10708" y="8244"/>
                </a:lnTo>
              </a:path>
              <a:path w="21600" h="21600">
                <a:moveTo>
                  <a:pt x="16134" y="8161"/>
                </a:moveTo>
                <a:lnTo>
                  <a:pt x="16167" y="8161"/>
                </a:lnTo>
                <a:lnTo>
                  <a:pt x="16167" y="8229"/>
                </a:lnTo>
                <a:lnTo>
                  <a:pt x="16134" y="8229"/>
                </a:lnTo>
              </a:path>
              <a:path w="21600" h="21600">
                <a:moveTo>
                  <a:pt x="5430" y="8113"/>
                </a:moveTo>
                <a:lnTo>
                  <a:pt x="5466" y="8113"/>
                </a:lnTo>
                <a:lnTo>
                  <a:pt x="5466" y="8187"/>
                </a:lnTo>
                <a:lnTo>
                  <a:pt x="5430" y="8187"/>
                </a:lnTo>
              </a:path>
              <a:path w="21600" h="21600">
                <a:moveTo>
                  <a:pt x="14622" y="7994"/>
                </a:moveTo>
                <a:lnTo>
                  <a:pt x="14669" y="7994"/>
                </a:lnTo>
                <a:lnTo>
                  <a:pt x="14669" y="8090"/>
                </a:lnTo>
                <a:lnTo>
                  <a:pt x="14622" y="8090"/>
                </a:lnTo>
              </a:path>
              <a:path w="21600" h="21600">
                <a:moveTo>
                  <a:pt x="18834" y="7965"/>
                </a:moveTo>
                <a:lnTo>
                  <a:pt x="18879" y="7965"/>
                </a:lnTo>
                <a:lnTo>
                  <a:pt x="18879" y="8058"/>
                </a:lnTo>
                <a:lnTo>
                  <a:pt x="18834" y="8058"/>
                </a:lnTo>
              </a:path>
              <a:path w="21600" h="21600">
                <a:moveTo>
                  <a:pt x="6174" y="7954"/>
                </a:moveTo>
                <a:lnTo>
                  <a:pt x="6223" y="7954"/>
                </a:lnTo>
                <a:lnTo>
                  <a:pt x="6223" y="8053"/>
                </a:lnTo>
                <a:lnTo>
                  <a:pt x="6174" y="8053"/>
                </a:lnTo>
              </a:path>
              <a:path w="21600" h="21600">
                <a:moveTo>
                  <a:pt x="9199" y="7948"/>
                </a:moveTo>
                <a:lnTo>
                  <a:pt x="9228" y="7948"/>
                </a:lnTo>
                <a:lnTo>
                  <a:pt x="9228" y="8008"/>
                </a:lnTo>
                <a:lnTo>
                  <a:pt x="9199" y="8008"/>
                </a:lnTo>
              </a:path>
              <a:path w="21600" h="21600">
                <a:moveTo>
                  <a:pt x="5431" y="7924"/>
                </a:moveTo>
                <a:lnTo>
                  <a:pt x="5465" y="7924"/>
                </a:lnTo>
                <a:lnTo>
                  <a:pt x="5465" y="7994"/>
                </a:lnTo>
                <a:lnTo>
                  <a:pt x="5431" y="7994"/>
                </a:lnTo>
              </a:path>
              <a:path w="21600" h="21600">
                <a:moveTo>
                  <a:pt x="14623" y="7787"/>
                </a:moveTo>
                <a:lnTo>
                  <a:pt x="14668" y="7787"/>
                </a:lnTo>
                <a:lnTo>
                  <a:pt x="14668" y="7878"/>
                </a:lnTo>
                <a:lnTo>
                  <a:pt x="14623" y="7878"/>
                </a:lnTo>
              </a:path>
              <a:path w="21600" h="21600">
                <a:moveTo>
                  <a:pt x="10709" y="7763"/>
                </a:moveTo>
                <a:lnTo>
                  <a:pt x="10738" y="7763"/>
                </a:lnTo>
                <a:lnTo>
                  <a:pt x="10738" y="7822"/>
                </a:lnTo>
                <a:lnTo>
                  <a:pt x="10709" y="7822"/>
                </a:lnTo>
              </a:path>
              <a:path w="21600" h="21600">
                <a:moveTo>
                  <a:pt x="5432" y="7734"/>
                </a:moveTo>
                <a:lnTo>
                  <a:pt x="5464" y="7734"/>
                </a:lnTo>
                <a:lnTo>
                  <a:pt x="5464" y="7801"/>
                </a:lnTo>
                <a:lnTo>
                  <a:pt x="5432" y="7801"/>
                </a:lnTo>
              </a:path>
              <a:path w="21600" h="21600">
                <a:moveTo>
                  <a:pt x="14624" y="7579"/>
                </a:moveTo>
                <a:lnTo>
                  <a:pt x="14667" y="7579"/>
                </a:lnTo>
                <a:lnTo>
                  <a:pt x="14667" y="7667"/>
                </a:lnTo>
                <a:lnTo>
                  <a:pt x="14624" y="7667"/>
                </a:lnTo>
              </a:path>
              <a:path w="21600" h="21600">
                <a:moveTo>
                  <a:pt x="18835" y="7512"/>
                </a:moveTo>
                <a:lnTo>
                  <a:pt x="18878" y="7512"/>
                </a:lnTo>
                <a:lnTo>
                  <a:pt x="18878" y="7602"/>
                </a:lnTo>
                <a:lnTo>
                  <a:pt x="18835" y="7602"/>
                </a:lnTo>
              </a:path>
              <a:path w="21600" h="21600">
                <a:moveTo>
                  <a:pt x="9200" y="7497"/>
                </a:moveTo>
                <a:lnTo>
                  <a:pt x="9227" y="7497"/>
                </a:lnTo>
                <a:lnTo>
                  <a:pt x="9227" y="7553"/>
                </a:lnTo>
                <a:lnTo>
                  <a:pt x="9200" y="7553"/>
                </a:lnTo>
              </a:path>
              <a:path w="21600" h="21600">
                <a:moveTo>
                  <a:pt x="6175" y="7457"/>
                </a:moveTo>
                <a:lnTo>
                  <a:pt x="6222" y="7457"/>
                </a:lnTo>
                <a:lnTo>
                  <a:pt x="6222" y="7552"/>
                </a:lnTo>
                <a:lnTo>
                  <a:pt x="6175" y="7552"/>
                </a:lnTo>
              </a:path>
              <a:path w="21600" h="21600">
                <a:moveTo>
                  <a:pt x="14625" y="7371"/>
                </a:moveTo>
                <a:lnTo>
                  <a:pt x="14666" y="7371"/>
                </a:lnTo>
                <a:lnTo>
                  <a:pt x="14666" y="7455"/>
                </a:lnTo>
                <a:lnTo>
                  <a:pt x="14625" y="7455"/>
                </a:lnTo>
              </a:path>
              <a:path w="21600" h="21600">
                <a:moveTo>
                  <a:pt x="10710" y="7344"/>
                </a:moveTo>
                <a:lnTo>
                  <a:pt x="10737" y="7344"/>
                </a:lnTo>
                <a:lnTo>
                  <a:pt x="10737" y="7400"/>
                </a:lnTo>
                <a:lnTo>
                  <a:pt x="10710" y="7400"/>
                </a:lnTo>
              </a:path>
              <a:path w="21600" h="21600">
                <a:moveTo>
                  <a:pt x="14626" y="7163"/>
                </a:moveTo>
                <a:lnTo>
                  <a:pt x="14665" y="7163"/>
                </a:lnTo>
                <a:lnTo>
                  <a:pt x="14665" y="7244"/>
                </a:lnTo>
                <a:lnTo>
                  <a:pt x="14626" y="7244"/>
                </a:lnTo>
              </a:path>
              <a:path w="21600" h="21600">
                <a:moveTo>
                  <a:pt x="18835" y="7059"/>
                </a:moveTo>
                <a:lnTo>
                  <a:pt x="18878" y="7059"/>
                </a:lnTo>
                <a:lnTo>
                  <a:pt x="18878" y="7146"/>
                </a:lnTo>
                <a:lnTo>
                  <a:pt x="18835" y="7146"/>
                </a:lnTo>
              </a:path>
              <a:path w="21600" h="21600">
                <a:moveTo>
                  <a:pt x="9201" y="7046"/>
                </a:moveTo>
                <a:lnTo>
                  <a:pt x="9227" y="7046"/>
                </a:lnTo>
                <a:lnTo>
                  <a:pt x="9227" y="7098"/>
                </a:lnTo>
                <a:lnTo>
                  <a:pt x="9201" y="7098"/>
                </a:lnTo>
              </a:path>
              <a:path w="21600" h="21600">
                <a:moveTo>
                  <a:pt x="6176" y="6960"/>
                </a:moveTo>
                <a:lnTo>
                  <a:pt x="6221" y="6960"/>
                </a:lnTo>
                <a:lnTo>
                  <a:pt x="6221" y="7052"/>
                </a:lnTo>
                <a:lnTo>
                  <a:pt x="6176" y="7052"/>
                </a:lnTo>
              </a:path>
              <a:path w="21600" h="21600">
                <a:moveTo>
                  <a:pt x="14626" y="6955"/>
                </a:moveTo>
                <a:lnTo>
                  <a:pt x="14664" y="6955"/>
                </a:lnTo>
                <a:lnTo>
                  <a:pt x="14664" y="7033"/>
                </a:lnTo>
                <a:lnTo>
                  <a:pt x="14626" y="7033"/>
                </a:lnTo>
              </a:path>
              <a:path w="21600" h="21600">
                <a:moveTo>
                  <a:pt x="10711" y="6926"/>
                </a:moveTo>
                <a:lnTo>
                  <a:pt x="10736" y="6926"/>
                </a:lnTo>
                <a:lnTo>
                  <a:pt x="10736" y="6979"/>
                </a:lnTo>
                <a:lnTo>
                  <a:pt x="10711" y="6979"/>
                </a:lnTo>
              </a:path>
              <a:path w="21600" h="21600">
                <a:moveTo>
                  <a:pt x="14627" y="6747"/>
                </a:moveTo>
                <a:lnTo>
                  <a:pt x="14663" y="6747"/>
                </a:lnTo>
                <a:lnTo>
                  <a:pt x="14663" y="6821"/>
                </a:lnTo>
                <a:lnTo>
                  <a:pt x="14627" y="6821"/>
                </a:lnTo>
              </a:path>
              <a:path w="21600" h="21600">
                <a:moveTo>
                  <a:pt x="18836" y="6606"/>
                </a:moveTo>
                <a:lnTo>
                  <a:pt x="18877" y="6606"/>
                </a:lnTo>
                <a:lnTo>
                  <a:pt x="18877" y="6689"/>
                </a:lnTo>
                <a:lnTo>
                  <a:pt x="18836" y="6689"/>
                </a:lnTo>
              </a:path>
              <a:path w="21600" h="21600">
                <a:moveTo>
                  <a:pt x="9202" y="6594"/>
                </a:moveTo>
                <a:lnTo>
                  <a:pt x="9226" y="6594"/>
                </a:lnTo>
                <a:lnTo>
                  <a:pt x="9226" y="6643"/>
                </a:lnTo>
                <a:lnTo>
                  <a:pt x="9202" y="6643"/>
                </a:lnTo>
              </a:path>
              <a:path w="21600" h="21600">
                <a:moveTo>
                  <a:pt x="14628" y="6539"/>
                </a:moveTo>
                <a:lnTo>
                  <a:pt x="14662" y="6539"/>
                </a:lnTo>
                <a:lnTo>
                  <a:pt x="14662" y="6610"/>
                </a:lnTo>
                <a:lnTo>
                  <a:pt x="14628" y="6610"/>
                </a:lnTo>
              </a:path>
              <a:path w="21600" h="21600">
                <a:moveTo>
                  <a:pt x="10711" y="6508"/>
                </a:moveTo>
                <a:lnTo>
                  <a:pt x="10735" y="6508"/>
                </a:lnTo>
                <a:lnTo>
                  <a:pt x="10735" y="6557"/>
                </a:lnTo>
                <a:lnTo>
                  <a:pt x="10711" y="6557"/>
                </a:lnTo>
              </a:path>
              <a:path w="21600" h="21600">
                <a:moveTo>
                  <a:pt x="6177" y="6463"/>
                </a:moveTo>
                <a:lnTo>
                  <a:pt x="6220" y="6463"/>
                </a:lnTo>
                <a:lnTo>
                  <a:pt x="6220" y="6551"/>
                </a:lnTo>
                <a:lnTo>
                  <a:pt x="6177" y="6551"/>
                </a:lnTo>
              </a:path>
              <a:path w="21600" h="21600">
                <a:moveTo>
                  <a:pt x="14629" y="6331"/>
                </a:moveTo>
                <a:lnTo>
                  <a:pt x="14662" y="6331"/>
                </a:lnTo>
                <a:lnTo>
                  <a:pt x="14662" y="6398"/>
                </a:lnTo>
                <a:lnTo>
                  <a:pt x="14629" y="6398"/>
                </a:lnTo>
              </a:path>
              <a:path w="21600" h="21600">
                <a:moveTo>
                  <a:pt x="18837" y="6153"/>
                </a:moveTo>
                <a:lnTo>
                  <a:pt x="18876" y="6153"/>
                </a:lnTo>
                <a:lnTo>
                  <a:pt x="18876" y="6233"/>
                </a:lnTo>
                <a:lnTo>
                  <a:pt x="18837" y="6233"/>
                </a:lnTo>
              </a:path>
              <a:path w="21600" h="21600">
                <a:moveTo>
                  <a:pt x="9202" y="6143"/>
                </a:moveTo>
                <a:lnTo>
                  <a:pt x="9225" y="6143"/>
                </a:lnTo>
                <a:lnTo>
                  <a:pt x="9225" y="6188"/>
                </a:lnTo>
                <a:lnTo>
                  <a:pt x="9202" y="6188"/>
                </a:lnTo>
              </a:path>
              <a:path w="21600" h="21600">
                <a:moveTo>
                  <a:pt x="14630" y="6123"/>
                </a:moveTo>
                <a:lnTo>
                  <a:pt x="14661" y="6123"/>
                </a:lnTo>
                <a:lnTo>
                  <a:pt x="14661" y="6187"/>
                </a:lnTo>
                <a:lnTo>
                  <a:pt x="14630" y="6187"/>
                </a:lnTo>
              </a:path>
              <a:path w="21600" h="21600">
                <a:moveTo>
                  <a:pt x="10712" y="6089"/>
                </a:moveTo>
                <a:lnTo>
                  <a:pt x="10735" y="6089"/>
                </a:lnTo>
                <a:lnTo>
                  <a:pt x="10735" y="6135"/>
                </a:lnTo>
                <a:lnTo>
                  <a:pt x="10712" y="6135"/>
                </a:lnTo>
              </a:path>
              <a:path w="21600" h="21600">
                <a:moveTo>
                  <a:pt x="6178" y="5965"/>
                </a:moveTo>
                <a:lnTo>
                  <a:pt x="6219" y="5965"/>
                </a:lnTo>
                <a:lnTo>
                  <a:pt x="6219" y="6050"/>
                </a:lnTo>
                <a:lnTo>
                  <a:pt x="6178" y="6050"/>
                </a:lnTo>
              </a:path>
              <a:path w="21600" h="21600">
                <a:moveTo>
                  <a:pt x="14631" y="5915"/>
                </a:moveTo>
                <a:lnTo>
                  <a:pt x="14660" y="5915"/>
                </a:lnTo>
                <a:lnTo>
                  <a:pt x="14660" y="5975"/>
                </a:lnTo>
                <a:lnTo>
                  <a:pt x="14631" y="5975"/>
                </a:lnTo>
              </a:path>
              <a:path w="21600" h="21600">
                <a:moveTo>
                  <a:pt x="14632" y="5707"/>
                </a:moveTo>
                <a:lnTo>
                  <a:pt x="14659" y="5707"/>
                </a:lnTo>
                <a:lnTo>
                  <a:pt x="14659" y="5764"/>
                </a:lnTo>
                <a:lnTo>
                  <a:pt x="14632" y="5764"/>
                </a:lnTo>
              </a:path>
              <a:path w="21600" h="21600">
                <a:moveTo>
                  <a:pt x="18838" y="5700"/>
                </a:moveTo>
                <a:lnTo>
                  <a:pt x="18875" y="5700"/>
                </a:lnTo>
                <a:lnTo>
                  <a:pt x="18875" y="5777"/>
                </a:lnTo>
                <a:lnTo>
                  <a:pt x="18838" y="5777"/>
                </a:lnTo>
              </a:path>
              <a:path w="21600" h="21600">
                <a:moveTo>
                  <a:pt x="9203" y="5692"/>
                </a:moveTo>
                <a:lnTo>
                  <a:pt x="9224" y="5692"/>
                </a:lnTo>
                <a:lnTo>
                  <a:pt x="9224" y="5734"/>
                </a:lnTo>
                <a:lnTo>
                  <a:pt x="9203" y="5734"/>
                </a:lnTo>
              </a:path>
              <a:path w="21600" h="21600">
                <a:moveTo>
                  <a:pt x="10713" y="5671"/>
                </a:moveTo>
                <a:lnTo>
                  <a:pt x="10734" y="5671"/>
                </a:lnTo>
                <a:lnTo>
                  <a:pt x="10734" y="5713"/>
                </a:lnTo>
                <a:lnTo>
                  <a:pt x="10713" y="5713"/>
                </a:lnTo>
              </a:path>
              <a:path w="21600" h="21600">
                <a:moveTo>
                  <a:pt x="14633" y="5500"/>
                </a:moveTo>
                <a:lnTo>
                  <a:pt x="14658" y="5500"/>
                </a:lnTo>
                <a:lnTo>
                  <a:pt x="14658" y="5552"/>
                </a:lnTo>
                <a:lnTo>
                  <a:pt x="14633" y="5552"/>
                </a:lnTo>
              </a:path>
              <a:path w="21600" h="21600">
                <a:moveTo>
                  <a:pt x="6179" y="5468"/>
                </a:moveTo>
                <a:lnTo>
                  <a:pt x="6218" y="5468"/>
                </a:lnTo>
                <a:lnTo>
                  <a:pt x="6218" y="5549"/>
                </a:lnTo>
                <a:lnTo>
                  <a:pt x="6179" y="5549"/>
                </a:lnTo>
              </a:path>
              <a:path w="21600" h="21600">
                <a:moveTo>
                  <a:pt x="14633" y="5292"/>
                </a:moveTo>
                <a:lnTo>
                  <a:pt x="14657" y="5292"/>
                </a:lnTo>
                <a:lnTo>
                  <a:pt x="14657" y="5341"/>
                </a:lnTo>
                <a:lnTo>
                  <a:pt x="14633" y="5341"/>
                </a:lnTo>
              </a:path>
              <a:path w="21600" h="21600">
                <a:moveTo>
                  <a:pt x="18838" y="5248"/>
                </a:moveTo>
                <a:lnTo>
                  <a:pt x="18875" y="5248"/>
                </a:lnTo>
                <a:lnTo>
                  <a:pt x="18875" y="5321"/>
                </a:lnTo>
                <a:lnTo>
                  <a:pt x="18838" y="5321"/>
                </a:lnTo>
              </a:path>
              <a:path w="21600" h="21600">
                <a:moveTo>
                  <a:pt x="14634" y="5084"/>
                </a:moveTo>
                <a:lnTo>
                  <a:pt x="14656" y="5084"/>
                </a:lnTo>
                <a:lnTo>
                  <a:pt x="14656" y="5129"/>
                </a:lnTo>
                <a:lnTo>
                  <a:pt x="14634" y="5129"/>
                </a:lnTo>
              </a:path>
              <a:path w="21600" h="21600">
                <a:moveTo>
                  <a:pt x="6180" y="4971"/>
                </a:moveTo>
                <a:lnTo>
                  <a:pt x="6218" y="4971"/>
                </a:lnTo>
                <a:lnTo>
                  <a:pt x="6218" y="5049"/>
                </a:lnTo>
                <a:lnTo>
                  <a:pt x="6180" y="5049"/>
                </a:lnTo>
              </a:path>
              <a:path w="21600" h="21600">
                <a:moveTo>
                  <a:pt x="14635" y="4876"/>
                </a:moveTo>
                <a:lnTo>
                  <a:pt x="14656" y="4876"/>
                </a:lnTo>
                <a:lnTo>
                  <a:pt x="14656" y="4918"/>
                </a:lnTo>
                <a:lnTo>
                  <a:pt x="14635" y="4918"/>
                </a:lnTo>
              </a:path>
              <a:path w="21600" h="21600">
                <a:moveTo>
                  <a:pt x="18839" y="4795"/>
                </a:moveTo>
                <a:lnTo>
                  <a:pt x="18874" y="4795"/>
                </a:lnTo>
                <a:lnTo>
                  <a:pt x="18874" y="4865"/>
                </a:lnTo>
                <a:lnTo>
                  <a:pt x="18839" y="4865"/>
                </a:lnTo>
              </a:path>
              <a:path w="21600" h="21600">
                <a:moveTo>
                  <a:pt x="6181" y="4474"/>
                </a:moveTo>
                <a:lnTo>
                  <a:pt x="6217" y="4474"/>
                </a:lnTo>
                <a:lnTo>
                  <a:pt x="6217" y="4548"/>
                </a:lnTo>
                <a:lnTo>
                  <a:pt x="6181" y="4548"/>
                </a:lnTo>
              </a:path>
              <a:path w="21600" h="21600">
                <a:moveTo>
                  <a:pt x="18840" y="4342"/>
                </a:moveTo>
                <a:lnTo>
                  <a:pt x="18873" y="4342"/>
                </a:lnTo>
                <a:lnTo>
                  <a:pt x="18873" y="4409"/>
                </a:lnTo>
                <a:lnTo>
                  <a:pt x="18840" y="4409"/>
                </a:lnTo>
              </a:path>
              <a:path w="21600" h="21600">
                <a:moveTo>
                  <a:pt x="6181" y="3977"/>
                </a:moveTo>
                <a:lnTo>
                  <a:pt x="6216" y="3977"/>
                </a:lnTo>
                <a:lnTo>
                  <a:pt x="6216" y="4047"/>
                </a:lnTo>
                <a:lnTo>
                  <a:pt x="6181" y="4047"/>
                </a:lnTo>
              </a:path>
              <a:path w="21600" h="21600">
                <a:moveTo>
                  <a:pt x="6182" y="3480"/>
                </a:moveTo>
                <a:lnTo>
                  <a:pt x="6215" y="3480"/>
                </a:lnTo>
                <a:lnTo>
                  <a:pt x="6215" y="3547"/>
                </a:lnTo>
                <a:lnTo>
                  <a:pt x="6182" y="3547"/>
                </a:lnTo>
              </a:path>
              <a:path w="21600" h="21600">
                <a:moveTo>
                  <a:pt x="6183" y="2983"/>
                </a:moveTo>
                <a:lnTo>
                  <a:pt x="6214" y="2983"/>
                </a:lnTo>
                <a:lnTo>
                  <a:pt x="6214" y="3046"/>
                </a:lnTo>
                <a:lnTo>
                  <a:pt x="6183" y="3046"/>
                </a:lnTo>
              </a:path>
              <a:path w="21600" h="21600">
                <a:moveTo>
                  <a:pt x="6184" y="2485"/>
                </a:moveTo>
                <a:lnTo>
                  <a:pt x="6213" y="2485"/>
                </a:lnTo>
                <a:lnTo>
                  <a:pt x="6213" y="2545"/>
                </a:lnTo>
                <a:lnTo>
                  <a:pt x="6184" y="2545"/>
                </a:lnTo>
              </a:path>
              <a:path w="21600" h="21600">
                <a:moveTo>
                  <a:pt x="6185" y="1988"/>
                </a:moveTo>
                <a:lnTo>
                  <a:pt x="6212" y="1988"/>
                </a:lnTo>
                <a:lnTo>
                  <a:pt x="6212" y="2044"/>
                </a:lnTo>
                <a:lnTo>
                  <a:pt x="6185" y="2044"/>
                </a:lnTo>
              </a:path>
              <a:path w="21600" h="21600">
                <a:moveTo>
                  <a:pt x="6186" y="1491"/>
                </a:moveTo>
                <a:lnTo>
                  <a:pt x="6211" y="1491"/>
                </a:lnTo>
                <a:lnTo>
                  <a:pt x="6211" y="1544"/>
                </a:lnTo>
                <a:lnTo>
                  <a:pt x="6186" y="1544"/>
                </a:lnTo>
              </a:path>
              <a:path w="21600" h="21600">
                <a:moveTo>
                  <a:pt x="6187" y="994"/>
                </a:moveTo>
                <a:lnTo>
                  <a:pt x="6211" y="994"/>
                </a:lnTo>
                <a:lnTo>
                  <a:pt x="6211" y="1043"/>
                </a:lnTo>
                <a:lnTo>
                  <a:pt x="6187" y="1043"/>
                </a:lnTo>
              </a:path>
              <a:path w="21600" h="21600">
                <a:moveTo>
                  <a:pt x="6188" y="497"/>
                </a:moveTo>
                <a:lnTo>
                  <a:pt x="6210" y="497"/>
                </a:lnTo>
                <a:lnTo>
                  <a:pt x="6210" y="542"/>
                </a:lnTo>
                <a:lnTo>
                  <a:pt x="6188" y="542"/>
                </a:lnTo>
              </a:path>
              <a:path w="21600" h="21600">
                <a:moveTo>
                  <a:pt x="6188" y="0"/>
                </a:moveTo>
                <a:lnTo>
                  <a:pt x="6209" y="0"/>
                </a:lnTo>
                <a:lnTo>
                  <a:pt x="6209" y="41"/>
                </a:lnTo>
                <a:lnTo>
                  <a:pt x="6188" y="41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  <p:sp>
        <p:nvSpPr>
          <p:cNvPr id="1048862" name="曲线"/>
          <p:cNvSpPr/>
          <p:nvPr/>
        </p:nvSpPr>
        <p:spPr>
          <a:xfrm rot="0" flipH="1" flipV="1">
            <a:off x="10991850" y="5605877"/>
            <a:ext cx="1200150" cy="1252123"/>
          </a:xfrm>
          <a:custGeom>
            <a:avLst/>
            <a:gdLst>
              <a:gd name="T1" fmla="*/ 0 w 21600"/>
              <a:gd name="T2" fmla="*/ -21600 h 21600"/>
              <a:gd name="T3" fmla="*/ 21600 w 21600"/>
              <a:gd name="T4" fmla="*/ 0 h 21600"/>
            </a:gdLst>
            <a:ahLst/>
            <a:rect l="T1" t="T2" r="T3" b="T4"/>
            <a:pathLst>
              <a:path w="21600" h="21600">
                <a:moveTo>
                  <a:pt x="1514" y="19906"/>
                </a:moveTo>
                <a:lnTo>
                  <a:pt x="1154" y="20224"/>
                </a:lnTo>
                <a:lnTo>
                  <a:pt x="1464" y="19970"/>
                </a:lnTo>
              </a:path>
              <a:path w="21600" h="21600">
                <a:moveTo>
                  <a:pt x="2305" y="19126"/>
                </a:moveTo>
                <a:lnTo>
                  <a:pt x="2233" y="19271"/>
                </a:lnTo>
                <a:lnTo>
                  <a:pt x="2294" y="19160"/>
                </a:lnTo>
              </a:path>
              <a:path w="21600" h="21600">
                <a:moveTo>
                  <a:pt x="373" y="19029"/>
                </a:moveTo>
                <a:lnTo>
                  <a:pt x="306" y="19069"/>
                </a:lnTo>
                <a:lnTo>
                  <a:pt x="316" y="19065"/>
                </a:lnTo>
              </a:path>
              <a:path w="21600" h="21600">
                <a:moveTo>
                  <a:pt x="906" y="18667"/>
                </a:moveTo>
                <a:lnTo>
                  <a:pt x="804" y="18756"/>
                </a:lnTo>
                <a:lnTo>
                  <a:pt x="828" y="18741"/>
                </a:lnTo>
              </a:path>
              <a:path w="21600" h="21600">
                <a:moveTo>
                  <a:pt x="704" y="18431"/>
                </a:moveTo>
                <a:lnTo>
                  <a:pt x="621" y="18486"/>
                </a:lnTo>
                <a:lnTo>
                  <a:pt x="686" y="18448"/>
                </a:lnTo>
              </a:path>
              <a:path w="21600" h="21600">
                <a:moveTo>
                  <a:pt x="1690" y="17823"/>
                </a:moveTo>
                <a:lnTo>
                  <a:pt x="1404" y="18193"/>
                </a:lnTo>
                <a:lnTo>
                  <a:pt x="1511" y="18091"/>
                </a:lnTo>
              </a:path>
              <a:path w="21600" h="21600">
                <a:moveTo>
                  <a:pt x="2808" y="16395"/>
                </a:moveTo>
                <a:lnTo>
                  <a:pt x="2808" y="16396"/>
                </a:lnTo>
                <a:lnTo>
                  <a:pt x="2799" y="16575"/>
                </a:lnTo>
                <a:lnTo>
                  <a:pt x="2807" y="16452"/>
                </a:lnTo>
              </a:path>
              <a:path w="21600" h="21600">
                <a:moveTo>
                  <a:pt x="2290" y="16217"/>
                </a:moveTo>
                <a:cubicBezTo>
                  <a:pt x="2272" y="16274"/>
                  <a:pt x="2252" y="16330"/>
                  <a:pt x="2233" y="16386"/>
                </a:cubicBezTo>
                <a:lnTo>
                  <a:pt x="2161" y="16547"/>
                </a:lnTo>
                <a:lnTo>
                  <a:pt x="2052" y="17062"/>
                </a:lnTo>
                <a:lnTo>
                  <a:pt x="1773" y="17701"/>
                </a:lnTo>
                <a:lnTo>
                  <a:pt x="1898" y="17515"/>
                </a:lnTo>
                <a:lnTo>
                  <a:pt x="2173" y="16914"/>
                </a:lnTo>
                <a:lnTo>
                  <a:pt x="2231" y="16659"/>
                </a:lnTo>
                <a:cubicBezTo>
                  <a:pt x="2255" y="16515"/>
                  <a:pt x="2275" y="16367"/>
                  <a:pt x="2290" y="16217"/>
                </a:cubicBezTo>
              </a:path>
              <a:path w="21600" h="21600">
                <a:moveTo>
                  <a:pt x="2613" y="15994"/>
                </a:moveTo>
                <a:lnTo>
                  <a:pt x="2542" y="16376"/>
                </a:lnTo>
                <a:lnTo>
                  <a:pt x="2450" y="17080"/>
                </a:lnTo>
                <a:lnTo>
                  <a:pt x="2511" y="16881"/>
                </a:lnTo>
                <a:cubicBezTo>
                  <a:pt x="2541" y="16744"/>
                  <a:pt x="2567" y="16604"/>
                  <a:pt x="2592" y="16451"/>
                </a:cubicBezTo>
                <a:cubicBezTo>
                  <a:pt x="2596" y="16426"/>
                  <a:pt x="2600" y="16402"/>
                  <a:pt x="2603" y="16377"/>
                </a:cubicBezTo>
              </a:path>
              <a:path w="21600" h="21600">
                <a:moveTo>
                  <a:pt x="2510" y="15951"/>
                </a:moveTo>
                <a:lnTo>
                  <a:pt x="2510" y="15955"/>
                </a:lnTo>
                <a:cubicBezTo>
                  <a:pt x="2490" y="16045"/>
                  <a:pt x="2468" y="16134"/>
                  <a:pt x="2446" y="16221"/>
                </a:cubicBezTo>
                <a:lnTo>
                  <a:pt x="2371" y="16808"/>
                </a:lnTo>
                <a:lnTo>
                  <a:pt x="2488" y="16413"/>
                </a:lnTo>
                <a:cubicBezTo>
                  <a:pt x="2492" y="16399"/>
                  <a:pt x="2495" y="16384"/>
                  <a:pt x="2498" y="16370"/>
                </a:cubicBezTo>
              </a:path>
              <a:path w="21600" h="21600">
                <a:moveTo>
                  <a:pt x="2206" y="15948"/>
                </a:moveTo>
                <a:lnTo>
                  <a:pt x="2104" y="16184"/>
                </a:lnTo>
                <a:lnTo>
                  <a:pt x="1994" y="16752"/>
                </a:lnTo>
                <a:lnTo>
                  <a:pt x="1896" y="17038"/>
                </a:lnTo>
                <a:lnTo>
                  <a:pt x="2118" y="16535"/>
                </a:lnTo>
                <a:lnTo>
                  <a:pt x="2154" y="16364"/>
                </a:lnTo>
                <a:cubicBezTo>
                  <a:pt x="2176" y="16228"/>
                  <a:pt x="2193" y="16089"/>
                  <a:pt x="2206" y="15948"/>
                </a:cubicBezTo>
              </a:path>
              <a:path w="21600" h="21600">
                <a:moveTo>
                  <a:pt x="2414" y="15771"/>
                </a:moveTo>
                <a:lnTo>
                  <a:pt x="2353" y="16012"/>
                </a:lnTo>
                <a:lnTo>
                  <a:pt x="2282" y="16602"/>
                </a:lnTo>
                <a:lnTo>
                  <a:pt x="2402" y="16216"/>
                </a:lnTo>
              </a:path>
              <a:path w="21600" h="21600">
                <a:moveTo>
                  <a:pt x="2716" y="15714"/>
                </a:moveTo>
                <a:lnTo>
                  <a:pt x="2650" y="16382"/>
                </a:lnTo>
                <a:lnTo>
                  <a:pt x="2529" y="17362"/>
                </a:lnTo>
                <a:lnTo>
                  <a:pt x="2534" y="17346"/>
                </a:lnTo>
                <a:cubicBezTo>
                  <a:pt x="2564" y="17209"/>
                  <a:pt x="2591" y="17068"/>
                  <a:pt x="2615" y="16915"/>
                </a:cubicBezTo>
                <a:cubicBezTo>
                  <a:pt x="2664" y="16598"/>
                  <a:pt x="2692" y="16278"/>
                  <a:pt x="2714" y="15962"/>
                </a:cubicBezTo>
                <a:cubicBezTo>
                  <a:pt x="2714" y="15911"/>
                  <a:pt x="2714" y="15860"/>
                  <a:pt x="2714" y="15809"/>
                </a:cubicBezTo>
              </a:path>
              <a:path w="21600" h="21600">
                <a:moveTo>
                  <a:pt x="2124" y="15669"/>
                </a:moveTo>
                <a:lnTo>
                  <a:pt x="2029" y="15882"/>
                </a:lnTo>
                <a:lnTo>
                  <a:pt x="1924" y="16468"/>
                </a:lnTo>
                <a:lnTo>
                  <a:pt x="1884" y="16587"/>
                </a:lnTo>
                <a:lnTo>
                  <a:pt x="1888" y="16581"/>
                </a:lnTo>
                <a:lnTo>
                  <a:pt x="2057" y="16182"/>
                </a:lnTo>
                <a:lnTo>
                  <a:pt x="2078" y="16072"/>
                </a:lnTo>
                <a:cubicBezTo>
                  <a:pt x="2097" y="15940"/>
                  <a:pt x="2112" y="15806"/>
                  <a:pt x="2124" y="15669"/>
                </a:cubicBezTo>
              </a:path>
              <a:path w="21600" h="21600">
                <a:moveTo>
                  <a:pt x="2318" y="15569"/>
                </a:moveTo>
                <a:lnTo>
                  <a:pt x="2266" y="15769"/>
                </a:lnTo>
                <a:lnTo>
                  <a:pt x="2203" y="16332"/>
                </a:lnTo>
                <a:lnTo>
                  <a:pt x="2310" y="16003"/>
                </a:lnTo>
              </a:path>
              <a:path w="21600" h="21600">
                <a:moveTo>
                  <a:pt x="2040" y="15384"/>
                </a:moveTo>
                <a:lnTo>
                  <a:pt x="1960" y="15557"/>
                </a:lnTo>
                <a:lnTo>
                  <a:pt x="1862" y="16152"/>
                </a:lnTo>
                <a:lnTo>
                  <a:pt x="1869" y="16141"/>
                </a:lnTo>
                <a:lnTo>
                  <a:pt x="1986" y="15861"/>
                </a:lnTo>
                <a:lnTo>
                  <a:pt x="2001" y="15778"/>
                </a:lnTo>
                <a:cubicBezTo>
                  <a:pt x="2017" y="15648"/>
                  <a:pt x="2030" y="15517"/>
                  <a:pt x="2040" y="15384"/>
                </a:cubicBezTo>
              </a:path>
              <a:path w="21600" h="21600">
                <a:moveTo>
                  <a:pt x="2226" y="15364"/>
                </a:moveTo>
                <a:lnTo>
                  <a:pt x="2204" y="15449"/>
                </a:lnTo>
                <a:cubicBezTo>
                  <a:pt x="2196" y="15470"/>
                  <a:pt x="2189" y="15491"/>
                  <a:pt x="2182" y="15512"/>
                </a:cubicBezTo>
                <a:lnTo>
                  <a:pt x="2132" y="16004"/>
                </a:lnTo>
                <a:lnTo>
                  <a:pt x="2175" y="15904"/>
                </a:lnTo>
                <a:cubicBezTo>
                  <a:pt x="2191" y="15858"/>
                  <a:pt x="2207" y="15810"/>
                  <a:pt x="2222" y="15762"/>
                </a:cubicBezTo>
              </a:path>
              <a:path w="21600" h="21600">
                <a:moveTo>
                  <a:pt x="1827" y="15344"/>
                </a:moveTo>
                <a:lnTo>
                  <a:pt x="1744" y="15502"/>
                </a:lnTo>
                <a:lnTo>
                  <a:pt x="1737" y="15558"/>
                </a:lnTo>
                <a:cubicBezTo>
                  <a:pt x="1688" y="15787"/>
                  <a:pt x="1608" y="16022"/>
                  <a:pt x="1469" y="16243"/>
                </a:cubicBezTo>
                <a:cubicBezTo>
                  <a:pt x="1351" y="16429"/>
                  <a:pt x="1213" y="16605"/>
                  <a:pt x="1059" y="16767"/>
                </a:cubicBezTo>
                <a:lnTo>
                  <a:pt x="699" y="17082"/>
                </a:lnTo>
                <a:lnTo>
                  <a:pt x="975" y="16870"/>
                </a:lnTo>
                <a:cubicBezTo>
                  <a:pt x="1192" y="16682"/>
                  <a:pt x="1387" y="16461"/>
                  <a:pt x="1556" y="16212"/>
                </a:cubicBezTo>
                <a:lnTo>
                  <a:pt x="1743" y="15894"/>
                </a:lnTo>
                <a:lnTo>
                  <a:pt x="1747" y="15883"/>
                </a:lnTo>
              </a:path>
              <a:path w="21600" h="21600">
                <a:moveTo>
                  <a:pt x="2614" y="15343"/>
                </a:moveTo>
                <a:lnTo>
                  <a:pt x="2592" y="15525"/>
                </a:lnTo>
                <a:lnTo>
                  <a:pt x="2565" y="15668"/>
                </a:lnTo>
                <a:lnTo>
                  <a:pt x="2560" y="16046"/>
                </a:lnTo>
                <a:cubicBezTo>
                  <a:pt x="2563" y="16026"/>
                  <a:pt x="2567" y="16006"/>
                  <a:pt x="2570" y="15985"/>
                </a:cubicBezTo>
                <a:lnTo>
                  <a:pt x="2614" y="15591"/>
                </a:lnTo>
                <a:lnTo>
                  <a:pt x="2614" y="15546"/>
                </a:lnTo>
              </a:path>
              <a:path w="21600" h="21600">
                <a:moveTo>
                  <a:pt x="2515" y="15334"/>
                </a:moveTo>
                <a:lnTo>
                  <a:pt x="2485" y="15491"/>
                </a:lnTo>
                <a:lnTo>
                  <a:pt x="2467" y="15562"/>
                </a:lnTo>
                <a:lnTo>
                  <a:pt x="2462" y="15964"/>
                </a:lnTo>
                <a:cubicBezTo>
                  <a:pt x="2463" y="15958"/>
                  <a:pt x="2464" y="15952"/>
                  <a:pt x="2466" y="15947"/>
                </a:cubicBezTo>
                <a:lnTo>
                  <a:pt x="2519" y="15671"/>
                </a:lnTo>
                <a:lnTo>
                  <a:pt x="2520" y="15633"/>
                </a:lnTo>
              </a:path>
              <a:path w="21600" h="21600">
                <a:moveTo>
                  <a:pt x="2420" y="15185"/>
                </a:moveTo>
                <a:lnTo>
                  <a:pt x="2371" y="15370"/>
                </a:lnTo>
                <a:lnTo>
                  <a:pt x="2368" y="15793"/>
                </a:lnTo>
                <a:lnTo>
                  <a:pt x="2419" y="15579"/>
                </a:lnTo>
                <a:lnTo>
                  <a:pt x="2425" y="15360"/>
                </a:lnTo>
              </a:path>
              <a:path w="21600" h="21600">
                <a:moveTo>
                  <a:pt x="2136" y="15125"/>
                </a:moveTo>
                <a:lnTo>
                  <a:pt x="2095" y="15244"/>
                </a:lnTo>
                <a:lnTo>
                  <a:pt x="2055" y="15697"/>
                </a:lnTo>
                <a:lnTo>
                  <a:pt x="2135" y="15503"/>
                </a:lnTo>
              </a:path>
              <a:path w="21600" h="21600">
                <a:moveTo>
                  <a:pt x="1959" y="15093"/>
                </a:moveTo>
                <a:lnTo>
                  <a:pt x="1891" y="15222"/>
                </a:lnTo>
                <a:lnTo>
                  <a:pt x="1807" y="15786"/>
                </a:lnTo>
                <a:lnTo>
                  <a:pt x="1823" y="15758"/>
                </a:lnTo>
                <a:lnTo>
                  <a:pt x="1916" y="15544"/>
                </a:lnTo>
                <a:lnTo>
                  <a:pt x="1926" y="15484"/>
                </a:lnTo>
                <a:cubicBezTo>
                  <a:pt x="1941" y="15355"/>
                  <a:pt x="1951" y="15225"/>
                  <a:pt x="1959" y="15093"/>
                </a:cubicBezTo>
              </a:path>
              <a:path w="21600" h="21600">
                <a:moveTo>
                  <a:pt x="1758" y="15027"/>
                </a:moveTo>
                <a:lnTo>
                  <a:pt x="1677" y="15182"/>
                </a:lnTo>
                <a:lnTo>
                  <a:pt x="1666" y="15273"/>
                </a:lnTo>
                <a:cubicBezTo>
                  <a:pt x="1644" y="15386"/>
                  <a:pt x="1613" y="15500"/>
                  <a:pt x="1571" y="15612"/>
                </a:cubicBezTo>
                <a:lnTo>
                  <a:pt x="1422" y="15914"/>
                </a:lnTo>
                <a:lnTo>
                  <a:pt x="1567" y="15743"/>
                </a:lnTo>
                <a:lnTo>
                  <a:pt x="1700" y="15480"/>
                </a:lnTo>
              </a:path>
              <a:path w="21600" h="21600">
                <a:moveTo>
                  <a:pt x="2325" y="15000"/>
                </a:moveTo>
                <a:lnTo>
                  <a:pt x="2279" y="15170"/>
                </a:lnTo>
                <a:lnTo>
                  <a:pt x="2279" y="15579"/>
                </a:lnTo>
                <a:lnTo>
                  <a:pt x="2322" y="15409"/>
                </a:lnTo>
                <a:lnTo>
                  <a:pt x="2328" y="15087"/>
                </a:lnTo>
              </a:path>
              <a:path w="21600" h="21600">
                <a:moveTo>
                  <a:pt x="2047" y="14864"/>
                </a:moveTo>
                <a:lnTo>
                  <a:pt x="2011" y="14967"/>
                </a:lnTo>
                <a:lnTo>
                  <a:pt x="1978" y="15403"/>
                </a:lnTo>
                <a:lnTo>
                  <a:pt x="2051" y="15234"/>
                </a:lnTo>
              </a:path>
              <a:path w="21600" h="21600">
                <a:moveTo>
                  <a:pt x="2232" y="14804"/>
                </a:moveTo>
                <a:lnTo>
                  <a:pt x="2186" y="14981"/>
                </a:lnTo>
                <a:lnTo>
                  <a:pt x="2185" y="14981"/>
                </a:lnTo>
                <a:lnTo>
                  <a:pt x="2189" y="15342"/>
                </a:lnTo>
                <a:lnTo>
                  <a:pt x="2228" y="15191"/>
                </a:lnTo>
                <a:lnTo>
                  <a:pt x="2233" y="14815"/>
                </a:lnTo>
              </a:path>
              <a:path w="21600" h="21600">
                <a:moveTo>
                  <a:pt x="1877" y="14803"/>
                </a:moveTo>
                <a:lnTo>
                  <a:pt x="1819" y="14912"/>
                </a:lnTo>
                <a:lnTo>
                  <a:pt x="1762" y="15359"/>
                </a:lnTo>
                <a:lnTo>
                  <a:pt x="1850" y="15186"/>
                </a:lnTo>
              </a:path>
              <a:path w="21600" h="21600">
                <a:moveTo>
                  <a:pt x="2511" y="14781"/>
                </a:moveTo>
                <a:lnTo>
                  <a:pt x="2463" y="15023"/>
                </a:lnTo>
                <a:lnTo>
                  <a:pt x="2461" y="15031"/>
                </a:lnTo>
                <a:lnTo>
                  <a:pt x="2469" y="15342"/>
                </a:lnTo>
                <a:lnTo>
                  <a:pt x="2513" y="15114"/>
                </a:lnTo>
              </a:path>
              <a:path w="21600" h="21600">
                <a:moveTo>
                  <a:pt x="1684" y="14725"/>
                </a:moveTo>
                <a:lnTo>
                  <a:pt x="1630" y="14827"/>
                </a:lnTo>
                <a:lnTo>
                  <a:pt x="1612" y="14851"/>
                </a:lnTo>
                <a:lnTo>
                  <a:pt x="1600" y="14978"/>
                </a:lnTo>
                <a:cubicBezTo>
                  <a:pt x="1579" y="15091"/>
                  <a:pt x="1550" y="15203"/>
                  <a:pt x="1509" y="15314"/>
                </a:cubicBezTo>
                <a:lnTo>
                  <a:pt x="1452" y="15432"/>
                </a:lnTo>
                <a:lnTo>
                  <a:pt x="1578" y="15274"/>
                </a:lnTo>
                <a:lnTo>
                  <a:pt x="1636" y="15161"/>
                </a:lnTo>
              </a:path>
              <a:path w="21600" h="21600">
                <a:moveTo>
                  <a:pt x="2409" y="14685"/>
                </a:moveTo>
                <a:lnTo>
                  <a:pt x="2365" y="14851"/>
                </a:lnTo>
                <a:lnTo>
                  <a:pt x="2374" y="15086"/>
                </a:lnTo>
                <a:lnTo>
                  <a:pt x="2373" y="15207"/>
                </a:lnTo>
                <a:lnTo>
                  <a:pt x="2416" y="15034"/>
                </a:lnTo>
                <a:lnTo>
                  <a:pt x="2415" y="14985"/>
                </a:lnTo>
              </a:path>
              <a:path w="21600" h="21600">
                <a:moveTo>
                  <a:pt x="2137" y="14608"/>
                </a:moveTo>
                <a:lnTo>
                  <a:pt x="2095" y="14728"/>
                </a:lnTo>
                <a:lnTo>
                  <a:pt x="2101" y="15093"/>
                </a:lnTo>
                <a:lnTo>
                  <a:pt x="2136" y="14988"/>
                </a:lnTo>
              </a:path>
              <a:path w="21600" h="21600">
                <a:moveTo>
                  <a:pt x="1958" y="14604"/>
                </a:moveTo>
                <a:lnTo>
                  <a:pt x="1926" y="14692"/>
                </a:lnTo>
                <a:lnTo>
                  <a:pt x="1902" y="15084"/>
                </a:lnTo>
                <a:lnTo>
                  <a:pt x="1965" y="14959"/>
                </a:lnTo>
              </a:path>
              <a:path w="21600" h="21600">
                <a:moveTo>
                  <a:pt x="2766" y="14590"/>
                </a:moveTo>
                <a:lnTo>
                  <a:pt x="2751" y="14762"/>
                </a:lnTo>
                <a:lnTo>
                  <a:pt x="2660" y="15576"/>
                </a:lnTo>
                <a:lnTo>
                  <a:pt x="2661" y="15906"/>
                </a:lnTo>
                <a:cubicBezTo>
                  <a:pt x="2661" y="15908"/>
                  <a:pt x="2661" y="15910"/>
                  <a:pt x="2661" y="15913"/>
                </a:cubicBezTo>
                <a:cubicBezTo>
                  <a:pt x="2687" y="15661"/>
                  <a:pt x="2706" y="15410"/>
                  <a:pt x="2724" y="15165"/>
                </a:cubicBezTo>
                <a:lnTo>
                  <a:pt x="2724" y="15163"/>
                </a:lnTo>
                <a:lnTo>
                  <a:pt x="2725" y="15101"/>
                </a:lnTo>
              </a:path>
              <a:path w="21600" h="21600">
                <a:moveTo>
                  <a:pt x="2638" y="14528"/>
                </a:moveTo>
                <a:lnTo>
                  <a:pt x="2568" y="15062"/>
                </a:lnTo>
                <a:lnTo>
                  <a:pt x="2559" y="15111"/>
                </a:lnTo>
                <a:lnTo>
                  <a:pt x="2560" y="15279"/>
                </a:lnTo>
                <a:lnTo>
                  <a:pt x="2562" y="15406"/>
                </a:lnTo>
                <a:lnTo>
                  <a:pt x="2616" y="14960"/>
                </a:lnTo>
                <a:lnTo>
                  <a:pt x="2616" y="14845"/>
                </a:lnTo>
              </a:path>
              <a:path w="21600" h="21600">
                <a:moveTo>
                  <a:pt x="2308" y="14515"/>
                </a:moveTo>
                <a:lnTo>
                  <a:pt x="2271" y="14656"/>
                </a:lnTo>
                <a:lnTo>
                  <a:pt x="2279" y="14812"/>
                </a:lnTo>
                <a:lnTo>
                  <a:pt x="2279" y="15000"/>
                </a:lnTo>
                <a:lnTo>
                  <a:pt x="2319" y="14847"/>
                </a:lnTo>
                <a:lnTo>
                  <a:pt x="2314" y="14713"/>
                </a:lnTo>
              </a:path>
              <a:path w="21600" h="21600">
                <a:moveTo>
                  <a:pt x="1796" y="14513"/>
                </a:moveTo>
                <a:lnTo>
                  <a:pt x="1739" y="14621"/>
                </a:lnTo>
                <a:lnTo>
                  <a:pt x="1691" y="15053"/>
                </a:lnTo>
                <a:lnTo>
                  <a:pt x="1775" y="14888"/>
                </a:lnTo>
              </a:path>
              <a:path w="21600" h="21600">
                <a:moveTo>
                  <a:pt x="1614" y="14401"/>
                </a:moveTo>
                <a:lnTo>
                  <a:pt x="1549" y="14503"/>
                </a:lnTo>
                <a:lnTo>
                  <a:pt x="1533" y="14691"/>
                </a:lnTo>
                <a:lnTo>
                  <a:pt x="1459" y="14977"/>
                </a:lnTo>
                <a:lnTo>
                  <a:pt x="1572" y="14828"/>
                </a:lnTo>
              </a:path>
              <a:path w="21600" h="21600">
                <a:moveTo>
                  <a:pt x="2042" y="14364"/>
                </a:moveTo>
                <a:lnTo>
                  <a:pt x="2004" y="14471"/>
                </a:lnTo>
                <a:lnTo>
                  <a:pt x="2015" y="14831"/>
                </a:lnTo>
                <a:lnTo>
                  <a:pt x="2046" y="14740"/>
                </a:lnTo>
              </a:path>
              <a:path w="21600" h="21600">
                <a:moveTo>
                  <a:pt x="2210" y="14356"/>
                </a:moveTo>
                <a:lnTo>
                  <a:pt x="2178" y="14483"/>
                </a:lnTo>
                <a:lnTo>
                  <a:pt x="2181" y="14539"/>
                </a:lnTo>
                <a:lnTo>
                  <a:pt x="2184" y="14811"/>
                </a:lnTo>
                <a:lnTo>
                  <a:pt x="2225" y="14655"/>
                </a:lnTo>
                <a:lnTo>
                  <a:pt x="2214" y="14442"/>
                </a:lnTo>
              </a:path>
              <a:path w="21600" h="21600">
                <a:moveTo>
                  <a:pt x="1870" y="14338"/>
                </a:moveTo>
                <a:lnTo>
                  <a:pt x="1844" y="14410"/>
                </a:lnTo>
                <a:lnTo>
                  <a:pt x="1826" y="14789"/>
                </a:lnTo>
                <a:lnTo>
                  <a:pt x="1881" y="14681"/>
                </a:lnTo>
              </a:path>
              <a:path w="21600" h="21600">
                <a:moveTo>
                  <a:pt x="1714" y="14221"/>
                </a:moveTo>
                <a:lnTo>
                  <a:pt x="1664" y="14314"/>
                </a:lnTo>
                <a:lnTo>
                  <a:pt x="1664" y="14320"/>
                </a:lnTo>
                <a:lnTo>
                  <a:pt x="1623" y="14740"/>
                </a:lnTo>
                <a:lnTo>
                  <a:pt x="1698" y="14594"/>
                </a:lnTo>
              </a:path>
              <a:path w="21600" h="21600">
                <a:moveTo>
                  <a:pt x="1439" y="14206"/>
                </a:moveTo>
                <a:lnTo>
                  <a:pt x="1355" y="14328"/>
                </a:lnTo>
                <a:lnTo>
                  <a:pt x="1331" y="14431"/>
                </a:lnTo>
                <a:cubicBezTo>
                  <a:pt x="1294" y="14537"/>
                  <a:pt x="1245" y="14642"/>
                  <a:pt x="1179" y="14744"/>
                </a:cubicBezTo>
                <a:cubicBezTo>
                  <a:pt x="964" y="15081"/>
                  <a:pt x="677" y="15378"/>
                  <a:pt x="340" y="15620"/>
                </a:cubicBezTo>
                <a:lnTo>
                  <a:pt x="107" y="15758"/>
                </a:lnTo>
                <a:lnTo>
                  <a:pt x="263" y="15691"/>
                </a:lnTo>
                <a:cubicBezTo>
                  <a:pt x="433" y="15597"/>
                  <a:pt x="597" y="15484"/>
                  <a:pt x="758" y="15350"/>
                </a:cubicBezTo>
                <a:cubicBezTo>
                  <a:pt x="879" y="15249"/>
                  <a:pt x="999" y="15135"/>
                  <a:pt x="1123" y="15001"/>
                </a:cubicBezTo>
                <a:lnTo>
                  <a:pt x="1328" y="14751"/>
                </a:lnTo>
                <a:lnTo>
                  <a:pt x="1347" y="14711"/>
                </a:lnTo>
                <a:cubicBezTo>
                  <a:pt x="1384" y="14606"/>
                  <a:pt x="1409" y="14499"/>
                  <a:pt x="1427" y="14392"/>
                </a:cubicBezTo>
              </a:path>
              <a:path w="21600" h="21600">
                <a:moveTo>
                  <a:pt x="2113" y="14163"/>
                </a:moveTo>
                <a:lnTo>
                  <a:pt x="2084" y="14244"/>
                </a:lnTo>
                <a:lnTo>
                  <a:pt x="2086" y="14266"/>
                </a:lnTo>
                <a:lnTo>
                  <a:pt x="2092" y="14603"/>
                </a:lnTo>
                <a:lnTo>
                  <a:pt x="2127" y="14499"/>
                </a:lnTo>
                <a:lnTo>
                  <a:pt x="2133" y="14477"/>
                </a:lnTo>
                <a:lnTo>
                  <a:pt x="2114" y="14168"/>
                </a:lnTo>
              </a:path>
              <a:path w="21600" h="21600">
                <a:moveTo>
                  <a:pt x="2713" y="14128"/>
                </a:moveTo>
                <a:lnTo>
                  <a:pt x="2710" y="14142"/>
                </a:lnTo>
                <a:lnTo>
                  <a:pt x="2707" y="14179"/>
                </a:lnTo>
              </a:path>
              <a:path w="21600" h="21600">
                <a:moveTo>
                  <a:pt x="2410" y="14125"/>
                </a:moveTo>
                <a:lnTo>
                  <a:pt x="2349" y="14359"/>
                </a:lnTo>
                <a:lnTo>
                  <a:pt x="2359" y="14694"/>
                </a:lnTo>
                <a:lnTo>
                  <a:pt x="2398" y="14547"/>
                </a:lnTo>
                <a:lnTo>
                  <a:pt x="2406" y="14504"/>
                </a:lnTo>
                <a:lnTo>
                  <a:pt x="2402" y="14313"/>
                </a:lnTo>
              </a:path>
              <a:path w="21600" h="21600">
                <a:moveTo>
                  <a:pt x="1947" y="14120"/>
                </a:moveTo>
                <a:lnTo>
                  <a:pt x="1915" y="14212"/>
                </a:lnTo>
                <a:lnTo>
                  <a:pt x="1929" y="14564"/>
                </a:lnTo>
                <a:lnTo>
                  <a:pt x="1955" y="14488"/>
                </a:lnTo>
              </a:path>
              <a:path w="21600" h="21600">
                <a:moveTo>
                  <a:pt x="1783" y="14066"/>
                </a:moveTo>
                <a:lnTo>
                  <a:pt x="1757" y="14128"/>
                </a:lnTo>
                <a:lnTo>
                  <a:pt x="1744" y="14504"/>
                </a:lnTo>
                <a:lnTo>
                  <a:pt x="1798" y="14399"/>
                </a:lnTo>
              </a:path>
              <a:path w="21600" h="21600">
                <a:moveTo>
                  <a:pt x="2538" y="14061"/>
                </a:moveTo>
                <a:lnTo>
                  <a:pt x="2527" y="14130"/>
                </a:lnTo>
                <a:lnTo>
                  <a:pt x="2451" y="14520"/>
                </a:lnTo>
                <a:lnTo>
                  <a:pt x="2457" y="14831"/>
                </a:lnTo>
                <a:lnTo>
                  <a:pt x="2504" y="14588"/>
                </a:lnTo>
                <a:lnTo>
                  <a:pt x="2512" y="14534"/>
                </a:lnTo>
              </a:path>
              <a:path w="21600" h="21600">
                <a:moveTo>
                  <a:pt x="1544" y="14054"/>
                </a:moveTo>
                <a:lnTo>
                  <a:pt x="1489" y="14133"/>
                </a:lnTo>
                <a:lnTo>
                  <a:pt x="1471" y="14399"/>
                </a:lnTo>
                <a:lnTo>
                  <a:pt x="1412" y="14635"/>
                </a:lnTo>
                <a:lnTo>
                  <a:pt x="1509" y="14481"/>
                </a:lnTo>
              </a:path>
              <a:path w="21600" h="21600">
                <a:moveTo>
                  <a:pt x="2767" y="14041"/>
                </a:moveTo>
                <a:lnTo>
                  <a:pt x="2734" y="14357"/>
                </a:lnTo>
                <a:lnTo>
                  <a:pt x="2662" y="14952"/>
                </a:lnTo>
                <a:lnTo>
                  <a:pt x="2661" y="15169"/>
                </a:lnTo>
                <a:lnTo>
                  <a:pt x="2707" y="14759"/>
                </a:lnTo>
                <a:cubicBezTo>
                  <a:pt x="2722" y="14577"/>
                  <a:pt x="2739" y="14388"/>
                  <a:pt x="2757" y="14203"/>
                </a:cubicBezTo>
                <a:lnTo>
                  <a:pt x="2760" y="14174"/>
                </a:lnTo>
                <a:cubicBezTo>
                  <a:pt x="2764" y="14147"/>
                  <a:pt x="2766" y="14124"/>
                  <a:pt x="2766" y="14099"/>
                </a:cubicBezTo>
              </a:path>
              <a:path w="21600" h="21600">
                <a:moveTo>
                  <a:pt x="2294" y="14028"/>
                </a:moveTo>
                <a:lnTo>
                  <a:pt x="2250" y="14202"/>
                </a:lnTo>
                <a:lnTo>
                  <a:pt x="2260" y="14439"/>
                </a:lnTo>
                <a:lnTo>
                  <a:pt x="2263" y="14507"/>
                </a:lnTo>
                <a:lnTo>
                  <a:pt x="2303" y="14357"/>
                </a:lnTo>
                <a:lnTo>
                  <a:pt x="2293" y="14052"/>
                </a:lnTo>
              </a:path>
              <a:path w="21600" h="21600">
                <a:moveTo>
                  <a:pt x="1631" y="13927"/>
                </a:moveTo>
                <a:lnTo>
                  <a:pt x="1588" y="13990"/>
                </a:lnTo>
                <a:lnTo>
                  <a:pt x="1587" y="14019"/>
                </a:lnTo>
                <a:lnTo>
                  <a:pt x="1587" y="14044"/>
                </a:lnTo>
                <a:lnTo>
                  <a:pt x="1557" y="14406"/>
                </a:lnTo>
                <a:lnTo>
                  <a:pt x="1601" y="14335"/>
                </a:lnTo>
                <a:lnTo>
                  <a:pt x="1622" y="14295"/>
                </a:lnTo>
              </a:path>
              <a:path w="21600" h="21600">
                <a:moveTo>
                  <a:pt x="2016" y="13927"/>
                </a:moveTo>
                <a:lnTo>
                  <a:pt x="1990" y="13999"/>
                </a:lnTo>
                <a:lnTo>
                  <a:pt x="2001" y="14354"/>
                </a:lnTo>
                <a:lnTo>
                  <a:pt x="2039" y="14242"/>
                </a:lnTo>
              </a:path>
              <a:path w="21600" h="21600">
                <a:moveTo>
                  <a:pt x="2191" y="13910"/>
                </a:moveTo>
                <a:lnTo>
                  <a:pt x="2155" y="14045"/>
                </a:lnTo>
                <a:lnTo>
                  <a:pt x="2152" y="14053"/>
                </a:lnTo>
                <a:lnTo>
                  <a:pt x="2158" y="14166"/>
                </a:lnTo>
                <a:lnTo>
                  <a:pt x="2169" y="14336"/>
                </a:lnTo>
                <a:lnTo>
                  <a:pt x="2204" y="14200"/>
                </a:lnTo>
              </a:path>
              <a:path w="21600" h="21600">
                <a:moveTo>
                  <a:pt x="1855" y="13891"/>
                </a:moveTo>
                <a:lnTo>
                  <a:pt x="1826" y="13960"/>
                </a:lnTo>
                <a:lnTo>
                  <a:pt x="1844" y="14294"/>
                </a:lnTo>
                <a:lnTo>
                  <a:pt x="1866" y="14230"/>
                </a:lnTo>
              </a:path>
              <a:path w="21600" h="21600">
                <a:moveTo>
                  <a:pt x="1373" y="13891"/>
                </a:moveTo>
                <a:lnTo>
                  <a:pt x="1301" y="13995"/>
                </a:lnTo>
                <a:lnTo>
                  <a:pt x="1269" y="14133"/>
                </a:lnTo>
                <a:cubicBezTo>
                  <a:pt x="1233" y="14239"/>
                  <a:pt x="1185" y="14343"/>
                  <a:pt x="1120" y="14444"/>
                </a:cubicBezTo>
                <a:cubicBezTo>
                  <a:pt x="1015" y="14608"/>
                  <a:pt x="891" y="14763"/>
                  <a:pt x="753" y="14907"/>
                </a:cubicBezTo>
                <a:lnTo>
                  <a:pt x="569" y="15066"/>
                </a:lnTo>
                <a:lnTo>
                  <a:pt x="813" y="14886"/>
                </a:lnTo>
                <a:cubicBezTo>
                  <a:pt x="925" y="14786"/>
                  <a:pt x="1039" y="14671"/>
                  <a:pt x="1160" y="14533"/>
                </a:cubicBezTo>
                <a:lnTo>
                  <a:pt x="1312" y="14309"/>
                </a:lnTo>
                <a:lnTo>
                  <a:pt x="1362" y="14101"/>
                </a:lnTo>
              </a:path>
              <a:path w="21600" h="21600">
                <a:moveTo>
                  <a:pt x="1694" y="13792"/>
                </a:moveTo>
                <a:lnTo>
                  <a:pt x="1674" y="13840"/>
                </a:lnTo>
                <a:lnTo>
                  <a:pt x="1666" y="14208"/>
                </a:lnTo>
                <a:lnTo>
                  <a:pt x="1714" y="14117"/>
                </a:lnTo>
              </a:path>
              <a:path w="21600" h="21600">
                <a:moveTo>
                  <a:pt x="1468" y="13752"/>
                </a:moveTo>
                <a:lnTo>
                  <a:pt x="1423" y="13818"/>
                </a:lnTo>
                <a:lnTo>
                  <a:pt x="1408" y="14110"/>
                </a:lnTo>
                <a:lnTo>
                  <a:pt x="1386" y="14200"/>
                </a:lnTo>
                <a:lnTo>
                  <a:pt x="1445" y="14113"/>
                </a:lnTo>
                <a:lnTo>
                  <a:pt x="1468" y="13764"/>
                </a:lnTo>
              </a:path>
              <a:path w="21600" h="21600">
                <a:moveTo>
                  <a:pt x="1921" y="13729"/>
                </a:moveTo>
                <a:lnTo>
                  <a:pt x="1897" y="13788"/>
                </a:lnTo>
                <a:lnTo>
                  <a:pt x="1910" y="14103"/>
                </a:lnTo>
                <a:lnTo>
                  <a:pt x="1945" y="14002"/>
                </a:lnTo>
                <a:lnTo>
                  <a:pt x="1945" y="13994"/>
                </a:lnTo>
              </a:path>
              <a:path w="21600" h="21600">
                <a:moveTo>
                  <a:pt x="2089" y="13722"/>
                </a:moveTo>
                <a:lnTo>
                  <a:pt x="2053" y="13822"/>
                </a:lnTo>
                <a:lnTo>
                  <a:pt x="2058" y="13893"/>
                </a:lnTo>
                <a:lnTo>
                  <a:pt x="2076" y="14134"/>
                </a:lnTo>
                <a:lnTo>
                  <a:pt x="2107" y="14045"/>
                </a:lnTo>
              </a:path>
              <a:path w="21600" h="21600">
                <a:moveTo>
                  <a:pt x="1549" y="13634"/>
                </a:moveTo>
                <a:lnTo>
                  <a:pt x="1514" y="13686"/>
                </a:lnTo>
                <a:lnTo>
                  <a:pt x="1514" y="13724"/>
                </a:lnTo>
                <a:lnTo>
                  <a:pt x="1514" y="13763"/>
                </a:lnTo>
                <a:lnTo>
                  <a:pt x="1496" y="14038"/>
                </a:lnTo>
                <a:lnTo>
                  <a:pt x="1546" y="13964"/>
                </a:lnTo>
              </a:path>
              <a:path w="21600" h="21600">
                <a:moveTo>
                  <a:pt x="1762" y="13632"/>
                </a:moveTo>
                <a:lnTo>
                  <a:pt x="1737" y="13692"/>
                </a:lnTo>
                <a:lnTo>
                  <a:pt x="1758" y="14020"/>
                </a:lnTo>
                <a:lnTo>
                  <a:pt x="1778" y="13970"/>
                </a:lnTo>
              </a:path>
              <a:path w="21600" h="21600">
                <a:moveTo>
                  <a:pt x="2645" y="13582"/>
                </a:moveTo>
                <a:lnTo>
                  <a:pt x="2592" y="13892"/>
                </a:lnTo>
                <a:lnTo>
                  <a:pt x="2586" y="14000"/>
                </a:lnTo>
              </a:path>
              <a:path w="21600" h="21600">
                <a:moveTo>
                  <a:pt x="1305" y="13575"/>
                </a:moveTo>
                <a:lnTo>
                  <a:pt x="1271" y="13624"/>
                </a:lnTo>
                <a:lnTo>
                  <a:pt x="1250" y="13649"/>
                </a:lnTo>
                <a:lnTo>
                  <a:pt x="1208" y="13839"/>
                </a:lnTo>
                <a:cubicBezTo>
                  <a:pt x="1173" y="13943"/>
                  <a:pt x="1126" y="14045"/>
                  <a:pt x="1061" y="14146"/>
                </a:cubicBezTo>
                <a:lnTo>
                  <a:pt x="797" y="14479"/>
                </a:lnTo>
                <a:lnTo>
                  <a:pt x="868" y="14422"/>
                </a:lnTo>
                <a:cubicBezTo>
                  <a:pt x="975" y="14322"/>
                  <a:pt x="1083" y="14205"/>
                  <a:pt x="1198" y="14066"/>
                </a:cubicBezTo>
                <a:lnTo>
                  <a:pt x="1259" y="13974"/>
                </a:lnTo>
                <a:lnTo>
                  <a:pt x="1298" y="13808"/>
                </a:lnTo>
              </a:path>
              <a:path w="21600" h="21600">
                <a:moveTo>
                  <a:pt x="1989" y="13536"/>
                </a:moveTo>
                <a:lnTo>
                  <a:pt x="1959" y="13633"/>
                </a:lnTo>
                <a:lnTo>
                  <a:pt x="1982" y="13895"/>
                </a:lnTo>
                <a:lnTo>
                  <a:pt x="2008" y="13818"/>
                </a:lnTo>
              </a:path>
              <a:path w="21600" h="21600">
                <a:moveTo>
                  <a:pt x="2762" y="13536"/>
                </a:moveTo>
                <a:lnTo>
                  <a:pt x="2737" y="13751"/>
                </a:lnTo>
                <a:lnTo>
                  <a:pt x="2762" y="13614"/>
                </a:lnTo>
              </a:path>
              <a:path w="21600" h="21600">
                <a:moveTo>
                  <a:pt x="1607" y="13521"/>
                </a:moveTo>
                <a:lnTo>
                  <a:pt x="1590" y="13555"/>
                </a:lnTo>
                <a:lnTo>
                  <a:pt x="1588" y="13902"/>
                </a:lnTo>
                <a:lnTo>
                  <a:pt x="1612" y="13866"/>
                </a:lnTo>
                <a:cubicBezTo>
                  <a:pt x="1618" y="13855"/>
                  <a:pt x="1624" y="13844"/>
                  <a:pt x="1630" y="13832"/>
                </a:cubicBezTo>
              </a:path>
              <a:path w="21600" h="21600">
                <a:moveTo>
                  <a:pt x="1825" y="13485"/>
                </a:moveTo>
                <a:lnTo>
                  <a:pt x="1804" y="13535"/>
                </a:lnTo>
                <a:lnTo>
                  <a:pt x="1821" y="13861"/>
                </a:lnTo>
                <a:lnTo>
                  <a:pt x="1851" y="13784"/>
                </a:lnTo>
                <a:lnTo>
                  <a:pt x="1849" y="13722"/>
                </a:lnTo>
              </a:path>
              <a:path w="21600" h="21600">
                <a:moveTo>
                  <a:pt x="1393" y="13448"/>
                </a:moveTo>
                <a:lnTo>
                  <a:pt x="1353" y="13506"/>
                </a:lnTo>
                <a:lnTo>
                  <a:pt x="1342" y="13816"/>
                </a:lnTo>
                <a:lnTo>
                  <a:pt x="1330" y="13870"/>
                </a:lnTo>
                <a:lnTo>
                  <a:pt x="1377" y="13799"/>
                </a:lnTo>
                <a:lnTo>
                  <a:pt x="1393" y="13482"/>
                </a:lnTo>
              </a:path>
              <a:path w="21600" h="21600">
                <a:moveTo>
                  <a:pt x="2310" y="13440"/>
                </a:moveTo>
                <a:lnTo>
                  <a:pt x="2268" y="13626"/>
                </a:lnTo>
                <a:lnTo>
                  <a:pt x="2232" y="13756"/>
                </a:lnTo>
                <a:lnTo>
                  <a:pt x="2232" y="13791"/>
                </a:lnTo>
                <a:lnTo>
                  <a:pt x="2243" y="14046"/>
                </a:lnTo>
                <a:lnTo>
                  <a:pt x="2300" y="13824"/>
                </a:lnTo>
              </a:path>
              <a:path w="21600" h="21600">
                <a:moveTo>
                  <a:pt x="1671" y="13394"/>
                </a:moveTo>
                <a:lnTo>
                  <a:pt x="1663" y="13414"/>
                </a:lnTo>
                <a:lnTo>
                  <a:pt x="1650" y="13438"/>
                </a:lnTo>
                <a:lnTo>
                  <a:pt x="1674" y="13744"/>
                </a:lnTo>
                <a:lnTo>
                  <a:pt x="1689" y="13708"/>
                </a:lnTo>
              </a:path>
              <a:path w="21600" h="21600">
                <a:moveTo>
                  <a:pt x="2191" y="13382"/>
                </a:moveTo>
                <a:lnTo>
                  <a:pt x="2141" y="13576"/>
                </a:lnTo>
                <a:lnTo>
                  <a:pt x="2128" y="13613"/>
                </a:lnTo>
                <a:lnTo>
                  <a:pt x="2144" y="13910"/>
                </a:lnTo>
                <a:lnTo>
                  <a:pt x="2186" y="13753"/>
                </a:lnTo>
              </a:path>
              <a:path w="21600" h="21600">
                <a:moveTo>
                  <a:pt x="1466" y="13342"/>
                </a:moveTo>
                <a:lnTo>
                  <a:pt x="1438" y="13383"/>
                </a:lnTo>
                <a:lnTo>
                  <a:pt x="1440" y="13432"/>
                </a:lnTo>
                <a:lnTo>
                  <a:pt x="1440" y="13482"/>
                </a:lnTo>
                <a:lnTo>
                  <a:pt x="1427" y="13725"/>
                </a:lnTo>
                <a:lnTo>
                  <a:pt x="1468" y="13665"/>
                </a:lnTo>
              </a:path>
              <a:path w="21600" h="21600">
                <a:moveTo>
                  <a:pt x="1895" y="13321"/>
                </a:moveTo>
                <a:lnTo>
                  <a:pt x="1862" y="13398"/>
                </a:lnTo>
                <a:lnTo>
                  <a:pt x="1891" y="13684"/>
                </a:lnTo>
                <a:lnTo>
                  <a:pt x="1913" y="13629"/>
                </a:lnTo>
                <a:lnTo>
                  <a:pt x="1912" y="13621"/>
                </a:lnTo>
              </a:path>
              <a:path w="21600" h="21600">
                <a:moveTo>
                  <a:pt x="2077" y="13251"/>
                </a:moveTo>
                <a:lnTo>
                  <a:pt x="2025" y="13419"/>
                </a:lnTo>
                <a:lnTo>
                  <a:pt x="2045" y="13710"/>
                </a:lnTo>
                <a:lnTo>
                  <a:pt x="2082" y="13604"/>
                </a:lnTo>
                <a:lnTo>
                  <a:pt x="2078" y="13528"/>
                </a:lnTo>
              </a:path>
              <a:path w="21600" h="21600">
                <a:moveTo>
                  <a:pt x="1731" y="13248"/>
                </a:moveTo>
                <a:lnTo>
                  <a:pt x="1711" y="13297"/>
                </a:lnTo>
                <a:lnTo>
                  <a:pt x="1731" y="13605"/>
                </a:lnTo>
                <a:lnTo>
                  <a:pt x="1758" y="13539"/>
                </a:lnTo>
                <a:lnTo>
                  <a:pt x="1754" y="13449"/>
                </a:lnTo>
              </a:path>
              <a:path w="21600" h="21600">
                <a:moveTo>
                  <a:pt x="1521" y="13246"/>
                </a:moveTo>
                <a:lnTo>
                  <a:pt x="1509" y="13268"/>
                </a:lnTo>
                <a:lnTo>
                  <a:pt x="1513" y="13598"/>
                </a:lnTo>
                <a:lnTo>
                  <a:pt x="1547" y="13547"/>
                </a:lnTo>
              </a:path>
              <a:path w="21600" h="21600">
                <a:moveTo>
                  <a:pt x="1237" y="13245"/>
                </a:moveTo>
                <a:lnTo>
                  <a:pt x="1201" y="13290"/>
                </a:lnTo>
                <a:lnTo>
                  <a:pt x="1148" y="13540"/>
                </a:lnTo>
                <a:cubicBezTo>
                  <a:pt x="1115" y="13643"/>
                  <a:pt x="1068" y="13745"/>
                  <a:pt x="1004" y="13845"/>
                </a:cubicBezTo>
                <a:lnTo>
                  <a:pt x="895" y="13982"/>
                </a:lnTo>
                <a:lnTo>
                  <a:pt x="923" y="13958"/>
                </a:lnTo>
                <a:lnTo>
                  <a:pt x="1208" y="13629"/>
                </a:lnTo>
                <a:lnTo>
                  <a:pt x="1233" y="13515"/>
                </a:lnTo>
              </a:path>
              <a:path w="21600" h="21600">
                <a:moveTo>
                  <a:pt x="1317" y="13145"/>
                </a:moveTo>
                <a:lnTo>
                  <a:pt x="1309" y="13156"/>
                </a:lnTo>
                <a:lnTo>
                  <a:pt x="1283" y="13189"/>
                </a:lnTo>
                <a:lnTo>
                  <a:pt x="1277" y="13525"/>
                </a:lnTo>
                <a:lnTo>
                  <a:pt x="1274" y="13541"/>
                </a:lnTo>
                <a:lnTo>
                  <a:pt x="1308" y="13490"/>
                </a:lnTo>
                <a:lnTo>
                  <a:pt x="1318" y="13198"/>
                </a:lnTo>
              </a:path>
              <a:path w="21600" h="21600">
                <a:moveTo>
                  <a:pt x="1579" y="13134"/>
                </a:moveTo>
                <a:lnTo>
                  <a:pt x="1562" y="13166"/>
                </a:lnTo>
                <a:lnTo>
                  <a:pt x="1590" y="13466"/>
                </a:lnTo>
                <a:lnTo>
                  <a:pt x="1601" y="13443"/>
                </a:lnTo>
              </a:path>
              <a:path w="21600" h="21600">
                <a:moveTo>
                  <a:pt x="1793" y="13096"/>
                </a:moveTo>
                <a:lnTo>
                  <a:pt x="1766" y="13161"/>
                </a:lnTo>
                <a:lnTo>
                  <a:pt x="1798" y="13440"/>
                </a:lnTo>
                <a:lnTo>
                  <a:pt x="1816" y="13397"/>
                </a:lnTo>
                <a:lnTo>
                  <a:pt x="1811" y="13347"/>
                </a:lnTo>
              </a:path>
              <a:path w="21600" h="21600">
                <a:moveTo>
                  <a:pt x="1967" y="13092"/>
                </a:moveTo>
                <a:lnTo>
                  <a:pt x="1934" y="13203"/>
                </a:lnTo>
                <a:lnTo>
                  <a:pt x="1952" y="13513"/>
                </a:lnTo>
                <a:lnTo>
                  <a:pt x="1981" y="13417"/>
                </a:lnTo>
                <a:lnTo>
                  <a:pt x="1971" y="13266"/>
                </a:lnTo>
              </a:path>
              <a:path w="21600" h="21600">
                <a:moveTo>
                  <a:pt x="2755" y="13079"/>
                </a:moveTo>
                <a:lnTo>
                  <a:pt x="2692" y="13558"/>
                </a:lnTo>
                <a:lnTo>
                  <a:pt x="2559" y="14508"/>
                </a:lnTo>
                <a:lnTo>
                  <a:pt x="2555" y="14588"/>
                </a:lnTo>
                <a:lnTo>
                  <a:pt x="2556" y="14814"/>
                </a:lnTo>
                <a:lnTo>
                  <a:pt x="2669" y="13952"/>
                </a:lnTo>
                <a:cubicBezTo>
                  <a:pt x="2693" y="13735"/>
                  <a:pt x="2718" y="13511"/>
                  <a:pt x="2746" y="13293"/>
                </a:cubicBezTo>
                <a:cubicBezTo>
                  <a:pt x="2748" y="13282"/>
                  <a:pt x="2750" y="13272"/>
                  <a:pt x="2751" y="13262"/>
                </a:cubicBezTo>
                <a:cubicBezTo>
                  <a:pt x="2755" y="13238"/>
                  <a:pt x="2758" y="13218"/>
                  <a:pt x="2757" y="13197"/>
                </a:cubicBezTo>
              </a:path>
              <a:path w="21600" h="21600">
                <a:moveTo>
                  <a:pt x="1384" y="13048"/>
                </a:moveTo>
                <a:lnTo>
                  <a:pt x="1360" y="13083"/>
                </a:lnTo>
                <a:lnTo>
                  <a:pt x="1362" y="13137"/>
                </a:lnTo>
                <a:lnTo>
                  <a:pt x="1363" y="13196"/>
                </a:lnTo>
                <a:lnTo>
                  <a:pt x="1356" y="13419"/>
                </a:lnTo>
                <a:lnTo>
                  <a:pt x="1392" y="13366"/>
                </a:lnTo>
              </a:path>
              <a:path w="21600" h="21600">
                <a:moveTo>
                  <a:pt x="1637" y="13020"/>
                </a:moveTo>
                <a:lnTo>
                  <a:pt x="1620" y="13054"/>
                </a:lnTo>
                <a:lnTo>
                  <a:pt x="1643" y="13352"/>
                </a:lnTo>
                <a:lnTo>
                  <a:pt x="1665" y="13299"/>
                </a:lnTo>
                <a:lnTo>
                  <a:pt x="1658" y="13177"/>
                </a:lnTo>
              </a:path>
              <a:path w="21600" h="21600">
                <a:moveTo>
                  <a:pt x="2944" y="13010"/>
                </a:moveTo>
                <a:lnTo>
                  <a:pt x="2916" y="13146"/>
                </a:lnTo>
                <a:lnTo>
                  <a:pt x="2843" y="13491"/>
                </a:lnTo>
                <a:lnTo>
                  <a:pt x="2842" y="13504"/>
                </a:lnTo>
                <a:lnTo>
                  <a:pt x="2818" y="13621"/>
                </a:lnTo>
                <a:lnTo>
                  <a:pt x="2816" y="13738"/>
                </a:lnTo>
                <a:lnTo>
                  <a:pt x="2842" y="13504"/>
                </a:lnTo>
                <a:lnTo>
                  <a:pt x="2916" y="13146"/>
                </a:lnTo>
                <a:lnTo>
                  <a:pt x="2944" y="13010"/>
                </a:lnTo>
              </a:path>
              <a:path w="21600" h="21600">
                <a:moveTo>
                  <a:pt x="1434" y="12970"/>
                </a:moveTo>
                <a:lnTo>
                  <a:pt x="1427" y="12983"/>
                </a:lnTo>
                <a:lnTo>
                  <a:pt x="1436" y="13300"/>
                </a:lnTo>
                <a:lnTo>
                  <a:pt x="1464" y="13260"/>
                </a:lnTo>
              </a:path>
              <a:path w="21600" h="21600">
                <a:moveTo>
                  <a:pt x="1168" y="12927"/>
                </a:moveTo>
                <a:lnTo>
                  <a:pt x="1144" y="12959"/>
                </a:lnTo>
                <a:lnTo>
                  <a:pt x="1087" y="13246"/>
                </a:lnTo>
                <a:lnTo>
                  <a:pt x="965" y="13505"/>
                </a:lnTo>
                <a:lnTo>
                  <a:pt x="979" y="13492"/>
                </a:lnTo>
                <a:lnTo>
                  <a:pt x="1158" y="13270"/>
                </a:lnTo>
                <a:lnTo>
                  <a:pt x="1168" y="13222"/>
                </a:lnTo>
              </a:path>
              <a:path w="21600" h="21600">
                <a:moveTo>
                  <a:pt x="1871" y="12907"/>
                </a:moveTo>
                <a:lnTo>
                  <a:pt x="1832" y="13002"/>
                </a:lnTo>
                <a:lnTo>
                  <a:pt x="1854" y="13305"/>
                </a:lnTo>
                <a:lnTo>
                  <a:pt x="1883" y="13234"/>
                </a:lnTo>
                <a:lnTo>
                  <a:pt x="1889" y="13215"/>
                </a:lnTo>
              </a:path>
              <a:path w="21600" h="21600">
                <a:moveTo>
                  <a:pt x="1695" y="12897"/>
                </a:moveTo>
                <a:lnTo>
                  <a:pt x="1677" y="12943"/>
                </a:lnTo>
                <a:lnTo>
                  <a:pt x="1674" y="12950"/>
                </a:lnTo>
                <a:lnTo>
                  <a:pt x="1702" y="13172"/>
                </a:lnTo>
                <a:lnTo>
                  <a:pt x="1704" y="13203"/>
                </a:lnTo>
                <a:lnTo>
                  <a:pt x="1721" y="13163"/>
                </a:lnTo>
                <a:lnTo>
                  <a:pt x="1710" y="13073"/>
                </a:lnTo>
              </a:path>
              <a:path w="21600" h="21600">
                <a:moveTo>
                  <a:pt x="1488" y="12867"/>
                </a:moveTo>
                <a:lnTo>
                  <a:pt x="1474" y="12893"/>
                </a:lnTo>
                <a:lnTo>
                  <a:pt x="1506" y="13185"/>
                </a:lnTo>
                <a:lnTo>
                  <a:pt x="1514" y="13169"/>
                </a:lnTo>
              </a:path>
              <a:path w="21600" h="21600">
                <a:moveTo>
                  <a:pt x="1240" y="12833"/>
                </a:moveTo>
                <a:lnTo>
                  <a:pt x="1214" y="12867"/>
                </a:lnTo>
                <a:lnTo>
                  <a:pt x="1214" y="13202"/>
                </a:lnTo>
                <a:lnTo>
                  <a:pt x="1239" y="13171"/>
                </a:lnTo>
                <a:lnTo>
                  <a:pt x="1243" y="12913"/>
                </a:lnTo>
                <a:lnTo>
                  <a:pt x="1240" y="12845"/>
                </a:lnTo>
              </a:path>
              <a:path w="21600" h="21600">
                <a:moveTo>
                  <a:pt x="1542" y="12763"/>
                </a:moveTo>
                <a:lnTo>
                  <a:pt x="1527" y="12791"/>
                </a:lnTo>
                <a:lnTo>
                  <a:pt x="1555" y="13088"/>
                </a:lnTo>
                <a:lnTo>
                  <a:pt x="1573" y="13053"/>
                </a:lnTo>
                <a:lnTo>
                  <a:pt x="1562" y="12904"/>
                </a:lnTo>
              </a:path>
              <a:path w="21600" h="21600">
                <a:moveTo>
                  <a:pt x="1301" y="12753"/>
                </a:moveTo>
                <a:lnTo>
                  <a:pt x="1281" y="12779"/>
                </a:lnTo>
                <a:lnTo>
                  <a:pt x="1285" y="12844"/>
                </a:lnTo>
                <a:lnTo>
                  <a:pt x="1288" y="12912"/>
                </a:lnTo>
                <a:lnTo>
                  <a:pt x="1284" y="13112"/>
                </a:lnTo>
                <a:lnTo>
                  <a:pt x="1314" y="13068"/>
                </a:lnTo>
              </a:path>
              <a:path w="21600" h="21600">
                <a:moveTo>
                  <a:pt x="1765" y="12714"/>
                </a:moveTo>
                <a:lnTo>
                  <a:pt x="1732" y="12800"/>
                </a:lnTo>
                <a:lnTo>
                  <a:pt x="1756" y="13069"/>
                </a:lnTo>
                <a:lnTo>
                  <a:pt x="1756" y="13076"/>
                </a:lnTo>
                <a:lnTo>
                  <a:pt x="1786" y="13003"/>
                </a:lnTo>
              </a:path>
              <a:path w="21600" h="21600">
                <a:moveTo>
                  <a:pt x="1347" y="12686"/>
                </a:moveTo>
                <a:lnTo>
                  <a:pt x="1342" y="12693"/>
                </a:lnTo>
                <a:lnTo>
                  <a:pt x="1356" y="13006"/>
                </a:lnTo>
                <a:lnTo>
                  <a:pt x="1380" y="12971"/>
                </a:lnTo>
              </a:path>
              <a:path w="21600" h="21600">
                <a:moveTo>
                  <a:pt x="2098" y="12663"/>
                </a:moveTo>
                <a:lnTo>
                  <a:pt x="2009" y="12954"/>
                </a:lnTo>
                <a:lnTo>
                  <a:pt x="2015" y="13266"/>
                </a:lnTo>
                <a:lnTo>
                  <a:pt x="2017" y="13299"/>
                </a:lnTo>
                <a:lnTo>
                  <a:pt x="2077" y="13103"/>
                </a:lnTo>
                <a:lnTo>
                  <a:pt x="2077" y="12884"/>
                </a:lnTo>
              </a:path>
              <a:path w="21600" h="21600">
                <a:moveTo>
                  <a:pt x="1594" y="12661"/>
                </a:moveTo>
                <a:lnTo>
                  <a:pt x="1578" y="12693"/>
                </a:lnTo>
                <a:lnTo>
                  <a:pt x="1607" y="12899"/>
                </a:lnTo>
                <a:lnTo>
                  <a:pt x="1613" y="12972"/>
                </a:lnTo>
                <a:lnTo>
                  <a:pt x="1627" y="12944"/>
                </a:lnTo>
                <a:lnTo>
                  <a:pt x="1609" y="12799"/>
                </a:lnTo>
              </a:path>
              <a:path w="21600" h="21600">
                <a:moveTo>
                  <a:pt x="2749" y="12628"/>
                </a:moveTo>
                <a:lnTo>
                  <a:pt x="2680" y="13103"/>
                </a:lnTo>
                <a:lnTo>
                  <a:pt x="2701" y="12984"/>
                </a:lnTo>
                <a:lnTo>
                  <a:pt x="2739" y="12866"/>
                </a:lnTo>
                <a:lnTo>
                  <a:pt x="2742" y="12839"/>
                </a:lnTo>
                <a:cubicBezTo>
                  <a:pt x="2744" y="12828"/>
                  <a:pt x="2746" y="12818"/>
                  <a:pt x="2748" y="12808"/>
                </a:cubicBezTo>
                <a:lnTo>
                  <a:pt x="2749" y="12796"/>
                </a:lnTo>
                <a:lnTo>
                  <a:pt x="2747" y="12696"/>
                </a:lnTo>
                <a:lnTo>
                  <a:pt x="2750" y="12655"/>
                </a:lnTo>
              </a:path>
              <a:path w="21600" h="21600">
                <a:moveTo>
                  <a:pt x="1098" y="12619"/>
                </a:moveTo>
                <a:lnTo>
                  <a:pt x="1088" y="12631"/>
                </a:lnTo>
                <a:lnTo>
                  <a:pt x="1088" y="12641"/>
                </a:lnTo>
                <a:cubicBezTo>
                  <a:pt x="1080" y="12743"/>
                  <a:pt x="1062" y="12846"/>
                  <a:pt x="1031" y="12947"/>
                </a:cubicBezTo>
                <a:lnTo>
                  <a:pt x="957" y="13105"/>
                </a:lnTo>
                <a:lnTo>
                  <a:pt x="1034" y="13029"/>
                </a:lnTo>
                <a:lnTo>
                  <a:pt x="1102" y="12939"/>
                </a:lnTo>
                <a:lnTo>
                  <a:pt x="1104" y="12928"/>
                </a:lnTo>
              </a:path>
              <a:path w="21600" h="21600">
                <a:moveTo>
                  <a:pt x="1961" y="12616"/>
                </a:moveTo>
                <a:lnTo>
                  <a:pt x="1910" y="12792"/>
                </a:lnTo>
                <a:lnTo>
                  <a:pt x="1927" y="13086"/>
                </a:lnTo>
                <a:lnTo>
                  <a:pt x="1965" y="12958"/>
                </a:lnTo>
                <a:lnTo>
                  <a:pt x="1960" y="12633"/>
                </a:lnTo>
              </a:path>
              <a:path w="21600" h="21600">
                <a:moveTo>
                  <a:pt x="1395" y="12593"/>
                </a:moveTo>
                <a:lnTo>
                  <a:pt x="1384" y="12614"/>
                </a:lnTo>
                <a:lnTo>
                  <a:pt x="1420" y="12904"/>
                </a:lnTo>
                <a:lnTo>
                  <a:pt x="1426" y="12892"/>
                </a:lnTo>
              </a:path>
              <a:path w="21600" h="21600">
                <a:moveTo>
                  <a:pt x="1163" y="12540"/>
                </a:moveTo>
                <a:lnTo>
                  <a:pt x="1141" y="12569"/>
                </a:lnTo>
                <a:lnTo>
                  <a:pt x="1147" y="12880"/>
                </a:lnTo>
                <a:lnTo>
                  <a:pt x="1168" y="12851"/>
                </a:lnTo>
                <a:lnTo>
                  <a:pt x="1168" y="12626"/>
                </a:lnTo>
                <a:lnTo>
                  <a:pt x="1164" y="12551"/>
                </a:lnTo>
              </a:path>
              <a:path w="21600" h="21600">
                <a:moveTo>
                  <a:pt x="1663" y="12529"/>
                </a:moveTo>
                <a:lnTo>
                  <a:pt x="1632" y="12588"/>
                </a:lnTo>
                <a:lnTo>
                  <a:pt x="1653" y="12793"/>
                </a:lnTo>
                <a:lnTo>
                  <a:pt x="1662" y="12859"/>
                </a:lnTo>
                <a:lnTo>
                  <a:pt x="1686" y="12797"/>
                </a:lnTo>
              </a:path>
              <a:path w="21600" h="21600">
                <a:moveTo>
                  <a:pt x="1847" y="12501"/>
                </a:moveTo>
                <a:lnTo>
                  <a:pt x="1804" y="12614"/>
                </a:lnTo>
                <a:lnTo>
                  <a:pt x="1825" y="12909"/>
                </a:lnTo>
                <a:lnTo>
                  <a:pt x="1852" y="12843"/>
                </a:lnTo>
                <a:lnTo>
                  <a:pt x="1865" y="12799"/>
                </a:lnTo>
              </a:path>
              <a:path w="21600" h="21600">
                <a:moveTo>
                  <a:pt x="2268" y="12497"/>
                </a:moveTo>
                <a:lnTo>
                  <a:pt x="2224" y="12698"/>
                </a:lnTo>
                <a:lnTo>
                  <a:pt x="2122" y="13108"/>
                </a:lnTo>
                <a:lnTo>
                  <a:pt x="2123" y="13461"/>
                </a:lnTo>
                <a:lnTo>
                  <a:pt x="2193" y="13188"/>
                </a:lnTo>
                <a:lnTo>
                  <a:pt x="2194" y="13135"/>
                </a:lnTo>
              </a:path>
              <a:path w="21600" h="21600">
                <a:moveTo>
                  <a:pt x="1445" y="12496"/>
                </a:moveTo>
                <a:lnTo>
                  <a:pt x="1434" y="12518"/>
                </a:lnTo>
                <a:lnTo>
                  <a:pt x="1466" y="12814"/>
                </a:lnTo>
                <a:lnTo>
                  <a:pt x="1480" y="12785"/>
                </a:lnTo>
                <a:lnTo>
                  <a:pt x="1467" y="12631"/>
                </a:lnTo>
              </a:path>
              <a:path w="21600" h="21600">
                <a:moveTo>
                  <a:pt x="1218" y="12467"/>
                </a:moveTo>
                <a:lnTo>
                  <a:pt x="1205" y="12485"/>
                </a:lnTo>
                <a:lnTo>
                  <a:pt x="1210" y="12549"/>
                </a:lnTo>
                <a:lnTo>
                  <a:pt x="1214" y="12623"/>
                </a:lnTo>
                <a:lnTo>
                  <a:pt x="1214" y="12791"/>
                </a:lnTo>
                <a:lnTo>
                  <a:pt x="1235" y="12762"/>
                </a:lnTo>
              </a:path>
              <a:path w="21600" h="21600">
                <a:moveTo>
                  <a:pt x="1259" y="12409"/>
                </a:moveTo>
                <a:lnTo>
                  <a:pt x="1258" y="12410"/>
                </a:lnTo>
                <a:lnTo>
                  <a:pt x="1277" y="12708"/>
                </a:lnTo>
                <a:lnTo>
                  <a:pt x="1296" y="12682"/>
                </a:lnTo>
              </a:path>
              <a:path w="21600" h="21600">
                <a:moveTo>
                  <a:pt x="1493" y="12404"/>
                </a:moveTo>
                <a:lnTo>
                  <a:pt x="1480" y="12429"/>
                </a:lnTo>
                <a:lnTo>
                  <a:pt x="1512" y="12625"/>
                </a:lnTo>
                <a:lnTo>
                  <a:pt x="1519" y="12708"/>
                </a:lnTo>
                <a:lnTo>
                  <a:pt x="1531" y="12686"/>
                </a:lnTo>
                <a:lnTo>
                  <a:pt x="1507" y="12522"/>
                </a:lnTo>
              </a:path>
              <a:path w="21600" h="21600">
                <a:moveTo>
                  <a:pt x="973" y="12367"/>
                </a:moveTo>
                <a:lnTo>
                  <a:pt x="824" y="12534"/>
                </a:lnTo>
                <a:lnTo>
                  <a:pt x="772" y="12647"/>
                </a:lnTo>
                <a:cubicBezTo>
                  <a:pt x="679" y="12789"/>
                  <a:pt x="571" y="12923"/>
                  <a:pt x="449" y="13048"/>
                </a:cubicBezTo>
                <a:lnTo>
                  <a:pt x="89" y="13354"/>
                </a:lnTo>
                <a:lnTo>
                  <a:pt x="339" y="13233"/>
                </a:lnTo>
                <a:cubicBezTo>
                  <a:pt x="477" y="13152"/>
                  <a:pt x="607" y="13057"/>
                  <a:pt x="732" y="12947"/>
                </a:cubicBezTo>
                <a:lnTo>
                  <a:pt x="832" y="12839"/>
                </a:lnTo>
                <a:lnTo>
                  <a:pt x="927" y="12635"/>
                </a:lnTo>
              </a:path>
              <a:path w="21600" h="21600">
                <a:moveTo>
                  <a:pt x="1738" y="12342"/>
                </a:moveTo>
                <a:lnTo>
                  <a:pt x="1701" y="12446"/>
                </a:lnTo>
                <a:lnTo>
                  <a:pt x="1723" y="12700"/>
                </a:lnTo>
                <a:lnTo>
                  <a:pt x="1758" y="12610"/>
                </a:lnTo>
              </a:path>
              <a:path w="21600" h="21600">
                <a:moveTo>
                  <a:pt x="1305" y="12338"/>
                </a:moveTo>
                <a:lnTo>
                  <a:pt x="1298" y="12349"/>
                </a:lnTo>
                <a:lnTo>
                  <a:pt x="1336" y="12621"/>
                </a:lnTo>
                <a:lnTo>
                  <a:pt x="1338" y="12616"/>
                </a:lnTo>
              </a:path>
              <a:path w="21600" h="21600">
                <a:moveTo>
                  <a:pt x="2737" y="12333"/>
                </a:moveTo>
                <a:lnTo>
                  <a:pt x="2688" y="12495"/>
                </a:lnTo>
                <a:lnTo>
                  <a:pt x="2644" y="12774"/>
                </a:lnTo>
                <a:cubicBezTo>
                  <a:pt x="2601" y="13065"/>
                  <a:pt x="2558" y="13365"/>
                  <a:pt x="2503" y="13665"/>
                </a:cubicBezTo>
                <a:lnTo>
                  <a:pt x="2466" y="13852"/>
                </a:lnTo>
                <a:lnTo>
                  <a:pt x="2448" y="14288"/>
                </a:lnTo>
                <a:lnTo>
                  <a:pt x="2481" y="14123"/>
                </a:lnTo>
                <a:cubicBezTo>
                  <a:pt x="2539" y="13799"/>
                  <a:pt x="2582" y="13473"/>
                  <a:pt x="2624" y="13158"/>
                </a:cubicBezTo>
                <a:cubicBezTo>
                  <a:pt x="2659" y="12904"/>
                  <a:pt x="2694" y="12640"/>
                  <a:pt x="2736" y="12384"/>
                </a:cubicBezTo>
                <a:lnTo>
                  <a:pt x="2739" y="12370"/>
                </a:lnTo>
              </a:path>
              <a:path w="21600" h="21600">
                <a:moveTo>
                  <a:pt x="1030" y="12304"/>
                </a:moveTo>
                <a:lnTo>
                  <a:pt x="1021" y="12313"/>
                </a:lnTo>
                <a:lnTo>
                  <a:pt x="1023" y="12346"/>
                </a:lnTo>
                <a:cubicBezTo>
                  <a:pt x="1016" y="12448"/>
                  <a:pt x="1000" y="12549"/>
                  <a:pt x="970" y="12650"/>
                </a:cubicBezTo>
                <a:lnTo>
                  <a:pt x="931" y="12734"/>
                </a:lnTo>
                <a:lnTo>
                  <a:pt x="1041" y="12617"/>
                </a:lnTo>
              </a:path>
              <a:path w="21600" h="21600">
                <a:moveTo>
                  <a:pt x="1555" y="12284"/>
                </a:moveTo>
                <a:lnTo>
                  <a:pt x="1531" y="12332"/>
                </a:lnTo>
                <a:lnTo>
                  <a:pt x="1553" y="12516"/>
                </a:lnTo>
                <a:lnTo>
                  <a:pt x="1567" y="12615"/>
                </a:lnTo>
                <a:lnTo>
                  <a:pt x="1586" y="12577"/>
                </a:lnTo>
              </a:path>
              <a:path w="21600" h="21600">
                <a:moveTo>
                  <a:pt x="1354" y="12263"/>
                </a:moveTo>
                <a:lnTo>
                  <a:pt x="1343" y="12280"/>
                </a:lnTo>
                <a:lnTo>
                  <a:pt x="1376" y="12543"/>
                </a:lnTo>
                <a:lnTo>
                  <a:pt x="1388" y="12519"/>
                </a:lnTo>
                <a:lnTo>
                  <a:pt x="1371" y="12358"/>
                </a:lnTo>
              </a:path>
              <a:path w="21600" h="21600">
                <a:moveTo>
                  <a:pt x="1086" y="12242"/>
                </a:moveTo>
                <a:lnTo>
                  <a:pt x="1074" y="12254"/>
                </a:lnTo>
                <a:lnTo>
                  <a:pt x="1085" y="12569"/>
                </a:lnTo>
                <a:lnTo>
                  <a:pt x="1089" y="12565"/>
                </a:lnTo>
                <a:lnTo>
                  <a:pt x="1097" y="12554"/>
                </a:lnTo>
                <a:lnTo>
                  <a:pt x="1093" y="12338"/>
                </a:lnTo>
                <a:lnTo>
                  <a:pt x="1087" y="12258"/>
                </a:lnTo>
              </a:path>
              <a:path w="21600" h="21600">
                <a:moveTo>
                  <a:pt x="1398" y="12189"/>
                </a:moveTo>
                <a:lnTo>
                  <a:pt x="1390" y="12205"/>
                </a:lnTo>
                <a:lnTo>
                  <a:pt x="1416" y="12351"/>
                </a:lnTo>
                <a:lnTo>
                  <a:pt x="1426" y="12444"/>
                </a:lnTo>
                <a:lnTo>
                  <a:pt x="1434" y="12427"/>
                </a:lnTo>
                <a:lnTo>
                  <a:pt x="1405" y="12245"/>
                </a:lnTo>
              </a:path>
              <a:path w="21600" h="21600">
                <a:moveTo>
                  <a:pt x="1181" y="12186"/>
                </a:moveTo>
                <a:lnTo>
                  <a:pt x="1199" y="12417"/>
                </a:lnTo>
                <a:lnTo>
                  <a:pt x="1213" y="12398"/>
                </a:lnTo>
              </a:path>
              <a:path w="21600" h="21600">
                <a:moveTo>
                  <a:pt x="1136" y="12185"/>
                </a:moveTo>
                <a:lnTo>
                  <a:pt x="1126" y="12197"/>
                </a:lnTo>
                <a:lnTo>
                  <a:pt x="1131" y="12258"/>
                </a:lnTo>
                <a:lnTo>
                  <a:pt x="1137" y="12337"/>
                </a:lnTo>
                <a:lnTo>
                  <a:pt x="1140" y="12496"/>
                </a:lnTo>
                <a:lnTo>
                  <a:pt x="1158" y="12472"/>
                </a:lnTo>
              </a:path>
              <a:path w="21600" h="21600">
                <a:moveTo>
                  <a:pt x="2741" y="12154"/>
                </a:moveTo>
                <a:lnTo>
                  <a:pt x="2738" y="12178"/>
                </a:lnTo>
                <a:lnTo>
                  <a:pt x="2741" y="12168"/>
                </a:lnTo>
              </a:path>
              <a:path w="21600" h="21600">
                <a:moveTo>
                  <a:pt x="1629" y="12143"/>
                </a:moveTo>
                <a:lnTo>
                  <a:pt x="1593" y="12211"/>
                </a:lnTo>
                <a:lnTo>
                  <a:pt x="1623" y="12503"/>
                </a:lnTo>
                <a:lnTo>
                  <a:pt x="1646" y="12458"/>
                </a:lnTo>
                <a:lnTo>
                  <a:pt x="1654" y="12435"/>
                </a:lnTo>
              </a:path>
              <a:path w="21600" h="21600">
                <a:moveTo>
                  <a:pt x="2813" y="12085"/>
                </a:moveTo>
                <a:lnTo>
                  <a:pt x="2794" y="12146"/>
                </a:lnTo>
                <a:lnTo>
                  <a:pt x="2794" y="12177"/>
                </a:lnTo>
              </a:path>
              <a:path w="21600" h="21600">
                <a:moveTo>
                  <a:pt x="1453" y="12074"/>
                </a:moveTo>
                <a:lnTo>
                  <a:pt x="1433" y="12115"/>
                </a:lnTo>
                <a:lnTo>
                  <a:pt x="1450" y="12238"/>
                </a:lnTo>
                <a:lnTo>
                  <a:pt x="1469" y="12359"/>
                </a:lnTo>
                <a:lnTo>
                  <a:pt x="1484" y="12330"/>
                </a:lnTo>
              </a:path>
              <a:path w="21600" h="21600">
                <a:moveTo>
                  <a:pt x="1214" y="12073"/>
                </a:moveTo>
                <a:lnTo>
                  <a:pt x="1212" y="12076"/>
                </a:lnTo>
                <a:lnTo>
                  <a:pt x="1233" y="12211"/>
                </a:lnTo>
              </a:path>
              <a:path w="21600" h="21600">
                <a:moveTo>
                  <a:pt x="913" y="12042"/>
                </a:moveTo>
                <a:lnTo>
                  <a:pt x="813" y="12137"/>
                </a:lnTo>
                <a:lnTo>
                  <a:pt x="715" y="12351"/>
                </a:lnTo>
                <a:cubicBezTo>
                  <a:pt x="624" y="12489"/>
                  <a:pt x="518" y="12620"/>
                  <a:pt x="399" y="12741"/>
                </a:cubicBezTo>
                <a:lnTo>
                  <a:pt x="183" y="12925"/>
                </a:lnTo>
                <a:lnTo>
                  <a:pt x="439" y="12786"/>
                </a:lnTo>
                <a:lnTo>
                  <a:pt x="787" y="12509"/>
                </a:lnTo>
                <a:lnTo>
                  <a:pt x="866" y="12337"/>
                </a:lnTo>
                <a:cubicBezTo>
                  <a:pt x="894" y="12239"/>
                  <a:pt x="908" y="12141"/>
                  <a:pt x="913" y="12042"/>
                </a:cubicBezTo>
              </a:path>
              <a:path w="21600" h="21600">
                <a:moveTo>
                  <a:pt x="1260" y="12002"/>
                </a:moveTo>
                <a:lnTo>
                  <a:pt x="1252" y="12014"/>
                </a:lnTo>
                <a:lnTo>
                  <a:pt x="1289" y="12283"/>
                </a:lnTo>
                <a:lnTo>
                  <a:pt x="1297" y="12271"/>
                </a:lnTo>
                <a:lnTo>
                  <a:pt x="1276" y="12085"/>
                </a:lnTo>
              </a:path>
              <a:path w="21600" h="21600">
                <a:moveTo>
                  <a:pt x="960" y="11998"/>
                </a:moveTo>
                <a:lnTo>
                  <a:pt x="956" y="12001"/>
                </a:lnTo>
                <a:lnTo>
                  <a:pt x="959" y="12047"/>
                </a:lnTo>
                <a:cubicBezTo>
                  <a:pt x="954" y="12148"/>
                  <a:pt x="939" y="12249"/>
                  <a:pt x="909" y="12350"/>
                </a:cubicBezTo>
                <a:lnTo>
                  <a:pt x="886" y="12400"/>
                </a:lnTo>
                <a:lnTo>
                  <a:pt x="976" y="12297"/>
                </a:lnTo>
              </a:path>
              <a:path w="21600" h="21600">
                <a:moveTo>
                  <a:pt x="1863" y="11994"/>
                </a:moveTo>
                <a:lnTo>
                  <a:pt x="1776" y="12236"/>
                </a:lnTo>
                <a:lnTo>
                  <a:pt x="1796" y="12510"/>
                </a:lnTo>
                <a:lnTo>
                  <a:pt x="1841" y="12393"/>
                </a:lnTo>
                <a:lnTo>
                  <a:pt x="1841" y="12382"/>
                </a:lnTo>
              </a:path>
              <a:path w="21600" h="21600">
                <a:moveTo>
                  <a:pt x="2213" y="11981"/>
                </a:moveTo>
                <a:lnTo>
                  <a:pt x="2205" y="12013"/>
                </a:lnTo>
                <a:lnTo>
                  <a:pt x="2205" y="12019"/>
                </a:lnTo>
              </a:path>
              <a:path w="21600" h="21600">
                <a:moveTo>
                  <a:pt x="1103" y="11963"/>
                </a:moveTo>
                <a:lnTo>
                  <a:pt x="1120" y="12133"/>
                </a:lnTo>
                <a:lnTo>
                  <a:pt x="1130" y="12121"/>
                </a:lnTo>
              </a:path>
              <a:path w="21600" h="21600">
                <a:moveTo>
                  <a:pt x="1010" y="11949"/>
                </a:moveTo>
                <a:lnTo>
                  <a:pt x="1002" y="11957"/>
                </a:lnTo>
                <a:lnTo>
                  <a:pt x="1018" y="12249"/>
                </a:lnTo>
                <a:lnTo>
                  <a:pt x="1027" y="12239"/>
                </a:lnTo>
                <a:lnTo>
                  <a:pt x="1020" y="12049"/>
                </a:lnTo>
                <a:lnTo>
                  <a:pt x="1012" y="11966"/>
                </a:lnTo>
              </a:path>
              <a:path w="21600" h="21600">
                <a:moveTo>
                  <a:pt x="1299" y="11941"/>
                </a:moveTo>
                <a:lnTo>
                  <a:pt x="1294" y="11949"/>
                </a:lnTo>
                <a:lnTo>
                  <a:pt x="1319" y="12078"/>
                </a:lnTo>
                <a:lnTo>
                  <a:pt x="1335" y="12213"/>
                </a:lnTo>
                <a:lnTo>
                  <a:pt x="1343" y="12200"/>
                </a:lnTo>
                <a:lnTo>
                  <a:pt x="1303" y="11966"/>
                </a:lnTo>
              </a:path>
              <a:path w="21600" h="21600">
                <a:moveTo>
                  <a:pt x="1519" y="11936"/>
                </a:moveTo>
                <a:lnTo>
                  <a:pt x="1490" y="11996"/>
                </a:lnTo>
                <a:lnTo>
                  <a:pt x="1522" y="12256"/>
                </a:lnTo>
                <a:lnTo>
                  <a:pt x="1547" y="12205"/>
                </a:lnTo>
              </a:path>
              <a:path w="21600" h="21600">
                <a:moveTo>
                  <a:pt x="2013" y="11935"/>
                </a:moveTo>
                <a:lnTo>
                  <a:pt x="1891" y="12388"/>
                </a:lnTo>
                <a:lnTo>
                  <a:pt x="1887" y="12396"/>
                </a:lnTo>
                <a:lnTo>
                  <a:pt x="1903" y="12666"/>
                </a:lnTo>
                <a:lnTo>
                  <a:pt x="1977" y="12410"/>
                </a:lnTo>
              </a:path>
              <a:path w="21600" h="21600">
                <a:moveTo>
                  <a:pt x="1731" y="11913"/>
                </a:moveTo>
                <a:lnTo>
                  <a:pt x="1701" y="12003"/>
                </a:lnTo>
                <a:lnTo>
                  <a:pt x="1668" y="12067"/>
                </a:lnTo>
                <a:lnTo>
                  <a:pt x="1691" y="12332"/>
                </a:lnTo>
                <a:lnTo>
                  <a:pt x="1730" y="12224"/>
                </a:lnTo>
                <a:lnTo>
                  <a:pt x="1723" y="12132"/>
                </a:lnTo>
              </a:path>
              <a:path w="21600" h="21600">
                <a:moveTo>
                  <a:pt x="1055" y="11907"/>
                </a:moveTo>
                <a:lnTo>
                  <a:pt x="1053" y="11909"/>
                </a:lnTo>
                <a:lnTo>
                  <a:pt x="1059" y="11962"/>
                </a:lnTo>
                <a:lnTo>
                  <a:pt x="1067" y="12045"/>
                </a:lnTo>
                <a:lnTo>
                  <a:pt x="1072" y="12187"/>
                </a:lnTo>
                <a:lnTo>
                  <a:pt x="1080" y="12178"/>
                </a:lnTo>
              </a:path>
              <a:path w="21600" h="21600">
                <a:moveTo>
                  <a:pt x="1352" y="11857"/>
                </a:moveTo>
                <a:lnTo>
                  <a:pt x="1336" y="11883"/>
                </a:lnTo>
                <a:lnTo>
                  <a:pt x="1347" y="11958"/>
                </a:lnTo>
                <a:lnTo>
                  <a:pt x="1377" y="12130"/>
                </a:lnTo>
                <a:lnTo>
                  <a:pt x="1387" y="12110"/>
                </a:lnTo>
              </a:path>
              <a:path w="21600" h="21600">
                <a:moveTo>
                  <a:pt x="2666" y="11832"/>
                </a:moveTo>
                <a:lnTo>
                  <a:pt x="2538" y="12284"/>
                </a:lnTo>
                <a:lnTo>
                  <a:pt x="2459" y="12736"/>
                </a:lnTo>
                <a:cubicBezTo>
                  <a:pt x="2442" y="12821"/>
                  <a:pt x="2428" y="12896"/>
                  <a:pt x="2414" y="12965"/>
                </a:cubicBezTo>
                <a:lnTo>
                  <a:pt x="2413" y="12969"/>
                </a:lnTo>
                <a:lnTo>
                  <a:pt x="2357" y="13389"/>
                </a:lnTo>
                <a:lnTo>
                  <a:pt x="2351" y="13625"/>
                </a:lnTo>
                <a:lnTo>
                  <a:pt x="2353" y="13614"/>
                </a:lnTo>
                <a:cubicBezTo>
                  <a:pt x="2380" y="13489"/>
                  <a:pt x="2407" y="13355"/>
                  <a:pt x="2437" y="13192"/>
                </a:cubicBezTo>
                <a:cubicBezTo>
                  <a:pt x="2487" y="12920"/>
                  <a:pt x="2530" y="12647"/>
                  <a:pt x="2572" y="12383"/>
                </a:cubicBezTo>
              </a:path>
              <a:path w="21600" h="21600">
                <a:moveTo>
                  <a:pt x="1226" y="11824"/>
                </a:moveTo>
                <a:lnTo>
                  <a:pt x="1243" y="11950"/>
                </a:lnTo>
                <a:lnTo>
                  <a:pt x="1248" y="11942"/>
                </a:lnTo>
              </a:path>
              <a:path w="21600" h="21600">
                <a:moveTo>
                  <a:pt x="1043" y="11820"/>
                </a:moveTo>
                <a:lnTo>
                  <a:pt x="1046" y="11848"/>
                </a:lnTo>
                <a:lnTo>
                  <a:pt x="1047" y="11846"/>
                </a:lnTo>
              </a:path>
              <a:path w="21600" h="21600">
                <a:moveTo>
                  <a:pt x="994" y="11801"/>
                </a:moveTo>
                <a:lnTo>
                  <a:pt x="999" y="11893"/>
                </a:lnTo>
                <a:lnTo>
                  <a:pt x="1004" y="11888"/>
                </a:lnTo>
              </a:path>
              <a:path w="21600" h="21600">
                <a:moveTo>
                  <a:pt x="894" y="11774"/>
                </a:moveTo>
                <a:lnTo>
                  <a:pt x="854" y="12034"/>
                </a:lnTo>
                <a:lnTo>
                  <a:pt x="909" y="11980"/>
                </a:lnTo>
              </a:path>
              <a:path w="21600" h="21600">
                <a:moveTo>
                  <a:pt x="1416" y="11759"/>
                </a:moveTo>
                <a:lnTo>
                  <a:pt x="1390" y="11799"/>
                </a:lnTo>
                <a:lnTo>
                  <a:pt x="1423" y="12036"/>
                </a:lnTo>
                <a:lnTo>
                  <a:pt x="1444" y="11992"/>
                </a:lnTo>
              </a:path>
              <a:path w="21600" h="21600">
                <a:moveTo>
                  <a:pt x="1605" y="11757"/>
                </a:moveTo>
                <a:lnTo>
                  <a:pt x="1557" y="11858"/>
                </a:lnTo>
                <a:lnTo>
                  <a:pt x="1585" y="12131"/>
                </a:lnTo>
                <a:lnTo>
                  <a:pt x="1622" y="12060"/>
                </a:lnTo>
                <a:lnTo>
                  <a:pt x="1606" y="11882"/>
                </a:lnTo>
              </a:path>
              <a:path w="21600" h="21600">
                <a:moveTo>
                  <a:pt x="1168" y="11757"/>
                </a:moveTo>
                <a:lnTo>
                  <a:pt x="1164" y="11762"/>
                </a:lnTo>
                <a:lnTo>
                  <a:pt x="1203" y="12014"/>
                </a:lnTo>
                <a:lnTo>
                  <a:pt x="1206" y="12009"/>
                </a:lnTo>
                <a:lnTo>
                  <a:pt x="1179" y="11813"/>
                </a:lnTo>
              </a:path>
              <a:path w="21600" h="21600">
                <a:moveTo>
                  <a:pt x="850" y="11751"/>
                </a:moveTo>
                <a:lnTo>
                  <a:pt x="746" y="11851"/>
                </a:lnTo>
                <a:lnTo>
                  <a:pt x="656" y="12049"/>
                </a:lnTo>
                <a:cubicBezTo>
                  <a:pt x="567" y="12183"/>
                  <a:pt x="464" y="12311"/>
                  <a:pt x="347" y="12429"/>
                </a:cubicBezTo>
                <a:lnTo>
                  <a:pt x="239" y="12521"/>
                </a:lnTo>
                <a:lnTo>
                  <a:pt x="539" y="12339"/>
                </a:lnTo>
                <a:lnTo>
                  <a:pt x="774" y="12111"/>
                </a:lnTo>
                <a:lnTo>
                  <a:pt x="807" y="12039"/>
                </a:lnTo>
              </a:path>
              <a:path w="21600" h="21600">
                <a:moveTo>
                  <a:pt x="1204" y="11707"/>
                </a:moveTo>
                <a:lnTo>
                  <a:pt x="1203" y="11707"/>
                </a:lnTo>
                <a:lnTo>
                  <a:pt x="1210" y="11738"/>
                </a:lnTo>
              </a:path>
              <a:path w="21600" h="21600">
                <a:moveTo>
                  <a:pt x="2739" y="11674"/>
                </a:moveTo>
                <a:lnTo>
                  <a:pt x="2617" y="12388"/>
                </a:lnTo>
                <a:cubicBezTo>
                  <a:pt x="2576" y="12652"/>
                  <a:pt x="2533" y="12925"/>
                  <a:pt x="2482" y="13198"/>
                </a:cubicBezTo>
                <a:cubicBezTo>
                  <a:pt x="2451" y="13361"/>
                  <a:pt x="2425" y="13496"/>
                  <a:pt x="2398" y="13621"/>
                </a:cubicBezTo>
                <a:lnTo>
                  <a:pt x="2345" y="13829"/>
                </a:lnTo>
                <a:lnTo>
                  <a:pt x="2339" y="14053"/>
                </a:lnTo>
                <a:lnTo>
                  <a:pt x="2344" y="14201"/>
                </a:lnTo>
                <a:lnTo>
                  <a:pt x="2375" y="14082"/>
                </a:lnTo>
                <a:lnTo>
                  <a:pt x="2421" y="13846"/>
                </a:lnTo>
                <a:lnTo>
                  <a:pt x="2430" y="13636"/>
                </a:lnTo>
                <a:cubicBezTo>
                  <a:pt x="2459" y="13314"/>
                  <a:pt x="2505" y="13017"/>
                  <a:pt x="2566" y="12739"/>
                </a:cubicBezTo>
                <a:lnTo>
                  <a:pt x="2644" y="12486"/>
                </a:lnTo>
                <a:lnTo>
                  <a:pt x="2731" y="11931"/>
                </a:lnTo>
                <a:cubicBezTo>
                  <a:pt x="2733" y="11919"/>
                  <a:pt x="2736" y="11908"/>
                  <a:pt x="2738" y="11899"/>
                </a:cubicBezTo>
                <a:lnTo>
                  <a:pt x="2743" y="11855"/>
                </a:lnTo>
                <a:lnTo>
                  <a:pt x="2743" y="11796"/>
                </a:lnTo>
              </a:path>
              <a:path w="21600" h="21600">
                <a:moveTo>
                  <a:pt x="936" y="11669"/>
                </a:moveTo>
                <a:lnTo>
                  <a:pt x="932" y="11673"/>
                </a:lnTo>
                <a:lnTo>
                  <a:pt x="951" y="11939"/>
                </a:lnTo>
                <a:lnTo>
                  <a:pt x="956" y="11934"/>
                </a:lnTo>
                <a:lnTo>
                  <a:pt x="947" y="11759"/>
                </a:lnTo>
                <a:lnTo>
                  <a:pt x="937" y="11673"/>
                </a:lnTo>
              </a:path>
              <a:path w="21600" h="21600">
                <a:moveTo>
                  <a:pt x="1149" y="11666"/>
                </a:moveTo>
                <a:lnTo>
                  <a:pt x="1154" y="11699"/>
                </a:lnTo>
                <a:lnTo>
                  <a:pt x="1156" y="11698"/>
                </a:lnTo>
              </a:path>
              <a:path w="21600" h="21600">
                <a:moveTo>
                  <a:pt x="1252" y="11635"/>
                </a:moveTo>
                <a:lnTo>
                  <a:pt x="1239" y="11657"/>
                </a:lnTo>
                <a:lnTo>
                  <a:pt x="1243" y="11679"/>
                </a:lnTo>
                <a:lnTo>
                  <a:pt x="1282" y="11888"/>
                </a:lnTo>
                <a:lnTo>
                  <a:pt x="1289" y="11878"/>
                </a:lnTo>
              </a:path>
              <a:path w="21600" h="21600">
                <a:moveTo>
                  <a:pt x="1488" y="11600"/>
                </a:moveTo>
                <a:lnTo>
                  <a:pt x="1453" y="11680"/>
                </a:lnTo>
                <a:lnTo>
                  <a:pt x="1481" y="11915"/>
                </a:lnTo>
                <a:lnTo>
                  <a:pt x="1511" y="11852"/>
                </a:lnTo>
                <a:lnTo>
                  <a:pt x="1488" y="11632"/>
                </a:lnTo>
              </a:path>
              <a:path w="21600" h="21600">
                <a:moveTo>
                  <a:pt x="925" y="11587"/>
                </a:moveTo>
                <a:lnTo>
                  <a:pt x="927" y="11611"/>
                </a:lnTo>
                <a:lnTo>
                  <a:pt x="928" y="11610"/>
                </a:lnTo>
              </a:path>
              <a:path w="21600" h="21600">
                <a:moveTo>
                  <a:pt x="2520" y="11576"/>
                </a:moveTo>
                <a:lnTo>
                  <a:pt x="2342" y="12259"/>
                </a:lnTo>
                <a:lnTo>
                  <a:pt x="2276" y="12825"/>
                </a:lnTo>
                <a:lnTo>
                  <a:pt x="2308" y="12682"/>
                </a:lnTo>
                <a:cubicBezTo>
                  <a:pt x="2338" y="12540"/>
                  <a:pt x="2367" y="12396"/>
                  <a:pt x="2393" y="12262"/>
                </a:cubicBezTo>
                <a:cubicBezTo>
                  <a:pt x="2434" y="12051"/>
                  <a:pt x="2472" y="11839"/>
                  <a:pt x="2508" y="11635"/>
                </a:cubicBezTo>
              </a:path>
              <a:path w="21600" h="21600">
                <a:moveTo>
                  <a:pt x="1309" y="11538"/>
                </a:moveTo>
                <a:lnTo>
                  <a:pt x="1288" y="11573"/>
                </a:lnTo>
                <a:lnTo>
                  <a:pt x="1326" y="11819"/>
                </a:lnTo>
                <a:lnTo>
                  <a:pt x="1343" y="11792"/>
                </a:lnTo>
              </a:path>
              <a:path w="21600" h="21600">
                <a:moveTo>
                  <a:pt x="1076" y="11503"/>
                </a:moveTo>
                <a:lnTo>
                  <a:pt x="1074" y="11505"/>
                </a:lnTo>
                <a:lnTo>
                  <a:pt x="1111" y="11721"/>
                </a:lnTo>
                <a:lnTo>
                  <a:pt x="1084" y="11539"/>
                </a:lnTo>
              </a:path>
              <a:path w="21600" h="21600">
                <a:moveTo>
                  <a:pt x="827" y="11491"/>
                </a:moveTo>
                <a:lnTo>
                  <a:pt x="792" y="11743"/>
                </a:lnTo>
                <a:lnTo>
                  <a:pt x="846" y="11690"/>
                </a:lnTo>
              </a:path>
              <a:path w="21600" h="21600">
                <a:moveTo>
                  <a:pt x="2829" y="11479"/>
                </a:moveTo>
                <a:lnTo>
                  <a:pt x="2787" y="11559"/>
                </a:lnTo>
                <a:lnTo>
                  <a:pt x="2789" y="11689"/>
                </a:lnTo>
              </a:path>
              <a:path w="21600" h="21600">
                <a:moveTo>
                  <a:pt x="785" y="11464"/>
                </a:moveTo>
                <a:lnTo>
                  <a:pt x="772" y="11477"/>
                </a:lnTo>
                <a:lnTo>
                  <a:pt x="699" y="11531"/>
                </a:lnTo>
                <a:lnTo>
                  <a:pt x="599" y="11752"/>
                </a:lnTo>
                <a:lnTo>
                  <a:pt x="299" y="12121"/>
                </a:lnTo>
                <a:lnTo>
                  <a:pt x="640" y="11891"/>
                </a:lnTo>
                <a:lnTo>
                  <a:pt x="711" y="11822"/>
                </a:lnTo>
                <a:lnTo>
                  <a:pt x="747" y="11741"/>
                </a:lnTo>
              </a:path>
              <a:path w="21600" h="21600">
                <a:moveTo>
                  <a:pt x="869" y="11452"/>
                </a:moveTo>
                <a:lnTo>
                  <a:pt x="874" y="11505"/>
                </a:lnTo>
                <a:lnTo>
                  <a:pt x="871" y="11467"/>
                </a:lnTo>
              </a:path>
              <a:path w="21600" h="21600">
                <a:moveTo>
                  <a:pt x="1376" y="11424"/>
                </a:moveTo>
                <a:lnTo>
                  <a:pt x="1346" y="11475"/>
                </a:lnTo>
                <a:lnTo>
                  <a:pt x="1381" y="11732"/>
                </a:lnTo>
                <a:lnTo>
                  <a:pt x="1384" y="11728"/>
                </a:lnTo>
                <a:lnTo>
                  <a:pt x="1406" y="11678"/>
                </a:lnTo>
              </a:path>
              <a:path w="21600" h="21600">
                <a:moveTo>
                  <a:pt x="1750" y="11410"/>
                </a:moveTo>
                <a:lnTo>
                  <a:pt x="1712" y="11534"/>
                </a:lnTo>
                <a:lnTo>
                  <a:pt x="1650" y="11663"/>
                </a:lnTo>
                <a:lnTo>
                  <a:pt x="1652" y="11882"/>
                </a:lnTo>
                <a:lnTo>
                  <a:pt x="1660" y="11981"/>
                </a:lnTo>
                <a:lnTo>
                  <a:pt x="1737" y="11749"/>
                </a:lnTo>
              </a:path>
              <a:path w="21600" h="21600">
                <a:moveTo>
                  <a:pt x="1150" y="11398"/>
                </a:moveTo>
                <a:lnTo>
                  <a:pt x="1142" y="11410"/>
                </a:lnTo>
                <a:lnTo>
                  <a:pt x="1191" y="11648"/>
                </a:lnTo>
                <a:lnTo>
                  <a:pt x="1193" y="11645"/>
                </a:lnTo>
              </a:path>
              <a:path w="21600" h="21600">
                <a:moveTo>
                  <a:pt x="1607" y="11330"/>
                </a:moveTo>
                <a:lnTo>
                  <a:pt x="1532" y="11500"/>
                </a:lnTo>
                <a:lnTo>
                  <a:pt x="1533" y="11630"/>
                </a:lnTo>
                <a:lnTo>
                  <a:pt x="1548" y="11774"/>
                </a:lnTo>
                <a:lnTo>
                  <a:pt x="1604" y="11657"/>
                </a:lnTo>
                <a:lnTo>
                  <a:pt x="1603" y="11427"/>
                </a:lnTo>
              </a:path>
              <a:path w="21600" h="21600">
                <a:moveTo>
                  <a:pt x="1204" y="11323"/>
                </a:moveTo>
                <a:lnTo>
                  <a:pt x="1186" y="11348"/>
                </a:lnTo>
                <a:lnTo>
                  <a:pt x="1227" y="11589"/>
                </a:lnTo>
                <a:lnTo>
                  <a:pt x="1241" y="11565"/>
                </a:lnTo>
              </a:path>
              <a:path w="21600" h="21600">
                <a:moveTo>
                  <a:pt x="4242" y="11289"/>
                </a:moveTo>
                <a:cubicBezTo>
                  <a:pt x="4100" y="11433"/>
                  <a:pt x="3968" y="11582"/>
                  <a:pt x="3846" y="11736"/>
                </a:cubicBezTo>
                <a:cubicBezTo>
                  <a:pt x="3825" y="11763"/>
                  <a:pt x="3804" y="11790"/>
                  <a:pt x="3783" y="11817"/>
                </a:cubicBezTo>
                <a:cubicBezTo>
                  <a:pt x="3922" y="11629"/>
                  <a:pt x="4075" y="11453"/>
                  <a:pt x="4242" y="11289"/>
                </a:cubicBezTo>
              </a:path>
              <a:path w="21600" h="21600">
                <a:moveTo>
                  <a:pt x="2725" y="11250"/>
                </a:moveTo>
                <a:lnTo>
                  <a:pt x="2619" y="11832"/>
                </a:lnTo>
                <a:lnTo>
                  <a:pt x="2647" y="11732"/>
                </a:lnTo>
                <a:lnTo>
                  <a:pt x="2700" y="11629"/>
                </a:lnTo>
                <a:lnTo>
                  <a:pt x="2727" y="11475"/>
                </a:lnTo>
                <a:lnTo>
                  <a:pt x="2732" y="11454"/>
                </a:lnTo>
              </a:path>
              <a:path w="21600" h="21600">
                <a:moveTo>
                  <a:pt x="1267" y="11234"/>
                </a:moveTo>
                <a:lnTo>
                  <a:pt x="1242" y="11270"/>
                </a:lnTo>
                <a:lnTo>
                  <a:pt x="1277" y="11503"/>
                </a:lnTo>
                <a:lnTo>
                  <a:pt x="1299" y="11466"/>
                </a:lnTo>
              </a:path>
              <a:path w="21600" h="21600">
                <a:moveTo>
                  <a:pt x="762" y="11227"/>
                </a:moveTo>
                <a:lnTo>
                  <a:pt x="733" y="11450"/>
                </a:lnTo>
                <a:lnTo>
                  <a:pt x="739" y="11445"/>
                </a:lnTo>
                <a:lnTo>
                  <a:pt x="782" y="11404"/>
                </a:lnTo>
              </a:path>
              <a:path w="21600" h="21600">
                <a:moveTo>
                  <a:pt x="1483" y="11222"/>
                </a:moveTo>
                <a:lnTo>
                  <a:pt x="1459" y="11282"/>
                </a:lnTo>
                <a:lnTo>
                  <a:pt x="1416" y="11355"/>
                </a:lnTo>
                <a:lnTo>
                  <a:pt x="1417" y="11379"/>
                </a:lnTo>
                <a:lnTo>
                  <a:pt x="1442" y="11595"/>
                </a:lnTo>
                <a:lnTo>
                  <a:pt x="1486" y="11495"/>
                </a:lnTo>
              </a:path>
              <a:path w="21600" h="21600">
                <a:moveTo>
                  <a:pt x="2687" y="11206"/>
                </a:moveTo>
                <a:lnTo>
                  <a:pt x="2607" y="11369"/>
                </a:lnTo>
                <a:lnTo>
                  <a:pt x="2553" y="11643"/>
                </a:lnTo>
                <a:cubicBezTo>
                  <a:pt x="2517" y="11848"/>
                  <a:pt x="2479" y="12059"/>
                  <a:pt x="2438" y="12271"/>
                </a:cubicBezTo>
                <a:cubicBezTo>
                  <a:pt x="2412" y="12405"/>
                  <a:pt x="2383" y="12549"/>
                  <a:pt x="2354" y="12691"/>
                </a:cubicBezTo>
                <a:cubicBezTo>
                  <a:pt x="2319" y="12858"/>
                  <a:pt x="2284" y="13013"/>
                  <a:pt x="2248" y="13160"/>
                </a:cubicBezTo>
                <a:lnTo>
                  <a:pt x="2239" y="13195"/>
                </a:lnTo>
                <a:lnTo>
                  <a:pt x="2235" y="13566"/>
                </a:lnTo>
                <a:lnTo>
                  <a:pt x="2331" y="13148"/>
                </a:lnTo>
                <a:lnTo>
                  <a:pt x="2368" y="12965"/>
                </a:lnTo>
                <a:lnTo>
                  <a:pt x="2431" y="12496"/>
                </a:lnTo>
                <a:lnTo>
                  <a:pt x="2494" y="12272"/>
                </a:lnTo>
                <a:lnTo>
                  <a:pt x="2541" y="12004"/>
                </a:lnTo>
              </a:path>
              <a:path w="21600" h="21600">
                <a:moveTo>
                  <a:pt x="1048" y="11157"/>
                </a:moveTo>
                <a:lnTo>
                  <a:pt x="1045" y="11161"/>
                </a:lnTo>
                <a:lnTo>
                  <a:pt x="1068" y="11262"/>
                </a:lnTo>
              </a:path>
              <a:path w="21600" h="21600">
                <a:moveTo>
                  <a:pt x="724" y="11157"/>
                </a:moveTo>
                <a:lnTo>
                  <a:pt x="644" y="11221"/>
                </a:lnTo>
                <a:lnTo>
                  <a:pt x="540" y="11451"/>
                </a:lnTo>
                <a:lnTo>
                  <a:pt x="277" y="11773"/>
                </a:lnTo>
                <a:lnTo>
                  <a:pt x="367" y="11725"/>
                </a:lnTo>
                <a:lnTo>
                  <a:pt x="659" y="11505"/>
                </a:lnTo>
                <a:lnTo>
                  <a:pt x="688" y="11442"/>
                </a:lnTo>
              </a:path>
              <a:path w="21600" h="21600">
                <a:moveTo>
                  <a:pt x="1097" y="11088"/>
                </a:moveTo>
                <a:lnTo>
                  <a:pt x="1084" y="11107"/>
                </a:lnTo>
                <a:lnTo>
                  <a:pt x="1130" y="11351"/>
                </a:lnTo>
                <a:lnTo>
                  <a:pt x="1140" y="11337"/>
                </a:lnTo>
              </a:path>
              <a:path w="21600" h="21600">
                <a:moveTo>
                  <a:pt x="1360" y="11081"/>
                </a:moveTo>
                <a:lnTo>
                  <a:pt x="1305" y="11178"/>
                </a:lnTo>
                <a:lnTo>
                  <a:pt x="1336" y="11403"/>
                </a:lnTo>
                <a:lnTo>
                  <a:pt x="1369" y="11346"/>
                </a:lnTo>
              </a:path>
              <a:path w="21600" h="21600">
                <a:moveTo>
                  <a:pt x="1987" y="11013"/>
                </a:moveTo>
                <a:lnTo>
                  <a:pt x="1883" y="11456"/>
                </a:lnTo>
                <a:lnTo>
                  <a:pt x="1783" y="11757"/>
                </a:lnTo>
                <a:lnTo>
                  <a:pt x="1769" y="12113"/>
                </a:lnTo>
                <a:lnTo>
                  <a:pt x="1841" y="11912"/>
                </a:lnTo>
                <a:lnTo>
                  <a:pt x="1875" y="11777"/>
                </a:lnTo>
                <a:lnTo>
                  <a:pt x="1891" y="11515"/>
                </a:lnTo>
              </a:path>
              <a:path w="21600" h="21600">
                <a:moveTo>
                  <a:pt x="1155" y="11006"/>
                </a:moveTo>
                <a:lnTo>
                  <a:pt x="1133" y="11038"/>
                </a:lnTo>
                <a:lnTo>
                  <a:pt x="1175" y="11287"/>
                </a:lnTo>
                <a:lnTo>
                  <a:pt x="1194" y="11260"/>
                </a:lnTo>
              </a:path>
              <a:path w="21600" h="21600">
                <a:moveTo>
                  <a:pt x="2540" y="10935"/>
                </a:moveTo>
                <a:lnTo>
                  <a:pt x="2418" y="11198"/>
                </a:lnTo>
                <a:lnTo>
                  <a:pt x="2390" y="11337"/>
                </a:lnTo>
                <a:lnTo>
                  <a:pt x="2366" y="11455"/>
                </a:lnTo>
                <a:cubicBezTo>
                  <a:pt x="2346" y="11555"/>
                  <a:pt x="2326" y="11655"/>
                  <a:pt x="2305" y="11755"/>
                </a:cubicBezTo>
                <a:cubicBezTo>
                  <a:pt x="2269" y="11931"/>
                  <a:pt x="2235" y="12089"/>
                  <a:pt x="2202" y="12234"/>
                </a:cubicBezTo>
                <a:lnTo>
                  <a:pt x="2172" y="12359"/>
                </a:lnTo>
                <a:lnTo>
                  <a:pt x="2121" y="12886"/>
                </a:lnTo>
                <a:lnTo>
                  <a:pt x="2121" y="12926"/>
                </a:lnTo>
                <a:lnTo>
                  <a:pt x="2181" y="12687"/>
                </a:lnTo>
                <a:cubicBezTo>
                  <a:pt x="2215" y="12541"/>
                  <a:pt x="2250" y="12384"/>
                  <a:pt x="2285" y="12215"/>
                </a:cubicBezTo>
                <a:cubicBezTo>
                  <a:pt x="2314" y="12076"/>
                  <a:pt x="2342" y="11936"/>
                  <a:pt x="2369" y="11797"/>
                </a:cubicBezTo>
                <a:cubicBezTo>
                  <a:pt x="2405" y="11620"/>
                  <a:pt x="2437" y="11446"/>
                  <a:pt x="2470" y="11273"/>
                </a:cubicBezTo>
              </a:path>
              <a:path w="21600" h="21600">
                <a:moveTo>
                  <a:pt x="703" y="10893"/>
                </a:moveTo>
                <a:lnTo>
                  <a:pt x="674" y="11139"/>
                </a:lnTo>
                <a:lnTo>
                  <a:pt x="720" y="11101"/>
                </a:lnTo>
              </a:path>
              <a:path w="21600" h="21600">
                <a:moveTo>
                  <a:pt x="1240" y="10887"/>
                </a:moveTo>
                <a:lnTo>
                  <a:pt x="1193" y="10953"/>
                </a:lnTo>
                <a:lnTo>
                  <a:pt x="1232" y="11206"/>
                </a:lnTo>
                <a:lnTo>
                  <a:pt x="1255" y="11173"/>
                </a:lnTo>
                <a:lnTo>
                  <a:pt x="1258" y="11168"/>
                </a:lnTo>
                <a:lnTo>
                  <a:pt x="1253" y="11132"/>
                </a:lnTo>
              </a:path>
              <a:path w="21600" h="21600">
                <a:moveTo>
                  <a:pt x="996" y="10879"/>
                </a:moveTo>
                <a:lnTo>
                  <a:pt x="988" y="10889"/>
                </a:lnTo>
                <a:lnTo>
                  <a:pt x="1033" y="11105"/>
                </a:lnTo>
                <a:lnTo>
                  <a:pt x="1037" y="11099"/>
                </a:lnTo>
              </a:path>
              <a:path w="21600" h="21600">
                <a:moveTo>
                  <a:pt x="659" y="10867"/>
                </a:moveTo>
                <a:lnTo>
                  <a:pt x="586" y="10918"/>
                </a:lnTo>
                <a:lnTo>
                  <a:pt x="483" y="11152"/>
                </a:lnTo>
                <a:lnTo>
                  <a:pt x="249" y="11437"/>
                </a:lnTo>
                <a:lnTo>
                  <a:pt x="467" y="11308"/>
                </a:lnTo>
                <a:lnTo>
                  <a:pt x="606" y="11195"/>
                </a:lnTo>
                <a:lnTo>
                  <a:pt x="628" y="11145"/>
                </a:lnTo>
              </a:path>
              <a:path w="21600" h="21600">
                <a:moveTo>
                  <a:pt x="1485" y="10841"/>
                </a:moveTo>
                <a:lnTo>
                  <a:pt x="1404" y="11003"/>
                </a:lnTo>
                <a:lnTo>
                  <a:pt x="1413" y="11272"/>
                </a:lnTo>
                <a:lnTo>
                  <a:pt x="1420" y="11260"/>
                </a:lnTo>
                <a:lnTo>
                  <a:pt x="1481" y="11107"/>
                </a:lnTo>
                <a:lnTo>
                  <a:pt x="1479" y="10902"/>
                </a:lnTo>
              </a:path>
              <a:path w="21600" h="21600">
                <a:moveTo>
                  <a:pt x="2711" y="10838"/>
                </a:moveTo>
                <a:lnTo>
                  <a:pt x="2640" y="11198"/>
                </a:lnTo>
                <a:lnTo>
                  <a:pt x="2717" y="11042"/>
                </a:lnTo>
                <a:lnTo>
                  <a:pt x="2718" y="11037"/>
                </a:lnTo>
                <a:lnTo>
                  <a:pt x="2718" y="11015"/>
                </a:lnTo>
                <a:lnTo>
                  <a:pt x="2719" y="11004"/>
                </a:lnTo>
              </a:path>
              <a:path w="21600" h="21600">
                <a:moveTo>
                  <a:pt x="1050" y="10814"/>
                </a:moveTo>
                <a:lnTo>
                  <a:pt x="1033" y="10835"/>
                </a:lnTo>
                <a:lnTo>
                  <a:pt x="1073" y="11047"/>
                </a:lnTo>
                <a:lnTo>
                  <a:pt x="1087" y="11027"/>
                </a:lnTo>
              </a:path>
              <a:path w="21600" h="21600">
                <a:moveTo>
                  <a:pt x="1652" y="10802"/>
                </a:moveTo>
                <a:lnTo>
                  <a:pt x="1527" y="11113"/>
                </a:lnTo>
                <a:lnTo>
                  <a:pt x="1530" y="11395"/>
                </a:lnTo>
                <a:lnTo>
                  <a:pt x="1612" y="11210"/>
                </a:lnTo>
                <a:lnTo>
                  <a:pt x="1620" y="11024"/>
                </a:lnTo>
              </a:path>
              <a:path w="21600" h="21600">
                <a:moveTo>
                  <a:pt x="2346" y="10770"/>
                </a:moveTo>
                <a:lnTo>
                  <a:pt x="2226" y="11044"/>
                </a:lnTo>
                <a:cubicBezTo>
                  <a:pt x="2159" y="11267"/>
                  <a:pt x="2107" y="11505"/>
                  <a:pt x="2070" y="11767"/>
                </a:cubicBezTo>
                <a:lnTo>
                  <a:pt x="2037" y="12199"/>
                </a:lnTo>
                <a:lnTo>
                  <a:pt x="2049" y="12160"/>
                </a:lnTo>
                <a:cubicBezTo>
                  <a:pt x="2120" y="11861"/>
                  <a:pt x="2186" y="11549"/>
                  <a:pt x="2241" y="11283"/>
                </a:cubicBezTo>
                <a:lnTo>
                  <a:pt x="2279" y="11096"/>
                </a:lnTo>
                <a:cubicBezTo>
                  <a:pt x="2294" y="11019"/>
                  <a:pt x="2310" y="10943"/>
                  <a:pt x="2326" y="10865"/>
                </a:cubicBezTo>
              </a:path>
              <a:path w="21600" h="21600">
                <a:moveTo>
                  <a:pt x="2906" y="10762"/>
                </a:moveTo>
                <a:lnTo>
                  <a:pt x="2767" y="11043"/>
                </a:lnTo>
                <a:lnTo>
                  <a:pt x="2777" y="11217"/>
                </a:lnTo>
                <a:lnTo>
                  <a:pt x="2820" y="10980"/>
                </a:lnTo>
              </a:path>
              <a:path w="21600" h="21600">
                <a:moveTo>
                  <a:pt x="1348" y="10733"/>
                </a:moveTo>
                <a:lnTo>
                  <a:pt x="1282" y="10827"/>
                </a:lnTo>
                <a:lnTo>
                  <a:pt x="1297" y="11100"/>
                </a:lnTo>
                <a:lnTo>
                  <a:pt x="1352" y="11004"/>
                </a:lnTo>
                <a:lnTo>
                  <a:pt x="1357" y="10993"/>
                </a:lnTo>
              </a:path>
              <a:path w="21600" h="21600">
                <a:moveTo>
                  <a:pt x="1124" y="10726"/>
                </a:moveTo>
                <a:lnTo>
                  <a:pt x="1087" y="10770"/>
                </a:lnTo>
                <a:lnTo>
                  <a:pt x="1122" y="10977"/>
                </a:lnTo>
                <a:lnTo>
                  <a:pt x="1146" y="10944"/>
                </a:lnTo>
                <a:lnTo>
                  <a:pt x="1136" y="10881"/>
                </a:lnTo>
              </a:path>
              <a:path w="21600" h="21600">
                <a:moveTo>
                  <a:pt x="2129" y="10671"/>
                </a:moveTo>
                <a:lnTo>
                  <a:pt x="2073" y="10809"/>
                </a:lnTo>
                <a:cubicBezTo>
                  <a:pt x="2012" y="11027"/>
                  <a:pt x="1967" y="11262"/>
                  <a:pt x="1936" y="11521"/>
                </a:cubicBezTo>
                <a:lnTo>
                  <a:pt x="1935" y="11542"/>
                </a:lnTo>
                <a:lnTo>
                  <a:pt x="2016" y="11223"/>
                </a:lnTo>
              </a:path>
              <a:path w="21600" h="21600">
                <a:moveTo>
                  <a:pt x="894" y="10662"/>
                </a:moveTo>
                <a:lnTo>
                  <a:pt x="892" y="10665"/>
                </a:lnTo>
                <a:lnTo>
                  <a:pt x="929" y="10829"/>
                </a:lnTo>
                <a:lnTo>
                  <a:pt x="931" y="10836"/>
                </a:lnTo>
              </a:path>
              <a:path w="21600" h="21600">
                <a:moveTo>
                  <a:pt x="636" y="10618"/>
                </a:moveTo>
                <a:lnTo>
                  <a:pt x="614" y="10843"/>
                </a:lnTo>
                <a:lnTo>
                  <a:pt x="656" y="10813"/>
                </a:lnTo>
              </a:path>
              <a:path w="21600" h="21600">
                <a:moveTo>
                  <a:pt x="945" y="10612"/>
                </a:moveTo>
                <a:lnTo>
                  <a:pt x="933" y="10624"/>
                </a:lnTo>
                <a:lnTo>
                  <a:pt x="976" y="10834"/>
                </a:lnTo>
                <a:lnTo>
                  <a:pt x="985" y="10823"/>
                </a:lnTo>
              </a:path>
              <a:path w="21600" h="21600">
                <a:moveTo>
                  <a:pt x="595" y="10595"/>
                </a:moveTo>
                <a:lnTo>
                  <a:pt x="529" y="10641"/>
                </a:lnTo>
                <a:lnTo>
                  <a:pt x="426" y="10852"/>
                </a:lnTo>
                <a:lnTo>
                  <a:pt x="189" y="11141"/>
                </a:lnTo>
                <a:lnTo>
                  <a:pt x="210" y="11130"/>
                </a:lnTo>
                <a:lnTo>
                  <a:pt x="551" y="10888"/>
                </a:lnTo>
                <a:lnTo>
                  <a:pt x="570" y="10846"/>
                </a:lnTo>
              </a:path>
              <a:path w="21600" h="21600">
                <a:moveTo>
                  <a:pt x="2699" y="10593"/>
                </a:moveTo>
                <a:lnTo>
                  <a:pt x="2622" y="10759"/>
                </a:lnTo>
                <a:lnTo>
                  <a:pt x="2513" y="11282"/>
                </a:lnTo>
                <a:lnTo>
                  <a:pt x="2414" y="11798"/>
                </a:lnTo>
                <a:lnTo>
                  <a:pt x="2492" y="11498"/>
                </a:lnTo>
                <a:lnTo>
                  <a:pt x="2563" y="11356"/>
                </a:lnTo>
                <a:lnTo>
                  <a:pt x="2700" y="10650"/>
                </a:lnTo>
                <a:lnTo>
                  <a:pt x="2698" y="10600"/>
                </a:lnTo>
              </a:path>
              <a:path w="21600" h="21600">
                <a:moveTo>
                  <a:pt x="1223" y="10575"/>
                </a:moveTo>
                <a:lnTo>
                  <a:pt x="1165" y="10673"/>
                </a:lnTo>
                <a:lnTo>
                  <a:pt x="1181" y="10876"/>
                </a:lnTo>
                <a:lnTo>
                  <a:pt x="1183" y="10890"/>
                </a:lnTo>
                <a:lnTo>
                  <a:pt x="1236" y="10814"/>
                </a:lnTo>
              </a:path>
              <a:path w="21600" h="21600">
                <a:moveTo>
                  <a:pt x="1930" y="10543"/>
                </a:moveTo>
                <a:lnTo>
                  <a:pt x="1918" y="10574"/>
                </a:lnTo>
                <a:lnTo>
                  <a:pt x="1901" y="10675"/>
                </a:lnTo>
              </a:path>
              <a:path w="21600" h="21600">
                <a:moveTo>
                  <a:pt x="1009" y="10536"/>
                </a:moveTo>
                <a:lnTo>
                  <a:pt x="983" y="10571"/>
                </a:lnTo>
                <a:lnTo>
                  <a:pt x="1022" y="10779"/>
                </a:lnTo>
                <a:lnTo>
                  <a:pt x="1041" y="10756"/>
                </a:lnTo>
                <a:lnTo>
                  <a:pt x="1019" y="10630"/>
                </a:lnTo>
              </a:path>
              <a:path w="21600" h="21600">
                <a:moveTo>
                  <a:pt x="1100" y="10415"/>
                </a:moveTo>
                <a:lnTo>
                  <a:pt x="1048" y="10484"/>
                </a:lnTo>
                <a:lnTo>
                  <a:pt x="1062" y="10625"/>
                </a:lnTo>
                <a:lnTo>
                  <a:pt x="1077" y="10712"/>
                </a:lnTo>
                <a:lnTo>
                  <a:pt x="1119" y="10662"/>
                </a:lnTo>
              </a:path>
              <a:path w="21600" h="21600">
                <a:moveTo>
                  <a:pt x="2694" y="10410"/>
                </a:moveTo>
                <a:lnTo>
                  <a:pt x="2661" y="10570"/>
                </a:lnTo>
                <a:lnTo>
                  <a:pt x="2700" y="10486"/>
                </a:lnTo>
              </a:path>
              <a:path w="21600" h="21600">
                <a:moveTo>
                  <a:pt x="835" y="10376"/>
                </a:moveTo>
                <a:lnTo>
                  <a:pt x="827" y="10384"/>
                </a:lnTo>
                <a:lnTo>
                  <a:pt x="880" y="10612"/>
                </a:lnTo>
                <a:lnTo>
                  <a:pt x="883" y="10608"/>
                </a:lnTo>
              </a:path>
              <a:path w="21600" h="21600">
                <a:moveTo>
                  <a:pt x="573" y="10349"/>
                </a:moveTo>
                <a:lnTo>
                  <a:pt x="578" y="10407"/>
                </a:lnTo>
                <a:lnTo>
                  <a:pt x="546" y="10573"/>
                </a:lnTo>
                <a:lnTo>
                  <a:pt x="596" y="10537"/>
                </a:lnTo>
              </a:path>
              <a:path w="21600" h="21600">
                <a:moveTo>
                  <a:pt x="1539" y="10337"/>
                </a:moveTo>
                <a:lnTo>
                  <a:pt x="1537" y="10344"/>
                </a:lnTo>
                <a:cubicBezTo>
                  <a:pt x="1502" y="10425"/>
                  <a:pt x="1470" y="10496"/>
                  <a:pt x="1439" y="10559"/>
                </a:cubicBezTo>
                <a:lnTo>
                  <a:pt x="1392" y="10651"/>
                </a:lnTo>
                <a:lnTo>
                  <a:pt x="1400" y="10907"/>
                </a:lnTo>
                <a:lnTo>
                  <a:pt x="1458" y="10794"/>
                </a:lnTo>
                <a:lnTo>
                  <a:pt x="1504" y="10667"/>
                </a:lnTo>
              </a:path>
              <a:path w="21600" h="21600">
                <a:moveTo>
                  <a:pt x="529" y="10326"/>
                </a:moveTo>
                <a:lnTo>
                  <a:pt x="517" y="10335"/>
                </a:lnTo>
                <a:lnTo>
                  <a:pt x="453" y="10375"/>
                </a:lnTo>
                <a:lnTo>
                  <a:pt x="368" y="10551"/>
                </a:lnTo>
                <a:lnTo>
                  <a:pt x="130" y="10839"/>
                </a:lnTo>
                <a:lnTo>
                  <a:pt x="349" y="10715"/>
                </a:lnTo>
                <a:lnTo>
                  <a:pt x="477" y="10623"/>
                </a:lnTo>
                <a:lnTo>
                  <a:pt x="511" y="10546"/>
                </a:lnTo>
              </a:path>
              <a:path w="21600" h="21600">
                <a:moveTo>
                  <a:pt x="1372" y="10320"/>
                </a:moveTo>
                <a:lnTo>
                  <a:pt x="1264" y="10505"/>
                </a:lnTo>
                <a:lnTo>
                  <a:pt x="1278" y="10754"/>
                </a:lnTo>
                <a:lnTo>
                  <a:pt x="1310" y="10709"/>
                </a:lnTo>
                <a:lnTo>
                  <a:pt x="1346" y="10638"/>
                </a:lnTo>
              </a:path>
              <a:path w="21600" h="21600">
                <a:moveTo>
                  <a:pt x="893" y="10317"/>
                </a:moveTo>
                <a:lnTo>
                  <a:pt x="873" y="10337"/>
                </a:lnTo>
                <a:lnTo>
                  <a:pt x="921" y="10570"/>
                </a:lnTo>
                <a:lnTo>
                  <a:pt x="934" y="10556"/>
                </a:lnTo>
                <a:lnTo>
                  <a:pt x="901" y="10380"/>
                </a:lnTo>
              </a:path>
              <a:path w="21600" h="21600">
                <a:moveTo>
                  <a:pt x="1221" y="10254"/>
                </a:moveTo>
                <a:lnTo>
                  <a:pt x="1141" y="10360"/>
                </a:lnTo>
                <a:lnTo>
                  <a:pt x="1159" y="10595"/>
                </a:lnTo>
                <a:lnTo>
                  <a:pt x="1218" y="10494"/>
                </a:lnTo>
                <a:lnTo>
                  <a:pt x="1213" y="10397"/>
                </a:lnTo>
              </a:path>
              <a:path w="21600" h="21600">
                <a:moveTo>
                  <a:pt x="2580" y="10235"/>
                </a:moveTo>
                <a:lnTo>
                  <a:pt x="2428" y="10583"/>
                </a:lnTo>
                <a:lnTo>
                  <a:pt x="2424" y="10597"/>
                </a:lnTo>
                <a:cubicBezTo>
                  <a:pt x="2406" y="10689"/>
                  <a:pt x="2387" y="10781"/>
                  <a:pt x="2368" y="10873"/>
                </a:cubicBezTo>
                <a:cubicBezTo>
                  <a:pt x="2352" y="10950"/>
                  <a:pt x="2336" y="11027"/>
                  <a:pt x="2320" y="11103"/>
                </a:cubicBezTo>
                <a:lnTo>
                  <a:pt x="2282" y="11290"/>
                </a:lnTo>
                <a:cubicBezTo>
                  <a:pt x="2228" y="11556"/>
                  <a:pt x="2162" y="11868"/>
                  <a:pt x="2090" y="12168"/>
                </a:cubicBezTo>
                <a:lnTo>
                  <a:pt x="2021" y="12406"/>
                </a:lnTo>
                <a:lnTo>
                  <a:pt x="2004" y="12635"/>
                </a:lnTo>
                <a:lnTo>
                  <a:pt x="2007" y="12819"/>
                </a:lnTo>
                <a:lnTo>
                  <a:pt x="2064" y="12628"/>
                </a:lnTo>
                <a:lnTo>
                  <a:pt x="2126" y="12367"/>
                </a:lnTo>
                <a:lnTo>
                  <a:pt x="2161" y="12004"/>
                </a:lnTo>
                <a:cubicBezTo>
                  <a:pt x="2204" y="11738"/>
                  <a:pt x="2263" y="11494"/>
                  <a:pt x="2338" y="11264"/>
                </a:cubicBezTo>
                <a:lnTo>
                  <a:pt x="2378" y="11177"/>
                </a:lnTo>
                <a:lnTo>
                  <a:pt x="2429" y="10924"/>
                </a:lnTo>
              </a:path>
              <a:path w="21600" h="21600">
                <a:moveTo>
                  <a:pt x="978" y="10230"/>
                </a:moveTo>
                <a:lnTo>
                  <a:pt x="933" y="10276"/>
                </a:lnTo>
                <a:lnTo>
                  <a:pt x="945" y="10373"/>
                </a:lnTo>
                <a:lnTo>
                  <a:pt x="971" y="10509"/>
                </a:lnTo>
                <a:lnTo>
                  <a:pt x="1002" y="10468"/>
                </a:lnTo>
              </a:path>
              <a:path w="21600" h="21600">
                <a:moveTo>
                  <a:pt x="728" y="10153"/>
                </a:moveTo>
                <a:lnTo>
                  <a:pt x="726" y="10156"/>
                </a:lnTo>
                <a:lnTo>
                  <a:pt x="761" y="10297"/>
                </a:lnTo>
              </a:path>
              <a:path w="21600" h="21600">
                <a:moveTo>
                  <a:pt x="12246" y="10131"/>
                </a:moveTo>
                <a:lnTo>
                  <a:pt x="12507" y="10185"/>
                </a:lnTo>
                <a:lnTo>
                  <a:pt x="12622" y="10181"/>
                </a:lnTo>
              </a:path>
              <a:path w="21600" h="21600">
                <a:moveTo>
                  <a:pt x="1078" y="10126"/>
                </a:moveTo>
                <a:lnTo>
                  <a:pt x="1076" y="10130"/>
                </a:lnTo>
                <a:lnTo>
                  <a:pt x="1018" y="10189"/>
                </a:lnTo>
                <a:lnTo>
                  <a:pt x="1041" y="10416"/>
                </a:lnTo>
                <a:lnTo>
                  <a:pt x="1094" y="10345"/>
                </a:lnTo>
                <a:lnTo>
                  <a:pt x="1078" y="10140"/>
                </a:lnTo>
              </a:path>
              <a:path w="21600" h="21600">
                <a:moveTo>
                  <a:pt x="515" y="10115"/>
                </a:moveTo>
                <a:lnTo>
                  <a:pt x="479" y="10309"/>
                </a:lnTo>
                <a:lnTo>
                  <a:pt x="491" y="10301"/>
                </a:lnTo>
                <a:lnTo>
                  <a:pt x="534" y="10269"/>
                </a:lnTo>
                <a:lnTo>
                  <a:pt x="535" y="10260"/>
                </a:lnTo>
              </a:path>
              <a:path w="21600" h="21600">
                <a:moveTo>
                  <a:pt x="779" y="10100"/>
                </a:moveTo>
                <a:lnTo>
                  <a:pt x="766" y="10114"/>
                </a:lnTo>
                <a:lnTo>
                  <a:pt x="816" y="10335"/>
                </a:lnTo>
                <a:lnTo>
                  <a:pt x="825" y="10327"/>
                </a:lnTo>
                <a:lnTo>
                  <a:pt x="783" y="10129"/>
                </a:lnTo>
              </a:path>
              <a:path w="21600" h="21600">
                <a:moveTo>
                  <a:pt x="466" y="10056"/>
                </a:moveTo>
                <a:lnTo>
                  <a:pt x="440" y="10072"/>
                </a:lnTo>
                <a:lnTo>
                  <a:pt x="381" y="10098"/>
                </a:lnTo>
                <a:lnTo>
                  <a:pt x="306" y="10252"/>
                </a:lnTo>
                <a:lnTo>
                  <a:pt x="91" y="10511"/>
                </a:lnTo>
                <a:lnTo>
                  <a:pt x="268" y="10440"/>
                </a:lnTo>
                <a:lnTo>
                  <a:pt x="405" y="10355"/>
                </a:lnTo>
                <a:lnTo>
                  <a:pt x="452" y="10247"/>
                </a:lnTo>
              </a:path>
              <a:path w="21600" h="21600">
                <a:moveTo>
                  <a:pt x="2686" y="10051"/>
                </a:moveTo>
                <a:lnTo>
                  <a:pt x="2652" y="10103"/>
                </a:lnTo>
                <a:lnTo>
                  <a:pt x="2471" y="10929"/>
                </a:lnTo>
                <a:lnTo>
                  <a:pt x="2454" y="11013"/>
                </a:lnTo>
                <a:lnTo>
                  <a:pt x="2579" y="10746"/>
                </a:lnTo>
                <a:lnTo>
                  <a:pt x="2682" y="10251"/>
                </a:lnTo>
                <a:lnTo>
                  <a:pt x="2676" y="10187"/>
                </a:lnTo>
                <a:lnTo>
                  <a:pt x="2690" y="10096"/>
                </a:lnTo>
              </a:path>
              <a:path w="21600" h="21600">
                <a:moveTo>
                  <a:pt x="2386" y="10041"/>
                </a:moveTo>
                <a:lnTo>
                  <a:pt x="2228" y="10429"/>
                </a:lnTo>
                <a:lnTo>
                  <a:pt x="2193" y="10602"/>
                </a:lnTo>
                <a:cubicBezTo>
                  <a:pt x="2148" y="10821"/>
                  <a:pt x="2107" y="11028"/>
                  <a:pt x="2063" y="11232"/>
                </a:cubicBezTo>
                <a:lnTo>
                  <a:pt x="1920" y="11795"/>
                </a:lnTo>
                <a:lnTo>
                  <a:pt x="1898" y="12191"/>
                </a:lnTo>
                <a:lnTo>
                  <a:pt x="2033" y="11691"/>
                </a:lnTo>
                <a:cubicBezTo>
                  <a:pt x="2098" y="11401"/>
                  <a:pt x="2162" y="11090"/>
                  <a:pt x="2218" y="10815"/>
                </a:cubicBezTo>
                <a:lnTo>
                  <a:pt x="2234" y="10736"/>
                </a:lnTo>
                <a:cubicBezTo>
                  <a:pt x="2257" y="10624"/>
                  <a:pt x="2280" y="10512"/>
                  <a:pt x="2304" y="10399"/>
                </a:cubicBezTo>
                <a:lnTo>
                  <a:pt x="2330" y="10274"/>
                </a:lnTo>
              </a:path>
              <a:path w="21600" h="21600">
                <a:moveTo>
                  <a:pt x="856" y="10020"/>
                </a:moveTo>
                <a:lnTo>
                  <a:pt x="819" y="10059"/>
                </a:lnTo>
                <a:lnTo>
                  <a:pt x="828" y="10122"/>
                </a:lnTo>
                <a:lnTo>
                  <a:pt x="863" y="10287"/>
                </a:lnTo>
                <a:lnTo>
                  <a:pt x="886" y="10263"/>
                </a:lnTo>
              </a:path>
              <a:path w="21600" h="21600">
                <a:moveTo>
                  <a:pt x="13638" y="9965"/>
                </a:moveTo>
                <a:cubicBezTo>
                  <a:pt x="13634" y="9969"/>
                  <a:pt x="13629" y="9973"/>
                  <a:pt x="13624" y="9976"/>
                </a:cubicBezTo>
                <a:cubicBezTo>
                  <a:pt x="13345" y="10200"/>
                  <a:pt x="12966" y="10285"/>
                  <a:pt x="12500" y="10229"/>
                </a:cubicBezTo>
                <a:lnTo>
                  <a:pt x="12043" y="10142"/>
                </a:lnTo>
                <a:lnTo>
                  <a:pt x="12042" y="10142"/>
                </a:lnTo>
                <a:lnTo>
                  <a:pt x="12042" y="10142"/>
                </a:lnTo>
                <a:lnTo>
                  <a:pt x="12043" y="10142"/>
                </a:lnTo>
                <a:lnTo>
                  <a:pt x="12365" y="10236"/>
                </a:lnTo>
                <a:cubicBezTo>
                  <a:pt x="12720" y="10323"/>
                  <a:pt x="13022" y="10323"/>
                  <a:pt x="13261" y="10233"/>
                </a:cubicBezTo>
                <a:cubicBezTo>
                  <a:pt x="13394" y="10183"/>
                  <a:pt x="13511" y="10105"/>
                  <a:pt x="13608" y="10000"/>
                </a:cubicBezTo>
                <a:cubicBezTo>
                  <a:pt x="13618" y="9989"/>
                  <a:pt x="13628" y="9977"/>
                  <a:pt x="13638" y="9965"/>
                </a:cubicBezTo>
              </a:path>
              <a:path w="21600" h="21600">
                <a:moveTo>
                  <a:pt x="3111" y="9929"/>
                </a:moveTo>
                <a:lnTo>
                  <a:pt x="3104" y="9938"/>
                </a:lnTo>
                <a:cubicBezTo>
                  <a:pt x="2997" y="10078"/>
                  <a:pt x="2892" y="10231"/>
                  <a:pt x="2789" y="10400"/>
                </a:cubicBezTo>
                <a:lnTo>
                  <a:pt x="2772" y="10436"/>
                </a:lnTo>
                <a:lnTo>
                  <a:pt x="2777" y="10487"/>
                </a:lnTo>
                <a:cubicBezTo>
                  <a:pt x="2782" y="10509"/>
                  <a:pt x="2777" y="10527"/>
                  <a:pt x="2770" y="10547"/>
                </a:cubicBezTo>
                <a:cubicBezTo>
                  <a:pt x="2767" y="10556"/>
                  <a:pt x="2764" y="10566"/>
                  <a:pt x="2761" y="10577"/>
                </a:cubicBezTo>
                <a:lnTo>
                  <a:pt x="2754" y="10614"/>
                </a:lnTo>
                <a:lnTo>
                  <a:pt x="2765" y="10744"/>
                </a:lnTo>
                <a:lnTo>
                  <a:pt x="2792" y="10589"/>
                </a:lnTo>
                <a:cubicBezTo>
                  <a:pt x="2833" y="10434"/>
                  <a:pt x="2895" y="10281"/>
                  <a:pt x="2975" y="10131"/>
                </a:cubicBezTo>
              </a:path>
              <a:path w="21600" h="21600">
                <a:moveTo>
                  <a:pt x="2164" y="9927"/>
                </a:moveTo>
                <a:lnTo>
                  <a:pt x="2034" y="10268"/>
                </a:lnTo>
                <a:lnTo>
                  <a:pt x="2029" y="10295"/>
                </a:lnTo>
                <a:cubicBezTo>
                  <a:pt x="1979" y="10561"/>
                  <a:pt x="1929" y="10790"/>
                  <a:pt x="1878" y="10992"/>
                </a:cubicBezTo>
                <a:lnTo>
                  <a:pt x="1812" y="11206"/>
                </a:lnTo>
                <a:lnTo>
                  <a:pt x="1801" y="11275"/>
                </a:lnTo>
                <a:lnTo>
                  <a:pt x="1789" y="11594"/>
                </a:lnTo>
                <a:lnTo>
                  <a:pt x="1839" y="11444"/>
                </a:lnTo>
                <a:cubicBezTo>
                  <a:pt x="1895" y="11243"/>
                  <a:pt x="1947" y="11017"/>
                  <a:pt x="2000" y="10755"/>
                </a:cubicBezTo>
                <a:cubicBezTo>
                  <a:pt x="2028" y="10615"/>
                  <a:pt x="2056" y="10472"/>
                  <a:pt x="2085" y="10327"/>
                </a:cubicBezTo>
              </a:path>
              <a:path w="21600" h="21600">
                <a:moveTo>
                  <a:pt x="947" y="9926"/>
                </a:moveTo>
                <a:lnTo>
                  <a:pt x="895" y="9979"/>
                </a:lnTo>
                <a:lnTo>
                  <a:pt x="926" y="10222"/>
                </a:lnTo>
                <a:lnTo>
                  <a:pt x="972" y="10174"/>
                </a:lnTo>
              </a:path>
              <a:path w="21600" h="21600">
                <a:moveTo>
                  <a:pt x="672" y="9909"/>
                </a:moveTo>
                <a:lnTo>
                  <a:pt x="666" y="9915"/>
                </a:lnTo>
                <a:lnTo>
                  <a:pt x="713" y="10105"/>
                </a:lnTo>
                <a:lnTo>
                  <a:pt x="716" y="10102"/>
                </a:lnTo>
              </a:path>
              <a:path w="21600" h="21600">
                <a:moveTo>
                  <a:pt x="1406" y="9908"/>
                </a:moveTo>
                <a:lnTo>
                  <a:pt x="1271" y="10167"/>
                </a:lnTo>
                <a:lnTo>
                  <a:pt x="1258" y="10397"/>
                </a:lnTo>
                <a:lnTo>
                  <a:pt x="1259" y="10424"/>
                </a:lnTo>
                <a:lnTo>
                  <a:pt x="1364" y="10245"/>
                </a:lnTo>
                <a:lnTo>
                  <a:pt x="1382" y="10204"/>
                </a:lnTo>
              </a:path>
              <a:path w="21600" h="21600">
                <a:moveTo>
                  <a:pt x="1242" y="9881"/>
                </a:moveTo>
                <a:lnTo>
                  <a:pt x="1126" y="10054"/>
                </a:lnTo>
                <a:lnTo>
                  <a:pt x="1124" y="10139"/>
                </a:lnTo>
                <a:lnTo>
                  <a:pt x="1135" y="10290"/>
                </a:lnTo>
                <a:lnTo>
                  <a:pt x="1198" y="10207"/>
                </a:lnTo>
                <a:lnTo>
                  <a:pt x="1226" y="10152"/>
                </a:lnTo>
              </a:path>
              <a:path w="21600" h="21600">
                <a:moveTo>
                  <a:pt x="11737" y="9847"/>
                </a:moveTo>
                <a:lnTo>
                  <a:pt x="11934" y="9910"/>
                </a:lnTo>
                <a:cubicBezTo>
                  <a:pt x="12097" y="9953"/>
                  <a:pt x="12248" y="9974"/>
                  <a:pt x="12385" y="9973"/>
                </a:cubicBezTo>
                <a:lnTo>
                  <a:pt x="12595" y="9935"/>
                </a:lnTo>
                <a:lnTo>
                  <a:pt x="12230" y="9950"/>
                </a:lnTo>
              </a:path>
              <a:path w="21600" h="21600">
                <a:moveTo>
                  <a:pt x="741" y="9846"/>
                </a:moveTo>
                <a:lnTo>
                  <a:pt x="711" y="9873"/>
                </a:lnTo>
                <a:lnTo>
                  <a:pt x="754" y="10062"/>
                </a:lnTo>
                <a:lnTo>
                  <a:pt x="771" y="10044"/>
                </a:lnTo>
              </a:path>
              <a:path w="21600" h="21600">
                <a:moveTo>
                  <a:pt x="450" y="9823"/>
                </a:moveTo>
                <a:lnTo>
                  <a:pt x="413" y="10031"/>
                </a:lnTo>
                <a:lnTo>
                  <a:pt x="410" y="10038"/>
                </a:lnTo>
                <a:lnTo>
                  <a:pt x="416" y="10035"/>
                </a:lnTo>
                <a:lnTo>
                  <a:pt x="469" y="10001"/>
                </a:lnTo>
                <a:lnTo>
                  <a:pt x="472" y="9961"/>
                </a:lnTo>
              </a:path>
              <a:path w="21600" h="21600">
                <a:moveTo>
                  <a:pt x="1089" y="9778"/>
                </a:moveTo>
                <a:lnTo>
                  <a:pt x="989" y="9882"/>
                </a:lnTo>
                <a:lnTo>
                  <a:pt x="989" y="9909"/>
                </a:lnTo>
                <a:lnTo>
                  <a:pt x="1012" y="10133"/>
                </a:lnTo>
                <a:lnTo>
                  <a:pt x="1040" y="10104"/>
                </a:lnTo>
                <a:lnTo>
                  <a:pt x="1081" y="10043"/>
                </a:lnTo>
              </a:path>
              <a:path w="21600" h="21600">
                <a:moveTo>
                  <a:pt x="400" y="9776"/>
                </a:moveTo>
                <a:lnTo>
                  <a:pt x="318" y="9811"/>
                </a:lnTo>
                <a:lnTo>
                  <a:pt x="249" y="9954"/>
                </a:lnTo>
                <a:lnTo>
                  <a:pt x="45" y="10199"/>
                </a:lnTo>
                <a:lnTo>
                  <a:pt x="338" y="10070"/>
                </a:lnTo>
                <a:lnTo>
                  <a:pt x="391" y="9946"/>
                </a:lnTo>
              </a:path>
              <a:path w="21600" h="21600">
                <a:moveTo>
                  <a:pt x="824" y="9769"/>
                </a:moveTo>
                <a:lnTo>
                  <a:pt x="781" y="9808"/>
                </a:lnTo>
                <a:lnTo>
                  <a:pt x="810" y="10003"/>
                </a:lnTo>
                <a:lnTo>
                  <a:pt x="848" y="9963"/>
                </a:lnTo>
              </a:path>
              <a:path w="21600" h="21600">
                <a:moveTo>
                  <a:pt x="561" y="9685"/>
                </a:moveTo>
                <a:lnTo>
                  <a:pt x="560" y="9686"/>
                </a:lnTo>
                <a:lnTo>
                  <a:pt x="573" y="9734"/>
                </a:lnTo>
              </a:path>
              <a:path w="21600" h="21600">
                <a:moveTo>
                  <a:pt x="1995" y="9682"/>
                </a:moveTo>
                <a:lnTo>
                  <a:pt x="1878" y="10015"/>
                </a:lnTo>
                <a:lnTo>
                  <a:pt x="1735" y="10594"/>
                </a:lnTo>
                <a:lnTo>
                  <a:pt x="1723" y="10625"/>
                </a:lnTo>
                <a:lnTo>
                  <a:pt x="1665" y="11029"/>
                </a:lnTo>
                <a:lnTo>
                  <a:pt x="1662" y="11095"/>
                </a:lnTo>
                <a:lnTo>
                  <a:pt x="1682" y="11050"/>
                </a:lnTo>
                <a:cubicBezTo>
                  <a:pt x="1816" y="10651"/>
                  <a:pt x="1903" y="10204"/>
                  <a:pt x="1970" y="9819"/>
                </a:cubicBezTo>
                <a:lnTo>
                  <a:pt x="1983" y="9745"/>
                </a:lnTo>
              </a:path>
              <a:path w="21600" h="21600">
                <a:moveTo>
                  <a:pt x="2594" y="9668"/>
                </a:moveTo>
                <a:lnTo>
                  <a:pt x="2475" y="9864"/>
                </a:lnTo>
                <a:lnTo>
                  <a:pt x="2375" y="10281"/>
                </a:lnTo>
                <a:lnTo>
                  <a:pt x="2349" y="10406"/>
                </a:lnTo>
                <a:cubicBezTo>
                  <a:pt x="2325" y="10518"/>
                  <a:pt x="2302" y="10630"/>
                  <a:pt x="2279" y="10743"/>
                </a:cubicBezTo>
                <a:lnTo>
                  <a:pt x="2263" y="10822"/>
                </a:lnTo>
                <a:lnTo>
                  <a:pt x="2251" y="10876"/>
                </a:lnTo>
                <a:lnTo>
                  <a:pt x="2390" y="10559"/>
                </a:lnTo>
              </a:path>
              <a:path w="21600" h="21600">
                <a:moveTo>
                  <a:pt x="946" y="9656"/>
                </a:moveTo>
                <a:lnTo>
                  <a:pt x="864" y="9731"/>
                </a:lnTo>
                <a:lnTo>
                  <a:pt x="888" y="9921"/>
                </a:lnTo>
                <a:lnTo>
                  <a:pt x="945" y="9861"/>
                </a:lnTo>
              </a:path>
              <a:path w="21600" h="21600">
                <a:moveTo>
                  <a:pt x="623" y="9642"/>
                </a:moveTo>
                <a:lnTo>
                  <a:pt x="602" y="9658"/>
                </a:lnTo>
                <a:lnTo>
                  <a:pt x="654" y="9865"/>
                </a:lnTo>
                <a:lnTo>
                  <a:pt x="662" y="9858"/>
                </a:lnTo>
              </a:path>
              <a:path w="21600" h="21600">
                <a:moveTo>
                  <a:pt x="3774" y="9619"/>
                </a:moveTo>
                <a:lnTo>
                  <a:pt x="3746" y="9640"/>
                </a:lnTo>
                <a:lnTo>
                  <a:pt x="3735" y="9652"/>
                </a:lnTo>
              </a:path>
              <a:path w="21600" h="21600">
                <a:moveTo>
                  <a:pt x="701" y="9583"/>
                </a:moveTo>
                <a:lnTo>
                  <a:pt x="664" y="9611"/>
                </a:lnTo>
                <a:lnTo>
                  <a:pt x="702" y="9821"/>
                </a:lnTo>
                <a:lnTo>
                  <a:pt x="733" y="9792"/>
                </a:lnTo>
              </a:path>
              <a:path w="21600" h="21600">
                <a:moveTo>
                  <a:pt x="382" y="9574"/>
                </a:moveTo>
                <a:lnTo>
                  <a:pt x="355" y="9733"/>
                </a:lnTo>
                <a:lnTo>
                  <a:pt x="347" y="9750"/>
                </a:lnTo>
                <a:lnTo>
                  <a:pt x="402" y="9726"/>
                </a:lnTo>
                <a:lnTo>
                  <a:pt x="406" y="9657"/>
                </a:lnTo>
              </a:path>
              <a:path w="21600" h="21600">
                <a:moveTo>
                  <a:pt x="2662" y="9563"/>
                </a:moveTo>
                <a:lnTo>
                  <a:pt x="2481" y="10350"/>
                </a:lnTo>
                <a:lnTo>
                  <a:pt x="2567" y="10152"/>
                </a:lnTo>
                <a:lnTo>
                  <a:pt x="2613" y="10081"/>
                </a:lnTo>
                <a:lnTo>
                  <a:pt x="2664" y="9848"/>
                </a:lnTo>
                <a:lnTo>
                  <a:pt x="2657" y="9775"/>
                </a:lnTo>
                <a:lnTo>
                  <a:pt x="2674" y="9652"/>
                </a:lnTo>
              </a:path>
              <a:path w="21600" h="21600">
                <a:moveTo>
                  <a:pt x="11419" y="9553"/>
                </a:moveTo>
                <a:lnTo>
                  <a:pt x="11503" y="9582"/>
                </a:lnTo>
                <a:lnTo>
                  <a:pt x="11658" y="9605"/>
                </a:lnTo>
              </a:path>
              <a:path w="21600" h="21600">
                <a:moveTo>
                  <a:pt x="806" y="9503"/>
                </a:moveTo>
                <a:lnTo>
                  <a:pt x="804" y="9505"/>
                </a:lnTo>
                <a:lnTo>
                  <a:pt x="742" y="9552"/>
                </a:lnTo>
                <a:lnTo>
                  <a:pt x="773" y="9755"/>
                </a:lnTo>
                <a:lnTo>
                  <a:pt x="817" y="9714"/>
                </a:lnTo>
                <a:lnTo>
                  <a:pt x="809" y="9654"/>
                </a:lnTo>
              </a:path>
              <a:path w="21600" h="21600">
                <a:moveTo>
                  <a:pt x="1291" y="9493"/>
                </a:moveTo>
                <a:lnTo>
                  <a:pt x="1179" y="9684"/>
                </a:lnTo>
                <a:lnTo>
                  <a:pt x="1136" y="9729"/>
                </a:lnTo>
                <a:lnTo>
                  <a:pt x="1129" y="9971"/>
                </a:lnTo>
                <a:lnTo>
                  <a:pt x="1247" y="9795"/>
                </a:lnTo>
                <a:lnTo>
                  <a:pt x="1256" y="9632"/>
                </a:lnTo>
              </a:path>
              <a:path w="21600" h="21600">
                <a:moveTo>
                  <a:pt x="1099" y="9475"/>
                </a:moveTo>
                <a:lnTo>
                  <a:pt x="1001" y="9604"/>
                </a:lnTo>
                <a:lnTo>
                  <a:pt x="989" y="9615"/>
                </a:lnTo>
                <a:lnTo>
                  <a:pt x="989" y="9816"/>
                </a:lnTo>
                <a:lnTo>
                  <a:pt x="1091" y="9708"/>
                </a:lnTo>
              </a:path>
              <a:path w="21600" h="21600">
                <a:moveTo>
                  <a:pt x="13586" y="9470"/>
                </a:moveTo>
                <a:cubicBezTo>
                  <a:pt x="13517" y="9551"/>
                  <a:pt x="13439" y="9627"/>
                  <a:pt x="13351" y="9696"/>
                </a:cubicBezTo>
                <a:cubicBezTo>
                  <a:pt x="13211" y="9806"/>
                  <a:pt x="13047" y="9883"/>
                  <a:pt x="12859" y="9925"/>
                </a:cubicBezTo>
                <a:lnTo>
                  <a:pt x="12800" y="9927"/>
                </a:lnTo>
                <a:lnTo>
                  <a:pt x="12774" y="9946"/>
                </a:lnTo>
                <a:cubicBezTo>
                  <a:pt x="12544" y="10037"/>
                  <a:pt x="12257" y="10039"/>
                  <a:pt x="11921" y="9951"/>
                </a:cubicBezTo>
                <a:cubicBezTo>
                  <a:pt x="11806" y="9921"/>
                  <a:pt x="11688" y="9884"/>
                  <a:pt x="11562" y="9836"/>
                </a:cubicBezTo>
                <a:lnTo>
                  <a:pt x="11185" y="9675"/>
                </a:lnTo>
                <a:lnTo>
                  <a:pt x="10960" y="9596"/>
                </a:lnTo>
                <a:cubicBezTo>
                  <a:pt x="11091" y="9660"/>
                  <a:pt x="11225" y="9724"/>
                  <a:pt x="11357" y="9785"/>
                </a:cubicBezTo>
                <a:cubicBezTo>
                  <a:pt x="11662" y="9922"/>
                  <a:pt x="11913" y="10014"/>
                  <a:pt x="12149" y="10073"/>
                </a:cubicBezTo>
                <a:cubicBezTo>
                  <a:pt x="12490" y="10159"/>
                  <a:pt x="12780" y="10158"/>
                  <a:pt x="13010" y="10070"/>
                </a:cubicBezTo>
                <a:cubicBezTo>
                  <a:pt x="13137" y="10020"/>
                  <a:pt x="13249" y="9943"/>
                  <a:pt x="13341" y="9840"/>
                </a:cubicBezTo>
                <a:cubicBezTo>
                  <a:pt x="13441" y="9728"/>
                  <a:pt x="13522" y="9604"/>
                  <a:pt x="13586" y="9470"/>
                </a:cubicBezTo>
              </a:path>
              <a:path w="21600" h="21600">
                <a:moveTo>
                  <a:pt x="2385" y="9466"/>
                </a:moveTo>
                <a:lnTo>
                  <a:pt x="2260" y="9688"/>
                </a:lnTo>
                <a:lnTo>
                  <a:pt x="2218" y="9890"/>
                </a:lnTo>
                <a:cubicBezTo>
                  <a:pt x="2187" y="10040"/>
                  <a:pt x="2158" y="10188"/>
                  <a:pt x="2130" y="10335"/>
                </a:cubicBezTo>
                <a:lnTo>
                  <a:pt x="2049" y="10747"/>
                </a:lnTo>
                <a:lnTo>
                  <a:pt x="2178" y="10431"/>
                </a:lnTo>
                <a:lnTo>
                  <a:pt x="2194" y="10349"/>
                </a:lnTo>
                <a:cubicBezTo>
                  <a:pt x="2222" y="10210"/>
                  <a:pt x="2251" y="10072"/>
                  <a:pt x="2280" y="9934"/>
                </a:cubicBezTo>
              </a:path>
              <a:path w="21600" h="21600">
                <a:moveTo>
                  <a:pt x="8849" y="9461"/>
                </a:moveTo>
                <a:cubicBezTo>
                  <a:pt x="8463" y="9479"/>
                  <a:pt x="8065" y="9545"/>
                  <a:pt x="7658" y="9660"/>
                </a:cubicBezTo>
                <a:cubicBezTo>
                  <a:pt x="7137" y="9807"/>
                  <a:pt x="6619" y="10031"/>
                  <a:pt x="6117" y="10326"/>
                </a:cubicBezTo>
                <a:cubicBezTo>
                  <a:pt x="5654" y="10598"/>
                  <a:pt x="5271" y="10857"/>
                  <a:pt x="4946" y="11120"/>
                </a:cubicBezTo>
                <a:cubicBezTo>
                  <a:pt x="4612" y="11391"/>
                  <a:pt x="4314" y="11683"/>
                  <a:pt x="4061" y="11989"/>
                </a:cubicBezTo>
                <a:cubicBezTo>
                  <a:pt x="3818" y="12283"/>
                  <a:pt x="3616" y="12596"/>
                  <a:pt x="3459" y="12917"/>
                </a:cubicBezTo>
                <a:cubicBezTo>
                  <a:pt x="3335" y="13171"/>
                  <a:pt x="3230" y="13443"/>
                  <a:pt x="3143" y="13732"/>
                </a:cubicBezTo>
                <a:lnTo>
                  <a:pt x="3028" y="14256"/>
                </a:lnTo>
                <a:lnTo>
                  <a:pt x="3143" y="13813"/>
                </a:lnTo>
                <a:cubicBezTo>
                  <a:pt x="3445" y="12934"/>
                  <a:pt x="3933" y="12179"/>
                  <a:pt x="4580" y="11598"/>
                </a:cubicBezTo>
                <a:cubicBezTo>
                  <a:pt x="5306" y="10947"/>
                  <a:pt x="6470" y="10090"/>
                  <a:pt x="7895" y="9708"/>
                </a:cubicBezTo>
                <a:cubicBezTo>
                  <a:pt x="8550" y="9533"/>
                  <a:pt x="9214" y="9484"/>
                  <a:pt x="9869" y="9562"/>
                </a:cubicBezTo>
                <a:lnTo>
                  <a:pt x="10346" y="9672"/>
                </a:lnTo>
                <a:lnTo>
                  <a:pt x="9969" y="9556"/>
                </a:lnTo>
                <a:cubicBezTo>
                  <a:pt x="9609" y="9475"/>
                  <a:pt x="9235" y="9444"/>
                  <a:pt x="8849" y="9461"/>
                </a:cubicBezTo>
              </a:path>
              <a:path w="21600" h="21600">
                <a:moveTo>
                  <a:pt x="2694" y="9422"/>
                </a:moveTo>
                <a:lnTo>
                  <a:pt x="2693" y="9427"/>
                </a:lnTo>
                <a:lnTo>
                  <a:pt x="2695" y="9425"/>
                </a:lnTo>
              </a:path>
              <a:path w="21600" h="21600">
                <a:moveTo>
                  <a:pt x="502" y="9404"/>
                </a:moveTo>
                <a:lnTo>
                  <a:pt x="487" y="9413"/>
                </a:lnTo>
                <a:lnTo>
                  <a:pt x="548" y="9641"/>
                </a:lnTo>
                <a:lnTo>
                  <a:pt x="550" y="9640"/>
                </a:lnTo>
                <a:lnTo>
                  <a:pt x="547" y="9629"/>
                </a:lnTo>
              </a:path>
              <a:path w="21600" h="21600">
                <a:moveTo>
                  <a:pt x="8787" y="9395"/>
                </a:moveTo>
                <a:cubicBezTo>
                  <a:pt x="8466" y="9413"/>
                  <a:pt x="8145" y="9462"/>
                  <a:pt x="7825" y="9541"/>
                </a:cubicBezTo>
                <a:cubicBezTo>
                  <a:pt x="6738" y="9814"/>
                  <a:pt x="5579" y="10451"/>
                  <a:pt x="4564" y="11334"/>
                </a:cubicBezTo>
                <a:cubicBezTo>
                  <a:pt x="3855" y="11949"/>
                  <a:pt x="3337" y="12778"/>
                  <a:pt x="3064" y="13732"/>
                </a:cubicBezTo>
                <a:cubicBezTo>
                  <a:pt x="3010" y="13923"/>
                  <a:pt x="2963" y="14123"/>
                  <a:pt x="2928" y="14324"/>
                </a:cubicBezTo>
                <a:cubicBezTo>
                  <a:pt x="2892" y="14527"/>
                  <a:pt x="2869" y="14731"/>
                  <a:pt x="2853" y="14922"/>
                </a:cubicBezTo>
                <a:lnTo>
                  <a:pt x="2831" y="15336"/>
                </a:lnTo>
                <a:lnTo>
                  <a:pt x="2844" y="15227"/>
                </a:lnTo>
                <a:lnTo>
                  <a:pt x="2900" y="14638"/>
                </a:lnTo>
                <a:cubicBezTo>
                  <a:pt x="2996" y="13996"/>
                  <a:pt x="3171" y="13411"/>
                  <a:pt x="3420" y="12899"/>
                </a:cubicBezTo>
                <a:cubicBezTo>
                  <a:pt x="3579" y="12575"/>
                  <a:pt x="3783" y="12259"/>
                  <a:pt x="4028" y="11962"/>
                </a:cubicBezTo>
                <a:cubicBezTo>
                  <a:pt x="4282" y="11654"/>
                  <a:pt x="4582" y="11360"/>
                  <a:pt x="4920" y="11087"/>
                </a:cubicBezTo>
                <a:cubicBezTo>
                  <a:pt x="5247" y="10823"/>
                  <a:pt x="5632" y="10562"/>
                  <a:pt x="6096" y="10290"/>
                </a:cubicBezTo>
                <a:cubicBezTo>
                  <a:pt x="6601" y="9993"/>
                  <a:pt x="7123" y="9767"/>
                  <a:pt x="7648" y="9619"/>
                </a:cubicBezTo>
                <a:cubicBezTo>
                  <a:pt x="8470" y="9387"/>
                  <a:pt x="9255" y="9352"/>
                  <a:pt x="9982" y="9514"/>
                </a:cubicBezTo>
                <a:cubicBezTo>
                  <a:pt x="10418" y="9612"/>
                  <a:pt x="10831" y="9791"/>
                  <a:pt x="11231" y="9964"/>
                </a:cubicBezTo>
                <a:cubicBezTo>
                  <a:pt x="11587" y="10119"/>
                  <a:pt x="11951" y="10277"/>
                  <a:pt x="12334" y="10378"/>
                </a:cubicBezTo>
                <a:cubicBezTo>
                  <a:pt x="12144" y="10321"/>
                  <a:pt x="11941" y="10246"/>
                  <a:pt x="11703" y="10145"/>
                </a:cubicBezTo>
                <a:cubicBezTo>
                  <a:pt x="11544" y="10078"/>
                  <a:pt x="11384" y="10006"/>
                  <a:pt x="11229" y="9937"/>
                </a:cubicBezTo>
                <a:lnTo>
                  <a:pt x="11084" y="9871"/>
                </a:lnTo>
                <a:cubicBezTo>
                  <a:pt x="10882" y="9781"/>
                  <a:pt x="10647" y="9678"/>
                  <a:pt x="10410" y="9596"/>
                </a:cubicBezTo>
                <a:cubicBezTo>
                  <a:pt x="10177" y="9516"/>
                  <a:pt x="9960" y="9463"/>
                  <a:pt x="9746" y="9434"/>
                </a:cubicBezTo>
                <a:cubicBezTo>
                  <a:pt x="9428" y="9390"/>
                  <a:pt x="9108" y="9377"/>
                  <a:pt x="8787" y="9395"/>
                </a:cubicBezTo>
              </a:path>
              <a:path w="21600" h="21600">
                <a:moveTo>
                  <a:pt x="10815" y="9371"/>
                </a:moveTo>
                <a:lnTo>
                  <a:pt x="10994" y="9463"/>
                </a:lnTo>
                <a:cubicBezTo>
                  <a:pt x="11271" y="9598"/>
                  <a:pt x="11501" y="9688"/>
                  <a:pt x="11719" y="9747"/>
                </a:cubicBezTo>
                <a:cubicBezTo>
                  <a:pt x="12031" y="9830"/>
                  <a:pt x="12295" y="9829"/>
                  <a:pt x="12506" y="9743"/>
                </a:cubicBezTo>
                <a:lnTo>
                  <a:pt x="12732" y="9576"/>
                </a:lnTo>
                <a:lnTo>
                  <a:pt x="12586" y="9643"/>
                </a:lnTo>
                <a:lnTo>
                  <a:pt x="12024" y="9668"/>
                </a:lnTo>
                <a:lnTo>
                  <a:pt x="11917" y="9688"/>
                </a:lnTo>
                <a:cubicBezTo>
                  <a:pt x="11787" y="9689"/>
                  <a:pt x="11644" y="9669"/>
                  <a:pt x="11490" y="9626"/>
                </a:cubicBezTo>
                <a:cubicBezTo>
                  <a:pt x="11384" y="9596"/>
                  <a:pt x="11276" y="9559"/>
                  <a:pt x="11160" y="9512"/>
                </a:cubicBezTo>
                <a:lnTo>
                  <a:pt x="10996" y="9437"/>
                </a:lnTo>
              </a:path>
              <a:path w="21600" h="21600">
                <a:moveTo>
                  <a:pt x="316" y="9362"/>
                </a:moveTo>
                <a:lnTo>
                  <a:pt x="270" y="9470"/>
                </a:lnTo>
                <a:lnTo>
                  <a:pt x="340" y="9441"/>
                </a:lnTo>
                <a:lnTo>
                  <a:pt x="341" y="9433"/>
                </a:lnTo>
                <a:lnTo>
                  <a:pt x="335" y="9415"/>
                </a:lnTo>
              </a:path>
              <a:path w="21600" h="21600">
                <a:moveTo>
                  <a:pt x="574" y="9361"/>
                </a:moveTo>
                <a:lnTo>
                  <a:pt x="544" y="9379"/>
                </a:lnTo>
                <a:lnTo>
                  <a:pt x="591" y="9610"/>
                </a:lnTo>
                <a:lnTo>
                  <a:pt x="614" y="9592"/>
                </a:lnTo>
              </a:path>
              <a:path w="21600" h="21600">
                <a:moveTo>
                  <a:pt x="946" y="9358"/>
                </a:moveTo>
                <a:lnTo>
                  <a:pt x="849" y="9458"/>
                </a:lnTo>
                <a:lnTo>
                  <a:pt x="854" y="9651"/>
                </a:lnTo>
                <a:lnTo>
                  <a:pt x="857" y="9677"/>
                </a:lnTo>
                <a:lnTo>
                  <a:pt x="946" y="9594"/>
                </a:lnTo>
              </a:path>
              <a:path w="21600" h="21600">
                <a:moveTo>
                  <a:pt x="668" y="9305"/>
                </a:moveTo>
                <a:lnTo>
                  <a:pt x="616" y="9336"/>
                </a:lnTo>
                <a:lnTo>
                  <a:pt x="656" y="9561"/>
                </a:lnTo>
                <a:lnTo>
                  <a:pt x="694" y="9532"/>
                </a:lnTo>
                <a:lnTo>
                  <a:pt x="672" y="9390"/>
                </a:lnTo>
              </a:path>
              <a:path w="21600" h="21600">
                <a:moveTo>
                  <a:pt x="1876" y="9271"/>
                </a:moveTo>
                <a:lnTo>
                  <a:pt x="1773" y="9591"/>
                </a:lnTo>
                <a:lnTo>
                  <a:pt x="1762" y="9652"/>
                </a:lnTo>
                <a:lnTo>
                  <a:pt x="1606" y="10131"/>
                </a:lnTo>
                <a:lnTo>
                  <a:pt x="1568" y="10490"/>
                </a:lnTo>
                <a:lnTo>
                  <a:pt x="1705" y="10111"/>
                </a:lnTo>
                <a:cubicBezTo>
                  <a:pt x="1757" y="9921"/>
                  <a:pt x="1800" y="9717"/>
                  <a:pt x="1838" y="9509"/>
                </a:cubicBezTo>
              </a:path>
              <a:path w="21600" h="21600">
                <a:moveTo>
                  <a:pt x="2183" y="9260"/>
                </a:moveTo>
                <a:lnTo>
                  <a:pt x="2081" y="9454"/>
                </a:lnTo>
                <a:lnTo>
                  <a:pt x="2027" y="9751"/>
                </a:lnTo>
                <a:lnTo>
                  <a:pt x="2014" y="9825"/>
                </a:lnTo>
                <a:cubicBezTo>
                  <a:pt x="1946" y="10212"/>
                  <a:pt x="1859" y="10661"/>
                  <a:pt x="1725" y="11062"/>
                </a:cubicBezTo>
                <a:lnTo>
                  <a:pt x="1657" y="11215"/>
                </a:lnTo>
                <a:lnTo>
                  <a:pt x="1648" y="11429"/>
                </a:lnTo>
                <a:lnTo>
                  <a:pt x="1649" y="11564"/>
                </a:lnTo>
                <a:lnTo>
                  <a:pt x="1671" y="11519"/>
                </a:lnTo>
                <a:lnTo>
                  <a:pt x="1766" y="11207"/>
                </a:lnTo>
                <a:lnTo>
                  <a:pt x="1874" y="10564"/>
                </a:lnTo>
                <a:lnTo>
                  <a:pt x="1992" y="10253"/>
                </a:lnTo>
                <a:lnTo>
                  <a:pt x="2031" y="10041"/>
                </a:lnTo>
                <a:cubicBezTo>
                  <a:pt x="2069" y="9837"/>
                  <a:pt x="2108" y="9627"/>
                  <a:pt x="2151" y="9416"/>
                </a:cubicBezTo>
              </a:path>
              <a:path w="21600" h="21600">
                <a:moveTo>
                  <a:pt x="799" y="9213"/>
                </a:moveTo>
                <a:lnTo>
                  <a:pt x="743" y="9260"/>
                </a:lnTo>
                <a:lnTo>
                  <a:pt x="712" y="9279"/>
                </a:lnTo>
                <a:lnTo>
                  <a:pt x="718" y="9387"/>
                </a:lnTo>
                <a:lnTo>
                  <a:pt x="735" y="9501"/>
                </a:lnTo>
                <a:lnTo>
                  <a:pt x="772" y="9473"/>
                </a:lnTo>
                <a:lnTo>
                  <a:pt x="804" y="9439"/>
                </a:lnTo>
              </a:path>
              <a:path w="21600" h="21600">
                <a:moveTo>
                  <a:pt x="4944" y="9146"/>
                </a:moveTo>
                <a:lnTo>
                  <a:pt x="4885" y="9176"/>
                </a:lnTo>
                <a:cubicBezTo>
                  <a:pt x="4661" y="9307"/>
                  <a:pt x="4456" y="9438"/>
                  <a:pt x="4277" y="9562"/>
                </a:cubicBezTo>
                <a:cubicBezTo>
                  <a:pt x="4009" y="9746"/>
                  <a:pt x="3774" y="9949"/>
                  <a:pt x="3575" y="10169"/>
                </a:cubicBezTo>
                <a:lnTo>
                  <a:pt x="3130" y="10811"/>
                </a:lnTo>
                <a:lnTo>
                  <a:pt x="3115" y="10831"/>
                </a:lnTo>
                <a:lnTo>
                  <a:pt x="3111" y="10838"/>
                </a:lnTo>
                <a:lnTo>
                  <a:pt x="3089" y="10871"/>
                </a:lnTo>
                <a:lnTo>
                  <a:pt x="3072" y="10913"/>
                </a:lnTo>
                <a:lnTo>
                  <a:pt x="3111" y="10838"/>
                </a:lnTo>
                <a:lnTo>
                  <a:pt x="3130" y="10811"/>
                </a:lnTo>
                <a:lnTo>
                  <a:pt x="3462" y="10369"/>
                </a:lnTo>
                <a:cubicBezTo>
                  <a:pt x="3582" y="10227"/>
                  <a:pt x="3706" y="10095"/>
                  <a:pt x="3836" y="9973"/>
                </a:cubicBezTo>
                <a:cubicBezTo>
                  <a:pt x="4152" y="9676"/>
                  <a:pt x="4530" y="9419"/>
                  <a:pt x="4863" y="9193"/>
                </a:cubicBezTo>
              </a:path>
              <a:path w="21600" h="21600">
                <a:moveTo>
                  <a:pt x="377" y="9146"/>
                </a:moveTo>
                <a:lnTo>
                  <a:pt x="366" y="9152"/>
                </a:lnTo>
                <a:lnTo>
                  <a:pt x="424" y="9351"/>
                </a:lnTo>
                <a:lnTo>
                  <a:pt x="419" y="9327"/>
                </a:lnTo>
              </a:path>
              <a:path w="21600" h="21600">
                <a:moveTo>
                  <a:pt x="2647" y="9144"/>
                </a:moveTo>
                <a:lnTo>
                  <a:pt x="2509" y="9720"/>
                </a:lnTo>
                <a:lnTo>
                  <a:pt x="2626" y="9528"/>
                </a:lnTo>
                <a:lnTo>
                  <a:pt x="2646" y="9444"/>
                </a:lnTo>
                <a:lnTo>
                  <a:pt x="2634" y="9362"/>
                </a:lnTo>
                <a:lnTo>
                  <a:pt x="2655" y="9193"/>
                </a:lnTo>
              </a:path>
              <a:path w="21600" h="21600">
                <a:moveTo>
                  <a:pt x="2603" y="9135"/>
                </a:moveTo>
                <a:lnTo>
                  <a:pt x="2469" y="9316"/>
                </a:lnTo>
                <a:lnTo>
                  <a:pt x="2467" y="9319"/>
                </a:lnTo>
                <a:lnTo>
                  <a:pt x="2328" y="9944"/>
                </a:lnTo>
                <a:lnTo>
                  <a:pt x="2278" y="10185"/>
                </a:lnTo>
                <a:lnTo>
                  <a:pt x="2384" y="9925"/>
                </a:lnTo>
                <a:lnTo>
                  <a:pt x="2433" y="9845"/>
                </a:lnTo>
              </a:path>
              <a:path w="21600" h="21600">
                <a:moveTo>
                  <a:pt x="229" y="9127"/>
                </a:moveTo>
                <a:lnTo>
                  <a:pt x="215" y="9162"/>
                </a:lnTo>
                <a:lnTo>
                  <a:pt x="240" y="9155"/>
                </a:lnTo>
              </a:path>
              <a:path w="21600" h="21600">
                <a:moveTo>
                  <a:pt x="10154" y="9123"/>
                </a:moveTo>
                <a:lnTo>
                  <a:pt x="10156" y="9124"/>
                </a:lnTo>
                <a:lnTo>
                  <a:pt x="10627" y="9351"/>
                </a:lnTo>
                <a:lnTo>
                  <a:pt x="10706" y="9391"/>
                </a:lnTo>
                <a:cubicBezTo>
                  <a:pt x="10859" y="9469"/>
                  <a:pt x="11018" y="9550"/>
                  <a:pt x="11175" y="9624"/>
                </a:cubicBezTo>
                <a:lnTo>
                  <a:pt x="11209" y="9638"/>
                </a:lnTo>
                <a:lnTo>
                  <a:pt x="11444" y="9727"/>
                </a:lnTo>
                <a:lnTo>
                  <a:pt x="11705" y="9786"/>
                </a:lnTo>
                <a:lnTo>
                  <a:pt x="11362" y="9673"/>
                </a:lnTo>
                <a:cubicBezTo>
                  <a:pt x="11241" y="9625"/>
                  <a:pt x="11113" y="9569"/>
                  <a:pt x="10973" y="9500"/>
                </a:cubicBezTo>
                <a:cubicBezTo>
                  <a:pt x="10817" y="9424"/>
                  <a:pt x="10660" y="9341"/>
                  <a:pt x="10508" y="9260"/>
                </a:cubicBezTo>
                <a:lnTo>
                  <a:pt x="10499" y="9255"/>
                </a:lnTo>
                <a:lnTo>
                  <a:pt x="10411" y="9223"/>
                </a:lnTo>
                <a:lnTo>
                  <a:pt x="10156" y="9124"/>
                </a:lnTo>
                <a:lnTo>
                  <a:pt x="10154" y="9123"/>
                </a:lnTo>
              </a:path>
              <a:path w="21600" h="21600">
                <a:moveTo>
                  <a:pt x="10597" y="9121"/>
                </a:moveTo>
                <a:lnTo>
                  <a:pt x="10631" y="9141"/>
                </a:lnTo>
                <a:cubicBezTo>
                  <a:pt x="10881" y="9274"/>
                  <a:pt x="11090" y="9362"/>
                  <a:pt x="11289" y="9419"/>
                </a:cubicBezTo>
                <a:cubicBezTo>
                  <a:pt x="11572" y="9501"/>
                  <a:pt x="11812" y="9499"/>
                  <a:pt x="12003" y="9415"/>
                </a:cubicBezTo>
                <a:lnTo>
                  <a:pt x="12056" y="9373"/>
                </a:lnTo>
                <a:lnTo>
                  <a:pt x="11689" y="9391"/>
                </a:lnTo>
                <a:lnTo>
                  <a:pt x="11493" y="9350"/>
                </a:lnTo>
                <a:lnTo>
                  <a:pt x="11451" y="9359"/>
                </a:lnTo>
                <a:cubicBezTo>
                  <a:pt x="11332" y="9360"/>
                  <a:pt x="11202" y="9340"/>
                  <a:pt x="11063" y="9298"/>
                </a:cubicBezTo>
                <a:cubicBezTo>
                  <a:pt x="10966" y="9269"/>
                  <a:pt x="10868" y="9233"/>
                  <a:pt x="10763" y="9186"/>
                </a:cubicBezTo>
                <a:lnTo>
                  <a:pt x="10720" y="9165"/>
                </a:lnTo>
              </a:path>
              <a:path w="21600" h="21600">
                <a:moveTo>
                  <a:pt x="1166" y="9112"/>
                </a:moveTo>
                <a:lnTo>
                  <a:pt x="1125" y="9174"/>
                </a:lnTo>
                <a:lnTo>
                  <a:pt x="990" y="9313"/>
                </a:lnTo>
                <a:lnTo>
                  <a:pt x="990" y="9545"/>
                </a:lnTo>
                <a:lnTo>
                  <a:pt x="1102" y="9396"/>
                </a:lnTo>
              </a:path>
              <a:path w="21600" h="21600">
                <a:moveTo>
                  <a:pt x="442" y="9109"/>
                </a:moveTo>
                <a:lnTo>
                  <a:pt x="418" y="9122"/>
                </a:lnTo>
                <a:lnTo>
                  <a:pt x="463" y="9318"/>
                </a:lnTo>
                <a:lnTo>
                  <a:pt x="475" y="9368"/>
                </a:lnTo>
                <a:lnTo>
                  <a:pt x="492" y="9357"/>
                </a:lnTo>
              </a:path>
              <a:path w="21600" h="21600">
                <a:moveTo>
                  <a:pt x="13384" y="9108"/>
                </a:moveTo>
                <a:cubicBezTo>
                  <a:pt x="13298" y="9219"/>
                  <a:pt x="13196" y="9324"/>
                  <a:pt x="13077" y="9416"/>
                </a:cubicBezTo>
                <a:lnTo>
                  <a:pt x="12861" y="9516"/>
                </a:lnTo>
                <a:lnTo>
                  <a:pt x="12842" y="9547"/>
                </a:lnTo>
                <a:cubicBezTo>
                  <a:pt x="12755" y="9652"/>
                  <a:pt x="12648" y="9731"/>
                  <a:pt x="12524" y="9781"/>
                </a:cubicBezTo>
                <a:cubicBezTo>
                  <a:pt x="12414" y="9827"/>
                  <a:pt x="12290" y="9850"/>
                  <a:pt x="12154" y="9851"/>
                </a:cubicBezTo>
                <a:lnTo>
                  <a:pt x="11710" y="9787"/>
                </a:lnTo>
                <a:lnTo>
                  <a:pt x="12235" y="9907"/>
                </a:lnTo>
                <a:lnTo>
                  <a:pt x="12786" y="9886"/>
                </a:lnTo>
                <a:lnTo>
                  <a:pt x="13073" y="9681"/>
                </a:lnTo>
                <a:cubicBezTo>
                  <a:pt x="13217" y="9514"/>
                  <a:pt x="13317" y="9320"/>
                  <a:pt x="13384" y="9108"/>
                </a:cubicBezTo>
              </a:path>
              <a:path w="21600" h="21600">
                <a:moveTo>
                  <a:pt x="2711" y="9105"/>
                </a:moveTo>
                <a:lnTo>
                  <a:pt x="2700" y="9198"/>
                </a:lnTo>
                <a:lnTo>
                  <a:pt x="2701" y="9204"/>
                </a:lnTo>
                <a:lnTo>
                  <a:pt x="2714" y="9168"/>
                </a:lnTo>
                <a:cubicBezTo>
                  <a:pt x="2720" y="9155"/>
                  <a:pt x="2722" y="9150"/>
                  <a:pt x="2720" y="9146"/>
                </a:cubicBezTo>
              </a:path>
              <a:path w="21600" h="21600">
                <a:moveTo>
                  <a:pt x="966" y="9068"/>
                </a:moveTo>
                <a:lnTo>
                  <a:pt x="947" y="9090"/>
                </a:lnTo>
                <a:lnTo>
                  <a:pt x="843" y="9177"/>
                </a:lnTo>
                <a:lnTo>
                  <a:pt x="848" y="9394"/>
                </a:lnTo>
                <a:lnTo>
                  <a:pt x="947" y="9292"/>
                </a:lnTo>
                <a:lnTo>
                  <a:pt x="947" y="9164"/>
                </a:lnTo>
              </a:path>
              <a:path w="21600" h="21600">
                <a:moveTo>
                  <a:pt x="7736" y="9063"/>
                </a:moveTo>
                <a:cubicBezTo>
                  <a:pt x="7708" y="9069"/>
                  <a:pt x="7679" y="9074"/>
                  <a:pt x="7651" y="9080"/>
                </a:cubicBezTo>
                <a:lnTo>
                  <a:pt x="7610" y="9093"/>
                </a:lnTo>
                <a:lnTo>
                  <a:pt x="7139" y="9205"/>
                </a:lnTo>
                <a:cubicBezTo>
                  <a:pt x="6635" y="9352"/>
                  <a:pt x="6120" y="9583"/>
                  <a:pt x="5648" y="9875"/>
                </a:cubicBezTo>
                <a:cubicBezTo>
                  <a:pt x="5939" y="9707"/>
                  <a:pt x="6254" y="9548"/>
                  <a:pt x="6589" y="9411"/>
                </a:cubicBezTo>
                <a:lnTo>
                  <a:pt x="7610" y="9093"/>
                </a:lnTo>
              </a:path>
              <a:path w="21600" h="21600">
                <a:moveTo>
                  <a:pt x="532" y="9058"/>
                </a:moveTo>
                <a:lnTo>
                  <a:pt x="484" y="9084"/>
                </a:lnTo>
                <a:lnTo>
                  <a:pt x="534" y="9332"/>
                </a:lnTo>
                <a:lnTo>
                  <a:pt x="565" y="9314"/>
                </a:lnTo>
                <a:lnTo>
                  <a:pt x="542" y="9183"/>
                </a:lnTo>
              </a:path>
              <a:path w="21600" h="21600">
                <a:moveTo>
                  <a:pt x="2675" y="9037"/>
                </a:moveTo>
                <a:lnTo>
                  <a:pt x="2673" y="9040"/>
                </a:lnTo>
                <a:lnTo>
                  <a:pt x="2674" y="9045"/>
                </a:lnTo>
              </a:path>
              <a:path w="21600" h="21600">
                <a:moveTo>
                  <a:pt x="8580" y="9022"/>
                </a:moveTo>
                <a:cubicBezTo>
                  <a:pt x="8269" y="9027"/>
                  <a:pt x="7960" y="9061"/>
                  <a:pt x="7662" y="9124"/>
                </a:cubicBezTo>
                <a:cubicBezTo>
                  <a:pt x="6323" y="9409"/>
                  <a:pt x="5187" y="10163"/>
                  <a:pt x="4470" y="10745"/>
                </a:cubicBezTo>
                <a:cubicBezTo>
                  <a:pt x="3759" y="11320"/>
                  <a:pt x="3254" y="12082"/>
                  <a:pt x="3009" y="12951"/>
                </a:cubicBezTo>
                <a:cubicBezTo>
                  <a:pt x="2959" y="13128"/>
                  <a:pt x="2918" y="13312"/>
                  <a:pt x="2888" y="13500"/>
                </a:cubicBezTo>
                <a:cubicBezTo>
                  <a:pt x="2864" y="13652"/>
                  <a:pt x="2846" y="13812"/>
                  <a:pt x="2835" y="13985"/>
                </a:cubicBezTo>
                <a:lnTo>
                  <a:pt x="2831" y="14096"/>
                </a:lnTo>
                <a:lnTo>
                  <a:pt x="2855" y="13952"/>
                </a:lnTo>
                <a:cubicBezTo>
                  <a:pt x="2858" y="13936"/>
                  <a:pt x="2860" y="13920"/>
                  <a:pt x="2863" y="13904"/>
                </a:cubicBezTo>
                <a:cubicBezTo>
                  <a:pt x="2896" y="13708"/>
                  <a:pt x="2939" y="13514"/>
                  <a:pt x="2992" y="13329"/>
                </a:cubicBezTo>
                <a:cubicBezTo>
                  <a:pt x="3254" y="12410"/>
                  <a:pt x="3770" y="11606"/>
                  <a:pt x="4487" y="11006"/>
                </a:cubicBezTo>
                <a:cubicBezTo>
                  <a:pt x="5209" y="10398"/>
                  <a:pt x="6359" y="9607"/>
                  <a:pt x="7733" y="9289"/>
                </a:cubicBezTo>
                <a:cubicBezTo>
                  <a:pt x="8349" y="9146"/>
                  <a:pt x="9007" y="9122"/>
                  <a:pt x="9637" y="9220"/>
                </a:cubicBezTo>
                <a:cubicBezTo>
                  <a:pt x="9850" y="9253"/>
                  <a:pt x="10064" y="9309"/>
                  <a:pt x="10290" y="9392"/>
                </a:cubicBezTo>
                <a:cubicBezTo>
                  <a:pt x="10519" y="9475"/>
                  <a:pt x="10739" y="9575"/>
                  <a:pt x="10945" y="9671"/>
                </a:cubicBezTo>
                <a:lnTo>
                  <a:pt x="11065" y="9727"/>
                </a:lnTo>
                <a:cubicBezTo>
                  <a:pt x="11173" y="9777"/>
                  <a:pt x="11283" y="9829"/>
                  <a:pt x="11394" y="9879"/>
                </a:cubicBezTo>
                <a:cubicBezTo>
                  <a:pt x="11572" y="9949"/>
                  <a:pt x="11753" y="10014"/>
                  <a:pt x="11938" y="10067"/>
                </a:cubicBezTo>
                <a:lnTo>
                  <a:pt x="12063" y="10093"/>
                </a:lnTo>
                <a:lnTo>
                  <a:pt x="11765" y="10000"/>
                </a:lnTo>
                <a:cubicBezTo>
                  <a:pt x="11633" y="9952"/>
                  <a:pt x="11493" y="9895"/>
                  <a:pt x="11340" y="9825"/>
                </a:cubicBezTo>
                <a:cubicBezTo>
                  <a:pt x="11181" y="9753"/>
                  <a:pt x="11020" y="9675"/>
                  <a:pt x="10865" y="9600"/>
                </a:cubicBezTo>
                <a:lnTo>
                  <a:pt x="10767" y="9551"/>
                </a:lnTo>
                <a:cubicBezTo>
                  <a:pt x="10596" y="9469"/>
                  <a:pt x="10415" y="9382"/>
                  <a:pt x="10231" y="9308"/>
                </a:cubicBezTo>
                <a:cubicBezTo>
                  <a:pt x="10069" y="9246"/>
                  <a:pt x="9903" y="9189"/>
                  <a:pt x="9736" y="9142"/>
                </a:cubicBezTo>
                <a:cubicBezTo>
                  <a:pt x="9662" y="9123"/>
                  <a:pt x="9587" y="9107"/>
                  <a:pt x="9513" y="9094"/>
                </a:cubicBezTo>
                <a:cubicBezTo>
                  <a:pt x="9206" y="9041"/>
                  <a:pt x="8892" y="9017"/>
                  <a:pt x="8580" y="9022"/>
                </a:cubicBezTo>
              </a:path>
              <a:path w="21600" h="21600">
                <a:moveTo>
                  <a:pt x="10258" y="9003"/>
                </a:moveTo>
                <a:lnTo>
                  <a:pt x="10309" y="9029"/>
                </a:lnTo>
                <a:lnTo>
                  <a:pt x="10354" y="9054"/>
                </a:lnTo>
                <a:cubicBezTo>
                  <a:pt x="10503" y="9137"/>
                  <a:pt x="10658" y="9223"/>
                  <a:pt x="10811" y="9301"/>
                </a:cubicBezTo>
                <a:lnTo>
                  <a:pt x="11027" y="9401"/>
                </a:lnTo>
                <a:lnTo>
                  <a:pt x="11175" y="9455"/>
                </a:lnTo>
                <a:cubicBezTo>
                  <a:pt x="11430" y="9535"/>
                  <a:pt x="11692" y="9598"/>
                  <a:pt x="11965" y="9626"/>
                </a:cubicBezTo>
                <a:lnTo>
                  <a:pt x="12012" y="9624"/>
                </a:lnTo>
                <a:lnTo>
                  <a:pt x="12253" y="9578"/>
                </a:lnTo>
                <a:cubicBezTo>
                  <a:pt x="12365" y="9531"/>
                  <a:pt x="12461" y="9457"/>
                  <a:pt x="12539" y="9360"/>
                </a:cubicBezTo>
                <a:lnTo>
                  <a:pt x="12618" y="9220"/>
                </a:lnTo>
                <a:lnTo>
                  <a:pt x="12312" y="9360"/>
                </a:lnTo>
                <a:lnTo>
                  <a:pt x="12127" y="9369"/>
                </a:lnTo>
                <a:lnTo>
                  <a:pt x="12021" y="9454"/>
                </a:lnTo>
                <a:cubicBezTo>
                  <a:pt x="11819" y="9542"/>
                  <a:pt x="11569" y="9544"/>
                  <a:pt x="11275" y="9460"/>
                </a:cubicBezTo>
                <a:cubicBezTo>
                  <a:pt x="11073" y="9402"/>
                  <a:pt x="10861" y="9313"/>
                  <a:pt x="10607" y="9178"/>
                </a:cubicBezTo>
                <a:lnTo>
                  <a:pt x="10361" y="9039"/>
                </a:lnTo>
              </a:path>
              <a:path w="21600" h="21600">
                <a:moveTo>
                  <a:pt x="652" y="8989"/>
                </a:moveTo>
                <a:lnTo>
                  <a:pt x="576" y="9032"/>
                </a:lnTo>
                <a:lnTo>
                  <a:pt x="588" y="9178"/>
                </a:lnTo>
                <a:lnTo>
                  <a:pt x="607" y="9288"/>
                </a:lnTo>
                <a:lnTo>
                  <a:pt x="665" y="9253"/>
                </a:lnTo>
              </a:path>
              <a:path w="21600" h="21600">
                <a:moveTo>
                  <a:pt x="2019" y="8978"/>
                </a:moveTo>
                <a:lnTo>
                  <a:pt x="1946" y="9127"/>
                </a:lnTo>
                <a:lnTo>
                  <a:pt x="1883" y="9517"/>
                </a:lnTo>
                <a:cubicBezTo>
                  <a:pt x="1845" y="9726"/>
                  <a:pt x="1802" y="9931"/>
                  <a:pt x="1750" y="10122"/>
                </a:cubicBezTo>
                <a:lnTo>
                  <a:pt x="1548" y="10680"/>
                </a:lnTo>
                <a:lnTo>
                  <a:pt x="1524" y="10904"/>
                </a:lnTo>
                <a:lnTo>
                  <a:pt x="1525" y="10998"/>
                </a:lnTo>
                <a:lnTo>
                  <a:pt x="1678" y="10616"/>
                </a:lnTo>
                <a:lnTo>
                  <a:pt x="1719" y="10331"/>
                </a:lnTo>
                <a:lnTo>
                  <a:pt x="1837" y="9994"/>
                </a:lnTo>
                <a:lnTo>
                  <a:pt x="1842" y="9976"/>
                </a:lnTo>
                <a:cubicBezTo>
                  <a:pt x="1884" y="9768"/>
                  <a:pt x="1920" y="9557"/>
                  <a:pt x="1954" y="9350"/>
                </a:cubicBezTo>
              </a:path>
              <a:path w="21600" h="21600">
                <a:moveTo>
                  <a:pt x="2384" y="8931"/>
                </a:moveTo>
                <a:lnTo>
                  <a:pt x="2278" y="9082"/>
                </a:lnTo>
                <a:lnTo>
                  <a:pt x="2259" y="9117"/>
                </a:lnTo>
                <a:lnTo>
                  <a:pt x="2195" y="9424"/>
                </a:lnTo>
                <a:lnTo>
                  <a:pt x="2082" y="10016"/>
                </a:lnTo>
                <a:lnTo>
                  <a:pt x="2201" y="9700"/>
                </a:lnTo>
                <a:lnTo>
                  <a:pt x="2216" y="9674"/>
                </a:lnTo>
                <a:lnTo>
                  <a:pt x="2259" y="9469"/>
                </a:lnTo>
              </a:path>
              <a:path w="21600" h="21600">
                <a:moveTo>
                  <a:pt x="1438" y="8927"/>
                </a:moveTo>
                <a:lnTo>
                  <a:pt x="1280" y="9233"/>
                </a:lnTo>
                <a:lnTo>
                  <a:pt x="1146" y="9412"/>
                </a:lnTo>
                <a:lnTo>
                  <a:pt x="1138" y="9659"/>
                </a:lnTo>
                <a:lnTo>
                  <a:pt x="1140" y="9658"/>
                </a:lnTo>
                <a:lnTo>
                  <a:pt x="1335" y="9326"/>
                </a:lnTo>
              </a:path>
              <a:path w="21600" h="21600">
                <a:moveTo>
                  <a:pt x="796" y="8907"/>
                </a:moveTo>
                <a:lnTo>
                  <a:pt x="696" y="8964"/>
                </a:lnTo>
                <a:lnTo>
                  <a:pt x="709" y="9227"/>
                </a:lnTo>
                <a:lnTo>
                  <a:pt x="714" y="9224"/>
                </a:lnTo>
                <a:lnTo>
                  <a:pt x="797" y="9155"/>
                </a:lnTo>
                <a:lnTo>
                  <a:pt x="792" y="8931"/>
                </a:lnTo>
              </a:path>
              <a:path w="21600" h="21600">
                <a:moveTo>
                  <a:pt x="12428" y="8900"/>
                </a:moveTo>
                <a:lnTo>
                  <a:pt x="12039" y="9077"/>
                </a:lnTo>
                <a:lnTo>
                  <a:pt x="12031" y="9077"/>
                </a:lnTo>
                <a:lnTo>
                  <a:pt x="11773" y="9291"/>
                </a:lnTo>
                <a:lnTo>
                  <a:pt x="11600" y="9328"/>
                </a:lnTo>
                <a:lnTo>
                  <a:pt x="11695" y="9347"/>
                </a:lnTo>
                <a:lnTo>
                  <a:pt x="12113" y="9327"/>
                </a:lnTo>
                <a:lnTo>
                  <a:pt x="12273" y="9200"/>
                </a:lnTo>
              </a:path>
              <a:path w="21600" h="21600">
                <a:moveTo>
                  <a:pt x="10335" y="8855"/>
                </a:moveTo>
                <a:lnTo>
                  <a:pt x="10579" y="8984"/>
                </a:lnTo>
                <a:cubicBezTo>
                  <a:pt x="10677" y="9029"/>
                  <a:pt x="10769" y="9065"/>
                  <a:pt x="10858" y="9093"/>
                </a:cubicBezTo>
                <a:cubicBezTo>
                  <a:pt x="10985" y="9132"/>
                  <a:pt x="11103" y="9152"/>
                  <a:pt x="11210" y="9151"/>
                </a:cubicBezTo>
                <a:lnTo>
                  <a:pt x="11409" y="9108"/>
                </a:lnTo>
                <a:lnTo>
                  <a:pt x="10990" y="9026"/>
                </a:lnTo>
                <a:lnTo>
                  <a:pt x="10979" y="9028"/>
                </a:lnTo>
                <a:cubicBezTo>
                  <a:pt x="10872" y="9029"/>
                  <a:pt x="10755" y="9009"/>
                  <a:pt x="10630" y="8969"/>
                </a:cubicBezTo>
                <a:lnTo>
                  <a:pt x="10433" y="8889"/>
                </a:lnTo>
              </a:path>
              <a:path w="21600" h="21600">
                <a:moveTo>
                  <a:pt x="1781" y="8853"/>
                </a:moveTo>
                <a:lnTo>
                  <a:pt x="1733" y="8959"/>
                </a:lnTo>
                <a:lnTo>
                  <a:pt x="1707" y="9084"/>
                </a:lnTo>
                <a:cubicBezTo>
                  <a:pt x="1678" y="9199"/>
                  <a:pt x="1646" y="9306"/>
                  <a:pt x="1612" y="9408"/>
                </a:cubicBezTo>
                <a:lnTo>
                  <a:pt x="1518" y="9656"/>
                </a:lnTo>
                <a:lnTo>
                  <a:pt x="1455" y="9872"/>
                </a:lnTo>
                <a:lnTo>
                  <a:pt x="1439" y="10072"/>
                </a:lnTo>
                <a:lnTo>
                  <a:pt x="1531" y="9859"/>
                </a:lnTo>
                <a:cubicBezTo>
                  <a:pt x="1608" y="9659"/>
                  <a:pt x="1672" y="9434"/>
                  <a:pt x="1727" y="9172"/>
                </a:cubicBezTo>
              </a:path>
              <a:path w="21600" h="21600">
                <a:moveTo>
                  <a:pt x="309" y="8846"/>
                </a:moveTo>
                <a:lnTo>
                  <a:pt x="289" y="8854"/>
                </a:lnTo>
                <a:lnTo>
                  <a:pt x="330" y="9019"/>
                </a:lnTo>
                <a:lnTo>
                  <a:pt x="354" y="9110"/>
                </a:lnTo>
                <a:lnTo>
                  <a:pt x="368" y="9102"/>
                </a:lnTo>
              </a:path>
              <a:path w="21600" h="21600">
                <a:moveTo>
                  <a:pt x="8475" y="8831"/>
                </a:moveTo>
                <a:cubicBezTo>
                  <a:pt x="8170" y="8830"/>
                  <a:pt x="7867" y="8857"/>
                  <a:pt x="7576" y="8914"/>
                </a:cubicBezTo>
                <a:cubicBezTo>
                  <a:pt x="6263" y="9167"/>
                  <a:pt x="5134" y="9889"/>
                  <a:pt x="4419" y="10449"/>
                </a:cubicBezTo>
                <a:cubicBezTo>
                  <a:pt x="3708" y="11002"/>
                  <a:pt x="3209" y="11731"/>
                  <a:pt x="2977" y="12557"/>
                </a:cubicBezTo>
                <a:cubicBezTo>
                  <a:pt x="2930" y="12726"/>
                  <a:pt x="2892" y="12904"/>
                  <a:pt x="2865" y="13085"/>
                </a:cubicBezTo>
                <a:lnTo>
                  <a:pt x="2858" y="13161"/>
                </a:lnTo>
                <a:lnTo>
                  <a:pt x="3111" y="12433"/>
                </a:lnTo>
                <a:cubicBezTo>
                  <a:pt x="3252" y="12115"/>
                  <a:pt x="3438" y="11804"/>
                  <a:pt x="3663" y="11511"/>
                </a:cubicBezTo>
                <a:cubicBezTo>
                  <a:pt x="3905" y="11194"/>
                  <a:pt x="4182" y="10902"/>
                  <a:pt x="4486" y="10642"/>
                </a:cubicBezTo>
                <a:cubicBezTo>
                  <a:pt x="4851" y="10331"/>
                  <a:pt x="5255" y="10068"/>
                  <a:pt x="5602" y="9852"/>
                </a:cubicBezTo>
                <a:cubicBezTo>
                  <a:pt x="6083" y="9552"/>
                  <a:pt x="6610" y="9315"/>
                  <a:pt x="7125" y="9165"/>
                </a:cubicBezTo>
                <a:cubicBezTo>
                  <a:pt x="7937" y="8925"/>
                  <a:pt x="8719" y="8879"/>
                  <a:pt x="9449" y="9026"/>
                </a:cubicBezTo>
                <a:cubicBezTo>
                  <a:pt x="9549" y="9047"/>
                  <a:pt x="9648" y="9071"/>
                  <a:pt x="9746" y="9099"/>
                </a:cubicBezTo>
                <a:cubicBezTo>
                  <a:pt x="9880" y="9133"/>
                  <a:pt x="10015" y="9176"/>
                  <a:pt x="10154" y="9230"/>
                </a:cubicBezTo>
                <a:cubicBezTo>
                  <a:pt x="10185" y="9242"/>
                  <a:pt x="10216" y="9254"/>
                  <a:pt x="10246" y="9266"/>
                </a:cubicBezTo>
                <a:cubicBezTo>
                  <a:pt x="10398" y="9324"/>
                  <a:pt x="10548" y="9384"/>
                  <a:pt x="10696" y="9444"/>
                </a:cubicBezTo>
                <a:lnTo>
                  <a:pt x="10770" y="9472"/>
                </a:lnTo>
                <a:lnTo>
                  <a:pt x="10684" y="9429"/>
                </a:lnTo>
                <a:lnTo>
                  <a:pt x="10605" y="9389"/>
                </a:lnTo>
                <a:cubicBezTo>
                  <a:pt x="10404" y="9288"/>
                  <a:pt x="10206" y="9190"/>
                  <a:pt x="10000" y="9106"/>
                </a:cubicBezTo>
                <a:cubicBezTo>
                  <a:pt x="9793" y="9021"/>
                  <a:pt x="9595" y="8961"/>
                  <a:pt x="9393" y="8922"/>
                </a:cubicBezTo>
                <a:cubicBezTo>
                  <a:pt x="9089" y="8863"/>
                  <a:pt x="8781" y="8833"/>
                  <a:pt x="8475" y="8831"/>
                </a:cubicBezTo>
              </a:path>
              <a:path w="21600" h="21600">
                <a:moveTo>
                  <a:pt x="392" y="8817"/>
                </a:moveTo>
                <a:lnTo>
                  <a:pt x="352" y="8831"/>
                </a:lnTo>
                <a:lnTo>
                  <a:pt x="409" y="9079"/>
                </a:lnTo>
                <a:lnTo>
                  <a:pt x="433" y="9065"/>
                </a:lnTo>
                <a:lnTo>
                  <a:pt x="403" y="8917"/>
                </a:lnTo>
              </a:path>
              <a:path w="21600" h="21600">
                <a:moveTo>
                  <a:pt x="13138" y="8799"/>
                </a:moveTo>
                <a:cubicBezTo>
                  <a:pt x="13045" y="8920"/>
                  <a:pt x="12935" y="9035"/>
                  <a:pt x="12803" y="9135"/>
                </a:cubicBezTo>
                <a:lnTo>
                  <a:pt x="12684" y="9190"/>
                </a:lnTo>
                <a:lnTo>
                  <a:pt x="12574" y="9388"/>
                </a:lnTo>
                <a:lnTo>
                  <a:pt x="12281" y="9613"/>
                </a:lnTo>
                <a:lnTo>
                  <a:pt x="12573" y="9600"/>
                </a:lnTo>
                <a:lnTo>
                  <a:pt x="12830" y="9482"/>
                </a:lnTo>
                <a:lnTo>
                  <a:pt x="13015" y="9183"/>
                </a:lnTo>
                <a:cubicBezTo>
                  <a:pt x="13070" y="9062"/>
                  <a:pt x="13110" y="8933"/>
                  <a:pt x="13138" y="8799"/>
                </a:cubicBezTo>
              </a:path>
              <a:path w="21600" h="21600">
                <a:moveTo>
                  <a:pt x="11775" y="8791"/>
                </a:moveTo>
                <a:lnTo>
                  <a:pt x="11767" y="8795"/>
                </a:lnTo>
                <a:lnTo>
                  <a:pt x="11431" y="8814"/>
                </a:lnTo>
                <a:lnTo>
                  <a:pt x="11269" y="8962"/>
                </a:lnTo>
                <a:lnTo>
                  <a:pt x="11091" y="9002"/>
                </a:lnTo>
                <a:lnTo>
                  <a:pt x="11423" y="9068"/>
                </a:lnTo>
                <a:lnTo>
                  <a:pt x="11529" y="9062"/>
                </a:lnTo>
                <a:lnTo>
                  <a:pt x="11738" y="8881"/>
                </a:lnTo>
              </a:path>
              <a:path w="21600" h="21600">
                <a:moveTo>
                  <a:pt x="10111" y="8780"/>
                </a:moveTo>
                <a:lnTo>
                  <a:pt x="10449" y="8981"/>
                </a:lnTo>
                <a:lnTo>
                  <a:pt x="10725" y="9120"/>
                </a:lnTo>
                <a:lnTo>
                  <a:pt x="10908" y="9184"/>
                </a:lnTo>
                <a:lnTo>
                  <a:pt x="11494" y="9306"/>
                </a:lnTo>
                <a:lnTo>
                  <a:pt x="11751" y="9252"/>
                </a:lnTo>
                <a:lnTo>
                  <a:pt x="11957" y="9081"/>
                </a:lnTo>
                <a:lnTo>
                  <a:pt x="11547" y="9103"/>
                </a:lnTo>
                <a:lnTo>
                  <a:pt x="11519" y="9127"/>
                </a:lnTo>
                <a:cubicBezTo>
                  <a:pt x="11337" y="9214"/>
                  <a:pt x="11110" y="9217"/>
                  <a:pt x="10844" y="9134"/>
                </a:cubicBezTo>
                <a:cubicBezTo>
                  <a:pt x="10661" y="9077"/>
                  <a:pt x="10470" y="8989"/>
                  <a:pt x="10243" y="8856"/>
                </a:cubicBezTo>
                <a:lnTo>
                  <a:pt x="10133" y="8787"/>
                </a:lnTo>
              </a:path>
              <a:path w="21600" h="21600">
                <a:moveTo>
                  <a:pt x="508" y="8772"/>
                </a:moveTo>
                <a:lnTo>
                  <a:pt x="495" y="8781"/>
                </a:lnTo>
                <a:lnTo>
                  <a:pt x="437" y="8801"/>
                </a:lnTo>
                <a:lnTo>
                  <a:pt x="449" y="8909"/>
                </a:lnTo>
                <a:lnTo>
                  <a:pt x="476" y="9041"/>
                </a:lnTo>
                <a:lnTo>
                  <a:pt x="528" y="9011"/>
                </a:lnTo>
              </a:path>
              <a:path w="21600" h="21600">
                <a:moveTo>
                  <a:pt x="8363" y="8748"/>
                </a:moveTo>
                <a:cubicBezTo>
                  <a:pt x="7882" y="8748"/>
                  <a:pt x="7386" y="8825"/>
                  <a:pt x="6878" y="8977"/>
                </a:cubicBezTo>
                <a:cubicBezTo>
                  <a:pt x="6367" y="9129"/>
                  <a:pt x="5850" y="9367"/>
                  <a:pt x="5381" y="9668"/>
                </a:cubicBezTo>
                <a:cubicBezTo>
                  <a:pt x="4959" y="9938"/>
                  <a:pt x="4613" y="10175"/>
                  <a:pt x="4300" y="10451"/>
                </a:cubicBezTo>
                <a:lnTo>
                  <a:pt x="4043" y="10732"/>
                </a:lnTo>
                <a:lnTo>
                  <a:pt x="3894" y="10868"/>
                </a:lnTo>
                <a:lnTo>
                  <a:pt x="3694" y="11116"/>
                </a:lnTo>
                <a:lnTo>
                  <a:pt x="3518" y="11309"/>
                </a:lnTo>
                <a:cubicBezTo>
                  <a:pt x="3305" y="11598"/>
                  <a:pt x="3131" y="11903"/>
                  <a:pt x="2999" y="12216"/>
                </a:cubicBezTo>
                <a:lnTo>
                  <a:pt x="2844" y="12691"/>
                </a:lnTo>
                <a:lnTo>
                  <a:pt x="2806" y="13125"/>
                </a:lnTo>
                <a:lnTo>
                  <a:pt x="2806" y="13237"/>
                </a:lnTo>
                <a:lnTo>
                  <a:pt x="2822" y="13080"/>
                </a:lnTo>
                <a:cubicBezTo>
                  <a:pt x="2849" y="12897"/>
                  <a:pt x="2887" y="12718"/>
                  <a:pt x="2935" y="12547"/>
                </a:cubicBezTo>
                <a:cubicBezTo>
                  <a:pt x="3052" y="12130"/>
                  <a:pt x="3237" y="11737"/>
                  <a:pt x="3482" y="11378"/>
                </a:cubicBezTo>
                <a:lnTo>
                  <a:pt x="3694" y="11116"/>
                </a:lnTo>
                <a:lnTo>
                  <a:pt x="4043" y="10732"/>
                </a:lnTo>
                <a:lnTo>
                  <a:pt x="4392" y="10416"/>
                </a:lnTo>
                <a:cubicBezTo>
                  <a:pt x="5111" y="9853"/>
                  <a:pt x="6247" y="9127"/>
                  <a:pt x="7569" y="8872"/>
                </a:cubicBezTo>
                <a:cubicBezTo>
                  <a:pt x="8157" y="8759"/>
                  <a:pt x="8791" y="8762"/>
                  <a:pt x="9403" y="8880"/>
                </a:cubicBezTo>
                <a:cubicBezTo>
                  <a:pt x="9426" y="8885"/>
                  <a:pt x="9448" y="8889"/>
                  <a:pt x="9470" y="8894"/>
                </a:cubicBezTo>
                <a:cubicBezTo>
                  <a:pt x="9373" y="8868"/>
                  <a:pt x="9274" y="8844"/>
                  <a:pt x="9174" y="8825"/>
                </a:cubicBezTo>
                <a:cubicBezTo>
                  <a:pt x="8910" y="8774"/>
                  <a:pt x="8639" y="8749"/>
                  <a:pt x="8363" y="8749"/>
                </a:cubicBezTo>
              </a:path>
              <a:path w="21600" h="21600">
                <a:moveTo>
                  <a:pt x="1250" y="8740"/>
                </a:moveTo>
                <a:lnTo>
                  <a:pt x="1249" y="8743"/>
                </a:lnTo>
                <a:lnTo>
                  <a:pt x="1023" y="9003"/>
                </a:lnTo>
                <a:lnTo>
                  <a:pt x="990" y="9168"/>
                </a:lnTo>
                <a:lnTo>
                  <a:pt x="990" y="9247"/>
                </a:lnTo>
                <a:lnTo>
                  <a:pt x="1088" y="9147"/>
                </a:lnTo>
                <a:lnTo>
                  <a:pt x="1195" y="8985"/>
                </a:lnTo>
              </a:path>
              <a:path w="21600" h="21600">
                <a:moveTo>
                  <a:pt x="1033" y="8723"/>
                </a:moveTo>
                <a:lnTo>
                  <a:pt x="892" y="8852"/>
                </a:lnTo>
                <a:lnTo>
                  <a:pt x="846" y="8879"/>
                </a:lnTo>
                <a:lnTo>
                  <a:pt x="837" y="8933"/>
                </a:lnTo>
                <a:lnTo>
                  <a:pt x="841" y="9118"/>
                </a:lnTo>
                <a:lnTo>
                  <a:pt x="914" y="9058"/>
                </a:lnTo>
                <a:lnTo>
                  <a:pt x="983" y="8977"/>
                </a:lnTo>
              </a:path>
              <a:path w="21600" h="21600">
                <a:moveTo>
                  <a:pt x="10177" y="8709"/>
                </a:moveTo>
                <a:lnTo>
                  <a:pt x="10381" y="8821"/>
                </a:lnTo>
                <a:lnTo>
                  <a:pt x="10446" y="8848"/>
                </a:lnTo>
                <a:lnTo>
                  <a:pt x="10638" y="8913"/>
                </a:lnTo>
                <a:lnTo>
                  <a:pt x="10991" y="8982"/>
                </a:lnTo>
                <a:lnTo>
                  <a:pt x="11249" y="8924"/>
                </a:lnTo>
                <a:lnTo>
                  <a:pt x="11365" y="8818"/>
                </a:lnTo>
                <a:lnTo>
                  <a:pt x="11150" y="8831"/>
                </a:lnTo>
                <a:lnTo>
                  <a:pt x="11008" y="8804"/>
                </a:lnTo>
                <a:lnTo>
                  <a:pt x="10743" y="8867"/>
                </a:lnTo>
                <a:cubicBezTo>
                  <a:pt x="10641" y="8869"/>
                  <a:pt x="10530" y="8849"/>
                  <a:pt x="10413" y="8810"/>
                </a:cubicBezTo>
              </a:path>
              <a:path w="21600" h="21600">
                <a:moveTo>
                  <a:pt x="10088" y="8708"/>
                </a:moveTo>
                <a:lnTo>
                  <a:pt x="10155" y="8750"/>
                </a:lnTo>
                <a:lnTo>
                  <a:pt x="10177" y="8757"/>
                </a:lnTo>
              </a:path>
              <a:path w="21600" h="21600">
                <a:moveTo>
                  <a:pt x="2628" y="8699"/>
                </a:moveTo>
                <a:lnTo>
                  <a:pt x="2511" y="9122"/>
                </a:lnTo>
                <a:lnTo>
                  <a:pt x="2492" y="9210"/>
                </a:lnTo>
                <a:lnTo>
                  <a:pt x="2627" y="9027"/>
                </a:lnTo>
                <a:lnTo>
                  <a:pt x="2614" y="8950"/>
                </a:lnTo>
                <a:lnTo>
                  <a:pt x="2637" y="8743"/>
                </a:lnTo>
              </a:path>
              <a:path w="21600" h="21600">
                <a:moveTo>
                  <a:pt x="2182" y="8699"/>
                </a:moveTo>
                <a:lnTo>
                  <a:pt x="2087" y="8841"/>
                </a:lnTo>
                <a:lnTo>
                  <a:pt x="1997" y="9359"/>
                </a:lnTo>
                <a:lnTo>
                  <a:pt x="1931" y="9725"/>
                </a:lnTo>
                <a:lnTo>
                  <a:pt x="2019" y="9474"/>
                </a:lnTo>
                <a:lnTo>
                  <a:pt x="2040" y="9435"/>
                </a:lnTo>
                <a:lnTo>
                  <a:pt x="2129" y="8949"/>
                </a:lnTo>
              </a:path>
              <a:path w="21600" h="21600">
                <a:moveTo>
                  <a:pt x="638" y="8692"/>
                </a:moveTo>
                <a:lnTo>
                  <a:pt x="552" y="8745"/>
                </a:lnTo>
                <a:lnTo>
                  <a:pt x="572" y="8986"/>
                </a:lnTo>
                <a:lnTo>
                  <a:pt x="650" y="8942"/>
                </a:lnTo>
                <a:lnTo>
                  <a:pt x="637" y="8697"/>
                </a:lnTo>
              </a:path>
              <a:path w="21600" h="21600">
                <a:moveTo>
                  <a:pt x="9786" y="8669"/>
                </a:moveTo>
                <a:lnTo>
                  <a:pt x="10152" y="8869"/>
                </a:lnTo>
                <a:lnTo>
                  <a:pt x="10182" y="8887"/>
                </a:lnTo>
                <a:lnTo>
                  <a:pt x="10378" y="8998"/>
                </a:lnTo>
                <a:lnTo>
                  <a:pt x="10418" y="9012"/>
                </a:lnTo>
                <a:lnTo>
                  <a:pt x="9989" y="8757"/>
                </a:lnTo>
                <a:lnTo>
                  <a:pt x="9972" y="8746"/>
                </a:lnTo>
                <a:lnTo>
                  <a:pt x="9917" y="8714"/>
                </a:lnTo>
                <a:lnTo>
                  <a:pt x="9878" y="8701"/>
                </a:lnTo>
              </a:path>
              <a:path w="21600" h="21600">
                <a:moveTo>
                  <a:pt x="10086" y="8658"/>
                </a:moveTo>
                <a:lnTo>
                  <a:pt x="10086" y="8658"/>
                </a:lnTo>
                <a:lnTo>
                  <a:pt x="10086" y="8658"/>
                </a:lnTo>
              </a:path>
              <a:path w="21600" h="21600">
                <a:moveTo>
                  <a:pt x="8374" y="8641"/>
                </a:moveTo>
                <a:cubicBezTo>
                  <a:pt x="8075" y="8633"/>
                  <a:pt x="7779" y="8654"/>
                  <a:pt x="7495" y="8703"/>
                </a:cubicBezTo>
                <a:cubicBezTo>
                  <a:pt x="6217" y="8924"/>
                  <a:pt x="5092" y="9613"/>
                  <a:pt x="4373" y="10152"/>
                </a:cubicBezTo>
                <a:cubicBezTo>
                  <a:pt x="3660" y="10687"/>
                  <a:pt x="3167" y="11382"/>
                  <a:pt x="2950" y="12164"/>
                </a:cubicBezTo>
                <a:lnTo>
                  <a:pt x="2919" y="12313"/>
                </a:lnTo>
                <a:lnTo>
                  <a:pt x="2957" y="12198"/>
                </a:lnTo>
                <a:cubicBezTo>
                  <a:pt x="3090" y="11883"/>
                  <a:pt x="3266" y="11575"/>
                  <a:pt x="3481" y="11283"/>
                </a:cubicBezTo>
                <a:cubicBezTo>
                  <a:pt x="3716" y="10963"/>
                  <a:pt x="3981" y="10672"/>
                  <a:pt x="4269" y="10418"/>
                </a:cubicBezTo>
                <a:cubicBezTo>
                  <a:pt x="4584" y="10140"/>
                  <a:pt x="4932" y="9902"/>
                  <a:pt x="5356" y="9631"/>
                </a:cubicBezTo>
                <a:cubicBezTo>
                  <a:pt x="5828" y="9328"/>
                  <a:pt x="6350" y="9088"/>
                  <a:pt x="6864" y="8935"/>
                </a:cubicBezTo>
                <a:cubicBezTo>
                  <a:pt x="7671" y="8693"/>
                  <a:pt x="8451" y="8641"/>
                  <a:pt x="9182" y="8781"/>
                </a:cubicBezTo>
                <a:cubicBezTo>
                  <a:pt x="9399" y="8823"/>
                  <a:pt x="9611" y="8884"/>
                  <a:pt x="9818" y="8954"/>
                </a:cubicBezTo>
                <a:lnTo>
                  <a:pt x="10124" y="9069"/>
                </a:lnTo>
                <a:lnTo>
                  <a:pt x="9865" y="8941"/>
                </a:lnTo>
                <a:cubicBezTo>
                  <a:pt x="9667" y="8855"/>
                  <a:pt x="9474" y="8793"/>
                  <a:pt x="9276" y="8750"/>
                </a:cubicBezTo>
                <a:cubicBezTo>
                  <a:pt x="8978" y="8686"/>
                  <a:pt x="8674" y="8649"/>
                  <a:pt x="8374" y="8641"/>
                </a:cubicBezTo>
              </a:path>
              <a:path w="21600" h="21600">
                <a:moveTo>
                  <a:pt x="2594" y="8641"/>
                </a:moveTo>
                <a:lnTo>
                  <a:pt x="2571" y="8664"/>
                </a:lnTo>
                <a:lnTo>
                  <a:pt x="2454" y="8830"/>
                </a:lnTo>
                <a:lnTo>
                  <a:pt x="2304" y="9477"/>
                </a:lnTo>
                <a:lnTo>
                  <a:pt x="2291" y="9542"/>
                </a:lnTo>
                <a:lnTo>
                  <a:pt x="2419" y="9314"/>
                </a:lnTo>
                <a:lnTo>
                  <a:pt x="2462" y="9120"/>
                </a:lnTo>
              </a:path>
              <a:path w="21600" h="21600">
                <a:moveTo>
                  <a:pt x="2697" y="8624"/>
                </a:moveTo>
                <a:lnTo>
                  <a:pt x="2691" y="8638"/>
                </a:lnTo>
                <a:lnTo>
                  <a:pt x="2680" y="8741"/>
                </a:lnTo>
                <a:lnTo>
                  <a:pt x="2688" y="8780"/>
                </a:lnTo>
                <a:lnTo>
                  <a:pt x="2695" y="8748"/>
                </a:lnTo>
                <a:cubicBezTo>
                  <a:pt x="2700" y="8733"/>
                  <a:pt x="2705" y="8722"/>
                  <a:pt x="2710" y="8713"/>
                </a:cubicBezTo>
                <a:cubicBezTo>
                  <a:pt x="2716" y="8700"/>
                  <a:pt x="2717" y="8697"/>
                  <a:pt x="2715" y="8695"/>
                </a:cubicBezTo>
              </a:path>
              <a:path w="21600" h="21600">
                <a:moveTo>
                  <a:pt x="1895" y="8604"/>
                </a:moveTo>
                <a:lnTo>
                  <a:pt x="1855" y="8691"/>
                </a:lnTo>
                <a:lnTo>
                  <a:pt x="1772" y="9180"/>
                </a:lnTo>
                <a:cubicBezTo>
                  <a:pt x="1717" y="9444"/>
                  <a:pt x="1652" y="9671"/>
                  <a:pt x="1574" y="9873"/>
                </a:cubicBezTo>
                <a:lnTo>
                  <a:pt x="1427" y="10214"/>
                </a:lnTo>
                <a:lnTo>
                  <a:pt x="1401" y="10530"/>
                </a:lnTo>
                <a:lnTo>
                  <a:pt x="1494" y="10326"/>
                </a:lnTo>
                <a:lnTo>
                  <a:pt x="1563" y="10114"/>
                </a:lnTo>
                <a:lnTo>
                  <a:pt x="1564" y="10098"/>
                </a:lnTo>
                <a:lnTo>
                  <a:pt x="1725" y="9595"/>
                </a:lnTo>
                <a:lnTo>
                  <a:pt x="1827" y="9074"/>
                </a:lnTo>
              </a:path>
              <a:path w="21600" h="21600">
                <a:moveTo>
                  <a:pt x="1602" y="8599"/>
                </a:moveTo>
                <a:lnTo>
                  <a:pt x="1514" y="8811"/>
                </a:lnTo>
                <a:lnTo>
                  <a:pt x="1454" y="9043"/>
                </a:lnTo>
                <a:lnTo>
                  <a:pt x="1530" y="8854"/>
                </a:lnTo>
              </a:path>
              <a:path w="21600" h="21600">
                <a:moveTo>
                  <a:pt x="12216" y="8592"/>
                </a:moveTo>
                <a:lnTo>
                  <a:pt x="11832" y="8765"/>
                </a:lnTo>
                <a:lnTo>
                  <a:pt x="11776" y="8905"/>
                </a:lnTo>
                <a:lnTo>
                  <a:pt x="11598" y="9059"/>
                </a:lnTo>
                <a:lnTo>
                  <a:pt x="12007" y="9037"/>
                </a:lnTo>
                <a:lnTo>
                  <a:pt x="12216" y="8592"/>
                </a:lnTo>
              </a:path>
              <a:path w="21600" h="21600">
                <a:moveTo>
                  <a:pt x="10052" y="8584"/>
                </a:moveTo>
                <a:lnTo>
                  <a:pt x="10180" y="8659"/>
                </a:lnTo>
                <a:cubicBezTo>
                  <a:pt x="10267" y="8703"/>
                  <a:pt x="10349" y="8738"/>
                  <a:pt x="10429" y="8765"/>
                </a:cubicBezTo>
                <a:cubicBezTo>
                  <a:pt x="10506" y="8792"/>
                  <a:pt x="10601" y="8815"/>
                  <a:pt x="10700" y="8820"/>
                </a:cubicBezTo>
                <a:lnTo>
                  <a:pt x="10889" y="8782"/>
                </a:lnTo>
                <a:lnTo>
                  <a:pt x="10360" y="8683"/>
                </a:lnTo>
                <a:lnTo>
                  <a:pt x="10297" y="8663"/>
                </a:lnTo>
                <a:lnTo>
                  <a:pt x="10199" y="8645"/>
                </a:lnTo>
                <a:lnTo>
                  <a:pt x="10091" y="8596"/>
                </a:lnTo>
              </a:path>
              <a:path w="21600" h="21600">
                <a:moveTo>
                  <a:pt x="5418" y="8566"/>
                </a:moveTo>
                <a:lnTo>
                  <a:pt x="5340" y="8598"/>
                </a:lnTo>
                <a:lnTo>
                  <a:pt x="5269" y="8640"/>
                </a:lnTo>
              </a:path>
              <a:path w="21600" h="21600">
                <a:moveTo>
                  <a:pt x="852" y="8560"/>
                </a:moveTo>
                <a:lnTo>
                  <a:pt x="687" y="8662"/>
                </a:lnTo>
                <a:lnTo>
                  <a:pt x="683" y="8699"/>
                </a:lnTo>
                <a:lnTo>
                  <a:pt x="694" y="8916"/>
                </a:lnTo>
                <a:lnTo>
                  <a:pt x="805" y="8853"/>
                </a:lnTo>
              </a:path>
              <a:path w="21600" h="21600">
                <a:moveTo>
                  <a:pt x="9001" y="8559"/>
                </a:moveTo>
                <a:lnTo>
                  <a:pt x="9372" y="8656"/>
                </a:lnTo>
                <a:lnTo>
                  <a:pt x="9157" y="8581"/>
                </a:lnTo>
              </a:path>
              <a:path w="21600" h="21600">
                <a:moveTo>
                  <a:pt x="2680" y="8554"/>
                </a:moveTo>
                <a:lnTo>
                  <a:pt x="2663" y="8571"/>
                </a:lnTo>
                <a:lnTo>
                  <a:pt x="2653" y="8609"/>
                </a:lnTo>
                <a:lnTo>
                  <a:pt x="2654" y="8618"/>
                </a:lnTo>
                <a:lnTo>
                  <a:pt x="2681" y="8558"/>
                </a:lnTo>
              </a:path>
              <a:path w="21600" h="21600">
                <a:moveTo>
                  <a:pt x="11218" y="8530"/>
                </a:moveTo>
                <a:lnTo>
                  <a:pt x="10879" y="8551"/>
                </a:lnTo>
                <a:lnTo>
                  <a:pt x="10856" y="8547"/>
                </a:lnTo>
                <a:lnTo>
                  <a:pt x="10767" y="8637"/>
                </a:lnTo>
                <a:lnTo>
                  <a:pt x="10587" y="8682"/>
                </a:lnTo>
                <a:lnTo>
                  <a:pt x="10998" y="8759"/>
                </a:lnTo>
                <a:lnTo>
                  <a:pt x="11205" y="8561"/>
                </a:lnTo>
              </a:path>
              <a:path w="21600" h="21600">
                <a:moveTo>
                  <a:pt x="248" y="8529"/>
                </a:moveTo>
                <a:lnTo>
                  <a:pt x="210" y="8542"/>
                </a:lnTo>
                <a:lnTo>
                  <a:pt x="278" y="8813"/>
                </a:lnTo>
                <a:lnTo>
                  <a:pt x="300" y="8806"/>
                </a:lnTo>
                <a:lnTo>
                  <a:pt x="265" y="8649"/>
                </a:lnTo>
              </a:path>
              <a:path w="21600" h="21600">
                <a:moveTo>
                  <a:pt x="12866" y="8523"/>
                </a:moveTo>
                <a:cubicBezTo>
                  <a:pt x="12772" y="8642"/>
                  <a:pt x="12660" y="8755"/>
                  <a:pt x="12529" y="8854"/>
                </a:cubicBezTo>
                <a:lnTo>
                  <a:pt x="12488" y="8873"/>
                </a:lnTo>
                <a:lnTo>
                  <a:pt x="12308" y="9225"/>
                </a:lnTo>
                <a:lnTo>
                  <a:pt x="12184" y="9324"/>
                </a:lnTo>
                <a:lnTo>
                  <a:pt x="12301" y="9318"/>
                </a:lnTo>
                <a:lnTo>
                  <a:pt x="12654" y="9157"/>
                </a:lnTo>
                <a:lnTo>
                  <a:pt x="12751" y="8988"/>
                </a:lnTo>
                <a:cubicBezTo>
                  <a:pt x="12805" y="8848"/>
                  <a:pt x="12844" y="8694"/>
                  <a:pt x="12866" y="8523"/>
                </a:cubicBezTo>
              </a:path>
              <a:path w="21600" h="21600">
                <a:moveTo>
                  <a:pt x="8137" y="8512"/>
                </a:moveTo>
                <a:cubicBezTo>
                  <a:pt x="7646" y="8512"/>
                  <a:pt x="7137" y="8591"/>
                  <a:pt x="6617" y="8749"/>
                </a:cubicBezTo>
                <a:cubicBezTo>
                  <a:pt x="6103" y="8906"/>
                  <a:pt x="5591" y="9147"/>
                  <a:pt x="5136" y="9447"/>
                </a:cubicBezTo>
                <a:cubicBezTo>
                  <a:pt x="4763" y="9693"/>
                  <a:pt x="4403" y="9938"/>
                  <a:pt x="4084" y="10227"/>
                </a:cubicBezTo>
                <a:cubicBezTo>
                  <a:pt x="3815" y="10472"/>
                  <a:pt x="3563" y="10760"/>
                  <a:pt x="3336" y="11081"/>
                </a:cubicBezTo>
                <a:lnTo>
                  <a:pt x="2898" y="11882"/>
                </a:lnTo>
                <a:lnTo>
                  <a:pt x="2823" y="12259"/>
                </a:lnTo>
                <a:lnTo>
                  <a:pt x="2794" y="12661"/>
                </a:lnTo>
                <a:lnTo>
                  <a:pt x="2795" y="12693"/>
                </a:lnTo>
                <a:lnTo>
                  <a:pt x="2800" y="12678"/>
                </a:lnTo>
                <a:lnTo>
                  <a:pt x="2801" y="12666"/>
                </a:lnTo>
                <a:cubicBezTo>
                  <a:pt x="2826" y="12490"/>
                  <a:pt x="2861" y="12318"/>
                  <a:pt x="2906" y="12154"/>
                </a:cubicBezTo>
                <a:cubicBezTo>
                  <a:pt x="3127" y="11364"/>
                  <a:pt x="3624" y="10660"/>
                  <a:pt x="4345" y="10119"/>
                </a:cubicBezTo>
                <a:cubicBezTo>
                  <a:pt x="5068" y="9577"/>
                  <a:pt x="6200" y="8884"/>
                  <a:pt x="7487" y="8662"/>
                </a:cubicBezTo>
                <a:cubicBezTo>
                  <a:pt x="8061" y="8562"/>
                  <a:pt x="8683" y="8579"/>
                  <a:pt x="9286" y="8709"/>
                </a:cubicBezTo>
                <a:cubicBezTo>
                  <a:pt x="9487" y="8752"/>
                  <a:pt x="9683" y="8815"/>
                  <a:pt x="9883" y="8902"/>
                </a:cubicBezTo>
                <a:cubicBezTo>
                  <a:pt x="10081" y="8987"/>
                  <a:pt x="10265" y="9083"/>
                  <a:pt x="10468" y="9191"/>
                </a:cubicBezTo>
                <a:lnTo>
                  <a:pt x="10506" y="9211"/>
                </a:lnTo>
                <a:lnTo>
                  <a:pt x="10632" y="9257"/>
                </a:lnTo>
                <a:lnTo>
                  <a:pt x="10330" y="9093"/>
                </a:lnTo>
                <a:lnTo>
                  <a:pt x="10286" y="9069"/>
                </a:lnTo>
                <a:lnTo>
                  <a:pt x="9939" y="8889"/>
                </a:lnTo>
                <a:lnTo>
                  <a:pt x="9538" y="8745"/>
                </a:lnTo>
                <a:cubicBezTo>
                  <a:pt x="9332" y="8678"/>
                  <a:pt x="9122" y="8619"/>
                  <a:pt x="8907" y="8580"/>
                </a:cubicBezTo>
                <a:cubicBezTo>
                  <a:pt x="8656" y="8535"/>
                  <a:pt x="8399" y="8512"/>
                  <a:pt x="8136" y="8512"/>
                </a:cubicBezTo>
              </a:path>
              <a:path w="21600" h="21600">
                <a:moveTo>
                  <a:pt x="356" y="8494"/>
                </a:moveTo>
                <a:lnTo>
                  <a:pt x="292" y="8515"/>
                </a:lnTo>
                <a:lnTo>
                  <a:pt x="310" y="8643"/>
                </a:lnTo>
                <a:lnTo>
                  <a:pt x="343" y="8791"/>
                </a:lnTo>
                <a:lnTo>
                  <a:pt x="388" y="8775"/>
                </a:lnTo>
              </a:path>
              <a:path w="21600" h="21600">
                <a:moveTo>
                  <a:pt x="11556" y="8485"/>
                </a:moveTo>
                <a:lnTo>
                  <a:pt x="11494" y="8513"/>
                </a:lnTo>
                <a:lnTo>
                  <a:pt x="11269" y="8527"/>
                </a:lnTo>
                <a:lnTo>
                  <a:pt x="11243" y="8586"/>
                </a:lnTo>
                <a:lnTo>
                  <a:pt x="11052" y="8769"/>
                </a:lnTo>
                <a:lnTo>
                  <a:pt x="11153" y="8788"/>
                </a:lnTo>
                <a:lnTo>
                  <a:pt x="11415" y="8773"/>
                </a:lnTo>
                <a:lnTo>
                  <a:pt x="11472" y="8720"/>
                </a:lnTo>
              </a:path>
              <a:path w="21600" h="21600">
                <a:moveTo>
                  <a:pt x="9709" y="8473"/>
                </a:moveTo>
                <a:lnTo>
                  <a:pt x="9835" y="8549"/>
                </a:lnTo>
                <a:lnTo>
                  <a:pt x="9841" y="8554"/>
                </a:lnTo>
                <a:lnTo>
                  <a:pt x="10007" y="8657"/>
                </a:lnTo>
                <a:lnTo>
                  <a:pt x="9745" y="8484"/>
                </a:lnTo>
              </a:path>
              <a:path w="21600" h="21600">
                <a:moveTo>
                  <a:pt x="8271" y="8455"/>
                </a:moveTo>
                <a:cubicBezTo>
                  <a:pt x="7977" y="8440"/>
                  <a:pt x="7688" y="8454"/>
                  <a:pt x="7411" y="8496"/>
                </a:cubicBezTo>
                <a:cubicBezTo>
                  <a:pt x="6162" y="8687"/>
                  <a:pt x="5043" y="9343"/>
                  <a:pt x="4324" y="9859"/>
                </a:cubicBezTo>
                <a:cubicBezTo>
                  <a:pt x="3788" y="10244"/>
                  <a:pt x="3381" y="10713"/>
                  <a:pt x="3125" y="11236"/>
                </a:cubicBezTo>
                <a:lnTo>
                  <a:pt x="2950" y="11694"/>
                </a:lnTo>
                <a:lnTo>
                  <a:pt x="3298" y="11057"/>
                </a:lnTo>
                <a:cubicBezTo>
                  <a:pt x="3527" y="10733"/>
                  <a:pt x="3781" y="10443"/>
                  <a:pt x="4053" y="10196"/>
                </a:cubicBezTo>
                <a:cubicBezTo>
                  <a:pt x="4374" y="9904"/>
                  <a:pt x="4736" y="9658"/>
                  <a:pt x="5110" y="9412"/>
                </a:cubicBezTo>
                <a:cubicBezTo>
                  <a:pt x="5569" y="9109"/>
                  <a:pt x="6086" y="8866"/>
                  <a:pt x="6604" y="8708"/>
                </a:cubicBezTo>
                <a:cubicBezTo>
                  <a:pt x="7208" y="8524"/>
                  <a:pt x="7797" y="8446"/>
                  <a:pt x="8361" y="8474"/>
                </a:cubicBezTo>
                <a:lnTo>
                  <a:pt x="8575" y="8498"/>
                </a:lnTo>
              </a:path>
              <a:path w="21600" h="21600">
                <a:moveTo>
                  <a:pt x="484" y="8452"/>
                </a:moveTo>
                <a:lnTo>
                  <a:pt x="401" y="8479"/>
                </a:lnTo>
                <a:lnTo>
                  <a:pt x="432" y="8759"/>
                </a:lnTo>
                <a:lnTo>
                  <a:pt x="479" y="8743"/>
                </a:lnTo>
                <a:lnTo>
                  <a:pt x="504" y="8727"/>
                </a:lnTo>
                <a:lnTo>
                  <a:pt x="482" y="8465"/>
                </a:lnTo>
              </a:path>
              <a:path w="21600" h="21600">
                <a:moveTo>
                  <a:pt x="9863" y="8425"/>
                </a:moveTo>
                <a:lnTo>
                  <a:pt x="9981" y="8498"/>
                </a:lnTo>
                <a:lnTo>
                  <a:pt x="10120" y="8561"/>
                </a:lnTo>
                <a:lnTo>
                  <a:pt x="10322" y="8626"/>
                </a:lnTo>
                <a:lnTo>
                  <a:pt x="10468" y="8657"/>
                </a:lnTo>
                <a:cubicBezTo>
                  <a:pt x="10560" y="8662"/>
                  <a:pt x="10656" y="8647"/>
                  <a:pt x="10745" y="8599"/>
                </a:cubicBezTo>
                <a:lnTo>
                  <a:pt x="10804" y="8538"/>
                </a:lnTo>
                <a:lnTo>
                  <a:pt x="10481" y="8481"/>
                </a:lnTo>
                <a:lnTo>
                  <a:pt x="10236" y="8537"/>
                </a:lnTo>
                <a:cubicBezTo>
                  <a:pt x="10143" y="8533"/>
                  <a:pt x="10054" y="8509"/>
                  <a:pt x="9982" y="8482"/>
                </a:cubicBezTo>
              </a:path>
              <a:path w="21600" h="21600">
                <a:moveTo>
                  <a:pt x="2647" y="8421"/>
                </a:moveTo>
                <a:lnTo>
                  <a:pt x="2644" y="8460"/>
                </a:lnTo>
                <a:lnTo>
                  <a:pt x="2650" y="8435"/>
                </a:lnTo>
              </a:path>
              <a:path w="21600" h="21600">
                <a:moveTo>
                  <a:pt x="2012" y="8417"/>
                </a:moveTo>
                <a:lnTo>
                  <a:pt x="1956" y="8505"/>
                </a:lnTo>
                <a:lnTo>
                  <a:pt x="1873" y="9082"/>
                </a:lnTo>
                <a:lnTo>
                  <a:pt x="1843" y="9235"/>
                </a:lnTo>
                <a:lnTo>
                  <a:pt x="1901" y="9118"/>
                </a:lnTo>
                <a:lnTo>
                  <a:pt x="1938" y="8883"/>
                </a:lnTo>
                <a:cubicBezTo>
                  <a:pt x="1957" y="8756"/>
                  <a:pt x="1978" y="8617"/>
                  <a:pt x="2002" y="8471"/>
                </a:cubicBezTo>
              </a:path>
              <a:path w="21600" h="21600">
                <a:moveTo>
                  <a:pt x="2379" y="8413"/>
                </a:moveTo>
                <a:lnTo>
                  <a:pt x="2354" y="8440"/>
                </a:lnTo>
                <a:lnTo>
                  <a:pt x="2248" y="8599"/>
                </a:lnTo>
                <a:lnTo>
                  <a:pt x="2172" y="8956"/>
                </a:lnTo>
                <a:lnTo>
                  <a:pt x="2109" y="9305"/>
                </a:lnTo>
                <a:lnTo>
                  <a:pt x="2218" y="9098"/>
                </a:lnTo>
                <a:lnTo>
                  <a:pt x="2237" y="9003"/>
                </a:lnTo>
              </a:path>
              <a:path w="21600" h="21600">
                <a:moveTo>
                  <a:pt x="1099" y="8385"/>
                </a:moveTo>
                <a:lnTo>
                  <a:pt x="1039" y="8445"/>
                </a:lnTo>
                <a:lnTo>
                  <a:pt x="902" y="8529"/>
                </a:lnTo>
                <a:lnTo>
                  <a:pt x="854" y="8825"/>
                </a:lnTo>
                <a:lnTo>
                  <a:pt x="862" y="8820"/>
                </a:lnTo>
                <a:lnTo>
                  <a:pt x="1047" y="8651"/>
                </a:lnTo>
              </a:path>
              <a:path w="21600" h="21600">
                <a:moveTo>
                  <a:pt x="678" y="8381"/>
                </a:moveTo>
                <a:lnTo>
                  <a:pt x="656" y="8395"/>
                </a:lnTo>
                <a:lnTo>
                  <a:pt x="531" y="8436"/>
                </a:lnTo>
                <a:lnTo>
                  <a:pt x="528" y="8465"/>
                </a:lnTo>
                <a:lnTo>
                  <a:pt x="548" y="8700"/>
                </a:lnTo>
                <a:lnTo>
                  <a:pt x="645" y="8640"/>
                </a:lnTo>
              </a:path>
              <a:path w="21600" h="21600">
                <a:moveTo>
                  <a:pt x="9241" y="8319"/>
                </a:moveTo>
                <a:lnTo>
                  <a:pt x="9478" y="8413"/>
                </a:lnTo>
                <a:lnTo>
                  <a:pt x="9933" y="8675"/>
                </a:lnTo>
                <a:lnTo>
                  <a:pt x="9977" y="8690"/>
                </a:lnTo>
                <a:lnTo>
                  <a:pt x="9816" y="8589"/>
                </a:lnTo>
                <a:lnTo>
                  <a:pt x="9809" y="8585"/>
                </a:lnTo>
                <a:lnTo>
                  <a:pt x="9528" y="8414"/>
                </a:lnTo>
              </a:path>
              <a:path w="21600" h="21600">
                <a:moveTo>
                  <a:pt x="11950" y="8309"/>
                </a:moveTo>
                <a:lnTo>
                  <a:pt x="11611" y="8460"/>
                </a:lnTo>
                <a:lnTo>
                  <a:pt x="11510" y="8743"/>
                </a:lnTo>
                <a:lnTo>
                  <a:pt x="11481" y="8769"/>
                </a:lnTo>
                <a:lnTo>
                  <a:pt x="11754" y="8753"/>
                </a:lnTo>
                <a:lnTo>
                  <a:pt x="11799" y="8733"/>
                </a:lnTo>
                <a:lnTo>
                  <a:pt x="11945" y="8374"/>
                </a:lnTo>
              </a:path>
              <a:path w="21600" h="21600">
                <a:moveTo>
                  <a:pt x="1738" y="8307"/>
                </a:moveTo>
                <a:lnTo>
                  <a:pt x="1707" y="8360"/>
                </a:lnTo>
                <a:lnTo>
                  <a:pt x="1688" y="8470"/>
                </a:lnTo>
                <a:cubicBezTo>
                  <a:pt x="1649" y="8622"/>
                  <a:pt x="1616" y="8748"/>
                  <a:pt x="1575" y="8869"/>
                </a:cubicBezTo>
                <a:cubicBezTo>
                  <a:pt x="1520" y="9034"/>
                  <a:pt x="1460" y="9182"/>
                  <a:pt x="1395" y="9318"/>
                </a:cubicBezTo>
                <a:lnTo>
                  <a:pt x="1374" y="9353"/>
                </a:lnTo>
                <a:lnTo>
                  <a:pt x="1300" y="9638"/>
                </a:lnTo>
                <a:lnTo>
                  <a:pt x="1297" y="9705"/>
                </a:lnTo>
                <a:lnTo>
                  <a:pt x="1475" y="9318"/>
                </a:lnTo>
                <a:cubicBezTo>
                  <a:pt x="1525" y="9189"/>
                  <a:pt x="1567" y="9053"/>
                  <a:pt x="1605" y="8925"/>
                </a:cubicBezTo>
                <a:cubicBezTo>
                  <a:pt x="1635" y="8825"/>
                  <a:pt x="1661" y="8719"/>
                  <a:pt x="1686" y="8604"/>
                </a:cubicBezTo>
              </a:path>
              <a:path w="21600" h="21600">
                <a:moveTo>
                  <a:pt x="9725" y="8299"/>
                </a:moveTo>
                <a:lnTo>
                  <a:pt x="9781" y="8336"/>
                </a:lnTo>
                <a:cubicBezTo>
                  <a:pt x="9856" y="8379"/>
                  <a:pt x="9928" y="8413"/>
                  <a:pt x="9998" y="8440"/>
                </a:cubicBezTo>
                <a:cubicBezTo>
                  <a:pt x="10066" y="8465"/>
                  <a:pt x="10148" y="8488"/>
                  <a:pt x="10234" y="8492"/>
                </a:cubicBezTo>
                <a:lnTo>
                  <a:pt x="10371" y="8462"/>
                </a:lnTo>
                <a:lnTo>
                  <a:pt x="10092" y="8412"/>
                </a:lnTo>
                <a:lnTo>
                  <a:pt x="9809" y="8325"/>
                </a:lnTo>
                <a:lnTo>
                  <a:pt x="9765" y="8314"/>
                </a:lnTo>
                <a:lnTo>
                  <a:pt x="9748" y="8306"/>
                </a:lnTo>
              </a:path>
              <a:path w="21600" h="21600">
                <a:moveTo>
                  <a:pt x="7908" y="8273"/>
                </a:moveTo>
                <a:lnTo>
                  <a:pt x="7909" y="8275"/>
                </a:lnTo>
                <a:cubicBezTo>
                  <a:pt x="7407" y="8275"/>
                  <a:pt x="6887" y="8357"/>
                  <a:pt x="6356" y="8522"/>
                </a:cubicBezTo>
                <a:cubicBezTo>
                  <a:pt x="5849" y="8678"/>
                  <a:pt x="5328" y="8929"/>
                  <a:pt x="4890" y="9228"/>
                </a:cubicBezTo>
                <a:cubicBezTo>
                  <a:pt x="4558" y="9454"/>
                  <a:pt x="4182" y="9709"/>
                  <a:pt x="3868" y="10004"/>
                </a:cubicBezTo>
                <a:cubicBezTo>
                  <a:pt x="3610" y="10246"/>
                  <a:pt x="3376" y="10525"/>
                  <a:pt x="3153" y="10855"/>
                </a:cubicBezTo>
                <a:lnTo>
                  <a:pt x="2927" y="11290"/>
                </a:lnTo>
                <a:lnTo>
                  <a:pt x="2892" y="11382"/>
                </a:lnTo>
                <a:cubicBezTo>
                  <a:pt x="2852" y="11528"/>
                  <a:pt x="2822" y="11683"/>
                  <a:pt x="2803" y="11843"/>
                </a:cubicBezTo>
                <a:lnTo>
                  <a:pt x="2795" y="11991"/>
                </a:lnTo>
                <a:lnTo>
                  <a:pt x="2803" y="11965"/>
                </a:lnTo>
                <a:lnTo>
                  <a:pt x="2856" y="11867"/>
                </a:lnTo>
                <a:lnTo>
                  <a:pt x="2877" y="11762"/>
                </a:lnTo>
                <a:cubicBezTo>
                  <a:pt x="3084" y="11012"/>
                  <a:pt x="3575" y="10342"/>
                  <a:pt x="4297" y="9823"/>
                </a:cubicBezTo>
                <a:cubicBezTo>
                  <a:pt x="5021" y="9303"/>
                  <a:pt x="6147" y="8643"/>
                  <a:pt x="7405" y="8451"/>
                </a:cubicBezTo>
                <a:cubicBezTo>
                  <a:pt x="7964" y="8366"/>
                  <a:pt x="8574" y="8395"/>
                  <a:pt x="9169" y="8537"/>
                </a:cubicBezTo>
                <a:cubicBezTo>
                  <a:pt x="9366" y="8584"/>
                  <a:pt x="9555" y="8650"/>
                  <a:pt x="9747" y="8738"/>
                </a:cubicBezTo>
                <a:lnTo>
                  <a:pt x="9968" y="8852"/>
                </a:lnTo>
                <a:lnTo>
                  <a:pt x="10144" y="8916"/>
                </a:lnTo>
                <a:lnTo>
                  <a:pt x="10127" y="8906"/>
                </a:lnTo>
                <a:cubicBezTo>
                  <a:pt x="9965" y="8812"/>
                  <a:pt x="9781" y="8705"/>
                  <a:pt x="9591" y="8613"/>
                </a:cubicBezTo>
                <a:lnTo>
                  <a:pt x="9250" y="8486"/>
                </a:lnTo>
                <a:lnTo>
                  <a:pt x="8731" y="8357"/>
                </a:lnTo>
                <a:lnTo>
                  <a:pt x="8552" y="8327"/>
                </a:lnTo>
              </a:path>
              <a:path w="21600" h="21600">
                <a:moveTo>
                  <a:pt x="6200" y="8268"/>
                </a:moveTo>
                <a:lnTo>
                  <a:pt x="6095" y="8293"/>
                </a:lnTo>
                <a:lnTo>
                  <a:pt x="5804" y="8411"/>
                </a:lnTo>
              </a:path>
              <a:path w="21600" h="21600">
                <a:moveTo>
                  <a:pt x="2609" y="8266"/>
                </a:moveTo>
                <a:lnTo>
                  <a:pt x="2493" y="8663"/>
                </a:lnTo>
                <a:lnTo>
                  <a:pt x="2482" y="8712"/>
                </a:lnTo>
                <a:lnTo>
                  <a:pt x="2535" y="8636"/>
                </a:lnTo>
                <a:lnTo>
                  <a:pt x="2601" y="8570"/>
                </a:lnTo>
                <a:lnTo>
                  <a:pt x="2594" y="8537"/>
                </a:lnTo>
                <a:lnTo>
                  <a:pt x="2616" y="8296"/>
                </a:lnTo>
              </a:path>
              <a:path w="21600" h="21600">
                <a:moveTo>
                  <a:pt x="12581" y="8266"/>
                </a:moveTo>
                <a:lnTo>
                  <a:pt x="12270" y="8561"/>
                </a:lnTo>
                <a:lnTo>
                  <a:pt x="12267" y="8585"/>
                </a:lnTo>
                <a:lnTo>
                  <a:pt x="12067" y="9018"/>
                </a:lnTo>
                <a:lnTo>
                  <a:pt x="12458" y="8840"/>
                </a:lnTo>
                <a:lnTo>
                  <a:pt x="12484" y="8790"/>
                </a:lnTo>
                <a:cubicBezTo>
                  <a:pt x="12536" y="8634"/>
                  <a:pt x="12568" y="8460"/>
                  <a:pt x="12581" y="8266"/>
                </a:cubicBezTo>
              </a:path>
              <a:path w="21600" h="21600">
                <a:moveTo>
                  <a:pt x="11000" y="8245"/>
                </a:moveTo>
                <a:lnTo>
                  <a:pt x="10708" y="8265"/>
                </a:lnTo>
                <a:lnTo>
                  <a:pt x="10539" y="8447"/>
                </a:lnTo>
                <a:lnTo>
                  <a:pt x="10841" y="8500"/>
                </a:lnTo>
                <a:lnTo>
                  <a:pt x="10938" y="8402"/>
                </a:lnTo>
              </a:path>
              <a:path w="21600" h="21600">
                <a:moveTo>
                  <a:pt x="14097" y="8237"/>
                </a:moveTo>
                <a:lnTo>
                  <a:pt x="14047" y="8546"/>
                </a:lnTo>
                <a:cubicBezTo>
                  <a:pt x="13987" y="8778"/>
                  <a:pt x="13882" y="9068"/>
                  <a:pt x="13696" y="9332"/>
                </a:cubicBezTo>
                <a:cubicBezTo>
                  <a:pt x="13623" y="9529"/>
                  <a:pt x="13519" y="9711"/>
                  <a:pt x="13377" y="9870"/>
                </a:cubicBezTo>
                <a:cubicBezTo>
                  <a:pt x="13280" y="9979"/>
                  <a:pt x="13163" y="10060"/>
                  <a:pt x="13028" y="10112"/>
                </a:cubicBezTo>
                <a:lnTo>
                  <a:pt x="12630" y="10181"/>
                </a:lnTo>
                <a:lnTo>
                  <a:pt x="13121" y="10165"/>
                </a:lnTo>
                <a:cubicBezTo>
                  <a:pt x="13303" y="10124"/>
                  <a:pt x="13462" y="10050"/>
                  <a:pt x="13597" y="9942"/>
                </a:cubicBezTo>
                <a:cubicBezTo>
                  <a:pt x="13669" y="9885"/>
                  <a:pt x="13734" y="9823"/>
                  <a:pt x="13793" y="9756"/>
                </a:cubicBezTo>
                <a:cubicBezTo>
                  <a:pt x="14025" y="9380"/>
                  <a:pt x="14108" y="8914"/>
                  <a:pt x="14110" y="8428"/>
                </a:cubicBezTo>
              </a:path>
              <a:path w="21600" h="21600">
                <a:moveTo>
                  <a:pt x="906" y="8230"/>
                </a:moveTo>
                <a:lnTo>
                  <a:pt x="728" y="8348"/>
                </a:lnTo>
                <a:lnTo>
                  <a:pt x="694" y="8610"/>
                </a:lnTo>
                <a:lnTo>
                  <a:pt x="861" y="8507"/>
                </a:lnTo>
              </a:path>
              <a:path w="21600" h="21600">
                <a:moveTo>
                  <a:pt x="10333" y="8226"/>
                </a:moveTo>
                <a:lnTo>
                  <a:pt x="10263" y="8306"/>
                </a:lnTo>
                <a:lnTo>
                  <a:pt x="10058" y="8356"/>
                </a:lnTo>
                <a:lnTo>
                  <a:pt x="10102" y="8370"/>
                </a:lnTo>
                <a:lnTo>
                  <a:pt x="10482" y="8437"/>
                </a:lnTo>
                <a:lnTo>
                  <a:pt x="10491" y="8435"/>
                </a:lnTo>
                <a:lnTo>
                  <a:pt x="10644" y="8270"/>
                </a:lnTo>
                <a:lnTo>
                  <a:pt x="10608" y="8272"/>
                </a:lnTo>
              </a:path>
              <a:path w="21600" h="21600">
                <a:moveTo>
                  <a:pt x="13795" y="8223"/>
                </a:moveTo>
                <a:lnTo>
                  <a:pt x="13785" y="8277"/>
                </a:lnTo>
                <a:cubicBezTo>
                  <a:pt x="13727" y="8490"/>
                  <a:pt x="13627" y="8755"/>
                  <a:pt x="13460" y="9002"/>
                </a:cubicBezTo>
                <a:cubicBezTo>
                  <a:pt x="13393" y="9264"/>
                  <a:pt x="13282" y="9505"/>
                  <a:pt x="13108" y="9707"/>
                </a:cubicBezTo>
                <a:lnTo>
                  <a:pt x="12888" y="9864"/>
                </a:lnTo>
                <a:lnTo>
                  <a:pt x="13322" y="9663"/>
                </a:lnTo>
                <a:cubicBezTo>
                  <a:pt x="13454" y="9560"/>
                  <a:pt x="13564" y="9439"/>
                  <a:pt x="13654" y="9311"/>
                </a:cubicBezTo>
                <a:cubicBezTo>
                  <a:pt x="13721" y="9130"/>
                  <a:pt x="13762" y="8936"/>
                  <a:pt x="13784" y="8735"/>
                </a:cubicBezTo>
              </a:path>
              <a:path w="21600" h="21600">
                <a:moveTo>
                  <a:pt x="2578" y="8205"/>
                </a:moveTo>
                <a:lnTo>
                  <a:pt x="2440" y="8349"/>
                </a:lnTo>
                <a:lnTo>
                  <a:pt x="2286" y="8990"/>
                </a:lnTo>
                <a:lnTo>
                  <a:pt x="2411" y="8812"/>
                </a:lnTo>
                <a:lnTo>
                  <a:pt x="2448" y="8653"/>
                </a:lnTo>
              </a:path>
              <a:path w="21600" h="21600">
                <a:moveTo>
                  <a:pt x="203" y="8205"/>
                </a:moveTo>
                <a:lnTo>
                  <a:pt x="141" y="8219"/>
                </a:lnTo>
                <a:lnTo>
                  <a:pt x="155" y="8300"/>
                </a:lnTo>
                <a:lnTo>
                  <a:pt x="198" y="8460"/>
                </a:lnTo>
                <a:lnTo>
                  <a:pt x="198" y="8495"/>
                </a:lnTo>
                <a:lnTo>
                  <a:pt x="199" y="8500"/>
                </a:lnTo>
                <a:lnTo>
                  <a:pt x="242" y="8486"/>
                </a:lnTo>
              </a:path>
              <a:path w="21600" h="21600">
                <a:moveTo>
                  <a:pt x="1804" y="8194"/>
                </a:moveTo>
                <a:lnTo>
                  <a:pt x="1800" y="8201"/>
                </a:lnTo>
                <a:lnTo>
                  <a:pt x="1796" y="8239"/>
                </a:lnTo>
                <a:cubicBezTo>
                  <a:pt x="1757" y="8506"/>
                  <a:pt x="1709" y="8734"/>
                  <a:pt x="1649" y="8936"/>
                </a:cubicBezTo>
                <a:cubicBezTo>
                  <a:pt x="1611" y="9064"/>
                  <a:pt x="1569" y="9202"/>
                  <a:pt x="1518" y="9332"/>
                </a:cubicBezTo>
                <a:cubicBezTo>
                  <a:pt x="1455" y="9493"/>
                  <a:pt x="1388" y="9639"/>
                  <a:pt x="1314" y="9772"/>
                </a:cubicBezTo>
                <a:lnTo>
                  <a:pt x="1291" y="9807"/>
                </a:lnTo>
                <a:lnTo>
                  <a:pt x="1277" y="10055"/>
                </a:lnTo>
                <a:lnTo>
                  <a:pt x="1421" y="9781"/>
                </a:lnTo>
                <a:lnTo>
                  <a:pt x="1477" y="9633"/>
                </a:lnTo>
                <a:lnTo>
                  <a:pt x="1653" y="9022"/>
                </a:lnTo>
                <a:lnTo>
                  <a:pt x="1688" y="8947"/>
                </a:lnTo>
                <a:lnTo>
                  <a:pt x="1739" y="8703"/>
                </a:lnTo>
              </a:path>
              <a:path w="21600" h="21600">
                <a:moveTo>
                  <a:pt x="9368" y="8188"/>
                </a:moveTo>
                <a:lnTo>
                  <a:pt x="9518" y="8285"/>
                </a:lnTo>
                <a:lnTo>
                  <a:pt x="9491" y="8265"/>
                </a:lnTo>
                <a:lnTo>
                  <a:pt x="9387" y="8194"/>
                </a:lnTo>
              </a:path>
              <a:path w="21600" h="21600">
                <a:moveTo>
                  <a:pt x="1434" y="8185"/>
                </a:moveTo>
                <a:lnTo>
                  <a:pt x="1371" y="8310"/>
                </a:lnTo>
                <a:cubicBezTo>
                  <a:pt x="1289" y="8439"/>
                  <a:pt x="1196" y="8558"/>
                  <a:pt x="1088" y="8672"/>
                </a:cubicBezTo>
                <a:lnTo>
                  <a:pt x="1087" y="8673"/>
                </a:lnTo>
                <a:lnTo>
                  <a:pt x="1040" y="8912"/>
                </a:lnTo>
                <a:lnTo>
                  <a:pt x="1210" y="8717"/>
                </a:lnTo>
                <a:lnTo>
                  <a:pt x="1285" y="8589"/>
                </a:lnTo>
                <a:lnTo>
                  <a:pt x="1289" y="8571"/>
                </a:lnTo>
              </a:path>
              <a:path w="21600" h="21600">
                <a:moveTo>
                  <a:pt x="2692" y="8184"/>
                </a:moveTo>
                <a:lnTo>
                  <a:pt x="2662" y="8247"/>
                </a:lnTo>
                <a:lnTo>
                  <a:pt x="2659" y="8282"/>
                </a:lnTo>
                <a:lnTo>
                  <a:pt x="2675" y="8346"/>
                </a:lnTo>
                <a:lnTo>
                  <a:pt x="2689" y="8295"/>
                </a:lnTo>
                <a:cubicBezTo>
                  <a:pt x="2694" y="8279"/>
                  <a:pt x="2700" y="8267"/>
                  <a:pt x="2705" y="8259"/>
                </a:cubicBezTo>
                <a:cubicBezTo>
                  <a:pt x="2707" y="8254"/>
                  <a:pt x="2710" y="8248"/>
                  <a:pt x="2710" y="8246"/>
                </a:cubicBezTo>
              </a:path>
              <a:path w="21600" h="21600">
                <a:moveTo>
                  <a:pt x="2169" y="8183"/>
                </a:moveTo>
                <a:lnTo>
                  <a:pt x="2139" y="8217"/>
                </a:lnTo>
                <a:lnTo>
                  <a:pt x="2077" y="8314"/>
                </a:lnTo>
                <a:lnTo>
                  <a:pt x="2048" y="8478"/>
                </a:lnTo>
                <a:cubicBezTo>
                  <a:pt x="2024" y="8624"/>
                  <a:pt x="2003" y="8763"/>
                  <a:pt x="1984" y="8890"/>
                </a:cubicBezTo>
                <a:lnTo>
                  <a:pt x="1970" y="8976"/>
                </a:lnTo>
                <a:lnTo>
                  <a:pt x="2044" y="8826"/>
                </a:lnTo>
                <a:lnTo>
                  <a:pt x="2046" y="8823"/>
                </a:lnTo>
                <a:lnTo>
                  <a:pt x="2106" y="8482"/>
                </a:lnTo>
              </a:path>
              <a:path w="21600" h="21600">
                <a:moveTo>
                  <a:pt x="331" y="8175"/>
                </a:moveTo>
                <a:lnTo>
                  <a:pt x="247" y="8194"/>
                </a:lnTo>
                <a:lnTo>
                  <a:pt x="286" y="8471"/>
                </a:lnTo>
                <a:lnTo>
                  <a:pt x="351" y="8450"/>
                </a:lnTo>
                <a:lnTo>
                  <a:pt x="327" y="8232"/>
                </a:lnTo>
              </a:path>
              <a:path w="21600" h="21600">
                <a:moveTo>
                  <a:pt x="11349" y="8173"/>
                </a:moveTo>
                <a:lnTo>
                  <a:pt x="11220" y="8230"/>
                </a:lnTo>
                <a:lnTo>
                  <a:pt x="11049" y="8242"/>
                </a:lnTo>
                <a:lnTo>
                  <a:pt x="10977" y="8424"/>
                </a:lnTo>
                <a:lnTo>
                  <a:pt x="10896" y="8507"/>
                </a:lnTo>
                <a:lnTo>
                  <a:pt x="11238" y="8485"/>
                </a:lnTo>
                <a:lnTo>
                  <a:pt x="11327" y="8286"/>
                </a:lnTo>
              </a:path>
              <a:path w="21600" h="21600">
                <a:moveTo>
                  <a:pt x="14395" y="8173"/>
                </a:moveTo>
                <a:lnTo>
                  <a:pt x="14303" y="8810"/>
                </a:lnTo>
                <a:cubicBezTo>
                  <a:pt x="14234" y="9098"/>
                  <a:pt x="14098" y="9477"/>
                  <a:pt x="13829" y="9782"/>
                </a:cubicBezTo>
                <a:cubicBezTo>
                  <a:pt x="13774" y="9869"/>
                  <a:pt x="13713" y="9951"/>
                  <a:pt x="13642" y="10028"/>
                </a:cubicBezTo>
                <a:cubicBezTo>
                  <a:pt x="13540" y="10138"/>
                  <a:pt x="13418" y="10220"/>
                  <a:pt x="13278" y="10272"/>
                </a:cubicBezTo>
                <a:cubicBezTo>
                  <a:pt x="13030" y="10365"/>
                  <a:pt x="12719" y="10367"/>
                  <a:pt x="12354" y="10278"/>
                </a:cubicBezTo>
                <a:cubicBezTo>
                  <a:pt x="12106" y="10217"/>
                  <a:pt x="11841" y="10123"/>
                  <a:pt x="11521" y="9984"/>
                </a:cubicBezTo>
                <a:cubicBezTo>
                  <a:pt x="11473" y="9963"/>
                  <a:pt x="11424" y="9941"/>
                  <a:pt x="11375" y="9919"/>
                </a:cubicBezTo>
                <a:cubicBezTo>
                  <a:pt x="11230" y="9862"/>
                  <a:pt x="11087" y="9802"/>
                  <a:pt x="10945" y="9742"/>
                </a:cubicBezTo>
                <a:cubicBezTo>
                  <a:pt x="10547" y="9576"/>
                  <a:pt x="10137" y="9403"/>
                  <a:pt x="9706" y="9311"/>
                </a:cubicBezTo>
                <a:cubicBezTo>
                  <a:pt x="8985" y="9158"/>
                  <a:pt x="8209" y="9198"/>
                  <a:pt x="7400" y="9432"/>
                </a:cubicBezTo>
                <a:cubicBezTo>
                  <a:pt x="6888" y="9579"/>
                  <a:pt x="6360" y="9812"/>
                  <a:pt x="5874" y="10106"/>
                </a:cubicBezTo>
                <a:cubicBezTo>
                  <a:pt x="5400" y="10392"/>
                  <a:pt x="5038" y="10643"/>
                  <a:pt x="4733" y="10896"/>
                </a:cubicBezTo>
                <a:cubicBezTo>
                  <a:pt x="4414" y="11160"/>
                  <a:pt x="4128" y="11451"/>
                  <a:pt x="3882" y="11761"/>
                </a:cubicBezTo>
                <a:cubicBezTo>
                  <a:pt x="3649" y="12053"/>
                  <a:pt x="3456" y="12364"/>
                  <a:pt x="3307" y="12682"/>
                </a:cubicBezTo>
                <a:cubicBezTo>
                  <a:pt x="3130" y="13063"/>
                  <a:pt x="2993" y="13491"/>
                  <a:pt x="2900" y="13958"/>
                </a:cubicBezTo>
                <a:cubicBezTo>
                  <a:pt x="2876" y="14109"/>
                  <a:pt x="2858" y="14265"/>
                  <a:pt x="2845" y="14436"/>
                </a:cubicBezTo>
                <a:lnTo>
                  <a:pt x="2832" y="14737"/>
                </a:lnTo>
                <a:lnTo>
                  <a:pt x="2884" y="14318"/>
                </a:lnTo>
                <a:cubicBezTo>
                  <a:pt x="2920" y="14115"/>
                  <a:pt x="2966" y="13914"/>
                  <a:pt x="3021" y="13721"/>
                </a:cubicBezTo>
                <a:cubicBezTo>
                  <a:pt x="3296" y="12759"/>
                  <a:pt x="3819" y="11923"/>
                  <a:pt x="4533" y="11303"/>
                </a:cubicBezTo>
                <a:cubicBezTo>
                  <a:pt x="5554" y="10415"/>
                  <a:pt x="6719" y="9774"/>
                  <a:pt x="7814" y="9499"/>
                </a:cubicBezTo>
                <a:cubicBezTo>
                  <a:pt x="8459" y="9340"/>
                  <a:pt x="9111" y="9303"/>
                  <a:pt x="9753" y="9392"/>
                </a:cubicBezTo>
                <a:cubicBezTo>
                  <a:pt x="9969" y="9421"/>
                  <a:pt x="10189" y="9475"/>
                  <a:pt x="10425" y="9556"/>
                </a:cubicBezTo>
                <a:cubicBezTo>
                  <a:pt x="10664" y="9638"/>
                  <a:pt x="10900" y="9742"/>
                  <a:pt x="11103" y="9832"/>
                </a:cubicBezTo>
                <a:lnTo>
                  <a:pt x="11248" y="9898"/>
                </a:lnTo>
                <a:cubicBezTo>
                  <a:pt x="11403" y="9967"/>
                  <a:pt x="11562" y="10039"/>
                  <a:pt x="11721" y="10106"/>
                </a:cubicBezTo>
                <a:cubicBezTo>
                  <a:pt x="12057" y="10248"/>
                  <a:pt x="12322" y="10338"/>
                  <a:pt x="12579" y="10400"/>
                </a:cubicBezTo>
                <a:cubicBezTo>
                  <a:pt x="12950" y="10488"/>
                  <a:pt x="13263" y="10487"/>
                  <a:pt x="13512" y="10396"/>
                </a:cubicBezTo>
                <a:cubicBezTo>
                  <a:pt x="13651" y="10346"/>
                  <a:pt x="13773" y="10266"/>
                  <a:pt x="13874" y="10160"/>
                </a:cubicBezTo>
                <a:cubicBezTo>
                  <a:pt x="14225" y="9791"/>
                  <a:pt x="14373" y="9301"/>
                  <a:pt x="14409" y="8765"/>
                </a:cubicBezTo>
              </a:path>
              <a:path w="21600" h="21600">
                <a:moveTo>
                  <a:pt x="9553" y="8153"/>
                </a:moveTo>
                <a:lnTo>
                  <a:pt x="9582" y="8174"/>
                </a:lnTo>
                <a:lnTo>
                  <a:pt x="9754" y="8262"/>
                </a:lnTo>
                <a:lnTo>
                  <a:pt x="9864" y="8296"/>
                </a:lnTo>
                <a:lnTo>
                  <a:pt x="10003" y="8329"/>
                </a:lnTo>
                <a:cubicBezTo>
                  <a:pt x="10082" y="8333"/>
                  <a:pt x="10165" y="8319"/>
                  <a:pt x="10240" y="8272"/>
                </a:cubicBezTo>
                <a:lnTo>
                  <a:pt x="10287" y="8218"/>
                </a:lnTo>
                <a:lnTo>
                  <a:pt x="9944" y="8162"/>
                </a:lnTo>
                <a:lnTo>
                  <a:pt x="9770" y="8207"/>
                </a:lnTo>
              </a:path>
              <a:path w="21600" h="21600">
                <a:moveTo>
                  <a:pt x="13484" y="8130"/>
                </a:moveTo>
                <a:lnTo>
                  <a:pt x="13404" y="8348"/>
                </a:lnTo>
                <a:cubicBezTo>
                  <a:pt x="13351" y="8468"/>
                  <a:pt x="13284" y="8592"/>
                  <a:pt x="13201" y="8712"/>
                </a:cubicBezTo>
                <a:cubicBezTo>
                  <a:pt x="13175" y="8868"/>
                  <a:pt x="13134" y="9018"/>
                  <a:pt x="13075" y="9158"/>
                </a:cubicBezTo>
                <a:lnTo>
                  <a:pt x="12900" y="9450"/>
                </a:lnTo>
                <a:lnTo>
                  <a:pt x="13049" y="9382"/>
                </a:lnTo>
                <a:cubicBezTo>
                  <a:pt x="13199" y="9265"/>
                  <a:pt x="13320" y="9128"/>
                  <a:pt x="13419" y="8984"/>
                </a:cubicBezTo>
                <a:cubicBezTo>
                  <a:pt x="13463" y="8807"/>
                  <a:pt x="13486" y="8620"/>
                  <a:pt x="13494" y="8429"/>
                </a:cubicBezTo>
              </a:path>
              <a:path w="21600" h="21600">
                <a:moveTo>
                  <a:pt x="514" y="8125"/>
                </a:moveTo>
                <a:lnTo>
                  <a:pt x="474" y="8141"/>
                </a:lnTo>
                <a:lnTo>
                  <a:pt x="377" y="8164"/>
                </a:lnTo>
                <a:lnTo>
                  <a:pt x="373" y="8229"/>
                </a:lnTo>
                <a:lnTo>
                  <a:pt x="396" y="8435"/>
                </a:lnTo>
                <a:lnTo>
                  <a:pt x="488" y="8405"/>
                </a:lnTo>
              </a:path>
              <a:path w="21600" h="21600">
                <a:moveTo>
                  <a:pt x="2670" y="8112"/>
                </a:moveTo>
                <a:lnTo>
                  <a:pt x="2652" y="8129"/>
                </a:lnTo>
                <a:lnTo>
                  <a:pt x="2647" y="8133"/>
                </a:lnTo>
                <a:lnTo>
                  <a:pt x="2634" y="8180"/>
                </a:lnTo>
                <a:lnTo>
                  <a:pt x="2639" y="8200"/>
                </a:lnTo>
                <a:lnTo>
                  <a:pt x="2674" y="8124"/>
                </a:lnTo>
              </a:path>
              <a:path w="21600" h="21600">
                <a:moveTo>
                  <a:pt x="1523" y="8104"/>
                </a:moveTo>
                <a:lnTo>
                  <a:pt x="1491" y="8161"/>
                </a:lnTo>
                <a:lnTo>
                  <a:pt x="1414" y="8366"/>
                </a:lnTo>
                <a:lnTo>
                  <a:pt x="1442" y="8318"/>
                </a:lnTo>
              </a:path>
              <a:path w="21600" h="21600">
                <a:moveTo>
                  <a:pt x="6910" y="8100"/>
                </a:moveTo>
                <a:lnTo>
                  <a:pt x="6899" y="8101"/>
                </a:lnTo>
                <a:lnTo>
                  <a:pt x="6865" y="8109"/>
                </a:lnTo>
              </a:path>
              <a:path w="21600" h="21600">
                <a:moveTo>
                  <a:pt x="8072" y="8074"/>
                </a:moveTo>
                <a:cubicBezTo>
                  <a:pt x="7790" y="8047"/>
                  <a:pt x="7513" y="8048"/>
                  <a:pt x="7250" y="8077"/>
                </a:cubicBezTo>
                <a:cubicBezTo>
                  <a:pt x="6357" y="8174"/>
                  <a:pt x="5511" y="8530"/>
                  <a:pt x="4840" y="8901"/>
                </a:cubicBezTo>
                <a:lnTo>
                  <a:pt x="4543" y="9080"/>
                </a:lnTo>
                <a:lnTo>
                  <a:pt x="4109" y="9393"/>
                </a:lnTo>
                <a:cubicBezTo>
                  <a:pt x="3948" y="9515"/>
                  <a:pt x="3795" y="9642"/>
                  <a:pt x="3652" y="9780"/>
                </a:cubicBezTo>
                <a:cubicBezTo>
                  <a:pt x="3531" y="9898"/>
                  <a:pt x="3415" y="10027"/>
                  <a:pt x="3302" y="10167"/>
                </a:cubicBezTo>
                <a:lnTo>
                  <a:pt x="3055" y="10512"/>
                </a:lnTo>
                <a:lnTo>
                  <a:pt x="3055" y="10512"/>
                </a:lnTo>
                <a:cubicBezTo>
                  <a:pt x="2974" y="10668"/>
                  <a:pt x="2910" y="10828"/>
                  <a:pt x="2866" y="10991"/>
                </a:cubicBezTo>
                <a:cubicBezTo>
                  <a:pt x="2828" y="11130"/>
                  <a:pt x="2801" y="11278"/>
                  <a:pt x="2786" y="11431"/>
                </a:cubicBezTo>
                <a:lnTo>
                  <a:pt x="2786" y="11464"/>
                </a:lnTo>
                <a:lnTo>
                  <a:pt x="2893" y="11259"/>
                </a:lnTo>
                <a:lnTo>
                  <a:pt x="3049" y="10854"/>
                </a:lnTo>
                <a:cubicBezTo>
                  <a:pt x="3301" y="10352"/>
                  <a:pt x="3709" y="9900"/>
                  <a:pt x="4252" y="9527"/>
                </a:cubicBezTo>
                <a:cubicBezTo>
                  <a:pt x="4975" y="9030"/>
                  <a:pt x="6095" y="8404"/>
                  <a:pt x="7324" y="8243"/>
                </a:cubicBezTo>
                <a:cubicBezTo>
                  <a:pt x="7597" y="8207"/>
                  <a:pt x="7883" y="8199"/>
                  <a:pt x="8174" y="8220"/>
                </a:cubicBezTo>
                <a:lnTo>
                  <a:pt x="8541" y="8282"/>
                </a:lnTo>
                <a:lnTo>
                  <a:pt x="8649" y="8293"/>
                </a:lnTo>
                <a:lnTo>
                  <a:pt x="8731" y="8313"/>
                </a:lnTo>
                <a:lnTo>
                  <a:pt x="9054" y="8367"/>
                </a:lnTo>
                <a:lnTo>
                  <a:pt x="9271" y="8448"/>
                </a:lnTo>
                <a:lnTo>
                  <a:pt x="9284" y="8451"/>
                </a:lnTo>
                <a:lnTo>
                  <a:pt x="9723" y="8603"/>
                </a:lnTo>
                <a:lnTo>
                  <a:pt x="9459" y="8451"/>
                </a:lnTo>
                <a:cubicBezTo>
                  <a:pt x="9284" y="8360"/>
                  <a:pt x="9110" y="8291"/>
                  <a:pt x="8926" y="8238"/>
                </a:cubicBezTo>
                <a:cubicBezTo>
                  <a:pt x="8641" y="8156"/>
                  <a:pt x="8354" y="8102"/>
                  <a:pt x="8072" y="8074"/>
                </a:cubicBezTo>
              </a:path>
              <a:path w="21600" h="21600">
                <a:moveTo>
                  <a:pt x="1711" y="8056"/>
                </a:moveTo>
                <a:lnTo>
                  <a:pt x="1630" y="8402"/>
                </a:lnTo>
                <a:lnTo>
                  <a:pt x="1607" y="8471"/>
                </a:lnTo>
                <a:lnTo>
                  <a:pt x="1646" y="8376"/>
                </a:lnTo>
                <a:lnTo>
                  <a:pt x="1660" y="8352"/>
                </a:lnTo>
              </a:path>
              <a:path w="21600" h="21600">
                <a:moveTo>
                  <a:pt x="721" y="8045"/>
                </a:moveTo>
                <a:lnTo>
                  <a:pt x="562" y="8107"/>
                </a:lnTo>
                <a:lnTo>
                  <a:pt x="535" y="8390"/>
                </a:lnTo>
                <a:lnTo>
                  <a:pt x="638" y="8356"/>
                </a:lnTo>
                <a:lnTo>
                  <a:pt x="685" y="8325"/>
                </a:lnTo>
              </a:path>
              <a:path w="21600" h="21600">
                <a:moveTo>
                  <a:pt x="1894" y="8041"/>
                </a:moveTo>
                <a:lnTo>
                  <a:pt x="1863" y="8093"/>
                </a:lnTo>
                <a:lnTo>
                  <a:pt x="1785" y="8713"/>
                </a:lnTo>
                <a:lnTo>
                  <a:pt x="1776" y="8755"/>
                </a:lnTo>
                <a:lnTo>
                  <a:pt x="1811" y="8679"/>
                </a:lnTo>
                <a:lnTo>
                  <a:pt x="1819" y="8626"/>
                </a:lnTo>
              </a:path>
              <a:path w="21600" h="21600">
                <a:moveTo>
                  <a:pt x="11670" y="8031"/>
                </a:moveTo>
                <a:lnTo>
                  <a:pt x="11398" y="8151"/>
                </a:lnTo>
                <a:lnTo>
                  <a:pt x="11370" y="8297"/>
                </a:lnTo>
                <a:lnTo>
                  <a:pt x="11289" y="8482"/>
                </a:lnTo>
                <a:lnTo>
                  <a:pt x="11481" y="8470"/>
                </a:lnTo>
                <a:lnTo>
                  <a:pt x="11577" y="8428"/>
                </a:lnTo>
                <a:lnTo>
                  <a:pt x="11668" y="8173"/>
                </a:lnTo>
              </a:path>
              <a:path w="21600" h="21600">
                <a:moveTo>
                  <a:pt x="12290" y="8014"/>
                </a:moveTo>
                <a:lnTo>
                  <a:pt x="11998" y="8280"/>
                </a:lnTo>
                <a:lnTo>
                  <a:pt x="11993" y="8365"/>
                </a:lnTo>
                <a:lnTo>
                  <a:pt x="11855" y="8708"/>
                </a:lnTo>
                <a:lnTo>
                  <a:pt x="12222" y="8543"/>
                </a:lnTo>
              </a:path>
              <a:path w="21600" h="21600">
                <a:moveTo>
                  <a:pt x="9381" y="8011"/>
                </a:moveTo>
                <a:lnTo>
                  <a:pt x="9385" y="8013"/>
                </a:lnTo>
                <a:cubicBezTo>
                  <a:pt x="9449" y="8056"/>
                  <a:pt x="9510" y="8089"/>
                  <a:pt x="9571" y="8115"/>
                </a:cubicBezTo>
                <a:cubicBezTo>
                  <a:pt x="9628" y="8139"/>
                  <a:pt x="9699" y="8161"/>
                  <a:pt x="9772" y="8165"/>
                </a:cubicBezTo>
                <a:lnTo>
                  <a:pt x="9849" y="8146"/>
                </a:lnTo>
                <a:lnTo>
                  <a:pt x="9824" y="8142"/>
                </a:lnTo>
              </a:path>
              <a:path w="21600" h="21600">
                <a:moveTo>
                  <a:pt x="1221" y="8006"/>
                </a:moveTo>
                <a:lnTo>
                  <a:pt x="1190" y="8041"/>
                </a:lnTo>
                <a:lnTo>
                  <a:pt x="956" y="8196"/>
                </a:lnTo>
                <a:lnTo>
                  <a:pt x="911" y="8476"/>
                </a:lnTo>
                <a:lnTo>
                  <a:pt x="1011" y="8415"/>
                </a:lnTo>
                <a:lnTo>
                  <a:pt x="1120" y="8305"/>
                </a:lnTo>
              </a:path>
              <a:path w="21600" h="21600">
                <a:moveTo>
                  <a:pt x="2353" y="7983"/>
                </a:moveTo>
                <a:lnTo>
                  <a:pt x="2227" y="8120"/>
                </a:lnTo>
                <a:lnTo>
                  <a:pt x="2148" y="8493"/>
                </a:lnTo>
                <a:lnTo>
                  <a:pt x="2106" y="8732"/>
                </a:lnTo>
                <a:lnTo>
                  <a:pt x="2207" y="8582"/>
                </a:lnTo>
                <a:lnTo>
                  <a:pt x="2216" y="8538"/>
                </a:lnTo>
              </a:path>
              <a:path w="21600" h="21600">
                <a:moveTo>
                  <a:pt x="2628" y="7972"/>
                </a:moveTo>
                <a:lnTo>
                  <a:pt x="2623" y="8051"/>
                </a:lnTo>
                <a:lnTo>
                  <a:pt x="2637" y="8002"/>
                </a:lnTo>
              </a:path>
              <a:path w="21600" h="21600">
                <a:moveTo>
                  <a:pt x="13181" y="7970"/>
                </a:moveTo>
                <a:lnTo>
                  <a:pt x="13135" y="8087"/>
                </a:lnTo>
                <a:cubicBezTo>
                  <a:pt x="13077" y="8208"/>
                  <a:pt x="13006" y="8334"/>
                  <a:pt x="12919" y="8455"/>
                </a:cubicBezTo>
                <a:cubicBezTo>
                  <a:pt x="12899" y="8647"/>
                  <a:pt x="12861" y="8820"/>
                  <a:pt x="12804" y="8975"/>
                </a:cubicBezTo>
                <a:lnTo>
                  <a:pt x="12719" y="9127"/>
                </a:lnTo>
                <a:lnTo>
                  <a:pt x="12776" y="9101"/>
                </a:lnTo>
                <a:cubicBezTo>
                  <a:pt x="12931" y="8983"/>
                  <a:pt x="13057" y="8843"/>
                  <a:pt x="13159" y="8697"/>
                </a:cubicBezTo>
                <a:cubicBezTo>
                  <a:pt x="13187" y="8529"/>
                  <a:pt x="13197" y="8353"/>
                  <a:pt x="13196" y="8176"/>
                </a:cubicBezTo>
              </a:path>
              <a:path w="21600" h="21600">
                <a:moveTo>
                  <a:pt x="10157" y="7963"/>
                </a:moveTo>
                <a:lnTo>
                  <a:pt x="10023" y="8130"/>
                </a:lnTo>
                <a:lnTo>
                  <a:pt x="10320" y="8180"/>
                </a:lnTo>
                <a:lnTo>
                  <a:pt x="10403" y="8083"/>
                </a:lnTo>
                <a:lnTo>
                  <a:pt x="10426" y="7985"/>
                </a:lnTo>
                <a:lnTo>
                  <a:pt x="10340" y="7991"/>
                </a:lnTo>
              </a:path>
              <a:path w="21600" h="21600">
                <a:moveTo>
                  <a:pt x="10767" y="7960"/>
                </a:moveTo>
                <a:lnTo>
                  <a:pt x="10469" y="7982"/>
                </a:lnTo>
                <a:lnTo>
                  <a:pt x="10443" y="8099"/>
                </a:lnTo>
                <a:lnTo>
                  <a:pt x="10366" y="8187"/>
                </a:lnTo>
                <a:lnTo>
                  <a:pt x="10612" y="8228"/>
                </a:lnTo>
                <a:lnTo>
                  <a:pt x="10676" y="8224"/>
                </a:lnTo>
              </a:path>
              <a:path w="21600" h="21600">
                <a:moveTo>
                  <a:pt x="9060" y="7915"/>
                </a:moveTo>
                <a:lnTo>
                  <a:pt x="9072" y="7922"/>
                </a:lnTo>
                <a:lnTo>
                  <a:pt x="9261" y="8051"/>
                </a:lnTo>
                <a:lnTo>
                  <a:pt x="9086" y="7923"/>
                </a:lnTo>
                <a:lnTo>
                  <a:pt x="9080" y="7922"/>
                </a:lnTo>
              </a:path>
              <a:path w="21600" h="21600">
                <a:moveTo>
                  <a:pt x="9815" y="7909"/>
                </a:moveTo>
                <a:lnTo>
                  <a:pt x="9764" y="7979"/>
                </a:lnTo>
                <a:lnTo>
                  <a:pt x="9604" y="8031"/>
                </a:lnTo>
                <a:lnTo>
                  <a:pt x="9834" y="8099"/>
                </a:lnTo>
                <a:lnTo>
                  <a:pt x="9955" y="8119"/>
                </a:lnTo>
                <a:lnTo>
                  <a:pt x="9989" y="8110"/>
                </a:lnTo>
                <a:lnTo>
                  <a:pt x="10113" y="7956"/>
                </a:lnTo>
              </a:path>
              <a:path w="21600" h="21600">
                <a:moveTo>
                  <a:pt x="1999" y="7906"/>
                </a:moveTo>
                <a:lnTo>
                  <a:pt x="1950" y="7961"/>
                </a:lnTo>
                <a:lnTo>
                  <a:pt x="1941" y="8036"/>
                </a:lnTo>
                <a:lnTo>
                  <a:pt x="1876" y="8546"/>
                </a:lnTo>
                <a:lnTo>
                  <a:pt x="1911" y="8491"/>
                </a:lnTo>
                <a:lnTo>
                  <a:pt x="1922" y="8415"/>
                </a:lnTo>
                <a:cubicBezTo>
                  <a:pt x="1936" y="8308"/>
                  <a:pt x="1955" y="8174"/>
                  <a:pt x="1978" y="8026"/>
                </a:cubicBezTo>
              </a:path>
              <a:path w="21600" h="21600">
                <a:moveTo>
                  <a:pt x="1785" y="7906"/>
                </a:moveTo>
                <a:lnTo>
                  <a:pt x="1728" y="8235"/>
                </a:lnTo>
                <a:lnTo>
                  <a:pt x="1755" y="8189"/>
                </a:lnTo>
              </a:path>
              <a:path w="21600" h="21600">
                <a:moveTo>
                  <a:pt x="13" y="7899"/>
                </a:moveTo>
                <a:lnTo>
                  <a:pt x="10" y="7899"/>
                </a:lnTo>
                <a:lnTo>
                  <a:pt x="11" y="7901"/>
                </a:lnTo>
                <a:lnTo>
                  <a:pt x="22" y="7929"/>
                </a:lnTo>
              </a:path>
              <a:path w="21600" h="21600">
                <a:moveTo>
                  <a:pt x="11085" y="7886"/>
                </a:moveTo>
                <a:lnTo>
                  <a:pt x="10949" y="7946"/>
                </a:lnTo>
                <a:lnTo>
                  <a:pt x="10816" y="7956"/>
                </a:lnTo>
                <a:lnTo>
                  <a:pt x="10724" y="8221"/>
                </a:lnTo>
                <a:lnTo>
                  <a:pt x="11017" y="8201"/>
                </a:lnTo>
                <a:lnTo>
                  <a:pt x="11054" y="8109"/>
                </a:lnTo>
              </a:path>
              <a:path w="21600" h="21600">
                <a:moveTo>
                  <a:pt x="994" y="7882"/>
                </a:moveTo>
                <a:lnTo>
                  <a:pt x="818" y="8008"/>
                </a:lnTo>
                <a:lnTo>
                  <a:pt x="769" y="8027"/>
                </a:lnTo>
                <a:lnTo>
                  <a:pt x="735" y="8292"/>
                </a:lnTo>
                <a:lnTo>
                  <a:pt x="915" y="8172"/>
                </a:lnTo>
                <a:lnTo>
                  <a:pt x="923" y="8119"/>
                </a:lnTo>
              </a:path>
              <a:path w="21600" h="21600">
                <a:moveTo>
                  <a:pt x="7164" y="7867"/>
                </a:moveTo>
                <a:cubicBezTo>
                  <a:pt x="6004" y="7968"/>
                  <a:pt x="4901" y="8524"/>
                  <a:pt x="4181" y="8972"/>
                </a:cubicBezTo>
                <a:lnTo>
                  <a:pt x="3709" y="9316"/>
                </a:lnTo>
                <a:lnTo>
                  <a:pt x="3682" y="9340"/>
                </a:lnTo>
                <a:lnTo>
                  <a:pt x="3305" y="9721"/>
                </a:lnTo>
                <a:cubicBezTo>
                  <a:pt x="3077" y="9996"/>
                  <a:pt x="2917" y="10294"/>
                  <a:pt x="2835" y="10599"/>
                </a:cubicBezTo>
                <a:lnTo>
                  <a:pt x="2780" y="10914"/>
                </a:lnTo>
                <a:lnTo>
                  <a:pt x="2932" y="10605"/>
                </a:lnTo>
                <a:lnTo>
                  <a:pt x="3011" y="10496"/>
                </a:lnTo>
                <a:lnTo>
                  <a:pt x="3011" y="10494"/>
                </a:lnTo>
                <a:cubicBezTo>
                  <a:pt x="3258" y="10019"/>
                  <a:pt x="3668" y="9582"/>
                  <a:pt x="4204" y="9232"/>
                </a:cubicBezTo>
                <a:lnTo>
                  <a:pt x="4529" y="9035"/>
                </a:lnTo>
                <a:lnTo>
                  <a:pt x="4583" y="8996"/>
                </a:lnTo>
                <a:lnTo>
                  <a:pt x="4616" y="8973"/>
                </a:lnTo>
                <a:cubicBezTo>
                  <a:pt x="5049" y="8670"/>
                  <a:pt x="5568" y="8415"/>
                  <a:pt x="6080" y="8253"/>
                </a:cubicBezTo>
                <a:cubicBezTo>
                  <a:pt x="6878" y="8001"/>
                  <a:pt x="7653" y="7933"/>
                  <a:pt x="8383" y="8049"/>
                </a:cubicBezTo>
                <a:cubicBezTo>
                  <a:pt x="8599" y="8084"/>
                  <a:pt x="8810" y="8137"/>
                  <a:pt x="9017" y="8199"/>
                </a:cubicBezTo>
                <a:lnTo>
                  <a:pt x="9365" y="8315"/>
                </a:lnTo>
                <a:lnTo>
                  <a:pt x="9319" y="8287"/>
                </a:lnTo>
                <a:cubicBezTo>
                  <a:pt x="9153" y="8196"/>
                  <a:pt x="8985" y="8124"/>
                  <a:pt x="8805" y="8068"/>
                </a:cubicBezTo>
                <a:cubicBezTo>
                  <a:pt x="8246" y="7892"/>
                  <a:pt x="7678" y="7822"/>
                  <a:pt x="7164" y="7867"/>
                </a:cubicBezTo>
              </a:path>
              <a:path w="21600" h="21600">
                <a:moveTo>
                  <a:pt x="177" y="7866"/>
                </a:moveTo>
                <a:lnTo>
                  <a:pt x="85" y="7884"/>
                </a:lnTo>
                <a:lnTo>
                  <a:pt x="127" y="8131"/>
                </a:lnTo>
                <a:lnTo>
                  <a:pt x="134" y="8158"/>
                </a:lnTo>
                <a:lnTo>
                  <a:pt x="135" y="8176"/>
                </a:lnTo>
                <a:lnTo>
                  <a:pt x="196" y="8161"/>
                </a:lnTo>
                <a:lnTo>
                  <a:pt x="174" y="7997"/>
                </a:lnTo>
              </a:path>
              <a:path w="21600" h="21600">
                <a:moveTo>
                  <a:pt x="1653" y="7866"/>
                </a:moveTo>
                <a:lnTo>
                  <a:pt x="1650" y="7872"/>
                </a:lnTo>
                <a:lnTo>
                  <a:pt x="1633" y="7945"/>
                </a:lnTo>
                <a:cubicBezTo>
                  <a:pt x="1590" y="8089"/>
                  <a:pt x="1541" y="8218"/>
                  <a:pt x="1485" y="8337"/>
                </a:cubicBezTo>
                <a:lnTo>
                  <a:pt x="1326" y="8609"/>
                </a:lnTo>
                <a:lnTo>
                  <a:pt x="1265" y="8879"/>
                </a:lnTo>
                <a:lnTo>
                  <a:pt x="1341" y="8765"/>
                </a:lnTo>
                <a:cubicBezTo>
                  <a:pt x="1466" y="8537"/>
                  <a:pt x="1564" y="8263"/>
                  <a:pt x="1642" y="7927"/>
                </a:cubicBezTo>
              </a:path>
              <a:path w="21600" h="21600">
                <a:moveTo>
                  <a:pt x="1703" y="7855"/>
                </a:moveTo>
                <a:lnTo>
                  <a:pt x="1687" y="7937"/>
                </a:lnTo>
                <a:cubicBezTo>
                  <a:pt x="1609" y="8277"/>
                  <a:pt x="1509" y="8554"/>
                  <a:pt x="1383" y="8785"/>
                </a:cubicBezTo>
                <a:lnTo>
                  <a:pt x="1236" y="9006"/>
                </a:lnTo>
                <a:lnTo>
                  <a:pt x="1168" y="9308"/>
                </a:lnTo>
                <a:lnTo>
                  <a:pt x="1240" y="9211"/>
                </a:lnTo>
                <a:cubicBezTo>
                  <a:pt x="1380" y="8989"/>
                  <a:pt x="1493" y="8720"/>
                  <a:pt x="1586" y="8391"/>
                </a:cubicBezTo>
                <a:cubicBezTo>
                  <a:pt x="1623" y="8259"/>
                  <a:pt x="1653" y="8121"/>
                  <a:pt x="1680" y="7991"/>
                </a:cubicBezTo>
              </a:path>
              <a:path w="21600" h="21600">
                <a:moveTo>
                  <a:pt x="12857" y="7839"/>
                </a:moveTo>
                <a:lnTo>
                  <a:pt x="12632" y="8200"/>
                </a:lnTo>
                <a:cubicBezTo>
                  <a:pt x="12623" y="8413"/>
                  <a:pt x="12592" y="8604"/>
                  <a:pt x="12538" y="8775"/>
                </a:cubicBezTo>
                <a:lnTo>
                  <a:pt x="12528" y="8794"/>
                </a:lnTo>
                <a:lnTo>
                  <a:pt x="12876" y="8438"/>
                </a:lnTo>
              </a:path>
              <a:path w="21600" h="21600">
                <a:moveTo>
                  <a:pt x="9454" y="7839"/>
                </a:moveTo>
                <a:lnTo>
                  <a:pt x="9336" y="7880"/>
                </a:lnTo>
                <a:lnTo>
                  <a:pt x="9170" y="7839"/>
                </a:lnTo>
                <a:lnTo>
                  <a:pt x="9184" y="7850"/>
                </a:lnTo>
                <a:cubicBezTo>
                  <a:pt x="9243" y="7892"/>
                  <a:pt x="9299" y="7925"/>
                  <a:pt x="9354" y="7951"/>
                </a:cubicBezTo>
                <a:cubicBezTo>
                  <a:pt x="9459" y="7998"/>
                  <a:pt x="9611" y="8036"/>
                  <a:pt x="9736" y="7946"/>
                </a:cubicBezTo>
                <a:lnTo>
                  <a:pt x="9768" y="7902"/>
                </a:lnTo>
                <a:lnTo>
                  <a:pt x="9561" y="7869"/>
                </a:lnTo>
              </a:path>
              <a:path w="21600" h="21600">
                <a:moveTo>
                  <a:pt x="2588" y="7837"/>
                </a:moveTo>
                <a:lnTo>
                  <a:pt x="2474" y="8208"/>
                </a:lnTo>
                <a:lnTo>
                  <a:pt x="2461" y="8265"/>
                </a:lnTo>
                <a:lnTo>
                  <a:pt x="2578" y="8143"/>
                </a:lnTo>
                <a:lnTo>
                  <a:pt x="2573" y="8123"/>
                </a:lnTo>
                <a:lnTo>
                  <a:pt x="2591" y="7848"/>
                </a:lnTo>
              </a:path>
              <a:path w="21600" h="21600">
                <a:moveTo>
                  <a:pt x="351" y="7831"/>
                </a:moveTo>
                <a:lnTo>
                  <a:pt x="223" y="7857"/>
                </a:lnTo>
                <a:lnTo>
                  <a:pt x="219" y="7996"/>
                </a:lnTo>
                <a:lnTo>
                  <a:pt x="241" y="8151"/>
                </a:lnTo>
                <a:lnTo>
                  <a:pt x="333" y="8129"/>
                </a:lnTo>
              </a:path>
              <a:path w="21600" h="21600">
                <a:moveTo>
                  <a:pt x="7454" y="7799"/>
                </a:moveTo>
                <a:lnTo>
                  <a:pt x="7454" y="7799"/>
                </a:lnTo>
                <a:cubicBezTo>
                  <a:pt x="6929" y="7799"/>
                  <a:pt x="6387" y="7889"/>
                  <a:pt x="5834" y="8066"/>
                </a:cubicBezTo>
                <a:cubicBezTo>
                  <a:pt x="5326" y="8229"/>
                  <a:pt x="4816" y="8485"/>
                  <a:pt x="4397" y="8788"/>
                </a:cubicBezTo>
                <a:lnTo>
                  <a:pt x="4323" y="8842"/>
                </a:lnTo>
                <a:lnTo>
                  <a:pt x="4767" y="8587"/>
                </a:lnTo>
                <a:cubicBezTo>
                  <a:pt x="5440" y="8235"/>
                  <a:pt x="6283" y="7902"/>
                  <a:pt x="7160" y="7825"/>
                </a:cubicBezTo>
                <a:cubicBezTo>
                  <a:pt x="7681" y="7779"/>
                  <a:pt x="8255" y="7849"/>
                  <a:pt x="8820" y="8027"/>
                </a:cubicBezTo>
                <a:cubicBezTo>
                  <a:pt x="9002" y="8084"/>
                  <a:pt x="9173" y="8157"/>
                  <a:pt x="9342" y="8249"/>
                </a:cubicBezTo>
                <a:lnTo>
                  <a:pt x="9549" y="8376"/>
                </a:lnTo>
                <a:lnTo>
                  <a:pt x="9611" y="8396"/>
                </a:lnTo>
                <a:lnTo>
                  <a:pt x="9212" y="8139"/>
                </a:lnTo>
                <a:lnTo>
                  <a:pt x="8740" y="7989"/>
                </a:lnTo>
                <a:cubicBezTo>
                  <a:pt x="8534" y="7930"/>
                  <a:pt x="8324" y="7879"/>
                  <a:pt x="8111" y="7847"/>
                </a:cubicBezTo>
                <a:cubicBezTo>
                  <a:pt x="7895" y="7815"/>
                  <a:pt x="7676" y="7799"/>
                  <a:pt x="7454" y="7799"/>
                </a:cubicBezTo>
              </a:path>
              <a:path w="21600" h="21600">
                <a:moveTo>
                  <a:pt x="2556" y="7790"/>
                </a:moveTo>
                <a:lnTo>
                  <a:pt x="2419" y="7912"/>
                </a:lnTo>
                <a:lnTo>
                  <a:pt x="2415" y="7916"/>
                </a:lnTo>
                <a:lnTo>
                  <a:pt x="2276" y="8477"/>
                </a:lnTo>
                <a:lnTo>
                  <a:pt x="2318" y="8414"/>
                </a:lnTo>
                <a:lnTo>
                  <a:pt x="2400" y="8328"/>
                </a:lnTo>
                <a:lnTo>
                  <a:pt x="2432" y="8196"/>
                </a:lnTo>
              </a:path>
              <a:path w="21600" h="21600">
                <a:moveTo>
                  <a:pt x="546" y="7788"/>
                </a:moveTo>
                <a:lnTo>
                  <a:pt x="527" y="7796"/>
                </a:lnTo>
                <a:lnTo>
                  <a:pt x="398" y="7822"/>
                </a:lnTo>
                <a:lnTo>
                  <a:pt x="380" y="8119"/>
                </a:lnTo>
                <a:lnTo>
                  <a:pt x="457" y="8101"/>
                </a:lnTo>
                <a:lnTo>
                  <a:pt x="519" y="8077"/>
                </a:lnTo>
              </a:path>
              <a:path w="21600" h="21600">
                <a:moveTo>
                  <a:pt x="11985" y="7772"/>
                </a:moveTo>
                <a:lnTo>
                  <a:pt x="11717" y="8006"/>
                </a:lnTo>
                <a:lnTo>
                  <a:pt x="11716" y="8167"/>
                </a:lnTo>
                <a:lnTo>
                  <a:pt x="11632" y="8403"/>
                </a:lnTo>
                <a:lnTo>
                  <a:pt x="11953" y="8260"/>
                </a:lnTo>
              </a:path>
              <a:path w="21600" h="21600">
                <a:moveTo>
                  <a:pt x="11379" y="7757"/>
                </a:moveTo>
                <a:lnTo>
                  <a:pt x="11133" y="7865"/>
                </a:lnTo>
                <a:lnTo>
                  <a:pt x="11098" y="8118"/>
                </a:lnTo>
                <a:lnTo>
                  <a:pt x="11066" y="8198"/>
                </a:lnTo>
                <a:lnTo>
                  <a:pt x="11208" y="8188"/>
                </a:lnTo>
                <a:lnTo>
                  <a:pt x="11359" y="8121"/>
                </a:lnTo>
                <a:lnTo>
                  <a:pt x="11387" y="7975"/>
                </a:lnTo>
              </a:path>
              <a:path w="21600" h="21600">
                <a:moveTo>
                  <a:pt x="2142" y="7744"/>
                </a:moveTo>
                <a:lnTo>
                  <a:pt x="2057" y="7839"/>
                </a:lnTo>
                <a:lnTo>
                  <a:pt x="2024" y="8033"/>
                </a:lnTo>
                <a:lnTo>
                  <a:pt x="1972" y="8395"/>
                </a:lnTo>
                <a:lnTo>
                  <a:pt x="2033" y="8298"/>
                </a:lnTo>
                <a:lnTo>
                  <a:pt x="2083" y="8016"/>
                </a:lnTo>
              </a:path>
              <a:path w="21600" h="21600">
                <a:moveTo>
                  <a:pt x="2690" y="7744"/>
                </a:moveTo>
                <a:lnTo>
                  <a:pt x="2641" y="7845"/>
                </a:lnTo>
                <a:lnTo>
                  <a:pt x="2662" y="7917"/>
                </a:lnTo>
                <a:lnTo>
                  <a:pt x="2685" y="7840"/>
                </a:lnTo>
                <a:cubicBezTo>
                  <a:pt x="2690" y="7823"/>
                  <a:pt x="2697" y="7811"/>
                  <a:pt x="2702" y="7803"/>
                </a:cubicBezTo>
                <a:cubicBezTo>
                  <a:pt x="2704" y="7799"/>
                  <a:pt x="2707" y="7795"/>
                  <a:pt x="2707" y="7793"/>
                </a:cubicBezTo>
              </a:path>
              <a:path w="21600" h="21600">
                <a:moveTo>
                  <a:pt x="1637" y="7723"/>
                </a:moveTo>
                <a:lnTo>
                  <a:pt x="1586" y="7886"/>
                </a:lnTo>
                <a:lnTo>
                  <a:pt x="1520" y="8015"/>
                </a:lnTo>
                <a:lnTo>
                  <a:pt x="1604" y="7861"/>
                </a:lnTo>
              </a:path>
              <a:path w="21600" h="21600">
                <a:moveTo>
                  <a:pt x="9032" y="7720"/>
                </a:moveTo>
                <a:lnTo>
                  <a:pt x="9138" y="7788"/>
                </a:lnTo>
                <a:cubicBezTo>
                  <a:pt x="9176" y="7807"/>
                  <a:pt x="9233" y="7829"/>
                  <a:pt x="9294" y="7835"/>
                </a:cubicBezTo>
                <a:lnTo>
                  <a:pt x="9368" y="7815"/>
                </a:lnTo>
              </a:path>
              <a:path w="21600" h="21600">
                <a:moveTo>
                  <a:pt x="792" y="7693"/>
                </a:moveTo>
                <a:lnTo>
                  <a:pt x="594" y="7770"/>
                </a:lnTo>
                <a:lnTo>
                  <a:pt x="567" y="8058"/>
                </a:lnTo>
                <a:lnTo>
                  <a:pt x="728" y="7996"/>
                </a:lnTo>
                <a:lnTo>
                  <a:pt x="741" y="7892"/>
                </a:lnTo>
              </a:path>
              <a:path w="21600" h="21600">
                <a:moveTo>
                  <a:pt x="9933" y="7692"/>
                </a:moveTo>
                <a:lnTo>
                  <a:pt x="9911" y="7778"/>
                </a:lnTo>
                <a:lnTo>
                  <a:pt x="9844" y="7869"/>
                </a:lnTo>
                <a:lnTo>
                  <a:pt x="10139" y="7916"/>
                </a:lnTo>
                <a:lnTo>
                  <a:pt x="10178" y="7704"/>
                </a:lnTo>
                <a:lnTo>
                  <a:pt x="10068" y="7712"/>
                </a:lnTo>
              </a:path>
              <a:path w="21600" h="21600">
                <a:moveTo>
                  <a:pt x="2670" y="7689"/>
                </a:moveTo>
                <a:lnTo>
                  <a:pt x="2620" y="7734"/>
                </a:lnTo>
                <a:lnTo>
                  <a:pt x="2614" y="7754"/>
                </a:lnTo>
                <a:lnTo>
                  <a:pt x="2623" y="7786"/>
                </a:lnTo>
                <a:lnTo>
                  <a:pt x="2671" y="7692"/>
                </a:lnTo>
              </a:path>
              <a:path w="21600" h="21600">
                <a:moveTo>
                  <a:pt x="10495" y="7678"/>
                </a:moveTo>
                <a:lnTo>
                  <a:pt x="10220" y="7700"/>
                </a:lnTo>
                <a:lnTo>
                  <a:pt x="10179" y="7922"/>
                </a:lnTo>
                <a:lnTo>
                  <a:pt x="10341" y="7948"/>
                </a:lnTo>
                <a:lnTo>
                  <a:pt x="10436" y="7941"/>
                </a:lnTo>
              </a:path>
              <a:path w="21600" h="21600">
                <a:moveTo>
                  <a:pt x="7082" y="7656"/>
                </a:moveTo>
                <a:cubicBezTo>
                  <a:pt x="6189" y="7713"/>
                  <a:pt x="5169" y="8065"/>
                  <a:pt x="4135" y="8675"/>
                </a:cubicBezTo>
                <a:cubicBezTo>
                  <a:pt x="3430" y="9090"/>
                  <a:pt x="2958" y="9633"/>
                  <a:pt x="2808" y="10205"/>
                </a:cubicBezTo>
                <a:lnTo>
                  <a:pt x="2789" y="10321"/>
                </a:lnTo>
                <a:lnTo>
                  <a:pt x="3068" y="9911"/>
                </a:lnTo>
                <a:cubicBezTo>
                  <a:pt x="3177" y="9770"/>
                  <a:pt x="3288" y="9642"/>
                  <a:pt x="3403" y="9526"/>
                </a:cubicBezTo>
                <a:lnTo>
                  <a:pt x="3660" y="9301"/>
                </a:lnTo>
                <a:lnTo>
                  <a:pt x="3666" y="9295"/>
                </a:lnTo>
                <a:lnTo>
                  <a:pt x="3671" y="9291"/>
                </a:lnTo>
                <a:lnTo>
                  <a:pt x="3826" y="9155"/>
                </a:lnTo>
                <a:cubicBezTo>
                  <a:pt x="3975" y="9038"/>
                  <a:pt x="4132" y="8925"/>
                  <a:pt x="4293" y="8809"/>
                </a:cubicBezTo>
                <a:lnTo>
                  <a:pt x="4370" y="8753"/>
                </a:lnTo>
                <a:cubicBezTo>
                  <a:pt x="4793" y="8447"/>
                  <a:pt x="5308" y="8188"/>
                  <a:pt x="5820" y="8024"/>
                </a:cubicBezTo>
                <a:cubicBezTo>
                  <a:pt x="6613" y="7769"/>
                  <a:pt x="7386" y="7695"/>
                  <a:pt x="8118" y="7804"/>
                </a:cubicBezTo>
                <a:cubicBezTo>
                  <a:pt x="8333" y="7837"/>
                  <a:pt x="8545" y="7888"/>
                  <a:pt x="8752" y="7947"/>
                </a:cubicBezTo>
                <a:lnTo>
                  <a:pt x="8923" y="8001"/>
                </a:lnTo>
                <a:lnTo>
                  <a:pt x="8689" y="7894"/>
                </a:lnTo>
                <a:cubicBezTo>
                  <a:pt x="8140" y="7706"/>
                  <a:pt x="7585" y="7623"/>
                  <a:pt x="7082" y="7656"/>
                </a:cubicBezTo>
              </a:path>
              <a:path w="21600" h="21600">
                <a:moveTo>
                  <a:pt x="12545" y="7650"/>
                </a:moveTo>
                <a:lnTo>
                  <a:pt x="12337" y="7962"/>
                </a:lnTo>
                <a:lnTo>
                  <a:pt x="12277" y="8492"/>
                </a:lnTo>
                <a:lnTo>
                  <a:pt x="12584" y="8191"/>
                </a:lnTo>
              </a:path>
              <a:path w="21600" h="21600">
                <a:moveTo>
                  <a:pt x="9628" y="7648"/>
                </a:moveTo>
                <a:lnTo>
                  <a:pt x="9518" y="7812"/>
                </a:lnTo>
                <a:lnTo>
                  <a:pt x="9569" y="7826"/>
                </a:lnTo>
                <a:lnTo>
                  <a:pt x="9797" y="7862"/>
                </a:lnTo>
                <a:lnTo>
                  <a:pt x="9869" y="7764"/>
                </a:lnTo>
                <a:lnTo>
                  <a:pt x="9879" y="7684"/>
                </a:lnTo>
              </a:path>
              <a:path w="21600" h="21600">
                <a:moveTo>
                  <a:pt x="2651" y="7634"/>
                </a:moveTo>
                <a:lnTo>
                  <a:pt x="2646" y="7651"/>
                </a:lnTo>
                <a:lnTo>
                  <a:pt x="2654" y="7643"/>
                </a:lnTo>
              </a:path>
              <a:path w="21600" h="21600">
                <a:moveTo>
                  <a:pt x="8660" y="7614"/>
                </a:moveTo>
                <a:lnTo>
                  <a:pt x="8936" y="7759"/>
                </a:lnTo>
                <a:lnTo>
                  <a:pt x="8802" y="7655"/>
                </a:lnTo>
              </a:path>
              <a:path w="21600" h="21600">
                <a:moveTo>
                  <a:pt x="10806" y="7607"/>
                </a:moveTo>
                <a:lnTo>
                  <a:pt x="10676" y="7664"/>
                </a:lnTo>
                <a:lnTo>
                  <a:pt x="10538" y="7675"/>
                </a:lnTo>
                <a:lnTo>
                  <a:pt x="10479" y="7937"/>
                </a:lnTo>
                <a:lnTo>
                  <a:pt x="10779" y="7915"/>
                </a:lnTo>
              </a:path>
              <a:path w="21600" h="21600">
                <a:moveTo>
                  <a:pt x="9294" y="7599"/>
                </a:moveTo>
                <a:lnTo>
                  <a:pt x="9262" y="7652"/>
                </a:lnTo>
                <a:lnTo>
                  <a:pt x="9131" y="7702"/>
                </a:lnTo>
                <a:lnTo>
                  <a:pt x="9449" y="7792"/>
                </a:lnTo>
                <a:lnTo>
                  <a:pt x="9482" y="7783"/>
                </a:lnTo>
                <a:lnTo>
                  <a:pt x="9576" y="7640"/>
                </a:lnTo>
              </a:path>
              <a:path w="21600" h="21600">
                <a:moveTo>
                  <a:pt x="2325" y="7567"/>
                </a:moveTo>
                <a:lnTo>
                  <a:pt x="2203" y="7678"/>
                </a:lnTo>
                <a:lnTo>
                  <a:pt x="2129" y="8025"/>
                </a:lnTo>
                <a:lnTo>
                  <a:pt x="2098" y="8195"/>
                </a:lnTo>
                <a:lnTo>
                  <a:pt x="2101" y="8190"/>
                </a:lnTo>
                <a:lnTo>
                  <a:pt x="2188" y="8097"/>
                </a:lnTo>
                <a:lnTo>
                  <a:pt x="2193" y="8072"/>
                </a:lnTo>
              </a:path>
              <a:path w="21600" h="21600">
                <a:moveTo>
                  <a:pt x="7239" y="7562"/>
                </a:moveTo>
                <a:cubicBezTo>
                  <a:pt x="6697" y="7562"/>
                  <a:pt x="6131" y="7655"/>
                  <a:pt x="5573" y="7838"/>
                </a:cubicBezTo>
                <a:cubicBezTo>
                  <a:pt x="5065" y="8004"/>
                  <a:pt x="4560" y="8263"/>
                  <a:pt x="4151" y="8568"/>
                </a:cubicBezTo>
                <a:lnTo>
                  <a:pt x="4041" y="8651"/>
                </a:lnTo>
                <a:cubicBezTo>
                  <a:pt x="3742" y="8873"/>
                  <a:pt x="3459" y="9082"/>
                  <a:pt x="3219" y="9333"/>
                </a:cubicBezTo>
                <a:cubicBezTo>
                  <a:pt x="3110" y="9447"/>
                  <a:pt x="3008" y="9570"/>
                  <a:pt x="2907" y="9709"/>
                </a:cubicBezTo>
                <a:lnTo>
                  <a:pt x="2760" y="9935"/>
                </a:lnTo>
                <a:lnTo>
                  <a:pt x="2758" y="9949"/>
                </a:lnTo>
                <a:lnTo>
                  <a:pt x="2770" y="10036"/>
                </a:lnTo>
                <a:cubicBezTo>
                  <a:pt x="2776" y="10057"/>
                  <a:pt x="2770" y="10075"/>
                  <a:pt x="2763" y="10094"/>
                </a:cubicBezTo>
                <a:cubicBezTo>
                  <a:pt x="2760" y="10103"/>
                  <a:pt x="2756" y="10112"/>
                  <a:pt x="2753" y="10124"/>
                </a:cubicBezTo>
                <a:lnTo>
                  <a:pt x="2744" y="10170"/>
                </a:lnTo>
                <a:lnTo>
                  <a:pt x="2753" y="10260"/>
                </a:lnTo>
                <a:lnTo>
                  <a:pt x="2764" y="10196"/>
                </a:lnTo>
                <a:cubicBezTo>
                  <a:pt x="2917" y="9613"/>
                  <a:pt x="3396" y="9060"/>
                  <a:pt x="4111" y="8639"/>
                </a:cubicBezTo>
                <a:cubicBezTo>
                  <a:pt x="5152" y="8026"/>
                  <a:pt x="6178" y="7672"/>
                  <a:pt x="7079" y="7614"/>
                </a:cubicBezTo>
                <a:cubicBezTo>
                  <a:pt x="7588" y="7581"/>
                  <a:pt x="8150" y="7665"/>
                  <a:pt x="8704" y="7855"/>
                </a:cubicBezTo>
                <a:cubicBezTo>
                  <a:pt x="8879" y="7915"/>
                  <a:pt x="9049" y="7993"/>
                  <a:pt x="9208" y="8085"/>
                </a:cubicBezTo>
                <a:lnTo>
                  <a:pt x="9228" y="8098"/>
                </a:lnTo>
                <a:lnTo>
                  <a:pt x="9263" y="8109"/>
                </a:lnTo>
                <a:lnTo>
                  <a:pt x="9047" y="7961"/>
                </a:lnTo>
                <a:lnTo>
                  <a:pt x="8782" y="7831"/>
                </a:lnTo>
                <a:lnTo>
                  <a:pt x="8473" y="7737"/>
                </a:lnTo>
                <a:cubicBezTo>
                  <a:pt x="8267" y="7681"/>
                  <a:pt x="8058" y="7633"/>
                  <a:pt x="7844" y="7603"/>
                </a:cubicBezTo>
                <a:cubicBezTo>
                  <a:pt x="7647" y="7576"/>
                  <a:pt x="7445" y="7562"/>
                  <a:pt x="7239" y="7562"/>
                </a:cubicBezTo>
              </a:path>
              <a:path w="21600" h="21600">
                <a:moveTo>
                  <a:pt x="1882" y="7562"/>
                </a:moveTo>
                <a:lnTo>
                  <a:pt x="1866" y="7581"/>
                </a:lnTo>
                <a:lnTo>
                  <a:pt x="1811" y="8094"/>
                </a:lnTo>
                <a:lnTo>
                  <a:pt x="1818" y="8081"/>
                </a:lnTo>
                <a:lnTo>
                  <a:pt x="1867" y="7698"/>
                </a:lnTo>
              </a:path>
              <a:path w="21600" h="21600">
                <a:moveTo>
                  <a:pt x="17" y="7549"/>
                </a:moveTo>
                <a:lnTo>
                  <a:pt x="6" y="7551"/>
                </a:lnTo>
                <a:lnTo>
                  <a:pt x="13" y="7677"/>
                </a:lnTo>
                <a:lnTo>
                  <a:pt x="19" y="7696"/>
                </a:lnTo>
              </a:path>
              <a:path w="21600" h="21600">
                <a:moveTo>
                  <a:pt x="11677" y="7532"/>
                </a:moveTo>
                <a:cubicBezTo>
                  <a:pt x="11604" y="7602"/>
                  <a:pt x="11523" y="7670"/>
                  <a:pt x="11435" y="7732"/>
                </a:cubicBezTo>
                <a:lnTo>
                  <a:pt x="11422" y="7738"/>
                </a:lnTo>
                <a:lnTo>
                  <a:pt x="11432" y="7971"/>
                </a:lnTo>
                <a:lnTo>
                  <a:pt x="11408" y="8100"/>
                </a:lnTo>
                <a:lnTo>
                  <a:pt x="11670" y="7983"/>
                </a:lnTo>
              </a:path>
              <a:path w="21600" h="21600">
                <a:moveTo>
                  <a:pt x="185" y="7519"/>
                </a:moveTo>
                <a:lnTo>
                  <a:pt x="61" y="7541"/>
                </a:lnTo>
                <a:lnTo>
                  <a:pt x="64" y="7760"/>
                </a:lnTo>
                <a:lnTo>
                  <a:pt x="77" y="7840"/>
                </a:lnTo>
                <a:lnTo>
                  <a:pt x="178" y="7820"/>
                </a:lnTo>
              </a:path>
              <a:path w="21600" h="21600">
                <a:moveTo>
                  <a:pt x="2608" y="7513"/>
                </a:moveTo>
                <a:lnTo>
                  <a:pt x="2602" y="7640"/>
                </a:lnTo>
                <a:lnTo>
                  <a:pt x="2626" y="7564"/>
                </a:lnTo>
              </a:path>
              <a:path w="21600" h="21600">
                <a:moveTo>
                  <a:pt x="8961" y="7509"/>
                </a:moveTo>
                <a:lnTo>
                  <a:pt x="8864" y="7551"/>
                </a:lnTo>
                <a:lnTo>
                  <a:pt x="8844" y="7545"/>
                </a:lnTo>
                <a:lnTo>
                  <a:pt x="8917" y="7618"/>
                </a:lnTo>
                <a:lnTo>
                  <a:pt x="8922" y="7623"/>
                </a:lnTo>
                <a:lnTo>
                  <a:pt x="8924" y="7624"/>
                </a:lnTo>
                <a:lnTo>
                  <a:pt x="9064" y="7671"/>
                </a:lnTo>
                <a:cubicBezTo>
                  <a:pt x="9118" y="7676"/>
                  <a:pt x="9178" y="7666"/>
                  <a:pt x="9230" y="7620"/>
                </a:cubicBezTo>
                <a:lnTo>
                  <a:pt x="9249" y="7587"/>
                </a:lnTo>
              </a:path>
              <a:path w="21600" h="21600">
                <a:moveTo>
                  <a:pt x="1146" y="7492"/>
                </a:moveTo>
                <a:lnTo>
                  <a:pt x="977" y="7621"/>
                </a:lnTo>
                <a:lnTo>
                  <a:pt x="844" y="7673"/>
                </a:lnTo>
                <a:lnTo>
                  <a:pt x="785" y="7902"/>
                </a:lnTo>
                <a:lnTo>
                  <a:pt x="775" y="7978"/>
                </a:lnTo>
                <a:lnTo>
                  <a:pt x="798" y="7969"/>
                </a:lnTo>
                <a:lnTo>
                  <a:pt x="1013" y="7815"/>
                </a:lnTo>
                <a:lnTo>
                  <a:pt x="1045" y="7709"/>
                </a:lnTo>
              </a:path>
              <a:path w="21600" h="21600">
                <a:moveTo>
                  <a:pt x="11076" y="7489"/>
                </a:moveTo>
                <a:lnTo>
                  <a:pt x="10852" y="7587"/>
                </a:lnTo>
                <a:lnTo>
                  <a:pt x="10824" y="7912"/>
                </a:lnTo>
                <a:lnTo>
                  <a:pt x="10935" y="7904"/>
                </a:lnTo>
                <a:lnTo>
                  <a:pt x="11093" y="7835"/>
                </a:lnTo>
                <a:lnTo>
                  <a:pt x="11101" y="7776"/>
                </a:lnTo>
              </a:path>
              <a:path w="21600" h="21600">
                <a:moveTo>
                  <a:pt x="372" y="7486"/>
                </a:moveTo>
                <a:lnTo>
                  <a:pt x="231" y="7511"/>
                </a:lnTo>
                <a:lnTo>
                  <a:pt x="224" y="7811"/>
                </a:lnTo>
                <a:lnTo>
                  <a:pt x="354" y="7785"/>
                </a:lnTo>
              </a:path>
              <a:path w="21600" h="21600">
                <a:moveTo>
                  <a:pt x="3980" y="7478"/>
                </a:moveTo>
                <a:lnTo>
                  <a:pt x="3940" y="7494"/>
                </a:lnTo>
                <a:cubicBezTo>
                  <a:pt x="3413" y="7731"/>
                  <a:pt x="3032" y="8019"/>
                  <a:pt x="2831" y="8326"/>
                </a:cubicBezTo>
                <a:lnTo>
                  <a:pt x="2821" y="8348"/>
                </a:lnTo>
                <a:lnTo>
                  <a:pt x="2856" y="8313"/>
                </a:lnTo>
                <a:cubicBezTo>
                  <a:pt x="2971" y="8211"/>
                  <a:pt x="3093" y="8112"/>
                  <a:pt x="3218" y="8011"/>
                </a:cubicBezTo>
                <a:cubicBezTo>
                  <a:pt x="3274" y="7966"/>
                  <a:pt x="3329" y="7922"/>
                  <a:pt x="3384" y="7876"/>
                </a:cubicBezTo>
              </a:path>
              <a:path w="21600" h="21600">
                <a:moveTo>
                  <a:pt x="1668" y="7474"/>
                </a:moveTo>
                <a:lnTo>
                  <a:pt x="1492" y="7877"/>
                </a:lnTo>
                <a:cubicBezTo>
                  <a:pt x="1417" y="8012"/>
                  <a:pt x="1330" y="8136"/>
                  <a:pt x="1228" y="8255"/>
                </a:cubicBezTo>
                <a:lnTo>
                  <a:pt x="1160" y="8323"/>
                </a:lnTo>
                <a:lnTo>
                  <a:pt x="1149" y="8356"/>
                </a:lnTo>
                <a:lnTo>
                  <a:pt x="1105" y="8579"/>
                </a:lnTo>
                <a:lnTo>
                  <a:pt x="1332" y="8288"/>
                </a:lnTo>
                <a:cubicBezTo>
                  <a:pt x="1412" y="8161"/>
                  <a:pt x="1482" y="8024"/>
                  <a:pt x="1543" y="7872"/>
                </a:cubicBezTo>
                <a:cubicBezTo>
                  <a:pt x="1591" y="7751"/>
                  <a:pt x="1632" y="7621"/>
                  <a:pt x="1667" y="7478"/>
                </a:cubicBezTo>
              </a:path>
              <a:path w="21600" h="21600">
                <a:moveTo>
                  <a:pt x="1557" y="7461"/>
                </a:moveTo>
                <a:lnTo>
                  <a:pt x="1489" y="7545"/>
                </a:lnTo>
                <a:lnTo>
                  <a:pt x="1419" y="7682"/>
                </a:lnTo>
              </a:path>
              <a:path w="21600" h="21600">
                <a:moveTo>
                  <a:pt x="1972" y="7459"/>
                </a:moveTo>
                <a:lnTo>
                  <a:pt x="1955" y="7476"/>
                </a:lnTo>
                <a:lnTo>
                  <a:pt x="1934" y="7500"/>
                </a:lnTo>
                <a:lnTo>
                  <a:pt x="1912" y="7705"/>
                </a:lnTo>
                <a:lnTo>
                  <a:pt x="1878" y="7981"/>
                </a:lnTo>
                <a:lnTo>
                  <a:pt x="1885" y="7968"/>
                </a:lnTo>
                <a:lnTo>
                  <a:pt x="1906" y="7944"/>
                </a:lnTo>
                <a:lnTo>
                  <a:pt x="1967" y="7487"/>
                </a:lnTo>
              </a:path>
              <a:path w="21600" h="21600">
                <a:moveTo>
                  <a:pt x="8751" y="7453"/>
                </a:moveTo>
                <a:lnTo>
                  <a:pt x="8766" y="7469"/>
                </a:lnTo>
                <a:lnTo>
                  <a:pt x="8787" y="7489"/>
                </a:lnTo>
                <a:lnTo>
                  <a:pt x="8834" y="7506"/>
                </a:lnTo>
                <a:lnTo>
                  <a:pt x="8884" y="7489"/>
                </a:lnTo>
              </a:path>
              <a:path w="21600" h="21600">
                <a:moveTo>
                  <a:pt x="6999" y="7451"/>
                </a:moveTo>
                <a:cubicBezTo>
                  <a:pt x="6117" y="7487"/>
                  <a:pt x="5137" y="7800"/>
                  <a:pt x="4086" y="8384"/>
                </a:cubicBezTo>
                <a:cubicBezTo>
                  <a:pt x="3381" y="8775"/>
                  <a:pt x="2917" y="9284"/>
                  <a:pt x="2778" y="9817"/>
                </a:cubicBezTo>
                <a:lnTo>
                  <a:pt x="2776" y="9829"/>
                </a:lnTo>
                <a:lnTo>
                  <a:pt x="2871" y="9683"/>
                </a:lnTo>
                <a:cubicBezTo>
                  <a:pt x="2973" y="9543"/>
                  <a:pt x="3077" y="9418"/>
                  <a:pt x="3186" y="9304"/>
                </a:cubicBezTo>
                <a:cubicBezTo>
                  <a:pt x="3429" y="9049"/>
                  <a:pt x="3713" y="8839"/>
                  <a:pt x="4013" y="8616"/>
                </a:cubicBezTo>
                <a:lnTo>
                  <a:pt x="4124" y="8534"/>
                </a:lnTo>
                <a:cubicBezTo>
                  <a:pt x="4537" y="8226"/>
                  <a:pt x="5046" y="7964"/>
                  <a:pt x="5559" y="7796"/>
                </a:cubicBezTo>
                <a:cubicBezTo>
                  <a:pt x="6337" y="7542"/>
                  <a:pt x="7130" y="7460"/>
                  <a:pt x="7852" y="7560"/>
                </a:cubicBezTo>
                <a:lnTo>
                  <a:pt x="8338" y="7664"/>
                </a:lnTo>
                <a:lnTo>
                  <a:pt x="7767" y="7507"/>
                </a:lnTo>
                <a:cubicBezTo>
                  <a:pt x="7503" y="7460"/>
                  <a:pt x="7244" y="7441"/>
                  <a:pt x="6999" y="7451"/>
                </a:cubicBezTo>
              </a:path>
              <a:path w="21600" h="21600">
                <a:moveTo>
                  <a:pt x="606" y="7443"/>
                </a:moveTo>
                <a:lnTo>
                  <a:pt x="599" y="7446"/>
                </a:lnTo>
                <a:lnTo>
                  <a:pt x="418" y="7478"/>
                </a:lnTo>
                <a:lnTo>
                  <a:pt x="401" y="7776"/>
                </a:lnTo>
                <a:lnTo>
                  <a:pt x="510" y="7754"/>
                </a:lnTo>
                <a:lnTo>
                  <a:pt x="551" y="7738"/>
                </a:lnTo>
                <a:lnTo>
                  <a:pt x="558" y="7667"/>
                </a:lnTo>
                <a:lnTo>
                  <a:pt x="562" y="7644"/>
                </a:lnTo>
              </a:path>
              <a:path w="21600" h="21600">
                <a:moveTo>
                  <a:pt x="4804" y="7442"/>
                </a:moveTo>
                <a:lnTo>
                  <a:pt x="4763" y="7456"/>
                </a:lnTo>
                <a:cubicBezTo>
                  <a:pt x="4511" y="7552"/>
                  <a:pt x="4253" y="7664"/>
                  <a:pt x="3989" y="7792"/>
                </a:cubicBezTo>
                <a:cubicBezTo>
                  <a:pt x="3462" y="8048"/>
                  <a:pt x="3076" y="8360"/>
                  <a:pt x="2868" y="8694"/>
                </a:cubicBezTo>
                <a:lnTo>
                  <a:pt x="2829" y="8783"/>
                </a:lnTo>
                <a:lnTo>
                  <a:pt x="3093" y="8527"/>
                </a:lnTo>
                <a:cubicBezTo>
                  <a:pt x="3215" y="8422"/>
                  <a:pt x="3345" y="8320"/>
                  <a:pt x="3477" y="8216"/>
                </a:cubicBezTo>
                <a:cubicBezTo>
                  <a:pt x="3528" y="8176"/>
                  <a:pt x="3579" y="8136"/>
                  <a:pt x="3631" y="8095"/>
                </a:cubicBezTo>
                <a:cubicBezTo>
                  <a:pt x="3824" y="7941"/>
                  <a:pt x="4049" y="7796"/>
                  <a:pt x="4288" y="7667"/>
                </a:cubicBezTo>
              </a:path>
              <a:path w="21600" h="21600">
                <a:moveTo>
                  <a:pt x="12232" y="7441"/>
                </a:moveTo>
                <a:lnTo>
                  <a:pt x="12028" y="7725"/>
                </a:lnTo>
                <a:lnTo>
                  <a:pt x="12001" y="8216"/>
                </a:lnTo>
                <a:lnTo>
                  <a:pt x="12290" y="7946"/>
                </a:lnTo>
              </a:path>
              <a:path w="21600" h="21600">
                <a:moveTo>
                  <a:pt x="9687" y="7418"/>
                </a:moveTo>
                <a:lnTo>
                  <a:pt x="9649" y="7608"/>
                </a:lnTo>
                <a:lnTo>
                  <a:pt x="9885" y="7642"/>
                </a:lnTo>
                <a:lnTo>
                  <a:pt x="9914" y="7423"/>
                </a:lnTo>
                <a:lnTo>
                  <a:pt x="9798" y="7433"/>
                </a:lnTo>
              </a:path>
              <a:path w="21600" h="21600">
                <a:moveTo>
                  <a:pt x="2569" y="7405"/>
                </a:moveTo>
                <a:lnTo>
                  <a:pt x="2448" y="7782"/>
                </a:lnTo>
                <a:lnTo>
                  <a:pt x="2435" y="7838"/>
                </a:lnTo>
                <a:lnTo>
                  <a:pt x="2556" y="7730"/>
                </a:lnTo>
                <a:lnTo>
                  <a:pt x="2551" y="7711"/>
                </a:lnTo>
                <a:cubicBezTo>
                  <a:pt x="2540" y="7620"/>
                  <a:pt x="2544" y="7533"/>
                  <a:pt x="2561" y="7456"/>
                </a:cubicBezTo>
                <a:lnTo>
                  <a:pt x="2577" y="7427"/>
                </a:lnTo>
              </a:path>
              <a:path w="21600" h="21600">
                <a:moveTo>
                  <a:pt x="3507" y="7404"/>
                </a:moveTo>
                <a:lnTo>
                  <a:pt x="3219" y="7556"/>
                </a:lnTo>
                <a:cubicBezTo>
                  <a:pt x="3127" y="7621"/>
                  <a:pt x="3045" y="7687"/>
                  <a:pt x="2974" y="7754"/>
                </a:cubicBezTo>
                <a:lnTo>
                  <a:pt x="2839" y="7910"/>
                </a:lnTo>
                <a:lnTo>
                  <a:pt x="2963" y="7804"/>
                </a:lnTo>
                <a:cubicBezTo>
                  <a:pt x="3021" y="7756"/>
                  <a:pt x="3079" y="7707"/>
                  <a:pt x="3137" y="7657"/>
                </a:cubicBezTo>
              </a:path>
              <a:path w="21600" h="21600">
                <a:moveTo>
                  <a:pt x="10231" y="7397"/>
                </a:moveTo>
                <a:lnTo>
                  <a:pt x="9980" y="7418"/>
                </a:lnTo>
                <a:lnTo>
                  <a:pt x="9977" y="7517"/>
                </a:lnTo>
                <a:lnTo>
                  <a:pt x="9943" y="7651"/>
                </a:lnTo>
                <a:lnTo>
                  <a:pt x="10071" y="7670"/>
                </a:lnTo>
                <a:lnTo>
                  <a:pt x="10186" y="7661"/>
                </a:lnTo>
                <a:lnTo>
                  <a:pt x="10233" y="7410"/>
                </a:lnTo>
              </a:path>
              <a:path w="21600" h="21600">
                <a:moveTo>
                  <a:pt x="9390" y="7377"/>
                </a:moveTo>
                <a:lnTo>
                  <a:pt x="9378" y="7457"/>
                </a:lnTo>
                <a:lnTo>
                  <a:pt x="9317" y="7559"/>
                </a:lnTo>
                <a:lnTo>
                  <a:pt x="9600" y="7600"/>
                </a:lnTo>
                <a:lnTo>
                  <a:pt x="9638" y="7411"/>
                </a:lnTo>
              </a:path>
              <a:path w="21600" h="21600">
                <a:moveTo>
                  <a:pt x="2533" y="7377"/>
                </a:moveTo>
                <a:lnTo>
                  <a:pt x="2493" y="7413"/>
                </a:lnTo>
                <a:lnTo>
                  <a:pt x="2385" y="7512"/>
                </a:lnTo>
                <a:lnTo>
                  <a:pt x="2249" y="8029"/>
                </a:lnTo>
                <a:lnTo>
                  <a:pt x="2376" y="7891"/>
                </a:lnTo>
                <a:lnTo>
                  <a:pt x="2406" y="7772"/>
                </a:lnTo>
              </a:path>
              <a:path w="21600" h="21600">
                <a:moveTo>
                  <a:pt x="8358" y="7346"/>
                </a:moveTo>
                <a:lnTo>
                  <a:pt x="8779" y="7584"/>
                </a:lnTo>
                <a:lnTo>
                  <a:pt x="8636" y="7465"/>
                </a:lnTo>
                <a:lnTo>
                  <a:pt x="8509" y="7388"/>
                </a:lnTo>
              </a:path>
              <a:path w="21600" h="21600">
                <a:moveTo>
                  <a:pt x="10500" y="7340"/>
                </a:moveTo>
                <a:lnTo>
                  <a:pt x="10403" y="7382"/>
                </a:lnTo>
                <a:lnTo>
                  <a:pt x="10271" y="7393"/>
                </a:lnTo>
                <a:lnTo>
                  <a:pt x="10274" y="7410"/>
                </a:lnTo>
                <a:lnTo>
                  <a:pt x="10228" y="7658"/>
                </a:lnTo>
                <a:lnTo>
                  <a:pt x="10505" y="7636"/>
                </a:lnTo>
                <a:lnTo>
                  <a:pt x="10520" y="7567"/>
                </a:lnTo>
              </a:path>
              <a:path w="21600" h="21600">
                <a:moveTo>
                  <a:pt x="9090" y="7337"/>
                </a:moveTo>
                <a:lnTo>
                  <a:pt x="9015" y="7480"/>
                </a:lnTo>
                <a:lnTo>
                  <a:pt x="9272" y="7549"/>
                </a:lnTo>
                <a:lnTo>
                  <a:pt x="9333" y="7445"/>
                </a:lnTo>
                <a:lnTo>
                  <a:pt x="9344" y="7371"/>
                </a:lnTo>
              </a:path>
              <a:path w="21600" h="21600">
                <a:moveTo>
                  <a:pt x="2108" y="7331"/>
                </a:moveTo>
                <a:lnTo>
                  <a:pt x="2028" y="7406"/>
                </a:lnTo>
                <a:lnTo>
                  <a:pt x="2013" y="7493"/>
                </a:lnTo>
                <a:lnTo>
                  <a:pt x="1961" y="7882"/>
                </a:lnTo>
                <a:lnTo>
                  <a:pt x="2013" y="7823"/>
                </a:lnTo>
                <a:lnTo>
                  <a:pt x="2060" y="7550"/>
                </a:lnTo>
              </a:path>
              <a:path w="21600" h="21600">
                <a:moveTo>
                  <a:pt x="913" y="7323"/>
                </a:moveTo>
                <a:lnTo>
                  <a:pt x="658" y="7423"/>
                </a:lnTo>
                <a:lnTo>
                  <a:pt x="608" y="7652"/>
                </a:lnTo>
                <a:lnTo>
                  <a:pt x="603" y="7675"/>
                </a:lnTo>
                <a:lnTo>
                  <a:pt x="599" y="7720"/>
                </a:lnTo>
                <a:lnTo>
                  <a:pt x="806" y="7640"/>
                </a:lnTo>
                <a:lnTo>
                  <a:pt x="848" y="7476"/>
                </a:lnTo>
              </a:path>
              <a:path w="21600" h="21600">
                <a:moveTo>
                  <a:pt x="7014" y="7323"/>
                </a:moveTo>
                <a:lnTo>
                  <a:pt x="7013" y="7323"/>
                </a:lnTo>
                <a:cubicBezTo>
                  <a:pt x="6461" y="7323"/>
                  <a:pt x="5883" y="7420"/>
                  <a:pt x="5312" y="7610"/>
                </a:cubicBezTo>
                <a:cubicBezTo>
                  <a:pt x="4804" y="7779"/>
                  <a:pt x="4304" y="8042"/>
                  <a:pt x="3905" y="8348"/>
                </a:cubicBezTo>
                <a:cubicBezTo>
                  <a:pt x="3860" y="8383"/>
                  <a:pt x="3815" y="8418"/>
                  <a:pt x="3770" y="8452"/>
                </a:cubicBezTo>
                <a:cubicBezTo>
                  <a:pt x="3490" y="8666"/>
                  <a:pt x="3226" y="8868"/>
                  <a:pt x="3003" y="9109"/>
                </a:cubicBezTo>
                <a:lnTo>
                  <a:pt x="2751" y="9427"/>
                </a:lnTo>
                <a:lnTo>
                  <a:pt x="2745" y="9466"/>
                </a:lnTo>
                <a:lnTo>
                  <a:pt x="2765" y="9581"/>
                </a:lnTo>
                <a:cubicBezTo>
                  <a:pt x="2771" y="9602"/>
                  <a:pt x="2765" y="9619"/>
                  <a:pt x="2758" y="9636"/>
                </a:cubicBezTo>
                <a:cubicBezTo>
                  <a:pt x="2755" y="9645"/>
                  <a:pt x="2751" y="9655"/>
                  <a:pt x="2747" y="9667"/>
                </a:cubicBezTo>
                <a:lnTo>
                  <a:pt x="2730" y="9744"/>
                </a:lnTo>
                <a:lnTo>
                  <a:pt x="2738" y="9797"/>
                </a:lnTo>
                <a:lnTo>
                  <a:pt x="2901" y="9402"/>
                </a:lnTo>
                <a:cubicBezTo>
                  <a:pt x="3127" y="9007"/>
                  <a:pt x="3527" y="8641"/>
                  <a:pt x="4064" y="8343"/>
                </a:cubicBezTo>
                <a:cubicBezTo>
                  <a:pt x="5121" y="7756"/>
                  <a:pt x="6109" y="7440"/>
                  <a:pt x="6997" y="7405"/>
                </a:cubicBezTo>
                <a:cubicBezTo>
                  <a:pt x="7495" y="7385"/>
                  <a:pt x="8045" y="7481"/>
                  <a:pt x="8587" y="7684"/>
                </a:cubicBezTo>
                <a:lnTo>
                  <a:pt x="8812" y="7794"/>
                </a:lnTo>
                <a:lnTo>
                  <a:pt x="8978" y="7845"/>
                </a:lnTo>
                <a:lnTo>
                  <a:pt x="8912" y="7796"/>
                </a:lnTo>
                <a:cubicBezTo>
                  <a:pt x="8772" y="7703"/>
                  <a:pt x="8618" y="7622"/>
                  <a:pt x="8454" y="7555"/>
                </a:cubicBezTo>
                <a:lnTo>
                  <a:pt x="8441" y="7551"/>
                </a:lnTo>
                <a:lnTo>
                  <a:pt x="8212" y="7484"/>
                </a:lnTo>
                <a:cubicBezTo>
                  <a:pt x="8005" y="7431"/>
                  <a:pt x="7794" y="7386"/>
                  <a:pt x="7580" y="7358"/>
                </a:cubicBezTo>
                <a:cubicBezTo>
                  <a:pt x="7396" y="7334"/>
                  <a:pt x="7206" y="7323"/>
                  <a:pt x="7014" y="7323"/>
                </a:cubicBezTo>
              </a:path>
              <a:path w="21600" h="21600">
                <a:moveTo>
                  <a:pt x="1670" y="7322"/>
                </a:moveTo>
                <a:lnTo>
                  <a:pt x="1658" y="7336"/>
                </a:lnTo>
                <a:lnTo>
                  <a:pt x="1617" y="7448"/>
                </a:lnTo>
                <a:cubicBezTo>
                  <a:pt x="1549" y="7588"/>
                  <a:pt x="1467" y="7717"/>
                  <a:pt x="1371" y="7841"/>
                </a:cubicBezTo>
                <a:lnTo>
                  <a:pt x="1296" y="7924"/>
                </a:lnTo>
                <a:lnTo>
                  <a:pt x="1293" y="7930"/>
                </a:lnTo>
                <a:lnTo>
                  <a:pt x="1190" y="8235"/>
                </a:lnTo>
                <a:lnTo>
                  <a:pt x="1196" y="8229"/>
                </a:lnTo>
                <a:cubicBezTo>
                  <a:pt x="1395" y="7996"/>
                  <a:pt x="1538" y="7741"/>
                  <a:pt x="1644" y="7425"/>
                </a:cubicBezTo>
              </a:path>
              <a:path w="21600" h="21600">
                <a:moveTo>
                  <a:pt x="2687" y="7312"/>
                </a:moveTo>
                <a:lnTo>
                  <a:pt x="2626" y="7432"/>
                </a:lnTo>
                <a:lnTo>
                  <a:pt x="2648" y="7492"/>
                </a:lnTo>
                <a:lnTo>
                  <a:pt x="2680" y="7385"/>
                </a:lnTo>
                <a:cubicBezTo>
                  <a:pt x="2687" y="7368"/>
                  <a:pt x="2694" y="7356"/>
                  <a:pt x="2699" y="7348"/>
                </a:cubicBezTo>
                <a:cubicBezTo>
                  <a:pt x="2700" y="7346"/>
                  <a:pt x="2702" y="7344"/>
                  <a:pt x="2703" y="7343"/>
                </a:cubicBezTo>
              </a:path>
              <a:path w="21600" h="21600">
                <a:moveTo>
                  <a:pt x="11362" y="7292"/>
                </a:moveTo>
                <a:cubicBezTo>
                  <a:pt x="11300" y="7348"/>
                  <a:pt x="11233" y="7402"/>
                  <a:pt x="11161" y="7452"/>
                </a:cubicBezTo>
                <a:lnTo>
                  <a:pt x="11118" y="7471"/>
                </a:lnTo>
                <a:lnTo>
                  <a:pt x="11146" y="7771"/>
                </a:lnTo>
                <a:lnTo>
                  <a:pt x="11140" y="7814"/>
                </a:lnTo>
                <a:lnTo>
                  <a:pt x="11378" y="7710"/>
                </a:lnTo>
              </a:path>
              <a:path w="21600" h="21600">
                <a:moveTo>
                  <a:pt x="8786" y="7267"/>
                </a:moveTo>
                <a:lnTo>
                  <a:pt x="8761" y="7322"/>
                </a:lnTo>
                <a:lnTo>
                  <a:pt x="8665" y="7368"/>
                </a:lnTo>
                <a:lnTo>
                  <a:pt x="8690" y="7392"/>
                </a:lnTo>
                <a:lnTo>
                  <a:pt x="8957" y="7464"/>
                </a:lnTo>
                <a:lnTo>
                  <a:pt x="8979" y="7457"/>
                </a:lnTo>
                <a:lnTo>
                  <a:pt x="9044" y="7330"/>
                </a:lnTo>
                <a:lnTo>
                  <a:pt x="9026" y="7328"/>
                </a:lnTo>
              </a:path>
              <a:path w="21600" h="21600">
                <a:moveTo>
                  <a:pt x="2661" y="7262"/>
                </a:moveTo>
                <a:lnTo>
                  <a:pt x="2597" y="7320"/>
                </a:lnTo>
                <a:lnTo>
                  <a:pt x="2592" y="7335"/>
                </a:lnTo>
                <a:lnTo>
                  <a:pt x="2606" y="7373"/>
                </a:lnTo>
                <a:lnTo>
                  <a:pt x="2664" y="7267"/>
                </a:lnTo>
              </a:path>
              <a:path w="21600" h="21600">
                <a:moveTo>
                  <a:pt x="11908" y="7242"/>
                </a:moveTo>
                <a:lnTo>
                  <a:pt x="11720" y="7487"/>
                </a:lnTo>
                <a:lnTo>
                  <a:pt x="11718" y="7946"/>
                </a:lnTo>
                <a:lnTo>
                  <a:pt x="11983" y="7710"/>
                </a:lnTo>
              </a:path>
              <a:path w="21600" h="21600">
                <a:moveTo>
                  <a:pt x="6917" y="7240"/>
                </a:moveTo>
                <a:cubicBezTo>
                  <a:pt x="6061" y="7254"/>
                  <a:pt x="5093" y="7539"/>
                  <a:pt x="4039" y="8087"/>
                </a:cubicBezTo>
                <a:cubicBezTo>
                  <a:pt x="3511" y="8362"/>
                  <a:pt x="3122" y="8698"/>
                  <a:pt x="2907" y="9058"/>
                </a:cubicBezTo>
                <a:lnTo>
                  <a:pt x="2815" y="9273"/>
                </a:lnTo>
                <a:lnTo>
                  <a:pt x="2968" y="9080"/>
                </a:lnTo>
                <a:cubicBezTo>
                  <a:pt x="3194" y="8835"/>
                  <a:pt x="3460" y="8632"/>
                  <a:pt x="3741" y="8417"/>
                </a:cubicBezTo>
                <a:cubicBezTo>
                  <a:pt x="3786" y="8382"/>
                  <a:pt x="3831" y="8348"/>
                  <a:pt x="3877" y="8313"/>
                </a:cubicBezTo>
                <a:cubicBezTo>
                  <a:pt x="4279" y="8003"/>
                  <a:pt x="4783" y="7738"/>
                  <a:pt x="5297" y="7568"/>
                </a:cubicBezTo>
                <a:cubicBezTo>
                  <a:pt x="6073" y="7309"/>
                  <a:pt x="6864" y="7221"/>
                  <a:pt x="7584" y="7315"/>
                </a:cubicBezTo>
                <a:lnTo>
                  <a:pt x="7952" y="7388"/>
                </a:lnTo>
                <a:lnTo>
                  <a:pt x="7775" y="7338"/>
                </a:lnTo>
                <a:cubicBezTo>
                  <a:pt x="7513" y="7277"/>
                  <a:pt x="7220" y="7236"/>
                  <a:pt x="6917" y="7240"/>
                </a:cubicBezTo>
              </a:path>
              <a:path w="21600" h="21600">
                <a:moveTo>
                  <a:pt x="13385" y="7234"/>
                </a:moveTo>
                <a:lnTo>
                  <a:pt x="13349" y="7437"/>
                </a:lnTo>
                <a:cubicBezTo>
                  <a:pt x="13325" y="7548"/>
                  <a:pt x="13298" y="7649"/>
                  <a:pt x="13268" y="7746"/>
                </a:cubicBezTo>
                <a:lnTo>
                  <a:pt x="13219" y="7871"/>
                </a:lnTo>
                <a:lnTo>
                  <a:pt x="13239" y="8101"/>
                </a:lnTo>
                <a:cubicBezTo>
                  <a:pt x="13244" y="8273"/>
                  <a:pt x="13238" y="8443"/>
                  <a:pt x="13217" y="8607"/>
                </a:cubicBezTo>
                <a:cubicBezTo>
                  <a:pt x="13283" y="8502"/>
                  <a:pt x="13336" y="8395"/>
                  <a:pt x="13380" y="8292"/>
                </a:cubicBezTo>
                <a:lnTo>
                  <a:pt x="13480" y="8012"/>
                </a:lnTo>
                <a:lnTo>
                  <a:pt x="13475" y="7848"/>
                </a:lnTo>
                <a:cubicBezTo>
                  <a:pt x="13457" y="7653"/>
                  <a:pt x="13428" y="7461"/>
                  <a:pt x="13394" y="7275"/>
                </a:cubicBezTo>
              </a:path>
              <a:path w="21600" h="21600">
                <a:moveTo>
                  <a:pt x="10762" y="7227"/>
                </a:moveTo>
                <a:lnTo>
                  <a:pt x="10542" y="7322"/>
                </a:lnTo>
                <a:lnTo>
                  <a:pt x="10563" y="7566"/>
                </a:lnTo>
                <a:lnTo>
                  <a:pt x="10548" y="7632"/>
                </a:lnTo>
                <a:lnTo>
                  <a:pt x="10663" y="7623"/>
                </a:lnTo>
                <a:lnTo>
                  <a:pt x="10807" y="7561"/>
                </a:lnTo>
              </a:path>
              <a:path w="21600" h="21600">
                <a:moveTo>
                  <a:pt x="13084" y="7216"/>
                </a:moveTo>
                <a:lnTo>
                  <a:pt x="13010" y="7477"/>
                </a:lnTo>
                <a:lnTo>
                  <a:pt x="12898" y="7746"/>
                </a:lnTo>
                <a:lnTo>
                  <a:pt x="12928" y="8365"/>
                </a:lnTo>
                <a:cubicBezTo>
                  <a:pt x="13001" y="8256"/>
                  <a:pt x="13061" y="8144"/>
                  <a:pt x="13110" y="8036"/>
                </a:cubicBezTo>
                <a:lnTo>
                  <a:pt x="13173" y="7871"/>
                </a:lnTo>
                <a:lnTo>
                  <a:pt x="13156" y="7639"/>
                </a:lnTo>
              </a:path>
              <a:path w="21600" h="21600">
                <a:moveTo>
                  <a:pt x="2633" y="7207"/>
                </a:moveTo>
                <a:lnTo>
                  <a:pt x="2624" y="7236"/>
                </a:lnTo>
                <a:lnTo>
                  <a:pt x="2640" y="7222"/>
                </a:lnTo>
              </a:path>
              <a:path w="21600" h="21600">
                <a:moveTo>
                  <a:pt x="3223" y="7202"/>
                </a:moveTo>
                <a:lnTo>
                  <a:pt x="3177" y="7228"/>
                </a:lnTo>
                <a:lnTo>
                  <a:pt x="3000" y="7360"/>
                </a:lnTo>
              </a:path>
              <a:path w="21600" h="21600">
                <a:moveTo>
                  <a:pt x="8495" y="7193"/>
                </a:moveTo>
                <a:lnTo>
                  <a:pt x="8567" y="7268"/>
                </a:lnTo>
                <a:lnTo>
                  <a:pt x="8601" y="7306"/>
                </a:lnTo>
                <a:lnTo>
                  <a:pt x="8628" y="7332"/>
                </a:lnTo>
                <a:lnTo>
                  <a:pt x="8727" y="7294"/>
                </a:lnTo>
                <a:lnTo>
                  <a:pt x="8744" y="7256"/>
                </a:lnTo>
              </a:path>
              <a:path w="21600" h="21600">
                <a:moveTo>
                  <a:pt x="13672" y="7184"/>
                </a:moveTo>
                <a:lnTo>
                  <a:pt x="13663" y="7330"/>
                </a:lnTo>
                <a:cubicBezTo>
                  <a:pt x="13631" y="7594"/>
                  <a:pt x="13588" y="7810"/>
                  <a:pt x="13529" y="8010"/>
                </a:cubicBezTo>
                <a:lnTo>
                  <a:pt x="13525" y="8019"/>
                </a:lnTo>
                <a:lnTo>
                  <a:pt x="13541" y="8336"/>
                </a:lnTo>
                <a:cubicBezTo>
                  <a:pt x="13538" y="8520"/>
                  <a:pt x="13522" y="8700"/>
                  <a:pt x="13489" y="8873"/>
                </a:cubicBezTo>
                <a:cubicBezTo>
                  <a:pt x="13613" y="8663"/>
                  <a:pt x="13692" y="8446"/>
                  <a:pt x="13742" y="8267"/>
                </a:cubicBezTo>
                <a:lnTo>
                  <a:pt x="13787" y="8017"/>
                </a:lnTo>
                <a:lnTo>
                  <a:pt x="13728" y="7477"/>
                </a:lnTo>
              </a:path>
              <a:path w="21600" h="21600">
                <a:moveTo>
                  <a:pt x="12764" y="7182"/>
                </a:moveTo>
                <a:lnTo>
                  <a:pt x="12756" y="7211"/>
                </a:lnTo>
                <a:cubicBezTo>
                  <a:pt x="12716" y="7321"/>
                  <a:pt x="12664" y="7445"/>
                  <a:pt x="12596" y="7573"/>
                </a:cubicBezTo>
                <a:lnTo>
                  <a:pt x="12588" y="7585"/>
                </a:lnTo>
                <a:lnTo>
                  <a:pt x="12635" y="8123"/>
                </a:lnTo>
                <a:cubicBezTo>
                  <a:pt x="12717" y="8010"/>
                  <a:pt x="12784" y="7893"/>
                  <a:pt x="12839" y="7781"/>
                </a:cubicBezTo>
                <a:lnTo>
                  <a:pt x="12854" y="7744"/>
                </a:lnTo>
                <a:lnTo>
                  <a:pt x="12849" y="7577"/>
                </a:lnTo>
              </a:path>
              <a:path w="21600" h="21600">
                <a:moveTo>
                  <a:pt x="197" y="7178"/>
                </a:moveTo>
                <a:lnTo>
                  <a:pt x="71" y="7202"/>
                </a:lnTo>
                <a:lnTo>
                  <a:pt x="58" y="7203"/>
                </a:lnTo>
                <a:lnTo>
                  <a:pt x="61" y="7497"/>
                </a:lnTo>
                <a:lnTo>
                  <a:pt x="187" y="7475"/>
                </a:lnTo>
                <a:lnTo>
                  <a:pt x="193" y="7214"/>
                </a:lnTo>
              </a:path>
              <a:path w="21600" h="21600">
                <a:moveTo>
                  <a:pt x="2293" y="7156"/>
                </a:moveTo>
                <a:lnTo>
                  <a:pt x="2247" y="7198"/>
                </a:lnTo>
                <a:lnTo>
                  <a:pt x="2167" y="7274"/>
                </a:lnTo>
                <a:lnTo>
                  <a:pt x="2106" y="7558"/>
                </a:lnTo>
                <a:lnTo>
                  <a:pt x="2072" y="7756"/>
                </a:lnTo>
                <a:lnTo>
                  <a:pt x="2152" y="7665"/>
                </a:lnTo>
                <a:lnTo>
                  <a:pt x="2160" y="7658"/>
                </a:lnTo>
                <a:lnTo>
                  <a:pt x="2171" y="7607"/>
                </a:lnTo>
              </a:path>
              <a:path w="21600" h="21600">
                <a:moveTo>
                  <a:pt x="9419" y="7140"/>
                </a:moveTo>
                <a:lnTo>
                  <a:pt x="9421" y="7175"/>
                </a:lnTo>
                <a:lnTo>
                  <a:pt x="9397" y="7335"/>
                </a:lnTo>
                <a:lnTo>
                  <a:pt x="9647" y="7369"/>
                </a:lnTo>
                <a:lnTo>
                  <a:pt x="9652" y="7345"/>
                </a:lnTo>
                <a:lnTo>
                  <a:pt x="9649" y="7142"/>
                </a:lnTo>
                <a:lnTo>
                  <a:pt x="9527" y="7153"/>
                </a:lnTo>
              </a:path>
              <a:path w="21600" h="21600">
                <a:moveTo>
                  <a:pt x="429" y="7134"/>
                </a:moveTo>
                <a:lnTo>
                  <a:pt x="245" y="7169"/>
                </a:lnTo>
                <a:lnTo>
                  <a:pt x="239" y="7220"/>
                </a:lnTo>
                <a:lnTo>
                  <a:pt x="232" y="7467"/>
                </a:lnTo>
                <a:lnTo>
                  <a:pt x="375" y="7441"/>
                </a:lnTo>
                <a:lnTo>
                  <a:pt x="382" y="7398"/>
                </a:lnTo>
              </a:path>
              <a:path w="21600" h="21600">
                <a:moveTo>
                  <a:pt x="9924" y="7118"/>
                </a:moveTo>
                <a:lnTo>
                  <a:pt x="9697" y="7138"/>
                </a:lnTo>
                <a:lnTo>
                  <a:pt x="9700" y="7353"/>
                </a:lnTo>
                <a:lnTo>
                  <a:pt x="9696" y="7376"/>
                </a:lnTo>
                <a:lnTo>
                  <a:pt x="9800" y="7390"/>
                </a:lnTo>
                <a:lnTo>
                  <a:pt x="9920" y="7380"/>
                </a:lnTo>
                <a:lnTo>
                  <a:pt x="9941" y="7219"/>
                </a:lnTo>
              </a:path>
              <a:path w="21600" h="21600">
                <a:moveTo>
                  <a:pt x="1865" y="7118"/>
                </a:moveTo>
                <a:lnTo>
                  <a:pt x="1863" y="7120"/>
                </a:lnTo>
                <a:lnTo>
                  <a:pt x="1842" y="7373"/>
                </a:lnTo>
                <a:lnTo>
                  <a:pt x="1843" y="7357"/>
                </a:lnTo>
              </a:path>
              <a:path w="21600" h="21600">
                <a:moveTo>
                  <a:pt x="9130" y="7103"/>
                </a:moveTo>
                <a:lnTo>
                  <a:pt x="9111" y="7296"/>
                </a:lnTo>
                <a:lnTo>
                  <a:pt x="9350" y="7328"/>
                </a:lnTo>
                <a:lnTo>
                  <a:pt x="9374" y="7170"/>
                </a:lnTo>
                <a:lnTo>
                  <a:pt x="9371" y="7134"/>
                </a:lnTo>
              </a:path>
              <a:path w="21600" h="21600">
                <a:moveTo>
                  <a:pt x="2579" y="7102"/>
                </a:moveTo>
                <a:lnTo>
                  <a:pt x="2578" y="7237"/>
                </a:lnTo>
                <a:lnTo>
                  <a:pt x="2605" y="7152"/>
                </a:lnTo>
              </a:path>
              <a:path w="21600" h="21600">
                <a:moveTo>
                  <a:pt x="8302" y="7092"/>
                </a:moveTo>
                <a:lnTo>
                  <a:pt x="8308" y="7100"/>
                </a:lnTo>
                <a:lnTo>
                  <a:pt x="8310" y="7101"/>
                </a:lnTo>
                <a:lnTo>
                  <a:pt x="8305" y="7095"/>
                </a:lnTo>
              </a:path>
              <a:path w="21600" h="21600">
                <a:moveTo>
                  <a:pt x="14575" y="7087"/>
                </a:moveTo>
                <a:lnTo>
                  <a:pt x="14638" y="7600"/>
                </a:lnTo>
                <a:cubicBezTo>
                  <a:pt x="14659" y="7869"/>
                  <a:pt x="14664" y="8116"/>
                  <a:pt x="14652" y="8355"/>
                </a:cubicBezTo>
                <a:cubicBezTo>
                  <a:pt x="14639" y="8615"/>
                  <a:pt x="14608" y="8851"/>
                  <a:pt x="14559" y="9077"/>
                </a:cubicBezTo>
                <a:cubicBezTo>
                  <a:pt x="14480" y="9436"/>
                  <a:pt x="14300" y="9931"/>
                  <a:pt x="13896" y="10257"/>
                </a:cubicBezTo>
                <a:cubicBezTo>
                  <a:pt x="13617" y="10483"/>
                  <a:pt x="13237" y="10568"/>
                  <a:pt x="12769" y="10508"/>
                </a:cubicBezTo>
                <a:lnTo>
                  <a:pt x="12091" y="10341"/>
                </a:lnTo>
                <a:lnTo>
                  <a:pt x="12099" y="10344"/>
                </a:lnTo>
                <a:cubicBezTo>
                  <a:pt x="12326" y="10431"/>
                  <a:pt x="12558" y="10508"/>
                  <a:pt x="12794" y="10563"/>
                </a:cubicBezTo>
                <a:cubicBezTo>
                  <a:pt x="13393" y="10703"/>
                  <a:pt x="13847" y="10621"/>
                  <a:pt x="14141" y="10320"/>
                </a:cubicBezTo>
                <a:cubicBezTo>
                  <a:pt x="14965" y="9480"/>
                  <a:pt x="14719" y="7951"/>
                  <a:pt x="14600" y="7216"/>
                </a:cubicBezTo>
              </a:path>
              <a:path w="21600" h="21600">
                <a:moveTo>
                  <a:pt x="6788" y="7084"/>
                </a:moveTo>
                <a:cubicBezTo>
                  <a:pt x="6225" y="7084"/>
                  <a:pt x="5633" y="7185"/>
                  <a:pt x="5051" y="7382"/>
                </a:cubicBezTo>
                <a:cubicBezTo>
                  <a:pt x="4550" y="7551"/>
                  <a:pt x="4042" y="7824"/>
                  <a:pt x="3660" y="8128"/>
                </a:cubicBezTo>
                <a:cubicBezTo>
                  <a:pt x="3608" y="8169"/>
                  <a:pt x="3557" y="8209"/>
                  <a:pt x="3506" y="8249"/>
                </a:cubicBezTo>
                <a:cubicBezTo>
                  <a:pt x="3242" y="8456"/>
                  <a:pt x="2993" y="8652"/>
                  <a:pt x="2787" y="8886"/>
                </a:cubicBezTo>
                <a:lnTo>
                  <a:pt x="2781" y="8894"/>
                </a:lnTo>
                <a:lnTo>
                  <a:pt x="2734" y="9002"/>
                </a:lnTo>
                <a:lnTo>
                  <a:pt x="2760" y="9130"/>
                </a:lnTo>
                <a:cubicBezTo>
                  <a:pt x="2768" y="9151"/>
                  <a:pt x="2760" y="9167"/>
                  <a:pt x="2753" y="9184"/>
                </a:cubicBezTo>
                <a:cubicBezTo>
                  <a:pt x="2750" y="9192"/>
                  <a:pt x="2746" y="9202"/>
                  <a:pt x="2742" y="9214"/>
                </a:cubicBezTo>
                <a:lnTo>
                  <a:pt x="2719" y="9313"/>
                </a:lnTo>
                <a:lnTo>
                  <a:pt x="2728" y="9364"/>
                </a:lnTo>
                <a:lnTo>
                  <a:pt x="2866" y="9039"/>
                </a:lnTo>
                <a:cubicBezTo>
                  <a:pt x="3085" y="8670"/>
                  <a:pt x="3481" y="8328"/>
                  <a:pt x="4017" y="8048"/>
                </a:cubicBezTo>
                <a:cubicBezTo>
                  <a:pt x="5078" y="7496"/>
                  <a:pt x="6053" y="7210"/>
                  <a:pt x="6916" y="7196"/>
                </a:cubicBezTo>
                <a:cubicBezTo>
                  <a:pt x="7377" y="7189"/>
                  <a:pt x="7813" y="7287"/>
                  <a:pt x="8158" y="7400"/>
                </a:cubicBezTo>
                <a:lnTo>
                  <a:pt x="8462" y="7511"/>
                </a:lnTo>
                <a:lnTo>
                  <a:pt x="8659" y="7568"/>
                </a:lnTo>
                <a:lnTo>
                  <a:pt x="8334" y="7385"/>
                </a:lnTo>
                <a:cubicBezTo>
                  <a:pt x="8245" y="7345"/>
                  <a:pt x="8143" y="7304"/>
                  <a:pt x="8032" y="7264"/>
                </a:cubicBezTo>
                <a:lnTo>
                  <a:pt x="7918" y="7228"/>
                </a:lnTo>
                <a:lnTo>
                  <a:pt x="7313" y="7114"/>
                </a:lnTo>
                <a:cubicBezTo>
                  <a:pt x="7142" y="7094"/>
                  <a:pt x="6967" y="7084"/>
                  <a:pt x="6788" y="7084"/>
                </a:cubicBezTo>
              </a:path>
              <a:path w="21600" h="21600">
                <a:moveTo>
                  <a:pt x="1706" y="7081"/>
                </a:moveTo>
                <a:lnTo>
                  <a:pt x="1515" y="7425"/>
                </a:lnTo>
                <a:cubicBezTo>
                  <a:pt x="1463" y="7498"/>
                  <a:pt x="1404" y="7568"/>
                  <a:pt x="1341" y="7634"/>
                </a:cubicBezTo>
                <a:lnTo>
                  <a:pt x="1052" y="7840"/>
                </a:lnTo>
                <a:lnTo>
                  <a:pt x="967" y="8129"/>
                </a:lnTo>
                <a:lnTo>
                  <a:pt x="965" y="8139"/>
                </a:lnTo>
                <a:lnTo>
                  <a:pt x="1159" y="8010"/>
                </a:lnTo>
                <a:lnTo>
                  <a:pt x="1260" y="7899"/>
                </a:lnTo>
                <a:lnTo>
                  <a:pt x="1452" y="7522"/>
                </a:lnTo>
                <a:lnTo>
                  <a:pt x="1619" y="7315"/>
                </a:lnTo>
              </a:path>
              <a:path w="21600" h="21600">
                <a:moveTo>
                  <a:pt x="714" y="7079"/>
                </a:moveTo>
                <a:lnTo>
                  <a:pt x="478" y="7124"/>
                </a:lnTo>
                <a:lnTo>
                  <a:pt x="427" y="7403"/>
                </a:lnTo>
                <a:lnTo>
                  <a:pt x="422" y="7433"/>
                </a:lnTo>
                <a:lnTo>
                  <a:pt x="586" y="7404"/>
                </a:lnTo>
                <a:lnTo>
                  <a:pt x="618" y="7392"/>
                </a:lnTo>
                <a:lnTo>
                  <a:pt x="651" y="7242"/>
                </a:lnTo>
              </a:path>
              <a:path w="21600" h="21600">
                <a:moveTo>
                  <a:pt x="10191" y="7073"/>
                </a:moveTo>
                <a:lnTo>
                  <a:pt x="10129" y="7100"/>
                </a:lnTo>
                <a:lnTo>
                  <a:pt x="9968" y="7114"/>
                </a:lnTo>
                <a:lnTo>
                  <a:pt x="9987" y="7219"/>
                </a:lnTo>
                <a:lnTo>
                  <a:pt x="9981" y="7375"/>
                </a:lnTo>
                <a:lnTo>
                  <a:pt x="10226" y="7354"/>
                </a:lnTo>
              </a:path>
              <a:path w="21600" h="21600">
                <a:moveTo>
                  <a:pt x="8844" y="7067"/>
                </a:moveTo>
                <a:lnTo>
                  <a:pt x="8845" y="7134"/>
                </a:lnTo>
                <a:lnTo>
                  <a:pt x="8804" y="7226"/>
                </a:lnTo>
                <a:lnTo>
                  <a:pt x="9034" y="7285"/>
                </a:lnTo>
                <a:lnTo>
                  <a:pt x="9066" y="7289"/>
                </a:lnTo>
                <a:lnTo>
                  <a:pt x="9068" y="7285"/>
                </a:lnTo>
                <a:lnTo>
                  <a:pt x="9085" y="7098"/>
                </a:lnTo>
              </a:path>
              <a:path w="21600" h="21600">
                <a:moveTo>
                  <a:pt x="11039" y="7058"/>
                </a:moveTo>
                <a:cubicBezTo>
                  <a:pt x="10991" y="7097"/>
                  <a:pt x="10941" y="7136"/>
                  <a:pt x="10887" y="7172"/>
                </a:cubicBezTo>
                <a:lnTo>
                  <a:pt x="10804" y="7209"/>
                </a:lnTo>
                <a:lnTo>
                  <a:pt x="10849" y="7542"/>
                </a:lnTo>
                <a:lnTo>
                  <a:pt x="11073" y="7445"/>
                </a:lnTo>
              </a:path>
              <a:path w="21600" h="21600">
                <a:moveTo>
                  <a:pt x="7971" y="7057"/>
                </a:moveTo>
                <a:lnTo>
                  <a:pt x="8238" y="7174"/>
                </a:lnTo>
                <a:lnTo>
                  <a:pt x="8403" y="7274"/>
                </a:lnTo>
                <a:lnTo>
                  <a:pt x="8358" y="7235"/>
                </a:lnTo>
                <a:lnTo>
                  <a:pt x="8327" y="7196"/>
                </a:lnTo>
                <a:lnTo>
                  <a:pt x="8253" y="7172"/>
                </a:lnTo>
                <a:lnTo>
                  <a:pt x="8198" y="7117"/>
                </a:lnTo>
              </a:path>
              <a:path w="21600" h="21600">
                <a:moveTo>
                  <a:pt x="12447" y="7046"/>
                </a:moveTo>
                <a:lnTo>
                  <a:pt x="12318" y="7321"/>
                </a:lnTo>
                <a:lnTo>
                  <a:pt x="12270" y="7388"/>
                </a:lnTo>
                <a:lnTo>
                  <a:pt x="12332" y="7892"/>
                </a:lnTo>
                <a:lnTo>
                  <a:pt x="12539" y="7570"/>
                </a:lnTo>
                <a:lnTo>
                  <a:pt x="12525" y="7375"/>
                </a:lnTo>
              </a:path>
              <a:path w="21600" h="21600">
                <a:moveTo>
                  <a:pt x="11583" y="7039"/>
                </a:moveTo>
                <a:lnTo>
                  <a:pt x="11402" y="7259"/>
                </a:lnTo>
                <a:lnTo>
                  <a:pt x="11420" y="7686"/>
                </a:lnTo>
                <a:lnTo>
                  <a:pt x="11669" y="7475"/>
                </a:lnTo>
              </a:path>
              <a:path w="21600" h="21600">
                <a:moveTo>
                  <a:pt x="1945" y="7039"/>
                </a:moveTo>
                <a:lnTo>
                  <a:pt x="1915" y="7068"/>
                </a:lnTo>
                <a:lnTo>
                  <a:pt x="1889" y="7359"/>
                </a:lnTo>
                <a:lnTo>
                  <a:pt x="1874" y="7502"/>
                </a:lnTo>
                <a:lnTo>
                  <a:pt x="1890" y="7483"/>
                </a:lnTo>
                <a:lnTo>
                  <a:pt x="1890" y="7479"/>
                </a:lnTo>
              </a:path>
              <a:path w="21600" h="21600">
                <a:moveTo>
                  <a:pt x="8204" y="7034"/>
                </a:moveTo>
                <a:lnTo>
                  <a:pt x="8191" y="7043"/>
                </a:lnTo>
                <a:lnTo>
                  <a:pt x="8191" y="7043"/>
                </a:lnTo>
                <a:lnTo>
                  <a:pt x="8209" y="7060"/>
                </a:lnTo>
                <a:lnTo>
                  <a:pt x="8230" y="7074"/>
                </a:lnTo>
              </a:path>
              <a:path w="21600" h="21600">
                <a:moveTo>
                  <a:pt x="6832" y="7032"/>
                </a:moveTo>
                <a:cubicBezTo>
                  <a:pt x="6625" y="7030"/>
                  <a:pt x="6410" y="7044"/>
                  <a:pt x="6187" y="7075"/>
                </a:cubicBezTo>
                <a:lnTo>
                  <a:pt x="6083" y="7096"/>
                </a:lnTo>
                <a:lnTo>
                  <a:pt x="6197" y="7076"/>
                </a:lnTo>
                <a:cubicBezTo>
                  <a:pt x="6389" y="7054"/>
                  <a:pt x="6579" y="7042"/>
                  <a:pt x="6766" y="7041"/>
                </a:cubicBezTo>
                <a:lnTo>
                  <a:pt x="7281" y="7070"/>
                </a:lnTo>
                <a:lnTo>
                  <a:pt x="7267" y="7067"/>
                </a:lnTo>
                <a:cubicBezTo>
                  <a:pt x="7126" y="7046"/>
                  <a:pt x="6981" y="7033"/>
                  <a:pt x="6832" y="7032"/>
                </a:cubicBezTo>
              </a:path>
              <a:path w="21600" h="21600">
                <a:moveTo>
                  <a:pt x="8564" y="7010"/>
                </a:moveTo>
                <a:lnTo>
                  <a:pt x="8512" y="7152"/>
                </a:lnTo>
                <a:lnTo>
                  <a:pt x="8762" y="7216"/>
                </a:lnTo>
                <a:lnTo>
                  <a:pt x="8801" y="7126"/>
                </a:lnTo>
                <a:lnTo>
                  <a:pt x="8800" y="7062"/>
                </a:lnTo>
                <a:lnTo>
                  <a:pt x="8757" y="7057"/>
                </a:lnTo>
              </a:path>
              <a:path w="21600" h="21600">
                <a:moveTo>
                  <a:pt x="8155" y="6989"/>
                </a:moveTo>
                <a:lnTo>
                  <a:pt x="8169" y="7010"/>
                </a:lnTo>
                <a:lnTo>
                  <a:pt x="8177" y="7004"/>
                </a:lnTo>
              </a:path>
              <a:path w="21600" h="21600">
                <a:moveTo>
                  <a:pt x="2541" y="6986"/>
                </a:moveTo>
                <a:lnTo>
                  <a:pt x="2464" y="7211"/>
                </a:lnTo>
                <a:lnTo>
                  <a:pt x="2406" y="7433"/>
                </a:lnTo>
                <a:lnTo>
                  <a:pt x="2462" y="7381"/>
                </a:lnTo>
                <a:lnTo>
                  <a:pt x="2537" y="7314"/>
                </a:lnTo>
                <a:lnTo>
                  <a:pt x="2531" y="7298"/>
                </a:lnTo>
                <a:cubicBezTo>
                  <a:pt x="2518" y="7213"/>
                  <a:pt x="2519" y="7134"/>
                  <a:pt x="2534" y="7064"/>
                </a:cubicBezTo>
                <a:lnTo>
                  <a:pt x="2554" y="7028"/>
                </a:lnTo>
              </a:path>
              <a:path w="21600" h="21600">
                <a:moveTo>
                  <a:pt x="2496" y="6980"/>
                </a:moveTo>
                <a:lnTo>
                  <a:pt x="2430" y="7029"/>
                </a:lnTo>
                <a:lnTo>
                  <a:pt x="2356" y="7098"/>
                </a:lnTo>
                <a:lnTo>
                  <a:pt x="2220" y="7603"/>
                </a:lnTo>
                <a:lnTo>
                  <a:pt x="2346" y="7488"/>
                </a:lnTo>
                <a:lnTo>
                  <a:pt x="2422" y="7196"/>
                </a:lnTo>
              </a:path>
              <a:path w="21600" h="21600">
                <a:moveTo>
                  <a:pt x="10463" y="6956"/>
                </a:moveTo>
                <a:lnTo>
                  <a:pt x="10230" y="7056"/>
                </a:lnTo>
                <a:lnTo>
                  <a:pt x="10266" y="7351"/>
                </a:lnTo>
                <a:lnTo>
                  <a:pt x="10390" y="7341"/>
                </a:lnTo>
                <a:lnTo>
                  <a:pt x="10496" y="7295"/>
                </a:lnTo>
                <a:lnTo>
                  <a:pt x="10469" y="6980"/>
                </a:lnTo>
              </a:path>
              <a:path w="21600" h="21600">
                <a:moveTo>
                  <a:pt x="13934" y="6948"/>
                </a:moveTo>
                <a:lnTo>
                  <a:pt x="13910" y="7586"/>
                </a:lnTo>
                <a:lnTo>
                  <a:pt x="13835" y="8002"/>
                </a:lnTo>
                <a:lnTo>
                  <a:pt x="13837" y="8019"/>
                </a:lnTo>
                <a:cubicBezTo>
                  <a:pt x="13866" y="8415"/>
                  <a:pt x="13849" y="8808"/>
                  <a:pt x="13750" y="9161"/>
                </a:cubicBezTo>
                <a:cubicBezTo>
                  <a:pt x="13876" y="8944"/>
                  <a:pt x="13954" y="8720"/>
                  <a:pt x="14001" y="8535"/>
                </a:cubicBezTo>
                <a:lnTo>
                  <a:pt x="14083" y="8032"/>
                </a:lnTo>
                <a:lnTo>
                  <a:pt x="14060" y="7693"/>
                </a:lnTo>
                <a:cubicBezTo>
                  <a:pt x="14029" y="7449"/>
                  <a:pt x="13987" y="7208"/>
                  <a:pt x="13942" y="6980"/>
                </a:cubicBezTo>
              </a:path>
              <a:path w="21600" h="21600">
                <a:moveTo>
                  <a:pt x="8276" y="6941"/>
                </a:moveTo>
                <a:lnTo>
                  <a:pt x="8273" y="6952"/>
                </a:lnTo>
                <a:lnTo>
                  <a:pt x="8347" y="7037"/>
                </a:lnTo>
                <a:lnTo>
                  <a:pt x="8439" y="7134"/>
                </a:lnTo>
                <a:lnTo>
                  <a:pt x="8461" y="7139"/>
                </a:lnTo>
                <a:lnTo>
                  <a:pt x="8474" y="7131"/>
                </a:lnTo>
                <a:lnTo>
                  <a:pt x="8521" y="7000"/>
                </a:lnTo>
              </a:path>
              <a:path w="21600" h="21600">
                <a:moveTo>
                  <a:pt x="2073" y="6915"/>
                </a:moveTo>
                <a:lnTo>
                  <a:pt x="2002" y="6983"/>
                </a:lnTo>
                <a:lnTo>
                  <a:pt x="2000" y="6985"/>
                </a:lnTo>
                <a:lnTo>
                  <a:pt x="1992" y="7033"/>
                </a:lnTo>
                <a:lnTo>
                  <a:pt x="1943" y="7425"/>
                </a:lnTo>
                <a:lnTo>
                  <a:pt x="1985" y="7386"/>
                </a:lnTo>
                <a:lnTo>
                  <a:pt x="2037" y="7083"/>
                </a:lnTo>
              </a:path>
              <a:path w="21600" h="21600">
                <a:moveTo>
                  <a:pt x="1138" y="6913"/>
                </a:moveTo>
                <a:lnTo>
                  <a:pt x="766" y="7068"/>
                </a:lnTo>
                <a:lnTo>
                  <a:pt x="696" y="7250"/>
                </a:lnTo>
                <a:lnTo>
                  <a:pt x="669" y="7372"/>
                </a:lnTo>
                <a:lnTo>
                  <a:pt x="937" y="7267"/>
                </a:lnTo>
                <a:lnTo>
                  <a:pt x="1018" y="7077"/>
                </a:lnTo>
              </a:path>
              <a:path w="21600" h="21600">
                <a:moveTo>
                  <a:pt x="8098" y="6898"/>
                </a:moveTo>
                <a:lnTo>
                  <a:pt x="8126" y="6918"/>
                </a:lnTo>
                <a:lnTo>
                  <a:pt x="8116" y="6902"/>
                </a:lnTo>
              </a:path>
              <a:path w="21600" h="21600">
                <a:moveTo>
                  <a:pt x="12127" y="6896"/>
                </a:moveTo>
                <a:lnTo>
                  <a:pt x="12041" y="7069"/>
                </a:lnTo>
                <a:lnTo>
                  <a:pt x="11946" y="7193"/>
                </a:lnTo>
                <a:lnTo>
                  <a:pt x="12024" y="7663"/>
                </a:lnTo>
                <a:lnTo>
                  <a:pt x="12225" y="7374"/>
                </a:lnTo>
                <a:lnTo>
                  <a:pt x="12203" y="7180"/>
                </a:lnTo>
              </a:path>
              <a:path w="21600" h="21600">
                <a:moveTo>
                  <a:pt x="7986" y="6871"/>
                </a:moveTo>
                <a:lnTo>
                  <a:pt x="8069" y="6974"/>
                </a:lnTo>
                <a:lnTo>
                  <a:pt x="8094" y="6985"/>
                </a:lnTo>
                <a:lnTo>
                  <a:pt x="8049" y="6919"/>
                </a:lnTo>
                <a:lnTo>
                  <a:pt x="8044" y="6912"/>
                </a:lnTo>
                <a:lnTo>
                  <a:pt x="7987" y="6871"/>
                </a:lnTo>
              </a:path>
              <a:path w="21600" h="21600">
                <a:moveTo>
                  <a:pt x="2645" y="6869"/>
                </a:moveTo>
                <a:lnTo>
                  <a:pt x="2569" y="6926"/>
                </a:lnTo>
                <a:lnTo>
                  <a:pt x="2584" y="6975"/>
                </a:lnTo>
              </a:path>
              <a:path w="21600" h="21600">
                <a:moveTo>
                  <a:pt x="2687" y="6869"/>
                </a:moveTo>
                <a:lnTo>
                  <a:pt x="2601" y="7031"/>
                </a:lnTo>
                <a:lnTo>
                  <a:pt x="2614" y="7074"/>
                </a:lnTo>
                <a:lnTo>
                  <a:pt x="2624" y="7094"/>
                </a:lnTo>
                <a:lnTo>
                  <a:pt x="2676" y="6931"/>
                </a:lnTo>
                <a:cubicBezTo>
                  <a:pt x="2683" y="6912"/>
                  <a:pt x="2691" y="6901"/>
                  <a:pt x="2697" y="6893"/>
                </a:cubicBezTo>
                <a:cubicBezTo>
                  <a:pt x="2697" y="6893"/>
                  <a:pt x="2698" y="6892"/>
                  <a:pt x="2698" y="6892"/>
                </a:cubicBezTo>
              </a:path>
              <a:path w="21600" h="21600">
                <a:moveTo>
                  <a:pt x="9124" y="6858"/>
                </a:moveTo>
                <a:lnTo>
                  <a:pt x="9140" y="6997"/>
                </a:lnTo>
                <a:lnTo>
                  <a:pt x="9134" y="7061"/>
                </a:lnTo>
                <a:lnTo>
                  <a:pt x="9368" y="7091"/>
                </a:lnTo>
                <a:lnTo>
                  <a:pt x="9353" y="6865"/>
                </a:lnTo>
                <a:lnTo>
                  <a:pt x="9257" y="6874"/>
                </a:lnTo>
              </a:path>
              <a:path w="21600" h="21600">
                <a:moveTo>
                  <a:pt x="6566" y="6846"/>
                </a:moveTo>
                <a:cubicBezTo>
                  <a:pt x="6277" y="6846"/>
                  <a:pt x="5982" y="6872"/>
                  <a:pt x="5685" y="6924"/>
                </a:cubicBezTo>
                <a:lnTo>
                  <a:pt x="4888" y="7130"/>
                </a:lnTo>
                <a:lnTo>
                  <a:pt x="4764" y="7167"/>
                </a:lnTo>
                <a:lnTo>
                  <a:pt x="4054" y="7482"/>
                </a:lnTo>
                <a:cubicBezTo>
                  <a:pt x="3819" y="7611"/>
                  <a:pt x="3600" y="7756"/>
                  <a:pt x="3414" y="7909"/>
                </a:cubicBezTo>
                <a:cubicBezTo>
                  <a:pt x="3359" y="7955"/>
                  <a:pt x="3303" y="8000"/>
                  <a:pt x="3248" y="8045"/>
                </a:cubicBezTo>
                <a:cubicBezTo>
                  <a:pt x="3123" y="8145"/>
                  <a:pt x="3002" y="8243"/>
                  <a:pt x="2888" y="8345"/>
                </a:cubicBezTo>
                <a:lnTo>
                  <a:pt x="2768" y="8465"/>
                </a:lnTo>
                <a:lnTo>
                  <a:pt x="2728" y="8556"/>
                </a:lnTo>
                <a:lnTo>
                  <a:pt x="2758" y="8678"/>
                </a:lnTo>
                <a:cubicBezTo>
                  <a:pt x="2766" y="8698"/>
                  <a:pt x="2759" y="8714"/>
                  <a:pt x="2751" y="8730"/>
                </a:cubicBezTo>
                <a:cubicBezTo>
                  <a:pt x="2748" y="8737"/>
                  <a:pt x="2743" y="8746"/>
                  <a:pt x="2739" y="8759"/>
                </a:cubicBezTo>
                <a:lnTo>
                  <a:pt x="2709" y="8884"/>
                </a:lnTo>
                <a:lnTo>
                  <a:pt x="2714" y="8909"/>
                </a:lnTo>
                <a:lnTo>
                  <a:pt x="2742" y="8871"/>
                </a:lnTo>
                <a:lnTo>
                  <a:pt x="2828" y="8674"/>
                </a:lnTo>
                <a:cubicBezTo>
                  <a:pt x="3040" y="8332"/>
                  <a:pt x="3433" y="8013"/>
                  <a:pt x="3969" y="7753"/>
                </a:cubicBezTo>
                <a:cubicBezTo>
                  <a:pt x="5032" y="7237"/>
                  <a:pt x="5996" y="6978"/>
                  <a:pt x="6833" y="6987"/>
                </a:cubicBezTo>
                <a:cubicBezTo>
                  <a:pt x="7134" y="6990"/>
                  <a:pt x="7423" y="7039"/>
                  <a:pt x="7683" y="7108"/>
                </a:cubicBezTo>
                <a:lnTo>
                  <a:pt x="7944" y="7189"/>
                </a:lnTo>
                <a:lnTo>
                  <a:pt x="7955" y="7191"/>
                </a:lnTo>
                <a:lnTo>
                  <a:pt x="8376" y="7307"/>
                </a:lnTo>
                <a:lnTo>
                  <a:pt x="8216" y="7210"/>
                </a:lnTo>
                <a:cubicBezTo>
                  <a:pt x="8129" y="7168"/>
                  <a:pt x="8030" y="7124"/>
                  <a:pt x="7921" y="7081"/>
                </a:cubicBezTo>
                <a:lnTo>
                  <a:pt x="7586" y="6965"/>
                </a:lnTo>
                <a:lnTo>
                  <a:pt x="7048" y="6871"/>
                </a:lnTo>
                <a:cubicBezTo>
                  <a:pt x="6890" y="6854"/>
                  <a:pt x="6729" y="6846"/>
                  <a:pt x="6566" y="6846"/>
                </a:cubicBezTo>
              </a:path>
              <a:path w="21600" h="21600">
                <a:moveTo>
                  <a:pt x="9603" y="6841"/>
                </a:moveTo>
                <a:lnTo>
                  <a:pt x="9401" y="6860"/>
                </a:lnTo>
                <a:lnTo>
                  <a:pt x="9416" y="7097"/>
                </a:lnTo>
                <a:lnTo>
                  <a:pt x="9530" y="7111"/>
                </a:lnTo>
                <a:lnTo>
                  <a:pt x="9648" y="7100"/>
                </a:lnTo>
                <a:lnTo>
                  <a:pt x="9647" y="7042"/>
                </a:lnTo>
              </a:path>
              <a:path w="21600" h="21600">
                <a:moveTo>
                  <a:pt x="245" y="6835"/>
                </a:moveTo>
                <a:lnTo>
                  <a:pt x="237" y="6836"/>
                </a:lnTo>
                <a:lnTo>
                  <a:pt x="68" y="6849"/>
                </a:lnTo>
                <a:lnTo>
                  <a:pt x="61" y="6915"/>
                </a:lnTo>
                <a:lnTo>
                  <a:pt x="55" y="6992"/>
                </a:lnTo>
                <a:lnTo>
                  <a:pt x="57" y="7161"/>
                </a:lnTo>
                <a:lnTo>
                  <a:pt x="66" y="7160"/>
                </a:lnTo>
                <a:lnTo>
                  <a:pt x="203" y="7134"/>
                </a:lnTo>
              </a:path>
              <a:path w="21600" h="21600">
                <a:moveTo>
                  <a:pt x="1694" y="6832"/>
                </a:moveTo>
                <a:lnTo>
                  <a:pt x="1493" y="7036"/>
                </a:lnTo>
                <a:cubicBezTo>
                  <a:pt x="1410" y="7127"/>
                  <a:pt x="1335" y="7220"/>
                  <a:pt x="1273" y="7321"/>
                </a:cubicBezTo>
                <a:lnTo>
                  <a:pt x="1261" y="7349"/>
                </a:lnTo>
                <a:lnTo>
                  <a:pt x="1457" y="7198"/>
                </a:lnTo>
                <a:cubicBezTo>
                  <a:pt x="1517" y="7131"/>
                  <a:pt x="1571" y="7060"/>
                  <a:pt x="1619" y="6985"/>
                </a:cubicBezTo>
              </a:path>
              <a:path w="21600" h="21600">
                <a:moveTo>
                  <a:pt x="11256" y="6826"/>
                </a:moveTo>
                <a:lnTo>
                  <a:pt x="11078" y="7026"/>
                </a:lnTo>
                <a:lnTo>
                  <a:pt x="11114" y="7427"/>
                </a:lnTo>
                <a:lnTo>
                  <a:pt x="11134" y="7418"/>
                </a:lnTo>
                <a:cubicBezTo>
                  <a:pt x="11214" y="7363"/>
                  <a:pt x="11287" y="7303"/>
                  <a:pt x="11354" y="7241"/>
                </a:cubicBezTo>
              </a:path>
              <a:path w="21600" h="21600">
                <a:moveTo>
                  <a:pt x="8840" y="6826"/>
                </a:moveTo>
                <a:lnTo>
                  <a:pt x="8843" y="7024"/>
                </a:lnTo>
                <a:lnTo>
                  <a:pt x="9090" y="7055"/>
                </a:lnTo>
                <a:lnTo>
                  <a:pt x="9096" y="6991"/>
                </a:lnTo>
                <a:lnTo>
                  <a:pt x="9079" y="6853"/>
                </a:lnTo>
              </a:path>
              <a:path w="21600" h="21600">
                <a:moveTo>
                  <a:pt x="10708" y="6823"/>
                </a:moveTo>
                <a:cubicBezTo>
                  <a:pt x="10677" y="6847"/>
                  <a:pt x="10645" y="6869"/>
                  <a:pt x="10612" y="6892"/>
                </a:cubicBezTo>
                <a:lnTo>
                  <a:pt x="10504" y="6938"/>
                </a:lnTo>
                <a:lnTo>
                  <a:pt x="10509" y="6961"/>
                </a:lnTo>
                <a:lnTo>
                  <a:pt x="10538" y="7277"/>
                </a:lnTo>
                <a:lnTo>
                  <a:pt x="10756" y="7183"/>
                </a:lnTo>
              </a:path>
              <a:path w="21600" h="21600">
                <a:moveTo>
                  <a:pt x="9870" y="6812"/>
                </a:moveTo>
                <a:lnTo>
                  <a:pt x="9857" y="6817"/>
                </a:lnTo>
                <a:lnTo>
                  <a:pt x="9651" y="6837"/>
                </a:lnTo>
                <a:lnTo>
                  <a:pt x="9696" y="7044"/>
                </a:lnTo>
                <a:lnTo>
                  <a:pt x="9697" y="7096"/>
                </a:lnTo>
                <a:lnTo>
                  <a:pt x="9916" y="7077"/>
                </a:lnTo>
              </a:path>
              <a:path w="21600" h="21600">
                <a:moveTo>
                  <a:pt x="8563" y="6794"/>
                </a:moveTo>
                <a:lnTo>
                  <a:pt x="8577" y="6969"/>
                </a:lnTo>
                <a:lnTo>
                  <a:pt x="8766" y="7015"/>
                </a:lnTo>
                <a:lnTo>
                  <a:pt x="8799" y="7019"/>
                </a:lnTo>
                <a:lnTo>
                  <a:pt x="8795" y="6820"/>
                </a:lnTo>
              </a:path>
              <a:path w="21600" h="21600">
                <a:moveTo>
                  <a:pt x="1768" y="6782"/>
                </a:moveTo>
                <a:lnTo>
                  <a:pt x="1656" y="7009"/>
                </a:lnTo>
                <a:cubicBezTo>
                  <a:pt x="1606" y="7086"/>
                  <a:pt x="1550" y="7160"/>
                  <a:pt x="1489" y="7228"/>
                </a:cubicBezTo>
                <a:lnTo>
                  <a:pt x="1221" y="7434"/>
                </a:lnTo>
                <a:lnTo>
                  <a:pt x="1087" y="7724"/>
                </a:lnTo>
                <a:lnTo>
                  <a:pt x="1072" y="7773"/>
                </a:lnTo>
                <a:lnTo>
                  <a:pt x="1308" y="7604"/>
                </a:lnTo>
                <a:cubicBezTo>
                  <a:pt x="1370" y="7541"/>
                  <a:pt x="1427" y="7472"/>
                  <a:pt x="1478" y="7400"/>
                </a:cubicBezTo>
                <a:cubicBezTo>
                  <a:pt x="1566" y="7274"/>
                  <a:pt x="1640" y="7142"/>
                  <a:pt x="1701" y="6999"/>
                </a:cubicBezTo>
              </a:path>
              <a:path w="21600" h="21600">
                <a:moveTo>
                  <a:pt x="533" y="6775"/>
                </a:moveTo>
                <a:lnTo>
                  <a:pt x="293" y="6825"/>
                </a:lnTo>
                <a:lnTo>
                  <a:pt x="251" y="7124"/>
                </a:lnTo>
                <a:lnTo>
                  <a:pt x="438" y="7089"/>
                </a:lnTo>
                <a:lnTo>
                  <a:pt x="452" y="7009"/>
                </a:lnTo>
              </a:path>
              <a:path w="21600" h="21600">
                <a:moveTo>
                  <a:pt x="8024" y="6766"/>
                </a:moveTo>
                <a:lnTo>
                  <a:pt x="8024" y="6766"/>
                </a:lnTo>
                <a:lnTo>
                  <a:pt x="8024" y="6766"/>
                </a:lnTo>
              </a:path>
              <a:path w="21600" h="21600">
                <a:moveTo>
                  <a:pt x="7528" y="6758"/>
                </a:moveTo>
                <a:lnTo>
                  <a:pt x="7832" y="6866"/>
                </a:lnTo>
                <a:lnTo>
                  <a:pt x="7979" y="6936"/>
                </a:lnTo>
                <a:lnTo>
                  <a:pt x="7958" y="6911"/>
                </a:lnTo>
                <a:lnTo>
                  <a:pt x="7943" y="6885"/>
                </a:lnTo>
                <a:lnTo>
                  <a:pt x="7933" y="6894"/>
                </a:lnTo>
                <a:cubicBezTo>
                  <a:pt x="7896" y="6899"/>
                  <a:pt x="7857" y="6880"/>
                  <a:pt x="7821" y="6841"/>
                </a:cubicBezTo>
                <a:lnTo>
                  <a:pt x="7814" y="6829"/>
                </a:lnTo>
              </a:path>
              <a:path w="21600" h="21600">
                <a:moveTo>
                  <a:pt x="2257" y="6753"/>
                </a:moveTo>
                <a:lnTo>
                  <a:pt x="2183" y="6810"/>
                </a:lnTo>
                <a:lnTo>
                  <a:pt x="2133" y="6858"/>
                </a:lnTo>
                <a:lnTo>
                  <a:pt x="2082" y="7090"/>
                </a:lnTo>
                <a:lnTo>
                  <a:pt x="2041" y="7333"/>
                </a:lnTo>
                <a:lnTo>
                  <a:pt x="2124" y="7254"/>
                </a:lnTo>
                <a:lnTo>
                  <a:pt x="2148" y="7142"/>
                </a:lnTo>
              </a:path>
              <a:path w="21600" h="21600">
                <a:moveTo>
                  <a:pt x="8310" y="6744"/>
                </a:moveTo>
                <a:lnTo>
                  <a:pt x="8313" y="6813"/>
                </a:lnTo>
                <a:lnTo>
                  <a:pt x="8288" y="6899"/>
                </a:lnTo>
                <a:lnTo>
                  <a:pt x="8533" y="6958"/>
                </a:lnTo>
                <a:lnTo>
                  <a:pt x="8520" y="6789"/>
                </a:lnTo>
                <a:lnTo>
                  <a:pt x="8491" y="6785"/>
                </a:lnTo>
              </a:path>
              <a:path w="21600" h="21600">
                <a:moveTo>
                  <a:pt x="2625" y="6743"/>
                </a:moveTo>
                <a:lnTo>
                  <a:pt x="2585" y="6860"/>
                </a:lnTo>
                <a:lnTo>
                  <a:pt x="2656" y="6807"/>
                </a:lnTo>
              </a:path>
              <a:path w="21600" h="21600">
                <a:moveTo>
                  <a:pt x="11805" y="6741"/>
                </a:moveTo>
                <a:lnTo>
                  <a:pt x="11761" y="6824"/>
                </a:lnTo>
                <a:lnTo>
                  <a:pt x="11624" y="6989"/>
                </a:lnTo>
                <a:lnTo>
                  <a:pt x="11714" y="7431"/>
                </a:lnTo>
                <a:lnTo>
                  <a:pt x="11899" y="7184"/>
                </a:lnTo>
                <a:lnTo>
                  <a:pt x="11856" y="6914"/>
                </a:lnTo>
              </a:path>
              <a:path w="21600" h="21600">
                <a:moveTo>
                  <a:pt x="7905" y="6729"/>
                </a:moveTo>
                <a:lnTo>
                  <a:pt x="7908" y="6736"/>
                </a:lnTo>
                <a:lnTo>
                  <a:pt x="7946" y="6802"/>
                </a:lnTo>
                <a:lnTo>
                  <a:pt x="7965" y="6812"/>
                </a:lnTo>
                <a:lnTo>
                  <a:pt x="7968" y="6808"/>
                </a:lnTo>
                <a:lnTo>
                  <a:pt x="7972" y="6787"/>
                </a:lnTo>
                <a:lnTo>
                  <a:pt x="7965" y="6774"/>
                </a:lnTo>
              </a:path>
              <a:path w="21600" h="21600">
                <a:moveTo>
                  <a:pt x="10131" y="6701"/>
                </a:moveTo>
                <a:lnTo>
                  <a:pt x="9913" y="6793"/>
                </a:lnTo>
                <a:lnTo>
                  <a:pt x="9961" y="7073"/>
                </a:lnTo>
                <a:lnTo>
                  <a:pt x="10117" y="7059"/>
                </a:lnTo>
                <a:lnTo>
                  <a:pt x="10186" y="7029"/>
                </a:lnTo>
                <a:lnTo>
                  <a:pt x="10156" y="6791"/>
                </a:lnTo>
              </a:path>
              <a:path w="21600" h="21600">
                <a:moveTo>
                  <a:pt x="909" y="6698"/>
                </a:moveTo>
                <a:lnTo>
                  <a:pt x="585" y="6765"/>
                </a:lnTo>
                <a:lnTo>
                  <a:pt x="497" y="7015"/>
                </a:lnTo>
                <a:lnTo>
                  <a:pt x="486" y="7080"/>
                </a:lnTo>
                <a:lnTo>
                  <a:pt x="732" y="7033"/>
                </a:lnTo>
                <a:lnTo>
                  <a:pt x="801" y="6854"/>
                </a:lnTo>
              </a:path>
              <a:path w="21600" h="21600">
                <a:moveTo>
                  <a:pt x="7736" y="6685"/>
                </a:moveTo>
                <a:lnTo>
                  <a:pt x="7730" y="6691"/>
                </a:lnTo>
                <a:lnTo>
                  <a:pt x="7742" y="6697"/>
                </a:lnTo>
              </a:path>
              <a:path w="21600" h="21600">
                <a:moveTo>
                  <a:pt x="8043" y="6684"/>
                </a:moveTo>
                <a:lnTo>
                  <a:pt x="8112" y="6772"/>
                </a:lnTo>
                <a:lnTo>
                  <a:pt x="8124" y="6781"/>
                </a:lnTo>
                <a:lnTo>
                  <a:pt x="8211" y="6881"/>
                </a:lnTo>
                <a:lnTo>
                  <a:pt x="8245" y="6889"/>
                </a:lnTo>
                <a:lnTo>
                  <a:pt x="8267" y="6809"/>
                </a:lnTo>
                <a:lnTo>
                  <a:pt x="8264" y="6734"/>
                </a:lnTo>
              </a:path>
              <a:path w="21600" h="21600">
                <a:moveTo>
                  <a:pt x="7863" y="6643"/>
                </a:moveTo>
                <a:lnTo>
                  <a:pt x="7866" y="6651"/>
                </a:lnTo>
                <a:lnTo>
                  <a:pt x="7887" y="6662"/>
                </a:lnTo>
                <a:lnTo>
                  <a:pt x="7912" y="6681"/>
                </a:lnTo>
                <a:lnTo>
                  <a:pt x="7895" y="6652"/>
                </a:lnTo>
                <a:lnTo>
                  <a:pt x="7894" y="6650"/>
                </a:lnTo>
              </a:path>
              <a:path w="21600" h="21600">
                <a:moveTo>
                  <a:pt x="7762" y="6641"/>
                </a:moveTo>
                <a:lnTo>
                  <a:pt x="7761" y="6652"/>
                </a:lnTo>
                <a:lnTo>
                  <a:pt x="7785" y="6706"/>
                </a:lnTo>
                <a:lnTo>
                  <a:pt x="7798" y="6725"/>
                </a:lnTo>
                <a:lnTo>
                  <a:pt x="7874" y="6765"/>
                </a:lnTo>
                <a:lnTo>
                  <a:pt x="7868" y="6756"/>
                </a:lnTo>
                <a:lnTo>
                  <a:pt x="7831" y="6680"/>
                </a:lnTo>
              </a:path>
              <a:path w="21600" h="21600">
                <a:moveTo>
                  <a:pt x="2574" y="6639"/>
                </a:moveTo>
                <a:lnTo>
                  <a:pt x="2550" y="6681"/>
                </a:lnTo>
                <a:lnTo>
                  <a:pt x="2553" y="6814"/>
                </a:lnTo>
                <a:lnTo>
                  <a:pt x="2597" y="6687"/>
                </a:lnTo>
              </a:path>
              <a:path w="21600" h="21600">
                <a:moveTo>
                  <a:pt x="10921" y="6614"/>
                </a:moveTo>
                <a:lnTo>
                  <a:pt x="10747" y="6795"/>
                </a:lnTo>
                <a:lnTo>
                  <a:pt x="10798" y="7165"/>
                </a:lnTo>
                <a:lnTo>
                  <a:pt x="10861" y="7137"/>
                </a:lnTo>
                <a:cubicBezTo>
                  <a:pt x="10920" y="7097"/>
                  <a:pt x="10976" y="7053"/>
                  <a:pt x="11029" y="7009"/>
                </a:cubicBezTo>
              </a:path>
              <a:path w="21600" h="21600">
                <a:moveTo>
                  <a:pt x="6492" y="6613"/>
                </a:moveTo>
                <a:lnTo>
                  <a:pt x="6223" y="6616"/>
                </a:lnTo>
                <a:lnTo>
                  <a:pt x="5838" y="6651"/>
                </a:lnTo>
                <a:lnTo>
                  <a:pt x="5388" y="6719"/>
                </a:lnTo>
                <a:cubicBezTo>
                  <a:pt x="5158" y="6768"/>
                  <a:pt x="4919" y="6832"/>
                  <a:pt x="4670" y="6912"/>
                </a:cubicBezTo>
                <a:lnTo>
                  <a:pt x="4079" y="7131"/>
                </a:lnTo>
                <a:lnTo>
                  <a:pt x="3795" y="7259"/>
                </a:lnTo>
                <a:cubicBezTo>
                  <a:pt x="3563" y="7389"/>
                  <a:pt x="3348" y="7535"/>
                  <a:pt x="3167" y="7689"/>
                </a:cubicBezTo>
                <a:cubicBezTo>
                  <a:pt x="3109" y="7739"/>
                  <a:pt x="3051" y="7788"/>
                  <a:pt x="2992" y="7836"/>
                </a:cubicBezTo>
                <a:lnTo>
                  <a:pt x="2761" y="8035"/>
                </a:lnTo>
                <a:lnTo>
                  <a:pt x="2722" y="8118"/>
                </a:lnTo>
                <a:lnTo>
                  <a:pt x="2755" y="8228"/>
                </a:lnTo>
                <a:cubicBezTo>
                  <a:pt x="2765" y="8248"/>
                  <a:pt x="2756" y="8264"/>
                  <a:pt x="2749" y="8279"/>
                </a:cubicBezTo>
                <a:cubicBezTo>
                  <a:pt x="2745" y="8286"/>
                  <a:pt x="2740" y="8295"/>
                  <a:pt x="2736" y="8308"/>
                </a:cubicBezTo>
                <a:lnTo>
                  <a:pt x="2699" y="8441"/>
                </a:lnTo>
                <a:lnTo>
                  <a:pt x="2705" y="8465"/>
                </a:lnTo>
                <a:lnTo>
                  <a:pt x="2737" y="8432"/>
                </a:lnTo>
                <a:lnTo>
                  <a:pt x="2792" y="8309"/>
                </a:lnTo>
                <a:cubicBezTo>
                  <a:pt x="2998" y="7993"/>
                  <a:pt x="3386" y="7698"/>
                  <a:pt x="3923" y="7457"/>
                </a:cubicBezTo>
                <a:cubicBezTo>
                  <a:pt x="4193" y="7335"/>
                  <a:pt x="4454" y="7230"/>
                  <a:pt x="4706" y="7142"/>
                </a:cubicBezTo>
                <a:lnTo>
                  <a:pt x="4725" y="7136"/>
                </a:lnTo>
                <a:lnTo>
                  <a:pt x="4775" y="7113"/>
                </a:lnTo>
                <a:cubicBezTo>
                  <a:pt x="4967" y="7047"/>
                  <a:pt x="5160" y="6991"/>
                  <a:pt x="5354" y="6946"/>
                </a:cubicBezTo>
                <a:lnTo>
                  <a:pt x="5371" y="6943"/>
                </a:lnTo>
                <a:lnTo>
                  <a:pt x="5435" y="6924"/>
                </a:lnTo>
                <a:cubicBezTo>
                  <a:pt x="5904" y="6811"/>
                  <a:pt x="6341" y="6763"/>
                  <a:pt x="6752" y="6778"/>
                </a:cubicBezTo>
                <a:cubicBezTo>
                  <a:pt x="6900" y="6783"/>
                  <a:pt x="7044" y="6800"/>
                  <a:pt x="7183" y="6825"/>
                </a:cubicBezTo>
                <a:lnTo>
                  <a:pt x="7583" y="6921"/>
                </a:lnTo>
                <a:lnTo>
                  <a:pt x="7689" y="6939"/>
                </a:lnTo>
                <a:lnTo>
                  <a:pt x="8112" y="7049"/>
                </a:lnTo>
                <a:lnTo>
                  <a:pt x="8098" y="7040"/>
                </a:lnTo>
                <a:cubicBezTo>
                  <a:pt x="7928" y="6952"/>
                  <a:pt x="7713" y="6854"/>
                  <a:pt x="7468" y="6773"/>
                </a:cubicBezTo>
                <a:lnTo>
                  <a:pt x="7154" y="6688"/>
                </a:lnTo>
                <a:lnTo>
                  <a:pt x="6780" y="6626"/>
                </a:lnTo>
              </a:path>
              <a:path w="21600" h="21600">
                <a:moveTo>
                  <a:pt x="1788" y="6609"/>
                </a:moveTo>
                <a:lnTo>
                  <a:pt x="1639" y="6822"/>
                </a:lnTo>
                <a:cubicBezTo>
                  <a:pt x="1503" y="6987"/>
                  <a:pt x="1334" y="7126"/>
                  <a:pt x="1138" y="7235"/>
                </a:cubicBezTo>
                <a:lnTo>
                  <a:pt x="971" y="7300"/>
                </a:lnTo>
                <a:lnTo>
                  <a:pt x="892" y="7486"/>
                </a:lnTo>
                <a:lnTo>
                  <a:pt x="858" y="7620"/>
                </a:lnTo>
                <a:lnTo>
                  <a:pt x="957" y="7581"/>
                </a:lnTo>
                <a:lnTo>
                  <a:pt x="1185" y="7406"/>
                </a:lnTo>
                <a:lnTo>
                  <a:pt x="1235" y="7299"/>
                </a:lnTo>
                <a:cubicBezTo>
                  <a:pt x="1362" y="7094"/>
                  <a:pt x="1540" y="6920"/>
                  <a:pt x="1728" y="6736"/>
                </a:cubicBezTo>
                <a:lnTo>
                  <a:pt x="1755" y="6709"/>
                </a:lnTo>
                <a:lnTo>
                  <a:pt x="1787" y="6644"/>
                </a:lnTo>
              </a:path>
              <a:path w="21600" h="21600">
                <a:moveTo>
                  <a:pt x="2456" y="6601"/>
                </a:moveTo>
                <a:lnTo>
                  <a:pt x="2318" y="6707"/>
                </a:lnTo>
                <a:lnTo>
                  <a:pt x="2194" y="7152"/>
                </a:lnTo>
                <a:lnTo>
                  <a:pt x="2184" y="7197"/>
                </a:lnTo>
                <a:lnTo>
                  <a:pt x="2216" y="7167"/>
                </a:lnTo>
                <a:lnTo>
                  <a:pt x="2315" y="7076"/>
                </a:lnTo>
                <a:lnTo>
                  <a:pt x="2403" y="6748"/>
                </a:lnTo>
              </a:path>
              <a:path w="21600" h="21600">
                <a:moveTo>
                  <a:pt x="1931" y="6595"/>
                </a:moveTo>
                <a:lnTo>
                  <a:pt x="1899" y="6627"/>
                </a:lnTo>
                <a:lnTo>
                  <a:pt x="1872" y="7009"/>
                </a:lnTo>
                <a:lnTo>
                  <a:pt x="1868" y="7053"/>
                </a:lnTo>
                <a:lnTo>
                  <a:pt x="1871" y="7051"/>
                </a:lnTo>
                <a:lnTo>
                  <a:pt x="1874" y="7012"/>
                </a:lnTo>
              </a:path>
              <a:path w="21600" h="21600">
                <a:moveTo>
                  <a:pt x="10375" y="6588"/>
                </a:moveTo>
                <a:cubicBezTo>
                  <a:pt x="10363" y="6596"/>
                  <a:pt x="10351" y="6604"/>
                  <a:pt x="10339" y="6612"/>
                </a:cubicBezTo>
                <a:lnTo>
                  <a:pt x="10169" y="6684"/>
                </a:lnTo>
                <a:lnTo>
                  <a:pt x="10195" y="6775"/>
                </a:lnTo>
                <a:lnTo>
                  <a:pt x="10224" y="7013"/>
                </a:lnTo>
                <a:lnTo>
                  <a:pt x="10453" y="6915"/>
                </a:lnTo>
              </a:path>
              <a:path w="21600" h="21600">
                <a:moveTo>
                  <a:pt x="7608" y="6585"/>
                </a:moveTo>
                <a:lnTo>
                  <a:pt x="7640" y="6649"/>
                </a:lnTo>
                <a:lnTo>
                  <a:pt x="7648" y="6655"/>
                </a:lnTo>
                <a:lnTo>
                  <a:pt x="7694" y="6675"/>
                </a:lnTo>
                <a:lnTo>
                  <a:pt x="7715" y="6648"/>
                </a:lnTo>
                <a:lnTo>
                  <a:pt x="7691" y="6604"/>
                </a:lnTo>
              </a:path>
              <a:path w="21600" h="21600">
                <a:moveTo>
                  <a:pt x="8817" y="6577"/>
                </a:moveTo>
                <a:lnTo>
                  <a:pt x="8836" y="6647"/>
                </a:lnTo>
                <a:lnTo>
                  <a:pt x="8839" y="6782"/>
                </a:lnTo>
                <a:lnTo>
                  <a:pt x="9074" y="6809"/>
                </a:lnTo>
                <a:lnTo>
                  <a:pt x="9055" y="6650"/>
                </a:lnTo>
                <a:lnTo>
                  <a:pt x="9036" y="6591"/>
                </a:lnTo>
                <a:lnTo>
                  <a:pt x="8989" y="6595"/>
                </a:lnTo>
              </a:path>
              <a:path w="21600" h="21600">
                <a:moveTo>
                  <a:pt x="11479" y="6576"/>
                </a:moveTo>
                <a:lnTo>
                  <a:pt x="11293" y="6785"/>
                </a:lnTo>
                <a:lnTo>
                  <a:pt x="11393" y="7203"/>
                </a:lnTo>
                <a:lnTo>
                  <a:pt x="11572" y="6982"/>
                </a:lnTo>
                <a:lnTo>
                  <a:pt x="11516" y="6699"/>
                </a:lnTo>
              </a:path>
              <a:path w="21600" h="21600">
                <a:moveTo>
                  <a:pt x="9276" y="6568"/>
                </a:moveTo>
                <a:lnTo>
                  <a:pt x="9079" y="6587"/>
                </a:lnTo>
                <a:lnTo>
                  <a:pt x="9100" y="6651"/>
                </a:lnTo>
                <a:lnTo>
                  <a:pt x="9119" y="6814"/>
                </a:lnTo>
                <a:lnTo>
                  <a:pt x="9258" y="6830"/>
                </a:lnTo>
                <a:lnTo>
                  <a:pt x="9344" y="6822"/>
                </a:lnTo>
              </a:path>
              <a:path w="21600" h="21600">
                <a:moveTo>
                  <a:pt x="4796" y="6558"/>
                </a:moveTo>
                <a:lnTo>
                  <a:pt x="4268" y="6699"/>
                </a:lnTo>
                <a:lnTo>
                  <a:pt x="4153" y="6752"/>
                </a:lnTo>
                <a:lnTo>
                  <a:pt x="4410" y="6662"/>
                </a:lnTo>
              </a:path>
              <a:path w="21600" h="21600">
                <a:moveTo>
                  <a:pt x="7771" y="6557"/>
                </a:moveTo>
                <a:lnTo>
                  <a:pt x="7769" y="6577"/>
                </a:lnTo>
                <a:lnTo>
                  <a:pt x="7771" y="6578"/>
                </a:lnTo>
                <a:lnTo>
                  <a:pt x="7782" y="6580"/>
                </a:lnTo>
              </a:path>
              <a:path w="21600" h="21600">
                <a:moveTo>
                  <a:pt x="8545" y="6549"/>
                </a:moveTo>
                <a:lnTo>
                  <a:pt x="8560" y="6749"/>
                </a:lnTo>
                <a:lnTo>
                  <a:pt x="8794" y="6776"/>
                </a:lnTo>
                <a:lnTo>
                  <a:pt x="8791" y="6646"/>
                </a:lnTo>
                <a:lnTo>
                  <a:pt x="8771" y="6572"/>
                </a:lnTo>
              </a:path>
              <a:path w="21600" h="21600">
                <a:moveTo>
                  <a:pt x="2528" y="6546"/>
                </a:moveTo>
                <a:lnTo>
                  <a:pt x="2524" y="6550"/>
                </a:lnTo>
                <a:lnTo>
                  <a:pt x="2447" y="6761"/>
                </a:lnTo>
                <a:lnTo>
                  <a:pt x="2378" y="7017"/>
                </a:lnTo>
                <a:lnTo>
                  <a:pt x="2398" y="6999"/>
                </a:lnTo>
                <a:lnTo>
                  <a:pt x="2518" y="6909"/>
                </a:lnTo>
                <a:lnTo>
                  <a:pt x="2511" y="6886"/>
                </a:lnTo>
                <a:cubicBezTo>
                  <a:pt x="2495" y="6808"/>
                  <a:pt x="2493" y="6736"/>
                  <a:pt x="2506" y="6672"/>
                </a:cubicBezTo>
                <a:lnTo>
                  <a:pt x="2552" y="6596"/>
                </a:lnTo>
              </a:path>
              <a:path w="21600" h="21600">
                <a:moveTo>
                  <a:pt x="9538" y="6543"/>
                </a:moveTo>
                <a:lnTo>
                  <a:pt x="9325" y="6564"/>
                </a:lnTo>
                <a:lnTo>
                  <a:pt x="9392" y="6818"/>
                </a:lnTo>
                <a:lnTo>
                  <a:pt x="9594" y="6799"/>
                </a:lnTo>
              </a:path>
              <a:path w="21600" h="21600">
                <a:moveTo>
                  <a:pt x="12925" y="6537"/>
                </a:moveTo>
                <a:lnTo>
                  <a:pt x="12921" y="6562"/>
                </a:lnTo>
                <a:cubicBezTo>
                  <a:pt x="12905" y="6652"/>
                  <a:pt x="12884" y="6757"/>
                  <a:pt x="12857" y="6868"/>
                </a:cubicBezTo>
                <a:lnTo>
                  <a:pt x="12793" y="7086"/>
                </a:lnTo>
                <a:lnTo>
                  <a:pt x="12888" y="7525"/>
                </a:lnTo>
                <a:lnTo>
                  <a:pt x="12894" y="7647"/>
                </a:lnTo>
                <a:lnTo>
                  <a:pt x="12968" y="7464"/>
                </a:lnTo>
                <a:cubicBezTo>
                  <a:pt x="12999" y="7371"/>
                  <a:pt x="13027" y="7275"/>
                  <a:pt x="13052" y="7168"/>
                </a:cubicBezTo>
                <a:lnTo>
                  <a:pt x="13064" y="7105"/>
                </a:lnTo>
                <a:lnTo>
                  <a:pt x="12952" y="6628"/>
                </a:lnTo>
              </a:path>
              <a:path w="21600" h="21600">
                <a:moveTo>
                  <a:pt x="8296" y="6523"/>
                </a:moveTo>
                <a:lnTo>
                  <a:pt x="8303" y="6551"/>
                </a:lnTo>
                <a:lnTo>
                  <a:pt x="8308" y="6699"/>
                </a:lnTo>
                <a:lnTo>
                  <a:pt x="8498" y="6742"/>
                </a:lnTo>
                <a:lnTo>
                  <a:pt x="8516" y="6744"/>
                </a:lnTo>
                <a:lnTo>
                  <a:pt x="8500" y="6544"/>
                </a:lnTo>
              </a:path>
              <a:path w="21600" h="21600">
                <a:moveTo>
                  <a:pt x="2038" y="6510"/>
                </a:moveTo>
                <a:lnTo>
                  <a:pt x="1983" y="6553"/>
                </a:lnTo>
                <a:lnTo>
                  <a:pt x="1922" y="7001"/>
                </a:lnTo>
                <a:lnTo>
                  <a:pt x="1957" y="6966"/>
                </a:lnTo>
                <a:lnTo>
                  <a:pt x="2015" y="6617"/>
                </a:lnTo>
              </a:path>
              <a:path w="21600" h="21600">
                <a:moveTo>
                  <a:pt x="7503" y="6505"/>
                </a:moveTo>
                <a:lnTo>
                  <a:pt x="7496" y="6514"/>
                </a:lnTo>
                <a:lnTo>
                  <a:pt x="7542" y="6524"/>
                </a:lnTo>
                <a:lnTo>
                  <a:pt x="7541" y="6522"/>
                </a:lnTo>
              </a:path>
              <a:path w="21600" h="21600">
                <a:moveTo>
                  <a:pt x="7794" y="6504"/>
                </a:moveTo>
                <a:lnTo>
                  <a:pt x="7800" y="6516"/>
                </a:lnTo>
                <a:lnTo>
                  <a:pt x="7816" y="6528"/>
                </a:lnTo>
                <a:lnTo>
                  <a:pt x="7807" y="6515"/>
                </a:lnTo>
              </a:path>
              <a:path w="21600" h="21600">
                <a:moveTo>
                  <a:pt x="12617" y="6500"/>
                </a:moveTo>
                <a:lnTo>
                  <a:pt x="12495" y="6944"/>
                </a:lnTo>
                <a:lnTo>
                  <a:pt x="12480" y="6976"/>
                </a:lnTo>
                <a:lnTo>
                  <a:pt x="12566" y="7331"/>
                </a:lnTo>
                <a:lnTo>
                  <a:pt x="12580" y="7494"/>
                </a:lnTo>
                <a:lnTo>
                  <a:pt x="12709" y="7197"/>
                </a:lnTo>
                <a:lnTo>
                  <a:pt x="12743" y="7083"/>
                </a:lnTo>
                <a:lnTo>
                  <a:pt x="12620" y="6510"/>
                </a:lnTo>
              </a:path>
              <a:path w="21600" h="21600">
                <a:moveTo>
                  <a:pt x="7219" y="6494"/>
                </a:moveTo>
                <a:lnTo>
                  <a:pt x="7385" y="6545"/>
                </a:lnTo>
                <a:lnTo>
                  <a:pt x="7585" y="6629"/>
                </a:lnTo>
                <a:lnTo>
                  <a:pt x="7562" y="6574"/>
                </a:lnTo>
                <a:lnTo>
                  <a:pt x="7468" y="6552"/>
                </a:lnTo>
                <a:lnTo>
                  <a:pt x="7458" y="6566"/>
                </a:lnTo>
                <a:lnTo>
                  <a:pt x="7429" y="6543"/>
                </a:lnTo>
              </a:path>
              <a:path w="21600" h="21600">
                <a:moveTo>
                  <a:pt x="7693" y="6494"/>
                </a:moveTo>
                <a:lnTo>
                  <a:pt x="7722" y="6566"/>
                </a:lnTo>
                <a:lnTo>
                  <a:pt x="7724" y="6567"/>
                </a:lnTo>
                <a:lnTo>
                  <a:pt x="7730" y="6516"/>
                </a:lnTo>
              </a:path>
              <a:path w="21600" h="21600">
                <a:moveTo>
                  <a:pt x="2665" y="6490"/>
                </a:moveTo>
                <a:lnTo>
                  <a:pt x="2653" y="6500"/>
                </a:lnTo>
                <a:lnTo>
                  <a:pt x="2600" y="6593"/>
                </a:lnTo>
                <a:lnTo>
                  <a:pt x="2617" y="6629"/>
                </a:lnTo>
              </a:path>
              <a:path w="21600" h="21600">
                <a:moveTo>
                  <a:pt x="347" y="6476"/>
                </a:moveTo>
                <a:lnTo>
                  <a:pt x="114" y="6490"/>
                </a:lnTo>
                <a:lnTo>
                  <a:pt x="98" y="6550"/>
                </a:lnTo>
                <a:lnTo>
                  <a:pt x="72" y="6806"/>
                </a:lnTo>
                <a:lnTo>
                  <a:pt x="233" y="6794"/>
                </a:lnTo>
                <a:lnTo>
                  <a:pt x="252" y="6790"/>
                </a:lnTo>
                <a:lnTo>
                  <a:pt x="254" y="6775"/>
                </a:lnTo>
              </a:path>
              <a:path w="21600" h="21600">
                <a:moveTo>
                  <a:pt x="8030" y="6474"/>
                </a:moveTo>
                <a:lnTo>
                  <a:pt x="8045" y="6640"/>
                </a:lnTo>
                <a:lnTo>
                  <a:pt x="8262" y="6689"/>
                </a:lnTo>
                <a:lnTo>
                  <a:pt x="8256" y="6557"/>
                </a:lnTo>
                <a:lnTo>
                  <a:pt x="8248" y="6517"/>
                </a:lnTo>
                <a:lnTo>
                  <a:pt x="8226" y="6515"/>
                </a:lnTo>
              </a:path>
              <a:path w="21600" h="21600">
                <a:moveTo>
                  <a:pt x="2632" y="6467"/>
                </a:moveTo>
                <a:lnTo>
                  <a:pt x="2563" y="6519"/>
                </a:lnTo>
                <a:lnTo>
                  <a:pt x="2579" y="6552"/>
                </a:lnTo>
              </a:path>
              <a:path w="21600" h="21600">
                <a:moveTo>
                  <a:pt x="7420" y="6467"/>
                </a:moveTo>
                <a:lnTo>
                  <a:pt x="7427" y="6490"/>
                </a:lnTo>
                <a:lnTo>
                  <a:pt x="7434" y="6499"/>
                </a:lnTo>
                <a:lnTo>
                  <a:pt x="7457" y="6505"/>
                </a:lnTo>
                <a:lnTo>
                  <a:pt x="7464" y="6487"/>
                </a:lnTo>
                <a:lnTo>
                  <a:pt x="7464" y="6487"/>
                </a:lnTo>
              </a:path>
              <a:path w="21600" h="21600">
                <a:moveTo>
                  <a:pt x="13202" y="6460"/>
                </a:moveTo>
                <a:lnTo>
                  <a:pt x="13166" y="6817"/>
                </a:lnTo>
                <a:lnTo>
                  <a:pt x="13109" y="7103"/>
                </a:lnTo>
                <a:lnTo>
                  <a:pt x="13195" y="7585"/>
                </a:lnTo>
                <a:lnTo>
                  <a:pt x="13211" y="7774"/>
                </a:lnTo>
                <a:lnTo>
                  <a:pt x="13227" y="7732"/>
                </a:lnTo>
                <a:cubicBezTo>
                  <a:pt x="13257" y="7637"/>
                  <a:pt x="13283" y="7536"/>
                  <a:pt x="13307" y="7427"/>
                </a:cubicBezTo>
                <a:lnTo>
                  <a:pt x="13361" y="7121"/>
                </a:lnTo>
                <a:lnTo>
                  <a:pt x="13281" y="6745"/>
                </a:lnTo>
              </a:path>
              <a:path w="21600" h="21600">
                <a:moveTo>
                  <a:pt x="9790" y="6451"/>
                </a:moveTo>
                <a:lnTo>
                  <a:pt x="9585" y="6532"/>
                </a:lnTo>
                <a:lnTo>
                  <a:pt x="9642" y="6794"/>
                </a:lnTo>
                <a:lnTo>
                  <a:pt x="9843" y="6775"/>
                </a:lnTo>
                <a:lnTo>
                  <a:pt x="9863" y="6767"/>
                </a:lnTo>
                <a:lnTo>
                  <a:pt x="9828" y="6567"/>
                </a:lnTo>
              </a:path>
              <a:path w="21600" h="21600">
                <a:moveTo>
                  <a:pt x="12304" y="6449"/>
                </a:moveTo>
                <a:lnTo>
                  <a:pt x="12237" y="6676"/>
                </a:lnTo>
                <a:lnTo>
                  <a:pt x="12158" y="6835"/>
                </a:lnTo>
                <a:lnTo>
                  <a:pt x="12240" y="7141"/>
                </a:lnTo>
                <a:lnTo>
                  <a:pt x="12262" y="7321"/>
                </a:lnTo>
                <a:lnTo>
                  <a:pt x="12288" y="7284"/>
                </a:lnTo>
                <a:lnTo>
                  <a:pt x="12430" y="6976"/>
                </a:lnTo>
              </a:path>
              <a:path w="21600" h="21600">
                <a:moveTo>
                  <a:pt x="7510" y="6448"/>
                </a:moveTo>
                <a:lnTo>
                  <a:pt x="7510" y="6461"/>
                </a:lnTo>
                <a:lnTo>
                  <a:pt x="7517" y="6464"/>
                </a:lnTo>
              </a:path>
              <a:path w="21600" h="21600">
                <a:moveTo>
                  <a:pt x="5368" y="6434"/>
                </a:moveTo>
                <a:lnTo>
                  <a:pt x="5200" y="6450"/>
                </a:lnTo>
                <a:lnTo>
                  <a:pt x="5096" y="6477"/>
                </a:lnTo>
              </a:path>
              <a:path w="21600" h="21600">
                <a:moveTo>
                  <a:pt x="7832" y="6432"/>
                </a:moveTo>
                <a:lnTo>
                  <a:pt x="7856" y="6455"/>
                </a:lnTo>
                <a:lnTo>
                  <a:pt x="7943" y="6575"/>
                </a:lnTo>
                <a:lnTo>
                  <a:pt x="7990" y="6618"/>
                </a:lnTo>
                <a:lnTo>
                  <a:pt x="7997" y="6627"/>
                </a:lnTo>
                <a:lnTo>
                  <a:pt x="7982" y="6463"/>
                </a:lnTo>
              </a:path>
              <a:path w="21600" h="21600">
                <a:moveTo>
                  <a:pt x="1796" y="6402"/>
                </a:moveTo>
                <a:lnTo>
                  <a:pt x="1789" y="6414"/>
                </a:lnTo>
                <a:cubicBezTo>
                  <a:pt x="1658" y="6587"/>
                  <a:pt x="1492" y="6732"/>
                  <a:pt x="1298" y="6846"/>
                </a:cubicBezTo>
                <a:lnTo>
                  <a:pt x="1218" y="6879"/>
                </a:lnTo>
                <a:lnTo>
                  <a:pt x="1058" y="7097"/>
                </a:lnTo>
                <a:lnTo>
                  <a:pt x="995" y="7244"/>
                </a:lnTo>
                <a:lnTo>
                  <a:pt x="1116" y="7197"/>
                </a:lnTo>
                <a:cubicBezTo>
                  <a:pt x="1308" y="7091"/>
                  <a:pt x="1473" y="6955"/>
                  <a:pt x="1605" y="6795"/>
                </a:cubicBezTo>
                <a:cubicBezTo>
                  <a:pt x="1663" y="6725"/>
                  <a:pt x="1715" y="6650"/>
                  <a:pt x="1760" y="6572"/>
                </a:cubicBezTo>
                <a:lnTo>
                  <a:pt x="1793" y="6496"/>
                </a:lnTo>
              </a:path>
              <a:path w="21600" h="21600">
                <a:moveTo>
                  <a:pt x="10579" y="6401"/>
                </a:moveTo>
                <a:lnTo>
                  <a:pt x="10412" y="6558"/>
                </a:lnTo>
                <a:lnTo>
                  <a:pt x="10494" y="6897"/>
                </a:lnTo>
                <a:lnTo>
                  <a:pt x="10587" y="6857"/>
                </a:lnTo>
                <a:cubicBezTo>
                  <a:pt x="10625" y="6832"/>
                  <a:pt x="10662" y="6805"/>
                  <a:pt x="10697" y="6778"/>
                </a:cubicBezTo>
              </a:path>
              <a:path w="21600" h="21600">
                <a:moveTo>
                  <a:pt x="6585" y="6400"/>
                </a:moveTo>
                <a:cubicBezTo>
                  <a:pt x="5573" y="6308"/>
                  <a:pt x="4538" y="6643"/>
                  <a:pt x="3847" y="6903"/>
                </a:cubicBezTo>
                <a:lnTo>
                  <a:pt x="3547" y="7031"/>
                </a:lnTo>
                <a:lnTo>
                  <a:pt x="3538" y="7035"/>
                </a:lnTo>
                <a:cubicBezTo>
                  <a:pt x="3308" y="7167"/>
                  <a:pt x="3098" y="7315"/>
                  <a:pt x="2922" y="7470"/>
                </a:cubicBezTo>
                <a:lnTo>
                  <a:pt x="2749" y="7619"/>
                </a:lnTo>
                <a:lnTo>
                  <a:pt x="2717" y="7687"/>
                </a:lnTo>
                <a:lnTo>
                  <a:pt x="2748" y="7775"/>
                </a:lnTo>
                <a:cubicBezTo>
                  <a:pt x="2759" y="7795"/>
                  <a:pt x="2750" y="7811"/>
                  <a:pt x="2742" y="7824"/>
                </a:cubicBezTo>
                <a:cubicBezTo>
                  <a:pt x="2738" y="7831"/>
                  <a:pt x="2733" y="7840"/>
                  <a:pt x="2729" y="7853"/>
                </a:cubicBezTo>
                <a:lnTo>
                  <a:pt x="2686" y="7999"/>
                </a:lnTo>
                <a:lnTo>
                  <a:pt x="2697" y="8033"/>
                </a:lnTo>
                <a:lnTo>
                  <a:pt x="2728" y="8005"/>
                </a:lnTo>
                <a:lnTo>
                  <a:pt x="2757" y="7944"/>
                </a:lnTo>
                <a:cubicBezTo>
                  <a:pt x="2955" y="7654"/>
                  <a:pt x="3340" y="7383"/>
                  <a:pt x="3877" y="7161"/>
                </a:cubicBezTo>
                <a:lnTo>
                  <a:pt x="4036" y="7103"/>
                </a:lnTo>
                <a:lnTo>
                  <a:pt x="4514" y="6886"/>
                </a:lnTo>
                <a:cubicBezTo>
                  <a:pt x="4896" y="6753"/>
                  <a:pt x="5283" y="6660"/>
                  <a:pt x="5665" y="6609"/>
                </a:cubicBezTo>
                <a:lnTo>
                  <a:pt x="6037" y="6580"/>
                </a:lnTo>
                <a:lnTo>
                  <a:pt x="6052" y="6577"/>
                </a:lnTo>
                <a:lnTo>
                  <a:pt x="6069" y="6577"/>
                </a:lnTo>
                <a:lnTo>
                  <a:pt x="6234" y="6564"/>
                </a:lnTo>
                <a:lnTo>
                  <a:pt x="6448" y="6572"/>
                </a:lnTo>
                <a:lnTo>
                  <a:pt x="6671" y="6569"/>
                </a:lnTo>
                <a:lnTo>
                  <a:pt x="6753" y="6583"/>
                </a:lnTo>
                <a:lnTo>
                  <a:pt x="6786" y="6584"/>
                </a:lnTo>
                <a:cubicBezTo>
                  <a:pt x="7002" y="6605"/>
                  <a:pt x="7214" y="6642"/>
                  <a:pt x="7423" y="6688"/>
                </a:cubicBezTo>
                <a:lnTo>
                  <a:pt x="7786" y="6777"/>
                </a:lnTo>
                <a:lnTo>
                  <a:pt x="7778" y="6762"/>
                </a:lnTo>
                <a:lnTo>
                  <a:pt x="7704" y="6724"/>
                </a:lnTo>
                <a:lnTo>
                  <a:pt x="7700" y="6722"/>
                </a:lnTo>
                <a:lnTo>
                  <a:pt x="7694" y="6728"/>
                </a:lnTo>
                <a:lnTo>
                  <a:pt x="7649" y="6701"/>
                </a:lnTo>
                <a:lnTo>
                  <a:pt x="7370" y="6584"/>
                </a:lnTo>
                <a:cubicBezTo>
                  <a:pt x="7132" y="6497"/>
                  <a:pt x="6865" y="6426"/>
                  <a:pt x="6585" y="6400"/>
                </a:cubicBezTo>
              </a:path>
              <a:path w="21600" h="21600">
                <a:moveTo>
                  <a:pt x="7539" y="6400"/>
                </a:moveTo>
                <a:lnTo>
                  <a:pt x="7544" y="6416"/>
                </a:lnTo>
                <a:lnTo>
                  <a:pt x="7569" y="6488"/>
                </a:lnTo>
                <a:lnTo>
                  <a:pt x="7614" y="6509"/>
                </a:lnTo>
                <a:lnTo>
                  <a:pt x="7663" y="6536"/>
                </a:lnTo>
                <a:lnTo>
                  <a:pt x="7641" y="6483"/>
                </a:lnTo>
                <a:lnTo>
                  <a:pt x="7630" y="6455"/>
                </a:lnTo>
              </a:path>
              <a:path w="21600" h="21600">
                <a:moveTo>
                  <a:pt x="737" y="6399"/>
                </a:moveTo>
                <a:lnTo>
                  <a:pt x="406" y="6472"/>
                </a:lnTo>
                <a:lnTo>
                  <a:pt x="395" y="6473"/>
                </a:lnTo>
                <a:lnTo>
                  <a:pt x="300" y="6780"/>
                </a:lnTo>
                <a:lnTo>
                  <a:pt x="550" y="6729"/>
                </a:lnTo>
                <a:lnTo>
                  <a:pt x="583" y="6633"/>
                </a:lnTo>
              </a:path>
              <a:path w="21600" h="21600">
                <a:moveTo>
                  <a:pt x="7653" y="6394"/>
                </a:moveTo>
                <a:lnTo>
                  <a:pt x="7667" y="6428"/>
                </a:lnTo>
                <a:lnTo>
                  <a:pt x="7723" y="6462"/>
                </a:lnTo>
                <a:lnTo>
                  <a:pt x="7697" y="6417"/>
                </a:lnTo>
                <a:lnTo>
                  <a:pt x="7676" y="6398"/>
                </a:lnTo>
              </a:path>
              <a:path w="21600" h="21600">
                <a:moveTo>
                  <a:pt x="11137" y="6389"/>
                </a:moveTo>
                <a:lnTo>
                  <a:pt x="10957" y="6576"/>
                </a:lnTo>
                <a:lnTo>
                  <a:pt x="11068" y="6975"/>
                </a:lnTo>
                <a:lnTo>
                  <a:pt x="11244" y="6774"/>
                </a:lnTo>
                <a:lnTo>
                  <a:pt x="11186" y="6527"/>
                </a:lnTo>
              </a:path>
              <a:path w="21600" h="21600">
                <a:moveTo>
                  <a:pt x="7588" y="6380"/>
                </a:moveTo>
                <a:lnTo>
                  <a:pt x="7604" y="6389"/>
                </a:lnTo>
                <a:lnTo>
                  <a:pt x="7601" y="6382"/>
                </a:lnTo>
              </a:path>
              <a:path w="21600" h="21600">
                <a:moveTo>
                  <a:pt x="11989" y="6377"/>
                </a:moveTo>
                <a:lnTo>
                  <a:pt x="11978" y="6414"/>
                </a:lnTo>
                <a:lnTo>
                  <a:pt x="11835" y="6683"/>
                </a:lnTo>
                <a:lnTo>
                  <a:pt x="11895" y="6883"/>
                </a:lnTo>
                <a:lnTo>
                  <a:pt x="11936" y="7134"/>
                </a:lnTo>
                <a:lnTo>
                  <a:pt x="12012" y="7034"/>
                </a:lnTo>
                <a:lnTo>
                  <a:pt x="12111" y="6833"/>
                </a:lnTo>
              </a:path>
              <a:path w="21600" h="21600">
                <a:moveTo>
                  <a:pt x="2212" y="6373"/>
                </a:moveTo>
                <a:lnTo>
                  <a:pt x="2095" y="6465"/>
                </a:lnTo>
                <a:lnTo>
                  <a:pt x="2060" y="6626"/>
                </a:lnTo>
                <a:lnTo>
                  <a:pt x="2012" y="6913"/>
                </a:lnTo>
                <a:lnTo>
                  <a:pt x="2090" y="6839"/>
                </a:lnTo>
                <a:lnTo>
                  <a:pt x="2125" y="6676"/>
                </a:lnTo>
              </a:path>
              <a:path w="21600" h="21600">
                <a:moveTo>
                  <a:pt x="10034" y="6353"/>
                </a:moveTo>
                <a:lnTo>
                  <a:pt x="9832" y="6434"/>
                </a:lnTo>
                <a:lnTo>
                  <a:pt x="9872" y="6553"/>
                </a:lnTo>
                <a:lnTo>
                  <a:pt x="9905" y="6749"/>
                </a:lnTo>
                <a:lnTo>
                  <a:pt x="10119" y="6658"/>
                </a:lnTo>
              </a:path>
              <a:path w="21600" h="21600">
                <a:moveTo>
                  <a:pt x="7384" y="6336"/>
                </a:moveTo>
                <a:lnTo>
                  <a:pt x="7406" y="6413"/>
                </a:lnTo>
                <a:lnTo>
                  <a:pt x="7464" y="6440"/>
                </a:lnTo>
                <a:lnTo>
                  <a:pt x="7466" y="6357"/>
                </a:lnTo>
                <a:lnTo>
                  <a:pt x="7454" y="6351"/>
                </a:lnTo>
              </a:path>
              <a:path w="21600" h="21600">
                <a:moveTo>
                  <a:pt x="2608" y="6317"/>
                </a:moveTo>
                <a:lnTo>
                  <a:pt x="2551" y="6474"/>
                </a:lnTo>
                <a:lnTo>
                  <a:pt x="2659" y="6392"/>
                </a:lnTo>
              </a:path>
              <a:path w="21600" h="21600">
                <a:moveTo>
                  <a:pt x="7257" y="6308"/>
                </a:moveTo>
                <a:lnTo>
                  <a:pt x="7258" y="6327"/>
                </a:lnTo>
                <a:lnTo>
                  <a:pt x="7255" y="6347"/>
                </a:lnTo>
                <a:lnTo>
                  <a:pt x="7285" y="6357"/>
                </a:lnTo>
                <a:lnTo>
                  <a:pt x="7353" y="6389"/>
                </a:lnTo>
                <a:lnTo>
                  <a:pt x="7336" y="6325"/>
                </a:lnTo>
              </a:path>
              <a:path w="21600" h="21600">
                <a:moveTo>
                  <a:pt x="7208" y="6297"/>
                </a:moveTo>
                <a:lnTo>
                  <a:pt x="7212" y="6327"/>
                </a:lnTo>
                <a:cubicBezTo>
                  <a:pt x="7212" y="6327"/>
                  <a:pt x="7212" y="6327"/>
                  <a:pt x="7212" y="6326"/>
                </a:cubicBezTo>
                <a:lnTo>
                  <a:pt x="7210" y="6298"/>
                </a:lnTo>
              </a:path>
              <a:path w="21600" h="21600">
                <a:moveTo>
                  <a:pt x="8941" y="6294"/>
                </a:moveTo>
                <a:lnTo>
                  <a:pt x="8743" y="6312"/>
                </a:lnTo>
                <a:lnTo>
                  <a:pt x="8804" y="6532"/>
                </a:lnTo>
                <a:lnTo>
                  <a:pt x="8988" y="6551"/>
                </a:lnTo>
                <a:lnTo>
                  <a:pt x="9022" y="6548"/>
                </a:lnTo>
              </a:path>
              <a:path w="21600" h="21600">
                <a:moveTo>
                  <a:pt x="13466" y="6292"/>
                </a:moveTo>
                <a:lnTo>
                  <a:pt x="13468" y="6393"/>
                </a:lnTo>
                <a:cubicBezTo>
                  <a:pt x="13462" y="6640"/>
                  <a:pt x="13444" y="6863"/>
                  <a:pt x="13413" y="7075"/>
                </a:cubicBezTo>
                <a:lnTo>
                  <a:pt x="13406" y="7115"/>
                </a:lnTo>
                <a:lnTo>
                  <a:pt x="13433" y="7238"/>
                </a:lnTo>
                <a:cubicBezTo>
                  <a:pt x="13466" y="7414"/>
                  <a:pt x="13494" y="7597"/>
                  <a:pt x="13514" y="7781"/>
                </a:cubicBezTo>
                <a:lnTo>
                  <a:pt x="13518" y="7866"/>
                </a:lnTo>
                <a:lnTo>
                  <a:pt x="13562" y="7686"/>
                </a:lnTo>
                <a:cubicBezTo>
                  <a:pt x="13584" y="7575"/>
                  <a:pt x="13602" y="7456"/>
                  <a:pt x="13618" y="7325"/>
                </a:cubicBezTo>
                <a:lnTo>
                  <a:pt x="13637" y="7003"/>
                </a:lnTo>
                <a:lnTo>
                  <a:pt x="13611" y="6863"/>
                </a:lnTo>
              </a:path>
              <a:path w="21600" h="21600">
                <a:moveTo>
                  <a:pt x="8483" y="6292"/>
                </a:moveTo>
                <a:lnTo>
                  <a:pt x="8537" y="6455"/>
                </a:lnTo>
                <a:lnTo>
                  <a:pt x="8541" y="6504"/>
                </a:lnTo>
                <a:lnTo>
                  <a:pt x="8758" y="6527"/>
                </a:lnTo>
                <a:lnTo>
                  <a:pt x="8698" y="6312"/>
                </a:lnTo>
              </a:path>
              <a:path w="21600" h="21600">
                <a:moveTo>
                  <a:pt x="1799" y="6272"/>
                </a:moveTo>
                <a:lnTo>
                  <a:pt x="1692" y="6370"/>
                </a:lnTo>
                <a:cubicBezTo>
                  <a:pt x="1634" y="6431"/>
                  <a:pt x="1576" y="6490"/>
                  <a:pt x="1519" y="6548"/>
                </a:cubicBezTo>
                <a:lnTo>
                  <a:pt x="1268" y="6812"/>
                </a:lnTo>
                <a:lnTo>
                  <a:pt x="1274" y="6810"/>
                </a:lnTo>
                <a:cubicBezTo>
                  <a:pt x="1464" y="6698"/>
                  <a:pt x="1625" y="6557"/>
                  <a:pt x="1752" y="6389"/>
                </a:cubicBezTo>
                <a:lnTo>
                  <a:pt x="1798" y="6317"/>
                </a:lnTo>
              </a:path>
              <a:path w="21600" h="21600">
                <a:moveTo>
                  <a:pt x="9197" y="6272"/>
                </a:moveTo>
                <a:lnTo>
                  <a:pt x="8986" y="6290"/>
                </a:lnTo>
                <a:lnTo>
                  <a:pt x="9066" y="6544"/>
                </a:lnTo>
                <a:lnTo>
                  <a:pt x="9265" y="6525"/>
                </a:lnTo>
              </a:path>
              <a:path w="21600" h="21600">
                <a:moveTo>
                  <a:pt x="7499" y="6270"/>
                </a:moveTo>
                <a:lnTo>
                  <a:pt x="7514" y="6319"/>
                </a:lnTo>
                <a:lnTo>
                  <a:pt x="7581" y="6334"/>
                </a:lnTo>
                <a:lnTo>
                  <a:pt x="7579" y="6327"/>
                </a:lnTo>
                <a:lnTo>
                  <a:pt x="7576" y="6321"/>
                </a:lnTo>
              </a:path>
              <a:path w="21600" h="21600">
                <a:moveTo>
                  <a:pt x="8242" y="6269"/>
                </a:moveTo>
                <a:lnTo>
                  <a:pt x="8287" y="6477"/>
                </a:lnTo>
                <a:lnTo>
                  <a:pt x="8497" y="6500"/>
                </a:lnTo>
                <a:lnTo>
                  <a:pt x="8493" y="6451"/>
                </a:lnTo>
                <a:lnTo>
                  <a:pt x="8438" y="6288"/>
                </a:lnTo>
              </a:path>
              <a:path w="21600" h="21600">
                <a:moveTo>
                  <a:pt x="7599" y="6268"/>
                </a:moveTo>
                <a:lnTo>
                  <a:pt x="7610" y="6290"/>
                </a:lnTo>
                <a:lnTo>
                  <a:pt x="7634" y="6307"/>
                </a:lnTo>
                <a:lnTo>
                  <a:pt x="7629" y="6298"/>
                </a:lnTo>
              </a:path>
              <a:path w="21600" h="21600">
                <a:moveTo>
                  <a:pt x="14094" y="6267"/>
                </a:moveTo>
                <a:lnTo>
                  <a:pt x="14112" y="6384"/>
                </a:lnTo>
                <a:cubicBezTo>
                  <a:pt x="14141" y="6621"/>
                  <a:pt x="14164" y="6869"/>
                  <a:pt x="14174" y="7119"/>
                </a:cubicBezTo>
                <a:cubicBezTo>
                  <a:pt x="14184" y="7380"/>
                  <a:pt x="14179" y="7617"/>
                  <a:pt x="14160" y="7844"/>
                </a:cubicBezTo>
                <a:lnTo>
                  <a:pt x="14130" y="8031"/>
                </a:lnTo>
                <a:lnTo>
                  <a:pt x="14152" y="8288"/>
                </a:lnTo>
                <a:cubicBezTo>
                  <a:pt x="14164" y="8733"/>
                  <a:pt x="14115" y="9168"/>
                  <a:pt x="13953" y="9542"/>
                </a:cubicBezTo>
                <a:cubicBezTo>
                  <a:pt x="14114" y="9292"/>
                  <a:pt x="14206" y="9020"/>
                  <a:pt x="14259" y="8801"/>
                </a:cubicBezTo>
                <a:cubicBezTo>
                  <a:pt x="14311" y="8584"/>
                  <a:pt x="14344" y="8354"/>
                  <a:pt x="14361" y="8096"/>
                </a:cubicBezTo>
                <a:lnTo>
                  <a:pt x="14361" y="7734"/>
                </a:lnTo>
                <a:lnTo>
                  <a:pt x="14270" y="7098"/>
                </a:lnTo>
                <a:cubicBezTo>
                  <a:pt x="14226" y="6850"/>
                  <a:pt x="14169" y="6602"/>
                  <a:pt x="14114" y="6361"/>
                </a:cubicBezTo>
              </a:path>
              <a:path w="21600" h="21600">
                <a:moveTo>
                  <a:pt x="11660" y="6252"/>
                </a:moveTo>
                <a:lnTo>
                  <a:pt x="11508" y="6525"/>
                </a:lnTo>
                <a:lnTo>
                  <a:pt x="11567" y="6708"/>
                </a:lnTo>
                <a:lnTo>
                  <a:pt x="11613" y="6931"/>
                </a:lnTo>
                <a:lnTo>
                  <a:pt x="11730" y="6786"/>
                </a:lnTo>
                <a:lnTo>
                  <a:pt x="11787" y="6679"/>
                </a:lnTo>
              </a:path>
              <a:path w="21600" h="21600">
                <a:moveTo>
                  <a:pt x="7252" y="6249"/>
                </a:moveTo>
                <a:lnTo>
                  <a:pt x="7253" y="6263"/>
                </a:lnTo>
                <a:lnTo>
                  <a:pt x="7297" y="6272"/>
                </a:lnTo>
              </a:path>
              <a:path w="21600" h="21600">
                <a:moveTo>
                  <a:pt x="7983" y="6245"/>
                </a:moveTo>
                <a:lnTo>
                  <a:pt x="8022" y="6395"/>
                </a:lnTo>
                <a:lnTo>
                  <a:pt x="8026" y="6428"/>
                </a:lnTo>
                <a:lnTo>
                  <a:pt x="8230" y="6472"/>
                </a:lnTo>
                <a:lnTo>
                  <a:pt x="8238" y="6472"/>
                </a:lnTo>
                <a:lnTo>
                  <a:pt x="8192" y="6265"/>
                </a:lnTo>
                <a:lnTo>
                  <a:pt x="8192" y="6265"/>
                </a:lnTo>
              </a:path>
              <a:path w="21600" h="21600">
                <a:moveTo>
                  <a:pt x="6932" y="6237"/>
                </a:moveTo>
                <a:lnTo>
                  <a:pt x="7167" y="6317"/>
                </a:lnTo>
                <a:lnTo>
                  <a:pt x="7162" y="6288"/>
                </a:lnTo>
              </a:path>
              <a:path w="21600" h="21600">
                <a:moveTo>
                  <a:pt x="2552" y="6237"/>
                </a:moveTo>
                <a:lnTo>
                  <a:pt x="2521" y="6287"/>
                </a:lnTo>
                <a:lnTo>
                  <a:pt x="2530" y="6398"/>
                </a:lnTo>
                <a:lnTo>
                  <a:pt x="2576" y="6271"/>
                </a:lnTo>
              </a:path>
              <a:path w="21600" h="21600">
                <a:moveTo>
                  <a:pt x="7197" y="6222"/>
                </a:moveTo>
                <a:lnTo>
                  <a:pt x="7201" y="6251"/>
                </a:lnTo>
                <a:lnTo>
                  <a:pt x="7206" y="6252"/>
                </a:lnTo>
                <a:lnTo>
                  <a:pt x="7204" y="6225"/>
                </a:lnTo>
              </a:path>
              <a:path w="21600" h="21600">
                <a:moveTo>
                  <a:pt x="2416" y="6213"/>
                </a:moveTo>
                <a:lnTo>
                  <a:pt x="2274" y="6325"/>
                </a:lnTo>
                <a:lnTo>
                  <a:pt x="2170" y="6685"/>
                </a:lnTo>
                <a:lnTo>
                  <a:pt x="2149" y="6782"/>
                </a:lnTo>
                <a:lnTo>
                  <a:pt x="2152" y="6779"/>
                </a:lnTo>
                <a:lnTo>
                  <a:pt x="2276" y="6684"/>
                </a:lnTo>
                <a:lnTo>
                  <a:pt x="2385" y="6297"/>
                </a:lnTo>
              </a:path>
              <a:path w="21600" h="21600">
                <a:moveTo>
                  <a:pt x="1330" y="6208"/>
                </a:moveTo>
                <a:lnTo>
                  <a:pt x="1092" y="6320"/>
                </a:lnTo>
                <a:lnTo>
                  <a:pt x="800" y="6385"/>
                </a:lnTo>
                <a:lnTo>
                  <a:pt x="625" y="6650"/>
                </a:lnTo>
                <a:lnTo>
                  <a:pt x="601" y="6718"/>
                </a:lnTo>
                <a:lnTo>
                  <a:pt x="912" y="6654"/>
                </a:lnTo>
                <a:lnTo>
                  <a:pt x="953" y="6636"/>
                </a:lnTo>
                <a:lnTo>
                  <a:pt x="999" y="6570"/>
                </a:lnTo>
                <a:cubicBezTo>
                  <a:pt x="1075" y="6479"/>
                  <a:pt x="1159" y="6390"/>
                  <a:pt x="1245" y="6299"/>
                </a:cubicBezTo>
              </a:path>
              <a:path w="21600" h="21600">
                <a:moveTo>
                  <a:pt x="9439" y="6199"/>
                </a:moveTo>
                <a:lnTo>
                  <a:pt x="9246" y="6266"/>
                </a:lnTo>
                <a:lnTo>
                  <a:pt x="9314" y="6520"/>
                </a:lnTo>
                <a:lnTo>
                  <a:pt x="9529" y="6500"/>
                </a:lnTo>
                <a:lnTo>
                  <a:pt x="9498" y="6356"/>
                </a:lnTo>
              </a:path>
              <a:path w="21600" h="21600">
                <a:moveTo>
                  <a:pt x="10795" y="6198"/>
                </a:moveTo>
                <a:lnTo>
                  <a:pt x="10617" y="6366"/>
                </a:lnTo>
                <a:lnTo>
                  <a:pt x="10736" y="6746"/>
                </a:lnTo>
                <a:lnTo>
                  <a:pt x="10907" y="6565"/>
                </a:lnTo>
                <a:lnTo>
                  <a:pt x="10841" y="6325"/>
                </a:lnTo>
              </a:path>
              <a:path w="21600" h="21600">
                <a:moveTo>
                  <a:pt x="7717" y="6195"/>
                </a:moveTo>
                <a:lnTo>
                  <a:pt x="7746" y="6331"/>
                </a:lnTo>
                <a:lnTo>
                  <a:pt x="7774" y="6375"/>
                </a:lnTo>
                <a:lnTo>
                  <a:pt x="7978" y="6418"/>
                </a:lnTo>
                <a:lnTo>
                  <a:pt x="7976" y="6396"/>
                </a:lnTo>
                <a:lnTo>
                  <a:pt x="7929" y="6237"/>
                </a:lnTo>
              </a:path>
              <a:path w="21600" h="21600">
                <a:moveTo>
                  <a:pt x="10234" y="6183"/>
                </a:moveTo>
                <a:lnTo>
                  <a:pt x="10069" y="6327"/>
                </a:lnTo>
                <a:lnTo>
                  <a:pt x="10157" y="6642"/>
                </a:lnTo>
                <a:lnTo>
                  <a:pt x="10313" y="6575"/>
                </a:lnTo>
                <a:cubicBezTo>
                  <a:pt x="10329" y="6565"/>
                  <a:pt x="10345" y="6554"/>
                  <a:pt x="10361" y="6542"/>
                </a:cubicBezTo>
              </a:path>
              <a:path w="21600" h="21600">
                <a:moveTo>
                  <a:pt x="5768" y="6176"/>
                </a:moveTo>
                <a:cubicBezTo>
                  <a:pt x="5033" y="6222"/>
                  <a:pt x="4321" y="6434"/>
                  <a:pt x="3800" y="6610"/>
                </a:cubicBezTo>
                <a:cubicBezTo>
                  <a:pt x="3669" y="6655"/>
                  <a:pt x="3548" y="6702"/>
                  <a:pt x="3437" y="6750"/>
                </a:cubicBezTo>
                <a:lnTo>
                  <a:pt x="3202" y="6868"/>
                </a:lnTo>
                <a:lnTo>
                  <a:pt x="2801" y="7159"/>
                </a:lnTo>
                <a:lnTo>
                  <a:pt x="2727" y="7232"/>
                </a:lnTo>
                <a:lnTo>
                  <a:pt x="2711" y="7263"/>
                </a:lnTo>
                <a:lnTo>
                  <a:pt x="2742" y="7324"/>
                </a:lnTo>
                <a:cubicBezTo>
                  <a:pt x="2755" y="7344"/>
                  <a:pt x="2744" y="7361"/>
                  <a:pt x="2737" y="7372"/>
                </a:cubicBezTo>
                <a:cubicBezTo>
                  <a:pt x="2732" y="7379"/>
                  <a:pt x="2727" y="7387"/>
                  <a:pt x="2723" y="7400"/>
                </a:cubicBezTo>
                <a:lnTo>
                  <a:pt x="2673" y="7562"/>
                </a:lnTo>
                <a:lnTo>
                  <a:pt x="2690" y="7611"/>
                </a:lnTo>
                <a:lnTo>
                  <a:pt x="2711" y="7593"/>
                </a:lnTo>
                <a:lnTo>
                  <a:pt x="2733" y="7573"/>
                </a:lnTo>
                <a:lnTo>
                  <a:pt x="2759" y="7523"/>
                </a:lnTo>
                <a:cubicBezTo>
                  <a:pt x="2881" y="7375"/>
                  <a:pt x="3054" y="7246"/>
                  <a:pt x="3244" y="7136"/>
                </a:cubicBezTo>
                <a:lnTo>
                  <a:pt x="3458" y="7037"/>
                </a:lnTo>
                <a:lnTo>
                  <a:pt x="3513" y="6998"/>
                </a:lnTo>
                <a:cubicBezTo>
                  <a:pt x="3746" y="6865"/>
                  <a:pt x="3997" y="6748"/>
                  <a:pt x="4252" y="6658"/>
                </a:cubicBezTo>
                <a:cubicBezTo>
                  <a:pt x="5011" y="6387"/>
                  <a:pt x="5795" y="6277"/>
                  <a:pt x="6519" y="6339"/>
                </a:cubicBezTo>
                <a:cubicBezTo>
                  <a:pt x="6735" y="6357"/>
                  <a:pt x="6947" y="6392"/>
                  <a:pt x="7156" y="6435"/>
                </a:cubicBezTo>
                <a:lnTo>
                  <a:pt x="7381" y="6487"/>
                </a:lnTo>
                <a:lnTo>
                  <a:pt x="7368" y="6443"/>
                </a:lnTo>
                <a:lnTo>
                  <a:pt x="7272" y="6398"/>
                </a:lnTo>
                <a:lnTo>
                  <a:pt x="7235" y="6386"/>
                </a:lnTo>
                <a:lnTo>
                  <a:pt x="7221" y="6399"/>
                </a:lnTo>
                <a:cubicBezTo>
                  <a:pt x="7214" y="6399"/>
                  <a:pt x="7204" y="6397"/>
                  <a:pt x="7195" y="6389"/>
                </a:cubicBezTo>
                <a:lnTo>
                  <a:pt x="7185" y="6369"/>
                </a:lnTo>
                <a:lnTo>
                  <a:pt x="6904" y="6273"/>
                </a:lnTo>
                <a:cubicBezTo>
                  <a:pt x="6776" y="6238"/>
                  <a:pt x="6642" y="6210"/>
                  <a:pt x="6504" y="6194"/>
                </a:cubicBezTo>
                <a:cubicBezTo>
                  <a:pt x="6260" y="6164"/>
                  <a:pt x="6013" y="6161"/>
                  <a:pt x="5768" y="6176"/>
                </a:cubicBezTo>
              </a:path>
              <a:path w="21600" h="21600">
                <a:moveTo>
                  <a:pt x="7610" y="6173"/>
                </a:moveTo>
                <a:lnTo>
                  <a:pt x="7612" y="6178"/>
                </a:lnTo>
                <a:lnTo>
                  <a:pt x="7682" y="6251"/>
                </a:lnTo>
                <a:lnTo>
                  <a:pt x="7668" y="6185"/>
                </a:lnTo>
              </a:path>
              <a:path w="21600" h="21600">
                <a:moveTo>
                  <a:pt x="7344" y="6171"/>
                </a:moveTo>
                <a:lnTo>
                  <a:pt x="7352" y="6206"/>
                </a:lnTo>
                <a:lnTo>
                  <a:pt x="7363" y="6258"/>
                </a:lnTo>
                <a:lnTo>
                  <a:pt x="7363" y="6258"/>
                </a:lnTo>
                <a:lnTo>
                  <a:pt x="7459" y="6306"/>
                </a:lnTo>
                <a:lnTo>
                  <a:pt x="7439" y="6231"/>
                </a:lnTo>
                <a:lnTo>
                  <a:pt x="7377" y="6190"/>
                </a:lnTo>
              </a:path>
              <a:path w="21600" h="21600">
                <a:moveTo>
                  <a:pt x="7466" y="6156"/>
                </a:moveTo>
                <a:lnTo>
                  <a:pt x="7479" y="6204"/>
                </a:lnTo>
                <a:lnTo>
                  <a:pt x="7536" y="6242"/>
                </a:lnTo>
                <a:lnTo>
                  <a:pt x="7506" y="6181"/>
                </a:lnTo>
              </a:path>
              <a:path w="21600" h="21600">
                <a:moveTo>
                  <a:pt x="5607" y="6152"/>
                </a:moveTo>
                <a:lnTo>
                  <a:pt x="4958" y="6212"/>
                </a:lnTo>
                <a:cubicBezTo>
                  <a:pt x="4641" y="6270"/>
                  <a:pt x="4322" y="6357"/>
                  <a:pt x="4007" y="6471"/>
                </a:cubicBezTo>
                <a:lnTo>
                  <a:pt x="3833" y="6553"/>
                </a:lnTo>
                <a:lnTo>
                  <a:pt x="4363" y="6387"/>
                </a:lnTo>
                <a:cubicBezTo>
                  <a:pt x="4574" y="6327"/>
                  <a:pt x="4801" y="6271"/>
                  <a:pt x="5036" y="6226"/>
                </a:cubicBezTo>
              </a:path>
              <a:path w="21600" h="21600">
                <a:moveTo>
                  <a:pt x="7003" y="6145"/>
                </a:moveTo>
                <a:lnTo>
                  <a:pt x="7006" y="6163"/>
                </a:lnTo>
                <a:lnTo>
                  <a:pt x="7008" y="6209"/>
                </a:lnTo>
                <a:lnTo>
                  <a:pt x="7156" y="6241"/>
                </a:lnTo>
                <a:lnTo>
                  <a:pt x="7150" y="6201"/>
                </a:lnTo>
              </a:path>
              <a:path w="21600" h="21600">
                <a:moveTo>
                  <a:pt x="2507" y="6142"/>
                </a:moveTo>
                <a:lnTo>
                  <a:pt x="2486" y="6158"/>
                </a:lnTo>
                <a:lnTo>
                  <a:pt x="2429" y="6311"/>
                </a:lnTo>
                <a:lnTo>
                  <a:pt x="2338" y="6637"/>
                </a:lnTo>
                <a:lnTo>
                  <a:pt x="2484" y="6526"/>
                </a:lnTo>
                <a:lnTo>
                  <a:pt x="2498" y="6486"/>
                </a:lnTo>
                <a:lnTo>
                  <a:pt x="2492" y="6474"/>
                </a:lnTo>
                <a:cubicBezTo>
                  <a:pt x="2473" y="6403"/>
                  <a:pt x="2468" y="6338"/>
                  <a:pt x="2478" y="6281"/>
                </a:cubicBezTo>
                <a:lnTo>
                  <a:pt x="2532" y="6199"/>
                </a:lnTo>
              </a:path>
              <a:path w="21600" h="21600">
                <a:moveTo>
                  <a:pt x="1800" y="6137"/>
                </a:moveTo>
                <a:lnTo>
                  <a:pt x="1458" y="6458"/>
                </a:lnTo>
                <a:lnTo>
                  <a:pt x="985" y="6669"/>
                </a:lnTo>
                <a:lnTo>
                  <a:pt x="842" y="6874"/>
                </a:lnTo>
                <a:lnTo>
                  <a:pt x="788" y="7013"/>
                </a:lnTo>
                <a:lnTo>
                  <a:pt x="1187" y="6846"/>
                </a:lnTo>
                <a:lnTo>
                  <a:pt x="1229" y="6790"/>
                </a:lnTo>
                <a:cubicBezTo>
                  <a:pt x="1308" y="6698"/>
                  <a:pt x="1396" y="6609"/>
                  <a:pt x="1486" y="6518"/>
                </a:cubicBezTo>
                <a:cubicBezTo>
                  <a:pt x="1543" y="6460"/>
                  <a:pt x="1601" y="6401"/>
                  <a:pt x="1658" y="6341"/>
                </a:cubicBezTo>
                <a:lnTo>
                  <a:pt x="1799" y="6211"/>
                </a:lnTo>
              </a:path>
              <a:path w="21600" h="21600">
                <a:moveTo>
                  <a:pt x="5901" y="6125"/>
                </a:moveTo>
                <a:lnTo>
                  <a:pt x="5813" y="6133"/>
                </a:lnTo>
                <a:lnTo>
                  <a:pt x="6289" y="6145"/>
                </a:lnTo>
                <a:lnTo>
                  <a:pt x="6251" y="6140"/>
                </a:lnTo>
                <a:cubicBezTo>
                  <a:pt x="6137" y="6131"/>
                  <a:pt x="6020" y="6127"/>
                  <a:pt x="5902" y="6127"/>
                </a:cubicBezTo>
              </a:path>
              <a:path w="21600" h="21600">
                <a:moveTo>
                  <a:pt x="2629" y="6123"/>
                </a:moveTo>
                <a:lnTo>
                  <a:pt x="2617" y="6131"/>
                </a:lnTo>
                <a:lnTo>
                  <a:pt x="2577" y="6196"/>
                </a:lnTo>
                <a:lnTo>
                  <a:pt x="2583" y="6208"/>
                </a:lnTo>
                <a:lnTo>
                  <a:pt x="2593" y="6223"/>
                </a:lnTo>
              </a:path>
              <a:path w="21600" h="21600">
                <a:moveTo>
                  <a:pt x="7344" y="6121"/>
                </a:moveTo>
                <a:lnTo>
                  <a:pt x="7401" y="6152"/>
                </a:lnTo>
                <a:lnTo>
                  <a:pt x="7418" y="6163"/>
                </a:lnTo>
                <a:lnTo>
                  <a:pt x="7405" y="6133"/>
                </a:lnTo>
              </a:path>
              <a:path w="21600" h="21600">
                <a:moveTo>
                  <a:pt x="9680" y="6115"/>
                </a:moveTo>
                <a:lnTo>
                  <a:pt x="9485" y="6183"/>
                </a:lnTo>
                <a:lnTo>
                  <a:pt x="9545" y="6345"/>
                </a:lnTo>
                <a:lnTo>
                  <a:pt x="9576" y="6489"/>
                </a:lnTo>
                <a:lnTo>
                  <a:pt x="9776" y="6408"/>
                </a:lnTo>
              </a:path>
              <a:path w="21600" h="21600">
                <a:moveTo>
                  <a:pt x="557" y="6108"/>
                </a:moveTo>
                <a:lnTo>
                  <a:pt x="229" y="6139"/>
                </a:lnTo>
                <a:lnTo>
                  <a:pt x="192" y="6202"/>
                </a:lnTo>
                <a:lnTo>
                  <a:pt x="126" y="6445"/>
                </a:lnTo>
                <a:lnTo>
                  <a:pt x="360" y="6432"/>
                </a:lnTo>
                <a:lnTo>
                  <a:pt x="367" y="6408"/>
                </a:lnTo>
                <a:cubicBezTo>
                  <a:pt x="413" y="6309"/>
                  <a:pt x="473" y="6217"/>
                  <a:pt x="542" y="6126"/>
                </a:cubicBezTo>
              </a:path>
              <a:path w="21600" h="21600">
                <a:moveTo>
                  <a:pt x="7228" y="6108"/>
                </a:moveTo>
                <a:lnTo>
                  <a:pt x="7245" y="6165"/>
                </a:lnTo>
                <a:lnTo>
                  <a:pt x="7248" y="6200"/>
                </a:lnTo>
                <a:lnTo>
                  <a:pt x="7312" y="6232"/>
                </a:lnTo>
                <a:lnTo>
                  <a:pt x="7309" y="6216"/>
                </a:lnTo>
                <a:lnTo>
                  <a:pt x="7292" y="6143"/>
                </a:lnTo>
              </a:path>
              <a:path w="21600" h="21600">
                <a:moveTo>
                  <a:pt x="11326" y="6107"/>
                </a:moveTo>
                <a:lnTo>
                  <a:pt x="11195" y="6328"/>
                </a:lnTo>
                <a:lnTo>
                  <a:pt x="11172" y="6352"/>
                </a:lnTo>
                <a:lnTo>
                  <a:pt x="11224" y="6500"/>
                </a:lnTo>
                <a:lnTo>
                  <a:pt x="11280" y="6733"/>
                </a:lnTo>
                <a:lnTo>
                  <a:pt x="11449" y="6540"/>
                </a:lnTo>
                <a:lnTo>
                  <a:pt x="11462" y="6518"/>
                </a:lnTo>
                <a:lnTo>
                  <a:pt x="11410" y="6346"/>
                </a:lnTo>
              </a:path>
              <a:path w="21600" h="21600">
                <a:moveTo>
                  <a:pt x="2004" y="6096"/>
                </a:moveTo>
                <a:lnTo>
                  <a:pt x="2001" y="6098"/>
                </a:lnTo>
                <a:lnTo>
                  <a:pt x="1990" y="6153"/>
                </a:lnTo>
                <a:lnTo>
                  <a:pt x="1950" y="6245"/>
                </a:lnTo>
                <a:lnTo>
                  <a:pt x="1937" y="6296"/>
                </a:lnTo>
                <a:lnTo>
                  <a:pt x="1905" y="6548"/>
                </a:lnTo>
                <a:lnTo>
                  <a:pt x="1904" y="6562"/>
                </a:lnTo>
                <a:lnTo>
                  <a:pt x="1905" y="6560"/>
                </a:lnTo>
                <a:lnTo>
                  <a:pt x="1940" y="6529"/>
                </a:lnTo>
                <a:lnTo>
                  <a:pt x="1992" y="6151"/>
                </a:lnTo>
              </a:path>
              <a:path w="21600" h="21600">
                <a:moveTo>
                  <a:pt x="2601" y="6095"/>
                </a:moveTo>
                <a:lnTo>
                  <a:pt x="2545" y="6123"/>
                </a:lnTo>
                <a:lnTo>
                  <a:pt x="2560" y="6157"/>
                </a:lnTo>
              </a:path>
              <a:path w="21600" h="21600">
                <a:moveTo>
                  <a:pt x="7180" y="6088"/>
                </a:moveTo>
                <a:lnTo>
                  <a:pt x="7184" y="6131"/>
                </a:lnTo>
                <a:lnTo>
                  <a:pt x="7190" y="6171"/>
                </a:lnTo>
                <a:lnTo>
                  <a:pt x="7200" y="6176"/>
                </a:lnTo>
                <a:lnTo>
                  <a:pt x="7199" y="6173"/>
                </a:lnTo>
                <a:lnTo>
                  <a:pt x="7181" y="6088"/>
                </a:lnTo>
              </a:path>
              <a:path w="21600" h="21600">
                <a:moveTo>
                  <a:pt x="7444" y="6069"/>
                </a:moveTo>
                <a:lnTo>
                  <a:pt x="7450" y="6094"/>
                </a:lnTo>
                <a:lnTo>
                  <a:pt x="7460" y="6100"/>
                </a:lnTo>
                <a:lnTo>
                  <a:pt x="7466" y="6101"/>
                </a:lnTo>
                <a:lnTo>
                  <a:pt x="7458" y="6085"/>
                </a:lnTo>
              </a:path>
              <a:path w="21600" h="21600">
                <a:moveTo>
                  <a:pt x="7319" y="6062"/>
                </a:moveTo>
                <a:lnTo>
                  <a:pt x="7321" y="6072"/>
                </a:lnTo>
                <a:lnTo>
                  <a:pt x="7340" y="6076"/>
                </a:lnTo>
              </a:path>
              <a:path w="21600" h="21600">
                <a:moveTo>
                  <a:pt x="6999" y="6051"/>
                </a:moveTo>
                <a:lnTo>
                  <a:pt x="6999" y="6068"/>
                </a:lnTo>
                <a:lnTo>
                  <a:pt x="6998" y="6098"/>
                </a:lnTo>
                <a:lnTo>
                  <a:pt x="7143" y="6153"/>
                </a:lnTo>
                <a:lnTo>
                  <a:pt x="7141" y="6134"/>
                </a:lnTo>
                <a:lnTo>
                  <a:pt x="7135" y="6084"/>
                </a:lnTo>
                <a:lnTo>
                  <a:pt x="7134" y="6079"/>
                </a:lnTo>
              </a:path>
              <a:path w="21600" h="21600">
                <a:moveTo>
                  <a:pt x="8610" y="6021"/>
                </a:moveTo>
                <a:lnTo>
                  <a:pt x="8445" y="6035"/>
                </a:lnTo>
                <a:lnTo>
                  <a:pt x="8396" y="6031"/>
                </a:lnTo>
                <a:lnTo>
                  <a:pt x="8468" y="6248"/>
                </a:lnTo>
                <a:lnTo>
                  <a:pt x="8685" y="6268"/>
                </a:lnTo>
                <a:lnTo>
                  <a:pt x="8629" y="6067"/>
                </a:lnTo>
              </a:path>
              <a:path w="21600" h="21600">
                <a:moveTo>
                  <a:pt x="8144" y="6010"/>
                </a:moveTo>
                <a:lnTo>
                  <a:pt x="8227" y="6225"/>
                </a:lnTo>
                <a:lnTo>
                  <a:pt x="8423" y="6243"/>
                </a:lnTo>
                <a:lnTo>
                  <a:pt x="8350" y="6027"/>
                </a:lnTo>
              </a:path>
              <a:path w="21600" h="21600">
                <a:moveTo>
                  <a:pt x="6784" y="6008"/>
                </a:moveTo>
                <a:lnTo>
                  <a:pt x="6783" y="6013"/>
                </a:lnTo>
                <a:lnTo>
                  <a:pt x="6781" y="6022"/>
                </a:lnTo>
                <a:lnTo>
                  <a:pt x="6823" y="6032"/>
                </a:lnTo>
                <a:lnTo>
                  <a:pt x="6946" y="6079"/>
                </a:lnTo>
                <a:lnTo>
                  <a:pt x="6938" y="6039"/>
                </a:lnTo>
              </a:path>
              <a:path w="21600" h="21600">
                <a:moveTo>
                  <a:pt x="8848" y="6002"/>
                </a:moveTo>
                <a:lnTo>
                  <a:pt x="8655" y="6018"/>
                </a:lnTo>
                <a:lnTo>
                  <a:pt x="8674" y="6063"/>
                </a:lnTo>
                <a:lnTo>
                  <a:pt x="8732" y="6270"/>
                </a:lnTo>
                <a:lnTo>
                  <a:pt x="8928" y="6253"/>
                </a:lnTo>
              </a:path>
              <a:path w="21600" h="21600">
                <a:moveTo>
                  <a:pt x="10444" y="6001"/>
                </a:moveTo>
                <a:lnTo>
                  <a:pt x="10271" y="6151"/>
                </a:lnTo>
                <a:lnTo>
                  <a:pt x="10400" y="6516"/>
                </a:lnTo>
                <a:lnTo>
                  <a:pt x="10566" y="6358"/>
                </a:lnTo>
                <a:lnTo>
                  <a:pt x="10494" y="6130"/>
                </a:lnTo>
              </a:path>
              <a:path w="21600" h="21600">
                <a:moveTo>
                  <a:pt x="6999" y="5992"/>
                </a:moveTo>
                <a:lnTo>
                  <a:pt x="6999" y="6007"/>
                </a:lnTo>
                <a:lnTo>
                  <a:pt x="7072" y="6022"/>
                </a:lnTo>
              </a:path>
              <a:path w="21600" h="21600">
                <a:moveTo>
                  <a:pt x="7899" y="5989"/>
                </a:moveTo>
                <a:lnTo>
                  <a:pt x="7946" y="6100"/>
                </a:lnTo>
                <a:lnTo>
                  <a:pt x="7972" y="6200"/>
                </a:lnTo>
                <a:lnTo>
                  <a:pt x="8175" y="6220"/>
                </a:lnTo>
                <a:lnTo>
                  <a:pt x="8091" y="6005"/>
                </a:lnTo>
              </a:path>
              <a:path w="21600" h="21600">
                <a:moveTo>
                  <a:pt x="1092" y="5984"/>
                </a:moveTo>
                <a:lnTo>
                  <a:pt x="629" y="6094"/>
                </a:lnTo>
                <a:lnTo>
                  <a:pt x="580" y="6151"/>
                </a:lnTo>
                <a:cubicBezTo>
                  <a:pt x="513" y="6240"/>
                  <a:pt x="454" y="6331"/>
                  <a:pt x="410" y="6427"/>
                </a:cubicBezTo>
                <a:lnTo>
                  <a:pt x="409" y="6427"/>
                </a:lnTo>
                <a:lnTo>
                  <a:pt x="772" y="6347"/>
                </a:lnTo>
                <a:lnTo>
                  <a:pt x="1005" y="6080"/>
                </a:lnTo>
              </a:path>
              <a:path w="21600" h="21600">
                <a:moveTo>
                  <a:pt x="7191" y="5982"/>
                </a:moveTo>
                <a:lnTo>
                  <a:pt x="7210" y="6048"/>
                </a:lnTo>
                <a:lnTo>
                  <a:pt x="7218" y="6052"/>
                </a:lnTo>
                <a:lnTo>
                  <a:pt x="7241" y="6056"/>
                </a:lnTo>
                <a:lnTo>
                  <a:pt x="7273" y="6063"/>
                </a:lnTo>
                <a:lnTo>
                  <a:pt x="7265" y="6029"/>
                </a:lnTo>
              </a:path>
              <a:path w="21600" h="21600">
                <a:moveTo>
                  <a:pt x="9876" y="5978"/>
                </a:moveTo>
                <a:lnTo>
                  <a:pt x="9792" y="6049"/>
                </a:lnTo>
                <a:cubicBezTo>
                  <a:pt x="9769" y="6065"/>
                  <a:pt x="9745" y="6079"/>
                  <a:pt x="9721" y="6092"/>
                </a:cubicBezTo>
                <a:lnTo>
                  <a:pt x="9818" y="6391"/>
                </a:lnTo>
                <a:lnTo>
                  <a:pt x="10017" y="6310"/>
                </a:lnTo>
              </a:path>
              <a:path w="21600" h="21600">
                <a:moveTo>
                  <a:pt x="2174" y="5974"/>
                </a:moveTo>
                <a:lnTo>
                  <a:pt x="2060" y="6056"/>
                </a:lnTo>
                <a:lnTo>
                  <a:pt x="2037" y="6157"/>
                </a:lnTo>
                <a:lnTo>
                  <a:pt x="1993" y="6482"/>
                </a:lnTo>
                <a:lnTo>
                  <a:pt x="2057" y="6425"/>
                </a:lnTo>
                <a:lnTo>
                  <a:pt x="2104" y="6211"/>
                </a:lnTo>
              </a:path>
              <a:path w="21600" h="21600">
                <a:moveTo>
                  <a:pt x="7652" y="5965"/>
                </a:moveTo>
                <a:lnTo>
                  <a:pt x="7684" y="6042"/>
                </a:lnTo>
                <a:lnTo>
                  <a:pt x="7707" y="6149"/>
                </a:lnTo>
                <a:lnTo>
                  <a:pt x="7915" y="6190"/>
                </a:lnTo>
                <a:lnTo>
                  <a:pt x="7855" y="5986"/>
                </a:lnTo>
                <a:lnTo>
                  <a:pt x="7688" y="5972"/>
                </a:lnTo>
              </a:path>
              <a:path w="21600" h="21600">
                <a:moveTo>
                  <a:pt x="6514" y="5961"/>
                </a:moveTo>
                <a:lnTo>
                  <a:pt x="6711" y="6006"/>
                </a:lnTo>
                <a:lnTo>
                  <a:pt x="6710" y="6005"/>
                </a:lnTo>
                <a:lnTo>
                  <a:pt x="6707" y="5992"/>
                </a:lnTo>
                <a:lnTo>
                  <a:pt x="6617" y="5974"/>
                </a:lnTo>
              </a:path>
              <a:path w="21600" h="21600">
                <a:moveTo>
                  <a:pt x="12441" y="5950"/>
                </a:moveTo>
                <a:lnTo>
                  <a:pt x="12423" y="6048"/>
                </a:lnTo>
                <a:lnTo>
                  <a:pt x="12329" y="6365"/>
                </a:lnTo>
                <a:lnTo>
                  <a:pt x="12335" y="6380"/>
                </a:lnTo>
                <a:lnTo>
                  <a:pt x="12461" y="6898"/>
                </a:lnTo>
                <a:lnTo>
                  <a:pt x="12592" y="6422"/>
                </a:lnTo>
              </a:path>
              <a:path w="21600" h="21600">
                <a:moveTo>
                  <a:pt x="10982" y="5949"/>
                </a:moveTo>
                <a:lnTo>
                  <a:pt x="10857" y="6140"/>
                </a:lnTo>
                <a:lnTo>
                  <a:pt x="10831" y="6165"/>
                </a:lnTo>
                <a:lnTo>
                  <a:pt x="10881" y="6301"/>
                </a:lnTo>
                <a:lnTo>
                  <a:pt x="10944" y="6527"/>
                </a:lnTo>
                <a:lnTo>
                  <a:pt x="11120" y="6341"/>
                </a:lnTo>
              </a:path>
              <a:path w="21600" h="21600">
                <a:moveTo>
                  <a:pt x="9082" y="5946"/>
                </a:moveTo>
                <a:lnTo>
                  <a:pt x="8915" y="5996"/>
                </a:lnTo>
                <a:lnTo>
                  <a:pt x="8893" y="5998"/>
                </a:lnTo>
                <a:lnTo>
                  <a:pt x="8972" y="6249"/>
                </a:lnTo>
                <a:lnTo>
                  <a:pt x="9186" y="6230"/>
                </a:lnTo>
                <a:lnTo>
                  <a:pt x="9158" y="6125"/>
                </a:lnTo>
              </a:path>
              <a:path w="21600" h="21600">
                <a:moveTo>
                  <a:pt x="5718" y="5944"/>
                </a:moveTo>
                <a:cubicBezTo>
                  <a:pt x="5014" y="5964"/>
                  <a:pt x="4318" y="6143"/>
                  <a:pt x="3750" y="6314"/>
                </a:cubicBezTo>
                <a:cubicBezTo>
                  <a:pt x="3402" y="6418"/>
                  <a:pt x="3124" y="6538"/>
                  <a:pt x="2926" y="6666"/>
                </a:cubicBezTo>
                <a:lnTo>
                  <a:pt x="2721" y="6838"/>
                </a:lnTo>
                <a:lnTo>
                  <a:pt x="2737" y="6870"/>
                </a:lnTo>
                <a:cubicBezTo>
                  <a:pt x="2752" y="6890"/>
                  <a:pt x="2740" y="6908"/>
                  <a:pt x="2733" y="6917"/>
                </a:cubicBezTo>
                <a:cubicBezTo>
                  <a:pt x="2728" y="6923"/>
                  <a:pt x="2723" y="6931"/>
                  <a:pt x="2718" y="6944"/>
                </a:cubicBezTo>
                <a:lnTo>
                  <a:pt x="2652" y="7149"/>
                </a:lnTo>
                <a:lnTo>
                  <a:pt x="2676" y="7195"/>
                </a:lnTo>
                <a:lnTo>
                  <a:pt x="2720" y="7163"/>
                </a:lnTo>
                <a:lnTo>
                  <a:pt x="2720" y="7163"/>
                </a:lnTo>
                <a:cubicBezTo>
                  <a:pt x="2839" y="7028"/>
                  <a:pt x="3010" y="6912"/>
                  <a:pt x="3198" y="6813"/>
                </a:cubicBezTo>
                <a:lnTo>
                  <a:pt x="3211" y="6807"/>
                </a:lnTo>
                <a:lnTo>
                  <a:pt x="3256" y="6775"/>
                </a:lnTo>
                <a:cubicBezTo>
                  <a:pt x="3485" y="6641"/>
                  <a:pt x="3736" y="6523"/>
                  <a:pt x="3991" y="6431"/>
                </a:cubicBezTo>
                <a:cubicBezTo>
                  <a:pt x="4745" y="6157"/>
                  <a:pt x="5528" y="6041"/>
                  <a:pt x="6253" y="6095"/>
                </a:cubicBezTo>
                <a:cubicBezTo>
                  <a:pt x="6469" y="6111"/>
                  <a:pt x="6681" y="6144"/>
                  <a:pt x="6890" y="6183"/>
                </a:cubicBezTo>
                <a:lnTo>
                  <a:pt x="6957" y="6198"/>
                </a:lnTo>
                <a:lnTo>
                  <a:pt x="6953" y="6175"/>
                </a:lnTo>
                <a:lnTo>
                  <a:pt x="6953" y="6126"/>
                </a:lnTo>
                <a:lnTo>
                  <a:pt x="6812" y="6073"/>
                </a:lnTo>
                <a:lnTo>
                  <a:pt x="6758" y="6061"/>
                </a:lnTo>
                <a:lnTo>
                  <a:pt x="6751" y="6071"/>
                </a:lnTo>
                <a:lnTo>
                  <a:pt x="6743" y="6057"/>
                </a:lnTo>
                <a:lnTo>
                  <a:pt x="6420" y="5983"/>
                </a:lnTo>
                <a:cubicBezTo>
                  <a:pt x="6188" y="5948"/>
                  <a:pt x="5953" y="5937"/>
                  <a:pt x="5718" y="5944"/>
                </a:cubicBezTo>
              </a:path>
              <a:path w="21600" h="21600">
                <a:moveTo>
                  <a:pt x="12132" y="5931"/>
                </a:moveTo>
                <a:lnTo>
                  <a:pt x="12014" y="6299"/>
                </a:lnTo>
                <a:lnTo>
                  <a:pt x="12141" y="6772"/>
                </a:lnTo>
                <a:lnTo>
                  <a:pt x="12195" y="6662"/>
                </a:lnTo>
                <a:lnTo>
                  <a:pt x="12282" y="6368"/>
                </a:lnTo>
              </a:path>
              <a:path w="21600" h="21600">
                <a:moveTo>
                  <a:pt x="7279" y="5927"/>
                </a:moveTo>
                <a:lnTo>
                  <a:pt x="7302" y="5991"/>
                </a:lnTo>
                <a:lnTo>
                  <a:pt x="7305" y="6002"/>
                </a:lnTo>
                <a:lnTo>
                  <a:pt x="7366" y="6040"/>
                </a:lnTo>
                <a:lnTo>
                  <a:pt x="7336" y="5972"/>
                </a:lnTo>
              </a:path>
              <a:path w="21600" h="21600">
                <a:moveTo>
                  <a:pt x="7412" y="5921"/>
                </a:moveTo>
                <a:lnTo>
                  <a:pt x="7449" y="5967"/>
                </a:lnTo>
                <a:lnTo>
                  <a:pt x="7457" y="5983"/>
                </a:lnTo>
                <a:lnTo>
                  <a:pt x="7579" y="6123"/>
                </a:lnTo>
                <a:lnTo>
                  <a:pt x="7658" y="6139"/>
                </a:lnTo>
                <a:lnTo>
                  <a:pt x="7639" y="6049"/>
                </a:lnTo>
                <a:lnTo>
                  <a:pt x="7599" y="5955"/>
                </a:lnTo>
              </a:path>
              <a:path w="21600" h="21600">
                <a:moveTo>
                  <a:pt x="6799" y="5908"/>
                </a:moveTo>
                <a:lnTo>
                  <a:pt x="6790" y="5964"/>
                </a:lnTo>
                <a:lnTo>
                  <a:pt x="6925" y="5992"/>
                </a:lnTo>
                <a:lnTo>
                  <a:pt x="6911" y="5955"/>
                </a:lnTo>
              </a:path>
              <a:path w="21600" h="21600">
                <a:moveTo>
                  <a:pt x="12733" y="5892"/>
                </a:moveTo>
                <a:lnTo>
                  <a:pt x="12671" y="6305"/>
                </a:lnTo>
                <a:lnTo>
                  <a:pt x="12640" y="6419"/>
                </a:lnTo>
                <a:lnTo>
                  <a:pt x="12665" y="6499"/>
                </a:lnTo>
                <a:lnTo>
                  <a:pt x="12771" y="6987"/>
                </a:lnTo>
                <a:lnTo>
                  <a:pt x="12809" y="6857"/>
                </a:lnTo>
                <a:cubicBezTo>
                  <a:pt x="12836" y="6747"/>
                  <a:pt x="12857" y="6643"/>
                  <a:pt x="12874" y="6554"/>
                </a:cubicBezTo>
                <a:lnTo>
                  <a:pt x="12890" y="6421"/>
                </a:lnTo>
                <a:lnTo>
                  <a:pt x="12743" y="5925"/>
                </a:lnTo>
              </a:path>
              <a:path w="21600" h="21600">
                <a:moveTo>
                  <a:pt x="1801" y="5891"/>
                </a:moveTo>
                <a:lnTo>
                  <a:pt x="1621" y="6072"/>
                </a:lnTo>
                <a:lnTo>
                  <a:pt x="1439" y="6157"/>
                </a:lnTo>
                <a:lnTo>
                  <a:pt x="1279" y="6328"/>
                </a:lnTo>
                <a:cubicBezTo>
                  <a:pt x="1194" y="6418"/>
                  <a:pt x="1111" y="6506"/>
                  <a:pt x="1036" y="6595"/>
                </a:cubicBezTo>
                <a:lnTo>
                  <a:pt x="1032" y="6601"/>
                </a:lnTo>
                <a:lnTo>
                  <a:pt x="1435" y="6423"/>
                </a:lnTo>
                <a:lnTo>
                  <a:pt x="1800" y="6080"/>
                </a:lnTo>
                <a:lnTo>
                  <a:pt x="1801" y="5896"/>
                </a:lnTo>
              </a:path>
              <a:path w="21600" h="21600">
                <a:moveTo>
                  <a:pt x="2050" y="5887"/>
                </a:moveTo>
                <a:lnTo>
                  <a:pt x="2035" y="5926"/>
                </a:lnTo>
                <a:lnTo>
                  <a:pt x="2014" y="6034"/>
                </a:lnTo>
                <a:lnTo>
                  <a:pt x="2018" y="6031"/>
                </a:lnTo>
              </a:path>
              <a:path w="21600" h="21600">
                <a:moveTo>
                  <a:pt x="5682" y="5884"/>
                </a:moveTo>
                <a:lnTo>
                  <a:pt x="5683" y="5884"/>
                </a:lnTo>
                <a:lnTo>
                  <a:pt x="4718" y="5975"/>
                </a:lnTo>
                <a:cubicBezTo>
                  <a:pt x="4393" y="6035"/>
                  <a:pt x="4067" y="6125"/>
                  <a:pt x="3747" y="6243"/>
                </a:cubicBezTo>
                <a:lnTo>
                  <a:pt x="3551" y="6336"/>
                </a:lnTo>
                <a:lnTo>
                  <a:pt x="3735" y="6273"/>
                </a:lnTo>
                <a:cubicBezTo>
                  <a:pt x="4306" y="6101"/>
                  <a:pt x="5008" y="5921"/>
                  <a:pt x="5717" y="5901"/>
                </a:cubicBezTo>
                <a:lnTo>
                  <a:pt x="6293" y="5933"/>
                </a:lnTo>
                <a:lnTo>
                  <a:pt x="5984" y="5894"/>
                </a:lnTo>
                <a:lnTo>
                  <a:pt x="5683" y="5884"/>
                </a:lnTo>
                <a:lnTo>
                  <a:pt x="5683" y="5884"/>
                </a:lnTo>
              </a:path>
              <a:path w="21600" h="21600">
                <a:moveTo>
                  <a:pt x="1912" y="5882"/>
                </a:moveTo>
                <a:lnTo>
                  <a:pt x="1910" y="5897"/>
                </a:lnTo>
                <a:lnTo>
                  <a:pt x="1910" y="5952"/>
                </a:lnTo>
              </a:path>
              <a:path w="21600" h="21600">
                <a:moveTo>
                  <a:pt x="6719" y="5875"/>
                </a:moveTo>
                <a:lnTo>
                  <a:pt x="6743" y="5955"/>
                </a:lnTo>
                <a:lnTo>
                  <a:pt x="6747" y="5956"/>
                </a:lnTo>
                <a:lnTo>
                  <a:pt x="6756" y="5890"/>
                </a:lnTo>
                <a:lnTo>
                  <a:pt x="6721" y="5876"/>
                </a:lnTo>
              </a:path>
              <a:path w="21600" h="21600">
                <a:moveTo>
                  <a:pt x="9318" y="5875"/>
                </a:moveTo>
                <a:lnTo>
                  <a:pt x="9128" y="5932"/>
                </a:lnTo>
                <a:lnTo>
                  <a:pt x="9207" y="6117"/>
                </a:lnTo>
                <a:lnTo>
                  <a:pt x="9236" y="6225"/>
                </a:lnTo>
                <a:lnTo>
                  <a:pt x="9424" y="6159"/>
                </a:lnTo>
              </a:path>
              <a:path w="21600" h="21600">
                <a:moveTo>
                  <a:pt x="7159" y="5874"/>
                </a:moveTo>
                <a:lnTo>
                  <a:pt x="7172" y="5918"/>
                </a:lnTo>
                <a:lnTo>
                  <a:pt x="7245" y="5964"/>
                </a:lnTo>
                <a:lnTo>
                  <a:pt x="7217" y="5885"/>
                </a:lnTo>
              </a:path>
              <a:path w="21600" h="21600">
                <a:moveTo>
                  <a:pt x="2594" y="5874"/>
                </a:moveTo>
                <a:lnTo>
                  <a:pt x="2520" y="6068"/>
                </a:lnTo>
                <a:lnTo>
                  <a:pt x="2527" y="6084"/>
                </a:lnTo>
                <a:lnTo>
                  <a:pt x="2671" y="6013"/>
                </a:lnTo>
                <a:lnTo>
                  <a:pt x="2686" y="5989"/>
                </a:lnTo>
              </a:path>
              <a:path w="21600" h="21600">
                <a:moveTo>
                  <a:pt x="11813" y="5873"/>
                </a:moveTo>
                <a:lnTo>
                  <a:pt x="11720" y="6146"/>
                </a:lnTo>
                <a:lnTo>
                  <a:pt x="11691" y="6198"/>
                </a:lnTo>
                <a:lnTo>
                  <a:pt x="11817" y="6621"/>
                </a:lnTo>
                <a:lnTo>
                  <a:pt x="11936" y="6395"/>
                </a:lnTo>
                <a:lnTo>
                  <a:pt x="11968" y="6295"/>
                </a:lnTo>
                <a:lnTo>
                  <a:pt x="11962" y="6275"/>
                </a:lnTo>
              </a:path>
              <a:path w="21600" h="21600">
                <a:moveTo>
                  <a:pt x="2359" y="5865"/>
                </a:moveTo>
                <a:lnTo>
                  <a:pt x="2251" y="5919"/>
                </a:lnTo>
                <a:lnTo>
                  <a:pt x="2235" y="5931"/>
                </a:lnTo>
                <a:lnTo>
                  <a:pt x="2148" y="6223"/>
                </a:lnTo>
                <a:lnTo>
                  <a:pt x="2115" y="6374"/>
                </a:lnTo>
                <a:lnTo>
                  <a:pt x="2169" y="6325"/>
                </a:lnTo>
                <a:lnTo>
                  <a:pt x="2240" y="6276"/>
                </a:lnTo>
              </a:path>
              <a:path w="21600" h="21600">
                <a:moveTo>
                  <a:pt x="7079" y="5860"/>
                </a:moveTo>
                <a:lnTo>
                  <a:pt x="7106" y="5876"/>
                </a:lnTo>
                <a:lnTo>
                  <a:pt x="7104" y="5864"/>
                </a:lnTo>
              </a:path>
              <a:path w="21600" h="21600">
                <a:moveTo>
                  <a:pt x="6995" y="5858"/>
                </a:moveTo>
                <a:lnTo>
                  <a:pt x="7000" y="5942"/>
                </a:lnTo>
                <a:lnTo>
                  <a:pt x="7000" y="5944"/>
                </a:lnTo>
                <a:lnTo>
                  <a:pt x="7091" y="5982"/>
                </a:lnTo>
                <a:lnTo>
                  <a:pt x="7123" y="6000"/>
                </a:lnTo>
                <a:lnTo>
                  <a:pt x="7114" y="5933"/>
                </a:lnTo>
              </a:path>
              <a:path w="21600" h="21600">
                <a:moveTo>
                  <a:pt x="1774" y="5857"/>
                </a:moveTo>
                <a:lnTo>
                  <a:pt x="1692" y="5917"/>
                </a:lnTo>
                <a:lnTo>
                  <a:pt x="1537" y="6063"/>
                </a:lnTo>
                <a:lnTo>
                  <a:pt x="1594" y="6037"/>
                </a:lnTo>
              </a:path>
              <a:path w="21600" h="21600">
                <a:moveTo>
                  <a:pt x="6917" y="5829"/>
                </a:moveTo>
                <a:lnTo>
                  <a:pt x="6954" y="5921"/>
                </a:lnTo>
                <a:lnTo>
                  <a:pt x="6950" y="5836"/>
                </a:lnTo>
              </a:path>
              <a:path w="21600" h="21600">
                <a:moveTo>
                  <a:pt x="7145" y="5826"/>
                </a:moveTo>
                <a:lnTo>
                  <a:pt x="7145" y="5827"/>
                </a:lnTo>
                <a:lnTo>
                  <a:pt x="7147" y="5827"/>
                </a:lnTo>
              </a:path>
              <a:path w="21600" h="21600">
                <a:moveTo>
                  <a:pt x="6497" y="5817"/>
                </a:moveTo>
                <a:lnTo>
                  <a:pt x="6502" y="5828"/>
                </a:lnTo>
                <a:cubicBezTo>
                  <a:pt x="6508" y="5841"/>
                  <a:pt x="6513" y="5851"/>
                  <a:pt x="6516" y="5856"/>
                </a:cubicBezTo>
                <a:cubicBezTo>
                  <a:pt x="6519" y="5851"/>
                  <a:pt x="6521" y="5846"/>
                  <a:pt x="6525" y="5838"/>
                </a:cubicBezTo>
                <a:lnTo>
                  <a:pt x="6529" y="5825"/>
                </a:lnTo>
              </a:path>
              <a:path w="21600" h="21600">
                <a:moveTo>
                  <a:pt x="2547" y="5817"/>
                </a:moveTo>
                <a:lnTo>
                  <a:pt x="2492" y="5898"/>
                </a:lnTo>
                <a:lnTo>
                  <a:pt x="2503" y="5982"/>
                </a:lnTo>
                <a:lnTo>
                  <a:pt x="2560" y="5832"/>
                </a:lnTo>
              </a:path>
              <a:path w="21600" h="21600">
                <a:moveTo>
                  <a:pt x="7238" y="5810"/>
                </a:moveTo>
                <a:lnTo>
                  <a:pt x="7250" y="5843"/>
                </a:lnTo>
                <a:lnTo>
                  <a:pt x="7255" y="5847"/>
                </a:lnTo>
                <a:lnTo>
                  <a:pt x="7285" y="5852"/>
                </a:lnTo>
                <a:lnTo>
                  <a:pt x="7277" y="5843"/>
                </a:lnTo>
              </a:path>
              <a:path w="21600" h="21600">
                <a:moveTo>
                  <a:pt x="6813" y="5810"/>
                </a:moveTo>
                <a:lnTo>
                  <a:pt x="6805" y="5863"/>
                </a:lnTo>
                <a:lnTo>
                  <a:pt x="6890" y="5898"/>
                </a:lnTo>
                <a:lnTo>
                  <a:pt x="6860" y="5819"/>
                </a:lnTo>
              </a:path>
              <a:path w="21600" h="21600">
                <a:moveTo>
                  <a:pt x="10087" y="5800"/>
                </a:moveTo>
                <a:lnTo>
                  <a:pt x="9913" y="5947"/>
                </a:lnTo>
                <a:lnTo>
                  <a:pt x="10057" y="6284"/>
                </a:lnTo>
                <a:lnTo>
                  <a:pt x="10220" y="6141"/>
                </a:lnTo>
                <a:lnTo>
                  <a:pt x="10157" y="5964"/>
                </a:lnTo>
              </a:path>
              <a:path w="21600" h="21600">
                <a:moveTo>
                  <a:pt x="11490" y="5800"/>
                </a:moveTo>
                <a:lnTo>
                  <a:pt x="11461" y="5880"/>
                </a:lnTo>
                <a:lnTo>
                  <a:pt x="11356" y="6057"/>
                </a:lnTo>
                <a:lnTo>
                  <a:pt x="11489" y="6468"/>
                </a:lnTo>
                <a:lnTo>
                  <a:pt x="11643" y="6193"/>
                </a:lnTo>
                <a:lnTo>
                  <a:pt x="11632" y="6157"/>
                </a:lnTo>
              </a:path>
              <a:path w="21600" h="21600">
                <a:moveTo>
                  <a:pt x="10636" y="5791"/>
                </a:moveTo>
                <a:lnTo>
                  <a:pt x="10561" y="5899"/>
                </a:lnTo>
                <a:lnTo>
                  <a:pt x="10480" y="5969"/>
                </a:lnTo>
                <a:lnTo>
                  <a:pt x="10534" y="6106"/>
                </a:lnTo>
                <a:lnTo>
                  <a:pt x="10603" y="6323"/>
                </a:lnTo>
                <a:lnTo>
                  <a:pt x="10780" y="6155"/>
                </a:lnTo>
                <a:lnTo>
                  <a:pt x="10737" y="6037"/>
                </a:lnTo>
                <a:cubicBezTo>
                  <a:pt x="10703" y="5949"/>
                  <a:pt x="10671" y="5871"/>
                  <a:pt x="10643" y="5805"/>
                </a:cubicBezTo>
              </a:path>
              <a:path w="21600" h="21600">
                <a:moveTo>
                  <a:pt x="6685" y="5786"/>
                </a:moveTo>
                <a:lnTo>
                  <a:pt x="6702" y="5825"/>
                </a:lnTo>
                <a:lnTo>
                  <a:pt x="6736" y="5834"/>
                </a:lnTo>
                <a:lnTo>
                  <a:pt x="6762" y="5845"/>
                </a:lnTo>
                <a:lnTo>
                  <a:pt x="6768" y="5801"/>
                </a:lnTo>
              </a:path>
              <a:path w="21600" h="21600">
                <a:moveTo>
                  <a:pt x="2523" y="5782"/>
                </a:moveTo>
                <a:lnTo>
                  <a:pt x="2417" y="5835"/>
                </a:lnTo>
                <a:lnTo>
                  <a:pt x="2409" y="5857"/>
                </a:lnTo>
                <a:lnTo>
                  <a:pt x="2300" y="6234"/>
                </a:lnTo>
                <a:lnTo>
                  <a:pt x="2447" y="6131"/>
                </a:lnTo>
                <a:lnTo>
                  <a:pt x="2472" y="6065"/>
                </a:lnTo>
                <a:lnTo>
                  <a:pt x="2471" y="6062"/>
                </a:lnTo>
                <a:cubicBezTo>
                  <a:pt x="2448" y="5997"/>
                  <a:pt x="2440" y="5939"/>
                  <a:pt x="2449" y="5889"/>
                </a:cubicBezTo>
                <a:lnTo>
                  <a:pt x="2525" y="5784"/>
                </a:lnTo>
              </a:path>
              <a:path w="21600" h="21600">
                <a:moveTo>
                  <a:pt x="6593" y="5768"/>
                </a:moveTo>
                <a:lnTo>
                  <a:pt x="6585" y="5794"/>
                </a:lnTo>
                <a:lnTo>
                  <a:pt x="6648" y="5811"/>
                </a:lnTo>
                <a:lnTo>
                  <a:pt x="6632" y="5776"/>
                </a:lnTo>
              </a:path>
              <a:path w="21600" h="21600">
                <a:moveTo>
                  <a:pt x="9523" y="5768"/>
                </a:moveTo>
                <a:lnTo>
                  <a:pt x="9520" y="5771"/>
                </a:lnTo>
                <a:cubicBezTo>
                  <a:pt x="9470" y="5802"/>
                  <a:pt x="9418" y="5831"/>
                  <a:pt x="9363" y="5857"/>
                </a:cubicBezTo>
                <a:lnTo>
                  <a:pt x="9470" y="6143"/>
                </a:lnTo>
                <a:lnTo>
                  <a:pt x="9665" y="6074"/>
                </a:lnTo>
              </a:path>
              <a:path w="21600" h="21600">
                <a:moveTo>
                  <a:pt x="6818" y="5765"/>
                </a:moveTo>
                <a:lnTo>
                  <a:pt x="6818" y="5766"/>
                </a:lnTo>
                <a:lnTo>
                  <a:pt x="6823" y="5766"/>
                </a:lnTo>
              </a:path>
              <a:path w="21600" h="21600">
                <a:moveTo>
                  <a:pt x="2585" y="5765"/>
                </a:moveTo>
                <a:lnTo>
                  <a:pt x="2580" y="5768"/>
                </a:lnTo>
                <a:lnTo>
                  <a:pt x="2573" y="5778"/>
                </a:lnTo>
                <a:lnTo>
                  <a:pt x="2574" y="5780"/>
                </a:lnTo>
                <a:lnTo>
                  <a:pt x="2578" y="5785"/>
                </a:lnTo>
              </a:path>
              <a:path w="21600" h="21600">
                <a:moveTo>
                  <a:pt x="13008" y="5752"/>
                </a:moveTo>
                <a:lnTo>
                  <a:pt x="13004" y="5909"/>
                </a:lnTo>
                <a:lnTo>
                  <a:pt x="12939" y="6426"/>
                </a:lnTo>
                <a:lnTo>
                  <a:pt x="12996" y="6617"/>
                </a:lnTo>
                <a:lnTo>
                  <a:pt x="13086" y="6997"/>
                </a:lnTo>
                <a:lnTo>
                  <a:pt x="13122" y="6811"/>
                </a:lnTo>
                <a:lnTo>
                  <a:pt x="13170" y="6343"/>
                </a:lnTo>
                <a:lnTo>
                  <a:pt x="13086" y="6037"/>
                </a:lnTo>
              </a:path>
              <a:path w="21600" h="21600">
                <a:moveTo>
                  <a:pt x="8041" y="5745"/>
                </a:moveTo>
                <a:lnTo>
                  <a:pt x="8126" y="5964"/>
                </a:lnTo>
                <a:lnTo>
                  <a:pt x="8335" y="5982"/>
                </a:lnTo>
                <a:lnTo>
                  <a:pt x="8285" y="5834"/>
                </a:lnTo>
                <a:lnTo>
                  <a:pt x="8245" y="5750"/>
                </a:lnTo>
                <a:lnTo>
                  <a:pt x="8175" y="5755"/>
                </a:lnTo>
              </a:path>
              <a:path w="21600" h="21600">
                <a:moveTo>
                  <a:pt x="6468" y="5745"/>
                </a:moveTo>
                <a:lnTo>
                  <a:pt x="6472" y="5754"/>
                </a:lnTo>
                <a:lnTo>
                  <a:pt x="6476" y="5766"/>
                </a:lnTo>
                <a:lnTo>
                  <a:pt x="6541" y="5783"/>
                </a:lnTo>
                <a:lnTo>
                  <a:pt x="6548" y="5760"/>
                </a:lnTo>
              </a:path>
              <a:path w="21600" h="21600">
                <a:moveTo>
                  <a:pt x="8487" y="5731"/>
                </a:moveTo>
                <a:lnTo>
                  <a:pt x="8289" y="5746"/>
                </a:lnTo>
                <a:lnTo>
                  <a:pt x="8331" y="5834"/>
                </a:lnTo>
                <a:lnTo>
                  <a:pt x="8381" y="5986"/>
                </a:lnTo>
                <a:lnTo>
                  <a:pt x="8448" y="5991"/>
                </a:lnTo>
                <a:lnTo>
                  <a:pt x="8592" y="5980"/>
                </a:lnTo>
              </a:path>
              <a:path w="21600" h="21600">
                <a:moveTo>
                  <a:pt x="1963" y="5729"/>
                </a:moveTo>
                <a:lnTo>
                  <a:pt x="1961" y="5731"/>
                </a:lnTo>
                <a:lnTo>
                  <a:pt x="1961" y="5746"/>
                </a:lnTo>
              </a:path>
              <a:path w="21600" h="21600">
                <a:moveTo>
                  <a:pt x="7787" y="5727"/>
                </a:moveTo>
                <a:lnTo>
                  <a:pt x="7879" y="5944"/>
                </a:lnTo>
                <a:lnTo>
                  <a:pt x="8074" y="5960"/>
                </a:lnTo>
                <a:lnTo>
                  <a:pt x="7989" y="5742"/>
                </a:lnTo>
              </a:path>
              <a:path w="21600" h="21600">
                <a:moveTo>
                  <a:pt x="13652" y="5726"/>
                </a:moveTo>
                <a:lnTo>
                  <a:pt x="13674" y="5931"/>
                </a:lnTo>
                <a:cubicBezTo>
                  <a:pt x="13693" y="6154"/>
                  <a:pt x="13705" y="6390"/>
                  <a:pt x="13704" y="6633"/>
                </a:cubicBezTo>
                <a:lnTo>
                  <a:pt x="13682" y="7019"/>
                </a:lnTo>
                <a:lnTo>
                  <a:pt x="13814" y="7867"/>
                </a:lnTo>
                <a:lnTo>
                  <a:pt x="13865" y="7582"/>
                </a:lnTo>
                <a:cubicBezTo>
                  <a:pt x="13888" y="7362"/>
                  <a:pt x="13897" y="7131"/>
                  <a:pt x="13892" y="6876"/>
                </a:cubicBezTo>
                <a:lnTo>
                  <a:pt x="13883" y="6726"/>
                </a:lnTo>
                <a:lnTo>
                  <a:pt x="13774" y="6258"/>
                </a:lnTo>
              </a:path>
              <a:path w="21600" h="21600">
                <a:moveTo>
                  <a:pt x="6988" y="5722"/>
                </a:moveTo>
                <a:lnTo>
                  <a:pt x="6992" y="5798"/>
                </a:lnTo>
                <a:lnTo>
                  <a:pt x="7092" y="5817"/>
                </a:lnTo>
                <a:lnTo>
                  <a:pt x="7075" y="5780"/>
                </a:lnTo>
              </a:path>
              <a:path w="21600" h="21600">
                <a:moveTo>
                  <a:pt x="6608" y="5719"/>
                </a:moveTo>
                <a:lnTo>
                  <a:pt x="6606" y="5725"/>
                </a:lnTo>
                <a:lnTo>
                  <a:pt x="6611" y="5726"/>
                </a:lnTo>
              </a:path>
              <a:path w="21600" h="21600">
                <a:moveTo>
                  <a:pt x="6318" y="5719"/>
                </a:moveTo>
                <a:lnTo>
                  <a:pt x="6305" y="5728"/>
                </a:lnTo>
                <a:lnTo>
                  <a:pt x="6345" y="5731"/>
                </a:lnTo>
                <a:lnTo>
                  <a:pt x="6423" y="5752"/>
                </a:lnTo>
                <a:lnTo>
                  <a:pt x="6416" y="5735"/>
                </a:lnTo>
                <a:lnTo>
                  <a:pt x="6350" y="5722"/>
                </a:lnTo>
              </a:path>
              <a:path w="21600" h="21600">
                <a:moveTo>
                  <a:pt x="5665" y="5715"/>
                </a:moveTo>
                <a:cubicBezTo>
                  <a:pt x="4990" y="5713"/>
                  <a:pt x="4307" y="5861"/>
                  <a:pt x="3702" y="6020"/>
                </a:cubicBezTo>
                <a:cubicBezTo>
                  <a:pt x="3354" y="6110"/>
                  <a:pt x="3079" y="6214"/>
                  <a:pt x="2884" y="6326"/>
                </a:cubicBezTo>
                <a:lnTo>
                  <a:pt x="2729" y="6442"/>
                </a:lnTo>
                <a:lnTo>
                  <a:pt x="2727" y="6467"/>
                </a:lnTo>
                <a:cubicBezTo>
                  <a:pt x="2722" y="6473"/>
                  <a:pt x="2716" y="6480"/>
                  <a:pt x="2711" y="6493"/>
                </a:cubicBezTo>
                <a:lnTo>
                  <a:pt x="2645" y="6684"/>
                </a:lnTo>
                <a:lnTo>
                  <a:pt x="2692" y="6780"/>
                </a:lnTo>
                <a:lnTo>
                  <a:pt x="2998" y="6552"/>
                </a:lnTo>
                <a:cubicBezTo>
                  <a:pt x="3225" y="6416"/>
                  <a:pt x="3474" y="6297"/>
                  <a:pt x="3730" y="6202"/>
                </a:cubicBezTo>
                <a:cubicBezTo>
                  <a:pt x="4480" y="5926"/>
                  <a:pt x="5260" y="5804"/>
                  <a:pt x="5987" y="5851"/>
                </a:cubicBezTo>
                <a:cubicBezTo>
                  <a:pt x="6203" y="5864"/>
                  <a:pt x="6415" y="5894"/>
                  <a:pt x="6624" y="5931"/>
                </a:cubicBezTo>
                <a:lnTo>
                  <a:pt x="6693" y="5945"/>
                </a:lnTo>
                <a:lnTo>
                  <a:pt x="6669" y="5862"/>
                </a:lnTo>
                <a:lnTo>
                  <a:pt x="6573" y="5837"/>
                </a:lnTo>
                <a:lnTo>
                  <a:pt x="6567" y="5856"/>
                </a:lnTo>
                <a:cubicBezTo>
                  <a:pt x="6556" y="5881"/>
                  <a:pt x="6544" y="5909"/>
                  <a:pt x="6518" y="5909"/>
                </a:cubicBezTo>
                <a:cubicBezTo>
                  <a:pt x="6494" y="5909"/>
                  <a:pt x="6480" y="5887"/>
                  <a:pt x="6461" y="5847"/>
                </a:cubicBezTo>
                <a:lnTo>
                  <a:pt x="6443" y="5803"/>
                </a:lnTo>
                <a:lnTo>
                  <a:pt x="6336" y="5774"/>
                </a:lnTo>
                <a:cubicBezTo>
                  <a:pt x="6115" y="5734"/>
                  <a:pt x="5891" y="5716"/>
                  <a:pt x="5665" y="5715"/>
                </a:cubicBezTo>
              </a:path>
              <a:path w="21600" h="21600">
                <a:moveTo>
                  <a:pt x="6820" y="5711"/>
                </a:moveTo>
                <a:lnTo>
                  <a:pt x="6820" y="5720"/>
                </a:lnTo>
                <a:lnTo>
                  <a:pt x="6824" y="5721"/>
                </a:lnTo>
              </a:path>
              <a:path w="21600" h="21600">
                <a:moveTo>
                  <a:pt x="7545" y="5709"/>
                </a:moveTo>
                <a:lnTo>
                  <a:pt x="7632" y="5916"/>
                </a:lnTo>
                <a:lnTo>
                  <a:pt x="7696" y="5928"/>
                </a:lnTo>
                <a:lnTo>
                  <a:pt x="7840" y="5940"/>
                </a:lnTo>
                <a:lnTo>
                  <a:pt x="7742" y="5724"/>
                </a:lnTo>
              </a:path>
              <a:path w="21600" h="21600">
                <a:moveTo>
                  <a:pt x="6649" y="5705"/>
                </a:moveTo>
                <a:lnTo>
                  <a:pt x="6663" y="5736"/>
                </a:lnTo>
                <a:lnTo>
                  <a:pt x="6772" y="5757"/>
                </a:lnTo>
                <a:lnTo>
                  <a:pt x="6773" y="5749"/>
                </a:lnTo>
              </a:path>
              <a:path w="21600" h="21600">
                <a:moveTo>
                  <a:pt x="904" y="5699"/>
                </a:moveTo>
                <a:lnTo>
                  <a:pt x="739" y="5740"/>
                </a:lnTo>
                <a:lnTo>
                  <a:pt x="483" y="5764"/>
                </a:lnTo>
                <a:lnTo>
                  <a:pt x="352" y="5928"/>
                </a:lnTo>
                <a:lnTo>
                  <a:pt x="256" y="6093"/>
                </a:lnTo>
                <a:lnTo>
                  <a:pt x="566" y="6065"/>
                </a:lnTo>
                <a:lnTo>
                  <a:pt x="601" y="6056"/>
                </a:lnTo>
                <a:lnTo>
                  <a:pt x="768" y="5857"/>
                </a:lnTo>
              </a:path>
              <a:path w="21600" h="21600">
                <a:moveTo>
                  <a:pt x="7108" y="5699"/>
                </a:moveTo>
                <a:lnTo>
                  <a:pt x="7125" y="5756"/>
                </a:lnTo>
                <a:lnTo>
                  <a:pt x="7185" y="5796"/>
                </a:lnTo>
                <a:lnTo>
                  <a:pt x="7170" y="5752"/>
                </a:lnTo>
              </a:path>
              <a:path w="21600" h="21600">
                <a:moveTo>
                  <a:pt x="2474" y="5692"/>
                </a:moveTo>
                <a:lnTo>
                  <a:pt x="2441" y="5774"/>
                </a:lnTo>
                <a:lnTo>
                  <a:pt x="2502" y="5743"/>
                </a:lnTo>
              </a:path>
              <a:path w="21600" h="21600">
                <a:moveTo>
                  <a:pt x="8717" y="5691"/>
                </a:moveTo>
                <a:lnTo>
                  <a:pt x="8587" y="5723"/>
                </a:lnTo>
                <a:lnTo>
                  <a:pt x="8534" y="5728"/>
                </a:lnTo>
                <a:lnTo>
                  <a:pt x="8638" y="5976"/>
                </a:lnTo>
                <a:lnTo>
                  <a:pt x="8834" y="5960"/>
                </a:lnTo>
                <a:lnTo>
                  <a:pt x="8812" y="5891"/>
                </a:lnTo>
              </a:path>
              <a:path w="21600" h="21600">
                <a:moveTo>
                  <a:pt x="11152" y="5686"/>
                </a:moveTo>
                <a:lnTo>
                  <a:pt x="11012" y="5902"/>
                </a:lnTo>
                <a:lnTo>
                  <a:pt x="11014" y="5906"/>
                </a:lnTo>
                <a:lnTo>
                  <a:pt x="11155" y="6304"/>
                </a:lnTo>
                <a:lnTo>
                  <a:pt x="11165" y="6293"/>
                </a:lnTo>
                <a:lnTo>
                  <a:pt x="11307" y="6053"/>
                </a:lnTo>
                <a:lnTo>
                  <a:pt x="11302" y="6038"/>
                </a:lnTo>
              </a:path>
              <a:path w="21600" h="21600">
                <a:moveTo>
                  <a:pt x="7305" y="5680"/>
                </a:moveTo>
                <a:lnTo>
                  <a:pt x="7390" y="5872"/>
                </a:lnTo>
                <a:lnTo>
                  <a:pt x="7579" y="5907"/>
                </a:lnTo>
                <a:lnTo>
                  <a:pt x="7494" y="5705"/>
                </a:lnTo>
                <a:lnTo>
                  <a:pt x="7422" y="5700"/>
                </a:lnTo>
              </a:path>
              <a:path w="21600" h="21600">
                <a:moveTo>
                  <a:pt x="2040" y="5673"/>
                </a:moveTo>
                <a:lnTo>
                  <a:pt x="2026" y="5680"/>
                </a:lnTo>
                <a:lnTo>
                  <a:pt x="2016" y="5787"/>
                </a:lnTo>
                <a:lnTo>
                  <a:pt x="2018" y="5785"/>
                </a:lnTo>
              </a:path>
              <a:path w="21600" h="21600">
                <a:moveTo>
                  <a:pt x="7213" y="5664"/>
                </a:moveTo>
                <a:lnTo>
                  <a:pt x="7249" y="5716"/>
                </a:lnTo>
                <a:lnTo>
                  <a:pt x="7295" y="5773"/>
                </a:lnTo>
                <a:lnTo>
                  <a:pt x="7247" y="5670"/>
                </a:lnTo>
              </a:path>
              <a:path w="21600" h="21600">
                <a:moveTo>
                  <a:pt x="1805" y="5660"/>
                </a:moveTo>
                <a:lnTo>
                  <a:pt x="1781" y="5685"/>
                </a:lnTo>
                <a:cubicBezTo>
                  <a:pt x="1634" y="5787"/>
                  <a:pt x="1459" y="5874"/>
                  <a:pt x="1257" y="5944"/>
                </a:cubicBezTo>
                <a:lnTo>
                  <a:pt x="1168" y="5966"/>
                </a:lnTo>
                <a:lnTo>
                  <a:pt x="1040" y="6107"/>
                </a:lnTo>
                <a:lnTo>
                  <a:pt x="845" y="6331"/>
                </a:lnTo>
                <a:lnTo>
                  <a:pt x="1076" y="6279"/>
                </a:lnTo>
                <a:lnTo>
                  <a:pt x="1410" y="6123"/>
                </a:lnTo>
                <a:lnTo>
                  <a:pt x="1411" y="6122"/>
                </a:lnTo>
                <a:cubicBezTo>
                  <a:pt x="1484" y="6042"/>
                  <a:pt x="1568" y="5962"/>
                  <a:pt x="1661" y="5885"/>
                </a:cubicBezTo>
                <a:lnTo>
                  <a:pt x="1803" y="5782"/>
                </a:lnTo>
              </a:path>
              <a:path w="21600" h="21600">
                <a:moveTo>
                  <a:pt x="7116" y="5648"/>
                </a:moveTo>
                <a:lnTo>
                  <a:pt x="7140" y="5668"/>
                </a:lnTo>
                <a:lnTo>
                  <a:pt x="7137" y="5661"/>
                </a:lnTo>
                <a:lnTo>
                  <a:pt x="7131" y="5650"/>
                </a:lnTo>
              </a:path>
              <a:path w="21600" h="21600">
                <a:moveTo>
                  <a:pt x="5465" y="5643"/>
                </a:moveTo>
                <a:cubicBezTo>
                  <a:pt x="4817" y="5643"/>
                  <a:pt x="4138" y="5770"/>
                  <a:pt x="3485" y="6015"/>
                </a:cubicBezTo>
                <a:lnTo>
                  <a:pt x="3359" y="6077"/>
                </a:lnTo>
                <a:lnTo>
                  <a:pt x="3690" y="5977"/>
                </a:lnTo>
                <a:cubicBezTo>
                  <a:pt x="4299" y="5818"/>
                  <a:pt x="4986" y="5668"/>
                  <a:pt x="5668" y="5672"/>
                </a:cubicBezTo>
                <a:lnTo>
                  <a:pt x="6259" y="5723"/>
                </a:lnTo>
                <a:lnTo>
                  <a:pt x="6243" y="5710"/>
                </a:lnTo>
                <a:lnTo>
                  <a:pt x="5716" y="5650"/>
                </a:lnTo>
                <a:cubicBezTo>
                  <a:pt x="5633" y="5646"/>
                  <a:pt x="5548" y="5644"/>
                  <a:pt x="5463" y="5644"/>
                </a:cubicBezTo>
              </a:path>
              <a:path w="21600" h="21600">
                <a:moveTo>
                  <a:pt x="6374" y="5642"/>
                </a:moveTo>
                <a:lnTo>
                  <a:pt x="6357" y="5679"/>
                </a:lnTo>
                <a:lnTo>
                  <a:pt x="6359" y="5679"/>
                </a:lnTo>
                <a:lnTo>
                  <a:pt x="6396" y="5686"/>
                </a:lnTo>
              </a:path>
              <a:path w="21600" h="21600">
                <a:moveTo>
                  <a:pt x="10285" y="5634"/>
                </a:moveTo>
                <a:lnTo>
                  <a:pt x="10123" y="5770"/>
                </a:lnTo>
                <a:lnTo>
                  <a:pt x="10197" y="5943"/>
                </a:lnTo>
                <a:lnTo>
                  <a:pt x="10256" y="6110"/>
                </a:lnTo>
                <a:lnTo>
                  <a:pt x="10427" y="5960"/>
                </a:lnTo>
                <a:lnTo>
                  <a:pt x="10394" y="5875"/>
                </a:lnTo>
                <a:cubicBezTo>
                  <a:pt x="10363" y="5800"/>
                  <a:pt x="10335" y="5737"/>
                  <a:pt x="10313" y="5688"/>
                </a:cubicBezTo>
              </a:path>
              <a:path w="21600" h="21600">
                <a:moveTo>
                  <a:pt x="6837" y="5632"/>
                </a:moveTo>
                <a:lnTo>
                  <a:pt x="6882" y="5742"/>
                </a:lnTo>
                <a:lnTo>
                  <a:pt x="6907" y="5751"/>
                </a:lnTo>
                <a:lnTo>
                  <a:pt x="6946" y="5776"/>
                </a:lnTo>
                <a:lnTo>
                  <a:pt x="6942" y="5691"/>
                </a:lnTo>
                <a:lnTo>
                  <a:pt x="6903" y="5666"/>
                </a:lnTo>
              </a:path>
              <a:path w="21600" h="21600">
                <a:moveTo>
                  <a:pt x="8949" y="5631"/>
                </a:moveTo>
                <a:lnTo>
                  <a:pt x="8760" y="5679"/>
                </a:lnTo>
                <a:lnTo>
                  <a:pt x="8857" y="5884"/>
                </a:lnTo>
                <a:lnTo>
                  <a:pt x="8880" y="5956"/>
                </a:lnTo>
                <a:lnTo>
                  <a:pt x="8910" y="5953"/>
                </a:lnTo>
                <a:lnTo>
                  <a:pt x="9065" y="5907"/>
                </a:lnTo>
              </a:path>
              <a:path w="21600" h="21600">
                <a:moveTo>
                  <a:pt x="6974" y="5624"/>
                </a:moveTo>
                <a:lnTo>
                  <a:pt x="6983" y="5662"/>
                </a:lnTo>
                <a:lnTo>
                  <a:pt x="7037" y="5698"/>
                </a:lnTo>
                <a:lnTo>
                  <a:pt x="7005" y="5629"/>
                </a:lnTo>
              </a:path>
              <a:path w="21600" h="21600">
                <a:moveTo>
                  <a:pt x="6412" y="5620"/>
                </a:moveTo>
                <a:lnTo>
                  <a:pt x="6443" y="5682"/>
                </a:lnTo>
                <a:lnTo>
                  <a:pt x="6449" y="5696"/>
                </a:lnTo>
                <a:lnTo>
                  <a:pt x="6561" y="5717"/>
                </a:lnTo>
                <a:lnTo>
                  <a:pt x="6572" y="5677"/>
                </a:lnTo>
              </a:path>
              <a:path w="21600" h="21600">
                <a:moveTo>
                  <a:pt x="6899" y="5611"/>
                </a:moveTo>
                <a:lnTo>
                  <a:pt x="6927" y="5626"/>
                </a:lnTo>
                <a:lnTo>
                  <a:pt x="6930" y="5627"/>
                </a:lnTo>
                <a:lnTo>
                  <a:pt x="6927" y="5616"/>
                </a:lnTo>
              </a:path>
              <a:path w="21600" h="21600">
                <a:moveTo>
                  <a:pt x="9719" y="5607"/>
                </a:moveTo>
                <a:lnTo>
                  <a:pt x="9559" y="5738"/>
                </a:lnTo>
                <a:lnTo>
                  <a:pt x="9704" y="6052"/>
                </a:lnTo>
                <a:cubicBezTo>
                  <a:pt x="9726" y="6040"/>
                  <a:pt x="9746" y="6028"/>
                  <a:pt x="9766" y="6015"/>
                </a:cubicBezTo>
                <a:lnTo>
                  <a:pt x="9859" y="5937"/>
                </a:lnTo>
              </a:path>
              <a:path w="21600" h="21600">
                <a:moveTo>
                  <a:pt x="7078" y="5597"/>
                </a:moveTo>
                <a:lnTo>
                  <a:pt x="7078" y="5597"/>
                </a:lnTo>
                <a:lnTo>
                  <a:pt x="7079" y="5598"/>
                </a:lnTo>
              </a:path>
              <a:path w="21600" h="21600">
                <a:moveTo>
                  <a:pt x="6643" y="5567"/>
                </a:moveTo>
                <a:lnTo>
                  <a:pt x="6636" y="5624"/>
                </a:lnTo>
                <a:lnTo>
                  <a:pt x="6628" y="5651"/>
                </a:lnTo>
                <a:lnTo>
                  <a:pt x="6774" y="5704"/>
                </a:lnTo>
                <a:lnTo>
                  <a:pt x="6778" y="5602"/>
                </a:lnTo>
                <a:lnTo>
                  <a:pt x="6778" y="5602"/>
                </a:lnTo>
                <a:lnTo>
                  <a:pt x="6745" y="5585"/>
                </a:lnTo>
                <a:lnTo>
                  <a:pt x="6701" y="5577"/>
                </a:lnTo>
              </a:path>
              <a:path w="21600" h="21600">
                <a:moveTo>
                  <a:pt x="6585" y="5557"/>
                </a:moveTo>
                <a:lnTo>
                  <a:pt x="6595" y="5580"/>
                </a:lnTo>
                <a:lnTo>
                  <a:pt x="6598" y="5559"/>
                </a:lnTo>
              </a:path>
              <a:path w="21600" h="21600">
                <a:moveTo>
                  <a:pt x="6194" y="5556"/>
                </a:moveTo>
                <a:lnTo>
                  <a:pt x="6248" y="5661"/>
                </a:lnTo>
                <a:lnTo>
                  <a:pt x="6254" y="5667"/>
                </a:lnTo>
                <a:lnTo>
                  <a:pt x="6308" y="5673"/>
                </a:lnTo>
                <a:lnTo>
                  <a:pt x="6311" y="5670"/>
                </a:lnTo>
                <a:lnTo>
                  <a:pt x="6344" y="5596"/>
                </a:lnTo>
                <a:lnTo>
                  <a:pt x="6253" y="5563"/>
                </a:lnTo>
              </a:path>
              <a:path w="21600" h="21600">
                <a:moveTo>
                  <a:pt x="1907" y="5551"/>
                </a:moveTo>
                <a:lnTo>
                  <a:pt x="1907" y="5551"/>
                </a:lnTo>
                <a:lnTo>
                  <a:pt x="1907" y="5553"/>
                </a:lnTo>
              </a:path>
              <a:path w="21600" h="21600">
                <a:moveTo>
                  <a:pt x="10802" y="5548"/>
                </a:moveTo>
                <a:lnTo>
                  <a:pt x="10665" y="5748"/>
                </a:lnTo>
                <a:lnTo>
                  <a:pt x="10685" y="5788"/>
                </a:lnTo>
                <a:cubicBezTo>
                  <a:pt x="10713" y="5854"/>
                  <a:pt x="10744" y="5931"/>
                  <a:pt x="10778" y="6017"/>
                </a:cubicBezTo>
                <a:lnTo>
                  <a:pt x="10815" y="6121"/>
                </a:lnTo>
                <a:lnTo>
                  <a:pt x="10829" y="6108"/>
                </a:lnTo>
                <a:lnTo>
                  <a:pt x="10963" y="5901"/>
                </a:lnTo>
              </a:path>
              <a:path w="21600" h="21600">
                <a:moveTo>
                  <a:pt x="2304" y="5537"/>
                </a:moveTo>
                <a:lnTo>
                  <a:pt x="2172" y="5605"/>
                </a:lnTo>
                <a:lnTo>
                  <a:pt x="2126" y="5755"/>
                </a:lnTo>
                <a:lnTo>
                  <a:pt x="2074" y="5991"/>
                </a:lnTo>
                <a:lnTo>
                  <a:pt x="2195" y="5904"/>
                </a:lnTo>
              </a:path>
              <a:path w="21600" h="21600">
                <a:moveTo>
                  <a:pt x="9154" y="5534"/>
                </a:moveTo>
                <a:lnTo>
                  <a:pt x="8994" y="5614"/>
                </a:lnTo>
                <a:lnTo>
                  <a:pt x="9112" y="5893"/>
                </a:lnTo>
                <a:lnTo>
                  <a:pt x="9304" y="5834"/>
                </a:lnTo>
              </a:path>
              <a:path w="21600" h="21600">
                <a:moveTo>
                  <a:pt x="2051" y="5534"/>
                </a:moveTo>
                <a:lnTo>
                  <a:pt x="2038" y="5593"/>
                </a:lnTo>
                <a:lnTo>
                  <a:pt x="2049" y="5582"/>
                </a:lnTo>
              </a:path>
              <a:path w="21600" h="21600">
                <a:moveTo>
                  <a:pt x="6424" y="5529"/>
                </a:moveTo>
                <a:lnTo>
                  <a:pt x="6405" y="5572"/>
                </a:lnTo>
                <a:lnTo>
                  <a:pt x="6569" y="5630"/>
                </a:lnTo>
                <a:lnTo>
                  <a:pt x="6533" y="5548"/>
                </a:lnTo>
              </a:path>
              <a:path w="21600" h="21600">
                <a:moveTo>
                  <a:pt x="6361" y="5518"/>
                </a:moveTo>
                <a:lnTo>
                  <a:pt x="6370" y="5537"/>
                </a:lnTo>
                <a:lnTo>
                  <a:pt x="6378" y="5521"/>
                </a:lnTo>
              </a:path>
              <a:path w="21600" h="21600">
                <a:moveTo>
                  <a:pt x="6949" y="5508"/>
                </a:moveTo>
                <a:lnTo>
                  <a:pt x="6954" y="5530"/>
                </a:lnTo>
                <a:lnTo>
                  <a:pt x="6962" y="5536"/>
                </a:lnTo>
              </a:path>
              <a:path w="21600" h="21600">
                <a:moveTo>
                  <a:pt x="6823" y="5491"/>
                </a:moveTo>
                <a:lnTo>
                  <a:pt x="6827" y="5514"/>
                </a:lnTo>
                <a:lnTo>
                  <a:pt x="6825" y="5554"/>
                </a:lnTo>
                <a:lnTo>
                  <a:pt x="6917" y="5570"/>
                </a:lnTo>
                <a:lnTo>
                  <a:pt x="6914" y="5556"/>
                </a:lnTo>
              </a:path>
              <a:path w="21600" h="21600">
                <a:moveTo>
                  <a:pt x="6555" y="5488"/>
                </a:moveTo>
                <a:lnTo>
                  <a:pt x="6564" y="5509"/>
                </a:lnTo>
                <a:lnTo>
                  <a:pt x="6603" y="5516"/>
                </a:lnTo>
                <a:lnTo>
                  <a:pt x="6604" y="5512"/>
                </a:lnTo>
                <a:lnTo>
                  <a:pt x="6560" y="5490"/>
                </a:lnTo>
              </a:path>
              <a:path w="21600" h="21600">
                <a:moveTo>
                  <a:pt x="5612" y="5486"/>
                </a:moveTo>
                <a:cubicBezTo>
                  <a:pt x="4962" y="5461"/>
                  <a:pt x="4293" y="5581"/>
                  <a:pt x="3653" y="5722"/>
                </a:cubicBezTo>
                <a:cubicBezTo>
                  <a:pt x="3307" y="5799"/>
                  <a:pt x="3034" y="5887"/>
                  <a:pt x="2842" y="5983"/>
                </a:cubicBezTo>
                <a:lnTo>
                  <a:pt x="2693" y="6081"/>
                </a:lnTo>
                <a:lnTo>
                  <a:pt x="2625" y="6269"/>
                </a:lnTo>
                <a:lnTo>
                  <a:pt x="2693" y="6366"/>
                </a:lnTo>
                <a:lnTo>
                  <a:pt x="2740" y="6329"/>
                </a:lnTo>
                <a:cubicBezTo>
                  <a:pt x="2965" y="6192"/>
                  <a:pt x="3213" y="6071"/>
                  <a:pt x="3469" y="5975"/>
                </a:cubicBezTo>
                <a:cubicBezTo>
                  <a:pt x="4214" y="5696"/>
                  <a:pt x="4993" y="5568"/>
                  <a:pt x="5721" y="5607"/>
                </a:cubicBezTo>
                <a:lnTo>
                  <a:pt x="6198" y="5661"/>
                </a:lnTo>
                <a:lnTo>
                  <a:pt x="6150" y="5568"/>
                </a:lnTo>
                <a:lnTo>
                  <a:pt x="6141" y="5550"/>
                </a:lnTo>
                <a:lnTo>
                  <a:pt x="6111" y="5546"/>
                </a:lnTo>
                <a:lnTo>
                  <a:pt x="6050" y="5578"/>
                </a:lnTo>
                <a:lnTo>
                  <a:pt x="5973" y="5529"/>
                </a:lnTo>
              </a:path>
              <a:path w="21600" h="21600">
                <a:moveTo>
                  <a:pt x="6164" y="5483"/>
                </a:moveTo>
                <a:lnTo>
                  <a:pt x="6160" y="5491"/>
                </a:lnTo>
                <a:lnTo>
                  <a:pt x="6171" y="5510"/>
                </a:lnTo>
                <a:lnTo>
                  <a:pt x="6264" y="5522"/>
                </a:lnTo>
                <a:lnTo>
                  <a:pt x="6324" y="5543"/>
                </a:lnTo>
                <a:lnTo>
                  <a:pt x="6307" y="5508"/>
                </a:lnTo>
              </a:path>
              <a:path w="21600" h="21600">
                <a:moveTo>
                  <a:pt x="1982" y="5471"/>
                </a:moveTo>
                <a:lnTo>
                  <a:pt x="1961" y="5493"/>
                </a:lnTo>
                <a:lnTo>
                  <a:pt x="1965" y="5607"/>
                </a:lnTo>
                <a:lnTo>
                  <a:pt x="1964" y="5664"/>
                </a:lnTo>
                <a:lnTo>
                  <a:pt x="1966" y="5662"/>
                </a:lnTo>
                <a:lnTo>
                  <a:pt x="1971" y="5659"/>
                </a:lnTo>
                <a:lnTo>
                  <a:pt x="1975" y="5655"/>
                </a:lnTo>
                <a:lnTo>
                  <a:pt x="1984" y="5616"/>
                </a:lnTo>
              </a:path>
              <a:path w="21600" h="21600">
                <a:moveTo>
                  <a:pt x="2444" y="5465"/>
                </a:moveTo>
                <a:lnTo>
                  <a:pt x="2361" y="5507"/>
                </a:lnTo>
                <a:lnTo>
                  <a:pt x="2253" y="5869"/>
                </a:lnTo>
                <a:lnTo>
                  <a:pt x="2380" y="5805"/>
                </a:lnTo>
                <a:lnTo>
                  <a:pt x="2448" y="5634"/>
                </a:lnTo>
                <a:lnTo>
                  <a:pt x="2420" y="5500"/>
                </a:lnTo>
              </a:path>
              <a:path w="21600" h="21600">
                <a:moveTo>
                  <a:pt x="7673" y="5460"/>
                </a:moveTo>
                <a:lnTo>
                  <a:pt x="7768" y="5682"/>
                </a:lnTo>
                <a:lnTo>
                  <a:pt x="7971" y="5697"/>
                </a:lnTo>
                <a:lnTo>
                  <a:pt x="7938" y="5611"/>
                </a:lnTo>
                <a:lnTo>
                  <a:pt x="7864" y="5472"/>
                </a:lnTo>
              </a:path>
              <a:path w="21600" h="21600">
                <a:moveTo>
                  <a:pt x="5972" y="5458"/>
                </a:moveTo>
                <a:lnTo>
                  <a:pt x="5991" y="5489"/>
                </a:lnTo>
                <a:lnTo>
                  <a:pt x="6100" y="5502"/>
                </a:lnTo>
                <a:lnTo>
                  <a:pt x="6108" y="5489"/>
                </a:lnTo>
                <a:lnTo>
                  <a:pt x="6098" y="5472"/>
                </a:lnTo>
                <a:lnTo>
                  <a:pt x="6085" y="5470"/>
                </a:lnTo>
              </a:path>
              <a:path w="21600" h="21600">
                <a:moveTo>
                  <a:pt x="6456" y="5454"/>
                </a:moveTo>
                <a:lnTo>
                  <a:pt x="6454" y="5464"/>
                </a:lnTo>
                <a:lnTo>
                  <a:pt x="6443" y="5488"/>
                </a:lnTo>
                <a:lnTo>
                  <a:pt x="6512" y="5500"/>
                </a:lnTo>
                <a:lnTo>
                  <a:pt x="6499" y="5469"/>
                </a:lnTo>
              </a:path>
              <a:path w="21600" h="21600">
                <a:moveTo>
                  <a:pt x="8101" y="5448"/>
                </a:moveTo>
                <a:lnTo>
                  <a:pt x="7918" y="5473"/>
                </a:lnTo>
                <a:lnTo>
                  <a:pt x="7981" y="5593"/>
                </a:lnTo>
                <a:lnTo>
                  <a:pt x="8023" y="5701"/>
                </a:lnTo>
                <a:lnTo>
                  <a:pt x="8177" y="5712"/>
                </a:lnTo>
                <a:lnTo>
                  <a:pt x="8225" y="5708"/>
                </a:lnTo>
              </a:path>
              <a:path w="21600" h="21600">
                <a:moveTo>
                  <a:pt x="6748" y="5446"/>
                </a:moveTo>
                <a:lnTo>
                  <a:pt x="6779" y="5504"/>
                </a:lnTo>
                <a:lnTo>
                  <a:pt x="6773" y="5460"/>
                </a:lnTo>
              </a:path>
              <a:path w="21600" h="21600">
                <a:moveTo>
                  <a:pt x="9914" y="5445"/>
                </a:moveTo>
                <a:lnTo>
                  <a:pt x="9755" y="5577"/>
                </a:lnTo>
                <a:lnTo>
                  <a:pt x="9895" y="5906"/>
                </a:lnTo>
                <a:lnTo>
                  <a:pt x="10070" y="5759"/>
                </a:lnTo>
                <a:lnTo>
                  <a:pt x="10060" y="5737"/>
                </a:lnTo>
                <a:cubicBezTo>
                  <a:pt x="10031" y="5670"/>
                  <a:pt x="10004" y="5614"/>
                  <a:pt x="9982" y="5569"/>
                </a:cubicBezTo>
              </a:path>
              <a:path w="21600" h="21600">
                <a:moveTo>
                  <a:pt x="7426" y="5445"/>
                </a:moveTo>
                <a:lnTo>
                  <a:pt x="7454" y="5493"/>
                </a:lnTo>
                <a:lnTo>
                  <a:pt x="7526" y="5664"/>
                </a:lnTo>
                <a:lnTo>
                  <a:pt x="7722" y="5679"/>
                </a:lnTo>
                <a:lnTo>
                  <a:pt x="7625" y="5463"/>
                </a:lnTo>
                <a:lnTo>
                  <a:pt x="7621" y="5457"/>
                </a:lnTo>
              </a:path>
              <a:path w="21600" h="21600">
                <a:moveTo>
                  <a:pt x="1801" y="5439"/>
                </a:moveTo>
                <a:lnTo>
                  <a:pt x="1735" y="5473"/>
                </a:lnTo>
                <a:cubicBezTo>
                  <a:pt x="1628" y="5544"/>
                  <a:pt x="1529" y="5619"/>
                  <a:pt x="1439" y="5696"/>
                </a:cubicBezTo>
                <a:lnTo>
                  <a:pt x="1220" y="5910"/>
                </a:lnTo>
                <a:lnTo>
                  <a:pt x="1240" y="5905"/>
                </a:lnTo>
                <a:cubicBezTo>
                  <a:pt x="1438" y="5836"/>
                  <a:pt x="1610" y="5751"/>
                  <a:pt x="1754" y="5650"/>
                </a:cubicBezTo>
                <a:lnTo>
                  <a:pt x="1803" y="5598"/>
                </a:lnTo>
                <a:lnTo>
                  <a:pt x="1802" y="5513"/>
                </a:lnTo>
              </a:path>
              <a:path w="21600" h="21600">
                <a:moveTo>
                  <a:pt x="6964" y="5433"/>
                </a:moveTo>
                <a:lnTo>
                  <a:pt x="6967" y="5438"/>
                </a:lnTo>
                <a:lnTo>
                  <a:pt x="6972" y="5441"/>
                </a:lnTo>
                <a:lnTo>
                  <a:pt x="6969" y="5437"/>
                </a:lnTo>
              </a:path>
              <a:path w="21600" h="21600">
                <a:moveTo>
                  <a:pt x="2577" y="5431"/>
                </a:moveTo>
                <a:lnTo>
                  <a:pt x="2495" y="5637"/>
                </a:lnTo>
                <a:lnTo>
                  <a:pt x="2542" y="5723"/>
                </a:lnTo>
                <a:lnTo>
                  <a:pt x="2615" y="5687"/>
                </a:lnTo>
                <a:lnTo>
                  <a:pt x="2660" y="5567"/>
                </a:lnTo>
                <a:cubicBezTo>
                  <a:pt x="2666" y="5553"/>
                  <a:pt x="2673" y="5544"/>
                  <a:pt x="2679" y="5537"/>
                </a:cubicBezTo>
              </a:path>
              <a:path w="21600" h="21600">
                <a:moveTo>
                  <a:pt x="7189" y="5430"/>
                </a:moveTo>
                <a:lnTo>
                  <a:pt x="7216" y="5479"/>
                </a:lnTo>
                <a:lnTo>
                  <a:pt x="7284" y="5633"/>
                </a:lnTo>
                <a:lnTo>
                  <a:pt x="7428" y="5657"/>
                </a:lnTo>
                <a:lnTo>
                  <a:pt x="7475" y="5661"/>
                </a:lnTo>
                <a:lnTo>
                  <a:pt x="7411" y="5508"/>
                </a:lnTo>
                <a:lnTo>
                  <a:pt x="7373" y="5442"/>
                </a:lnTo>
              </a:path>
              <a:path w="21600" h="21600">
                <a:moveTo>
                  <a:pt x="11957" y="5424"/>
                </a:moveTo>
                <a:lnTo>
                  <a:pt x="11927" y="5538"/>
                </a:lnTo>
                <a:lnTo>
                  <a:pt x="11836" y="5807"/>
                </a:lnTo>
                <a:lnTo>
                  <a:pt x="11990" y="6224"/>
                </a:lnTo>
                <a:lnTo>
                  <a:pt x="12107" y="5859"/>
                </a:lnTo>
                <a:lnTo>
                  <a:pt x="12051" y="5698"/>
                </a:lnTo>
              </a:path>
              <a:path w="21600" h="21600">
                <a:moveTo>
                  <a:pt x="2027" y="5423"/>
                </a:moveTo>
                <a:lnTo>
                  <a:pt x="2024" y="5426"/>
                </a:lnTo>
                <a:lnTo>
                  <a:pt x="2024" y="5436"/>
                </a:lnTo>
              </a:path>
              <a:path w="21600" h="21600">
                <a:moveTo>
                  <a:pt x="2532" y="5419"/>
                </a:moveTo>
                <a:lnTo>
                  <a:pt x="2511" y="5430"/>
                </a:lnTo>
                <a:lnTo>
                  <a:pt x="2511" y="5430"/>
                </a:lnTo>
                <a:cubicBezTo>
                  <a:pt x="2480" y="5459"/>
                  <a:pt x="2469" y="5484"/>
                  <a:pt x="2466" y="5505"/>
                </a:cubicBezTo>
                <a:lnTo>
                  <a:pt x="2477" y="5558"/>
                </a:lnTo>
              </a:path>
              <a:path w="21600" h="21600">
                <a:moveTo>
                  <a:pt x="8328" y="5417"/>
                </a:moveTo>
                <a:lnTo>
                  <a:pt x="8145" y="5442"/>
                </a:lnTo>
                <a:lnTo>
                  <a:pt x="8270" y="5705"/>
                </a:lnTo>
                <a:lnTo>
                  <a:pt x="8470" y="5689"/>
                </a:lnTo>
                <a:lnTo>
                  <a:pt x="8457" y="5660"/>
                </a:lnTo>
              </a:path>
              <a:path w="21600" h="21600">
                <a:moveTo>
                  <a:pt x="7027" y="5408"/>
                </a:moveTo>
                <a:lnTo>
                  <a:pt x="7059" y="5458"/>
                </a:lnTo>
                <a:lnTo>
                  <a:pt x="7073" y="5470"/>
                </a:lnTo>
                <a:lnTo>
                  <a:pt x="7177" y="5614"/>
                </a:lnTo>
                <a:lnTo>
                  <a:pt x="7225" y="5623"/>
                </a:lnTo>
                <a:lnTo>
                  <a:pt x="7133" y="5424"/>
                </a:lnTo>
              </a:path>
              <a:path w="21600" h="21600">
                <a:moveTo>
                  <a:pt x="10450" y="5408"/>
                </a:moveTo>
                <a:lnTo>
                  <a:pt x="10316" y="5595"/>
                </a:lnTo>
                <a:lnTo>
                  <a:pt x="10355" y="5669"/>
                </a:lnTo>
                <a:cubicBezTo>
                  <a:pt x="10377" y="5718"/>
                  <a:pt x="10404" y="5781"/>
                  <a:pt x="10435" y="5854"/>
                </a:cubicBezTo>
                <a:lnTo>
                  <a:pt x="10464" y="5927"/>
                </a:lnTo>
                <a:lnTo>
                  <a:pt x="10534" y="5866"/>
                </a:lnTo>
                <a:lnTo>
                  <a:pt x="10615" y="5748"/>
                </a:lnTo>
              </a:path>
              <a:path w="21600" h="21600">
                <a:moveTo>
                  <a:pt x="6466" y="5405"/>
                </a:moveTo>
                <a:lnTo>
                  <a:pt x="6465" y="5408"/>
                </a:lnTo>
                <a:lnTo>
                  <a:pt x="6468" y="5409"/>
                </a:lnTo>
              </a:path>
              <a:path w="21600" h="21600">
                <a:moveTo>
                  <a:pt x="6303" y="5402"/>
                </a:moveTo>
                <a:lnTo>
                  <a:pt x="6337" y="5469"/>
                </a:lnTo>
                <a:lnTo>
                  <a:pt x="6396" y="5480"/>
                </a:lnTo>
                <a:lnTo>
                  <a:pt x="6409" y="5451"/>
                </a:lnTo>
                <a:lnTo>
                  <a:pt x="6411" y="5439"/>
                </a:lnTo>
              </a:path>
              <a:path w="21600" h="21600">
                <a:moveTo>
                  <a:pt x="5248" y="5401"/>
                </a:moveTo>
                <a:lnTo>
                  <a:pt x="5249" y="5401"/>
                </a:lnTo>
                <a:lnTo>
                  <a:pt x="4238" y="5499"/>
                </a:lnTo>
                <a:cubicBezTo>
                  <a:pt x="3898" y="5564"/>
                  <a:pt x="3557" y="5660"/>
                  <a:pt x="3224" y="5787"/>
                </a:cubicBezTo>
                <a:lnTo>
                  <a:pt x="3183" y="5807"/>
                </a:lnTo>
                <a:lnTo>
                  <a:pt x="3257" y="5780"/>
                </a:lnTo>
                <a:cubicBezTo>
                  <a:pt x="3386" y="5742"/>
                  <a:pt x="3518" y="5709"/>
                  <a:pt x="3644" y="5681"/>
                </a:cubicBezTo>
                <a:cubicBezTo>
                  <a:pt x="4288" y="5539"/>
                  <a:pt x="4961" y="5418"/>
                  <a:pt x="5617" y="5444"/>
                </a:cubicBezTo>
                <a:lnTo>
                  <a:pt x="5937" y="5482"/>
                </a:lnTo>
                <a:lnTo>
                  <a:pt x="5918" y="5453"/>
                </a:lnTo>
                <a:lnTo>
                  <a:pt x="5451" y="5406"/>
                </a:lnTo>
                <a:lnTo>
                  <a:pt x="5249" y="5401"/>
                </a:lnTo>
                <a:lnTo>
                  <a:pt x="5249" y="5401"/>
                </a:lnTo>
              </a:path>
              <a:path w="21600" h="21600">
                <a:moveTo>
                  <a:pt x="9354" y="5401"/>
                </a:moveTo>
                <a:lnTo>
                  <a:pt x="9244" y="5489"/>
                </a:lnTo>
                <a:lnTo>
                  <a:pt x="9193" y="5515"/>
                </a:lnTo>
                <a:lnTo>
                  <a:pt x="9345" y="5817"/>
                </a:lnTo>
                <a:cubicBezTo>
                  <a:pt x="9397" y="5792"/>
                  <a:pt x="9446" y="5765"/>
                  <a:pt x="9493" y="5735"/>
                </a:cubicBezTo>
                <a:lnTo>
                  <a:pt x="9504" y="5726"/>
                </a:lnTo>
              </a:path>
              <a:path w="21600" h="21600">
                <a:moveTo>
                  <a:pt x="6664" y="5399"/>
                </a:moveTo>
                <a:lnTo>
                  <a:pt x="6653" y="5485"/>
                </a:lnTo>
                <a:lnTo>
                  <a:pt x="6739" y="5529"/>
                </a:lnTo>
                <a:lnTo>
                  <a:pt x="6671" y="5403"/>
                </a:lnTo>
              </a:path>
              <a:path w="21600" h="21600">
                <a:moveTo>
                  <a:pt x="11637" y="5398"/>
                </a:moveTo>
                <a:lnTo>
                  <a:pt x="11513" y="5737"/>
                </a:lnTo>
                <a:lnTo>
                  <a:pt x="11673" y="6139"/>
                </a:lnTo>
                <a:lnTo>
                  <a:pt x="11679" y="6128"/>
                </a:lnTo>
                <a:lnTo>
                  <a:pt x="11789" y="5806"/>
                </a:lnTo>
                <a:lnTo>
                  <a:pt x="11706" y="5582"/>
                </a:lnTo>
              </a:path>
              <a:path w="21600" h="21600">
                <a:moveTo>
                  <a:pt x="739" y="5394"/>
                </a:moveTo>
                <a:lnTo>
                  <a:pt x="331" y="5436"/>
                </a:lnTo>
                <a:lnTo>
                  <a:pt x="329" y="5439"/>
                </a:lnTo>
                <a:cubicBezTo>
                  <a:pt x="257" y="5529"/>
                  <a:pt x="186" y="5616"/>
                  <a:pt x="125" y="5705"/>
                </a:cubicBezTo>
                <a:lnTo>
                  <a:pt x="96" y="5759"/>
                </a:lnTo>
                <a:lnTo>
                  <a:pt x="459" y="5725"/>
                </a:lnTo>
                <a:lnTo>
                  <a:pt x="530" y="5636"/>
                </a:lnTo>
                <a:cubicBezTo>
                  <a:pt x="577" y="5581"/>
                  <a:pt x="625" y="5523"/>
                  <a:pt x="672" y="5464"/>
                </a:cubicBezTo>
              </a:path>
              <a:path w="21600" h="21600">
                <a:moveTo>
                  <a:pt x="5876" y="5386"/>
                </a:moveTo>
                <a:lnTo>
                  <a:pt x="5839" y="5401"/>
                </a:lnTo>
                <a:lnTo>
                  <a:pt x="5888" y="5406"/>
                </a:lnTo>
              </a:path>
              <a:path w="21600" h="21600">
                <a:moveTo>
                  <a:pt x="8570" y="5383"/>
                </a:moveTo>
                <a:lnTo>
                  <a:pt x="8374" y="5410"/>
                </a:lnTo>
                <a:lnTo>
                  <a:pt x="8503" y="5653"/>
                </a:lnTo>
                <a:lnTo>
                  <a:pt x="8517" y="5686"/>
                </a:lnTo>
                <a:lnTo>
                  <a:pt x="8579" y="5681"/>
                </a:lnTo>
                <a:lnTo>
                  <a:pt x="8698" y="5651"/>
                </a:lnTo>
              </a:path>
              <a:path w="21600" h="21600">
                <a:moveTo>
                  <a:pt x="12259" y="5381"/>
                </a:moveTo>
                <a:lnTo>
                  <a:pt x="12175" y="5796"/>
                </a:lnTo>
                <a:lnTo>
                  <a:pt x="12155" y="5859"/>
                </a:lnTo>
                <a:lnTo>
                  <a:pt x="12304" y="6293"/>
                </a:lnTo>
                <a:lnTo>
                  <a:pt x="12379" y="6040"/>
                </a:lnTo>
                <a:lnTo>
                  <a:pt x="12411" y="5859"/>
                </a:lnTo>
                <a:lnTo>
                  <a:pt x="12396" y="5812"/>
                </a:lnTo>
              </a:path>
              <a:path w="21600" h="21600">
                <a:moveTo>
                  <a:pt x="1913" y="5381"/>
                </a:moveTo>
                <a:lnTo>
                  <a:pt x="1900" y="5387"/>
                </a:lnTo>
                <a:lnTo>
                  <a:pt x="1899" y="5394"/>
                </a:lnTo>
                <a:lnTo>
                  <a:pt x="1904" y="5491"/>
                </a:lnTo>
                <a:lnTo>
                  <a:pt x="1916" y="5478"/>
                </a:lnTo>
                <a:lnTo>
                  <a:pt x="1916" y="5476"/>
                </a:lnTo>
              </a:path>
              <a:path w="21600" h="21600">
                <a:moveTo>
                  <a:pt x="6228" y="5377"/>
                </a:moveTo>
                <a:lnTo>
                  <a:pt x="6188" y="5443"/>
                </a:lnTo>
                <a:lnTo>
                  <a:pt x="6283" y="5460"/>
                </a:lnTo>
                <a:lnTo>
                  <a:pt x="6243" y="5382"/>
                </a:lnTo>
              </a:path>
              <a:path w="21600" h="21600">
                <a:moveTo>
                  <a:pt x="6805" y="5373"/>
                </a:moveTo>
                <a:lnTo>
                  <a:pt x="6815" y="5433"/>
                </a:lnTo>
                <a:lnTo>
                  <a:pt x="6831" y="5442"/>
                </a:lnTo>
                <a:lnTo>
                  <a:pt x="6900" y="5492"/>
                </a:lnTo>
                <a:lnTo>
                  <a:pt x="6887" y="5431"/>
                </a:lnTo>
                <a:lnTo>
                  <a:pt x="6814" y="5375"/>
                </a:lnTo>
              </a:path>
              <a:path w="21600" h="21600">
                <a:moveTo>
                  <a:pt x="1801" y="5370"/>
                </a:moveTo>
                <a:lnTo>
                  <a:pt x="1421" y="5569"/>
                </a:lnTo>
                <a:lnTo>
                  <a:pt x="986" y="5678"/>
                </a:lnTo>
                <a:lnTo>
                  <a:pt x="954" y="5710"/>
                </a:lnTo>
                <a:cubicBezTo>
                  <a:pt x="904" y="5771"/>
                  <a:pt x="853" y="5829"/>
                  <a:pt x="803" y="5886"/>
                </a:cubicBezTo>
                <a:lnTo>
                  <a:pt x="675" y="6039"/>
                </a:lnTo>
                <a:lnTo>
                  <a:pt x="1141" y="5928"/>
                </a:lnTo>
                <a:lnTo>
                  <a:pt x="1164" y="5903"/>
                </a:lnTo>
                <a:cubicBezTo>
                  <a:pt x="1304" y="5742"/>
                  <a:pt x="1491" y="5584"/>
                  <a:pt x="1708" y="5440"/>
                </a:cubicBezTo>
                <a:lnTo>
                  <a:pt x="1801" y="5391"/>
                </a:lnTo>
              </a:path>
              <a:path w="21600" h="21600">
                <a:moveTo>
                  <a:pt x="6699" y="5357"/>
                </a:moveTo>
                <a:lnTo>
                  <a:pt x="6708" y="5373"/>
                </a:lnTo>
                <a:lnTo>
                  <a:pt x="6764" y="5405"/>
                </a:lnTo>
                <a:lnTo>
                  <a:pt x="6758" y="5366"/>
                </a:lnTo>
              </a:path>
              <a:path w="21600" h="21600">
                <a:moveTo>
                  <a:pt x="1980" y="5345"/>
                </a:moveTo>
                <a:lnTo>
                  <a:pt x="1977" y="5347"/>
                </a:lnTo>
                <a:lnTo>
                  <a:pt x="1968" y="5422"/>
                </a:lnTo>
                <a:lnTo>
                  <a:pt x="1981" y="5409"/>
                </a:lnTo>
              </a:path>
              <a:path w="21600" h="21600">
                <a:moveTo>
                  <a:pt x="6076" y="5343"/>
                </a:moveTo>
                <a:lnTo>
                  <a:pt x="6127" y="5433"/>
                </a:lnTo>
                <a:lnTo>
                  <a:pt x="6140" y="5435"/>
                </a:lnTo>
                <a:lnTo>
                  <a:pt x="6184" y="5362"/>
                </a:lnTo>
                <a:lnTo>
                  <a:pt x="6169" y="5357"/>
                </a:lnTo>
              </a:path>
              <a:path w="21600" h="21600">
                <a:moveTo>
                  <a:pt x="11307" y="5340"/>
                </a:moveTo>
                <a:lnTo>
                  <a:pt x="11202" y="5610"/>
                </a:lnTo>
                <a:lnTo>
                  <a:pt x="11182" y="5640"/>
                </a:lnTo>
                <a:lnTo>
                  <a:pt x="11336" y="6004"/>
                </a:lnTo>
                <a:lnTo>
                  <a:pt x="11421" y="5860"/>
                </a:lnTo>
                <a:lnTo>
                  <a:pt x="11465" y="5738"/>
                </a:lnTo>
                <a:lnTo>
                  <a:pt x="11357" y="5465"/>
                </a:lnTo>
              </a:path>
              <a:path w="21600" h="21600">
                <a:moveTo>
                  <a:pt x="5949" y="5324"/>
                </a:moveTo>
                <a:lnTo>
                  <a:pt x="5915" y="5369"/>
                </a:lnTo>
                <a:lnTo>
                  <a:pt x="5942" y="5411"/>
                </a:lnTo>
                <a:lnTo>
                  <a:pt x="6071" y="5425"/>
                </a:lnTo>
                <a:lnTo>
                  <a:pt x="6020" y="5334"/>
                </a:lnTo>
              </a:path>
              <a:path w="21600" h="21600">
                <a:moveTo>
                  <a:pt x="6484" y="5323"/>
                </a:moveTo>
                <a:lnTo>
                  <a:pt x="6479" y="5342"/>
                </a:lnTo>
                <a:lnTo>
                  <a:pt x="6526" y="5422"/>
                </a:lnTo>
                <a:lnTo>
                  <a:pt x="6530" y="5430"/>
                </a:lnTo>
                <a:lnTo>
                  <a:pt x="6579" y="5447"/>
                </a:lnTo>
                <a:lnTo>
                  <a:pt x="6610" y="5463"/>
                </a:lnTo>
                <a:lnTo>
                  <a:pt x="6621" y="5375"/>
                </a:lnTo>
                <a:lnTo>
                  <a:pt x="6546" y="5333"/>
                </a:lnTo>
              </a:path>
              <a:path w="21600" h="21600">
                <a:moveTo>
                  <a:pt x="2129" y="5314"/>
                </a:moveTo>
                <a:lnTo>
                  <a:pt x="2103" y="5341"/>
                </a:lnTo>
                <a:lnTo>
                  <a:pt x="2097" y="5493"/>
                </a:lnTo>
                <a:lnTo>
                  <a:pt x="2104" y="5479"/>
                </a:lnTo>
              </a:path>
              <a:path w="21600" h="21600">
                <a:moveTo>
                  <a:pt x="5880" y="5313"/>
                </a:moveTo>
                <a:lnTo>
                  <a:pt x="5891" y="5331"/>
                </a:lnTo>
                <a:lnTo>
                  <a:pt x="5901" y="5317"/>
                </a:lnTo>
              </a:path>
              <a:path w="21600" h="21600">
                <a:moveTo>
                  <a:pt x="1910" y="5313"/>
                </a:moveTo>
                <a:lnTo>
                  <a:pt x="1908" y="5314"/>
                </a:lnTo>
                <a:lnTo>
                  <a:pt x="1906" y="5336"/>
                </a:lnTo>
                <a:lnTo>
                  <a:pt x="1911" y="5333"/>
                </a:lnTo>
              </a:path>
              <a:path w="21600" h="21600">
                <a:moveTo>
                  <a:pt x="2053" y="5307"/>
                </a:moveTo>
                <a:lnTo>
                  <a:pt x="2022" y="5323"/>
                </a:lnTo>
                <a:lnTo>
                  <a:pt x="2023" y="5364"/>
                </a:lnTo>
                <a:lnTo>
                  <a:pt x="2045" y="5340"/>
                </a:lnTo>
              </a:path>
              <a:path w="21600" h="21600">
                <a:moveTo>
                  <a:pt x="8773" y="5299"/>
                </a:moveTo>
                <a:lnTo>
                  <a:pt x="8613" y="5371"/>
                </a:lnTo>
                <a:lnTo>
                  <a:pt x="8741" y="5640"/>
                </a:lnTo>
                <a:lnTo>
                  <a:pt x="8931" y="5592"/>
                </a:lnTo>
              </a:path>
              <a:path w="21600" h="21600">
                <a:moveTo>
                  <a:pt x="13225" y="5293"/>
                </a:moveTo>
                <a:lnTo>
                  <a:pt x="13237" y="5471"/>
                </a:lnTo>
                <a:cubicBezTo>
                  <a:pt x="13245" y="5683"/>
                  <a:pt x="13246" y="5912"/>
                  <a:pt x="13234" y="6149"/>
                </a:cubicBezTo>
                <a:lnTo>
                  <a:pt x="13215" y="6337"/>
                </a:lnTo>
                <a:lnTo>
                  <a:pt x="13325" y="6736"/>
                </a:lnTo>
                <a:lnTo>
                  <a:pt x="13377" y="6981"/>
                </a:lnTo>
                <a:lnTo>
                  <a:pt x="13425" y="6391"/>
                </a:lnTo>
                <a:lnTo>
                  <a:pt x="13419" y="6106"/>
                </a:lnTo>
                <a:lnTo>
                  <a:pt x="13239" y="5389"/>
                </a:lnTo>
              </a:path>
              <a:path w="21600" h="21600">
                <a:moveTo>
                  <a:pt x="6276" y="5290"/>
                </a:moveTo>
                <a:lnTo>
                  <a:pt x="6272" y="5305"/>
                </a:lnTo>
                <a:lnTo>
                  <a:pt x="6262" y="5321"/>
                </a:lnTo>
                <a:lnTo>
                  <a:pt x="6273" y="5343"/>
                </a:lnTo>
                <a:lnTo>
                  <a:pt x="6421" y="5393"/>
                </a:lnTo>
                <a:lnTo>
                  <a:pt x="6431" y="5346"/>
                </a:lnTo>
                <a:lnTo>
                  <a:pt x="6411" y="5311"/>
                </a:lnTo>
              </a:path>
              <a:path w="21600" h="21600">
                <a:moveTo>
                  <a:pt x="5709" y="5288"/>
                </a:moveTo>
                <a:lnTo>
                  <a:pt x="5742" y="5331"/>
                </a:lnTo>
                <a:cubicBezTo>
                  <a:pt x="5771" y="5359"/>
                  <a:pt x="5795" y="5371"/>
                  <a:pt x="5817" y="5371"/>
                </a:cubicBezTo>
                <a:lnTo>
                  <a:pt x="5855" y="5353"/>
                </a:lnTo>
                <a:lnTo>
                  <a:pt x="5824" y="5305"/>
                </a:lnTo>
              </a:path>
              <a:path w="21600" h="21600">
                <a:moveTo>
                  <a:pt x="6791" y="5281"/>
                </a:moveTo>
                <a:lnTo>
                  <a:pt x="6795" y="5304"/>
                </a:lnTo>
                <a:lnTo>
                  <a:pt x="6834" y="5334"/>
                </a:lnTo>
                <a:lnTo>
                  <a:pt x="6856" y="5337"/>
                </a:lnTo>
              </a:path>
              <a:path w="21600" h="21600">
                <a:moveTo>
                  <a:pt x="5987" y="5275"/>
                </a:moveTo>
                <a:lnTo>
                  <a:pt x="5981" y="5282"/>
                </a:lnTo>
                <a:lnTo>
                  <a:pt x="5991" y="5283"/>
                </a:lnTo>
              </a:path>
              <a:path w="21600" h="21600">
                <a:moveTo>
                  <a:pt x="10974" y="5268"/>
                </a:moveTo>
                <a:lnTo>
                  <a:pt x="10943" y="5344"/>
                </a:lnTo>
                <a:lnTo>
                  <a:pt x="10832" y="5505"/>
                </a:lnTo>
                <a:lnTo>
                  <a:pt x="10992" y="5856"/>
                </a:lnTo>
                <a:lnTo>
                  <a:pt x="11132" y="5639"/>
                </a:lnTo>
                <a:lnTo>
                  <a:pt x="11008" y="5347"/>
                </a:lnTo>
              </a:path>
              <a:path w="21600" h="21600">
                <a:moveTo>
                  <a:pt x="2449" y="5265"/>
                </a:moveTo>
                <a:lnTo>
                  <a:pt x="2391" y="5407"/>
                </a:lnTo>
                <a:lnTo>
                  <a:pt x="2378" y="5450"/>
                </a:lnTo>
                <a:lnTo>
                  <a:pt x="2495" y="5389"/>
                </a:lnTo>
                <a:lnTo>
                  <a:pt x="2503" y="5378"/>
                </a:lnTo>
                <a:lnTo>
                  <a:pt x="2520" y="5369"/>
                </a:lnTo>
              </a:path>
              <a:path w="21600" h="21600">
                <a:moveTo>
                  <a:pt x="12548" y="5265"/>
                </a:moveTo>
                <a:lnTo>
                  <a:pt x="12533" y="5424"/>
                </a:lnTo>
                <a:lnTo>
                  <a:pt x="12458" y="5853"/>
                </a:lnTo>
                <a:lnTo>
                  <a:pt x="12614" y="6341"/>
                </a:lnTo>
                <a:lnTo>
                  <a:pt x="12626" y="6297"/>
                </a:lnTo>
                <a:lnTo>
                  <a:pt x="12703" y="5789"/>
                </a:lnTo>
              </a:path>
              <a:path w="21600" h="21600">
                <a:moveTo>
                  <a:pt x="10094" y="5264"/>
                </a:moveTo>
                <a:lnTo>
                  <a:pt x="10029" y="5351"/>
                </a:lnTo>
                <a:lnTo>
                  <a:pt x="9949" y="5417"/>
                </a:lnTo>
                <a:lnTo>
                  <a:pt x="10024" y="5552"/>
                </a:lnTo>
                <a:cubicBezTo>
                  <a:pt x="10045" y="5596"/>
                  <a:pt x="10071" y="5652"/>
                  <a:pt x="10101" y="5718"/>
                </a:cubicBezTo>
                <a:lnTo>
                  <a:pt x="10105" y="5728"/>
                </a:lnTo>
                <a:lnTo>
                  <a:pt x="10260" y="5597"/>
                </a:lnTo>
                <a:lnTo>
                  <a:pt x="10264" y="5593"/>
                </a:lnTo>
              </a:path>
              <a:path w="21600" h="21600">
                <a:moveTo>
                  <a:pt x="6661" y="5264"/>
                </a:moveTo>
                <a:lnTo>
                  <a:pt x="6663" y="5291"/>
                </a:lnTo>
                <a:lnTo>
                  <a:pt x="6673" y="5309"/>
                </a:lnTo>
                <a:lnTo>
                  <a:pt x="6744" y="5320"/>
                </a:lnTo>
                <a:lnTo>
                  <a:pt x="6709" y="5293"/>
                </a:lnTo>
              </a:path>
              <a:path w="21600" h="21600">
                <a:moveTo>
                  <a:pt x="5525" y="5260"/>
                </a:moveTo>
                <a:cubicBezTo>
                  <a:pt x="4872" y="5218"/>
                  <a:pt x="4203" y="5322"/>
                  <a:pt x="3604" y="5430"/>
                </a:cubicBezTo>
                <a:cubicBezTo>
                  <a:pt x="3259" y="5492"/>
                  <a:pt x="2988" y="5565"/>
                  <a:pt x="2799" y="5644"/>
                </a:cubicBezTo>
                <a:lnTo>
                  <a:pt x="2648" y="5729"/>
                </a:lnTo>
                <a:lnTo>
                  <a:pt x="2612" y="5826"/>
                </a:lnTo>
                <a:lnTo>
                  <a:pt x="2728" y="5968"/>
                </a:lnTo>
                <a:lnTo>
                  <a:pt x="2727" y="5985"/>
                </a:lnTo>
                <a:lnTo>
                  <a:pt x="3208" y="5747"/>
                </a:lnTo>
                <a:cubicBezTo>
                  <a:pt x="3948" y="5465"/>
                  <a:pt x="4725" y="5332"/>
                  <a:pt x="5455" y="5362"/>
                </a:cubicBezTo>
                <a:lnTo>
                  <a:pt x="5776" y="5395"/>
                </a:lnTo>
                <a:lnTo>
                  <a:pt x="5709" y="5360"/>
                </a:lnTo>
                <a:lnTo>
                  <a:pt x="5647" y="5278"/>
                </a:lnTo>
              </a:path>
              <a:path w="21600" h="21600">
                <a:moveTo>
                  <a:pt x="9536" y="5254"/>
                </a:moveTo>
                <a:lnTo>
                  <a:pt x="9390" y="5371"/>
                </a:lnTo>
                <a:lnTo>
                  <a:pt x="9540" y="5696"/>
                </a:lnTo>
                <a:lnTo>
                  <a:pt x="9700" y="5564"/>
                </a:lnTo>
                <a:lnTo>
                  <a:pt x="9653" y="5452"/>
                </a:lnTo>
              </a:path>
              <a:path w="21600" h="21600">
                <a:moveTo>
                  <a:pt x="6023" y="5249"/>
                </a:moveTo>
                <a:lnTo>
                  <a:pt x="6046" y="5291"/>
                </a:lnTo>
                <a:lnTo>
                  <a:pt x="6182" y="5312"/>
                </a:lnTo>
                <a:lnTo>
                  <a:pt x="6208" y="5321"/>
                </a:lnTo>
                <a:lnTo>
                  <a:pt x="6211" y="5317"/>
                </a:lnTo>
                <a:lnTo>
                  <a:pt x="6190" y="5276"/>
                </a:lnTo>
              </a:path>
              <a:path w="21600" h="21600">
                <a:moveTo>
                  <a:pt x="1417" y="5241"/>
                </a:moveTo>
                <a:lnTo>
                  <a:pt x="909" y="5377"/>
                </a:lnTo>
                <a:lnTo>
                  <a:pt x="805" y="5388"/>
                </a:lnTo>
                <a:lnTo>
                  <a:pt x="707" y="5490"/>
                </a:lnTo>
                <a:cubicBezTo>
                  <a:pt x="660" y="5549"/>
                  <a:pt x="612" y="5607"/>
                  <a:pt x="565" y="5663"/>
                </a:cubicBezTo>
                <a:lnTo>
                  <a:pt x="519" y="5720"/>
                </a:lnTo>
                <a:lnTo>
                  <a:pt x="733" y="5700"/>
                </a:lnTo>
                <a:lnTo>
                  <a:pt x="957" y="5643"/>
                </a:lnTo>
                <a:lnTo>
                  <a:pt x="1155" y="5442"/>
                </a:lnTo>
              </a:path>
              <a:path w="21600" h="21600">
                <a:moveTo>
                  <a:pt x="2200" y="5238"/>
                </a:moveTo>
                <a:lnTo>
                  <a:pt x="2182" y="5257"/>
                </a:lnTo>
                <a:lnTo>
                  <a:pt x="2167" y="5361"/>
                </a:lnTo>
                <a:lnTo>
                  <a:pt x="2171" y="5353"/>
                </a:lnTo>
                <a:lnTo>
                  <a:pt x="2196" y="5278"/>
                </a:lnTo>
              </a:path>
              <a:path w="21600" h="21600">
                <a:moveTo>
                  <a:pt x="6296" y="5225"/>
                </a:moveTo>
                <a:lnTo>
                  <a:pt x="6289" y="5248"/>
                </a:lnTo>
                <a:lnTo>
                  <a:pt x="6382" y="5263"/>
                </a:lnTo>
                <a:lnTo>
                  <a:pt x="6378" y="5256"/>
                </a:lnTo>
              </a:path>
              <a:path w="21600" h="21600">
                <a:moveTo>
                  <a:pt x="5819" y="5217"/>
                </a:moveTo>
                <a:lnTo>
                  <a:pt x="5847" y="5261"/>
                </a:lnTo>
                <a:lnTo>
                  <a:pt x="5933" y="5274"/>
                </a:lnTo>
                <a:lnTo>
                  <a:pt x="5960" y="5239"/>
                </a:lnTo>
                <a:lnTo>
                  <a:pt x="5821" y="5217"/>
                </a:lnTo>
              </a:path>
              <a:path w="21600" h="21600">
                <a:moveTo>
                  <a:pt x="5699" y="5206"/>
                </a:moveTo>
                <a:lnTo>
                  <a:pt x="5695" y="5211"/>
                </a:lnTo>
                <a:lnTo>
                  <a:pt x="5659" y="5222"/>
                </a:lnTo>
                <a:lnTo>
                  <a:pt x="5668" y="5235"/>
                </a:lnTo>
                <a:lnTo>
                  <a:pt x="5791" y="5253"/>
                </a:lnTo>
                <a:lnTo>
                  <a:pt x="5765" y="5212"/>
                </a:lnTo>
              </a:path>
              <a:path w="21600" h="21600">
                <a:moveTo>
                  <a:pt x="8983" y="5199"/>
                </a:moveTo>
                <a:lnTo>
                  <a:pt x="8970" y="5210"/>
                </a:lnTo>
                <a:lnTo>
                  <a:pt x="8814" y="5280"/>
                </a:lnTo>
                <a:lnTo>
                  <a:pt x="8975" y="5576"/>
                </a:lnTo>
                <a:lnTo>
                  <a:pt x="9135" y="5496"/>
                </a:lnTo>
                <a:lnTo>
                  <a:pt x="8995" y="5217"/>
                </a:lnTo>
              </a:path>
              <a:path w="21600" h="21600">
                <a:moveTo>
                  <a:pt x="6779" y="5196"/>
                </a:moveTo>
                <a:lnTo>
                  <a:pt x="6781" y="5215"/>
                </a:lnTo>
                <a:lnTo>
                  <a:pt x="6798" y="5229"/>
                </a:lnTo>
              </a:path>
              <a:path w="21600" h="21600">
                <a:moveTo>
                  <a:pt x="5548" y="5193"/>
                </a:moveTo>
                <a:lnTo>
                  <a:pt x="5579" y="5206"/>
                </a:lnTo>
                <a:lnTo>
                  <a:pt x="5590" y="5203"/>
                </a:lnTo>
                <a:lnTo>
                  <a:pt x="5586" y="5196"/>
                </a:lnTo>
              </a:path>
              <a:path w="21600" h="21600">
                <a:moveTo>
                  <a:pt x="7712" y="5186"/>
                </a:moveTo>
                <a:lnTo>
                  <a:pt x="7636" y="5195"/>
                </a:lnTo>
                <a:lnTo>
                  <a:pt x="7521" y="5189"/>
                </a:lnTo>
                <a:lnTo>
                  <a:pt x="7650" y="5416"/>
                </a:lnTo>
                <a:lnTo>
                  <a:pt x="7840" y="5428"/>
                </a:lnTo>
              </a:path>
              <a:path w="21600" h="21600">
                <a:moveTo>
                  <a:pt x="2063" y="5185"/>
                </a:moveTo>
                <a:lnTo>
                  <a:pt x="2021" y="5223"/>
                </a:lnTo>
                <a:lnTo>
                  <a:pt x="2022" y="5275"/>
                </a:lnTo>
                <a:lnTo>
                  <a:pt x="2062" y="5254"/>
                </a:lnTo>
                <a:lnTo>
                  <a:pt x="2064" y="5207"/>
                </a:lnTo>
              </a:path>
              <a:path w="21600" h="21600">
                <a:moveTo>
                  <a:pt x="6182" y="5182"/>
                </a:moveTo>
                <a:lnTo>
                  <a:pt x="6217" y="5237"/>
                </a:lnTo>
                <a:lnTo>
                  <a:pt x="6242" y="5241"/>
                </a:lnTo>
                <a:lnTo>
                  <a:pt x="6252" y="5208"/>
                </a:lnTo>
              </a:path>
              <a:path w="21600" h="21600">
                <a:moveTo>
                  <a:pt x="7273" y="5176"/>
                </a:moveTo>
                <a:lnTo>
                  <a:pt x="7401" y="5400"/>
                </a:lnTo>
                <a:lnTo>
                  <a:pt x="7596" y="5412"/>
                </a:lnTo>
                <a:lnTo>
                  <a:pt x="7467" y="5186"/>
                </a:lnTo>
              </a:path>
              <a:path w="21600" h="21600">
                <a:moveTo>
                  <a:pt x="6510" y="5172"/>
                </a:moveTo>
                <a:lnTo>
                  <a:pt x="6510" y="5197"/>
                </a:lnTo>
                <a:lnTo>
                  <a:pt x="6498" y="5256"/>
                </a:lnTo>
                <a:lnTo>
                  <a:pt x="6562" y="5292"/>
                </a:lnTo>
                <a:lnTo>
                  <a:pt x="6615" y="5300"/>
                </a:lnTo>
                <a:lnTo>
                  <a:pt x="6564" y="5204"/>
                </a:lnTo>
              </a:path>
              <a:path w="21600" h="21600">
                <a:moveTo>
                  <a:pt x="5736" y="5166"/>
                </a:moveTo>
                <a:lnTo>
                  <a:pt x="5736" y="5166"/>
                </a:lnTo>
                <a:lnTo>
                  <a:pt x="5737" y="5166"/>
                </a:lnTo>
              </a:path>
              <a:path w="21600" h="21600">
                <a:moveTo>
                  <a:pt x="7041" y="5164"/>
                </a:moveTo>
                <a:lnTo>
                  <a:pt x="7164" y="5385"/>
                </a:lnTo>
                <a:lnTo>
                  <a:pt x="7347" y="5397"/>
                </a:lnTo>
                <a:lnTo>
                  <a:pt x="7220" y="5173"/>
                </a:lnTo>
              </a:path>
              <a:path w="21600" h="21600">
                <a:moveTo>
                  <a:pt x="10626" y="5162"/>
                </a:moveTo>
                <a:lnTo>
                  <a:pt x="10480" y="5366"/>
                </a:lnTo>
                <a:lnTo>
                  <a:pt x="10644" y="5705"/>
                </a:lnTo>
                <a:lnTo>
                  <a:pt x="10782" y="5504"/>
                </a:lnTo>
                <a:lnTo>
                  <a:pt x="10658" y="5230"/>
                </a:lnTo>
              </a:path>
              <a:path w="21600" h="21600">
                <a:moveTo>
                  <a:pt x="7935" y="5160"/>
                </a:moveTo>
                <a:lnTo>
                  <a:pt x="7761" y="5180"/>
                </a:lnTo>
                <a:lnTo>
                  <a:pt x="7895" y="5431"/>
                </a:lnTo>
                <a:lnTo>
                  <a:pt x="7906" y="5432"/>
                </a:lnTo>
                <a:lnTo>
                  <a:pt x="8082" y="5408"/>
                </a:lnTo>
              </a:path>
              <a:path w="21600" h="21600">
                <a:moveTo>
                  <a:pt x="2146" y="5159"/>
                </a:moveTo>
                <a:lnTo>
                  <a:pt x="2127" y="5219"/>
                </a:lnTo>
                <a:lnTo>
                  <a:pt x="2144" y="5211"/>
                </a:lnTo>
                <a:lnTo>
                  <a:pt x="2147" y="5192"/>
                </a:lnTo>
              </a:path>
              <a:path w="21600" h="21600">
                <a:moveTo>
                  <a:pt x="6652" y="5159"/>
                </a:moveTo>
                <a:lnTo>
                  <a:pt x="6656" y="5209"/>
                </a:lnTo>
                <a:lnTo>
                  <a:pt x="6733" y="5256"/>
                </a:lnTo>
                <a:lnTo>
                  <a:pt x="6743" y="5263"/>
                </a:lnTo>
                <a:lnTo>
                  <a:pt x="6738" y="5235"/>
                </a:lnTo>
              </a:path>
              <a:path w="21600" h="21600">
                <a:moveTo>
                  <a:pt x="5036" y="5159"/>
                </a:moveTo>
                <a:lnTo>
                  <a:pt x="5036" y="5159"/>
                </a:lnTo>
                <a:lnTo>
                  <a:pt x="3999" y="5260"/>
                </a:lnTo>
                <a:lnTo>
                  <a:pt x="3491" y="5407"/>
                </a:lnTo>
                <a:lnTo>
                  <a:pt x="3597" y="5384"/>
                </a:lnTo>
                <a:cubicBezTo>
                  <a:pt x="3999" y="5312"/>
                  <a:pt x="4433" y="5241"/>
                  <a:pt x="4872" y="5215"/>
                </a:cubicBezTo>
                <a:lnTo>
                  <a:pt x="5493" y="5214"/>
                </a:lnTo>
                <a:lnTo>
                  <a:pt x="5459" y="5199"/>
                </a:lnTo>
                <a:lnTo>
                  <a:pt x="5445" y="5184"/>
                </a:lnTo>
                <a:lnTo>
                  <a:pt x="5187" y="5161"/>
                </a:lnTo>
                <a:lnTo>
                  <a:pt x="5036" y="5159"/>
                </a:lnTo>
                <a:lnTo>
                  <a:pt x="5036" y="5159"/>
                </a:lnTo>
              </a:path>
              <a:path w="21600" h="21600">
                <a:moveTo>
                  <a:pt x="6317" y="5154"/>
                </a:moveTo>
                <a:lnTo>
                  <a:pt x="6309" y="5183"/>
                </a:lnTo>
                <a:lnTo>
                  <a:pt x="6342" y="5196"/>
                </a:lnTo>
              </a:path>
              <a:path w="21600" h="21600">
                <a:moveTo>
                  <a:pt x="6854" y="5151"/>
                </a:moveTo>
                <a:lnTo>
                  <a:pt x="6920" y="5265"/>
                </a:lnTo>
                <a:lnTo>
                  <a:pt x="6958" y="5301"/>
                </a:lnTo>
                <a:lnTo>
                  <a:pt x="6995" y="5359"/>
                </a:lnTo>
                <a:lnTo>
                  <a:pt x="7111" y="5377"/>
                </a:lnTo>
                <a:lnTo>
                  <a:pt x="7101" y="5355"/>
                </a:lnTo>
                <a:lnTo>
                  <a:pt x="6982" y="5161"/>
                </a:lnTo>
                <a:lnTo>
                  <a:pt x="6890" y="5156"/>
                </a:lnTo>
              </a:path>
              <a:path w="21600" h="21600">
                <a:moveTo>
                  <a:pt x="6084" y="5146"/>
                </a:moveTo>
                <a:lnTo>
                  <a:pt x="6037" y="5208"/>
                </a:lnTo>
                <a:lnTo>
                  <a:pt x="6159" y="5227"/>
                </a:lnTo>
                <a:lnTo>
                  <a:pt x="6113" y="5156"/>
                </a:lnTo>
                <a:lnTo>
                  <a:pt x="6089" y="5146"/>
                </a:lnTo>
              </a:path>
              <a:path w="21600" h="21600">
                <a:moveTo>
                  <a:pt x="8176" y="5132"/>
                </a:moveTo>
                <a:lnTo>
                  <a:pt x="7980" y="5155"/>
                </a:lnTo>
                <a:lnTo>
                  <a:pt x="8126" y="5402"/>
                </a:lnTo>
                <a:lnTo>
                  <a:pt x="8307" y="5377"/>
                </a:lnTo>
              </a:path>
              <a:path w="21600" h="21600">
                <a:moveTo>
                  <a:pt x="2396" y="5127"/>
                </a:moveTo>
                <a:lnTo>
                  <a:pt x="2304" y="5176"/>
                </a:lnTo>
                <a:lnTo>
                  <a:pt x="2190" y="5547"/>
                </a:lnTo>
                <a:lnTo>
                  <a:pt x="2321" y="5479"/>
                </a:lnTo>
                <a:lnTo>
                  <a:pt x="2348" y="5390"/>
                </a:lnTo>
                <a:lnTo>
                  <a:pt x="2422" y="5210"/>
                </a:lnTo>
              </a:path>
              <a:path w="21600" h="21600">
                <a:moveTo>
                  <a:pt x="6681" y="5127"/>
                </a:moveTo>
                <a:lnTo>
                  <a:pt x="6728" y="5168"/>
                </a:lnTo>
                <a:lnTo>
                  <a:pt x="6728" y="5165"/>
                </a:lnTo>
                <a:lnTo>
                  <a:pt x="6712" y="5131"/>
                </a:lnTo>
              </a:path>
              <a:path w="21600" h="21600">
                <a:moveTo>
                  <a:pt x="5951" y="5122"/>
                </a:moveTo>
                <a:lnTo>
                  <a:pt x="5993" y="5196"/>
                </a:lnTo>
                <a:lnTo>
                  <a:pt x="6037" y="5137"/>
                </a:lnTo>
              </a:path>
              <a:path w="21600" h="21600">
                <a:moveTo>
                  <a:pt x="6564" y="5110"/>
                </a:moveTo>
                <a:lnTo>
                  <a:pt x="6568" y="5116"/>
                </a:lnTo>
                <a:lnTo>
                  <a:pt x="6600" y="5175"/>
                </a:lnTo>
                <a:lnTo>
                  <a:pt x="6609" y="5180"/>
                </a:lnTo>
                <a:lnTo>
                  <a:pt x="6603" y="5116"/>
                </a:lnTo>
                <a:lnTo>
                  <a:pt x="6602" y="5115"/>
                </a:lnTo>
              </a:path>
              <a:path w="21600" h="21600">
                <a:moveTo>
                  <a:pt x="6508" y="5107"/>
                </a:moveTo>
                <a:lnTo>
                  <a:pt x="6509" y="5119"/>
                </a:lnTo>
                <a:lnTo>
                  <a:pt x="6522" y="5127"/>
                </a:lnTo>
              </a:path>
              <a:path w="21600" h="21600">
                <a:moveTo>
                  <a:pt x="9725" y="5102"/>
                </a:moveTo>
                <a:lnTo>
                  <a:pt x="9572" y="5225"/>
                </a:lnTo>
                <a:lnTo>
                  <a:pt x="9694" y="5433"/>
                </a:lnTo>
                <a:lnTo>
                  <a:pt x="9737" y="5534"/>
                </a:lnTo>
                <a:lnTo>
                  <a:pt x="9893" y="5406"/>
                </a:lnTo>
              </a:path>
              <a:path w="21600" h="21600">
                <a:moveTo>
                  <a:pt x="5801" y="5096"/>
                </a:moveTo>
                <a:lnTo>
                  <a:pt x="5767" y="5133"/>
                </a:lnTo>
                <a:lnTo>
                  <a:pt x="5790" y="5171"/>
                </a:lnTo>
                <a:lnTo>
                  <a:pt x="5827" y="5174"/>
                </a:lnTo>
                <a:lnTo>
                  <a:pt x="5940" y="5192"/>
                </a:lnTo>
                <a:lnTo>
                  <a:pt x="5913" y="5144"/>
                </a:lnTo>
                <a:lnTo>
                  <a:pt x="5890" y="5112"/>
                </a:lnTo>
              </a:path>
              <a:path w="21600" h="21600">
                <a:moveTo>
                  <a:pt x="2469" y="5095"/>
                </a:moveTo>
                <a:lnTo>
                  <a:pt x="2444" y="5103"/>
                </a:lnTo>
                <a:lnTo>
                  <a:pt x="2437" y="5112"/>
                </a:lnTo>
                <a:lnTo>
                  <a:pt x="2448" y="5146"/>
                </a:lnTo>
              </a:path>
              <a:path w="21600" h="21600">
                <a:moveTo>
                  <a:pt x="5736" y="5084"/>
                </a:moveTo>
                <a:lnTo>
                  <a:pt x="5743" y="5096"/>
                </a:lnTo>
                <a:lnTo>
                  <a:pt x="5752" y="5087"/>
                </a:lnTo>
              </a:path>
              <a:path w="21600" h="21600">
                <a:moveTo>
                  <a:pt x="1799" y="5080"/>
                </a:moveTo>
                <a:lnTo>
                  <a:pt x="1744" y="5109"/>
                </a:lnTo>
                <a:lnTo>
                  <a:pt x="1587" y="5195"/>
                </a:lnTo>
                <a:lnTo>
                  <a:pt x="1577" y="5198"/>
                </a:lnTo>
                <a:lnTo>
                  <a:pt x="1478" y="5251"/>
                </a:lnTo>
                <a:cubicBezTo>
                  <a:pt x="1373" y="5322"/>
                  <a:pt x="1275" y="5397"/>
                  <a:pt x="1187" y="5474"/>
                </a:cubicBezTo>
                <a:lnTo>
                  <a:pt x="1041" y="5622"/>
                </a:lnTo>
                <a:lnTo>
                  <a:pt x="1403" y="5531"/>
                </a:lnTo>
                <a:lnTo>
                  <a:pt x="1800" y="5324"/>
                </a:lnTo>
              </a:path>
              <a:path w="21600" h="21600">
                <a:moveTo>
                  <a:pt x="6340" y="5078"/>
                </a:moveTo>
                <a:lnTo>
                  <a:pt x="6335" y="5097"/>
                </a:lnTo>
                <a:lnTo>
                  <a:pt x="6407" y="5220"/>
                </a:lnTo>
                <a:lnTo>
                  <a:pt x="6454" y="5238"/>
                </a:lnTo>
                <a:lnTo>
                  <a:pt x="6464" y="5192"/>
                </a:lnTo>
                <a:lnTo>
                  <a:pt x="6463" y="5143"/>
                </a:lnTo>
                <a:lnTo>
                  <a:pt x="6385" y="5095"/>
                </a:lnTo>
                <a:lnTo>
                  <a:pt x="6345" y="5079"/>
                </a:lnTo>
              </a:path>
              <a:path w="21600" h="21600">
                <a:moveTo>
                  <a:pt x="6644" y="5065"/>
                </a:moveTo>
                <a:lnTo>
                  <a:pt x="6645" y="5079"/>
                </a:lnTo>
                <a:lnTo>
                  <a:pt x="6662" y="5081"/>
                </a:lnTo>
              </a:path>
              <a:path w="21600" h="21600">
                <a:moveTo>
                  <a:pt x="9155" y="5064"/>
                </a:moveTo>
                <a:lnTo>
                  <a:pt x="9018" y="5172"/>
                </a:lnTo>
                <a:lnTo>
                  <a:pt x="9034" y="5197"/>
                </a:lnTo>
                <a:lnTo>
                  <a:pt x="9174" y="5476"/>
                </a:lnTo>
                <a:lnTo>
                  <a:pt x="9219" y="5454"/>
                </a:lnTo>
                <a:lnTo>
                  <a:pt x="9335" y="5360"/>
                </a:lnTo>
                <a:lnTo>
                  <a:pt x="9323" y="5335"/>
                </a:lnTo>
              </a:path>
              <a:path w="21600" h="21600">
                <a:moveTo>
                  <a:pt x="8379" y="5057"/>
                </a:moveTo>
                <a:lnTo>
                  <a:pt x="8221" y="5121"/>
                </a:lnTo>
                <a:lnTo>
                  <a:pt x="8354" y="5371"/>
                </a:lnTo>
                <a:lnTo>
                  <a:pt x="8549" y="5344"/>
                </a:lnTo>
              </a:path>
              <a:path w="21600" h="21600">
                <a:moveTo>
                  <a:pt x="5537" y="5049"/>
                </a:moveTo>
                <a:lnTo>
                  <a:pt x="5611" y="5155"/>
                </a:lnTo>
                <a:lnTo>
                  <a:pt x="5683" y="5162"/>
                </a:lnTo>
                <a:lnTo>
                  <a:pt x="5713" y="5129"/>
                </a:lnTo>
                <a:lnTo>
                  <a:pt x="5678" y="5074"/>
                </a:lnTo>
              </a:path>
              <a:path w="21600" h="21600">
                <a:moveTo>
                  <a:pt x="6123" y="5047"/>
                </a:moveTo>
                <a:lnTo>
                  <a:pt x="6113" y="5074"/>
                </a:lnTo>
                <a:lnTo>
                  <a:pt x="6142" y="5120"/>
                </a:lnTo>
                <a:lnTo>
                  <a:pt x="6265" y="5166"/>
                </a:lnTo>
                <a:lnTo>
                  <a:pt x="6285" y="5098"/>
                </a:lnTo>
                <a:lnTo>
                  <a:pt x="6267" y="5068"/>
                </a:lnTo>
                <a:lnTo>
                  <a:pt x="6175" y="5055"/>
                </a:lnTo>
              </a:path>
              <a:path w="21600" h="21600">
                <a:moveTo>
                  <a:pt x="2632" y="5047"/>
                </a:moveTo>
                <a:lnTo>
                  <a:pt x="2526" y="5078"/>
                </a:lnTo>
                <a:lnTo>
                  <a:pt x="2470" y="5214"/>
                </a:lnTo>
                <a:lnTo>
                  <a:pt x="2472" y="5219"/>
                </a:lnTo>
                <a:lnTo>
                  <a:pt x="2560" y="5348"/>
                </a:lnTo>
                <a:lnTo>
                  <a:pt x="2653" y="5112"/>
                </a:lnTo>
                <a:cubicBezTo>
                  <a:pt x="2659" y="5101"/>
                  <a:pt x="2665" y="5092"/>
                  <a:pt x="2671" y="5086"/>
                </a:cubicBezTo>
              </a:path>
              <a:path w="21600" h="21600">
                <a:moveTo>
                  <a:pt x="5846" y="5047"/>
                </a:moveTo>
                <a:lnTo>
                  <a:pt x="5836" y="5057"/>
                </a:lnTo>
                <a:lnTo>
                  <a:pt x="5856" y="5061"/>
                </a:lnTo>
              </a:path>
              <a:path w="21600" h="21600">
                <a:moveTo>
                  <a:pt x="5481" y="5047"/>
                </a:moveTo>
                <a:lnTo>
                  <a:pt x="5480" y="5048"/>
                </a:lnTo>
                <a:lnTo>
                  <a:pt x="5402" y="5069"/>
                </a:lnTo>
                <a:lnTo>
                  <a:pt x="5468" y="5143"/>
                </a:lnTo>
                <a:lnTo>
                  <a:pt x="5553" y="5150"/>
                </a:lnTo>
              </a:path>
              <a:path w="21600" h="21600">
                <a:moveTo>
                  <a:pt x="6510" y="5034"/>
                </a:moveTo>
                <a:lnTo>
                  <a:pt x="6530" y="5063"/>
                </a:lnTo>
                <a:lnTo>
                  <a:pt x="6544" y="5065"/>
                </a:lnTo>
              </a:path>
              <a:path w="21600" h="21600">
                <a:moveTo>
                  <a:pt x="10267" y="5031"/>
                </a:moveTo>
                <a:lnTo>
                  <a:pt x="10124" y="5223"/>
                </a:lnTo>
                <a:lnTo>
                  <a:pt x="10294" y="5551"/>
                </a:lnTo>
                <a:lnTo>
                  <a:pt x="10429" y="5363"/>
                </a:lnTo>
                <a:lnTo>
                  <a:pt x="10307" y="5111"/>
                </a:lnTo>
              </a:path>
              <a:path w="21600" h="21600">
                <a:moveTo>
                  <a:pt x="1892" y="5030"/>
                </a:moveTo>
                <a:lnTo>
                  <a:pt x="1882" y="5035"/>
                </a:lnTo>
                <a:lnTo>
                  <a:pt x="1885" y="5104"/>
                </a:lnTo>
                <a:lnTo>
                  <a:pt x="1893" y="5037"/>
                </a:lnTo>
              </a:path>
              <a:path w="21600" h="21600">
                <a:moveTo>
                  <a:pt x="5366" y="5027"/>
                </a:moveTo>
                <a:lnTo>
                  <a:pt x="5372" y="5035"/>
                </a:lnTo>
                <a:lnTo>
                  <a:pt x="5395" y="5028"/>
                </a:lnTo>
              </a:path>
              <a:path w="21600" h="21600">
                <a:moveTo>
                  <a:pt x="2220" y="5027"/>
                </a:moveTo>
                <a:lnTo>
                  <a:pt x="2193" y="5066"/>
                </a:lnTo>
                <a:lnTo>
                  <a:pt x="2191" y="5068"/>
                </a:lnTo>
                <a:lnTo>
                  <a:pt x="2191" y="5184"/>
                </a:lnTo>
                <a:lnTo>
                  <a:pt x="2200" y="5174"/>
                </a:lnTo>
                <a:lnTo>
                  <a:pt x="2207" y="5160"/>
                </a:lnTo>
              </a:path>
              <a:path w="21600" h="21600">
                <a:moveTo>
                  <a:pt x="5303" y="5026"/>
                </a:moveTo>
                <a:lnTo>
                  <a:pt x="5308" y="5028"/>
                </a:lnTo>
                <a:lnTo>
                  <a:pt x="5306" y="5026"/>
                </a:lnTo>
              </a:path>
              <a:path w="21600" h="21600">
                <a:moveTo>
                  <a:pt x="4746" y="5014"/>
                </a:moveTo>
                <a:cubicBezTo>
                  <a:pt x="4305" y="5030"/>
                  <a:pt x="3889" y="5088"/>
                  <a:pt x="3558" y="5134"/>
                </a:cubicBezTo>
                <a:cubicBezTo>
                  <a:pt x="3442" y="5150"/>
                  <a:pt x="3339" y="5167"/>
                  <a:pt x="3246" y="5184"/>
                </a:cubicBezTo>
                <a:lnTo>
                  <a:pt x="3118" y="5210"/>
                </a:lnTo>
                <a:lnTo>
                  <a:pt x="2703" y="5331"/>
                </a:lnTo>
                <a:lnTo>
                  <a:pt x="2595" y="5387"/>
                </a:lnTo>
                <a:lnTo>
                  <a:pt x="2722" y="5516"/>
                </a:lnTo>
                <a:cubicBezTo>
                  <a:pt x="2729" y="5522"/>
                  <a:pt x="2733" y="5529"/>
                  <a:pt x="2733" y="5537"/>
                </a:cubicBezTo>
                <a:cubicBezTo>
                  <a:pt x="2733" y="5549"/>
                  <a:pt x="2726" y="5556"/>
                  <a:pt x="2720" y="5561"/>
                </a:cubicBezTo>
                <a:cubicBezTo>
                  <a:pt x="2715" y="5566"/>
                  <a:pt x="2708" y="5572"/>
                  <a:pt x="2703" y="5585"/>
                </a:cubicBezTo>
                <a:lnTo>
                  <a:pt x="2676" y="5656"/>
                </a:lnTo>
                <a:lnTo>
                  <a:pt x="2947" y="5519"/>
                </a:lnTo>
                <a:cubicBezTo>
                  <a:pt x="3681" y="5234"/>
                  <a:pt x="4456" y="5096"/>
                  <a:pt x="5188" y="5118"/>
                </a:cubicBezTo>
                <a:lnTo>
                  <a:pt x="5403" y="5137"/>
                </a:lnTo>
                <a:lnTo>
                  <a:pt x="5354" y="5082"/>
                </a:lnTo>
                <a:lnTo>
                  <a:pt x="5342" y="5085"/>
                </a:lnTo>
                <a:cubicBezTo>
                  <a:pt x="5298" y="5083"/>
                  <a:pt x="5255" y="5067"/>
                  <a:pt x="5210" y="5036"/>
                </a:cubicBezTo>
                <a:lnTo>
                  <a:pt x="5197" y="5024"/>
                </a:lnTo>
              </a:path>
              <a:path w="21600" h="21600">
                <a:moveTo>
                  <a:pt x="5879" y="5011"/>
                </a:moveTo>
                <a:lnTo>
                  <a:pt x="5879" y="5012"/>
                </a:lnTo>
                <a:lnTo>
                  <a:pt x="5921" y="5072"/>
                </a:lnTo>
                <a:lnTo>
                  <a:pt x="6057" y="5096"/>
                </a:lnTo>
                <a:lnTo>
                  <a:pt x="6064" y="5079"/>
                </a:lnTo>
                <a:lnTo>
                  <a:pt x="6035" y="5034"/>
                </a:lnTo>
              </a:path>
              <a:path w="21600" h="21600">
                <a:moveTo>
                  <a:pt x="2588" y="5004"/>
                </a:moveTo>
                <a:lnTo>
                  <a:pt x="2549" y="5023"/>
                </a:lnTo>
                <a:lnTo>
                  <a:pt x="2547" y="5028"/>
                </a:lnTo>
                <a:lnTo>
                  <a:pt x="2597" y="5013"/>
                </a:lnTo>
              </a:path>
              <a:path w="21600" h="21600">
                <a:moveTo>
                  <a:pt x="6144" y="4995"/>
                </a:moveTo>
                <a:lnTo>
                  <a:pt x="6139" y="5007"/>
                </a:lnTo>
                <a:lnTo>
                  <a:pt x="6181" y="5013"/>
                </a:lnTo>
                <a:lnTo>
                  <a:pt x="6191" y="5014"/>
                </a:lnTo>
              </a:path>
              <a:path w="21600" h="21600">
                <a:moveTo>
                  <a:pt x="1965" y="4991"/>
                </a:moveTo>
                <a:lnTo>
                  <a:pt x="1944" y="5002"/>
                </a:lnTo>
                <a:lnTo>
                  <a:pt x="1938" y="5050"/>
                </a:lnTo>
                <a:lnTo>
                  <a:pt x="1950" y="5186"/>
                </a:lnTo>
                <a:lnTo>
                  <a:pt x="1950" y="5205"/>
                </a:lnTo>
                <a:lnTo>
                  <a:pt x="1973" y="5101"/>
                </a:lnTo>
              </a:path>
              <a:path w="21600" h="21600">
                <a:moveTo>
                  <a:pt x="5669" y="4981"/>
                </a:moveTo>
                <a:lnTo>
                  <a:pt x="5679" y="4995"/>
                </a:lnTo>
                <a:lnTo>
                  <a:pt x="5704" y="5034"/>
                </a:lnTo>
                <a:lnTo>
                  <a:pt x="5787" y="5049"/>
                </a:lnTo>
                <a:lnTo>
                  <a:pt x="5821" y="5011"/>
                </a:lnTo>
                <a:lnTo>
                  <a:pt x="5816" y="5002"/>
                </a:lnTo>
              </a:path>
              <a:path w="21600" h="21600">
                <a:moveTo>
                  <a:pt x="8577" y="4976"/>
                </a:moveTo>
                <a:lnTo>
                  <a:pt x="8421" y="5040"/>
                </a:lnTo>
                <a:lnTo>
                  <a:pt x="8592" y="5331"/>
                </a:lnTo>
                <a:lnTo>
                  <a:pt x="8751" y="5259"/>
                </a:lnTo>
                <a:lnTo>
                  <a:pt x="8664" y="5099"/>
                </a:lnTo>
              </a:path>
              <a:path w="21600" h="21600">
                <a:moveTo>
                  <a:pt x="2049" y="4967"/>
                </a:moveTo>
                <a:lnTo>
                  <a:pt x="2017" y="5112"/>
                </a:lnTo>
                <a:lnTo>
                  <a:pt x="2020" y="5142"/>
                </a:lnTo>
                <a:lnTo>
                  <a:pt x="2020" y="5144"/>
                </a:lnTo>
                <a:lnTo>
                  <a:pt x="2058" y="5101"/>
                </a:lnTo>
              </a:path>
              <a:path w="21600" h="21600">
                <a:moveTo>
                  <a:pt x="5569" y="4966"/>
                </a:moveTo>
                <a:lnTo>
                  <a:pt x="5529" y="5003"/>
                </a:lnTo>
                <a:lnTo>
                  <a:pt x="5647" y="5024"/>
                </a:lnTo>
                <a:lnTo>
                  <a:pt x="5643" y="5018"/>
                </a:lnTo>
                <a:lnTo>
                  <a:pt x="5610" y="4972"/>
                </a:lnTo>
              </a:path>
              <a:path w="21600" h="21600">
                <a:moveTo>
                  <a:pt x="1252" y="4961"/>
                </a:moveTo>
                <a:lnTo>
                  <a:pt x="1074" y="5012"/>
                </a:lnTo>
                <a:lnTo>
                  <a:pt x="656" y="5058"/>
                </a:lnTo>
                <a:lnTo>
                  <a:pt x="462" y="5270"/>
                </a:lnTo>
                <a:lnTo>
                  <a:pt x="368" y="5388"/>
                </a:lnTo>
                <a:lnTo>
                  <a:pt x="785" y="5346"/>
                </a:lnTo>
                <a:lnTo>
                  <a:pt x="902" y="5223"/>
                </a:lnTo>
                <a:cubicBezTo>
                  <a:pt x="989" y="5144"/>
                  <a:pt x="1087" y="5067"/>
                  <a:pt x="1193" y="4994"/>
                </a:cubicBezTo>
              </a:path>
              <a:path w="21600" h="21600">
                <a:moveTo>
                  <a:pt x="5473" y="4958"/>
                </a:moveTo>
                <a:lnTo>
                  <a:pt x="5489" y="4981"/>
                </a:lnTo>
                <a:lnTo>
                  <a:pt x="5511" y="4961"/>
                </a:lnTo>
              </a:path>
              <a:path w="21600" h="21600">
                <a:moveTo>
                  <a:pt x="6356" y="4953"/>
                </a:moveTo>
                <a:lnTo>
                  <a:pt x="6353" y="5034"/>
                </a:lnTo>
                <a:lnTo>
                  <a:pt x="6365" y="5039"/>
                </a:lnTo>
                <a:lnTo>
                  <a:pt x="6461" y="5053"/>
                </a:lnTo>
                <a:lnTo>
                  <a:pt x="6461" y="5035"/>
                </a:lnTo>
                <a:lnTo>
                  <a:pt x="6432" y="4993"/>
                </a:lnTo>
              </a:path>
              <a:path w="21600" h="21600">
                <a:moveTo>
                  <a:pt x="6032" y="4948"/>
                </a:moveTo>
                <a:lnTo>
                  <a:pt x="6063" y="4996"/>
                </a:lnTo>
                <a:lnTo>
                  <a:pt x="6095" y="5000"/>
                </a:lnTo>
                <a:lnTo>
                  <a:pt x="6103" y="4978"/>
                </a:lnTo>
              </a:path>
              <a:path w="21600" h="21600">
                <a:moveTo>
                  <a:pt x="5298" y="4945"/>
                </a:moveTo>
                <a:lnTo>
                  <a:pt x="5329" y="4983"/>
                </a:lnTo>
                <a:lnTo>
                  <a:pt x="5425" y="4985"/>
                </a:lnTo>
                <a:lnTo>
                  <a:pt x="5440" y="4987"/>
                </a:lnTo>
                <a:lnTo>
                  <a:pt x="5416" y="4954"/>
                </a:lnTo>
              </a:path>
              <a:path w="21600" h="21600">
                <a:moveTo>
                  <a:pt x="5168" y="4935"/>
                </a:moveTo>
                <a:lnTo>
                  <a:pt x="5215" y="4980"/>
                </a:lnTo>
                <a:lnTo>
                  <a:pt x="5269" y="4981"/>
                </a:lnTo>
                <a:lnTo>
                  <a:pt x="5236" y="4940"/>
                </a:lnTo>
              </a:path>
              <a:path w="21600" h="21600">
                <a:moveTo>
                  <a:pt x="6505" y="4932"/>
                </a:moveTo>
                <a:lnTo>
                  <a:pt x="6506" y="4982"/>
                </a:lnTo>
                <a:lnTo>
                  <a:pt x="6531" y="4996"/>
                </a:lnTo>
                <a:lnTo>
                  <a:pt x="6598" y="5054"/>
                </a:lnTo>
                <a:lnTo>
                  <a:pt x="6595" y="5018"/>
                </a:lnTo>
              </a:path>
              <a:path w="21600" h="21600">
                <a:moveTo>
                  <a:pt x="6613" y="4930"/>
                </a:moveTo>
                <a:lnTo>
                  <a:pt x="6638" y="4994"/>
                </a:lnTo>
                <a:lnTo>
                  <a:pt x="6638" y="4997"/>
                </a:lnTo>
                <a:lnTo>
                  <a:pt x="6662" y="5020"/>
                </a:lnTo>
                <a:lnTo>
                  <a:pt x="6628" y="4944"/>
                </a:lnTo>
              </a:path>
              <a:path w="21600" h="21600">
                <a:moveTo>
                  <a:pt x="2903" y="4923"/>
                </a:moveTo>
                <a:lnTo>
                  <a:pt x="2751" y="4952"/>
                </a:lnTo>
                <a:lnTo>
                  <a:pt x="2635" y="4985"/>
                </a:lnTo>
                <a:lnTo>
                  <a:pt x="2649" y="4998"/>
                </a:lnTo>
              </a:path>
              <a:path w="21600" h="21600">
                <a:moveTo>
                  <a:pt x="5933" y="4921"/>
                </a:moveTo>
                <a:lnTo>
                  <a:pt x="5908" y="4973"/>
                </a:lnTo>
                <a:lnTo>
                  <a:pt x="6005" y="4987"/>
                </a:lnTo>
                <a:lnTo>
                  <a:pt x="5967" y="4929"/>
                </a:lnTo>
              </a:path>
              <a:path w="21600" h="21600">
                <a:moveTo>
                  <a:pt x="9340" y="4919"/>
                </a:moveTo>
                <a:lnTo>
                  <a:pt x="9191" y="5037"/>
                </a:lnTo>
                <a:lnTo>
                  <a:pt x="9364" y="5315"/>
                </a:lnTo>
                <a:lnTo>
                  <a:pt x="9372" y="5331"/>
                </a:lnTo>
                <a:lnTo>
                  <a:pt x="9514" y="5216"/>
                </a:lnTo>
              </a:path>
              <a:path w="21600" h="21600">
                <a:moveTo>
                  <a:pt x="11463" y="4918"/>
                </a:moveTo>
                <a:lnTo>
                  <a:pt x="11430" y="5023"/>
                </a:lnTo>
                <a:lnTo>
                  <a:pt x="11423" y="5042"/>
                </a:lnTo>
                <a:lnTo>
                  <a:pt x="11331" y="5279"/>
                </a:lnTo>
                <a:lnTo>
                  <a:pt x="11399" y="5449"/>
                </a:lnTo>
                <a:lnTo>
                  <a:pt x="11488" y="5675"/>
                </a:lnTo>
                <a:lnTo>
                  <a:pt x="11613" y="5334"/>
                </a:lnTo>
                <a:lnTo>
                  <a:pt x="11471" y="4953"/>
                </a:lnTo>
              </a:path>
              <a:path w="21600" h="21600">
                <a:moveTo>
                  <a:pt x="6175" y="4916"/>
                </a:moveTo>
                <a:lnTo>
                  <a:pt x="6160" y="4954"/>
                </a:lnTo>
                <a:lnTo>
                  <a:pt x="6212" y="4975"/>
                </a:lnTo>
                <a:lnTo>
                  <a:pt x="6188" y="4934"/>
                </a:lnTo>
              </a:path>
              <a:path w="21600" h="21600">
                <a:moveTo>
                  <a:pt x="1882" y="4916"/>
                </a:moveTo>
                <a:lnTo>
                  <a:pt x="1878" y="4959"/>
                </a:lnTo>
                <a:lnTo>
                  <a:pt x="1879" y="4984"/>
                </a:lnTo>
                <a:lnTo>
                  <a:pt x="1888" y="4979"/>
                </a:lnTo>
              </a:path>
              <a:path w="21600" h="21600">
                <a:moveTo>
                  <a:pt x="4824" y="4916"/>
                </a:moveTo>
                <a:lnTo>
                  <a:pt x="4824" y="4916"/>
                </a:lnTo>
                <a:cubicBezTo>
                  <a:pt x="4474" y="4916"/>
                  <a:pt x="4117" y="4952"/>
                  <a:pt x="3760" y="5022"/>
                </a:cubicBezTo>
                <a:lnTo>
                  <a:pt x="3494" y="5100"/>
                </a:lnTo>
                <a:lnTo>
                  <a:pt x="3551" y="5090"/>
                </a:lnTo>
                <a:cubicBezTo>
                  <a:pt x="3884" y="5044"/>
                  <a:pt x="4302" y="4986"/>
                  <a:pt x="4746" y="4970"/>
                </a:cubicBezTo>
                <a:lnTo>
                  <a:pt x="5150" y="4979"/>
                </a:lnTo>
                <a:lnTo>
                  <a:pt x="5100" y="4930"/>
                </a:lnTo>
                <a:lnTo>
                  <a:pt x="4922" y="4916"/>
                </a:lnTo>
                <a:cubicBezTo>
                  <a:pt x="4889" y="4916"/>
                  <a:pt x="4857" y="4916"/>
                  <a:pt x="4824" y="4916"/>
                </a:cubicBezTo>
              </a:path>
              <a:path w="21600" h="21600">
                <a:moveTo>
                  <a:pt x="2302" y="4911"/>
                </a:moveTo>
                <a:lnTo>
                  <a:pt x="2271" y="4955"/>
                </a:lnTo>
                <a:lnTo>
                  <a:pt x="2262" y="5046"/>
                </a:lnTo>
                <a:lnTo>
                  <a:pt x="2266" y="5037"/>
                </a:lnTo>
              </a:path>
              <a:path w="21600" h="21600">
                <a:moveTo>
                  <a:pt x="7117" y="4904"/>
                </a:moveTo>
                <a:lnTo>
                  <a:pt x="7122" y="4912"/>
                </a:lnTo>
                <a:lnTo>
                  <a:pt x="7248" y="5133"/>
                </a:lnTo>
                <a:lnTo>
                  <a:pt x="7443" y="5143"/>
                </a:lnTo>
                <a:lnTo>
                  <a:pt x="7379" y="5031"/>
                </a:lnTo>
                <a:lnTo>
                  <a:pt x="7296" y="4912"/>
                </a:lnTo>
              </a:path>
              <a:path w="21600" h="21600">
                <a:moveTo>
                  <a:pt x="7525" y="4900"/>
                </a:moveTo>
                <a:lnTo>
                  <a:pt x="7366" y="4915"/>
                </a:lnTo>
                <a:lnTo>
                  <a:pt x="7352" y="4914"/>
                </a:lnTo>
                <a:lnTo>
                  <a:pt x="7420" y="5012"/>
                </a:lnTo>
                <a:lnTo>
                  <a:pt x="7496" y="5146"/>
                </a:lnTo>
                <a:lnTo>
                  <a:pt x="7635" y="5153"/>
                </a:lnTo>
                <a:lnTo>
                  <a:pt x="7688" y="5147"/>
                </a:lnTo>
              </a:path>
              <a:path w="21600" h="21600">
                <a:moveTo>
                  <a:pt x="11130" y="4898"/>
                </a:moveTo>
                <a:lnTo>
                  <a:pt x="10998" y="5211"/>
                </a:lnTo>
                <a:lnTo>
                  <a:pt x="11050" y="5331"/>
                </a:lnTo>
                <a:lnTo>
                  <a:pt x="11162" y="5593"/>
                </a:lnTo>
                <a:lnTo>
                  <a:pt x="11162" y="5593"/>
                </a:lnTo>
                <a:lnTo>
                  <a:pt x="11283" y="5282"/>
                </a:lnTo>
              </a:path>
              <a:path w="21600" h="21600">
                <a:moveTo>
                  <a:pt x="2145" y="4895"/>
                </a:moveTo>
                <a:lnTo>
                  <a:pt x="2091" y="4924"/>
                </a:lnTo>
                <a:lnTo>
                  <a:pt x="2099" y="5054"/>
                </a:lnTo>
                <a:lnTo>
                  <a:pt x="2145" y="5001"/>
                </a:lnTo>
              </a:path>
              <a:path w="21600" h="21600">
                <a:moveTo>
                  <a:pt x="6862" y="4894"/>
                </a:moveTo>
                <a:lnTo>
                  <a:pt x="6980" y="5055"/>
                </a:lnTo>
                <a:lnTo>
                  <a:pt x="7017" y="5121"/>
                </a:lnTo>
                <a:lnTo>
                  <a:pt x="7195" y="5130"/>
                </a:lnTo>
                <a:lnTo>
                  <a:pt x="7082" y="4933"/>
                </a:lnTo>
                <a:lnTo>
                  <a:pt x="7059" y="4902"/>
                </a:lnTo>
              </a:path>
              <a:path w="21600" h="21600">
                <a:moveTo>
                  <a:pt x="9900" y="4893"/>
                </a:moveTo>
                <a:lnTo>
                  <a:pt x="9760" y="5073"/>
                </a:lnTo>
                <a:lnTo>
                  <a:pt x="9927" y="5377"/>
                </a:lnTo>
                <a:lnTo>
                  <a:pt x="9994" y="5322"/>
                </a:lnTo>
                <a:lnTo>
                  <a:pt x="10070" y="5219"/>
                </a:lnTo>
                <a:lnTo>
                  <a:pt x="9953" y="4991"/>
                </a:lnTo>
              </a:path>
              <a:path w="21600" h="21600">
                <a:moveTo>
                  <a:pt x="5796" y="4892"/>
                </a:moveTo>
                <a:lnTo>
                  <a:pt x="5846" y="4964"/>
                </a:lnTo>
                <a:lnTo>
                  <a:pt x="5862" y="4966"/>
                </a:lnTo>
                <a:lnTo>
                  <a:pt x="5865" y="4964"/>
                </a:lnTo>
                <a:lnTo>
                  <a:pt x="5889" y="4912"/>
                </a:lnTo>
              </a:path>
              <a:path w="21600" h="21600">
                <a:moveTo>
                  <a:pt x="1957" y="4889"/>
                </a:moveTo>
                <a:lnTo>
                  <a:pt x="1950" y="4945"/>
                </a:lnTo>
                <a:lnTo>
                  <a:pt x="1961" y="4939"/>
                </a:lnTo>
              </a:path>
              <a:path w="21600" h="21600">
                <a:moveTo>
                  <a:pt x="6658" y="4885"/>
                </a:moveTo>
                <a:lnTo>
                  <a:pt x="6724" y="4962"/>
                </a:lnTo>
                <a:lnTo>
                  <a:pt x="6759" y="5030"/>
                </a:lnTo>
                <a:lnTo>
                  <a:pt x="6820" y="5104"/>
                </a:lnTo>
                <a:lnTo>
                  <a:pt x="6894" y="5114"/>
                </a:lnTo>
                <a:lnTo>
                  <a:pt x="6956" y="5118"/>
                </a:lnTo>
                <a:lnTo>
                  <a:pt x="6817" y="4892"/>
                </a:lnTo>
              </a:path>
              <a:path w="21600" h="21600">
                <a:moveTo>
                  <a:pt x="6359" y="4883"/>
                </a:moveTo>
                <a:lnTo>
                  <a:pt x="6358" y="4905"/>
                </a:lnTo>
                <a:lnTo>
                  <a:pt x="6382" y="4918"/>
                </a:lnTo>
              </a:path>
              <a:path w="21600" h="21600">
                <a:moveTo>
                  <a:pt x="2235" y="4879"/>
                </a:moveTo>
                <a:lnTo>
                  <a:pt x="2225" y="4911"/>
                </a:lnTo>
                <a:lnTo>
                  <a:pt x="2233" y="4902"/>
                </a:lnTo>
              </a:path>
              <a:path w="21600" h="21600">
                <a:moveTo>
                  <a:pt x="11788" y="4877"/>
                </a:moveTo>
                <a:lnTo>
                  <a:pt x="11755" y="5013"/>
                </a:lnTo>
                <a:cubicBezTo>
                  <a:pt x="11730" y="5107"/>
                  <a:pt x="11706" y="5196"/>
                  <a:pt x="11679" y="5283"/>
                </a:cubicBezTo>
                <a:lnTo>
                  <a:pt x="11660" y="5334"/>
                </a:lnTo>
                <a:lnTo>
                  <a:pt x="11747" y="5567"/>
                </a:lnTo>
                <a:lnTo>
                  <a:pt x="11811" y="5740"/>
                </a:lnTo>
                <a:lnTo>
                  <a:pt x="11884" y="5526"/>
                </a:lnTo>
                <a:lnTo>
                  <a:pt x="11930" y="5347"/>
                </a:lnTo>
                <a:lnTo>
                  <a:pt x="11824" y="5040"/>
                </a:lnTo>
              </a:path>
              <a:path w="21600" h="21600">
                <a:moveTo>
                  <a:pt x="7766" y="4877"/>
                </a:moveTo>
                <a:lnTo>
                  <a:pt x="7576" y="4895"/>
                </a:lnTo>
                <a:lnTo>
                  <a:pt x="7739" y="5141"/>
                </a:lnTo>
                <a:lnTo>
                  <a:pt x="7912" y="5122"/>
                </a:lnTo>
              </a:path>
              <a:path w="21600" h="21600">
                <a:moveTo>
                  <a:pt x="8767" y="4874"/>
                </a:moveTo>
                <a:lnTo>
                  <a:pt x="8696" y="4928"/>
                </a:lnTo>
                <a:lnTo>
                  <a:pt x="8620" y="4959"/>
                </a:lnTo>
                <a:lnTo>
                  <a:pt x="8704" y="5078"/>
                </a:lnTo>
                <a:lnTo>
                  <a:pt x="8792" y="5241"/>
                </a:lnTo>
                <a:lnTo>
                  <a:pt x="8945" y="5172"/>
                </a:lnTo>
                <a:lnTo>
                  <a:pt x="8958" y="5162"/>
                </a:lnTo>
              </a:path>
              <a:path w="21600" h="21600">
                <a:moveTo>
                  <a:pt x="6503" y="4869"/>
                </a:moveTo>
                <a:lnTo>
                  <a:pt x="6503" y="4869"/>
                </a:lnTo>
                <a:lnTo>
                  <a:pt x="6564" y="4927"/>
                </a:lnTo>
                <a:lnTo>
                  <a:pt x="6543" y="4874"/>
                </a:lnTo>
              </a:path>
              <a:path w="21600" h="21600">
                <a:moveTo>
                  <a:pt x="6194" y="4868"/>
                </a:moveTo>
                <a:lnTo>
                  <a:pt x="6227" y="4913"/>
                </a:lnTo>
                <a:lnTo>
                  <a:pt x="6280" y="5004"/>
                </a:lnTo>
                <a:lnTo>
                  <a:pt x="6306" y="5015"/>
                </a:lnTo>
                <a:lnTo>
                  <a:pt x="6310" y="4929"/>
                </a:lnTo>
              </a:path>
              <a:path w="21600" h="21600">
                <a:moveTo>
                  <a:pt x="5677" y="4866"/>
                </a:moveTo>
                <a:lnTo>
                  <a:pt x="5623" y="4917"/>
                </a:lnTo>
                <a:lnTo>
                  <a:pt x="5635" y="4933"/>
                </a:lnTo>
                <a:lnTo>
                  <a:pt x="5783" y="4955"/>
                </a:lnTo>
                <a:lnTo>
                  <a:pt x="5730" y="4878"/>
                </a:lnTo>
              </a:path>
              <a:path w="21600" h="21600">
                <a:moveTo>
                  <a:pt x="6380" y="4853"/>
                </a:moveTo>
                <a:lnTo>
                  <a:pt x="6453" y="4955"/>
                </a:lnTo>
                <a:lnTo>
                  <a:pt x="6459" y="4958"/>
                </a:lnTo>
                <a:lnTo>
                  <a:pt x="6457" y="4887"/>
                </a:lnTo>
                <a:lnTo>
                  <a:pt x="6428" y="4859"/>
                </a:lnTo>
              </a:path>
              <a:path w="21600" h="21600">
                <a:moveTo>
                  <a:pt x="2284" y="4845"/>
                </a:moveTo>
                <a:lnTo>
                  <a:pt x="2282" y="4845"/>
                </a:lnTo>
                <a:lnTo>
                  <a:pt x="2282" y="4846"/>
                </a:lnTo>
              </a:path>
              <a:path w="21600" h="21600">
                <a:moveTo>
                  <a:pt x="10791" y="4843"/>
                </a:moveTo>
                <a:lnTo>
                  <a:pt x="10687" y="5077"/>
                </a:lnTo>
                <a:lnTo>
                  <a:pt x="10657" y="5120"/>
                </a:lnTo>
                <a:lnTo>
                  <a:pt x="10699" y="5211"/>
                </a:lnTo>
                <a:lnTo>
                  <a:pt x="10812" y="5460"/>
                </a:lnTo>
                <a:lnTo>
                  <a:pt x="10905" y="5325"/>
                </a:lnTo>
                <a:lnTo>
                  <a:pt x="10951" y="5214"/>
                </a:lnTo>
              </a:path>
              <a:path w="21600" h="21600">
                <a:moveTo>
                  <a:pt x="5569" y="4843"/>
                </a:moveTo>
                <a:lnTo>
                  <a:pt x="5597" y="4882"/>
                </a:lnTo>
                <a:lnTo>
                  <a:pt x="5626" y="4855"/>
                </a:lnTo>
              </a:path>
              <a:path w="21600" h="21600">
                <a:moveTo>
                  <a:pt x="2421" y="4838"/>
                </a:moveTo>
                <a:lnTo>
                  <a:pt x="2373" y="4950"/>
                </a:lnTo>
                <a:lnTo>
                  <a:pt x="2322" y="5117"/>
                </a:lnTo>
                <a:lnTo>
                  <a:pt x="2403" y="5075"/>
                </a:lnTo>
                <a:lnTo>
                  <a:pt x="2412" y="5052"/>
                </a:lnTo>
                <a:lnTo>
                  <a:pt x="2514" y="4986"/>
                </a:lnTo>
                <a:lnTo>
                  <a:pt x="2530" y="4947"/>
                </a:lnTo>
              </a:path>
              <a:path w="21600" h="21600">
                <a:moveTo>
                  <a:pt x="5327" y="4834"/>
                </a:moveTo>
                <a:lnTo>
                  <a:pt x="5262" y="4885"/>
                </a:lnTo>
                <a:lnTo>
                  <a:pt x="5251" y="4888"/>
                </a:lnTo>
                <a:lnTo>
                  <a:pt x="5261" y="4900"/>
                </a:lnTo>
                <a:lnTo>
                  <a:pt x="5385" y="4909"/>
                </a:lnTo>
              </a:path>
              <a:path w="21600" h="21600">
                <a:moveTo>
                  <a:pt x="6219" y="4832"/>
                </a:moveTo>
                <a:lnTo>
                  <a:pt x="6312" y="4881"/>
                </a:lnTo>
                <a:lnTo>
                  <a:pt x="6313" y="4844"/>
                </a:lnTo>
              </a:path>
              <a:path w="21600" h="21600">
                <a:moveTo>
                  <a:pt x="7965" y="4815"/>
                </a:moveTo>
                <a:lnTo>
                  <a:pt x="7813" y="4871"/>
                </a:lnTo>
                <a:lnTo>
                  <a:pt x="7957" y="5116"/>
                </a:lnTo>
                <a:lnTo>
                  <a:pt x="8152" y="5094"/>
                </a:lnTo>
                <a:cubicBezTo>
                  <a:pt x="8103" y="5015"/>
                  <a:pt x="8054" y="4938"/>
                  <a:pt x="8004" y="4864"/>
                </a:cubicBezTo>
              </a:path>
              <a:path w="21600" h="21600">
                <a:moveTo>
                  <a:pt x="2207" y="4810"/>
                </a:moveTo>
                <a:lnTo>
                  <a:pt x="2190" y="4827"/>
                </a:lnTo>
                <a:lnTo>
                  <a:pt x="2203" y="4823"/>
                </a:lnTo>
              </a:path>
              <a:path w="21600" h="21600">
                <a:moveTo>
                  <a:pt x="5990" y="4803"/>
                </a:moveTo>
                <a:lnTo>
                  <a:pt x="5968" y="4849"/>
                </a:lnTo>
                <a:lnTo>
                  <a:pt x="5994" y="4889"/>
                </a:lnTo>
                <a:lnTo>
                  <a:pt x="6018" y="4894"/>
                </a:lnTo>
                <a:lnTo>
                  <a:pt x="6119" y="4937"/>
                </a:lnTo>
                <a:lnTo>
                  <a:pt x="6144" y="4874"/>
                </a:lnTo>
                <a:lnTo>
                  <a:pt x="6107" y="4823"/>
                </a:lnTo>
                <a:lnTo>
                  <a:pt x="6095" y="4817"/>
                </a:lnTo>
              </a:path>
              <a:path w="21600" h="21600">
                <a:moveTo>
                  <a:pt x="5368" y="4801"/>
                </a:moveTo>
                <a:lnTo>
                  <a:pt x="5361" y="4806"/>
                </a:lnTo>
                <a:lnTo>
                  <a:pt x="5424" y="4888"/>
                </a:lnTo>
                <a:lnTo>
                  <a:pt x="5442" y="4913"/>
                </a:lnTo>
                <a:lnTo>
                  <a:pt x="5554" y="4922"/>
                </a:lnTo>
                <a:lnTo>
                  <a:pt x="5565" y="4911"/>
                </a:lnTo>
                <a:lnTo>
                  <a:pt x="5506" y="4830"/>
                </a:lnTo>
                <a:lnTo>
                  <a:pt x="5373" y="4801"/>
                </a:lnTo>
              </a:path>
              <a:path w="21600" h="21600">
                <a:moveTo>
                  <a:pt x="5934" y="4796"/>
                </a:moveTo>
                <a:lnTo>
                  <a:pt x="5940" y="4805"/>
                </a:lnTo>
                <a:lnTo>
                  <a:pt x="5944" y="4797"/>
                </a:lnTo>
              </a:path>
              <a:path w="21600" h="21600">
                <a:moveTo>
                  <a:pt x="1797" y="4793"/>
                </a:moveTo>
                <a:lnTo>
                  <a:pt x="1751" y="4820"/>
                </a:lnTo>
                <a:lnTo>
                  <a:pt x="1438" y="4909"/>
                </a:lnTo>
                <a:lnTo>
                  <a:pt x="1220" y="5027"/>
                </a:lnTo>
                <a:cubicBezTo>
                  <a:pt x="1116" y="5099"/>
                  <a:pt x="1019" y="5175"/>
                  <a:pt x="933" y="5253"/>
                </a:cubicBezTo>
                <a:lnTo>
                  <a:pt x="851" y="5339"/>
                </a:lnTo>
                <a:lnTo>
                  <a:pt x="899" y="5334"/>
                </a:lnTo>
                <a:lnTo>
                  <a:pt x="1557" y="5158"/>
                </a:lnTo>
                <a:lnTo>
                  <a:pt x="1728" y="5067"/>
                </a:lnTo>
                <a:lnTo>
                  <a:pt x="1798" y="5028"/>
                </a:lnTo>
              </a:path>
              <a:path w="21600" h="21600">
                <a:moveTo>
                  <a:pt x="5170" y="4789"/>
                </a:moveTo>
                <a:lnTo>
                  <a:pt x="5221" y="4851"/>
                </a:lnTo>
                <a:lnTo>
                  <a:pt x="5243" y="4846"/>
                </a:lnTo>
                <a:lnTo>
                  <a:pt x="5301" y="4800"/>
                </a:lnTo>
                <a:lnTo>
                  <a:pt x="5299" y="4797"/>
                </a:lnTo>
              </a:path>
              <a:path w="21600" h="21600">
                <a:moveTo>
                  <a:pt x="5025" y="4780"/>
                </a:moveTo>
                <a:lnTo>
                  <a:pt x="5106" y="4874"/>
                </a:lnTo>
                <a:lnTo>
                  <a:pt x="5108" y="4877"/>
                </a:lnTo>
                <a:lnTo>
                  <a:pt x="5110" y="4877"/>
                </a:lnTo>
                <a:lnTo>
                  <a:pt x="5172" y="4863"/>
                </a:lnTo>
                <a:lnTo>
                  <a:pt x="5109" y="4785"/>
                </a:lnTo>
              </a:path>
              <a:path w="21600" h="21600">
                <a:moveTo>
                  <a:pt x="10447" y="4776"/>
                </a:moveTo>
                <a:lnTo>
                  <a:pt x="10430" y="4812"/>
                </a:lnTo>
                <a:lnTo>
                  <a:pt x="10297" y="4991"/>
                </a:lnTo>
                <a:lnTo>
                  <a:pt x="10347" y="5091"/>
                </a:lnTo>
                <a:lnTo>
                  <a:pt x="10458" y="5321"/>
                </a:lnTo>
                <a:lnTo>
                  <a:pt x="10605" y="5116"/>
                </a:lnTo>
              </a:path>
              <a:path w="21600" h="21600">
                <a:moveTo>
                  <a:pt x="4909" y="4773"/>
                </a:moveTo>
                <a:lnTo>
                  <a:pt x="4984" y="4837"/>
                </a:lnTo>
                <a:lnTo>
                  <a:pt x="5026" y="4851"/>
                </a:lnTo>
                <a:lnTo>
                  <a:pt x="4963" y="4777"/>
                </a:lnTo>
              </a:path>
              <a:path w="21600" h="21600">
                <a:moveTo>
                  <a:pt x="5752" y="4772"/>
                </a:moveTo>
                <a:lnTo>
                  <a:pt x="5734" y="4803"/>
                </a:lnTo>
                <a:lnTo>
                  <a:pt x="5759" y="4839"/>
                </a:lnTo>
                <a:lnTo>
                  <a:pt x="5909" y="4871"/>
                </a:lnTo>
                <a:lnTo>
                  <a:pt x="5918" y="4852"/>
                </a:lnTo>
                <a:lnTo>
                  <a:pt x="5878" y="4789"/>
                </a:lnTo>
              </a:path>
              <a:path w="21600" h="21600">
                <a:moveTo>
                  <a:pt x="4729" y="4763"/>
                </a:moveTo>
                <a:cubicBezTo>
                  <a:pt x="4301" y="4762"/>
                  <a:pt x="3882" y="4802"/>
                  <a:pt x="3509" y="4838"/>
                </a:cubicBezTo>
                <a:lnTo>
                  <a:pt x="3215" y="4874"/>
                </a:lnTo>
                <a:lnTo>
                  <a:pt x="2683" y="5032"/>
                </a:lnTo>
                <a:lnTo>
                  <a:pt x="2714" y="5062"/>
                </a:lnTo>
                <a:cubicBezTo>
                  <a:pt x="2723" y="5068"/>
                  <a:pt x="2727" y="5075"/>
                  <a:pt x="2728" y="5084"/>
                </a:cubicBezTo>
                <a:cubicBezTo>
                  <a:pt x="2728" y="5096"/>
                  <a:pt x="2719" y="5103"/>
                  <a:pt x="2714" y="5107"/>
                </a:cubicBezTo>
                <a:cubicBezTo>
                  <a:pt x="2708" y="5111"/>
                  <a:pt x="2702" y="5116"/>
                  <a:pt x="2696" y="5129"/>
                </a:cubicBezTo>
                <a:lnTo>
                  <a:pt x="2621" y="5319"/>
                </a:lnTo>
                <a:lnTo>
                  <a:pt x="2720" y="5269"/>
                </a:lnTo>
                <a:cubicBezTo>
                  <a:pt x="2814" y="5235"/>
                  <a:pt x="2931" y="5203"/>
                  <a:pt x="3069" y="5173"/>
                </a:cubicBezTo>
                <a:lnTo>
                  <a:pt x="3138" y="5161"/>
                </a:lnTo>
                <a:lnTo>
                  <a:pt x="3802" y="4970"/>
                </a:lnTo>
                <a:cubicBezTo>
                  <a:pt x="4178" y="4900"/>
                  <a:pt x="4555" y="4867"/>
                  <a:pt x="4922" y="4874"/>
                </a:cubicBezTo>
                <a:lnTo>
                  <a:pt x="4971" y="4878"/>
                </a:lnTo>
                <a:lnTo>
                  <a:pt x="4959" y="4874"/>
                </a:lnTo>
                <a:lnTo>
                  <a:pt x="4834" y="4769"/>
                </a:lnTo>
              </a:path>
              <a:path w="21600" h="21600">
                <a:moveTo>
                  <a:pt x="12799" y="4762"/>
                </a:moveTo>
                <a:lnTo>
                  <a:pt x="12801" y="5114"/>
                </a:lnTo>
                <a:cubicBezTo>
                  <a:pt x="12796" y="5307"/>
                  <a:pt x="12785" y="5487"/>
                  <a:pt x="12767" y="5666"/>
                </a:cubicBezTo>
                <a:lnTo>
                  <a:pt x="12749" y="5787"/>
                </a:lnTo>
                <a:lnTo>
                  <a:pt x="12786" y="5913"/>
                </a:lnTo>
                <a:lnTo>
                  <a:pt x="12904" y="6311"/>
                </a:lnTo>
                <a:lnTo>
                  <a:pt x="12955" y="5905"/>
                </a:lnTo>
                <a:lnTo>
                  <a:pt x="12965" y="5591"/>
                </a:lnTo>
                <a:lnTo>
                  <a:pt x="12886" y="5301"/>
                </a:lnTo>
              </a:path>
              <a:path w="21600" h="21600">
                <a:moveTo>
                  <a:pt x="9531" y="4752"/>
                </a:moveTo>
                <a:lnTo>
                  <a:pt x="9492" y="4800"/>
                </a:lnTo>
                <a:lnTo>
                  <a:pt x="9376" y="4891"/>
                </a:lnTo>
                <a:lnTo>
                  <a:pt x="9550" y="5188"/>
                </a:lnTo>
                <a:lnTo>
                  <a:pt x="9704" y="5064"/>
                </a:lnTo>
                <a:lnTo>
                  <a:pt x="9597" y="4868"/>
                </a:lnTo>
              </a:path>
              <a:path w="21600" h="21600">
                <a:moveTo>
                  <a:pt x="8157" y="4746"/>
                </a:moveTo>
                <a:lnTo>
                  <a:pt x="8009" y="4799"/>
                </a:lnTo>
                <a:lnTo>
                  <a:pt x="8042" y="4841"/>
                </a:lnTo>
                <a:cubicBezTo>
                  <a:pt x="8095" y="4919"/>
                  <a:pt x="8147" y="5000"/>
                  <a:pt x="8197" y="5084"/>
                </a:cubicBezTo>
                <a:lnTo>
                  <a:pt x="8357" y="5019"/>
                </a:lnTo>
                <a:lnTo>
                  <a:pt x="8334" y="4981"/>
                </a:lnTo>
              </a:path>
              <a:path w="21600" h="21600">
                <a:moveTo>
                  <a:pt x="2614" y="4744"/>
                </a:moveTo>
                <a:lnTo>
                  <a:pt x="2445" y="4796"/>
                </a:lnTo>
                <a:lnTo>
                  <a:pt x="2448" y="4802"/>
                </a:lnTo>
                <a:lnTo>
                  <a:pt x="2549" y="4901"/>
                </a:lnTo>
              </a:path>
              <a:path w="21600" h="21600">
                <a:moveTo>
                  <a:pt x="5442" y="4742"/>
                </a:moveTo>
                <a:lnTo>
                  <a:pt x="5414" y="4765"/>
                </a:lnTo>
                <a:lnTo>
                  <a:pt x="5467" y="4776"/>
                </a:lnTo>
              </a:path>
              <a:path w="21600" h="21600">
                <a:moveTo>
                  <a:pt x="5493" y="4738"/>
                </a:moveTo>
                <a:lnTo>
                  <a:pt x="5530" y="4790"/>
                </a:lnTo>
                <a:lnTo>
                  <a:pt x="5665" y="4819"/>
                </a:lnTo>
                <a:lnTo>
                  <a:pt x="5680" y="4805"/>
                </a:lnTo>
                <a:lnTo>
                  <a:pt x="5649" y="4759"/>
                </a:lnTo>
              </a:path>
              <a:path w="21600" h="21600">
                <a:moveTo>
                  <a:pt x="8949" y="4734"/>
                </a:moveTo>
                <a:lnTo>
                  <a:pt x="8802" y="4847"/>
                </a:lnTo>
                <a:lnTo>
                  <a:pt x="8993" y="5135"/>
                </a:lnTo>
                <a:lnTo>
                  <a:pt x="9131" y="5026"/>
                </a:lnTo>
              </a:path>
              <a:path w="21600" h="21600">
                <a:moveTo>
                  <a:pt x="12097" y="4729"/>
                </a:moveTo>
                <a:lnTo>
                  <a:pt x="12064" y="4943"/>
                </a:lnTo>
                <a:cubicBezTo>
                  <a:pt x="12043" y="5057"/>
                  <a:pt x="12021" y="5161"/>
                  <a:pt x="11999" y="5259"/>
                </a:cubicBezTo>
                <a:lnTo>
                  <a:pt x="11977" y="5345"/>
                </a:lnTo>
                <a:lnTo>
                  <a:pt x="12094" y="5683"/>
                </a:lnTo>
                <a:lnTo>
                  <a:pt x="12130" y="5787"/>
                </a:lnTo>
                <a:lnTo>
                  <a:pt x="12131" y="5783"/>
                </a:lnTo>
                <a:lnTo>
                  <a:pt x="12230" y="5292"/>
                </a:lnTo>
                <a:lnTo>
                  <a:pt x="12177" y="5127"/>
                </a:lnTo>
              </a:path>
              <a:path w="21600" h="21600">
                <a:moveTo>
                  <a:pt x="6206" y="4727"/>
                </a:moveTo>
                <a:lnTo>
                  <a:pt x="6199" y="4789"/>
                </a:lnTo>
                <a:lnTo>
                  <a:pt x="6305" y="4802"/>
                </a:lnTo>
                <a:lnTo>
                  <a:pt x="6285" y="4772"/>
                </a:lnTo>
              </a:path>
              <a:path w="21600" h="21600">
                <a:moveTo>
                  <a:pt x="6465" y="4720"/>
                </a:moveTo>
                <a:lnTo>
                  <a:pt x="6469" y="4730"/>
                </a:lnTo>
                <a:lnTo>
                  <a:pt x="6483" y="4741"/>
                </a:lnTo>
              </a:path>
              <a:path w="21600" h="21600">
                <a:moveTo>
                  <a:pt x="5054" y="4719"/>
                </a:moveTo>
                <a:lnTo>
                  <a:pt x="5047" y="4724"/>
                </a:lnTo>
                <a:lnTo>
                  <a:pt x="4995" y="4734"/>
                </a:lnTo>
                <a:lnTo>
                  <a:pt x="5070" y="4739"/>
                </a:lnTo>
              </a:path>
              <a:path w="21600" h="21600">
                <a:moveTo>
                  <a:pt x="6031" y="4718"/>
                </a:moveTo>
                <a:lnTo>
                  <a:pt x="6030" y="4719"/>
                </a:lnTo>
                <a:lnTo>
                  <a:pt x="6025" y="4731"/>
                </a:lnTo>
                <a:lnTo>
                  <a:pt x="6050" y="4744"/>
                </a:lnTo>
              </a:path>
              <a:path w="21600" h="21600">
                <a:moveTo>
                  <a:pt x="5878" y="4715"/>
                </a:moveTo>
                <a:lnTo>
                  <a:pt x="5905" y="4751"/>
                </a:lnTo>
                <a:lnTo>
                  <a:pt x="5906" y="4751"/>
                </a:lnTo>
                <a:lnTo>
                  <a:pt x="5916" y="4753"/>
                </a:lnTo>
                <a:lnTo>
                  <a:pt x="5963" y="4759"/>
                </a:lnTo>
                <a:lnTo>
                  <a:pt x="5967" y="4750"/>
                </a:lnTo>
                <a:lnTo>
                  <a:pt x="5921" y="4726"/>
                </a:lnTo>
              </a:path>
              <a:path w="21600" h="21600">
                <a:moveTo>
                  <a:pt x="1795" y="4715"/>
                </a:moveTo>
                <a:lnTo>
                  <a:pt x="1610" y="4815"/>
                </a:lnTo>
                <a:lnTo>
                  <a:pt x="1731" y="4781"/>
                </a:lnTo>
                <a:lnTo>
                  <a:pt x="1796" y="4743"/>
                </a:lnTo>
              </a:path>
              <a:path w="21600" h="21600">
                <a:moveTo>
                  <a:pt x="1933" y="4714"/>
                </a:moveTo>
                <a:lnTo>
                  <a:pt x="1911" y="4727"/>
                </a:lnTo>
                <a:lnTo>
                  <a:pt x="1918" y="4814"/>
                </a:lnTo>
                <a:lnTo>
                  <a:pt x="1925" y="4751"/>
                </a:lnTo>
              </a:path>
              <a:path w="21600" h="21600">
                <a:moveTo>
                  <a:pt x="5288" y="4711"/>
                </a:moveTo>
                <a:lnTo>
                  <a:pt x="5321" y="4754"/>
                </a:lnTo>
                <a:lnTo>
                  <a:pt x="5355" y="4756"/>
                </a:lnTo>
                <a:lnTo>
                  <a:pt x="5394" y="4725"/>
                </a:lnTo>
                <a:lnTo>
                  <a:pt x="5291" y="4712"/>
                </a:lnTo>
              </a:path>
              <a:path w="21600" h="21600">
                <a:moveTo>
                  <a:pt x="6366" y="4709"/>
                </a:moveTo>
                <a:lnTo>
                  <a:pt x="6364" y="4765"/>
                </a:lnTo>
                <a:lnTo>
                  <a:pt x="6440" y="4809"/>
                </a:lnTo>
                <a:lnTo>
                  <a:pt x="6451" y="4819"/>
                </a:lnTo>
                <a:lnTo>
                  <a:pt x="6434" y="4770"/>
                </a:lnTo>
              </a:path>
              <a:path w="21600" h="21600">
                <a:moveTo>
                  <a:pt x="5097" y="4699"/>
                </a:moveTo>
                <a:lnTo>
                  <a:pt x="5132" y="4742"/>
                </a:lnTo>
                <a:lnTo>
                  <a:pt x="5263" y="4750"/>
                </a:lnTo>
                <a:lnTo>
                  <a:pt x="5230" y="4708"/>
                </a:lnTo>
              </a:path>
              <a:path w="21600" h="21600">
                <a:moveTo>
                  <a:pt x="5796" y="4694"/>
                </a:moveTo>
                <a:lnTo>
                  <a:pt x="5774" y="4734"/>
                </a:lnTo>
                <a:lnTo>
                  <a:pt x="5844" y="4743"/>
                </a:lnTo>
                <a:lnTo>
                  <a:pt x="5809" y="4697"/>
                </a:lnTo>
              </a:path>
              <a:path w="21600" h="21600">
                <a:moveTo>
                  <a:pt x="2328" y="4693"/>
                </a:moveTo>
                <a:lnTo>
                  <a:pt x="2291" y="4729"/>
                </a:lnTo>
                <a:lnTo>
                  <a:pt x="2292" y="4744"/>
                </a:lnTo>
                <a:lnTo>
                  <a:pt x="2287" y="4797"/>
                </a:lnTo>
                <a:lnTo>
                  <a:pt x="2323" y="4786"/>
                </a:lnTo>
              </a:path>
              <a:path w="21600" h="21600">
                <a:moveTo>
                  <a:pt x="4947" y="4690"/>
                </a:moveTo>
                <a:lnTo>
                  <a:pt x="4953" y="4697"/>
                </a:lnTo>
                <a:lnTo>
                  <a:pt x="4979" y="4692"/>
                </a:lnTo>
              </a:path>
              <a:path w="21600" h="21600">
                <a:moveTo>
                  <a:pt x="2437" y="4687"/>
                </a:moveTo>
                <a:lnTo>
                  <a:pt x="2432" y="4689"/>
                </a:lnTo>
                <a:lnTo>
                  <a:pt x="2419" y="4718"/>
                </a:lnTo>
                <a:lnTo>
                  <a:pt x="2415" y="4734"/>
                </a:lnTo>
                <a:lnTo>
                  <a:pt x="2416" y="4735"/>
                </a:lnTo>
              </a:path>
              <a:path w="21600" h="21600">
                <a:moveTo>
                  <a:pt x="4807" y="4681"/>
                </a:moveTo>
                <a:lnTo>
                  <a:pt x="4823" y="4698"/>
                </a:lnTo>
                <a:lnTo>
                  <a:pt x="4876" y="4712"/>
                </a:lnTo>
                <a:lnTo>
                  <a:pt x="4903" y="4707"/>
                </a:lnTo>
                <a:lnTo>
                  <a:pt x="4884" y="4686"/>
                </a:lnTo>
              </a:path>
              <a:path w="21600" h="21600">
                <a:moveTo>
                  <a:pt x="1861" y="4679"/>
                </a:moveTo>
                <a:lnTo>
                  <a:pt x="1858" y="4681"/>
                </a:lnTo>
                <a:lnTo>
                  <a:pt x="1859" y="4697"/>
                </a:lnTo>
              </a:path>
              <a:path w="21600" h="21600">
                <a:moveTo>
                  <a:pt x="4614" y="4671"/>
                </a:moveTo>
                <a:lnTo>
                  <a:pt x="4614" y="4673"/>
                </a:lnTo>
                <a:cubicBezTo>
                  <a:pt x="4255" y="4673"/>
                  <a:pt x="3888" y="4710"/>
                  <a:pt x="3523" y="4782"/>
                </a:cubicBezTo>
                <a:lnTo>
                  <a:pt x="3471" y="4798"/>
                </a:lnTo>
                <a:lnTo>
                  <a:pt x="3504" y="4794"/>
                </a:lnTo>
                <a:cubicBezTo>
                  <a:pt x="3691" y="4776"/>
                  <a:pt x="3890" y="4756"/>
                  <a:pt x="4096" y="4742"/>
                </a:cubicBezTo>
                <a:lnTo>
                  <a:pt x="4730" y="4718"/>
                </a:lnTo>
                <a:lnTo>
                  <a:pt x="4710" y="4712"/>
                </a:lnTo>
                <a:lnTo>
                  <a:pt x="4654" y="4671"/>
                </a:lnTo>
              </a:path>
              <a:path w="21600" h="21600">
                <a:moveTo>
                  <a:pt x="8362" y="4671"/>
                </a:moveTo>
                <a:lnTo>
                  <a:pt x="8201" y="4730"/>
                </a:lnTo>
                <a:lnTo>
                  <a:pt x="8373" y="4958"/>
                </a:lnTo>
                <a:lnTo>
                  <a:pt x="8399" y="5003"/>
                </a:lnTo>
                <a:lnTo>
                  <a:pt x="8552" y="4941"/>
                </a:lnTo>
              </a:path>
              <a:path w="21600" h="21600">
                <a:moveTo>
                  <a:pt x="6212" y="4663"/>
                </a:moveTo>
                <a:lnTo>
                  <a:pt x="6211" y="4678"/>
                </a:lnTo>
                <a:lnTo>
                  <a:pt x="6230" y="4689"/>
                </a:lnTo>
              </a:path>
              <a:path w="21600" h="21600">
                <a:moveTo>
                  <a:pt x="2134" y="4662"/>
                </a:moveTo>
                <a:lnTo>
                  <a:pt x="2084" y="4815"/>
                </a:lnTo>
                <a:lnTo>
                  <a:pt x="2087" y="4863"/>
                </a:lnTo>
                <a:lnTo>
                  <a:pt x="2144" y="4809"/>
                </a:lnTo>
                <a:lnTo>
                  <a:pt x="2144" y="4753"/>
                </a:lnTo>
              </a:path>
              <a:path w="21600" h="21600">
                <a:moveTo>
                  <a:pt x="1133" y="4661"/>
                </a:moveTo>
                <a:lnTo>
                  <a:pt x="559" y="4729"/>
                </a:lnTo>
                <a:lnTo>
                  <a:pt x="529" y="4728"/>
                </a:lnTo>
                <a:lnTo>
                  <a:pt x="429" y="4811"/>
                </a:lnTo>
                <a:lnTo>
                  <a:pt x="226" y="5039"/>
                </a:lnTo>
                <a:lnTo>
                  <a:pt x="389" y="5044"/>
                </a:lnTo>
                <a:lnTo>
                  <a:pt x="635" y="5017"/>
                </a:lnTo>
                <a:lnTo>
                  <a:pt x="648" y="5002"/>
                </a:lnTo>
                <a:cubicBezTo>
                  <a:pt x="734" y="4922"/>
                  <a:pt x="830" y="4845"/>
                  <a:pt x="934" y="4771"/>
                </a:cubicBezTo>
              </a:path>
              <a:path w="21600" h="21600">
                <a:moveTo>
                  <a:pt x="2029" y="4659"/>
                </a:moveTo>
                <a:lnTo>
                  <a:pt x="1989" y="4682"/>
                </a:lnTo>
                <a:lnTo>
                  <a:pt x="1984" y="4702"/>
                </a:lnTo>
                <a:lnTo>
                  <a:pt x="1986" y="4717"/>
                </a:lnTo>
                <a:lnTo>
                  <a:pt x="1990" y="4769"/>
                </a:lnTo>
                <a:lnTo>
                  <a:pt x="2002" y="4916"/>
                </a:lnTo>
                <a:lnTo>
                  <a:pt x="2016" y="4909"/>
                </a:lnTo>
                <a:lnTo>
                  <a:pt x="2037" y="4816"/>
                </a:lnTo>
                <a:lnTo>
                  <a:pt x="2040" y="4807"/>
                </a:lnTo>
                <a:lnTo>
                  <a:pt x="2032" y="4680"/>
                </a:lnTo>
              </a:path>
              <a:path w="21600" h="21600">
                <a:moveTo>
                  <a:pt x="10082" y="4658"/>
                </a:moveTo>
                <a:lnTo>
                  <a:pt x="9931" y="4853"/>
                </a:lnTo>
                <a:lnTo>
                  <a:pt x="9993" y="4970"/>
                </a:lnTo>
                <a:lnTo>
                  <a:pt x="10101" y="5178"/>
                </a:lnTo>
                <a:lnTo>
                  <a:pt x="10244" y="4986"/>
                </a:lnTo>
              </a:path>
              <a:path w="21600" h="21600">
                <a:moveTo>
                  <a:pt x="5630" y="4653"/>
                </a:moveTo>
                <a:lnTo>
                  <a:pt x="5678" y="4721"/>
                </a:lnTo>
                <a:lnTo>
                  <a:pt x="5726" y="4728"/>
                </a:lnTo>
                <a:lnTo>
                  <a:pt x="5751" y="4683"/>
                </a:lnTo>
              </a:path>
              <a:path w="21600" h="21600">
                <a:moveTo>
                  <a:pt x="1934" y="4643"/>
                </a:moveTo>
                <a:lnTo>
                  <a:pt x="1919" y="4647"/>
                </a:lnTo>
                <a:lnTo>
                  <a:pt x="1910" y="4652"/>
                </a:lnTo>
                <a:lnTo>
                  <a:pt x="1908" y="4679"/>
                </a:lnTo>
                <a:lnTo>
                  <a:pt x="1936" y="4662"/>
                </a:lnTo>
              </a:path>
              <a:path w="21600" h="21600">
                <a:moveTo>
                  <a:pt x="6044" y="4635"/>
                </a:moveTo>
                <a:lnTo>
                  <a:pt x="6041" y="4657"/>
                </a:lnTo>
                <a:lnTo>
                  <a:pt x="6130" y="4780"/>
                </a:lnTo>
                <a:lnTo>
                  <a:pt x="6155" y="4783"/>
                </a:lnTo>
                <a:lnTo>
                  <a:pt x="6163" y="4703"/>
                </a:lnTo>
              </a:path>
              <a:path w="21600" h="21600">
                <a:moveTo>
                  <a:pt x="5174" y="4635"/>
                </a:moveTo>
                <a:lnTo>
                  <a:pt x="5136" y="4661"/>
                </a:lnTo>
                <a:lnTo>
                  <a:pt x="5197" y="4665"/>
                </a:lnTo>
              </a:path>
              <a:path w="21600" h="21600">
                <a:moveTo>
                  <a:pt x="5558" y="4634"/>
                </a:moveTo>
                <a:lnTo>
                  <a:pt x="5536" y="4666"/>
                </a:lnTo>
                <a:lnTo>
                  <a:pt x="5497" y="4698"/>
                </a:lnTo>
                <a:lnTo>
                  <a:pt x="5618" y="4713"/>
                </a:lnTo>
                <a:lnTo>
                  <a:pt x="5581" y="4659"/>
                </a:lnTo>
                <a:lnTo>
                  <a:pt x="5562" y="4635"/>
                </a:lnTo>
              </a:path>
              <a:path w="21600" h="21600">
                <a:moveTo>
                  <a:pt x="6916" y="4631"/>
                </a:moveTo>
                <a:lnTo>
                  <a:pt x="7086" y="4862"/>
                </a:lnTo>
                <a:lnTo>
                  <a:pt x="7267" y="4870"/>
                </a:lnTo>
                <a:lnTo>
                  <a:pt x="7103" y="4636"/>
                </a:lnTo>
                <a:lnTo>
                  <a:pt x="7096" y="4637"/>
                </a:lnTo>
              </a:path>
              <a:path w="21600" h="21600">
                <a:moveTo>
                  <a:pt x="6665" y="4624"/>
                </a:moveTo>
                <a:lnTo>
                  <a:pt x="6832" y="4852"/>
                </a:lnTo>
                <a:lnTo>
                  <a:pt x="7029" y="4860"/>
                </a:lnTo>
                <a:lnTo>
                  <a:pt x="6860" y="4630"/>
                </a:lnTo>
              </a:path>
              <a:path w="21600" h="21600">
                <a:moveTo>
                  <a:pt x="2647" y="4623"/>
                </a:moveTo>
                <a:lnTo>
                  <a:pt x="2557" y="4642"/>
                </a:lnTo>
                <a:lnTo>
                  <a:pt x="2495" y="4665"/>
                </a:lnTo>
                <a:lnTo>
                  <a:pt x="2461" y="4745"/>
                </a:lnTo>
                <a:lnTo>
                  <a:pt x="2635" y="4692"/>
                </a:lnTo>
                <a:lnTo>
                  <a:pt x="2649" y="4658"/>
                </a:lnTo>
                <a:cubicBezTo>
                  <a:pt x="2654" y="4649"/>
                  <a:pt x="2659" y="4641"/>
                  <a:pt x="2664" y="4636"/>
                </a:cubicBezTo>
              </a:path>
              <a:path w="21600" h="21600">
                <a:moveTo>
                  <a:pt x="2011" y="4619"/>
                </a:moveTo>
                <a:lnTo>
                  <a:pt x="2002" y="4622"/>
                </a:lnTo>
                <a:lnTo>
                  <a:pt x="2002" y="4624"/>
                </a:lnTo>
              </a:path>
              <a:path w="21600" h="21600">
                <a:moveTo>
                  <a:pt x="7338" y="4619"/>
                </a:moveTo>
                <a:lnTo>
                  <a:pt x="7155" y="4632"/>
                </a:lnTo>
                <a:lnTo>
                  <a:pt x="7323" y="4872"/>
                </a:lnTo>
                <a:lnTo>
                  <a:pt x="7363" y="4874"/>
                </a:lnTo>
                <a:lnTo>
                  <a:pt x="7499" y="4862"/>
                </a:lnTo>
                <a:lnTo>
                  <a:pt x="7346" y="4629"/>
                </a:lnTo>
                <a:cubicBezTo>
                  <a:pt x="7343" y="4626"/>
                  <a:pt x="7341" y="4622"/>
                  <a:pt x="7338" y="4619"/>
                </a:cubicBezTo>
              </a:path>
              <a:path w="21600" h="21600">
                <a:moveTo>
                  <a:pt x="6489" y="4618"/>
                </a:moveTo>
                <a:lnTo>
                  <a:pt x="6492" y="4623"/>
                </a:lnTo>
                <a:lnTo>
                  <a:pt x="6513" y="4675"/>
                </a:lnTo>
                <a:lnTo>
                  <a:pt x="6608" y="4790"/>
                </a:lnTo>
                <a:lnTo>
                  <a:pt x="6632" y="4844"/>
                </a:lnTo>
                <a:lnTo>
                  <a:pt x="6792" y="4850"/>
                </a:lnTo>
                <a:lnTo>
                  <a:pt x="6758" y="4795"/>
                </a:lnTo>
                <a:lnTo>
                  <a:pt x="6625" y="4623"/>
                </a:lnTo>
              </a:path>
              <a:path w="21600" h="21600">
                <a:moveTo>
                  <a:pt x="2102" y="4617"/>
                </a:moveTo>
                <a:lnTo>
                  <a:pt x="2071" y="4635"/>
                </a:lnTo>
                <a:lnTo>
                  <a:pt x="2076" y="4678"/>
                </a:lnTo>
                <a:lnTo>
                  <a:pt x="2077" y="4692"/>
                </a:lnTo>
              </a:path>
              <a:path w="21600" h="21600">
                <a:moveTo>
                  <a:pt x="6353" y="4614"/>
                </a:moveTo>
                <a:lnTo>
                  <a:pt x="6362" y="4644"/>
                </a:lnTo>
                <a:lnTo>
                  <a:pt x="6404" y="4678"/>
                </a:lnTo>
                <a:lnTo>
                  <a:pt x="6386" y="4625"/>
                </a:lnTo>
                <a:lnTo>
                  <a:pt x="6377" y="4615"/>
                </a:lnTo>
              </a:path>
              <a:path w="21600" h="21600">
                <a:moveTo>
                  <a:pt x="6219" y="4600"/>
                </a:moveTo>
                <a:lnTo>
                  <a:pt x="6216" y="4624"/>
                </a:lnTo>
                <a:lnTo>
                  <a:pt x="6286" y="4721"/>
                </a:lnTo>
                <a:lnTo>
                  <a:pt x="6318" y="4739"/>
                </a:lnTo>
                <a:lnTo>
                  <a:pt x="6321" y="4671"/>
                </a:lnTo>
                <a:lnTo>
                  <a:pt x="6319" y="4666"/>
                </a:lnTo>
                <a:lnTo>
                  <a:pt x="6249" y="4603"/>
                </a:lnTo>
              </a:path>
              <a:path w="21600" h="21600">
                <a:moveTo>
                  <a:pt x="2403" y="4593"/>
                </a:moveTo>
                <a:lnTo>
                  <a:pt x="2377" y="4632"/>
                </a:lnTo>
                <a:lnTo>
                  <a:pt x="2374" y="4682"/>
                </a:lnTo>
                <a:lnTo>
                  <a:pt x="2378" y="4673"/>
                </a:lnTo>
                <a:lnTo>
                  <a:pt x="2384" y="4670"/>
                </a:lnTo>
              </a:path>
              <a:path w="21600" h="21600">
                <a:moveTo>
                  <a:pt x="5386" y="4591"/>
                </a:moveTo>
                <a:lnTo>
                  <a:pt x="5450" y="4680"/>
                </a:lnTo>
                <a:lnTo>
                  <a:pt x="5502" y="4638"/>
                </a:lnTo>
                <a:lnTo>
                  <a:pt x="5512" y="4623"/>
                </a:lnTo>
              </a:path>
              <a:path w="21600" h="21600">
                <a:moveTo>
                  <a:pt x="9141" y="4587"/>
                </a:moveTo>
                <a:lnTo>
                  <a:pt x="8985" y="4707"/>
                </a:lnTo>
                <a:lnTo>
                  <a:pt x="9167" y="4998"/>
                </a:lnTo>
                <a:lnTo>
                  <a:pt x="9317" y="4880"/>
                </a:lnTo>
                <a:lnTo>
                  <a:pt x="9239" y="4747"/>
                </a:lnTo>
              </a:path>
              <a:path w="21600" h="21600">
                <a:moveTo>
                  <a:pt x="4615" y="4586"/>
                </a:moveTo>
                <a:lnTo>
                  <a:pt x="4678" y="4632"/>
                </a:lnTo>
                <a:lnTo>
                  <a:pt x="4700" y="4633"/>
                </a:lnTo>
                <a:lnTo>
                  <a:pt x="4657" y="4589"/>
                </a:lnTo>
                <a:lnTo>
                  <a:pt x="4640" y="4592"/>
                </a:lnTo>
              </a:path>
              <a:path w="21600" h="21600">
                <a:moveTo>
                  <a:pt x="6053" y="4581"/>
                </a:moveTo>
                <a:lnTo>
                  <a:pt x="6052" y="4588"/>
                </a:lnTo>
                <a:lnTo>
                  <a:pt x="6168" y="4654"/>
                </a:lnTo>
                <a:lnTo>
                  <a:pt x="6173" y="4610"/>
                </a:lnTo>
                <a:lnTo>
                  <a:pt x="6160" y="4593"/>
                </a:lnTo>
              </a:path>
              <a:path w="21600" h="21600">
                <a:moveTo>
                  <a:pt x="7532" y="4581"/>
                </a:moveTo>
                <a:lnTo>
                  <a:pt x="7390" y="4613"/>
                </a:lnTo>
                <a:lnTo>
                  <a:pt x="7551" y="4857"/>
                </a:lnTo>
                <a:lnTo>
                  <a:pt x="7738" y="4840"/>
                </a:lnTo>
                <a:cubicBezTo>
                  <a:pt x="7717" y="4809"/>
                  <a:pt x="7695" y="4777"/>
                  <a:pt x="7674" y="4747"/>
                </a:cubicBezTo>
              </a:path>
              <a:path w="21600" h="21600">
                <a:moveTo>
                  <a:pt x="3026" y="4573"/>
                </a:moveTo>
                <a:lnTo>
                  <a:pt x="2872" y="4589"/>
                </a:lnTo>
                <a:lnTo>
                  <a:pt x="2708" y="4612"/>
                </a:lnTo>
                <a:lnTo>
                  <a:pt x="2709" y="4613"/>
                </a:lnTo>
                <a:cubicBezTo>
                  <a:pt x="2713" y="4615"/>
                  <a:pt x="2724" y="4621"/>
                  <a:pt x="2724" y="4635"/>
                </a:cubicBezTo>
                <a:cubicBezTo>
                  <a:pt x="2724" y="4648"/>
                  <a:pt x="2714" y="4655"/>
                  <a:pt x="2709" y="4658"/>
                </a:cubicBezTo>
                <a:lnTo>
                  <a:pt x="2695" y="4674"/>
                </a:lnTo>
              </a:path>
              <a:path w="21600" h="21600">
                <a:moveTo>
                  <a:pt x="5266" y="4569"/>
                </a:moveTo>
                <a:lnTo>
                  <a:pt x="5210" y="4609"/>
                </a:lnTo>
                <a:lnTo>
                  <a:pt x="5255" y="4668"/>
                </a:lnTo>
                <a:lnTo>
                  <a:pt x="5294" y="4671"/>
                </a:lnTo>
                <a:lnTo>
                  <a:pt x="5401" y="4685"/>
                </a:lnTo>
                <a:lnTo>
                  <a:pt x="5321" y="4575"/>
                </a:lnTo>
                <a:lnTo>
                  <a:pt x="5320" y="4575"/>
                </a:lnTo>
              </a:path>
              <a:path w="21600" h="21600">
                <a:moveTo>
                  <a:pt x="4781" y="4567"/>
                </a:moveTo>
                <a:lnTo>
                  <a:pt x="4711" y="4579"/>
                </a:lnTo>
                <a:lnTo>
                  <a:pt x="4766" y="4638"/>
                </a:lnTo>
                <a:lnTo>
                  <a:pt x="4847" y="4643"/>
                </a:lnTo>
              </a:path>
              <a:path w="21600" h="21600">
                <a:moveTo>
                  <a:pt x="1853" y="4566"/>
                </a:moveTo>
                <a:lnTo>
                  <a:pt x="1852" y="4572"/>
                </a:lnTo>
                <a:lnTo>
                  <a:pt x="1855" y="4634"/>
                </a:lnTo>
                <a:lnTo>
                  <a:pt x="1858" y="4632"/>
                </a:lnTo>
              </a:path>
              <a:path w="21600" h="21600">
                <a:moveTo>
                  <a:pt x="2335" y="4562"/>
                </a:moveTo>
                <a:lnTo>
                  <a:pt x="2307" y="4651"/>
                </a:lnTo>
                <a:lnTo>
                  <a:pt x="2314" y="4644"/>
                </a:lnTo>
                <a:lnTo>
                  <a:pt x="2332" y="4617"/>
                </a:lnTo>
              </a:path>
              <a:path w="21600" h="21600">
                <a:moveTo>
                  <a:pt x="5872" y="4561"/>
                </a:moveTo>
                <a:lnTo>
                  <a:pt x="5824" y="4645"/>
                </a:lnTo>
                <a:lnTo>
                  <a:pt x="5835" y="4659"/>
                </a:lnTo>
                <a:lnTo>
                  <a:pt x="5936" y="4685"/>
                </a:lnTo>
                <a:lnTo>
                  <a:pt x="5986" y="4711"/>
                </a:lnTo>
                <a:lnTo>
                  <a:pt x="5988" y="4706"/>
                </a:lnTo>
                <a:lnTo>
                  <a:pt x="5994" y="4668"/>
                </a:lnTo>
                <a:lnTo>
                  <a:pt x="5921" y="4567"/>
                </a:lnTo>
              </a:path>
              <a:path w="21600" h="21600">
                <a:moveTo>
                  <a:pt x="5172" y="4560"/>
                </a:moveTo>
                <a:lnTo>
                  <a:pt x="5182" y="4574"/>
                </a:lnTo>
                <a:lnTo>
                  <a:pt x="5198" y="4563"/>
                </a:lnTo>
              </a:path>
              <a:path w="21600" h="21600">
                <a:moveTo>
                  <a:pt x="2017" y="4556"/>
                </a:moveTo>
                <a:lnTo>
                  <a:pt x="2013" y="4574"/>
                </a:lnTo>
                <a:lnTo>
                  <a:pt x="2019" y="4572"/>
                </a:lnTo>
              </a:path>
              <a:path w="21600" h="21600">
                <a:moveTo>
                  <a:pt x="8553" y="4551"/>
                </a:moveTo>
                <a:lnTo>
                  <a:pt x="8421" y="4650"/>
                </a:lnTo>
                <a:lnTo>
                  <a:pt x="8405" y="4655"/>
                </a:lnTo>
                <a:lnTo>
                  <a:pt x="8595" y="4924"/>
                </a:lnTo>
                <a:lnTo>
                  <a:pt x="8672" y="4893"/>
                </a:lnTo>
                <a:lnTo>
                  <a:pt x="8743" y="4838"/>
                </a:lnTo>
              </a:path>
              <a:path w="21600" h="21600">
                <a:moveTo>
                  <a:pt x="2545" y="4549"/>
                </a:moveTo>
                <a:lnTo>
                  <a:pt x="2520" y="4608"/>
                </a:lnTo>
                <a:lnTo>
                  <a:pt x="2599" y="4588"/>
                </a:lnTo>
              </a:path>
              <a:path w="21600" h="21600">
                <a:moveTo>
                  <a:pt x="2238" y="4549"/>
                </a:moveTo>
                <a:lnTo>
                  <a:pt x="2198" y="4561"/>
                </a:lnTo>
                <a:lnTo>
                  <a:pt x="2170" y="4577"/>
                </a:lnTo>
                <a:lnTo>
                  <a:pt x="2188" y="4751"/>
                </a:lnTo>
                <a:lnTo>
                  <a:pt x="2189" y="4766"/>
                </a:lnTo>
                <a:lnTo>
                  <a:pt x="2236" y="4720"/>
                </a:lnTo>
                <a:lnTo>
                  <a:pt x="2245" y="4690"/>
                </a:lnTo>
              </a:path>
              <a:path w="21600" h="21600">
                <a:moveTo>
                  <a:pt x="5748" y="4547"/>
                </a:moveTo>
                <a:lnTo>
                  <a:pt x="5795" y="4607"/>
                </a:lnTo>
                <a:lnTo>
                  <a:pt x="5824" y="4556"/>
                </a:lnTo>
              </a:path>
              <a:path w="21600" h="21600">
                <a:moveTo>
                  <a:pt x="4966" y="4540"/>
                </a:moveTo>
                <a:lnTo>
                  <a:pt x="5061" y="4656"/>
                </a:lnTo>
                <a:lnTo>
                  <a:pt x="5065" y="4656"/>
                </a:lnTo>
                <a:lnTo>
                  <a:pt x="5146" y="4599"/>
                </a:lnTo>
                <a:lnTo>
                  <a:pt x="5112" y="4554"/>
                </a:lnTo>
              </a:path>
              <a:path w="21600" h="21600">
                <a:moveTo>
                  <a:pt x="6155" y="4538"/>
                </a:moveTo>
                <a:lnTo>
                  <a:pt x="6163" y="4549"/>
                </a:lnTo>
                <a:lnTo>
                  <a:pt x="6177" y="4551"/>
                </a:lnTo>
              </a:path>
              <a:path w="21600" h="21600">
                <a:moveTo>
                  <a:pt x="1923" y="4536"/>
                </a:moveTo>
                <a:lnTo>
                  <a:pt x="1916" y="4604"/>
                </a:lnTo>
                <a:lnTo>
                  <a:pt x="1930" y="4600"/>
                </a:lnTo>
              </a:path>
              <a:path w="21600" h="21600">
                <a:moveTo>
                  <a:pt x="7741" y="4535"/>
                </a:moveTo>
                <a:lnTo>
                  <a:pt x="7583" y="4570"/>
                </a:lnTo>
                <a:lnTo>
                  <a:pt x="7713" y="4721"/>
                </a:lnTo>
                <a:cubicBezTo>
                  <a:pt x="7738" y="4757"/>
                  <a:pt x="7763" y="4793"/>
                  <a:pt x="7788" y="4830"/>
                </a:cubicBezTo>
                <a:lnTo>
                  <a:pt x="7934" y="4777"/>
                </a:lnTo>
              </a:path>
              <a:path w="21600" h="21600">
                <a:moveTo>
                  <a:pt x="5624" y="4533"/>
                </a:moveTo>
                <a:lnTo>
                  <a:pt x="5587" y="4590"/>
                </a:lnTo>
                <a:lnTo>
                  <a:pt x="5589" y="4593"/>
                </a:lnTo>
                <a:lnTo>
                  <a:pt x="5593" y="4598"/>
                </a:lnTo>
                <a:lnTo>
                  <a:pt x="5766" y="4642"/>
                </a:lnTo>
                <a:lnTo>
                  <a:pt x="5688" y="4541"/>
                </a:lnTo>
                <a:lnTo>
                  <a:pt x="5628" y="4534"/>
                </a:lnTo>
              </a:path>
              <a:path w="21600" h="21600">
                <a:moveTo>
                  <a:pt x="9708" y="4531"/>
                </a:moveTo>
                <a:lnTo>
                  <a:pt x="9560" y="4715"/>
                </a:lnTo>
                <a:lnTo>
                  <a:pt x="9636" y="4848"/>
                </a:lnTo>
                <a:lnTo>
                  <a:pt x="9737" y="5032"/>
                </a:lnTo>
                <a:lnTo>
                  <a:pt x="9878" y="4851"/>
                </a:lnTo>
              </a:path>
              <a:path w="21600" h="21600">
                <a:moveTo>
                  <a:pt x="2296" y="4531"/>
                </a:moveTo>
                <a:lnTo>
                  <a:pt x="2281" y="4536"/>
                </a:lnTo>
                <a:lnTo>
                  <a:pt x="2283" y="4571"/>
                </a:lnTo>
              </a:path>
              <a:path w="21600" h="21600">
                <a:moveTo>
                  <a:pt x="4875" y="4531"/>
                </a:moveTo>
                <a:lnTo>
                  <a:pt x="4832" y="4557"/>
                </a:lnTo>
                <a:lnTo>
                  <a:pt x="4909" y="4647"/>
                </a:lnTo>
                <a:lnTo>
                  <a:pt x="5000" y="4652"/>
                </a:lnTo>
                <a:lnTo>
                  <a:pt x="4902" y="4533"/>
                </a:lnTo>
              </a:path>
              <a:path w="21600" h="21600">
                <a:moveTo>
                  <a:pt x="5531" y="4523"/>
                </a:moveTo>
                <a:lnTo>
                  <a:pt x="5557" y="4555"/>
                </a:lnTo>
                <a:lnTo>
                  <a:pt x="5575" y="4528"/>
                </a:lnTo>
              </a:path>
              <a:path w="21600" h="21600">
                <a:moveTo>
                  <a:pt x="2505" y="4521"/>
                </a:moveTo>
                <a:lnTo>
                  <a:pt x="2456" y="4634"/>
                </a:lnTo>
                <a:lnTo>
                  <a:pt x="2461" y="4631"/>
                </a:lnTo>
                <a:lnTo>
                  <a:pt x="2508" y="4522"/>
                </a:lnTo>
              </a:path>
              <a:path w="21600" h="21600">
                <a:moveTo>
                  <a:pt x="4648" y="4513"/>
                </a:moveTo>
                <a:lnTo>
                  <a:pt x="4676" y="4543"/>
                </a:lnTo>
                <a:lnTo>
                  <a:pt x="4749" y="4530"/>
                </a:lnTo>
                <a:lnTo>
                  <a:pt x="4738" y="4517"/>
                </a:lnTo>
                <a:lnTo>
                  <a:pt x="4703" y="4514"/>
                </a:lnTo>
              </a:path>
              <a:path w="21600" h="21600">
                <a:moveTo>
                  <a:pt x="4530" y="4513"/>
                </a:moveTo>
                <a:lnTo>
                  <a:pt x="4541" y="4524"/>
                </a:lnTo>
                <a:lnTo>
                  <a:pt x="4612" y="4541"/>
                </a:lnTo>
                <a:lnTo>
                  <a:pt x="4586" y="4513"/>
                </a:lnTo>
              </a:path>
              <a:path w="21600" h="21600">
                <a:moveTo>
                  <a:pt x="4096" y="4512"/>
                </a:moveTo>
                <a:cubicBezTo>
                  <a:pt x="3899" y="4518"/>
                  <a:pt x="3708" y="4528"/>
                  <a:pt x="3528" y="4538"/>
                </a:cubicBezTo>
                <a:lnTo>
                  <a:pt x="3460" y="4541"/>
                </a:lnTo>
                <a:lnTo>
                  <a:pt x="3233" y="4556"/>
                </a:lnTo>
                <a:lnTo>
                  <a:pt x="2671" y="4727"/>
                </a:lnTo>
                <a:lnTo>
                  <a:pt x="2585" y="4936"/>
                </a:lnTo>
                <a:lnTo>
                  <a:pt x="2600" y="4950"/>
                </a:lnTo>
                <a:lnTo>
                  <a:pt x="2670" y="4927"/>
                </a:lnTo>
                <a:cubicBezTo>
                  <a:pt x="2751" y="4904"/>
                  <a:pt x="2857" y="4880"/>
                  <a:pt x="2993" y="4858"/>
                </a:cubicBezTo>
                <a:lnTo>
                  <a:pt x="3218" y="4830"/>
                </a:lnTo>
                <a:lnTo>
                  <a:pt x="3534" y="4736"/>
                </a:lnTo>
                <a:lnTo>
                  <a:pt x="4606" y="4635"/>
                </a:lnTo>
                <a:lnTo>
                  <a:pt x="4538" y="4585"/>
                </a:lnTo>
                <a:lnTo>
                  <a:pt x="4513" y="4560"/>
                </a:lnTo>
                <a:lnTo>
                  <a:pt x="4459" y="4547"/>
                </a:lnTo>
                <a:lnTo>
                  <a:pt x="4407" y="4513"/>
                </a:lnTo>
              </a:path>
              <a:path w="21600" h="21600">
                <a:moveTo>
                  <a:pt x="5358" y="4503"/>
                </a:moveTo>
                <a:lnTo>
                  <a:pt x="5354" y="4508"/>
                </a:lnTo>
                <a:lnTo>
                  <a:pt x="5335" y="4521"/>
                </a:lnTo>
                <a:lnTo>
                  <a:pt x="5335" y="4521"/>
                </a:lnTo>
                <a:lnTo>
                  <a:pt x="5346" y="4536"/>
                </a:lnTo>
                <a:lnTo>
                  <a:pt x="5516" y="4579"/>
                </a:lnTo>
                <a:lnTo>
                  <a:pt x="5464" y="4515"/>
                </a:lnTo>
              </a:path>
              <a:path w="21600" h="21600">
                <a:moveTo>
                  <a:pt x="2412" y="4495"/>
                </a:moveTo>
                <a:lnTo>
                  <a:pt x="2384" y="4504"/>
                </a:lnTo>
                <a:lnTo>
                  <a:pt x="2382" y="4541"/>
                </a:lnTo>
              </a:path>
              <a:path w="21600" h="21600">
                <a:moveTo>
                  <a:pt x="6069" y="4488"/>
                </a:moveTo>
                <a:lnTo>
                  <a:pt x="6060" y="4538"/>
                </a:lnTo>
                <a:lnTo>
                  <a:pt x="6120" y="4545"/>
                </a:lnTo>
                <a:lnTo>
                  <a:pt x="6080" y="4494"/>
                </a:lnTo>
              </a:path>
              <a:path w="21600" h="21600">
                <a:moveTo>
                  <a:pt x="1789" y="4484"/>
                </a:moveTo>
                <a:lnTo>
                  <a:pt x="1250" y="4645"/>
                </a:lnTo>
                <a:lnTo>
                  <a:pt x="962" y="4804"/>
                </a:lnTo>
                <a:lnTo>
                  <a:pt x="709" y="5008"/>
                </a:lnTo>
                <a:lnTo>
                  <a:pt x="1065" y="4969"/>
                </a:lnTo>
                <a:lnTo>
                  <a:pt x="1425" y="4868"/>
                </a:lnTo>
                <a:lnTo>
                  <a:pt x="1794" y="4667"/>
                </a:lnTo>
              </a:path>
              <a:path w="21600" h="21600">
                <a:moveTo>
                  <a:pt x="6223" y="4479"/>
                </a:moveTo>
                <a:lnTo>
                  <a:pt x="6229" y="4504"/>
                </a:lnTo>
                <a:lnTo>
                  <a:pt x="6226" y="4536"/>
                </a:lnTo>
                <a:lnTo>
                  <a:pt x="6255" y="4560"/>
                </a:lnTo>
                <a:lnTo>
                  <a:pt x="6291" y="4564"/>
                </a:lnTo>
                <a:lnTo>
                  <a:pt x="6280" y="4526"/>
                </a:lnTo>
              </a:path>
              <a:path w="21600" h="21600">
                <a:moveTo>
                  <a:pt x="5693" y="4476"/>
                </a:moveTo>
                <a:lnTo>
                  <a:pt x="5711" y="4499"/>
                </a:lnTo>
                <a:lnTo>
                  <a:pt x="5809" y="4510"/>
                </a:lnTo>
              </a:path>
              <a:path w="21600" h="21600">
                <a:moveTo>
                  <a:pt x="5105" y="4473"/>
                </a:moveTo>
                <a:lnTo>
                  <a:pt x="5135" y="4513"/>
                </a:lnTo>
                <a:lnTo>
                  <a:pt x="5252" y="4524"/>
                </a:lnTo>
                <a:lnTo>
                  <a:pt x="5271" y="4511"/>
                </a:lnTo>
                <a:lnTo>
                  <a:pt x="5253" y="4490"/>
                </a:lnTo>
              </a:path>
              <a:path w="21600" h="21600">
                <a:moveTo>
                  <a:pt x="2317" y="4468"/>
                </a:moveTo>
                <a:lnTo>
                  <a:pt x="2300" y="4485"/>
                </a:lnTo>
                <a:lnTo>
                  <a:pt x="2311" y="4482"/>
                </a:lnTo>
                <a:lnTo>
                  <a:pt x="2311" y="4481"/>
                </a:lnTo>
              </a:path>
              <a:path w="21600" h="21600">
                <a:moveTo>
                  <a:pt x="4986" y="4461"/>
                </a:moveTo>
                <a:lnTo>
                  <a:pt x="4935" y="4493"/>
                </a:lnTo>
                <a:lnTo>
                  <a:pt x="5075" y="4507"/>
                </a:lnTo>
                <a:lnTo>
                  <a:pt x="5044" y="4466"/>
                </a:lnTo>
                <a:lnTo>
                  <a:pt x="5017" y="4463"/>
                </a:lnTo>
              </a:path>
              <a:path w="21600" h="21600">
                <a:moveTo>
                  <a:pt x="7942" y="4460"/>
                </a:moveTo>
                <a:lnTo>
                  <a:pt x="7800" y="4522"/>
                </a:lnTo>
                <a:lnTo>
                  <a:pt x="7789" y="4525"/>
                </a:lnTo>
                <a:lnTo>
                  <a:pt x="7979" y="4761"/>
                </a:lnTo>
                <a:lnTo>
                  <a:pt x="8128" y="4708"/>
                </a:lnTo>
              </a:path>
              <a:path w="21600" h="21600">
                <a:moveTo>
                  <a:pt x="2536" y="4457"/>
                </a:moveTo>
                <a:lnTo>
                  <a:pt x="2520" y="4462"/>
                </a:lnTo>
                <a:lnTo>
                  <a:pt x="2518" y="4473"/>
                </a:lnTo>
                <a:lnTo>
                  <a:pt x="2525" y="4481"/>
                </a:lnTo>
              </a:path>
              <a:path w="21600" h="21600">
                <a:moveTo>
                  <a:pt x="4898" y="4457"/>
                </a:moveTo>
                <a:lnTo>
                  <a:pt x="4903" y="4463"/>
                </a:lnTo>
                <a:lnTo>
                  <a:pt x="4912" y="4457"/>
                </a:lnTo>
              </a:path>
              <a:path w="21600" h="21600">
                <a:moveTo>
                  <a:pt x="4737" y="4448"/>
                </a:moveTo>
                <a:lnTo>
                  <a:pt x="4761" y="4476"/>
                </a:lnTo>
                <a:lnTo>
                  <a:pt x="4863" y="4486"/>
                </a:lnTo>
                <a:lnTo>
                  <a:pt x="4836" y="4453"/>
                </a:lnTo>
              </a:path>
              <a:path w="21600" h="21600">
                <a:moveTo>
                  <a:pt x="5404" y="4441"/>
                </a:moveTo>
                <a:lnTo>
                  <a:pt x="5388" y="4462"/>
                </a:lnTo>
                <a:lnTo>
                  <a:pt x="5425" y="4466"/>
                </a:lnTo>
              </a:path>
              <a:path w="21600" h="21600">
                <a:moveTo>
                  <a:pt x="4578" y="4439"/>
                </a:moveTo>
                <a:lnTo>
                  <a:pt x="4607" y="4470"/>
                </a:lnTo>
                <a:lnTo>
                  <a:pt x="4698" y="4470"/>
                </a:lnTo>
                <a:lnTo>
                  <a:pt x="4676" y="4445"/>
                </a:lnTo>
              </a:path>
              <a:path w="21600" h="21600">
                <a:moveTo>
                  <a:pt x="4293" y="4437"/>
                </a:moveTo>
                <a:lnTo>
                  <a:pt x="3918" y="4476"/>
                </a:lnTo>
                <a:lnTo>
                  <a:pt x="4096" y="4468"/>
                </a:lnTo>
                <a:lnTo>
                  <a:pt x="4341" y="4469"/>
                </a:lnTo>
              </a:path>
              <a:path w="21600" h="21600">
                <a:moveTo>
                  <a:pt x="4447" y="4432"/>
                </a:moveTo>
                <a:lnTo>
                  <a:pt x="4485" y="4469"/>
                </a:lnTo>
                <a:lnTo>
                  <a:pt x="4544" y="4470"/>
                </a:lnTo>
                <a:lnTo>
                  <a:pt x="4528" y="4453"/>
                </a:lnTo>
                <a:lnTo>
                  <a:pt x="4512" y="4436"/>
                </a:lnTo>
              </a:path>
              <a:path w="21600" h="21600">
                <a:moveTo>
                  <a:pt x="4372" y="4429"/>
                </a:moveTo>
                <a:lnTo>
                  <a:pt x="4361" y="4430"/>
                </a:lnTo>
                <a:lnTo>
                  <a:pt x="4417" y="4467"/>
                </a:lnTo>
                <a:lnTo>
                  <a:pt x="4377" y="4429"/>
                </a:lnTo>
              </a:path>
              <a:path w="21600" h="21600">
                <a:moveTo>
                  <a:pt x="2392" y="4416"/>
                </a:moveTo>
                <a:lnTo>
                  <a:pt x="2388" y="4425"/>
                </a:lnTo>
                <a:lnTo>
                  <a:pt x="2387" y="4459"/>
                </a:lnTo>
                <a:lnTo>
                  <a:pt x="2425" y="4447"/>
                </a:lnTo>
                <a:lnTo>
                  <a:pt x="2393" y="4417"/>
                </a:lnTo>
              </a:path>
              <a:path w="21600" h="21600">
                <a:moveTo>
                  <a:pt x="8741" y="4410"/>
                </a:moveTo>
                <a:lnTo>
                  <a:pt x="8588" y="4525"/>
                </a:lnTo>
                <a:lnTo>
                  <a:pt x="8778" y="4811"/>
                </a:lnTo>
                <a:lnTo>
                  <a:pt x="8926" y="4698"/>
                </a:lnTo>
                <a:lnTo>
                  <a:pt x="8880" y="4624"/>
                </a:lnTo>
              </a:path>
              <a:path w="21600" h="21600">
                <a:moveTo>
                  <a:pt x="5434" y="4401"/>
                </a:moveTo>
                <a:lnTo>
                  <a:pt x="5433" y="4403"/>
                </a:lnTo>
                <a:lnTo>
                  <a:pt x="5491" y="4473"/>
                </a:lnTo>
                <a:lnTo>
                  <a:pt x="5602" y="4486"/>
                </a:lnTo>
                <a:lnTo>
                  <a:pt x="5622" y="4456"/>
                </a:lnTo>
                <a:lnTo>
                  <a:pt x="5622" y="4455"/>
                </a:lnTo>
              </a:path>
              <a:path w="21600" h="21600">
                <a:moveTo>
                  <a:pt x="1998" y="4396"/>
                </a:moveTo>
                <a:lnTo>
                  <a:pt x="1954" y="4423"/>
                </a:lnTo>
                <a:lnTo>
                  <a:pt x="1968" y="4558"/>
                </a:lnTo>
                <a:lnTo>
                  <a:pt x="2000" y="4417"/>
                </a:lnTo>
              </a:path>
              <a:path w="21600" h="21600">
                <a:moveTo>
                  <a:pt x="5910" y="4396"/>
                </a:moveTo>
                <a:lnTo>
                  <a:pt x="5896" y="4458"/>
                </a:lnTo>
                <a:lnTo>
                  <a:pt x="5945" y="4525"/>
                </a:lnTo>
                <a:lnTo>
                  <a:pt x="6017" y="4533"/>
                </a:lnTo>
                <a:lnTo>
                  <a:pt x="6028" y="4464"/>
                </a:lnTo>
              </a:path>
              <a:path w="21600" h="21600">
                <a:moveTo>
                  <a:pt x="9332" y="4395"/>
                </a:moveTo>
                <a:lnTo>
                  <a:pt x="9226" y="4522"/>
                </a:lnTo>
                <a:lnTo>
                  <a:pt x="9178" y="4559"/>
                </a:lnTo>
                <a:lnTo>
                  <a:pt x="9279" y="4724"/>
                </a:lnTo>
                <a:lnTo>
                  <a:pt x="9353" y="4852"/>
                </a:lnTo>
                <a:lnTo>
                  <a:pt x="9459" y="4768"/>
                </a:lnTo>
                <a:lnTo>
                  <a:pt x="9506" y="4710"/>
                </a:lnTo>
                <a:lnTo>
                  <a:pt x="9348" y="4431"/>
                </a:lnTo>
              </a:path>
              <a:path w="21600" h="21600">
                <a:moveTo>
                  <a:pt x="4626" y="4388"/>
                </a:moveTo>
                <a:lnTo>
                  <a:pt x="4614" y="4395"/>
                </a:lnTo>
                <a:lnTo>
                  <a:pt x="4605" y="4397"/>
                </a:lnTo>
                <a:lnTo>
                  <a:pt x="4634" y="4398"/>
                </a:lnTo>
              </a:path>
              <a:path w="21600" h="21600">
                <a:moveTo>
                  <a:pt x="1786" y="4379"/>
                </a:moveTo>
                <a:lnTo>
                  <a:pt x="1658" y="4419"/>
                </a:lnTo>
                <a:lnTo>
                  <a:pt x="1434" y="4543"/>
                </a:lnTo>
                <a:lnTo>
                  <a:pt x="1787" y="4438"/>
                </a:lnTo>
              </a:path>
              <a:path w="21600" h="21600">
                <a:moveTo>
                  <a:pt x="6201" y="4378"/>
                </a:moveTo>
                <a:lnTo>
                  <a:pt x="6208" y="4411"/>
                </a:lnTo>
                <a:lnTo>
                  <a:pt x="6256" y="4447"/>
                </a:lnTo>
              </a:path>
              <a:path w="21600" h="21600">
                <a:moveTo>
                  <a:pt x="10984" y="4377"/>
                </a:moveTo>
                <a:lnTo>
                  <a:pt x="10936" y="4512"/>
                </a:lnTo>
                <a:lnTo>
                  <a:pt x="10910" y="4576"/>
                </a:lnTo>
                <a:lnTo>
                  <a:pt x="10816" y="4788"/>
                </a:lnTo>
                <a:lnTo>
                  <a:pt x="10975" y="5157"/>
                </a:lnTo>
                <a:lnTo>
                  <a:pt x="11109" y="4836"/>
                </a:lnTo>
              </a:path>
              <a:path w="21600" h="21600">
                <a:moveTo>
                  <a:pt x="2229" y="4372"/>
                </a:moveTo>
                <a:lnTo>
                  <a:pt x="2180" y="4521"/>
                </a:lnTo>
                <a:lnTo>
                  <a:pt x="2233" y="4491"/>
                </a:lnTo>
                <a:lnTo>
                  <a:pt x="2235" y="4489"/>
                </a:lnTo>
              </a:path>
              <a:path w="21600" h="21600">
                <a:moveTo>
                  <a:pt x="8148" y="4369"/>
                </a:moveTo>
                <a:lnTo>
                  <a:pt x="7984" y="4441"/>
                </a:lnTo>
                <a:lnTo>
                  <a:pt x="8172" y="4692"/>
                </a:lnTo>
                <a:lnTo>
                  <a:pt x="8335" y="4634"/>
                </a:lnTo>
                <a:lnTo>
                  <a:pt x="8151" y="4374"/>
                </a:lnTo>
              </a:path>
              <a:path w="21600" h="21600">
                <a:moveTo>
                  <a:pt x="6089" y="4369"/>
                </a:moveTo>
                <a:lnTo>
                  <a:pt x="6078" y="4431"/>
                </a:lnTo>
                <a:lnTo>
                  <a:pt x="6085" y="4440"/>
                </a:lnTo>
                <a:lnTo>
                  <a:pt x="6149" y="4475"/>
                </a:lnTo>
                <a:lnTo>
                  <a:pt x="6183" y="4502"/>
                </a:lnTo>
                <a:lnTo>
                  <a:pt x="6167" y="4433"/>
                </a:lnTo>
              </a:path>
              <a:path w="21600" h="21600">
                <a:moveTo>
                  <a:pt x="10641" y="4368"/>
                </a:moveTo>
                <a:lnTo>
                  <a:pt x="10473" y="4722"/>
                </a:lnTo>
                <a:lnTo>
                  <a:pt x="10635" y="5074"/>
                </a:lnTo>
                <a:lnTo>
                  <a:pt x="10646" y="5059"/>
                </a:lnTo>
                <a:lnTo>
                  <a:pt x="10767" y="4787"/>
                </a:lnTo>
                <a:lnTo>
                  <a:pt x="10763" y="4778"/>
                </a:lnTo>
              </a:path>
              <a:path w="21600" h="21600">
                <a:moveTo>
                  <a:pt x="5145" y="4362"/>
                </a:moveTo>
                <a:lnTo>
                  <a:pt x="5059" y="4416"/>
                </a:lnTo>
                <a:lnTo>
                  <a:pt x="5067" y="4424"/>
                </a:lnTo>
                <a:lnTo>
                  <a:pt x="5212" y="4441"/>
                </a:lnTo>
              </a:path>
              <a:path w="21600" h="21600">
                <a:moveTo>
                  <a:pt x="6884" y="4353"/>
                </a:moveTo>
                <a:cubicBezTo>
                  <a:pt x="6865" y="4354"/>
                  <a:pt x="6845" y="4355"/>
                  <a:pt x="6825" y="4356"/>
                </a:cubicBezTo>
                <a:lnTo>
                  <a:pt x="6711" y="4354"/>
                </a:lnTo>
                <a:lnTo>
                  <a:pt x="6722" y="4366"/>
                </a:lnTo>
                <a:lnTo>
                  <a:pt x="6884" y="4586"/>
                </a:lnTo>
                <a:lnTo>
                  <a:pt x="7072" y="4592"/>
                </a:lnTo>
                <a:lnTo>
                  <a:pt x="7015" y="4511"/>
                </a:lnTo>
                <a:cubicBezTo>
                  <a:pt x="6972" y="4457"/>
                  <a:pt x="6929" y="4404"/>
                  <a:pt x="6884" y="4353"/>
                </a:cubicBezTo>
              </a:path>
              <a:path w="21600" h="21600">
                <a:moveTo>
                  <a:pt x="6465" y="4349"/>
                </a:moveTo>
                <a:lnTo>
                  <a:pt x="6633" y="4579"/>
                </a:lnTo>
                <a:lnTo>
                  <a:pt x="6827" y="4585"/>
                </a:lnTo>
                <a:lnTo>
                  <a:pt x="6686" y="4392"/>
                </a:lnTo>
                <a:lnTo>
                  <a:pt x="6649" y="4353"/>
                </a:lnTo>
              </a:path>
              <a:path w="21600" h="21600">
                <a:moveTo>
                  <a:pt x="6303" y="4346"/>
                </a:moveTo>
                <a:lnTo>
                  <a:pt x="6376" y="4452"/>
                </a:lnTo>
                <a:lnTo>
                  <a:pt x="6385" y="4481"/>
                </a:lnTo>
                <a:lnTo>
                  <a:pt x="6455" y="4574"/>
                </a:lnTo>
                <a:lnTo>
                  <a:pt x="6590" y="4578"/>
                </a:lnTo>
                <a:lnTo>
                  <a:pt x="6412" y="4348"/>
                </a:lnTo>
              </a:path>
              <a:path w="21600" h="21600">
                <a:moveTo>
                  <a:pt x="1896" y="4344"/>
                </a:moveTo>
                <a:lnTo>
                  <a:pt x="1876" y="4351"/>
                </a:lnTo>
                <a:lnTo>
                  <a:pt x="1882" y="4410"/>
                </a:lnTo>
                <a:lnTo>
                  <a:pt x="1889" y="4408"/>
                </a:lnTo>
              </a:path>
              <a:path w="21600" h="21600">
                <a:moveTo>
                  <a:pt x="6116" y="4342"/>
                </a:moveTo>
                <a:lnTo>
                  <a:pt x="6153" y="4370"/>
                </a:lnTo>
                <a:lnTo>
                  <a:pt x="6147" y="4343"/>
                </a:lnTo>
              </a:path>
              <a:path w="21600" h="21600">
                <a:moveTo>
                  <a:pt x="5183" y="4341"/>
                </a:moveTo>
                <a:lnTo>
                  <a:pt x="5274" y="4448"/>
                </a:lnTo>
                <a:lnTo>
                  <a:pt x="5336" y="4456"/>
                </a:lnTo>
                <a:lnTo>
                  <a:pt x="5375" y="4404"/>
                </a:lnTo>
                <a:lnTo>
                  <a:pt x="5353" y="4378"/>
                </a:lnTo>
                <a:lnTo>
                  <a:pt x="5266" y="4352"/>
                </a:lnTo>
              </a:path>
              <a:path w="21600" h="21600">
                <a:moveTo>
                  <a:pt x="11320" y="4339"/>
                </a:moveTo>
                <a:lnTo>
                  <a:pt x="11181" y="4769"/>
                </a:lnTo>
                <a:lnTo>
                  <a:pt x="11165" y="4812"/>
                </a:lnTo>
                <a:lnTo>
                  <a:pt x="11155" y="4837"/>
                </a:lnTo>
                <a:lnTo>
                  <a:pt x="11159" y="4853"/>
                </a:lnTo>
                <a:lnTo>
                  <a:pt x="11307" y="5221"/>
                </a:lnTo>
                <a:lnTo>
                  <a:pt x="11381" y="5030"/>
                </a:lnTo>
                <a:lnTo>
                  <a:pt x="11388" y="5012"/>
                </a:lnTo>
                <a:lnTo>
                  <a:pt x="11442" y="4836"/>
                </a:lnTo>
              </a:path>
              <a:path w="21600" h="21600">
                <a:moveTo>
                  <a:pt x="2446" y="4337"/>
                </a:moveTo>
                <a:lnTo>
                  <a:pt x="2413" y="4371"/>
                </a:lnTo>
                <a:lnTo>
                  <a:pt x="2412" y="4371"/>
                </a:lnTo>
                <a:lnTo>
                  <a:pt x="2426" y="4389"/>
                </a:lnTo>
                <a:lnTo>
                  <a:pt x="2445" y="4406"/>
                </a:lnTo>
              </a:path>
              <a:path w="21600" h="21600">
                <a:moveTo>
                  <a:pt x="2099" y="4335"/>
                </a:moveTo>
                <a:lnTo>
                  <a:pt x="2062" y="4357"/>
                </a:lnTo>
                <a:lnTo>
                  <a:pt x="2060" y="4362"/>
                </a:lnTo>
                <a:lnTo>
                  <a:pt x="2046" y="4426"/>
                </a:lnTo>
                <a:lnTo>
                  <a:pt x="2062" y="4559"/>
                </a:lnTo>
                <a:lnTo>
                  <a:pt x="2121" y="4541"/>
                </a:lnTo>
              </a:path>
              <a:path w="21600" h="21600">
                <a:moveTo>
                  <a:pt x="6009" y="4334"/>
                </a:moveTo>
                <a:lnTo>
                  <a:pt x="6042" y="4380"/>
                </a:lnTo>
                <a:lnTo>
                  <a:pt x="6048" y="4342"/>
                </a:lnTo>
                <a:lnTo>
                  <a:pt x="6047" y="4338"/>
                </a:lnTo>
              </a:path>
              <a:path w="21600" h="21600">
                <a:moveTo>
                  <a:pt x="7077" y="4329"/>
                </a:moveTo>
                <a:lnTo>
                  <a:pt x="6942" y="4351"/>
                </a:lnTo>
                <a:cubicBezTo>
                  <a:pt x="6980" y="4396"/>
                  <a:pt x="7017" y="4441"/>
                  <a:pt x="7053" y="4487"/>
                </a:cubicBezTo>
                <a:lnTo>
                  <a:pt x="7126" y="4591"/>
                </a:lnTo>
                <a:lnTo>
                  <a:pt x="7307" y="4578"/>
                </a:lnTo>
              </a:path>
              <a:path w="21600" h="21600">
                <a:moveTo>
                  <a:pt x="4734" y="4328"/>
                </a:moveTo>
                <a:lnTo>
                  <a:pt x="4665" y="4366"/>
                </a:lnTo>
                <a:lnTo>
                  <a:pt x="4689" y="4392"/>
                </a:lnTo>
                <a:lnTo>
                  <a:pt x="4697" y="4401"/>
                </a:lnTo>
                <a:lnTo>
                  <a:pt x="4798" y="4407"/>
                </a:lnTo>
              </a:path>
              <a:path w="21600" h="21600">
                <a:moveTo>
                  <a:pt x="5733" y="4327"/>
                </a:moveTo>
                <a:lnTo>
                  <a:pt x="5712" y="4400"/>
                </a:lnTo>
                <a:lnTo>
                  <a:pt x="5693" y="4429"/>
                </a:lnTo>
                <a:lnTo>
                  <a:pt x="5846" y="4474"/>
                </a:lnTo>
                <a:lnTo>
                  <a:pt x="5848" y="4466"/>
                </a:lnTo>
                <a:lnTo>
                  <a:pt x="5806" y="4408"/>
                </a:lnTo>
              </a:path>
              <a:path w="21600" h="21600">
                <a:moveTo>
                  <a:pt x="5790" y="4326"/>
                </a:moveTo>
                <a:lnTo>
                  <a:pt x="5841" y="4382"/>
                </a:lnTo>
                <a:lnTo>
                  <a:pt x="5861" y="4410"/>
                </a:lnTo>
                <a:lnTo>
                  <a:pt x="5869" y="4372"/>
                </a:lnTo>
              </a:path>
              <a:path w="21600" h="21600">
                <a:moveTo>
                  <a:pt x="5926" y="4326"/>
                </a:moveTo>
                <a:lnTo>
                  <a:pt x="5921" y="4349"/>
                </a:lnTo>
                <a:lnTo>
                  <a:pt x="5997" y="4391"/>
                </a:lnTo>
                <a:lnTo>
                  <a:pt x="5945" y="4328"/>
                </a:lnTo>
              </a:path>
              <a:path w="21600" h="21600">
                <a:moveTo>
                  <a:pt x="1072" y="4325"/>
                </a:moveTo>
                <a:lnTo>
                  <a:pt x="742" y="4368"/>
                </a:lnTo>
                <a:lnTo>
                  <a:pt x="443" y="4362"/>
                </a:lnTo>
                <a:lnTo>
                  <a:pt x="175" y="4590"/>
                </a:lnTo>
                <a:lnTo>
                  <a:pt x="105" y="4672"/>
                </a:lnTo>
                <a:lnTo>
                  <a:pt x="513" y="4683"/>
                </a:lnTo>
                <a:lnTo>
                  <a:pt x="675" y="4548"/>
                </a:lnTo>
              </a:path>
              <a:path w="21600" h="21600">
                <a:moveTo>
                  <a:pt x="5867" y="4320"/>
                </a:moveTo>
                <a:lnTo>
                  <a:pt x="5880" y="4327"/>
                </a:lnTo>
                <a:lnTo>
                  <a:pt x="5881" y="4321"/>
                </a:lnTo>
              </a:path>
              <a:path w="21600" h="21600">
                <a:moveTo>
                  <a:pt x="1988" y="4315"/>
                </a:moveTo>
                <a:lnTo>
                  <a:pt x="1945" y="4329"/>
                </a:lnTo>
                <a:lnTo>
                  <a:pt x="1944" y="4340"/>
                </a:lnTo>
                <a:lnTo>
                  <a:pt x="1948" y="4374"/>
                </a:lnTo>
                <a:lnTo>
                  <a:pt x="1992" y="4347"/>
                </a:lnTo>
                <a:lnTo>
                  <a:pt x="1988" y="4317"/>
                </a:lnTo>
              </a:path>
              <a:path w="21600" h="21600">
                <a:moveTo>
                  <a:pt x="10285" y="4315"/>
                </a:moveTo>
                <a:lnTo>
                  <a:pt x="10170" y="4545"/>
                </a:lnTo>
                <a:lnTo>
                  <a:pt x="10113" y="4618"/>
                </a:lnTo>
                <a:lnTo>
                  <a:pt x="10275" y="4945"/>
                </a:lnTo>
                <a:lnTo>
                  <a:pt x="10389" y="4792"/>
                </a:lnTo>
                <a:lnTo>
                  <a:pt x="10422" y="4721"/>
                </a:lnTo>
                <a:lnTo>
                  <a:pt x="10409" y="4693"/>
                </a:lnTo>
              </a:path>
              <a:path w="21600" h="21600">
                <a:moveTo>
                  <a:pt x="4967" y="4311"/>
                </a:moveTo>
                <a:lnTo>
                  <a:pt x="5030" y="4383"/>
                </a:lnTo>
                <a:lnTo>
                  <a:pt x="5113" y="4331"/>
                </a:lnTo>
              </a:path>
              <a:path w="21600" h="21600">
                <a:moveTo>
                  <a:pt x="5506" y="4305"/>
                </a:moveTo>
                <a:lnTo>
                  <a:pt x="5463" y="4363"/>
                </a:lnTo>
                <a:lnTo>
                  <a:pt x="5575" y="4395"/>
                </a:lnTo>
              </a:path>
              <a:path w="21600" h="21600">
                <a:moveTo>
                  <a:pt x="2031" y="4302"/>
                </a:moveTo>
                <a:lnTo>
                  <a:pt x="2031" y="4302"/>
                </a:lnTo>
                <a:lnTo>
                  <a:pt x="2031" y="4302"/>
                </a:lnTo>
              </a:path>
              <a:path w="21600" h="21600">
                <a:moveTo>
                  <a:pt x="7286" y="4293"/>
                </a:moveTo>
                <a:lnTo>
                  <a:pt x="7141" y="4317"/>
                </a:lnTo>
                <a:lnTo>
                  <a:pt x="7360" y="4572"/>
                </a:lnTo>
                <a:lnTo>
                  <a:pt x="7499" y="4542"/>
                </a:lnTo>
              </a:path>
              <a:path w="21600" h="21600">
                <a:moveTo>
                  <a:pt x="2513" y="4293"/>
                </a:moveTo>
                <a:lnTo>
                  <a:pt x="2492" y="4296"/>
                </a:lnTo>
                <a:lnTo>
                  <a:pt x="2491" y="4375"/>
                </a:lnTo>
                <a:lnTo>
                  <a:pt x="2497" y="4366"/>
                </a:lnTo>
              </a:path>
              <a:path w="21600" h="21600">
                <a:moveTo>
                  <a:pt x="4804" y="4288"/>
                </a:moveTo>
                <a:lnTo>
                  <a:pt x="4774" y="4305"/>
                </a:lnTo>
                <a:lnTo>
                  <a:pt x="4860" y="4410"/>
                </a:lnTo>
                <a:lnTo>
                  <a:pt x="4977" y="4417"/>
                </a:lnTo>
                <a:lnTo>
                  <a:pt x="4993" y="4407"/>
                </a:lnTo>
                <a:lnTo>
                  <a:pt x="4900" y="4302"/>
                </a:lnTo>
              </a:path>
              <a:path w="21600" h="21600">
                <a:moveTo>
                  <a:pt x="5548" y="4288"/>
                </a:moveTo>
                <a:lnTo>
                  <a:pt x="5647" y="4416"/>
                </a:lnTo>
                <a:lnTo>
                  <a:pt x="5649" y="4417"/>
                </a:lnTo>
                <a:lnTo>
                  <a:pt x="5672" y="4382"/>
                </a:lnTo>
                <a:lnTo>
                  <a:pt x="5694" y="4303"/>
                </a:lnTo>
              </a:path>
              <a:path w="21600" h="21600">
                <a:moveTo>
                  <a:pt x="2094" y="4282"/>
                </a:moveTo>
                <a:lnTo>
                  <a:pt x="2086" y="4284"/>
                </a:lnTo>
                <a:lnTo>
                  <a:pt x="2084" y="4291"/>
                </a:lnTo>
                <a:lnTo>
                  <a:pt x="2094" y="4285"/>
                </a:lnTo>
              </a:path>
              <a:path w="21600" h="21600">
                <a:moveTo>
                  <a:pt x="2611" y="4281"/>
                </a:moveTo>
                <a:lnTo>
                  <a:pt x="2580" y="4283"/>
                </a:lnTo>
                <a:lnTo>
                  <a:pt x="2540" y="4384"/>
                </a:lnTo>
                <a:lnTo>
                  <a:pt x="2536" y="4390"/>
                </a:lnTo>
                <a:lnTo>
                  <a:pt x="2531" y="4414"/>
                </a:lnTo>
                <a:lnTo>
                  <a:pt x="2557" y="4406"/>
                </a:lnTo>
              </a:path>
              <a:path w="21600" h="21600">
                <a:moveTo>
                  <a:pt x="4574" y="4266"/>
                </a:moveTo>
                <a:lnTo>
                  <a:pt x="4637" y="4334"/>
                </a:lnTo>
                <a:lnTo>
                  <a:pt x="4707" y="4295"/>
                </a:lnTo>
                <a:lnTo>
                  <a:pt x="4688" y="4272"/>
                </a:lnTo>
                <a:lnTo>
                  <a:pt x="4675" y="4271"/>
                </a:lnTo>
              </a:path>
              <a:path w="21600" h="21600">
                <a:moveTo>
                  <a:pt x="5320" y="4265"/>
                </a:moveTo>
                <a:lnTo>
                  <a:pt x="5380" y="4339"/>
                </a:lnTo>
                <a:lnTo>
                  <a:pt x="5416" y="4349"/>
                </a:lnTo>
                <a:lnTo>
                  <a:pt x="5468" y="4280"/>
                </a:lnTo>
                <a:lnTo>
                  <a:pt x="5384" y="4272"/>
                </a:lnTo>
              </a:path>
              <a:path w="21600" h="21600">
                <a:moveTo>
                  <a:pt x="2217" y="4263"/>
                </a:moveTo>
                <a:lnTo>
                  <a:pt x="2142" y="4309"/>
                </a:lnTo>
                <a:lnTo>
                  <a:pt x="2157" y="4448"/>
                </a:lnTo>
              </a:path>
              <a:path w="21600" h="21600">
                <a:moveTo>
                  <a:pt x="4203" y="4260"/>
                </a:moveTo>
                <a:lnTo>
                  <a:pt x="4173" y="4264"/>
                </a:lnTo>
                <a:lnTo>
                  <a:pt x="4157" y="4261"/>
                </a:lnTo>
                <a:lnTo>
                  <a:pt x="4257" y="4351"/>
                </a:lnTo>
                <a:lnTo>
                  <a:pt x="4308" y="4362"/>
                </a:lnTo>
              </a:path>
              <a:path w="21600" h="21600">
                <a:moveTo>
                  <a:pt x="5956" y="4260"/>
                </a:moveTo>
                <a:lnTo>
                  <a:pt x="5976" y="4288"/>
                </a:lnTo>
                <a:lnTo>
                  <a:pt x="5992" y="4290"/>
                </a:lnTo>
              </a:path>
              <a:path w="21600" h="21600">
                <a:moveTo>
                  <a:pt x="4405" y="4259"/>
                </a:moveTo>
                <a:lnTo>
                  <a:pt x="4510" y="4368"/>
                </a:lnTo>
                <a:lnTo>
                  <a:pt x="4596" y="4355"/>
                </a:lnTo>
                <a:lnTo>
                  <a:pt x="4512" y="4263"/>
                </a:lnTo>
              </a:path>
              <a:path w="21600" h="21600">
                <a:moveTo>
                  <a:pt x="5245" y="4257"/>
                </a:moveTo>
                <a:lnTo>
                  <a:pt x="5210" y="4299"/>
                </a:lnTo>
                <a:lnTo>
                  <a:pt x="5278" y="4309"/>
                </a:lnTo>
                <a:lnTo>
                  <a:pt x="5304" y="4316"/>
                </a:lnTo>
                <a:lnTo>
                  <a:pt x="5257" y="4259"/>
                </a:lnTo>
              </a:path>
              <a:path w="21600" h="21600">
                <a:moveTo>
                  <a:pt x="8951" y="4253"/>
                </a:moveTo>
                <a:lnTo>
                  <a:pt x="8777" y="4383"/>
                </a:lnTo>
                <a:lnTo>
                  <a:pt x="8918" y="4600"/>
                </a:lnTo>
                <a:lnTo>
                  <a:pt x="8962" y="4670"/>
                </a:lnTo>
                <a:lnTo>
                  <a:pt x="9119" y="4550"/>
                </a:lnTo>
                <a:lnTo>
                  <a:pt x="8994" y="4346"/>
                </a:lnTo>
              </a:path>
              <a:path w="21600" h="21600">
                <a:moveTo>
                  <a:pt x="4261" y="4252"/>
                </a:moveTo>
                <a:lnTo>
                  <a:pt x="4393" y="4380"/>
                </a:lnTo>
                <a:lnTo>
                  <a:pt x="4409" y="4384"/>
                </a:lnTo>
                <a:lnTo>
                  <a:pt x="4455" y="4377"/>
                </a:lnTo>
                <a:lnTo>
                  <a:pt x="4339" y="4256"/>
                </a:lnTo>
              </a:path>
              <a:path w="21600" h="21600">
                <a:moveTo>
                  <a:pt x="3148" y="4252"/>
                </a:moveTo>
                <a:lnTo>
                  <a:pt x="3105" y="4253"/>
                </a:lnTo>
                <a:cubicBezTo>
                  <a:pt x="3014" y="4255"/>
                  <a:pt x="2934" y="4258"/>
                  <a:pt x="2865" y="4262"/>
                </a:cubicBezTo>
                <a:lnTo>
                  <a:pt x="2662" y="4277"/>
                </a:lnTo>
                <a:lnTo>
                  <a:pt x="2614" y="4389"/>
                </a:lnTo>
                <a:lnTo>
                  <a:pt x="3002" y="4269"/>
                </a:lnTo>
              </a:path>
              <a:path w="21600" h="21600">
                <a:moveTo>
                  <a:pt x="9928" y="4248"/>
                </a:moveTo>
                <a:lnTo>
                  <a:pt x="9911" y="4279"/>
                </a:lnTo>
                <a:lnTo>
                  <a:pt x="9740" y="4491"/>
                </a:lnTo>
                <a:lnTo>
                  <a:pt x="9744" y="4500"/>
                </a:lnTo>
                <a:lnTo>
                  <a:pt x="9909" y="4811"/>
                </a:lnTo>
                <a:lnTo>
                  <a:pt x="10060" y="4615"/>
                </a:lnTo>
                <a:lnTo>
                  <a:pt x="10056" y="4606"/>
                </a:lnTo>
              </a:path>
              <a:path w="21600" h="21600">
                <a:moveTo>
                  <a:pt x="3983" y="4245"/>
                </a:moveTo>
                <a:lnTo>
                  <a:pt x="3577" y="4246"/>
                </a:lnTo>
                <a:lnTo>
                  <a:pt x="3011" y="4310"/>
                </a:lnTo>
                <a:lnTo>
                  <a:pt x="2592" y="4440"/>
                </a:lnTo>
                <a:lnTo>
                  <a:pt x="2562" y="4509"/>
                </a:lnTo>
                <a:lnTo>
                  <a:pt x="2658" y="4577"/>
                </a:lnTo>
                <a:lnTo>
                  <a:pt x="2822" y="4550"/>
                </a:lnTo>
                <a:cubicBezTo>
                  <a:pt x="2899" y="4541"/>
                  <a:pt x="2989" y="4531"/>
                  <a:pt x="3094" y="4522"/>
                </a:cubicBezTo>
                <a:lnTo>
                  <a:pt x="3225" y="4513"/>
                </a:lnTo>
                <a:lnTo>
                  <a:pt x="3278" y="4497"/>
                </a:lnTo>
                <a:lnTo>
                  <a:pt x="4245" y="4399"/>
                </a:lnTo>
                <a:lnTo>
                  <a:pt x="4234" y="4389"/>
                </a:lnTo>
                <a:lnTo>
                  <a:pt x="4208" y="4384"/>
                </a:lnTo>
                <a:cubicBezTo>
                  <a:pt x="4145" y="4358"/>
                  <a:pt x="4082" y="4320"/>
                  <a:pt x="4006" y="4263"/>
                </a:cubicBezTo>
              </a:path>
              <a:path w="21600" h="21600">
                <a:moveTo>
                  <a:pt x="4073" y="4245"/>
                </a:moveTo>
                <a:lnTo>
                  <a:pt x="4060" y="4245"/>
                </a:lnTo>
                <a:lnTo>
                  <a:pt x="4097" y="4266"/>
                </a:lnTo>
              </a:path>
              <a:path w="21600" h="21600">
                <a:moveTo>
                  <a:pt x="5099" y="4242"/>
                </a:moveTo>
                <a:lnTo>
                  <a:pt x="5139" y="4290"/>
                </a:lnTo>
                <a:lnTo>
                  <a:pt x="5159" y="4292"/>
                </a:lnTo>
                <a:lnTo>
                  <a:pt x="5193" y="4252"/>
                </a:lnTo>
              </a:path>
              <a:path w="21600" h="21600">
                <a:moveTo>
                  <a:pt x="7506" y="4242"/>
                </a:moveTo>
                <a:lnTo>
                  <a:pt x="7451" y="4265"/>
                </a:lnTo>
                <a:lnTo>
                  <a:pt x="7339" y="4284"/>
                </a:lnTo>
                <a:lnTo>
                  <a:pt x="7550" y="4531"/>
                </a:lnTo>
                <a:lnTo>
                  <a:pt x="7710" y="4497"/>
                </a:lnTo>
              </a:path>
              <a:path w="21600" h="21600">
                <a:moveTo>
                  <a:pt x="560" y="4242"/>
                </a:moveTo>
                <a:lnTo>
                  <a:pt x="404" y="4284"/>
                </a:lnTo>
                <a:lnTo>
                  <a:pt x="325" y="4320"/>
                </a:lnTo>
                <a:lnTo>
                  <a:pt x="423" y="4320"/>
                </a:lnTo>
              </a:path>
              <a:path w="21600" h="21600">
                <a:moveTo>
                  <a:pt x="6075" y="4239"/>
                </a:moveTo>
                <a:lnTo>
                  <a:pt x="6085" y="4299"/>
                </a:lnTo>
                <a:lnTo>
                  <a:pt x="6093" y="4300"/>
                </a:lnTo>
                <a:lnTo>
                  <a:pt x="6137" y="4301"/>
                </a:lnTo>
                <a:lnTo>
                  <a:pt x="6137" y="4298"/>
                </a:lnTo>
                <a:lnTo>
                  <a:pt x="6111" y="4265"/>
                </a:lnTo>
              </a:path>
              <a:path w="21600" h="21600">
                <a:moveTo>
                  <a:pt x="5554" y="4239"/>
                </a:moveTo>
                <a:lnTo>
                  <a:pt x="5553" y="4242"/>
                </a:lnTo>
                <a:lnTo>
                  <a:pt x="5550" y="4246"/>
                </a:lnTo>
                <a:lnTo>
                  <a:pt x="5585" y="4249"/>
                </a:lnTo>
              </a:path>
              <a:path w="21600" h="21600">
                <a:moveTo>
                  <a:pt x="8333" y="4234"/>
                </a:moveTo>
                <a:lnTo>
                  <a:pt x="8184" y="4343"/>
                </a:lnTo>
                <a:lnTo>
                  <a:pt x="8188" y="4348"/>
                </a:lnTo>
                <a:lnTo>
                  <a:pt x="8379" y="4618"/>
                </a:lnTo>
                <a:lnTo>
                  <a:pt x="8399" y="4611"/>
                </a:lnTo>
                <a:lnTo>
                  <a:pt x="8528" y="4514"/>
                </a:lnTo>
                <a:lnTo>
                  <a:pt x="8518" y="4499"/>
                </a:lnTo>
              </a:path>
              <a:path w="21600" h="21600">
                <a:moveTo>
                  <a:pt x="1886" y="4230"/>
                </a:moveTo>
                <a:lnTo>
                  <a:pt x="1879" y="4305"/>
                </a:lnTo>
                <a:lnTo>
                  <a:pt x="1895" y="4300"/>
                </a:lnTo>
              </a:path>
              <a:path w="21600" h="21600">
                <a:moveTo>
                  <a:pt x="4919" y="4224"/>
                </a:moveTo>
                <a:lnTo>
                  <a:pt x="4899" y="4235"/>
                </a:lnTo>
                <a:lnTo>
                  <a:pt x="4921" y="4259"/>
                </a:lnTo>
                <a:lnTo>
                  <a:pt x="5076" y="4281"/>
                </a:lnTo>
                <a:lnTo>
                  <a:pt x="5038" y="4236"/>
                </a:lnTo>
              </a:path>
              <a:path w="21600" h="21600">
                <a:moveTo>
                  <a:pt x="5490" y="4218"/>
                </a:moveTo>
                <a:lnTo>
                  <a:pt x="5504" y="4232"/>
                </a:lnTo>
                <a:lnTo>
                  <a:pt x="5510" y="4224"/>
                </a:lnTo>
              </a:path>
              <a:path w="21600" h="21600">
                <a:moveTo>
                  <a:pt x="4692" y="4206"/>
                </a:moveTo>
                <a:lnTo>
                  <a:pt x="4712" y="4230"/>
                </a:lnTo>
                <a:lnTo>
                  <a:pt x="4800" y="4242"/>
                </a:lnTo>
                <a:lnTo>
                  <a:pt x="4832" y="4224"/>
                </a:lnTo>
                <a:lnTo>
                  <a:pt x="4822" y="4214"/>
                </a:lnTo>
                <a:lnTo>
                  <a:pt x="4799" y="4211"/>
                </a:lnTo>
              </a:path>
              <a:path w="21600" h="21600">
                <a:moveTo>
                  <a:pt x="2339" y="4205"/>
                </a:moveTo>
                <a:lnTo>
                  <a:pt x="2286" y="4221"/>
                </a:lnTo>
                <a:lnTo>
                  <a:pt x="2276" y="4227"/>
                </a:lnTo>
                <a:lnTo>
                  <a:pt x="2264" y="4263"/>
                </a:lnTo>
                <a:lnTo>
                  <a:pt x="2268" y="4294"/>
                </a:lnTo>
                <a:lnTo>
                  <a:pt x="2276" y="4446"/>
                </a:lnTo>
                <a:lnTo>
                  <a:pt x="2345" y="4376"/>
                </a:lnTo>
                <a:lnTo>
                  <a:pt x="2347" y="4349"/>
                </a:lnTo>
                <a:lnTo>
                  <a:pt x="2334" y="4330"/>
                </a:lnTo>
                <a:cubicBezTo>
                  <a:pt x="2332" y="4322"/>
                  <a:pt x="2333" y="4310"/>
                  <a:pt x="2344" y="4298"/>
                </a:cubicBezTo>
                <a:lnTo>
                  <a:pt x="2349" y="4295"/>
                </a:lnTo>
              </a:path>
              <a:path w="21600" h="21600">
                <a:moveTo>
                  <a:pt x="4457" y="4203"/>
                </a:moveTo>
                <a:lnTo>
                  <a:pt x="4434" y="4215"/>
                </a:lnTo>
                <a:lnTo>
                  <a:pt x="4469" y="4217"/>
                </a:lnTo>
              </a:path>
              <a:path w="21600" h="21600">
                <a:moveTo>
                  <a:pt x="4512" y="4198"/>
                </a:moveTo>
                <a:lnTo>
                  <a:pt x="4532" y="4219"/>
                </a:lnTo>
                <a:lnTo>
                  <a:pt x="4649" y="4225"/>
                </a:lnTo>
                <a:lnTo>
                  <a:pt x="4632" y="4203"/>
                </a:lnTo>
              </a:path>
              <a:path w="21600" h="21600">
                <a:moveTo>
                  <a:pt x="1971" y="4195"/>
                </a:moveTo>
                <a:lnTo>
                  <a:pt x="1951" y="4282"/>
                </a:lnTo>
                <a:lnTo>
                  <a:pt x="1982" y="4272"/>
                </a:lnTo>
                <a:lnTo>
                  <a:pt x="1979" y="4254"/>
                </a:lnTo>
              </a:path>
              <a:path w="21600" h="21600">
                <a:moveTo>
                  <a:pt x="12387" y="4194"/>
                </a:moveTo>
                <a:lnTo>
                  <a:pt x="12362" y="4660"/>
                </a:lnTo>
                <a:cubicBezTo>
                  <a:pt x="12346" y="4842"/>
                  <a:pt x="12325" y="5015"/>
                  <a:pt x="12298" y="5186"/>
                </a:cubicBezTo>
                <a:lnTo>
                  <a:pt x="12277" y="5290"/>
                </a:lnTo>
                <a:lnTo>
                  <a:pt x="12428" y="5762"/>
                </a:lnTo>
                <a:lnTo>
                  <a:pt x="12488" y="5420"/>
                </a:lnTo>
                <a:lnTo>
                  <a:pt x="12516" y="5120"/>
                </a:lnTo>
                <a:lnTo>
                  <a:pt x="12394" y="4446"/>
                </a:lnTo>
              </a:path>
              <a:path w="21600" h="21600">
                <a:moveTo>
                  <a:pt x="4339" y="4190"/>
                </a:moveTo>
                <a:lnTo>
                  <a:pt x="4346" y="4197"/>
                </a:lnTo>
                <a:lnTo>
                  <a:pt x="4381" y="4192"/>
                </a:lnTo>
              </a:path>
              <a:path w="21600" h="21600">
                <a:moveTo>
                  <a:pt x="4125" y="4184"/>
                </a:moveTo>
                <a:lnTo>
                  <a:pt x="4123" y="4184"/>
                </a:lnTo>
                <a:lnTo>
                  <a:pt x="4077" y="4189"/>
                </a:lnTo>
                <a:lnTo>
                  <a:pt x="4089" y="4200"/>
                </a:lnTo>
                <a:lnTo>
                  <a:pt x="4095" y="4200"/>
                </a:lnTo>
                <a:lnTo>
                  <a:pt x="4143" y="4202"/>
                </a:lnTo>
              </a:path>
              <a:path w="21600" h="21600">
                <a:moveTo>
                  <a:pt x="4201" y="4183"/>
                </a:moveTo>
                <a:lnTo>
                  <a:pt x="4201" y="4184"/>
                </a:lnTo>
                <a:lnTo>
                  <a:pt x="4191" y="4184"/>
                </a:lnTo>
                <a:lnTo>
                  <a:pt x="4212" y="4205"/>
                </a:lnTo>
                <a:lnTo>
                  <a:pt x="4268" y="4208"/>
                </a:lnTo>
                <a:lnTo>
                  <a:pt x="4290" y="4204"/>
                </a:lnTo>
                <a:lnTo>
                  <a:pt x="4273" y="4187"/>
                </a:lnTo>
              </a:path>
              <a:path w="21600" h="21600">
                <a:moveTo>
                  <a:pt x="4991" y="4181"/>
                </a:moveTo>
                <a:lnTo>
                  <a:pt x="4987" y="4185"/>
                </a:lnTo>
                <a:lnTo>
                  <a:pt x="4982" y="4188"/>
                </a:lnTo>
                <a:lnTo>
                  <a:pt x="4999" y="4190"/>
                </a:lnTo>
              </a:path>
              <a:path w="21600" h="21600">
                <a:moveTo>
                  <a:pt x="2448" y="4170"/>
                </a:moveTo>
                <a:lnTo>
                  <a:pt x="2383" y="4191"/>
                </a:lnTo>
                <a:lnTo>
                  <a:pt x="2392" y="4272"/>
                </a:lnTo>
                <a:lnTo>
                  <a:pt x="2406" y="4269"/>
                </a:lnTo>
                <a:lnTo>
                  <a:pt x="2448" y="4176"/>
                </a:lnTo>
              </a:path>
              <a:path w="21600" h="21600">
                <a:moveTo>
                  <a:pt x="2625" y="4167"/>
                </a:moveTo>
                <a:lnTo>
                  <a:pt x="2598" y="4236"/>
                </a:lnTo>
                <a:lnTo>
                  <a:pt x="2632" y="4232"/>
                </a:lnTo>
                <a:lnTo>
                  <a:pt x="2644" y="4205"/>
                </a:lnTo>
                <a:cubicBezTo>
                  <a:pt x="2647" y="4197"/>
                  <a:pt x="2652" y="4191"/>
                  <a:pt x="2656" y="4186"/>
                </a:cubicBezTo>
              </a:path>
              <a:path w="21600" h="21600">
                <a:moveTo>
                  <a:pt x="1784" y="4164"/>
                </a:moveTo>
                <a:lnTo>
                  <a:pt x="1408" y="4282"/>
                </a:lnTo>
                <a:lnTo>
                  <a:pt x="1187" y="4311"/>
                </a:lnTo>
                <a:lnTo>
                  <a:pt x="705" y="4581"/>
                </a:lnTo>
                <a:lnTo>
                  <a:pt x="586" y="4680"/>
                </a:lnTo>
                <a:lnTo>
                  <a:pt x="1232" y="4604"/>
                </a:lnTo>
                <a:lnTo>
                  <a:pt x="1241" y="4601"/>
                </a:lnTo>
                <a:lnTo>
                  <a:pt x="1640" y="4380"/>
                </a:lnTo>
                <a:lnTo>
                  <a:pt x="1784" y="4335"/>
                </a:lnTo>
                <a:lnTo>
                  <a:pt x="1781" y="4203"/>
                </a:lnTo>
              </a:path>
              <a:path w="21600" h="21600">
                <a:moveTo>
                  <a:pt x="5325" y="4163"/>
                </a:moveTo>
                <a:lnTo>
                  <a:pt x="5280" y="4216"/>
                </a:lnTo>
                <a:lnTo>
                  <a:pt x="5282" y="4219"/>
                </a:lnTo>
                <a:lnTo>
                  <a:pt x="5389" y="4230"/>
                </a:lnTo>
                <a:lnTo>
                  <a:pt x="5447" y="4235"/>
                </a:lnTo>
                <a:lnTo>
                  <a:pt x="5402" y="4188"/>
                </a:lnTo>
              </a:path>
              <a:path w="21600" h="21600">
                <a:moveTo>
                  <a:pt x="5581" y="4159"/>
                </a:moveTo>
                <a:lnTo>
                  <a:pt x="5567" y="4200"/>
                </a:lnTo>
                <a:lnTo>
                  <a:pt x="5640" y="4224"/>
                </a:lnTo>
              </a:path>
              <a:path w="21600" h="21600">
                <a:moveTo>
                  <a:pt x="7710" y="4158"/>
                </a:moveTo>
                <a:lnTo>
                  <a:pt x="7548" y="4224"/>
                </a:lnTo>
                <a:lnTo>
                  <a:pt x="7759" y="4487"/>
                </a:lnTo>
                <a:lnTo>
                  <a:pt x="7774" y="4484"/>
                </a:lnTo>
                <a:lnTo>
                  <a:pt x="7914" y="4423"/>
                </a:lnTo>
                <a:lnTo>
                  <a:pt x="7781" y="4246"/>
                </a:lnTo>
              </a:path>
              <a:path w="21600" h="21600">
                <a:moveTo>
                  <a:pt x="5782" y="4157"/>
                </a:moveTo>
                <a:lnTo>
                  <a:pt x="5752" y="4261"/>
                </a:lnTo>
                <a:lnTo>
                  <a:pt x="5772" y="4268"/>
                </a:lnTo>
                <a:lnTo>
                  <a:pt x="5890" y="4280"/>
                </a:lnTo>
                <a:lnTo>
                  <a:pt x="5894" y="4264"/>
                </a:lnTo>
                <a:lnTo>
                  <a:pt x="5827" y="4180"/>
                </a:lnTo>
              </a:path>
              <a:path w="21600" h="21600">
                <a:moveTo>
                  <a:pt x="5956" y="4153"/>
                </a:moveTo>
                <a:lnTo>
                  <a:pt x="5959" y="4180"/>
                </a:lnTo>
                <a:lnTo>
                  <a:pt x="5950" y="4218"/>
                </a:lnTo>
                <a:lnTo>
                  <a:pt x="6038" y="4284"/>
                </a:lnTo>
                <a:lnTo>
                  <a:pt x="6024" y="4202"/>
                </a:lnTo>
              </a:path>
              <a:path w="21600" h="21600">
                <a:moveTo>
                  <a:pt x="380" y="4151"/>
                </a:moveTo>
                <a:lnTo>
                  <a:pt x="302" y="4227"/>
                </a:lnTo>
                <a:lnTo>
                  <a:pt x="327" y="4221"/>
                </a:lnTo>
                <a:lnTo>
                  <a:pt x="513" y="4158"/>
                </a:lnTo>
                <a:lnTo>
                  <a:pt x="390" y="4156"/>
                </a:lnTo>
              </a:path>
              <a:path w="21600" h="21600">
                <a:moveTo>
                  <a:pt x="11654" y="4151"/>
                </a:moveTo>
                <a:lnTo>
                  <a:pt x="11594" y="4458"/>
                </a:lnTo>
                <a:cubicBezTo>
                  <a:pt x="11575" y="4534"/>
                  <a:pt x="11552" y="4622"/>
                  <a:pt x="11524" y="4718"/>
                </a:cubicBezTo>
                <a:lnTo>
                  <a:pt x="11488" y="4836"/>
                </a:lnTo>
                <a:lnTo>
                  <a:pt x="11513" y="4940"/>
                </a:lnTo>
                <a:lnTo>
                  <a:pt x="11636" y="5270"/>
                </a:lnTo>
                <a:lnTo>
                  <a:pt x="11637" y="5268"/>
                </a:lnTo>
                <a:cubicBezTo>
                  <a:pt x="11663" y="5182"/>
                  <a:pt x="11688" y="5094"/>
                  <a:pt x="11713" y="5000"/>
                </a:cubicBezTo>
                <a:lnTo>
                  <a:pt x="11766" y="4779"/>
                </a:lnTo>
                <a:lnTo>
                  <a:pt x="11664" y="4324"/>
                </a:lnTo>
              </a:path>
              <a:path w="21600" h="21600">
                <a:moveTo>
                  <a:pt x="2535" y="4143"/>
                </a:moveTo>
                <a:lnTo>
                  <a:pt x="2511" y="4150"/>
                </a:lnTo>
                <a:lnTo>
                  <a:pt x="2493" y="4191"/>
                </a:lnTo>
                <a:lnTo>
                  <a:pt x="2493" y="4211"/>
                </a:lnTo>
              </a:path>
              <a:path w="21600" h="21600">
                <a:moveTo>
                  <a:pt x="4578" y="4142"/>
                </a:moveTo>
                <a:lnTo>
                  <a:pt x="4547" y="4158"/>
                </a:lnTo>
                <a:lnTo>
                  <a:pt x="4595" y="4160"/>
                </a:lnTo>
              </a:path>
              <a:path w="21600" h="21600">
                <a:moveTo>
                  <a:pt x="9550" y="4133"/>
                </a:moveTo>
                <a:lnTo>
                  <a:pt x="9364" y="4356"/>
                </a:lnTo>
                <a:lnTo>
                  <a:pt x="9388" y="4413"/>
                </a:lnTo>
                <a:lnTo>
                  <a:pt x="9536" y="4672"/>
                </a:lnTo>
                <a:lnTo>
                  <a:pt x="9688" y="4484"/>
                </a:lnTo>
              </a:path>
              <a:path w="21600" h="21600">
                <a:moveTo>
                  <a:pt x="5204" y="4124"/>
                </a:moveTo>
                <a:lnTo>
                  <a:pt x="5251" y="4182"/>
                </a:lnTo>
                <a:lnTo>
                  <a:pt x="5280" y="4148"/>
                </a:lnTo>
                <a:lnTo>
                  <a:pt x="5216" y="4126"/>
                </a:lnTo>
              </a:path>
              <a:path w="21600" h="21600">
                <a:moveTo>
                  <a:pt x="1941" y="4114"/>
                </a:moveTo>
                <a:lnTo>
                  <a:pt x="1915" y="4123"/>
                </a:lnTo>
                <a:lnTo>
                  <a:pt x="1924" y="4189"/>
                </a:lnTo>
              </a:path>
              <a:path w="21600" h="21600">
                <a:moveTo>
                  <a:pt x="6053" y="4111"/>
                </a:moveTo>
                <a:lnTo>
                  <a:pt x="6055" y="4123"/>
                </a:lnTo>
                <a:lnTo>
                  <a:pt x="6062" y="4129"/>
                </a:lnTo>
                <a:lnTo>
                  <a:pt x="6104" y="4179"/>
                </a:lnTo>
              </a:path>
              <a:path w="21600" h="21600">
                <a:moveTo>
                  <a:pt x="2448" y="4110"/>
                </a:moveTo>
                <a:lnTo>
                  <a:pt x="2429" y="4131"/>
                </a:lnTo>
                <a:lnTo>
                  <a:pt x="2448" y="4125"/>
                </a:lnTo>
              </a:path>
              <a:path w="21600" h="21600">
                <a:moveTo>
                  <a:pt x="5067" y="4099"/>
                </a:moveTo>
                <a:lnTo>
                  <a:pt x="5021" y="4149"/>
                </a:lnTo>
                <a:lnTo>
                  <a:pt x="5060" y="4196"/>
                </a:lnTo>
                <a:lnTo>
                  <a:pt x="5220" y="4212"/>
                </a:lnTo>
                <a:lnTo>
                  <a:pt x="5170" y="4151"/>
                </a:lnTo>
                <a:lnTo>
                  <a:pt x="5130" y="4111"/>
                </a:lnTo>
              </a:path>
              <a:path w="21600" h="21600">
                <a:moveTo>
                  <a:pt x="260" y="4093"/>
                </a:moveTo>
                <a:lnTo>
                  <a:pt x="188" y="4135"/>
                </a:lnTo>
                <a:lnTo>
                  <a:pt x="87" y="4223"/>
                </a:lnTo>
                <a:lnTo>
                  <a:pt x="239" y="4229"/>
                </a:lnTo>
                <a:lnTo>
                  <a:pt x="340" y="4132"/>
                </a:lnTo>
              </a:path>
              <a:path w="21600" h="21600">
                <a:moveTo>
                  <a:pt x="5948" y="4091"/>
                </a:moveTo>
                <a:lnTo>
                  <a:pt x="5948" y="4093"/>
                </a:lnTo>
                <a:lnTo>
                  <a:pt x="5961" y="4102"/>
                </a:lnTo>
              </a:path>
              <a:path w="21600" h="21600">
                <a:moveTo>
                  <a:pt x="4026" y="4088"/>
                </a:moveTo>
                <a:lnTo>
                  <a:pt x="3971" y="4094"/>
                </a:lnTo>
                <a:lnTo>
                  <a:pt x="4035" y="4152"/>
                </a:lnTo>
                <a:lnTo>
                  <a:pt x="4086" y="4146"/>
                </a:lnTo>
              </a:path>
              <a:path w="21600" h="21600">
                <a:moveTo>
                  <a:pt x="3851" y="4082"/>
                </a:moveTo>
                <a:lnTo>
                  <a:pt x="3950" y="4161"/>
                </a:lnTo>
                <a:lnTo>
                  <a:pt x="3976" y="4158"/>
                </a:lnTo>
                <a:lnTo>
                  <a:pt x="3901" y="4091"/>
                </a:lnTo>
              </a:path>
              <a:path w="21600" h="21600">
                <a:moveTo>
                  <a:pt x="4962" y="4080"/>
                </a:moveTo>
                <a:lnTo>
                  <a:pt x="4993" y="4117"/>
                </a:lnTo>
                <a:lnTo>
                  <a:pt x="5018" y="4090"/>
                </a:lnTo>
              </a:path>
              <a:path w="21600" h="21600">
                <a:moveTo>
                  <a:pt x="2324" y="4079"/>
                </a:moveTo>
                <a:lnTo>
                  <a:pt x="2297" y="4162"/>
                </a:lnTo>
                <a:lnTo>
                  <a:pt x="2331" y="4141"/>
                </a:lnTo>
              </a:path>
              <a:path w="21600" h="21600">
                <a:moveTo>
                  <a:pt x="4703" y="4078"/>
                </a:moveTo>
                <a:lnTo>
                  <a:pt x="4620" y="4120"/>
                </a:lnTo>
                <a:lnTo>
                  <a:pt x="4633" y="4133"/>
                </a:lnTo>
                <a:lnTo>
                  <a:pt x="4656" y="4162"/>
                </a:lnTo>
                <a:lnTo>
                  <a:pt x="4765" y="4166"/>
                </a:lnTo>
                <a:lnTo>
                  <a:pt x="4782" y="4168"/>
                </a:lnTo>
              </a:path>
              <a:path w="21600" h="21600">
                <a:moveTo>
                  <a:pt x="8548" y="4077"/>
                </a:moveTo>
                <a:lnTo>
                  <a:pt x="8368" y="4209"/>
                </a:lnTo>
                <a:lnTo>
                  <a:pt x="8555" y="4475"/>
                </a:lnTo>
                <a:lnTo>
                  <a:pt x="8563" y="4488"/>
                </a:lnTo>
                <a:lnTo>
                  <a:pt x="8716" y="4373"/>
                </a:lnTo>
                <a:lnTo>
                  <a:pt x="8641" y="4258"/>
                </a:lnTo>
              </a:path>
              <a:path w="21600" h="21600">
                <a:moveTo>
                  <a:pt x="6217" y="4077"/>
                </a:moveTo>
                <a:lnTo>
                  <a:pt x="6392" y="4249"/>
                </a:lnTo>
                <a:lnTo>
                  <a:pt x="6434" y="4306"/>
                </a:lnTo>
                <a:lnTo>
                  <a:pt x="6610" y="4310"/>
                </a:lnTo>
                <a:lnTo>
                  <a:pt x="6399" y="4082"/>
                </a:lnTo>
              </a:path>
              <a:path w="21600" h="21600">
                <a:moveTo>
                  <a:pt x="5610" y="4076"/>
                </a:moveTo>
                <a:lnTo>
                  <a:pt x="5598" y="4112"/>
                </a:lnTo>
                <a:lnTo>
                  <a:pt x="5712" y="4239"/>
                </a:lnTo>
                <a:lnTo>
                  <a:pt x="5742" y="4136"/>
                </a:lnTo>
                <a:lnTo>
                  <a:pt x="5673" y="4099"/>
                </a:lnTo>
              </a:path>
              <a:path w="21600" h="21600">
                <a:moveTo>
                  <a:pt x="2064" y="4076"/>
                </a:moveTo>
                <a:lnTo>
                  <a:pt x="2001" y="4096"/>
                </a:lnTo>
                <a:lnTo>
                  <a:pt x="2024" y="4250"/>
                </a:lnTo>
                <a:lnTo>
                  <a:pt x="2025" y="4259"/>
                </a:lnTo>
                <a:lnTo>
                  <a:pt x="2048" y="4251"/>
                </a:lnTo>
                <a:lnTo>
                  <a:pt x="2078" y="4161"/>
                </a:lnTo>
              </a:path>
              <a:path w="21600" h="21600">
                <a:moveTo>
                  <a:pt x="6130" y="4075"/>
                </a:moveTo>
                <a:lnTo>
                  <a:pt x="6260" y="4281"/>
                </a:lnTo>
                <a:lnTo>
                  <a:pt x="6262" y="4287"/>
                </a:lnTo>
                <a:lnTo>
                  <a:pt x="6273" y="4303"/>
                </a:lnTo>
                <a:lnTo>
                  <a:pt x="6379" y="4305"/>
                </a:lnTo>
                <a:lnTo>
                  <a:pt x="6356" y="4276"/>
                </a:lnTo>
                <a:lnTo>
                  <a:pt x="6149" y="4075"/>
                </a:lnTo>
              </a:path>
              <a:path w="21600" h="21600">
                <a:moveTo>
                  <a:pt x="4162" y="4071"/>
                </a:moveTo>
                <a:lnTo>
                  <a:pt x="4085" y="4081"/>
                </a:lnTo>
                <a:lnTo>
                  <a:pt x="4148" y="4143"/>
                </a:lnTo>
                <a:lnTo>
                  <a:pt x="4234" y="4146"/>
                </a:lnTo>
              </a:path>
              <a:path w="21600" h="21600">
                <a:moveTo>
                  <a:pt x="5996" y="4071"/>
                </a:moveTo>
                <a:lnTo>
                  <a:pt x="6002" y="4077"/>
                </a:lnTo>
                <a:lnTo>
                  <a:pt x="6001" y="4071"/>
                </a:lnTo>
              </a:path>
              <a:path w="21600" h="21600">
                <a:moveTo>
                  <a:pt x="6601" y="4070"/>
                </a:moveTo>
                <a:lnTo>
                  <a:pt x="6556" y="4076"/>
                </a:lnTo>
                <a:cubicBezTo>
                  <a:pt x="6524" y="4078"/>
                  <a:pt x="6492" y="4079"/>
                  <a:pt x="6461" y="4081"/>
                </a:cubicBezTo>
                <a:lnTo>
                  <a:pt x="6672" y="4311"/>
                </a:lnTo>
                <a:lnTo>
                  <a:pt x="6824" y="4314"/>
                </a:lnTo>
                <a:cubicBezTo>
                  <a:pt x="6832" y="4314"/>
                  <a:pt x="6840" y="4313"/>
                  <a:pt x="6849" y="4312"/>
                </a:cubicBezTo>
              </a:path>
              <a:path w="21600" h="21600">
                <a:moveTo>
                  <a:pt x="1782" y="4068"/>
                </a:moveTo>
                <a:lnTo>
                  <a:pt x="1398" y="4192"/>
                </a:lnTo>
                <a:lnTo>
                  <a:pt x="1288" y="4254"/>
                </a:lnTo>
                <a:lnTo>
                  <a:pt x="1399" y="4239"/>
                </a:lnTo>
                <a:lnTo>
                  <a:pt x="1784" y="4118"/>
                </a:lnTo>
              </a:path>
              <a:path w="21600" h="21600">
                <a:moveTo>
                  <a:pt x="5807" y="4066"/>
                </a:moveTo>
                <a:lnTo>
                  <a:pt x="5801" y="4089"/>
                </a:lnTo>
                <a:lnTo>
                  <a:pt x="5855" y="4146"/>
                </a:lnTo>
                <a:lnTo>
                  <a:pt x="5911" y="4188"/>
                </a:lnTo>
                <a:lnTo>
                  <a:pt x="5913" y="4178"/>
                </a:lnTo>
                <a:lnTo>
                  <a:pt x="5906" y="4117"/>
                </a:lnTo>
                <a:lnTo>
                  <a:pt x="5836" y="4067"/>
                </a:lnTo>
              </a:path>
              <a:path w="21600" h="21600">
                <a:moveTo>
                  <a:pt x="5693" y="4060"/>
                </a:moveTo>
                <a:lnTo>
                  <a:pt x="5732" y="4079"/>
                </a:lnTo>
                <a:lnTo>
                  <a:pt x="5715" y="4062"/>
                </a:lnTo>
              </a:path>
              <a:path w="21600" h="21600">
                <a:moveTo>
                  <a:pt x="7918" y="4059"/>
                </a:moveTo>
                <a:lnTo>
                  <a:pt x="7876" y="4089"/>
                </a:lnTo>
                <a:lnTo>
                  <a:pt x="7753" y="4140"/>
                </a:lnTo>
                <a:lnTo>
                  <a:pt x="7817" y="4219"/>
                </a:lnTo>
                <a:lnTo>
                  <a:pt x="7956" y="4404"/>
                </a:lnTo>
                <a:lnTo>
                  <a:pt x="8121" y="4333"/>
                </a:lnTo>
                <a:lnTo>
                  <a:pt x="7934" y="4085"/>
                </a:lnTo>
              </a:path>
              <a:path w="21600" h="21600">
                <a:moveTo>
                  <a:pt x="5542" y="4050"/>
                </a:moveTo>
                <a:lnTo>
                  <a:pt x="5563" y="4074"/>
                </a:lnTo>
                <a:lnTo>
                  <a:pt x="5568" y="4060"/>
                </a:lnTo>
              </a:path>
              <a:path w="21600" h="21600">
                <a:moveTo>
                  <a:pt x="2115" y="4048"/>
                </a:moveTo>
                <a:lnTo>
                  <a:pt x="2106" y="4054"/>
                </a:lnTo>
                <a:lnTo>
                  <a:pt x="2108" y="4068"/>
                </a:lnTo>
              </a:path>
              <a:path w="21600" h="21600">
                <a:moveTo>
                  <a:pt x="4768" y="4045"/>
                </a:moveTo>
                <a:lnTo>
                  <a:pt x="4743" y="4058"/>
                </a:lnTo>
                <a:lnTo>
                  <a:pt x="4846" y="4174"/>
                </a:lnTo>
                <a:lnTo>
                  <a:pt x="4910" y="4181"/>
                </a:lnTo>
                <a:lnTo>
                  <a:pt x="4960" y="4153"/>
                </a:lnTo>
                <a:lnTo>
                  <a:pt x="4964" y="4148"/>
                </a:lnTo>
                <a:lnTo>
                  <a:pt x="4896" y="4068"/>
                </a:lnTo>
              </a:path>
              <a:path w="21600" h="21600">
                <a:moveTo>
                  <a:pt x="1858" y="4044"/>
                </a:moveTo>
                <a:lnTo>
                  <a:pt x="1850" y="4046"/>
                </a:lnTo>
                <a:lnTo>
                  <a:pt x="1854" y="4085"/>
                </a:lnTo>
              </a:path>
              <a:path w="21600" h="21600">
                <a:moveTo>
                  <a:pt x="782" y="4042"/>
                </a:moveTo>
                <a:lnTo>
                  <a:pt x="724" y="4096"/>
                </a:lnTo>
                <a:lnTo>
                  <a:pt x="760" y="4086"/>
                </a:lnTo>
                <a:lnTo>
                  <a:pt x="864" y="4050"/>
                </a:lnTo>
                <a:lnTo>
                  <a:pt x="801" y="4051"/>
                </a:lnTo>
              </a:path>
              <a:path w="21600" h="21600">
                <a:moveTo>
                  <a:pt x="6810" y="4039"/>
                </a:moveTo>
                <a:lnTo>
                  <a:pt x="6654" y="4062"/>
                </a:lnTo>
                <a:lnTo>
                  <a:pt x="6904" y="4309"/>
                </a:lnTo>
                <a:lnTo>
                  <a:pt x="7039" y="4287"/>
                </a:lnTo>
              </a:path>
              <a:path w="21600" h="21600">
                <a:moveTo>
                  <a:pt x="2562" y="4037"/>
                </a:moveTo>
                <a:lnTo>
                  <a:pt x="2549" y="4064"/>
                </a:lnTo>
                <a:lnTo>
                  <a:pt x="2561" y="4071"/>
                </a:lnTo>
              </a:path>
              <a:path w="21600" h="21600">
                <a:moveTo>
                  <a:pt x="5412" y="4035"/>
                </a:moveTo>
                <a:lnTo>
                  <a:pt x="5394" y="4080"/>
                </a:lnTo>
                <a:lnTo>
                  <a:pt x="5378" y="4099"/>
                </a:lnTo>
                <a:lnTo>
                  <a:pt x="5431" y="4155"/>
                </a:lnTo>
                <a:lnTo>
                  <a:pt x="5525" y="4186"/>
                </a:lnTo>
                <a:lnTo>
                  <a:pt x="5547" y="4121"/>
                </a:lnTo>
                <a:lnTo>
                  <a:pt x="5474" y="4041"/>
                </a:lnTo>
              </a:path>
              <a:path w="21600" h="21600">
                <a:moveTo>
                  <a:pt x="6101" y="4028"/>
                </a:moveTo>
                <a:lnTo>
                  <a:pt x="6102" y="4030"/>
                </a:lnTo>
                <a:lnTo>
                  <a:pt x="6104" y="4033"/>
                </a:lnTo>
                <a:lnTo>
                  <a:pt x="6106" y="4033"/>
                </a:lnTo>
              </a:path>
              <a:path w="21600" h="21600">
                <a:moveTo>
                  <a:pt x="5308" y="4026"/>
                </a:moveTo>
                <a:lnTo>
                  <a:pt x="5348" y="4067"/>
                </a:lnTo>
                <a:lnTo>
                  <a:pt x="5355" y="4059"/>
                </a:lnTo>
                <a:lnTo>
                  <a:pt x="5366" y="4031"/>
                </a:lnTo>
              </a:path>
              <a:path w="21600" h="21600">
                <a:moveTo>
                  <a:pt x="4286" y="4021"/>
                </a:moveTo>
                <a:lnTo>
                  <a:pt x="4211" y="4056"/>
                </a:lnTo>
                <a:lnTo>
                  <a:pt x="4300" y="4148"/>
                </a:lnTo>
                <a:lnTo>
                  <a:pt x="4411" y="4153"/>
                </a:lnTo>
                <a:lnTo>
                  <a:pt x="4316" y="4049"/>
                </a:lnTo>
              </a:path>
              <a:path w="21600" h="21600">
                <a:moveTo>
                  <a:pt x="4519" y="4017"/>
                </a:moveTo>
                <a:lnTo>
                  <a:pt x="4589" y="4088"/>
                </a:lnTo>
                <a:lnTo>
                  <a:pt x="4673" y="4045"/>
                </a:lnTo>
                <a:lnTo>
                  <a:pt x="4656" y="4025"/>
                </a:lnTo>
              </a:path>
              <a:path w="21600" h="21600">
                <a:moveTo>
                  <a:pt x="1944" y="4016"/>
                </a:moveTo>
                <a:lnTo>
                  <a:pt x="1906" y="4028"/>
                </a:lnTo>
                <a:lnTo>
                  <a:pt x="1905" y="4042"/>
                </a:lnTo>
                <a:lnTo>
                  <a:pt x="1909" y="4078"/>
                </a:lnTo>
                <a:lnTo>
                  <a:pt x="1951" y="4065"/>
                </a:lnTo>
              </a:path>
              <a:path w="21600" h="21600">
                <a:moveTo>
                  <a:pt x="5939" y="4015"/>
                </a:moveTo>
                <a:lnTo>
                  <a:pt x="5939" y="4021"/>
                </a:lnTo>
                <a:lnTo>
                  <a:pt x="5947" y="4028"/>
                </a:lnTo>
                <a:lnTo>
                  <a:pt x="5956" y="4029"/>
                </a:lnTo>
              </a:path>
              <a:path w="21600" h="21600">
                <a:moveTo>
                  <a:pt x="5148" y="4012"/>
                </a:moveTo>
                <a:lnTo>
                  <a:pt x="5123" y="4039"/>
                </a:lnTo>
                <a:lnTo>
                  <a:pt x="5160" y="4075"/>
                </a:lnTo>
                <a:lnTo>
                  <a:pt x="5223" y="4086"/>
                </a:lnTo>
                <a:lnTo>
                  <a:pt x="5308" y="4115"/>
                </a:lnTo>
                <a:lnTo>
                  <a:pt x="5319" y="4101"/>
                </a:lnTo>
                <a:lnTo>
                  <a:pt x="5242" y="4020"/>
                </a:lnTo>
              </a:path>
              <a:path w="21600" h="21600">
                <a:moveTo>
                  <a:pt x="5092" y="4008"/>
                </a:moveTo>
                <a:lnTo>
                  <a:pt x="5093" y="4009"/>
                </a:lnTo>
                <a:lnTo>
                  <a:pt x="5094" y="4008"/>
                </a:lnTo>
              </a:path>
              <a:path w="21600" h="21600">
                <a:moveTo>
                  <a:pt x="9166" y="4007"/>
                </a:moveTo>
                <a:lnTo>
                  <a:pt x="8984" y="4217"/>
                </a:lnTo>
                <a:lnTo>
                  <a:pt x="9035" y="4325"/>
                </a:lnTo>
                <a:lnTo>
                  <a:pt x="9155" y="4522"/>
                </a:lnTo>
                <a:lnTo>
                  <a:pt x="9193" y="4493"/>
                </a:lnTo>
                <a:lnTo>
                  <a:pt x="9313" y="4350"/>
                </a:lnTo>
              </a:path>
              <a:path w="21600" h="21600">
                <a:moveTo>
                  <a:pt x="82" y="4007"/>
                </a:moveTo>
                <a:lnTo>
                  <a:pt x="48" y="4186"/>
                </a:lnTo>
                <a:lnTo>
                  <a:pt x="14" y="4220"/>
                </a:lnTo>
                <a:lnTo>
                  <a:pt x="23" y="4221"/>
                </a:lnTo>
                <a:lnTo>
                  <a:pt x="158" y="4102"/>
                </a:lnTo>
                <a:lnTo>
                  <a:pt x="213" y="4070"/>
                </a:lnTo>
              </a:path>
              <a:path w="21600" h="21600">
                <a:moveTo>
                  <a:pt x="2181" y="4006"/>
                </a:moveTo>
                <a:lnTo>
                  <a:pt x="2177" y="4009"/>
                </a:lnTo>
                <a:lnTo>
                  <a:pt x="2124" y="4168"/>
                </a:lnTo>
                <a:lnTo>
                  <a:pt x="2131" y="4210"/>
                </a:lnTo>
                <a:lnTo>
                  <a:pt x="2133" y="4224"/>
                </a:lnTo>
                <a:lnTo>
                  <a:pt x="2210" y="4200"/>
                </a:lnTo>
              </a:path>
              <a:path w="21600" h="21600">
                <a:moveTo>
                  <a:pt x="7040" y="4006"/>
                </a:moveTo>
                <a:lnTo>
                  <a:pt x="6876" y="4030"/>
                </a:lnTo>
                <a:lnTo>
                  <a:pt x="7017" y="4173"/>
                </a:lnTo>
                <a:lnTo>
                  <a:pt x="7106" y="4276"/>
                </a:lnTo>
                <a:lnTo>
                  <a:pt x="7252" y="4253"/>
                </a:lnTo>
              </a:path>
              <a:path w="21600" h="21600">
                <a:moveTo>
                  <a:pt x="4333" y="4005"/>
                </a:moveTo>
                <a:lnTo>
                  <a:pt x="4357" y="4027"/>
                </a:lnTo>
                <a:lnTo>
                  <a:pt x="4468" y="4149"/>
                </a:lnTo>
                <a:lnTo>
                  <a:pt x="4547" y="4109"/>
                </a:lnTo>
                <a:lnTo>
                  <a:pt x="4453" y="4012"/>
                </a:lnTo>
              </a:path>
              <a:path w="21600" h="21600">
                <a:moveTo>
                  <a:pt x="4831" y="4001"/>
                </a:moveTo>
                <a:lnTo>
                  <a:pt x="4818" y="4014"/>
                </a:lnTo>
                <a:lnTo>
                  <a:pt x="4851" y="4020"/>
                </a:lnTo>
              </a:path>
              <a:path w="21600" h="21600">
                <a:moveTo>
                  <a:pt x="833" y="3995"/>
                </a:moveTo>
                <a:lnTo>
                  <a:pt x="819" y="4008"/>
                </a:lnTo>
                <a:lnTo>
                  <a:pt x="972" y="4007"/>
                </a:lnTo>
                <a:lnTo>
                  <a:pt x="993" y="3995"/>
                </a:lnTo>
              </a:path>
              <a:path w="21600" h="21600">
                <a:moveTo>
                  <a:pt x="4886" y="3994"/>
                </a:moveTo>
                <a:lnTo>
                  <a:pt x="4903" y="4011"/>
                </a:lnTo>
                <a:lnTo>
                  <a:pt x="4921" y="4032"/>
                </a:lnTo>
                <a:lnTo>
                  <a:pt x="5050" y="4055"/>
                </a:lnTo>
                <a:lnTo>
                  <a:pt x="5062" y="4043"/>
                </a:lnTo>
                <a:lnTo>
                  <a:pt x="5023" y="4003"/>
                </a:lnTo>
              </a:path>
              <a:path w="21600" h="21600">
                <a:moveTo>
                  <a:pt x="2360" y="3994"/>
                </a:moveTo>
                <a:lnTo>
                  <a:pt x="2374" y="4115"/>
                </a:lnTo>
                <a:lnTo>
                  <a:pt x="2393" y="4104"/>
                </a:lnTo>
                <a:lnTo>
                  <a:pt x="2441" y="4052"/>
                </a:lnTo>
                <a:lnTo>
                  <a:pt x="2408" y="4031"/>
                </a:lnTo>
                <a:cubicBezTo>
                  <a:pt x="2396" y="4023"/>
                  <a:pt x="2385" y="4014"/>
                  <a:pt x="2375" y="4007"/>
                </a:cubicBezTo>
              </a:path>
              <a:path w="21600" h="21600">
                <a:moveTo>
                  <a:pt x="4151" y="3993"/>
                </a:moveTo>
                <a:lnTo>
                  <a:pt x="4180" y="4024"/>
                </a:lnTo>
                <a:lnTo>
                  <a:pt x="4234" y="3999"/>
                </a:lnTo>
              </a:path>
              <a:path w="21600" h="21600">
                <a:moveTo>
                  <a:pt x="487" y="3993"/>
                </a:moveTo>
                <a:lnTo>
                  <a:pt x="472" y="4062"/>
                </a:lnTo>
                <a:lnTo>
                  <a:pt x="419" y="4114"/>
                </a:lnTo>
                <a:lnTo>
                  <a:pt x="640" y="4117"/>
                </a:lnTo>
                <a:lnTo>
                  <a:pt x="740" y="4024"/>
                </a:lnTo>
                <a:lnTo>
                  <a:pt x="671" y="3994"/>
                </a:lnTo>
              </a:path>
              <a:path w="21600" h="21600">
                <a:moveTo>
                  <a:pt x="433" y="3993"/>
                </a:moveTo>
                <a:lnTo>
                  <a:pt x="306" y="4067"/>
                </a:lnTo>
                <a:lnTo>
                  <a:pt x="373" y="4100"/>
                </a:lnTo>
                <a:lnTo>
                  <a:pt x="432" y="4043"/>
                </a:lnTo>
                <a:lnTo>
                  <a:pt x="442" y="3993"/>
                </a:lnTo>
              </a:path>
              <a:path w="21600" h="21600">
                <a:moveTo>
                  <a:pt x="5639" y="3992"/>
                </a:moveTo>
                <a:lnTo>
                  <a:pt x="5632" y="4013"/>
                </a:lnTo>
                <a:lnTo>
                  <a:pt x="5667" y="4016"/>
                </a:lnTo>
              </a:path>
              <a:path w="21600" h="21600">
                <a:moveTo>
                  <a:pt x="134" y="3984"/>
                </a:moveTo>
                <a:lnTo>
                  <a:pt x="259" y="4044"/>
                </a:lnTo>
                <a:lnTo>
                  <a:pt x="347" y="3993"/>
                </a:lnTo>
                <a:lnTo>
                  <a:pt x="197" y="3992"/>
                </a:lnTo>
              </a:path>
              <a:path w="21600" h="21600">
                <a:moveTo>
                  <a:pt x="3985" y="3983"/>
                </a:moveTo>
                <a:lnTo>
                  <a:pt x="4046" y="4043"/>
                </a:lnTo>
                <a:lnTo>
                  <a:pt x="4126" y="4033"/>
                </a:lnTo>
                <a:lnTo>
                  <a:pt x="4084" y="3989"/>
                </a:lnTo>
              </a:path>
              <a:path w="21600" h="21600">
                <a:moveTo>
                  <a:pt x="2049" y="3982"/>
                </a:moveTo>
                <a:lnTo>
                  <a:pt x="2016" y="3992"/>
                </a:lnTo>
                <a:lnTo>
                  <a:pt x="2004" y="4049"/>
                </a:lnTo>
                <a:lnTo>
                  <a:pt x="2057" y="4032"/>
                </a:lnTo>
              </a:path>
              <a:path w="21600" h="21600">
                <a:moveTo>
                  <a:pt x="4675" y="3981"/>
                </a:moveTo>
                <a:lnTo>
                  <a:pt x="4682" y="3990"/>
                </a:lnTo>
                <a:lnTo>
                  <a:pt x="4756" y="4003"/>
                </a:lnTo>
                <a:lnTo>
                  <a:pt x="4778" y="3991"/>
                </a:lnTo>
                <a:lnTo>
                  <a:pt x="4782" y="3988"/>
                </a:lnTo>
              </a:path>
              <a:path w="21600" h="21600">
                <a:moveTo>
                  <a:pt x="5818" y="3978"/>
                </a:moveTo>
                <a:lnTo>
                  <a:pt x="5820" y="4000"/>
                </a:lnTo>
                <a:lnTo>
                  <a:pt x="5855" y="4025"/>
                </a:lnTo>
                <a:lnTo>
                  <a:pt x="5873" y="4026"/>
                </a:lnTo>
              </a:path>
              <a:path w="21600" h="21600">
                <a:moveTo>
                  <a:pt x="3546" y="3978"/>
                </a:moveTo>
                <a:lnTo>
                  <a:pt x="2744" y="4076"/>
                </a:lnTo>
                <a:lnTo>
                  <a:pt x="2649" y="4106"/>
                </a:lnTo>
                <a:lnTo>
                  <a:pt x="2643" y="4122"/>
                </a:lnTo>
                <a:lnTo>
                  <a:pt x="2703" y="4158"/>
                </a:lnTo>
                <a:cubicBezTo>
                  <a:pt x="2707" y="4160"/>
                  <a:pt x="2720" y="4166"/>
                  <a:pt x="2720" y="4181"/>
                </a:cubicBezTo>
                <a:cubicBezTo>
                  <a:pt x="2720" y="4195"/>
                  <a:pt x="2708" y="4201"/>
                  <a:pt x="2704" y="4203"/>
                </a:cubicBezTo>
                <a:cubicBezTo>
                  <a:pt x="2699" y="4205"/>
                  <a:pt x="2692" y="4209"/>
                  <a:pt x="2685" y="4222"/>
                </a:cubicBezTo>
                <a:lnTo>
                  <a:pt x="2683" y="4228"/>
                </a:lnTo>
                <a:lnTo>
                  <a:pt x="2829" y="4218"/>
                </a:lnTo>
                <a:cubicBezTo>
                  <a:pt x="2974" y="4211"/>
                  <a:pt x="3163" y="4205"/>
                  <a:pt x="3411" y="4203"/>
                </a:cubicBezTo>
                <a:lnTo>
                  <a:pt x="3544" y="4202"/>
                </a:lnTo>
                <a:lnTo>
                  <a:pt x="3597" y="4201"/>
                </a:lnTo>
                <a:lnTo>
                  <a:pt x="3864" y="4171"/>
                </a:lnTo>
                <a:lnTo>
                  <a:pt x="3741" y="4105"/>
                </a:lnTo>
                <a:lnTo>
                  <a:pt x="3616" y="4012"/>
                </a:lnTo>
              </a:path>
              <a:path w="21600" h="21600">
                <a:moveTo>
                  <a:pt x="3836" y="3974"/>
                </a:moveTo>
                <a:lnTo>
                  <a:pt x="3925" y="4053"/>
                </a:lnTo>
                <a:lnTo>
                  <a:pt x="3941" y="4056"/>
                </a:lnTo>
                <a:lnTo>
                  <a:pt x="3988" y="4050"/>
                </a:lnTo>
                <a:lnTo>
                  <a:pt x="3914" y="3978"/>
                </a:lnTo>
              </a:path>
              <a:path w="21600" h="21600">
                <a:moveTo>
                  <a:pt x="5878" y="3967"/>
                </a:moveTo>
                <a:lnTo>
                  <a:pt x="5888" y="3977"/>
                </a:lnTo>
                <a:lnTo>
                  <a:pt x="5888" y="3975"/>
                </a:lnTo>
              </a:path>
              <a:path w="21600" h="21600">
                <a:moveTo>
                  <a:pt x="4472" y="3967"/>
                </a:moveTo>
                <a:lnTo>
                  <a:pt x="4473" y="3969"/>
                </a:lnTo>
                <a:lnTo>
                  <a:pt x="4617" y="3981"/>
                </a:lnTo>
                <a:lnTo>
                  <a:pt x="4613" y="3977"/>
                </a:lnTo>
              </a:path>
              <a:path w="21600" h="21600">
                <a:moveTo>
                  <a:pt x="3641" y="3966"/>
                </a:moveTo>
                <a:lnTo>
                  <a:pt x="3630" y="3968"/>
                </a:lnTo>
                <a:lnTo>
                  <a:pt x="3646" y="3980"/>
                </a:lnTo>
                <a:lnTo>
                  <a:pt x="3670" y="3992"/>
                </a:lnTo>
              </a:path>
              <a:path w="21600" h="21600">
                <a:moveTo>
                  <a:pt x="5191" y="3966"/>
                </a:moveTo>
                <a:lnTo>
                  <a:pt x="5185" y="3973"/>
                </a:lnTo>
                <a:lnTo>
                  <a:pt x="5199" y="3975"/>
                </a:lnTo>
              </a:path>
              <a:path w="21600" h="21600">
                <a:moveTo>
                  <a:pt x="3709" y="3966"/>
                </a:moveTo>
                <a:lnTo>
                  <a:pt x="3754" y="4005"/>
                </a:lnTo>
                <a:lnTo>
                  <a:pt x="3783" y="4028"/>
                </a:lnTo>
                <a:lnTo>
                  <a:pt x="3842" y="4038"/>
                </a:lnTo>
                <a:lnTo>
                  <a:pt x="3773" y="3977"/>
                </a:lnTo>
                <a:lnTo>
                  <a:pt x="3765" y="3969"/>
                </a:lnTo>
              </a:path>
              <a:path w="21600" h="21600">
                <a:moveTo>
                  <a:pt x="2147" y="3950"/>
                </a:moveTo>
                <a:lnTo>
                  <a:pt x="2092" y="3968"/>
                </a:lnTo>
                <a:lnTo>
                  <a:pt x="2098" y="4006"/>
                </a:lnTo>
                <a:lnTo>
                  <a:pt x="2137" y="3982"/>
                </a:lnTo>
              </a:path>
              <a:path w="21600" h="21600">
                <a:moveTo>
                  <a:pt x="7255" y="3943"/>
                </a:moveTo>
                <a:lnTo>
                  <a:pt x="7129" y="3993"/>
                </a:lnTo>
                <a:lnTo>
                  <a:pt x="7095" y="3998"/>
                </a:lnTo>
                <a:lnTo>
                  <a:pt x="7305" y="4244"/>
                </a:lnTo>
                <a:lnTo>
                  <a:pt x="7422" y="4226"/>
                </a:lnTo>
                <a:lnTo>
                  <a:pt x="7475" y="4204"/>
                </a:lnTo>
                <a:lnTo>
                  <a:pt x="7406" y="4118"/>
                </a:lnTo>
              </a:path>
              <a:path w="21600" h="21600">
                <a:moveTo>
                  <a:pt x="1848" y="3939"/>
                </a:moveTo>
                <a:lnTo>
                  <a:pt x="1845" y="3974"/>
                </a:lnTo>
                <a:lnTo>
                  <a:pt x="1847" y="4002"/>
                </a:lnTo>
                <a:lnTo>
                  <a:pt x="1856" y="3999"/>
                </a:lnTo>
              </a:path>
              <a:path w="21600" h="21600">
                <a:moveTo>
                  <a:pt x="5658" y="3938"/>
                </a:moveTo>
                <a:lnTo>
                  <a:pt x="5654" y="3947"/>
                </a:lnTo>
                <a:lnTo>
                  <a:pt x="5730" y="4013"/>
                </a:lnTo>
                <a:lnTo>
                  <a:pt x="5738" y="4022"/>
                </a:lnTo>
                <a:lnTo>
                  <a:pt x="5774" y="4023"/>
                </a:lnTo>
                <a:lnTo>
                  <a:pt x="5774" y="4022"/>
                </a:lnTo>
              </a:path>
              <a:path w="21600" h="21600">
                <a:moveTo>
                  <a:pt x="2450" y="3936"/>
                </a:moveTo>
                <a:lnTo>
                  <a:pt x="2384" y="3939"/>
                </a:lnTo>
                <a:lnTo>
                  <a:pt x="2378" y="3952"/>
                </a:lnTo>
                <a:lnTo>
                  <a:pt x="2402" y="3971"/>
                </a:lnTo>
                <a:cubicBezTo>
                  <a:pt x="2412" y="3978"/>
                  <a:pt x="2424" y="3986"/>
                  <a:pt x="2436" y="3995"/>
                </a:cubicBezTo>
                <a:lnTo>
                  <a:pt x="2450" y="4003"/>
                </a:lnTo>
              </a:path>
              <a:path w="21600" h="21600">
                <a:moveTo>
                  <a:pt x="535" y="3934"/>
                </a:moveTo>
                <a:lnTo>
                  <a:pt x="512" y="3947"/>
                </a:lnTo>
                <a:lnTo>
                  <a:pt x="564" y="3947"/>
                </a:lnTo>
              </a:path>
              <a:path w="21600" h="21600">
                <a:moveTo>
                  <a:pt x="2704" y="3933"/>
                </a:moveTo>
                <a:lnTo>
                  <a:pt x="2689" y="3977"/>
                </a:lnTo>
                <a:lnTo>
                  <a:pt x="2666" y="4015"/>
                </a:lnTo>
                <a:lnTo>
                  <a:pt x="2659" y="4058"/>
                </a:lnTo>
                <a:lnTo>
                  <a:pt x="2735" y="4034"/>
                </a:lnTo>
                <a:lnTo>
                  <a:pt x="3412" y="3951"/>
                </a:lnTo>
                <a:lnTo>
                  <a:pt x="3364" y="3950"/>
                </a:lnTo>
                <a:cubicBezTo>
                  <a:pt x="3240" y="3945"/>
                  <a:pt x="3022" y="3938"/>
                  <a:pt x="2819" y="3934"/>
                </a:cubicBezTo>
              </a:path>
              <a:path w="21600" h="21600">
                <a:moveTo>
                  <a:pt x="2614" y="3932"/>
                </a:moveTo>
                <a:lnTo>
                  <a:pt x="2608" y="3938"/>
                </a:lnTo>
                <a:lnTo>
                  <a:pt x="2606" y="4026"/>
                </a:lnTo>
                <a:lnTo>
                  <a:pt x="2622" y="4001"/>
                </a:lnTo>
                <a:lnTo>
                  <a:pt x="2633" y="3932"/>
                </a:lnTo>
              </a:path>
              <a:path w="21600" h="21600">
                <a:moveTo>
                  <a:pt x="5224" y="3932"/>
                </a:moveTo>
                <a:lnTo>
                  <a:pt x="5221" y="3934"/>
                </a:lnTo>
                <a:lnTo>
                  <a:pt x="5265" y="3980"/>
                </a:lnTo>
                <a:lnTo>
                  <a:pt x="5382" y="3991"/>
                </a:lnTo>
                <a:lnTo>
                  <a:pt x="5382" y="3991"/>
                </a:lnTo>
              </a:path>
              <a:path w="21600" h="21600">
                <a:moveTo>
                  <a:pt x="2538" y="3931"/>
                </a:moveTo>
                <a:lnTo>
                  <a:pt x="2496" y="3933"/>
                </a:lnTo>
                <a:lnTo>
                  <a:pt x="2495" y="3993"/>
                </a:lnTo>
                <a:lnTo>
                  <a:pt x="2553" y="3932"/>
                </a:lnTo>
              </a:path>
              <a:path w="21600" h="21600">
                <a:moveTo>
                  <a:pt x="2306" y="3926"/>
                </a:moveTo>
                <a:lnTo>
                  <a:pt x="2222" y="3980"/>
                </a:lnTo>
                <a:lnTo>
                  <a:pt x="2249" y="4164"/>
                </a:lnTo>
                <a:lnTo>
                  <a:pt x="2294" y="4026"/>
                </a:lnTo>
                <a:lnTo>
                  <a:pt x="2313" y="3986"/>
                </a:lnTo>
                <a:lnTo>
                  <a:pt x="2309" y="3947"/>
                </a:lnTo>
                <a:lnTo>
                  <a:pt x="2308" y="3946"/>
                </a:lnTo>
                <a:lnTo>
                  <a:pt x="2308" y="3939"/>
                </a:lnTo>
              </a:path>
              <a:path w="21600" h="21600">
                <a:moveTo>
                  <a:pt x="2227" y="3925"/>
                </a:moveTo>
                <a:lnTo>
                  <a:pt x="2214" y="3929"/>
                </a:lnTo>
                <a:lnTo>
                  <a:pt x="2215" y="3932"/>
                </a:lnTo>
              </a:path>
              <a:path w="21600" h="21600">
                <a:moveTo>
                  <a:pt x="3549" y="3908"/>
                </a:moveTo>
                <a:lnTo>
                  <a:pt x="3557" y="3914"/>
                </a:lnTo>
                <a:lnTo>
                  <a:pt x="3582" y="3915"/>
                </a:lnTo>
                <a:lnTo>
                  <a:pt x="3579" y="3913"/>
                </a:lnTo>
              </a:path>
              <a:path w="21600" h="21600">
                <a:moveTo>
                  <a:pt x="4927" y="3907"/>
                </a:moveTo>
                <a:lnTo>
                  <a:pt x="4886" y="3947"/>
                </a:lnTo>
                <a:lnTo>
                  <a:pt x="4975" y="3955"/>
                </a:lnTo>
              </a:path>
              <a:path w="21600" h="21600">
                <a:moveTo>
                  <a:pt x="2036" y="3905"/>
                </a:moveTo>
                <a:lnTo>
                  <a:pt x="2027" y="3944"/>
                </a:lnTo>
                <a:lnTo>
                  <a:pt x="2042" y="3939"/>
                </a:lnTo>
              </a:path>
              <a:path w="21600" h="21600">
                <a:moveTo>
                  <a:pt x="4541" y="3903"/>
                </a:moveTo>
                <a:lnTo>
                  <a:pt x="4515" y="3915"/>
                </a:lnTo>
                <a:lnTo>
                  <a:pt x="4558" y="3918"/>
                </a:lnTo>
              </a:path>
              <a:path w="21600" h="21600">
                <a:moveTo>
                  <a:pt x="8139" y="3902"/>
                </a:moveTo>
                <a:lnTo>
                  <a:pt x="7955" y="4033"/>
                </a:lnTo>
                <a:lnTo>
                  <a:pt x="7972" y="4060"/>
                </a:lnTo>
                <a:lnTo>
                  <a:pt x="8157" y="4307"/>
                </a:lnTo>
                <a:lnTo>
                  <a:pt x="8307" y="4198"/>
                </a:lnTo>
                <a:lnTo>
                  <a:pt x="8289" y="4171"/>
                </a:lnTo>
              </a:path>
              <a:path w="21600" h="21600">
                <a:moveTo>
                  <a:pt x="2355" y="3895"/>
                </a:moveTo>
                <a:lnTo>
                  <a:pt x="2349" y="3899"/>
                </a:lnTo>
                <a:lnTo>
                  <a:pt x="2349" y="3901"/>
                </a:lnTo>
                <a:lnTo>
                  <a:pt x="2353" y="3901"/>
                </a:lnTo>
              </a:path>
              <a:path w="21600" h="21600">
                <a:moveTo>
                  <a:pt x="3991" y="3894"/>
                </a:moveTo>
                <a:lnTo>
                  <a:pt x="3978" y="3900"/>
                </a:lnTo>
                <a:lnTo>
                  <a:pt x="3998" y="3901"/>
                </a:lnTo>
              </a:path>
              <a:path w="21600" h="21600">
                <a:moveTo>
                  <a:pt x="5923" y="3886"/>
                </a:moveTo>
                <a:lnTo>
                  <a:pt x="5931" y="3955"/>
                </a:lnTo>
                <a:lnTo>
                  <a:pt x="5989" y="3999"/>
                </a:lnTo>
                <a:lnTo>
                  <a:pt x="5982" y="3958"/>
                </a:lnTo>
                <a:lnTo>
                  <a:pt x="5945" y="3905"/>
                </a:lnTo>
              </a:path>
              <a:path w="21600" h="21600">
                <a:moveTo>
                  <a:pt x="5583" y="3885"/>
                </a:moveTo>
                <a:lnTo>
                  <a:pt x="5618" y="3916"/>
                </a:lnTo>
                <a:lnTo>
                  <a:pt x="5620" y="3910"/>
                </a:lnTo>
                <a:lnTo>
                  <a:pt x="5589" y="3888"/>
                </a:lnTo>
              </a:path>
              <a:path w="21600" h="21600">
                <a:moveTo>
                  <a:pt x="1772" y="3885"/>
                </a:moveTo>
                <a:lnTo>
                  <a:pt x="1597" y="3936"/>
                </a:lnTo>
                <a:lnTo>
                  <a:pt x="1585" y="3936"/>
                </a:lnTo>
                <a:lnTo>
                  <a:pt x="1549" y="3949"/>
                </a:lnTo>
                <a:lnTo>
                  <a:pt x="1207" y="4043"/>
                </a:lnTo>
                <a:lnTo>
                  <a:pt x="1140" y="4068"/>
                </a:lnTo>
                <a:lnTo>
                  <a:pt x="868" y="4139"/>
                </a:lnTo>
                <a:lnTo>
                  <a:pt x="837" y="4148"/>
                </a:lnTo>
                <a:lnTo>
                  <a:pt x="778" y="4169"/>
                </a:lnTo>
                <a:lnTo>
                  <a:pt x="514" y="4320"/>
                </a:lnTo>
                <a:lnTo>
                  <a:pt x="802" y="4320"/>
                </a:lnTo>
                <a:lnTo>
                  <a:pt x="1172" y="4270"/>
                </a:lnTo>
                <a:lnTo>
                  <a:pt x="1380" y="4153"/>
                </a:lnTo>
                <a:lnTo>
                  <a:pt x="1780" y="4024"/>
                </a:lnTo>
              </a:path>
              <a:path w="21600" h="21600">
                <a:moveTo>
                  <a:pt x="8776" y="3879"/>
                </a:moveTo>
                <a:lnTo>
                  <a:pt x="8692" y="3972"/>
                </a:lnTo>
                <a:lnTo>
                  <a:pt x="8586" y="4050"/>
                </a:lnTo>
                <a:lnTo>
                  <a:pt x="8681" y="4236"/>
                </a:lnTo>
                <a:lnTo>
                  <a:pt x="8752" y="4346"/>
                </a:lnTo>
                <a:lnTo>
                  <a:pt x="8927" y="4216"/>
                </a:lnTo>
                <a:lnTo>
                  <a:pt x="8931" y="4211"/>
                </a:lnTo>
              </a:path>
              <a:path w="21600" h="21600">
                <a:moveTo>
                  <a:pt x="1922" y="3868"/>
                </a:moveTo>
                <a:lnTo>
                  <a:pt x="1911" y="3982"/>
                </a:lnTo>
                <a:lnTo>
                  <a:pt x="1938" y="3973"/>
                </a:lnTo>
              </a:path>
              <a:path w="21600" h="21600">
                <a:moveTo>
                  <a:pt x="4970" y="3865"/>
                </a:moveTo>
                <a:lnTo>
                  <a:pt x="4960" y="3875"/>
                </a:lnTo>
                <a:lnTo>
                  <a:pt x="5046" y="3961"/>
                </a:lnTo>
                <a:lnTo>
                  <a:pt x="5125" y="3968"/>
                </a:lnTo>
                <a:lnTo>
                  <a:pt x="5131" y="3969"/>
                </a:lnTo>
                <a:lnTo>
                  <a:pt x="5162" y="3936"/>
                </a:lnTo>
                <a:lnTo>
                  <a:pt x="5128" y="3900"/>
                </a:lnTo>
              </a:path>
              <a:path w="21600" h="21600">
                <a:moveTo>
                  <a:pt x="5684" y="3862"/>
                </a:moveTo>
                <a:lnTo>
                  <a:pt x="5673" y="3894"/>
                </a:lnTo>
                <a:lnTo>
                  <a:pt x="5773" y="3967"/>
                </a:lnTo>
                <a:lnTo>
                  <a:pt x="5771" y="3938"/>
                </a:lnTo>
              </a:path>
              <a:path w="21600" h="21600">
                <a:moveTo>
                  <a:pt x="5484" y="3857"/>
                </a:moveTo>
                <a:lnTo>
                  <a:pt x="5448" y="3946"/>
                </a:lnTo>
                <a:lnTo>
                  <a:pt x="5477" y="3979"/>
                </a:lnTo>
                <a:lnTo>
                  <a:pt x="5549" y="4006"/>
                </a:lnTo>
                <a:lnTo>
                  <a:pt x="5586" y="4009"/>
                </a:lnTo>
                <a:lnTo>
                  <a:pt x="5603" y="3960"/>
                </a:lnTo>
              </a:path>
              <a:path w="21600" h="21600">
                <a:moveTo>
                  <a:pt x="7484" y="3853"/>
                </a:moveTo>
                <a:lnTo>
                  <a:pt x="7298" y="3926"/>
                </a:lnTo>
                <a:lnTo>
                  <a:pt x="7441" y="4091"/>
                </a:lnTo>
                <a:lnTo>
                  <a:pt x="7518" y="4186"/>
                </a:lnTo>
                <a:lnTo>
                  <a:pt x="7680" y="4120"/>
                </a:lnTo>
                <a:lnTo>
                  <a:pt x="7580" y="3997"/>
                </a:lnTo>
              </a:path>
              <a:path w="21600" h="21600">
                <a:moveTo>
                  <a:pt x="2451" y="3852"/>
                </a:moveTo>
                <a:lnTo>
                  <a:pt x="2419" y="3862"/>
                </a:lnTo>
                <a:lnTo>
                  <a:pt x="2403" y="3897"/>
                </a:lnTo>
                <a:lnTo>
                  <a:pt x="2451" y="3893"/>
                </a:lnTo>
              </a:path>
              <a:path w="21600" h="21600">
                <a:moveTo>
                  <a:pt x="4100" y="3848"/>
                </a:moveTo>
                <a:lnTo>
                  <a:pt x="4037" y="3875"/>
                </a:lnTo>
                <a:lnTo>
                  <a:pt x="4046" y="3883"/>
                </a:lnTo>
                <a:lnTo>
                  <a:pt x="4064" y="3902"/>
                </a:lnTo>
                <a:lnTo>
                  <a:pt x="4161" y="3905"/>
                </a:lnTo>
              </a:path>
              <a:path w="21600" h="21600">
                <a:moveTo>
                  <a:pt x="1495" y="3846"/>
                </a:moveTo>
                <a:lnTo>
                  <a:pt x="1330" y="3900"/>
                </a:lnTo>
                <a:lnTo>
                  <a:pt x="1344" y="3900"/>
                </a:lnTo>
                <a:lnTo>
                  <a:pt x="1412" y="3876"/>
                </a:lnTo>
                <a:lnTo>
                  <a:pt x="1483" y="3856"/>
                </a:lnTo>
              </a:path>
              <a:path w="21600" h="21600">
                <a:moveTo>
                  <a:pt x="5272" y="3838"/>
                </a:moveTo>
                <a:lnTo>
                  <a:pt x="5247" y="3892"/>
                </a:lnTo>
                <a:lnTo>
                  <a:pt x="5388" y="3945"/>
                </a:lnTo>
                <a:lnTo>
                  <a:pt x="5368" y="3923"/>
                </a:lnTo>
              </a:path>
              <a:path w="21600" h="21600">
                <a:moveTo>
                  <a:pt x="4657" y="3834"/>
                </a:moveTo>
                <a:lnTo>
                  <a:pt x="4623" y="3864"/>
                </a:lnTo>
                <a:lnTo>
                  <a:pt x="4583" y="3883"/>
                </a:lnTo>
                <a:lnTo>
                  <a:pt x="4609" y="3907"/>
                </a:lnTo>
                <a:lnTo>
                  <a:pt x="4625" y="3924"/>
                </a:lnTo>
                <a:lnTo>
                  <a:pt x="4764" y="3936"/>
                </a:lnTo>
              </a:path>
              <a:path w="21600" h="21600">
                <a:moveTo>
                  <a:pt x="2566" y="3832"/>
                </a:moveTo>
                <a:lnTo>
                  <a:pt x="2496" y="3841"/>
                </a:lnTo>
                <a:lnTo>
                  <a:pt x="2497" y="3847"/>
                </a:lnTo>
                <a:lnTo>
                  <a:pt x="2496" y="3891"/>
                </a:lnTo>
                <a:lnTo>
                  <a:pt x="2565" y="3890"/>
                </a:lnTo>
              </a:path>
              <a:path w="21600" h="21600">
                <a:moveTo>
                  <a:pt x="912" y="3828"/>
                </a:moveTo>
                <a:lnTo>
                  <a:pt x="894" y="3938"/>
                </a:lnTo>
                <a:lnTo>
                  <a:pt x="886" y="3945"/>
                </a:lnTo>
                <a:lnTo>
                  <a:pt x="1082" y="3944"/>
                </a:lnTo>
                <a:lnTo>
                  <a:pt x="1117" y="3924"/>
                </a:lnTo>
                <a:lnTo>
                  <a:pt x="1138" y="3917"/>
                </a:lnTo>
              </a:path>
              <a:path w="21600" h="21600">
                <a:moveTo>
                  <a:pt x="1583" y="3827"/>
                </a:moveTo>
                <a:lnTo>
                  <a:pt x="1580" y="3829"/>
                </a:lnTo>
                <a:lnTo>
                  <a:pt x="1585" y="3828"/>
                </a:lnTo>
              </a:path>
              <a:path w="21600" h="21600">
                <a:moveTo>
                  <a:pt x="2697" y="3819"/>
                </a:moveTo>
                <a:lnTo>
                  <a:pt x="2695" y="3822"/>
                </a:lnTo>
                <a:lnTo>
                  <a:pt x="2695" y="3825"/>
                </a:lnTo>
              </a:path>
              <a:path w="21600" h="21600">
                <a:moveTo>
                  <a:pt x="2015" y="3818"/>
                </a:moveTo>
                <a:lnTo>
                  <a:pt x="1961" y="3833"/>
                </a:lnTo>
                <a:lnTo>
                  <a:pt x="1978" y="3948"/>
                </a:lnTo>
                <a:lnTo>
                  <a:pt x="1993" y="3884"/>
                </a:lnTo>
              </a:path>
              <a:path w="21600" h="21600">
                <a:moveTo>
                  <a:pt x="6087" y="3804"/>
                </a:moveTo>
                <a:lnTo>
                  <a:pt x="5996" y="3807"/>
                </a:lnTo>
                <a:lnTo>
                  <a:pt x="6043" y="3906"/>
                </a:lnTo>
                <a:lnTo>
                  <a:pt x="6174" y="4035"/>
                </a:lnTo>
                <a:lnTo>
                  <a:pt x="6355" y="4041"/>
                </a:lnTo>
              </a:path>
              <a:path w="21600" h="21600">
                <a:moveTo>
                  <a:pt x="5805" y="3804"/>
                </a:moveTo>
                <a:lnTo>
                  <a:pt x="5809" y="3860"/>
                </a:lnTo>
                <a:lnTo>
                  <a:pt x="5881" y="3915"/>
                </a:lnTo>
                <a:lnTo>
                  <a:pt x="5872" y="3844"/>
                </a:lnTo>
                <a:lnTo>
                  <a:pt x="5826" y="3805"/>
                </a:lnTo>
              </a:path>
              <a:path w="21600" h="21600">
                <a:moveTo>
                  <a:pt x="4691" y="3803"/>
                </a:moveTo>
                <a:lnTo>
                  <a:pt x="4689" y="3805"/>
                </a:lnTo>
                <a:lnTo>
                  <a:pt x="4830" y="3941"/>
                </a:lnTo>
                <a:lnTo>
                  <a:pt x="4896" y="3876"/>
                </a:lnTo>
                <a:lnTo>
                  <a:pt x="4862" y="3841"/>
                </a:lnTo>
              </a:path>
              <a:path w="21600" h="21600">
                <a:moveTo>
                  <a:pt x="5034" y="3802"/>
                </a:moveTo>
                <a:lnTo>
                  <a:pt x="5008" y="3828"/>
                </a:lnTo>
                <a:lnTo>
                  <a:pt x="5073" y="3842"/>
                </a:lnTo>
                <a:lnTo>
                  <a:pt x="5040" y="3807"/>
                </a:lnTo>
              </a:path>
              <a:path w="21600" h="21600">
                <a:moveTo>
                  <a:pt x="5733" y="3800"/>
                </a:moveTo>
                <a:lnTo>
                  <a:pt x="5763" y="3823"/>
                </a:lnTo>
                <a:lnTo>
                  <a:pt x="5761" y="3802"/>
                </a:lnTo>
              </a:path>
              <a:path w="21600" h="21600">
                <a:moveTo>
                  <a:pt x="6319" y="3793"/>
                </a:moveTo>
                <a:lnTo>
                  <a:pt x="6286" y="3798"/>
                </a:lnTo>
                <a:lnTo>
                  <a:pt x="6151" y="3802"/>
                </a:lnTo>
                <a:lnTo>
                  <a:pt x="6418" y="4039"/>
                </a:lnTo>
                <a:cubicBezTo>
                  <a:pt x="6463" y="4038"/>
                  <a:pt x="6508" y="4036"/>
                  <a:pt x="6553" y="4034"/>
                </a:cubicBezTo>
                <a:lnTo>
                  <a:pt x="6563" y="4032"/>
                </a:lnTo>
              </a:path>
              <a:path w="21600" h="21600">
                <a:moveTo>
                  <a:pt x="10168" y="3792"/>
                </a:moveTo>
                <a:lnTo>
                  <a:pt x="10135" y="3860"/>
                </a:lnTo>
                <a:lnTo>
                  <a:pt x="9956" y="4194"/>
                </a:lnTo>
                <a:lnTo>
                  <a:pt x="10092" y="4573"/>
                </a:lnTo>
                <a:lnTo>
                  <a:pt x="10131" y="4524"/>
                </a:lnTo>
                <a:lnTo>
                  <a:pt x="10266" y="4255"/>
                </a:lnTo>
                <a:lnTo>
                  <a:pt x="10208" y="4080"/>
                </a:lnTo>
              </a:path>
              <a:path w="21600" h="21600">
                <a:moveTo>
                  <a:pt x="4237" y="3790"/>
                </a:moveTo>
                <a:lnTo>
                  <a:pt x="4144" y="3829"/>
                </a:lnTo>
                <a:lnTo>
                  <a:pt x="4227" y="3906"/>
                </a:lnTo>
                <a:lnTo>
                  <a:pt x="4353" y="3909"/>
                </a:lnTo>
              </a:path>
              <a:path w="21600" h="21600">
                <a:moveTo>
                  <a:pt x="10531" y="3789"/>
                </a:moveTo>
                <a:lnTo>
                  <a:pt x="10439" y="4001"/>
                </a:lnTo>
                <a:cubicBezTo>
                  <a:pt x="10425" y="4033"/>
                  <a:pt x="10409" y="4066"/>
                  <a:pt x="10394" y="4100"/>
                </a:cubicBezTo>
                <a:lnTo>
                  <a:pt x="10314" y="4258"/>
                </a:lnTo>
                <a:lnTo>
                  <a:pt x="10448" y="4666"/>
                </a:lnTo>
                <a:lnTo>
                  <a:pt x="10610" y="4324"/>
                </a:lnTo>
                <a:lnTo>
                  <a:pt x="10620" y="4300"/>
                </a:lnTo>
                <a:lnTo>
                  <a:pt x="10572" y="4139"/>
                </a:lnTo>
              </a:path>
              <a:path w="21600" h="21600">
                <a:moveTo>
                  <a:pt x="5512" y="3787"/>
                </a:moveTo>
                <a:lnTo>
                  <a:pt x="5505" y="3805"/>
                </a:lnTo>
                <a:lnTo>
                  <a:pt x="5611" y="3849"/>
                </a:lnTo>
                <a:lnTo>
                  <a:pt x="5635" y="3866"/>
                </a:lnTo>
                <a:lnTo>
                  <a:pt x="5641" y="3848"/>
                </a:lnTo>
                <a:lnTo>
                  <a:pt x="5641" y="3824"/>
                </a:lnTo>
                <a:lnTo>
                  <a:pt x="5604" y="3793"/>
                </a:lnTo>
              </a:path>
              <a:path w="21600" h="21600">
                <a:moveTo>
                  <a:pt x="2147" y="3779"/>
                </a:moveTo>
                <a:lnTo>
                  <a:pt x="2070" y="3802"/>
                </a:lnTo>
                <a:lnTo>
                  <a:pt x="2066" y="3812"/>
                </a:lnTo>
                <a:lnTo>
                  <a:pt x="2073" y="3854"/>
                </a:lnTo>
                <a:lnTo>
                  <a:pt x="2085" y="3925"/>
                </a:lnTo>
                <a:lnTo>
                  <a:pt x="2164" y="3900"/>
                </a:lnTo>
                <a:lnTo>
                  <a:pt x="2165" y="3897"/>
                </a:lnTo>
              </a:path>
              <a:path w="21600" h="21600">
                <a:moveTo>
                  <a:pt x="802" y="3779"/>
                </a:moveTo>
                <a:lnTo>
                  <a:pt x="582" y="3907"/>
                </a:lnTo>
                <a:lnTo>
                  <a:pt x="672" y="3946"/>
                </a:lnTo>
                <a:lnTo>
                  <a:pt x="825" y="3945"/>
                </a:lnTo>
                <a:lnTo>
                  <a:pt x="855" y="3918"/>
                </a:lnTo>
                <a:lnTo>
                  <a:pt x="872" y="3812"/>
                </a:lnTo>
                <a:lnTo>
                  <a:pt x="821" y="3792"/>
                </a:lnTo>
              </a:path>
              <a:path w="21600" h="21600">
                <a:moveTo>
                  <a:pt x="5300" y="3775"/>
                </a:moveTo>
                <a:lnTo>
                  <a:pt x="5292" y="3794"/>
                </a:lnTo>
                <a:lnTo>
                  <a:pt x="5400" y="3893"/>
                </a:lnTo>
                <a:lnTo>
                  <a:pt x="5415" y="3910"/>
                </a:lnTo>
                <a:lnTo>
                  <a:pt x="5448" y="3826"/>
                </a:lnTo>
                <a:lnTo>
                  <a:pt x="5336" y="3777"/>
                </a:lnTo>
              </a:path>
              <a:path w="21600" h="21600">
                <a:moveTo>
                  <a:pt x="4461" y="3771"/>
                </a:moveTo>
                <a:lnTo>
                  <a:pt x="4549" y="3852"/>
                </a:lnTo>
                <a:lnTo>
                  <a:pt x="4597" y="3830"/>
                </a:lnTo>
                <a:lnTo>
                  <a:pt x="4626" y="3804"/>
                </a:lnTo>
                <a:lnTo>
                  <a:pt x="4607" y="3786"/>
                </a:lnTo>
              </a:path>
              <a:path w="21600" h="21600">
                <a:moveTo>
                  <a:pt x="3537" y="3765"/>
                </a:moveTo>
                <a:lnTo>
                  <a:pt x="3482" y="3770"/>
                </a:lnTo>
                <a:lnTo>
                  <a:pt x="3604" y="3875"/>
                </a:lnTo>
                <a:lnTo>
                  <a:pt x="3673" y="3886"/>
                </a:lnTo>
              </a:path>
              <a:path w="21600" h="21600">
                <a:moveTo>
                  <a:pt x="5075" y="3762"/>
                </a:moveTo>
                <a:lnTo>
                  <a:pt x="5066" y="3772"/>
                </a:lnTo>
                <a:lnTo>
                  <a:pt x="5070" y="3775"/>
                </a:lnTo>
                <a:lnTo>
                  <a:pt x="5150" y="3859"/>
                </a:lnTo>
                <a:lnTo>
                  <a:pt x="5170" y="3864"/>
                </a:lnTo>
                <a:lnTo>
                  <a:pt x="5207" y="3877"/>
                </a:lnTo>
                <a:lnTo>
                  <a:pt x="5238" y="3808"/>
                </a:lnTo>
                <a:lnTo>
                  <a:pt x="5194" y="3769"/>
                </a:lnTo>
              </a:path>
              <a:path w="21600" h="21600">
                <a:moveTo>
                  <a:pt x="2210" y="3761"/>
                </a:moveTo>
                <a:lnTo>
                  <a:pt x="2190" y="3767"/>
                </a:lnTo>
                <a:lnTo>
                  <a:pt x="2195" y="3805"/>
                </a:lnTo>
              </a:path>
              <a:path w="21600" h="21600">
                <a:moveTo>
                  <a:pt x="2568" y="3760"/>
                </a:moveTo>
                <a:lnTo>
                  <a:pt x="2511" y="3796"/>
                </a:lnTo>
                <a:lnTo>
                  <a:pt x="2567" y="3789"/>
                </a:lnTo>
              </a:path>
              <a:path w="21600" h="21600">
                <a:moveTo>
                  <a:pt x="6543" y="3759"/>
                </a:moveTo>
                <a:lnTo>
                  <a:pt x="6372" y="3785"/>
                </a:lnTo>
                <a:lnTo>
                  <a:pt x="6616" y="4025"/>
                </a:lnTo>
                <a:lnTo>
                  <a:pt x="6775" y="4002"/>
                </a:lnTo>
                <a:lnTo>
                  <a:pt x="6641" y="3856"/>
                </a:lnTo>
              </a:path>
              <a:path w="21600" h="21600">
                <a:moveTo>
                  <a:pt x="1766" y="3756"/>
                </a:moveTo>
                <a:lnTo>
                  <a:pt x="1638" y="3799"/>
                </a:lnTo>
                <a:lnTo>
                  <a:pt x="1685" y="3798"/>
                </a:lnTo>
                <a:lnTo>
                  <a:pt x="1766" y="3769"/>
                </a:lnTo>
              </a:path>
              <a:path w="21600" h="21600">
                <a:moveTo>
                  <a:pt x="4317" y="3756"/>
                </a:moveTo>
                <a:lnTo>
                  <a:pt x="4281" y="3771"/>
                </a:lnTo>
                <a:lnTo>
                  <a:pt x="4417" y="3911"/>
                </a:lnTo>
                <a:lnTo>
                  <a:pt x="4422" y="3911"/>
                </a:lnTo>
                <a:lnTo>
                  <a:pt x="4507" y="3872"/>
                </a:lnTo>
                <a:lnTo>
                  <a:pt x="4388" y="3763"/>
                </a:lnTo>
              </a:path>
              <a:path w="21600" h="21600">
                <a:moveTo>
                  <a:pt x="3160" y="3753"/>
                </a:moveTo>
                <a:lnTo>
                  <a:pt x="2749" y="3808"/>
                </a:lnTo>
                <a:lnTo>
                  <a:pt x="2719" y="3891"/>
                </a:lnTo>
                <a:lnTo>
                  <a:pt x="2799" y="3892"/>
                </a:lnTo>
                <a:cubicBezTo>
                  <a:pt x="2941" y="3895"/>
                  <a:pt x="3125" y="3900"/>
                  <a:pt x="3364" y="3908"/>
                </a:cubicBezTo>
                <a:lnTo>
                  <a:pt x="3428" y="3910"/>
                </a:lnTo>
                <a:lnTo>
                  <a:pt x="3318" y="3832"/>
                </a:lnTo>
                <a:lnTo>
                  <a:pt x="3208" y="3784"/>
                </a:lnTo>
              </a:path>
              <a:path w="21600" h="21600">
                <a:moveTo>
                  <a:pt x="3346" y="3752"/>
                </a:moveTo>
                <a:lnTo>
                  <a:pt x="3444" y="3831"/>
                </a:lnTo>
                <a:lnTo>
                  <a:pt x="3476" y="3854"/>
                </a:lnTo>
                <a:lnTo>
                  <a:pt x="3519" y="3861"/>
                </a:lnTo>
                <a:lnTo>
                  <a:pt x="3413" y="3770"/>
                </a:lnTo>
                <a:lnTo>
                  <a:pt x="3401" y="3760"/>
                </a:lnTo>
              </a:path>
              <a:path w="21600" h="21600">
                <a:moveTo>
                  <a:pt x="3678" y="3751"/>
                </a:moveTo>
                <a:lnTo>
                  <a:pt x="3597" y="3759"/>
                </a:lnTo>
                <a:lnTo>
                  <a:pt x="3741" y="3888"/>
                </a:lnTo>
                <a:lnTo>
                  <a:pt x="3814" y="3880"/>
                </a:lnTo>
                <a:lnTo>
                  <a:pt x="3720" y="3789"/>
                </a:lnTo>
              </a:path>
              <a:path w="21600" h="21600">
                <a:moveTo>
                  <a:pt x="9801" y="3749"/>
                </a:moveTo>
                <a:lnTo>
                  <a:pt x="9653" y="4011"/>
                </a:lnTo>
                <a:lnTo>
                  <a:pt x="9584" y="4093"/>
                </a:lnTo>
                <a:lnTo>
                  <a:pt x="9721" y="4443"/>
                </a:lnTo>
                <a:lnTo>
                  <a:pt x="9872" y="4255"/>
                </a:lnTo>
                <a:lnTo>
                  <a:pt x="9907" y="4190"/>
                </a:lnTo>
                <a:lnTo>
                  <a:pt x="9845" y="4019"/>
                </a:lnTo>
              </a:path>
              <a:path w="21600" h="21600">
                <a:moveTo>
                  <a:pt x="4833" y="3749"/>
                </a:moveTo>
                <a:lnTo>
                  <a:pt x="4884" y="3800"/>
                </a:lnTo>
                <a:lnTo>
                  <a:pt x="4957" y="3816"/>
                </a:lnTo>
                <a:lnTo>
                  <a:pt x="5000" y="3774"/>
                </a:lnTo>
                <a:lnTo>
                  <a:pt x="4979" y="3757"/>
                </a:lnTo>
                <a:lnTo>
                  <a:pt x="4858" y="3750"/>
                </a:lnTo>
              </a:path>
              <a:path w="21600" h="21600">
                <a:moveTo>
                  <a:pt x="4756" y="3745"/>
                </a:moveTo>
                <a:lnTo>
                  <a:pt x="4732" y="3766"/>
                </a:lnTo>
                <a:lnTo>
                  <a:pt x="4803" y="3782"/>
                </a:lnTo>
                <a:lnTo>
                  <a:pt x="4766" y="3745"/>
                </a:lnTo>
              </a:path>
              <a:path w="21600" h="21600">
                <a:moveTo>
                  <a:pt x="1337" y="3742"/>
                </a:moveTo>
                <a:lnTo>
                  <a:pt x="1317" y="3814"/>
                </a:lnTo>
                <a:lnTo>
                  <a:pt x="1266" y="3875"/>
                </a:lnTo>
                <a:lnTo>
                  <a:pt x="1499" y="3798"/>
                </a:lnTo>
              </a:path>
              <a:path w="21600" h="21600">
                <a:moveTo>
                  <a:pt x="10892" y="3741"/>
                </a:moveTo>
                <a:lnTo>
                  <a:pt x="10689" y="4258"/>
                </a:lnTo>
                <a:lnTo>
                  <a:pt x="10669" y="4305"/>
                </a:lnTo>
                <a:lnTo>
                  <a:pt x="10795" y="4726"/>
                </a:lnTo>
                <a:lnTo>
                  <a:pt x="10867" y="4562"/>
                </a:lnTo>
                <a:lnTo>
                  <a:pt x="10893" y="4498"/>
                </a:lnTo>
                <a:lnTo>
                  <a:pt x="10963" y="4301"/>
                </a:lnTo>
                <a:lnTo>
                  <a:pt x="10937" y="4202"/>
                </a:lnTo>
              </a:path>
              <a:path w="21600" h="21600">
                <a:moveTo>
                  <a:pt x="3262" y="3740"/>
                </a:moveTo>
                <a:lnTo>
                  <a:pt x="3262" y="3740"/>
                </a:lnTo>
                <a:lnTo>
                  <a:pt x="3263" y="3741"/>
                </a:lnTo>
              </a:path>
              <a:path w="21600" h="21600">
                <a:moveTo>
                  <a:pt x="2284" y="3739"/>
                </a:moveTo>
                <a:lnTo>
                  <a:pt x="2264" y="3745"/>
                </a:lnTo>
                <a:lnTo>
                  <a:pt x="2219" y="3882"/>
                </a:lnTo>
                <a:lnTo>
                  <a:pt x="2298" y="3857"/>
                </a:lnTo>
              </a:path>
              <a:path w="21600" h="21600">
                <a:moveTo>
                  <a:pt x="4617" y="3737"/>
                </a:moveTo>
                <a:lnTo>
                  <a:pt x="4624" y="3743"/>
                </a:lnTo>
                <a:lnTo>
                  <a:pt x="4630" y="3743"/>
                </a:lnTo>
                <a:lnTo>
                  <a:pt x="4680" y="3755"/>
                </a:lnTo>
                <a:lnTo>
                  <a:pt x="4695" y="3741"/>
                </a:lnTo>
              </a:path>
              <a:path w="21600" h="21600">
                <a:moveTo>
                  <a:pt x="233" y="3734"/>
                </a:moveTo>
                <a:lnTo>
                  <a:pt x="55" y="3838"/>
                </a:lnTo>
                <a:lnTo>
                  <a:pt x="86" y="3933"/>
                </a:lnTo>
                <a:lnTo>
                  <a:pt x="200" y="3949"/>
                </a:lnTo>
                <a:lnTo>
                  <a:pt x="424" y="3948"/>
                </a:lnTo>
                <a:lnTo>
                  <a:pt x="455" y="3930"/>
                </a:lnTo>
                <a:lnTo>
                  <a:pt x="461" y="3902"/>
                </a:lnTo>
                <a:lnTo>
                  <a:pt x="408" y="3879"/>
                </a:lnTo>
              </a:path>
              <a:path w="21600" h="21600">
                <a:moveTo>
                  <a:pt x="885" y="3733"/>
                </a:moveTo>
                <a:lnTo>
                  <a:pt x="876" y="3736"/>
                </a:lnTo>
                <a:lnTo>
                  <a:pt x="844" y="3755"/>
                </a:lnTo>
                <a:lnTo>
                  <a:pt x="879" y="3768"/>
                </a:lnTo>
              </a:path>
              <a:path w="21600" h="21600">
                <a:moveTo>
                  <a:pt x="5534" y="3732"/>
                </a:moveTo>
                <a:lnTo>
                  <a:pt x="5528" y="3747"/>
                </a:lnTo>
                <a:lnTo>
                  <a:pt x="5554" y="3749"/>
                </a:lnTo>
              </a:path>
              <a:path w="21600" h="21600">
                <a:moveTo>
                  <a:pt x="4512" y="3731"/>
                </a:moveTo>
                <a:lnTo>
                  <a:pt x="4554" y="3736"/>
                </a:lnTo>
                <a:lnTo>
                  <a:pt x="4552" y="3733"/>
                </a:lnTo>
              </a:path>
              <a:path w="21600" h="21600">
                <a:moveTo>
                  <a:pt x="8380" y="3730"/>
                </a:moveTo>
                <a:lnTo>
                  <a:pt x="8174" y="3877"/>
                </a:lnTo>
                <a:lnTo>
                  <a:pt x="8326" y="4149"/>
                </a:lnTo>
                <a:lnTo>
                  <a:pt x="8342" y="4172"/>
                </a:lnTo>
                <a:lnTo>
                  <a:pt x="8528" y="4037"/>
                </a:lnTo>
                <a:lnTo>
                  <a:pt x="8392" y="3772"/>
                </a:lnTo>
              </a:path>
              <a:path w="21600" h="21600">
                <a:moveTo>
                  <a:pt x="7716" y="3726"/>
                </a:moveTo>
                <a:lnTo>
                  <a:pt x="7601" y="3806"/>
                </a:lnTo>
                <a:lnTo>
                  <a:pt x="7526" y="3836"/>
                </a:lnTo>
                <a:lnTo>
                  <a:pt x="7617" y="3971"/>
                </a:lnTo>
                <a:lnTo>
                  <a:pt x="7723" y="4103"/>
                </a:lnTo>
                <a:lnTo>
                  <a:pt x="7851" y="4050"/>
                </a:lnTo>
                <a:lnTo>
                  <a:pt x="7894" y="4020"/>
                </a:lnTo>
              </a:path>
              <a:path w="21600" h="21600">
                <a:moveTo>
                  <a:pt x="4034" y="3726"/>
                </a:moveTo>
                <a:lnTo>
                  <a:pt x="4112" y="3798"/>
                </a:lnTo>
                <a:lnTo>
                  <a:pt x="4206" y="3758"/>
                </a:lnTo>
                <a:lnTo>
                  <a:pt x="4191" y="3742"/>
                </a:lnTo>
              </a:path>
              <a:path w="21600" h="21600">
                <a:moveTo>
                  <a:pt x="5213" y="3724"/>
                </a:moveTo>
                <a:lnTo>
                  <a:pt x="5215" y="3724"/>
                </a:lnTo>
                <a:lnTo>
                  <a:pt x="5219" y="3729"/>
                </a:lnTo>
                <a:lnTo>
                  <a:pt x="5225" y="3729"/>
                </a:lnTo>
                <a:lnTo>
                  <a:pt x="5215" y="3724"/>
                </a:lnTo>
                <a:lnTo>
                  <a:pt x="5214" y="3724"/>
                </a:lnTo>
              </a:path>
              <a:path w="21600" h="21600">
                <a:moveTo>
                  <a:pt x="3803" y="3723"/>
                </a:moveTo>
                <a:lnTo>
                  <a:pt x="3753" y="3743"/>
                </a:lnTo>
                <a:lnTo>
                  <a:pt x="3739" y="3745"/>
                </a:lnTo>
                <a:lnTo>
                  <a:pt x="3760" y="3763"/>
                </a:lnTo>
                <a:lnTo>
                  <a:pt x="3873" y="3874"/>
                </a:lnTo>
                <a:lnTo>
                  <a:pt x="3957" y="3864"/>
                </a:lnTo>
                <a:lnTo>
                  <a:pt x="3958" y="3864"/>
                </a:lnTo>
              </a:path>
              <a:path w="21600" h="21600">
                <a:moveTo>
                  <a:pt x="6792" y="3722"/>
                </a:moveTo>
                <a:lnTo>
                  <a:pt x="6599" y="3751"/>
                </a:lnTo>
                <a:lnTo>
                  <a:pt x="6675" y="3826"/>
                </a:lnTo>
                <a:lnTo>
                  <a:pt x="6839" y="3992"/>
                </a:lnTo>
                <a:lnTo>
                  <a:pt x="7006" y="3968"/>
                </a:lnTo>
                <a:lnTo>
                  <a:pt x="6873" y="3825"/>
                </a:lnTo>
              </a:path>
              <a:path w="21600" h="21600">
                <a:moveTo>
                  <a:pt x="2612" y="3720"/>
                </a:moveTo>
                <a:lnTo>
                  <a:pt x="2611" y="3783"/>
                </a:lnTo>
                <a:lnTo>
                  <a:pt x="2624" y="3781"/>
                </a:lnTo>
                <a:lnTo>
                  <a:pt x="2638" y="3750"/>
                </a:lnTo>
                <a:cubicBezTo>
                  <a:pt x="2641" y="3744"/>
                  <a:pt x="2644" y="3740"/>
                  <a:pt x="2647" y="3736"/>
                </a:cubicBezTo>
              </a:path>
              <a:path w="21600" h="21600">
                <a:moveTo>
                  <a:pt x="5326" y="3719"/>
                </a:moveTo>
                <a:lnTo>
                  <a:pt x="5322" y="3729"/>
                </a:lnTo>
                <a:lnTo>
                  <a:pt x="5339" y="3736"/>
                </a:lnTo>
                <a:lnTo>
                  <a:pt x="5345" y="3736"/>
                </a:lnTo>
              </a:path>
              <a:path w="21600" h="21600">
                <a:moveTo>
                  <a:pt x="1897" y="3713"/>
                </a:moveTo>
                <a:lnTo>
                  <a:pt x="1867" y="3723"/>
                </a:lnTo>
                <a:lnTo>
                  <a:pt x="1866" y="3736"/>
                </a:lnTo>
                <a:lnTo>
                  <a:pt x="1899" y="3727"/>
                </a:lnTo>
              </a:path>
              <a:path w="21600" h="21600">
                <a:moveTo>
                  <a:pt x="3477" y="3712"/>
                </a:moveTo>
                <a:lnTo>
                  <a:pt x="3422" y="3719"/>
                </a:lnTo>
                <a:lnTo>
                  <a:pt x="3422" y="3719"/>
                </a:lnTo>
                <a:lnTo>
                  <a:pt x="3473" y="3727"/>
                </a:lnTo>
                <a:lnTo>
                  <a:pt x="3492" y="3725"/>
                </a:lnTo>
              </a:path>
              <a:path w="21600" h="21600">
                <a:moveTo>
                  <a:pt x="3853" y="3706"/>
                </a:moveTo>
                <a:lnTo>
                  <a:pt x="4003" y="3845"/>
                </a:lnTo>
                <a:lnTo>
                  <a:pt x="4067" y="3818"/>
                </a:lnTo>
                <a:lnTo>
                  <a:pt x="3960" y="3718"/>
                </a:lnTo>
              </a:path>
              <a:path w="21600" h="21600">
                <a:moveTo>
                  <a:pt x="2435" y="3704"/>
                </a:moveTo>
                <a:lnTo>
                  <a:pt x="2418" y="3710"/>
                </a:lnTo>
                <a:lnTo>
                  <a:pt x="2374" y="3713"/>
                </a:lnTo>
                <a:lnTo>
                  <a:pt x="2367" y="3715"/>
                </a:lnTo>
                <a:lnTo>
                  <a:pt x="2328" y="3727"/>
                </a:lnTo>
                <a:lnTo>
                  <a:pt x="2342" y="3842"/>
                </a:lnTo>
                <a:lnTo>
                  <a:pt x="2371" y="3833"/>
                </a:lnTo>
                <a:lnTo>
                  <a:pt x="2390" y="3821"/>
                </a:lnTo>
                <a:lnTo>
                  <a:pt x="2437" y="3720"/>
                </a:lnTo>
              </a:path>
              <a:path w="21600" h="21600">
                <a:moveTo>
                  <a:pt x="3617" y="3696"/>
                </a:moveTo>
                <a:lnTo>
                  <a:pt x="3592" y="3696"/>
                </a:lnTo>
                <a:lnTo>
                  <a:pt x="3536" y="3704"/>
                </a:lnTo>
                <a:lnTo>
                  <a:pt x="3553" y="3719"/>
                </a:lnTo>
                <a:lnTo>
                  <a:pt x="3633" y="3711"/>
                </a:lnTo>
              </a:path>
              <a:path w="21600" h="21600">
                <a:moveTo>
                  <a:pt x="5110" y="3695"/>
                </a:moveTo>
                <a:lnTo>
                  <a:pt x="5097" y="3721"/>
                </a:lnTo>
                <a:lnTo>
                  <a:pt x="5143" y="3724"/>
                </a:lnTo>
              </a:path>
              <a:path w="21600" h="21600">
                <a:moveTo>
                  <a:pt x="3733" y="3694"/>
                </a:moveTo>
                <a:lnTo>
                  <a:pt x="3684" y="3695"/>
                </a:lnTo>
                <a:lnTo>
                  <a:pt x="3695" y="3704"/>
                </a:lnTo>
                <a:lnTo>
                  <a:pt x="3741" y="3700"/>
                </a:lnTo>
                <a:lnTo>
                  <a:pt x="3752" y="3696"/>
                </a:lnTo>
              </a:path>
              <a:path w="21600" h="21600">
                <a:moveTo>
                  <a:pt x="9429" y="3686"/>
                </a:moveTo>
                <a:lnTo>
                  <a:pt x="9393" y="3746"/>
                </a:lnTo>
                <a:lnTo>
                  <a:pt x="9199" y="3970"/>
                </a:lnTo>
                <a:lnTo>
                  <a:pt x="9345" y="4311"/>
                </a:lnTo>
                <a:lnTo>
                  <a:pt x="9532" y="4087"/>
                </a:lnTo>
                <a:lnTo>
                  <a:pt x="9482" y="3958"/>
                </a:lnTo>
              </a:path>
              <a:path w="21600" h="21600">
                <a:moveTo>
                  <a:pt x="5681" y="3683"/>
                </a:moveTo>
                <a:lnTo>
                  <a:pt x="5683" y="3756"/>
                </a:lnTo>
                <a:lnTo>
                  <a:pt x="5758" y="3761"/>
                </a:lnTo>
                <a:lnTo>
                  <a:pt x="5757" y="3747"/>
                </a:lnTo>
              </a:path>
              <a:path w="21600" h="21600">
                <a:moveTo>
                  <a:pt x="2522" y="3677"/>
                </a:moveTo>
                <a:lnTo>
                  <a:pt x="2503" y="3683"/>
                </a:lnTo>
                <a:lnTo>
                  <a:pt x="2483" y="3725"/>
                </a:lnTo>
                <a:lnTo>
                  <a:pt x="2487" y="3759"/>
                </a:lnTo>
                <a:lnTo>
                  <a:pt x="2552" y="3718"/>
                </a:lnTo>
                <a:lnTo>
                  <a:pt x="2567" y="3698"/>
                </a:lnTo>
              </a:path>
              <a:path w="21600" h="21600">
                <a:moveTo>
                  <a:pt x="5795" y="3667"/>
                </a:moveTo>
                <a:lnTo>
                  <a:pt x="5796" y="3687"/>
                </a:lnTo>
                <a:lnTo>
                  <a:pt x="5834" y="3717"/>
                </a:lnTo>
                <a:lnTo>
                  <a:pt x="5824" y="3693"/>
                </a:lnTo>
              </a:path>
              <a:path w="21600" h="21600">
                <a:moveTo>
                  <a:pt x="4483" y="3667"/>
                </a:moveTo>
                <a:lnTo>
                  <a:pt x="4469" y="3679"/>
                </a:lnTo>
                <a:lnTo>
                  <a:pt x="4497" y="3681"/>
                </a:lnTo>
              </a:path>
              <a:path w="21600" h="21600">
                <a:moveTo>
                  <a:pt x="3353" y="3660"/>
                </a:moveTo>
                <a:lnTo>
                  <a:pt x="3379" y="3681"/>
                </a:lnTo>
                <a:lnTo>
                  <a:pt x="3436" y="3674"/>
                </a:lnTo>
                <a:lnTo>
                  <a:pt x="3426" y="3665"/>
                </a:lnTo>
              </a:path>
              <a:path w="21600" h="21600">
                <a:moveTo>
                  <a:pt x="1750" y="3657"/>
                </a:moveTo>
                <a:lnTo>
                  <a:pt x="1740" y="3690"/>
                </a:lnTo>
                <a:lnTo>
                  <a:pt x="1687" y="3736"/>
                </a:lnTo>
                <a:lnTo>
                  <a:pt x="1766" y="3710"/>
                </a:lnTo>
                <a:lnTo>
                  <a:pt x="1769" y="3665"/>
                </a:lnTo>
              </a:path>
              <a:path w="21600" h="21600">
                <a:moveTo>
                  <a:pt x="2069" y="3656"/>
                </a:moveTo>
                <a:lnTo>
                  <a:pt x="2043" y="3665"/>
                </a:lnTo>
                <a:lnTo>
                  <a:pt x="2040" y="3668"/>
                </a:lnTo>
                <a:lnTo>
                  <a:pt x="2044" y="3685"/>
                </a:lnTo>
                <a:lnTo>
                  <a:pt x="2061" y="3680"/>
                </a:lnTo>
              </a:path>
              <a:path w="21600" h="21600">
                <a:moveTo>
                  <a:pt x="4855" y="3656"/>
                </a:moveTo>
                <a:lnTo>
                  <a:pt x="4803" y="3703"/>
                </a:lnTo>
                <a:lnTo>
                  <a:pt x="4863" y="3707"/>
                </a:lnTo>
                <a:lnTo>
                  <a:pt x="4922" y="3711"/>
                </a:lnTo>
              </a:path>
              <a:path w="21600" h="21600">
                <a:moveTo>
                  <a:pt x="3219" y="3649"/>
                </a:moveTo>
                <a:lnTo>
                  <a:pt x="3276" y="3695"/>
                </a:lnTo>
                <a:lnTo>
                  <a:pt x="3319" y="3689"/>
                </a:lnTo>
                <a:lnTo>
                  <a:pt x="3277" y="3654"/>
                </a:lnTo>
              </a:path>
              <a:path w="21600" h="21600">
                <a:moveTo>
                  <a:pt x="702" y="3649"/>
                </a:moveTo>
                <a:lnTo>
                  <a:pt x="806" y="3726"/>
                </a:lnTo>
                <a:lnTo>
                  <a:pt x="857" y="3697"/>
                </a:lnTo>
                <a:lnTo>
                  <a:pt x="892" y="3685"/>
                </a:lnTo>
                <a:lnTo>
                  <a:pt x="897" y="3657"/>
                </a:lnTo>
              </a:path>
              <a:path w="21600" h="21600">
                <a:moveTo>
                  <a:pt x="1009" y="3645"/>
                </a:moveTo>
                <a:lnTo>
                  <a:pt x="941" y="3654"/>
                </a:lnTo>
                <a:lnTo>
                  <a:pt x="938" y="3669"/>
                </a:lnTo>
              </a:path>
              <a:path w="21600" h="21600">
                <a:moveTo>
                  <a:pt x="1145" y="3645"/>
                </a:moveTo>
                <a:lnTo>
                  <a:pt x="930" y="3718"/>
                </a:lnTo>
                <a:lnTo>
                  <a:pt x="919" y="3784"/>
                </a:lnTo>
                <a:lnTo>
                  <a:pt x="1186" y="3890"/>
                </a:lnTo>
                <a:lnTo>
                  <a:pt x="1278" y="3791"/>
                </a:lnTo>
                <a:lnTo>
                  <a:pt x="1295" y="3727"/>
                </a:lnTo>
                <a:lnTo>
                  <a:pt x="1235" y="3706"/>
                </a:lnTo>
              </a:path>
              <a:path w="21600" h="21600">
                <a:moveTo>
                  <a:pt x="2123" y="3644"/>
                </a:moveTo>
                <a:lnTo>
                  <a:pt x="2116" y="3663"/>
                </a:lnTo>
                <a:lnTo>
                  <a:pt x="2126" y="3660"/>
                </a:lnTo>
              </a:path>
              <a:path w="21600" h="21600">
                <a:moveTo>
                  <a:pt x="7034" y="3642"/>
                </a:moveTo>
                <a:lnTo>
                  <a:pt x="6857" y="3712"/>
                </a:lnTo>
                <a:lnTo>
                  <a:pt x="6844" y="3714"/>
                </a:lnTo>
                <a:lnTo>
                  <a:pt x="6908" y="3795"/>
                </a:lnTo>
                <a:cubicBezTo>
                  <a:pt x="6957" y="3848"/>
                  <a:pt x="7008" y="3902"/>
                  <a:pt x="7061" y="3958"/>
                </a:cubicBezTo>
                <a:lnTo>
                  <a:pt x="7062" y="3960"/>
                </a:lnTo>
                <a:lnTo>
                  <a:pt x="7116" y="3952"/>
                </a:lnTo>
                <a:lnTo>
                  <a:pt x="7225" y="3909"/>
                </a:lnTo>
              </a:path>
              <a:path w="21600" h="21600">
                <a:moveTo>
                  <a:pt x="3123" y="3641"/>
                </a:moveTo>
                <a:lnTo>
                  <a:pt x="3151" y="3662"/>
                </a:lnTo>
                <a:lnTo>
                  <a:pt x="3178" y="3672"/>
                </a:lnTo>
                <a:lnTo>
                  <a:pt x="3142" y="3643"/>
                </a:lnTo>
              </a:path>
              <a:path w="21600" h="21600">
                <a:moveTo>
                  <a:pt x="462" y="3639"/>
                </a:moveTo>
                <a:lnTo>
                  <a:pt x="521" y="3835"/>
                </a:lnTo>
                <a:lnTo>
                  <a:pt x="512" y="3876"/>
                </a:lnTo>
                <a:lnTo>
                  <a:pt x="533" y="3885"/>
                </a:lnTo>
                <a:lnTo>
                  <a:pt x="764" y="3750"/>
                </a:lnTo>
                <a:lnTo>
                  <a:pt x="624" y="3646"/>
                </a:lnTo>
              </a:path>
              <a:path w="21600" h="21600">
                <a:moveTo>
                  <a:pt x="397" y="3637"/>
                </a:moveTo>
                <a:lnTo>
                  <a:pt x="274" y="3710"/>
                </a:lnTo>
                <a:lnTo>
                  <a:pt x="433" y="3841"/>
                </a:lnTo>
                <a:lnTo>
                  <a:pt x="470" y="3858"/>
                </a:lnTo>
                <a:lnTo>
                  <a:pt x="475" y="3836"/>
                </a:lnTo>
                <a:lnTo>
                  <a:pt x="415" y="3638"/>
                </a:lnTo>
              </a:path>
              <a:path w="21600" h="21600">
                <a:moveTo>
                  <a:pt x="4883" y="3631"/>
                </a:moveTo>
                <a:lnTo>
                  <a:pt x="4880" y="3633"/>
                </a:lnTo>
                <a:lnTo>
                  <a:pt x="4989" y="3715"/>
                </a:lnTo>
                <a:lnTo>
                  <a:pt x="5048" y="3718"/>
                </a:lnTo>
                <a:lnTo>
                  <a:pt x="5070" y="3676"/>
                </a:lnTo>
              </a:path>
              <a:path w="21600" h="21600">
                <a:moveTo>
                  <a:pt x="5889" y="3630"/>
                </a:moveTo>
                <a:lnTo>
                  <a:pt x="5911" y="3680"/>
                </a:lnTo>
                <a:lnTo>
                  <a:pt x="5967" y="3763"/>
                </a:lnTo>
                <a:lnTo>
                  <a:pt x="6038" y="3761"/>
                </a:lnTo>
              </a:path>
              <a:path w="21600" h="21600">
                <a:moveTo>
                  <a:pt x="2681" y="3626"/>
                </a:moveTo>
                <a:lnTo>
                  <a:pt x="2674" y="3628"/>
                </a:lnTo>
                <a:lnTo>
                  <a:pt x="2635" y="3681"/>
                </a:lnTo>
                <a:lnTo>
                  <a:pt x="2670" y="3697"/>
                </a:lnTo>
              </a:path>
              <a:path w="21600" h="21600">
                <a:moveTo>
                  <a:pt x="4057" y="3624"/>
                </a:moveTo>
                <a:lnTo>
                  <a:pt x="3969" y="3658"/>
                </a:lnTo>
                <a:lnTo>
                  <a:pt x="4099" y="3660"/>
                </a:lnTo>
              </a:path>
              <a:path w="21600" h="21600">
                <a:moveTo>
                  <a:pt x="5373" y="3618"/>
                </a:moveTo>
                <a:lnTo>
                  <a:pt x="5345" y="3678"/>
                </a:lnTo>
                <a:lnTo>
                  <a:pt x="5417" y="3740"/>
                </a:lnTo>
                <a:lnTo>
                  <a:pt x="5481" y="3744"/>
                </a:lnTo>
                <a:lnTo>
                  <a:pt x="5499" y="3701"/>
                </a:lnTo>
                <a:lnTo>
                  <a:pt x="5436" y="3647"/>
                </a:lnTo>
              </a:path>
              <a:path w="21600" h="21600">
                <a:moveTo>
                  <a:pt x="2813" y="3616"/>
                </a:moveTo>
                <a:lnTo>
                  <a:pt x="2805" y="3629"/>
                </a:lnTo>
                <a:lnTo>
                  <a:pt x="2794" y="3682"/>
                </a:lnTo>
                <a:lnTo>
                  <a:pt x="2765" y="3762"/>
                </a:lnTo>
                <a:lnTo>
                  <a:pt x="3104" y="3718"/>
                </a:lnTo>
                <a:lnTo>
                  <a:pt x="2982" y="3641"/>
                </a:lnTo>
                <a:lnTo>
                  <a:pt x="2948" y="3627"/>
                </a:lnTo>
              </a:path>
              <a:path w="21600" h="21600">
                <a:moveTo>
                  <a:pt x="2733" y="3610"/>
                </a:moveTo>
                <a:lnTo>
                  <a:pt x="2728" y="3611"/>
                </a:lnTo>
                <a:lnTo>
                  <a:pt x="2715" y="3697"/>
                </a:lnTo>
                <a:lnTo>
                  <a:pt x="2762" y="3614"/>
                </a:lnTo>
                <a:lnTo>
                  <a:pt x="2762" y="3612"/>
                </a:lnTo>
                <a:lnTo>
                  <a:pt x="2737" y="3610"/>
                </a:lnTo>
              </a:path>
              <a:path w="21600" h="21600">
                <a:moveTo>
                  <a:pt x="147" y="3604"/>
                </a:moveTo>
                <a:lnTo>
                  <a:pt x="155" y="3612"/>
                </a:lnTo>
                <a:lnTo>
                  <a:pt x="238" y="3680"/>
                </a:lnTo>
                <a:lnTo>
                  <a:pt x="324" y="3630"/>
                </a:lnTo>
              </a:path>
              <a:path w="21600" h="21600">
                <a:moveTo>
                  <a:pt x="1329" y="3604"/>
                </a:moveTo>
                <a:lnTo>
                  <a:pt x="1230" y="3617"/>
                </a:lnTo>
                <a:lnTo>
                  <a:pt x="1197" y="3628"/>
                </a:lnTo>
                <a:lnTo>
                  <a:pt x="1256" y="3668"/>
                </a:lnTo>
                <a:lnTo>
                  <a:pt x="1307" y="3685"/>
                </a:lnTo>
              </a:path>
              <a:path w="21600" h="21600">
                <a:moveTo>
                  <a:pt x="1878" y="3602"/>
                </a:moveTo>
                <a:lnTo>
                  <a:pt x="1873" y="3658"/>
                </a:lnTo>
                <a:lnTo>
                  <a:pt x="1888" y="3661"/>
                </a:lnTo>
              </a:path>
              <a:path w="21600" h="21600">
                <a:moveTo>
                  <a:pt x="2265" y="3602"/>
                </a:moveTo>
                <a:lnTo>
                  <a:pt x="2211" y="3610"/>
                </a:lnTo>
                <a:lnTo>
                  <a:pt x="2164" y="3625"/>
                </a:lnTo>
                <a:lnTo>
                  <a:pt x="2168" y="3644"/>
                </a:lnTo>
                <a:lnTo>
                  <a:pt x="2228" y="3622"/>
                </a:lnTo>
                <a:lnTo>
                  <a:pt x="2261" y="3611"/>
                </a:lnTo>
              </a:path>
              <a:path w="21600" h="21600">
                <a:moveTo>
                  <a:pt x="3349" y="3597"/>
                </a:moveTo>
                <a:lnTo>
                  <a:pt x="3286" y="3602"/>
                </a:lnTo>
                <a:lnTo>
                  <a:pt x="3295" y="3610"/>
                </a:lnTo>
                <a:lnTo>
                  <a:pt x="3317" y="3612"/>
                </a:lnTo>
                <a:lnTo>
                  <a:pt x="3371" y="3616"/>
                </a:lnTo>
              </a:path>
              <a:path w="21600" h="21600">
                <a:moveTo>
                  <a:pt x="3151" y="3595"/>
                </a:moveTo>
                <a:lnTo>
                  <a:pt x="3157" y="3599"/>
                </a:lnTo>
                <a:lnTo>
                  <a:pt x="3219" y="3604"/>
                </a:lnTo>
                <a:lnTo>
                  <a:pt x="3219" y="3604"/>
                </a:lnTo>
              </a:path>
              <a:path w="21600" h="21600">
                <a:moveTo>
                  <a:pt x="4573" y="3592"/>
                </a:moveTo>
                <a:lnTo>
                  <a:pt x="4516" y="3640"/>
                </a:lnTo>
                <a:lnTo>
                  <a:pt x="4564" y="3685"/>
                </a:lnTo>
                <a:lnTo>
                  <a:pt x="4718" y="3697"/>
                </a:lnTo>
                <a:lnTo>
                  <a:pt x="4710" y="3689"/>
                </a:lnTo>
              </a:path>
              <a:path w="21600" h="21600">
                <a:moveTo>
                  <a:pt x="1770" y="3592"/>
                </a:moveTo>
                <a:lnTo>
                  <a:pt x="1763" y="3615"/>
                </a:lnTo>
                <a:lnTo>
                  <a:pt x="1772" y="3619"/>
                </a:lnTo>
                <a:lnTo>
                  <a:pt x="1772" y="3617"/>
                </a:lnTo>
              </a:path>
              <a:path w="21600" h="21600">
                <a:moveTo>
                  <a:pt x="1979" y="3591"/>
                </a:moveTo>
                <a:lnTo>
                  <a:pt x="1967" y="3644"/>
                </a:lnTo>
                <a:lnTo>
                  <a:pt x="1988" y="3637"/>
                </a:lnTo>
              </a:path>
              <a:path w="21600" h="21600">
                <a:moveTo>
                  <a:pt x="5166" y="3586"/>
                </a:moveTo>
                <a:lnTo>
                  <a:pt x="5133" y="3650"/>
                </a:lnTo>
                <a:lnTo>
                  <a:pt x="5282" y="3712"/>
                </a:lnTo>
                <a:lnTo>
                  <a:pt x="5292" y="3690"/>
                </a:lnTo>
                <a:lnTo>
                  <a:pt x="5198" y="3608"/>
                </a:lnTo>
              </a:path>
              <a:path w="21600" h="21600">
                <a:moveTo>
                  <a:pt x="3491" y="3584"/>
                </a:moveTo>
                <a:lnTo>
                  <a:pt x="3411" y="3591"/>
                </a:lnTo>
                <a:lnTo>
                  <a:pt x="3444" y="3622"/>
                </a:lnTo>
                <a:lnTo>
                  <a:pt x="3542" y="3629"/>
                </a:lnTo>
              </a:path>
              <a:path w="21600" h="21600">
                <a:moveTo>
                  <a:pt x="3034" y="3578"/>
                </a:moveTo>
                <a:lnTo>
                  <a:pt x="3050" y="3590"/>
                </a:lnTo>
                <a:lnTo>
                  <a:pt x="3079" y="3592"/>
                </a:lnTo>
                <a:lnTo>
                  <a:pt x="3067" y="3583"/>
                </a:lnTo>
              </a:path>
              <a:path w="21600" h="21600">
                <a:moveTo>
                  <a:pt x="9047" y="3578"/>
                </a:moveTo>
                <a:lnTo>
                  <a:pt x="8809" y="3843"/>
                </a:lnTo>
                <a:lnTo>
                  <a:pt x="8964" y="4173"/>
                </a:lnTo>
                <a:lnTo>
                  <a:pt x="9147" y="3962"/>
                </a:lnTo>
                <a:lnTo>
                  <a:pt x="9118" y="3894"/>
                </a:lnTo>
              </a:path>
              <a:path w="21600" h="21600">
                <a:moveTo>
                  <a:pt x="5552" y="3575"/>
                </a:moveTo>
                <a:lnTo>
                  <a:pt x="5551" y="3658"/>
                </a:lnTo>
                <a:lnTo>
                  <a:pt x="5638" y="3726"/>
                </a:lnTo>
                <a:lnTo>
                  <a:pt x="5635" y="3645"/>
                </a:lnTo>
              </a:path>
              <a:path w="21600" h="21600">
                <a:moveTo>
                  <a:pt x="4182" y="3574"/>
                </a:moveTo>
                <a:lnTo>
                  <a:pt x="4104" y="3605"/>
                </a:lnTo>
                <a:lnTo>
                  <a:pt x="4169" y="3661"/>
                </a:lnTo>
                <a:lnTo>
                  <a:pt x="4235" y="3661"/>
                </a:lnTo>
                <a:lnTo>
                  <a:pt x="4281" y="3665"/>
                </a:lnTo>
              </a:path>
              <a:path w="21600" h="21600">
                <a:moveTo>
                  <a:pt x="1564" y="3573"/>
                </a:moveTo>
                <a:lnTo>
                  <a:pt x="1375" y="3598"/>
                </a:lnTo>
                <a:lnTo>
                  <a:pt x="1376" y="3602"/>
                </a:lnTo>
                <a:lnTo>
                  <a:pt x="1349" y="3700"/>
                </a:lnTo>
                <a:lnTo>
                  <a:pt x="1566" y="3776"/>
                </a:lnTo>
                <a:lnTo>
                  <a:pt x="1582" y="3771"/>
                </a:lnTo>
                <a:lnTo>
                  <a:pt x="1701" y="3668"/>
                </a:lnTo>
                <a:lnTo>
                  <a:pt x="1710" y="3639"/>
                </a:lnTo>
              </a:path>
              <a:path w="21600" h="21600">
                <a:moveTo>
                  <a:pt x="4616" y="3567"/>
                </a:moveTo>
                <a:lnTo>
                  <a:pt x="4739" y="3656"/>
                </a:lnTo>
                <a:lnTo>
                  <a:pt x="4764" y="3680"/>
                </a:lnTo>
                <a:lnTo>
                  <a:pt x="4821" y="3628"/>
                </a:lnTo>
                <a:lnTo>
                  <a:pt x="4800" y="3611"/>
                </a:lnTo>
              </a:path>
              <a:path w="21600" h="21600">
                <a:moveTo>
                  <a:pt x="4936" y="3566"/>
                </a:moveTo>
                <a:lnTo>
                  <a:pt x="4923" y="3590"/>
                </a:lnTo>
                <a:lnTo>
                  <a:pt x="4998" y="3607"/>
                </a:lnTo>
              </a:path>
              <a:path w="21600" h="21600">
                <a:moveTo>
                  <a:pt x="518" y="3565"/>
                </a:moveTo>
                <a:lnTo>
                  <a:pt x="466" y="3596"/>
                </a:lnTo>
                <a:lnTo>
                  <a:pt x="563" y="3600"/>
                </a:lnTo>
                <a:lnTo>
                  <a:pt x="534" y="3579"/>
                </a:lnTo>
              </a:path>
              <a:path w="21600" h="21600">
                <a:moveTo>
                  <a:pt x="2935" y="3561"/>
                </a:moveTo>
                <a:lnTo>
                  <a:pt x="2960" y="3577"/>
                </a:lnTo>
                <a:lnTo>
                  <a:pt x="2940" y="3563"/>
                </a:lnTo>
              </a:path>
              <a:path w="21600" h="21600">
                <a:moveTo>
                  <a:pt x="5677" y="3561"/>
                </a:moveTo>
                <a:lnTo>
                  <a:pt x="5678" y="3592"/>
                </a:lnTo>
                <a:lnTo>
                  <a:pt x="5749" y="3649"/>
                </a:lnTo>
                <a:lnTo>
                  <a:pt x="5748" y="3625"/>
                </a:lnTo>
              </a:path>
              <a:path w="21600" h="21600">
                <a:moveTo>
                  <a:pt x="2164" y="3561"/>
                </a:moveTo>
                <a:lnTo>
                  <a:pt x="2162" y="3566"/>
                </a:lnTo>
                <a:lnTo>
                  <a:pt x="2154" y="3573"/>
                </a:lnTo>
                <a:lnTo>
                  <a:pt x="2155" y="3582"/>
                </a:lnTo>
                <a:lnTo>
                  <a:pt x="2195" y="3569"/>
                </a:lnTo>
              </a:path>
              <a:path w="21600" h="21600">
                <a:moveTo>
                  <a:pt x="3615" y="3551"/>
                </a:moveTo>
                <a:lnTo>
                  <a:pt x="3550" y="3575"/>
                </a:lnTo>
                <a:lnTo>
                  <a:pt x="3619" y="3637"/>
                </a:lnTo>
                <a:lnTo>
                  <a:pt x="3720" y="3647"/>
                </a:lnTo>
              </a:path>
              <a:path w="21600" h="21600">
                <a:moveTo>
                  <a:pt x="1737" y="3551"/>
                </a:moveTo>
                <a:lnTo>
                  <a:pt x="1663" y="3560"/>
                </a:lnTo>
                <a:lnTo>
                  <a:pt x="1724" y="3594"/>
                </a:lnTo>
              </a:path>
              <a:path w="21600" h="21600">
                <a:moveTo>
                  <a:pt x="7976" y="3545"/>
                </a:moveTo>
                <a:lnTo>
                  <a:pt x="7752" y="3701"/>
                </a:lnTo>
                <a:lnTo>
                  <a:pt x="7931" y="3993"/>
                </a:lnTo>
                <a:lnTo>
                  <a:pt x="8116" y="3862"/>
                </a:lnTo>
                <a:lnTo>
                  <a:pt x="8032" y="3710"/>
                </a:lnTo>
              </a:path>
              <a:path w="21600" h="21600">
                <a:moveTo>
                  <a:pt x="7287" y="3543"/>
                </a:moveTo>
                <a:lnTo>
                  <a:pt x="7077" y="3625"/>
                </a:lnTo>
                <a:lnTo>
                  <a:pt x="7262" y="3884"/>
                </a:lnTo>
                <a:lnTo>
                  <a:pt x="7269" y="3892"/>
                </a:lnTo>
                <a:lnTo>
                  <a:pt x="7460" y="3816"/>
                </a:lnTo>
                <a:lnTo>
                  <a:pt x="7306" y="3587"/>
                </a:lnTo>
              </a:path>
              <a:path w="21600" h="21600">
                <a:moveTo>
                  <a:pt x="5191" y="3537"/>
                </a:moveTo>
                <a:lnTo>
                  <a:pt x="5186" y="3547"/>
                </a:lnTo>
                <a:lnTo>
                  <a:pt x="5228" y="3576"/>
                </a:lnTo>
                <a:lnTo>
                  <a:pt x="5311" y="3649"/>
                </a:lnTo>
                <a:lnTo>
                  <a:pt x="5333" y="3601"/>
                </a:lnTo>
              </a:path>
              <a:path w="21600" h="21600">
                <a:moveTo>
                  <a:pt x="1493" y="3528"/>
                </a:moveTo>
                <a:lnTo>
                  <a:pt x="1435" y="3547"/>
                </a:lnTo>
                <a:lnTo>
                  <a:pt x="1508" y="3538"/>
                </a:lnTo>
              </a:path>
              <a:path w="21600" h="21600">
                <a:moveTo>
                  <a:pt x="5495" y="3527"/>
                </a:moveTo>
                <a:lnTo>
                  <a:pt x="5413" y="3528"/>
                </a:lnTo>
                <a:lnTo>
                  <a:pt x="5413" y="3529"/>
                </a:lnTo>
                <a:lnTo>
                  <a:pt x="5404" y="3551"/>
                </a:lnTo>
                <a:lnTo>
                  <a:pt x="5486" y="3623"/>
                </a:lnTo>
                <a:lnTo>
                  <a:pt x="5506" y="3632"/>
                </a:lnTo>
                <a:lnTo>
                  <a:pt x="5508" y="3538"/>
                </a:lnTo>
              </a:path>
              <a:path w="21600" h="21600">
                <a:moveTo>
                  <a:pt x="5266" y="3527"/>
                </a:moveTo>
                <a:lnTo>
                  <a:pt x="5331" y="3555"/>
                </a:lnTo>
                <a:lnTo>
                  <a:pt x="5300" y="3529"/>
                </a:lnTo>
              </a:path>
              <a:path w="21600" h="21600">
                <a:moveTo>
                  <a:pt x="5632" y="3524"/>
                </a:moveTo>
                <a:lnTo>
                  <a:pt x="5594" y="3525"/>
                </a:lnTo>
                <a:lnTo>
                  <a:pt x="5633" y="3556"/>
                </a:lnTo>
              </a:path>
              <a:path w="21600" h="21600">
                <a:moveTo>
                  <a:pt x="5714" y="3523"/>
                </a:moveTo>
                <a:lnTo>
                  <a:pt x="5702" y="3523"/>
                </a:lnTo>
                <a:lnTo>
                  <a:pt x="5720" y="3539"/>
                </a:lnTo>
              </a:path>
              <a:path w="21600" h="21600">
                <a:moveTo>
                  <a:pt x="5146" y="3520"/>
                </a:moveTo>
                <a:lnTo>
                  <a:pt x="5149" y="3522"/>
                </a:lnTo>
                <a:lnTo>
                  <a:pt x="5150" y="3520"/>
                </a:lnTo>
              </a:path>
              <a:path w="21600" h="21600">
                <a:moveTo>
                  <a:pt x="1843" y="3515"/>
                </a:moveTo>
                <a:lnTo>
                  <a:pt x="1842" y="3515"/>
                </a:lnTo>
                <a:lnTo>
                  <a:pt x="1842" y="3523"/>
                </a:lnTo>
              </a:path>
              <a:path w="21600" h="21600">
                <a:moveTo>
                  <a:pt x="6036" y="3514"/>
                </a:moveTo>
                <a:lnTo>
                  <a:pt x="6015" y="3517"/>
                </a:lnTo>
                <a:lnTo>
                  <a:pt x="5834" y="3520"/>
                </a:lnTo>
                <a:lnTo>
                  <a:pt x="5844" y="3531"/>
                </a:lnTo>
                <a:lnTo>
                  <a:pt x="5870" y="3553"/>
                </a:lnTo>
                <a:lnTo>
                  <a:pt x="6103" y="3760"/>
                </a:lnTo>
                <a:lnTo>
                  <a:pt x="6280" y="3755"/>
                </a:lnTo>
                <a:lnTo>
                  <a:pt x="6246" y="3722"/>
                </a:lnTo>
                <a:lnTo>
                  <a:pt x="6168" y="3651"/>
                </a:lnTo>
              </a:path>
              <a:path w="21600" h="21600">
                <a:moveTo>
                  <a:pt x="4301" y="3512"/>
                </a:moveTo>
                <a:lnTo>
                  <a:pt x="4258" y="3544"/>
                </a:lnTo>
                <a:lnTo>
                  <a:pt x="4227" y="3556"/>
                </a:lnTo>
                <a:lnTo>
                  <a:pt x="4351" y="3670"/>
                </a:lnTo>
                <a:lnTo>
                  <a:pt x="4404" y="3674"/>
                </a:lnTo>
                <a:lnTo>
                  <a:pt x="4416" y="3669"/>
                </a:lnTo>
                <a:lnTo>
                  <a:pt x="4453" y="3638"/>
                </a:lnTo>
                <a:lnTo>
                  <a:pt x="4382" y="3570"/>
                </a:lnTo>
              </a:path>
              <a:path w="21600" h="21600">
                <a:moveTo>
                  <a:pt x="4968" y="3510"/>
                </a:moveTo>
                <a:lnTo>
                  <a:pt x="4955" y="3534"/>
                </a:lnTo>
                <a:lnTo>
                  <a:pt x="5094" y="3628"/>
                </a:lnTo>
                <a:lnTo>
                  <a:pt x="5129" y="3561"/>
                </a:lnTo>
                <a:lnTo>
                  <a:pt x="5063" y="3515"/>
                </a:lnTo>
              </a:path>
              <a:path w="21600" h="21600">
                <a:moveTo>
                  <a:pt x="4673" y="3509"/>
                </a:moveTo>
                <a:lnTo>
                  <a:pt x="4649" y="3529"/>
                </a:lnTo>
                <a:lnTo>
                  <a:pt x="4719" y="3545"/>
                </a:lnTo>
                <a:lnTo>
                  <a:pt x="4680" y="3514"/>
                </a:lnTo>
              </a:path>
              <a:path w="21600" h="21600">
                <a:moveTo>
                  <a:pt x="4370" y="3509"/>
                </a:moveTo>
                <a:lnTo>
                  <a:pt x="4409" y="3538"/>
                </a:lnTo>
                <a:lnTo>
                  <a:pt x="4486" y="3611"/>
                </a:lnTo>
                <a:lnTo>
                  <a:pt x="4538" y="3568"/>
                </a:lnTo>
                <a:lnTo>
                  <a:pt x="4497" y="3539"/>
                </a:lnTo>
              </a:path>
              <a:path w="21600" h="21600">
                <a:moveTo>
                  <a:pt x="3733" y="3508"/>
                </a:moveTo>
                <a:lnTo>
                  <a:pt x="3663" y="3533"/>
                </a:lnTo>
                <a:lnTo>
                  <a:pt x="3797" y="3655"/>
                </a:lnTo>
                <a:lnTo>
                  <a:pt x="3804" y="3656"/>
                </a:lnTo>
                <a:lnTo>
                  <a:pt x="3851" y="3657"/>
                </a:lnTo>
                <a:lnTo>
                  <a:pt x="3881" y="3645"/>
                </a:lnTo>
              </a:path>
              <a:path w="21600" h="21600">
                <a:moveTo>
                  <a:pt x="4914" y="3507"/>
                </a:moveTo>
                <a:lnTo>
                  <a:pt x="4918" y="3510"/>
                </a:lnTo>
                <a:lnTo>
                  <a:pt x="4919" y="3507"/>
                </a:lnTo>
              </a:path>
              <a:path w="21600" h="21600">
                <a:moveTo>
                  <a:pt x="3104" y="3505"/>
                </a:moveTo>
                <a:lnTo>
                  <a:pt x="3059" y="3520"/>
                </a:lnTo>
                <a:lnTo>
                  <a:pt x="3086" y="3542"/>
                </a:lnTo>
                <a:lnTo>
                  <a:pt x="3158" y="3552"/>
                </a:lnTo>
              </a:path>
              <a:path w="21600" h="21600">
                <a:moveTo>
                  <a:pt x="2009" y="3503"/>
                </a:moveTo>
                <a:lnTo>
                  <a:pt x="2031" y="3620"/>
                </a:lnTo>
                <a:lnTo>
                  <a:pt x="2100" y="3563"/>
                </a:lnTo>
                <a:lnTo>
                  <a:pt x="2104" y="3552"/>
                </a:lnTo>
                <a:lnTo>
                  <a:pt x="2102" y="3545"/>
                </a:lnTo>
                <a:lnTo>
                  <a:pt x="2079" y="3539"/>
                </a:lnTo>
              </a:path>
              <a:path w="21600" h="21600">
                <a:moveTo>
                  <a:pt x="2541" y="3495"/>
                </a:moveTo>
                <a:lnTo>
                  <a:pt x="2497" y="3525"/>
                </a:lnTo>
                <a:lnTo>
                  <a:pt x="2529" y="3520"/>
                </a:lnTo>
              </a:path>
              <a:path w="21600" h="21600">
                <a:moveTo>
                  <a:pt x="4695" y="3495"/>
                </a:moveTo>
                <a:lnTo>
                  <a:pt x="4780" y="3558"/>
                </a:lnTo>
                <a:lnTo>
                  <a:pt x="4875" y="3579"/>
                </a:lnTo>
                <a:lnTo>
                  <a:pt x="4881" y="3574"/>
                </a:lnTo>
                <a:lnTo>
                  <a:pt x="4899" y="3542"/>
                </a:lnTo>
                <a:lnTo>
                  <a:pt x="4839" y="3503"/>
                </a:lnTo>
              </a:path>
              <a:path w="21600" h="21600">
                <a:moveTo>
                  <a:pt x="4501" y="3485"/>
                </a:moveTo>
                <a:lnTo>
                  <a:pt x="4525" y="3502"/>
                </a:lnTo>
                <a:lnTo>
                  <a:pt x="4597" y="3518"/>
                </a:lnTo>
                <a:lnTo>
                  <a:pt x="4630" y="3491"/>
                </a:lnTo>
                <a:lnTo>
                  <a:pt x="4595" y="3489"/>
                </a:lnTo>
              </a:path>
              <a:path w="21600" h="21600">
                <a:moveTo>
                  <a:pt x="3222" y="3483"/>
                </a:moveTo>
                <a:lnTo>
                  <a:pt x="3180" y="3497"/>
                </a:lnTo>
                <a:lnTo>
                  <a:pt x="3165" y="3498"/>
                </a:lnTo>
                <a:lnTo>
                  <a:pt x="3240" y="3563"/>
                </a:lnTo>
                <a:lnTo>
                  <a:pt x="3305" y="3557"/>
                </a:lnTo>
              </a:path>
              <a:path w="21600" h="21600">
                <a:moveTo>
                  <a:pt x="11266" y="3483"/>
                </a:moveTo>
                <a:lnTo>
                  <a:pt x="11127" y="3975"/>
                </a:lnTo>
                <a:lnTo>
                  <a:pt x="11010" y="4303"/>
                </a:lnTo>
                <a:lnTo>
                  <a:pt x="11136" y="4767"/>
                </a:lnTo>
                <a:lnTo>
                  <a:pt x="11141" y="4754"/>
                </a:lnTo>
                <a:lnTo>
                  <a:pt x="11301" y="4259"/>
                </a:lnTo>
                <a:lnTo>
                  <a:pt x="11250" y="3607"/>
                </a:lnTo>
              </a:path>
              <a:path w="21600" h="21600">
                <a:moveTo>
                  <a:pt x="1956" y="3476"/>
                </a:moveTo>
                <a:lnTo>
                  <a:pt x="1906" y="3493"/>
                </a:lnTo>
                <a:lnTo>
                  <a:pt x="1922" y="3591"/>
                </a:lnTo>
                <a:lnTo>
                  <a:pt x="1926" y="3615"/>
                </a:lnTo>
                <a:lnTo>
                  <a:pt x="1958" y="3477"/>
                </a:lnTo>
                <a:lnTo>
                  <a:pt x="1957" y="3477"/>
                </a:lnTo>
              </a:path>
              <a:path w="21600" h="21600">
                <a:moveTo>
                  <a:pt x="6292" y="3474"/>
                </a:moveTo>
                <a:lnTo>
                  <a:pt x="6089" y="3505"/>
                </a:lnTo>
                <a:lnTo>
                  <a:pt x="6199" y="3619"/>
                </a:lnTo>
                <a:lnTo>
                  <a:pt x="6277" y="3691"/>
                </a:lnTo>
                <a:lnTo>
                  <a:pt x="6334" y="3747"/>
                </a:lnTo>
                <a:lnTo>
                  <a:pt x="6507" y="3721"/>
                </a:lnTo>
              </a:path>
              <a:path w="21600" h="21600">
                <a:moveTo>
                  <a:pt x="2605" y="3473"/>
                </a:moveTo>
                <a:lnTo>
                  <a:pt x="2608" y="3504"/>
                </a:lnTo>
                <a:lnTo>
                  <a:pt x="2635" y="3494"/>
                </a:lnTo>
                <a:lnTo>
                  <a:pt x="2663" y="3486"/>
                </a:lnTo>
              </a:path>
              <a:path w="21600" h="21600">
                <a:moveTo>
                  <a:pt x="5224" y="3473"/>
                </a:moveTo>
                <a:lnTo>
                  <a:pt x="5220" y="3481"/>
                </a:lnTo>
                <a:lnTo>
                  <a:pt x="5237" y="3482"/>
                </a:lnTo>
              </a:path>
              <a:path w="21600" h="21600">
                <a:moveTo>
                  <a:pt x="4135" y="3472"/>
                </a:moveTo>
                <a:lnTo>
                  <a:pt x="4191" y="3523"/>
                </a:lnTo>
                <a:lnTo>
                  <a:pt x="4233" y="3506"/>
                </a:lnTo>
                <a:lnTo>
                  <a:pt x="4256" y="3488"/>
                </a:lnTo>
              </a:path>
              <a:path w="21600" h="21600">
                <a:moveTo>
                  <a:pt x="4993" y="3467"/>
                </a:moveTo>
                <a:lnTo>
                  <a:pt x="4992" y="3468"/>
                </a:lnTo>
                <a:lnTo>
                  <a:pt x="4993" y="3468"/>
                </a:lnTo>
              </a:path>
              <a:path w="21600" h="21600">
                <a:moveTo>
                  <a:pt x="5417" y="3464"/>
                </a:moveTo>
                <a:lnTo>
                  <a:pt x="5416" y="3483"/>
                </a:lnTo>
                <a:lnTo>
                  <a:pt x="5442" y="3483"/>
                </a:lnTo>
                <a:lnTo>
                  <a:pt x="5424" y="3468"/>
                </a:lnTo>
              </a:path>
              <a:path w="21600" h="21600">
                <a:moveTo>
                  <a:pt x="3865" y="3460"/>
                </a:moveTo>
                <a:lnTo>
                  <a:pt x="3781" y="3491"/>
                </a:lnTo>
                <a:lnTo>
                  <a:pt x="3927" y="3627"/>
                </a:lnTo>
                <a:lnTo>
                  <a:pt x="4018" y="3591"/>
                </a:lnTo>
              </a:path>
              <a:path w="21600" h="21600">
                <a:moveTo>
                  <a:pt x="3933" y="3459"/>
                </a:moveTo>
                <a:lnTo>
                  <a:pt x="4065" y="3572"/>
                </a:lnTo>
                <a:lnTo>
                  <a:pt x="4146" y="3541"/>
                </a:lnTo>
                <a:lnTo>
                  <a:pt x="4063" y="3465"/>
                </a:lnTo>
              </a:path>
              <a:path w="21600" h="21600">
                <a:moveTo>
                  <a:pt x="5674" y="3454"/>
                </a:moveTo>
                <a:lnTo>
                  <a:pt x="5675" y="3480"/>
                </a:lnTo>
                <a:lnTo>
                  <a:pt x="5697" y="3479"/>
                </a:lnTo>
                <a:lnTo>
                  <a:pt x="5696" y="3476"/>
                </a:lnTo>
              </a:path>
              <a:path w="21600" h="21600">
                <a:moveTo>
                  <a:pt x="3343" y="3452"/>
                </a:moveTo>
                <a:lnTo>
                  <a:pt x="3326" y="3452"/>
                </a:lnTo>
                <a:lnTo>
                  <a:pt x="3308" y="3455"/>
                </a:lnTo>
                <a:lnTo>
                  <a:pt x="3272" y="3467"/>
                </a:lnTo>
                <a:lnTo>
                  <a:pt x="3367" y="3552"/>
                </a:lnTo>
                <a:lnTo>
                  <a:pt x="3447" y="3544"/>
                </a:lnTo>
              </a:path>
              <a:path w="21600" h="21600">
                <a:moveTo>
                  <a:pt x="8656" y="3451"/>
                </a:moveTo>
                <a:lnTo>
                  <a:pt x="8426" y="3698"/>
                </a:lnTo>
                <a:lnTo>
                  <a:pt x="8420" y="3702"/>
                </a:lnTo>
                <a:lnTo>
                  <a:pt x="8436" y="3757"/>
                </a:lnTo>
                <a:lnTo>
                  <a:pt x="8565" y="4010"/>
                </a:lnTo>
                <a:lnTo>
                  <a:pt x="8661" y="3940"/>
                </a:lnTo>
                <a:lnTo>
                  <a:pt x="8755" y="3835"/>
                </a:lnTo>
                <a:lnTo>
                  <a:pt x="8755" y="3834"/>
                </a:lnTo>
              </a:path>
              <a:path w="21600" h="21600">
                <a:moveTo>
                  <a:pt x="3738" y="3450"/>
                </a:moveTo>
                <a:lnTo>
                  <a:pt x="3746" y="3457"/>
                </a:lnTo>
                <a:lnTo>
                  <a:pt x="3762" y="3451"/>
                </a:lnTo>
              </a:path>
              <a:path w="21600" h="21600">
                <a:moveTo>
                  <a:pt x="5554" y="3450"/>
                </a:moveTo>
                <a:lnTo>
                  <a:pt x="5553" y="3481"/>
                </a:lnTo>
                <a:lnTo>
                  <a:pt x="5588" y="3481"/>
                </a:lnTo>
              </a:path>
              <a:path w="21600" h="21600">
                <a:moveTo>
                  <a:pt x="3501" y="3448"/>
                </a:moveTo>
                <a:lnTo>
                  <a:pt x="3411" y="3450"/>
                </a:lnTo>
                <a:lnTo>
                  <a:pt x="3510" y="3539"/>
                </a:lnTo>
                <a:lnTo>
                  <a:pt x="3526" y="3537"/>
                </a:lnTo>
                <a:lnTo>
                  <a:pt x="3578" y="3518"/>
                </a:lnTo>
              </a:path>
              <a:path w="21600" h="21600">
                <a:moveTo>
                  <a:pt x="1899" y="3447"/>
                </a:moveTo>
                <a:lnTo>
                  <a:pt x="1900" y="3451"/>
                </a:lnTo>
                <a:lnTo>
                  <a:pt x="1905" y="3449"/>
                </a:lnTo>
              </a:path>
              <a:path w="21600" h="21600">
                <a:moveTo>
                  <a:pt x="4751" y="3445"/>
                </a:moveTo>
                <a:lnTo>
                  <a:pt x="4741" y="3453"/>
                </a:lnTo>
                <a:lnTo>
                  <a:pt x="4765" y="3454"/>
                </a:lnTo>
              </a:path>
              <a:path w="21600" h="21600">
                <a:moveTo>
                  <a:pt x="3634" y="3445"/>
                </a:moveTo>
                <a:lnTo>
                  <a:pt x="3568" y="3446"/>
                </a:lnTo>
                <a:lnTo>
                  <a:pt x="3627" y="3500"/>
                </a:lnTo>
                <a:lnTo>
                  <a:pt x="3698" y="3475"/>
                </a:lnTo>
                <a:lnTo>
                  <a:pt x="3668" y="3447"/>
                </a:lnTo>
                <a:lnTo>
                  <a:pt x="3633" y="3446"/>
                </a:lnTo>
              </a:path>
              <a:path w="21600" h="21600">
                <a:moveTo>
                  <a:pt x="1750" y="3442"/>
                </a:moveTo>
                <a:lnTo>
                  <a:pt x="1561" y="3505"/>
                </a:lnTo>
                <a:lnTo>
                  <a:pt x="1599" y="3526"/>
                </a:lnTo>
                <a:lnTo>
                  <a:pt x="1732" y="3509"/>
                </a:lnTo>
                <a:lnTo>
                  <a:pt x="1752" y="3502"/>
                </a:lnTo>
                <a:lnTo>
                  <a:pt x="1758" y="3482"/>
                </a:lnTo>
              </a:path>
              <a:path w="21600" h="21600">
                <a:moveTo>
                  <a:pt x="811" y="3441"/>
                </a:moveTo>
                <a:lnTo>
                  <a:pt x="615" y="3508"/>
                </a:lnTo>
                <a:lnTo>
                  <a:pt x="559" y="3541"/>
                </a:lnTo>
                <a:lnTo>
                  <a:pt x="564" y="3546"/>
                </a:lnTo>
                <a:lnTo>
                  <a:pt x="641" y="3603"/>
                </a:lnTo>
                <a:lnTo>
                  <a:pt x="888" y="3613"/>
                </a:lnTo>
                <a:cubicBezTo>
                  <a:pt x="877" y="3571"/>
                  <a:pt x="860" y="3527"/>
                  <a:pt x="838" y="3480"/>
                </a:cubicBezTo>
              </a:path>
              <a:path w="21600" h="21600">
                <a:moveTo>
                  <a:pt x="2392" y="3439"/>
                </a:moveTo>
                <a:lnTo>
                  <a:pt x="2350" y="3529"/>
                </a:lnTo>
                <a:lnTo>
                  <a:pt x="2401" y="3534"/>
                </a:lnTo>
                <a:lnTo>
                  <a:pt x="2410" y="3528"/>
                </a:lnTo>
              </a:path>
              <a:path w="21600" h="21600">
                <a:moveTo>
                  <a:pt x="14337" y="3434"/>
                </a:moveTo>
                <a:lnTo>
                  <a:pt x="14307" y="3551"/>
                </a:lnTo>
                <a:lnTo>
                  <a:pt x="14299" y="3636"/>
                </a:lnTo>
              </a:path>
              <a:path w="21600" h="21600">
                <a:moveTo>
                  <a:pt x="859" y="3433"/>
                </a:moveTo>
                <a:lnTo>
                  <a:pt x="879" y="3462"/>
                </a:lnTo>
                <a:cubicBezTo>
                  <a:pt x="904" y="3514"/>
                  <a:pt x="922" y="3564"/>
                  <a:pt x="933" y="3612"/>
                </a:cubicBezTo>
                <a:lnTo>
                  <a:pt x="1069" y="3595"/>
                </a:lnTo>
                <a:lnTo>
                  <a:pt x="948" y="3513"/>
                </a:lnTo>
                <a:lnTo>
                  <a:pt x="919" y="3491"/>
                </a:lnTo>
              </a:path>
              <a:path w="21600" h="21600">
                <a:moveTo>
                  <a:pt x="2079" y="3433"/>
                </a:moveTo>
                <a:lnTo>
                  <a:pt x="2012" y="3456"/>
                </a:lnTo>
                <a:lnTo>
                  <a:pt x="2080" y="3493"/>
                </a:lnTo>
                <a:lnTo>
                  <a:pt x="2092" y="3496"/>
                </a:lnTo>
              </a:path>
              <a:path w="21600" h="21600">
                <a:moveTo>
                  <a:pt x="6563" y="3431"/>
                </a:moveTo>
                <a:lnTo>
                  <a:pt x="6345" y="3465"/>
                </a:lnTo>
                <a:lnTo>
                  <a:pt x="6555" y="3707"/>
                </a:lnTo>
                <a:lnTo>
                  <a:pt x="6561" y="3713"/>
                </a:lnTo>
                <a:lnTo>
                  <a:pt x="6761" y="3683"/>
                </a:lnTo>
              </a:path>
              <a:path w="21600" h="21600">
                <a:moveTo>
                  <a:pt x="1334" y="3427"/>
                </a:moveTo>
                <a:lnTo>
                  <a:pt x="1358" y="3528"/>
                </a:lnTo>
                <a:lnTo>
                  <a:pt x="1445" y="3498"/>
                </a:lnTo>
                <a:lnTo>
                  <a:pt x="1361" y="3446"/>
                </a:lnTo>
              </a:path>
              <a:path w="21600" h="21600">
                <a:moveTo>
                  <a:pt x="2436" y="3427"/>
                </a:moveTo>
                <a:lnTo>
                  <a:pt x="2449" y="3496"/>
                </a:lnTo>
                <a:lnTo>
                  <a:pt x="2505" y="3452"/>
                </a:lnTo>
                <a:lnTo>
                  <a:pt x="2478" y="3446"/>
                </a:lnTo>
              </a:path>
              <a:path w="21600" h="21600">
                <a:moveTo>
                  <a:pt x="1834" y="3413"/>
                </a:moveTo>
                <a:lnTo>
                  <a:pt x="1833" y="3414"/>
                </a:lnTo>
                <a:lnTo>
                  <a:pt x="1838" y="3473"/>
                </a:lnTo>
                <a:lnTo>
                  <a:pt x="1847" y="3469"/>
                </a:lnTo>
                <a:lnTo>
                  <a:pt x="1851" y="3425"/>
                </a:lnTo>
                <a:lnTo>
                  <a:pt x="1851" y="3422"/>
                </a:lnTo>
              </a:path>
              <a:path w="21600" h="21600">
                <a:moveTo>
                  <a:pt x="2736" y="3412"/>
                </a:moveTo>
                <a:lnTo>
                  <a:pt x="2738" y="3429"/>
                </a:lnTo>
                <a:lnTo>
                  <a:pt x="2760" y="3445"/>
                </a:lnTo>
                <a:lnTo>
                  <a:pt x="2767" y="3436"/>
                </a:lnTo>
              </a:path>
              <a:path w="21600" h="21600">
                <a:moveTo>
                  <a:pt x="2152" y="3408"/>
                </a:moveTo>
                <a:lnTo>
                  <a:pt x="2122" y="3418"/>
                </a:lnTo>
                <a:lnTo>
                  <a:pt x="2132" y="3468"/>
                </a:lnTo>
              </a:path>
              <a:path w="21600" h="21600">
                <a:moveTo>
                  <a:pt x="3455" y="3406"/>
                </a:moveTo>
                <a:lnTo>
                  <a:pt x="3448" y="3408"/>
                </a:lnTo>
                <a:lnTo>
                  <a:pt x="3458" y="3408"/>
                </a:lnTo>
              </a:path>
              <a:path w="21600" h="21600">
                <a:moveTo>
                  <a:pt x="2223" y="3400"/>
                </a:moveTo>
                <a:lnTo>
                  <a:pt x="2179" y="3518"/>
                </a:lnTo>
                <a:lnTo>
                  <a:pt x="2251" y="3537"/>
                </a:lnTo>
              </a:path>
              <a:path w="21600" h="21600">
                <a:moveTo>
                  <a:pt x="3545" y="3392"/>
                </a:moveTo>
                <a:lnTo>
                  <a:pt x="3529" y="3397"/>
                </a:lnTo>
                <a:lnTo>
                  <a:pt x="3516" y="3398"/>
                </a:lnTo>
                <a:lnTo>
                  <a:pt x="3527" y="3408"/>
                </a:lnTo>
                <a:lnTo>
                  <a:pt x="3626" y="3408"/>
                </a:lnTo>
                <a:lnTo>
                  <a:pt x="3619" y="3402"/>
                </a:lnTo>
                <a:lnTo>
                  <a:pt x="3559" y="3394"/>
                </a:lnTo>
              </a:path>
              <a:path w="21600" h="21600">
                <a:moveTo>
                  <a:pt x="5268" y="3387"/>
                </a:moveTo>
                <a:lnTo>
                  <a:pt x="5245" y="3434"/>
                </a:lnTo>
                <a:lnTo>
                  <a:pt x="5316" y="3485"/>
                </a:lnTo>
                <a:lnTo>
                  <a:pt x="5317" y="3485"/>
                </a:lnTo>
                <a:lnTo>
                  <a:pt x="5373" y="3484"/>
                </a:lnTo>
                <a:lnTo>
                  <a:pt x="5375" y="3443"/>
                </a:lnTo>
              </a:path>
              <a:path w="21600" h="21600">
                <a:moveTo>
                  <a:pt x="4790" y="3386"/>
                </a:moveTo>
                <a:lnTo>
                  <a:pt x="4773" y="3413"/>
                </a:lnTo>
                <a:lnTo>
                  <a:pt x="4842" y="3459"/>
                </a:lnTo>
                <a:lnTo>
                  <a:pt x="4943" y="3465"/>
                </a:lnTo>
                <a:lnTo>
                  <a:pt x="4956" y="3442"/>
                </a:lnTo>
                <a:lnTo>
                  <a:pt x="4934" y="3427"/>
                </a:lnTo>
              </a:path>
              <a:path w="21600" h="21600">
                <a:moveTo>
                  <a:pt x="4472" y="3380"/>
                </a:moveTo>
                <a:lnTo>
                  <a:pt x="4415" y="3424"/>
                </a:lnTo>
                <a:lnTo>
                  <a:pt x="4431" y="3435"/>
                </a:lnTo>
                <a:lnTo>
                  <a:pt x="4570" y="3443"/>
                </a:lnTo>
              </a:path>
              <a:path w="21600" h="21600">
                <a:moveTo>
                  <a:pt x="1939" y="3378"/>
                </a:moveTo>
                <a:lnTo>
                  <a:pt x="1898" y="3392"/>
                </a:lnTo>
                <a:lnTo>
                  <a:pt x="1897" y="3396"/>
                </a:lnTo>
                <a:lnTo>
                  <a:pt x="1947" y="3422"/>
                </a:lnTo>
              </a:path>
              <a:path w="21600" h="21600">
                <a:moveTo>
                  <a:pt x="2943" y="3370"/>
                </a:moveTo>
                <a:lnTo>
                  <a:pt x="2916" y="3392"/>
                </a:lnTo>
                <a:lnTo>
                  <a:pt x="2963" y="3390"/>
                </a:lnTo>
                <a:lnTo>
                  <a:pt x="2968" y="3389"/>
                </a:lnTo>
              </a:path>
              <a:path w="21600" h="21600">
                <a:moveTo>
                  <a:pt x="1988" y="3369"/>
                </a:moveTo>
                <a:lnTo>
                  <a:pt x="1983" y="3370"/>
                </a:lnTo>
                <a:lnTo>
                  <a:pt x="1985" y="3377"/>
                </a:lnTo>
              </a:path>
              <a:path w="21600" h="21600">
                <a:moveTo>
                  <a:pt x="7561" y="3369"/>
                </a:moveTo>
                <a:lnTo>
                  <a:pt x="7329" y="3526"/>
                </a:lnTo>
                <a:lnTo>
                  <a:pt x="7347" y="3567"/>
                </a:lnTo>
                <a:lnTo>
                  <a:pt x="7502" y="3800"/>
                </a:lnTo>
                <a:lnTo>
                  <a:pt x="7578" y="3770"/>
                </a:lnTo>
                <a:lnTo>
                  <a:pt x="7693" y="3690"/>
                </a:lnTo>
                <a:lnTo>
                  <a:pt x="7669" y="3649"/>
                </a:lnTo>
              </a:path>
              <a:path w="21600" h="21600">
                <a:moveTo>
                  <a:pt x="4100" y="3366"/>
                </a:moveTo>
                <a:lnTo>
                  <a:pt x="4075" y="3384"/>
                </a:lnTo>
                <a:lnTo>
                  <a:pt x="4045" y="3395"/>
                </a:lnTo>
                <a:lnTo>
                  <a:pt x="4071" y="3414"/>
                </a:lnTo>
                <a:lnTo>
                  <a:pt x="4175" y="3420"/>
                </a:lnTo>
              </a:path>
              <a:path w="21600" h="21600">
                <a:moveTo>
                  <a:pt x="2290" y="3360"/>
                </a:moveTo>
                <a:lnTo>
                  <a:pt x="2263" y="3369"/>
                </a:lnTo>
                <a:lnTo>
                  <a:pt x="2295" y="3522"/>
                </a:lnTo>
                <a:lnTo>
                  <a:pt x="2302" y="3522"/>
                </a:lnTo>
                <a:lnTo>
                  <a:pt x="2363" y="3393"/>
                </a:lnTo>
              </a:path>
              <a:path w="21600" h="21600">
                <a:moveTo>
                  <a:pt x="4692" y="3359"/>
                </a:moveTo>
                <a:lnTo>
                  <a:pt x="4738" y="3389"/>
                </a:lnTo>
                <a:lnTo>
                  <a:pt x="4748" y="3374"/>
                </a:lnTo>
              </a:path>
              <a:path w="21600" h="21600">
                <a:moveTo>
                  <a:pt x="2063" y="3358"/>
                </a:moveTo>
                <a:lnTo>
                  <a:pt x="2039" y="3362"/>
                </a:lnTo>
                <a:lnTo>
                  <a:pt x="2023" y="3408"/>
                </a:lnTo>
                <a:lnTo>
                  <a:pt x="2071" y="3392"/>
                </a:lnTo>
              </a:path>
              <a:path w="21600" h="21600">
                <a:moveTo>
                  <a:pt x="214" y="3354"/>
                </a:moveTo>
                <a:lnTo>
                  <a:pt x="21" y="3455"/>
                </a:lnTo>
                <a:lnTo>
                  <a:pt x="102" y="3554"/>
                </a:lnTo>
                <a:lnTo>
                  <a:pt x="372" y="3592"/>
                </a:lnTo>
                <a:lnTo>
                  <a:pt x="386" y="3593"/>
                </a:lnTo>
                <a:lnTo>
                  <a:pt x="398" y="3586"/>
                </a:lnTo>
              </a:path>
              <a:path w="21600" h="21600">
                <a:moveTo>
                  <a:pt x="5058" y="3353"/>
                </a:moveTo>
                <a:lnTo>
                  <a:pt x="5020" y="3419"/>
                </a:lnTo>
                <a:lnTo>
                  <a:pt x="5152" y="3477"/>
                </a:lnTo>
                <a:lnTo>
                  <a:pt x="5172" y="3478"/>
                </a:lnTo>
                <a:lnTo>
                  <a:pt x="5188" y="3447"/>
                </a:lnTo>
                <a:lnTo>
                  <a:pt x="5107" y="3390"/>
                </a:lnTo>
              </a:path>
              <a:path w="21600" h="21600">
                <a:moveTo>
                  <a:pt x="4815" y="3346"/>
                </a:moveTo>
                <a:lnTo>
                  <a:pt x="4814" y="3348"/>
                </a:lnTo>
                <a:lnTo>
                  <a:pt x="4820" y="3349"/>
                </a:lnTo>
              </a:path>
              <a:path w="21600" h="21600">
                <a:moveTo>
                  <a:pt x="2174" y="3341"/>
                </a:moveTo>
                <a:lnTo>
                  <a:pt x="2108" y="3351"/>
                </a:lnTo>
                <a:lnTo>
                  <a:pt x="2113" y="3377"/>
                </a:lnTo>
                <a:lnTo>
                  <a:pt x="2169" y="3358"/>
                </a:lnTo>
              </a:path>
              <a:path w="21600" h="21600">
                <a:moveTo>
                  <a:pt x="2439" y="3340"/>
                </a:moveTo>
                <a:lnTo>
                  <a:pt x="2425" y="3369"/>
                </a:lnTo>
                <a:lnTo>
                  <a:pt x="2426" y="3375"/>
                </a:lnTo>
                <a:lnTo>
                  <a:pt x="2496" y="3407"/>
                </a:lnTo>
                <a:lnTo>
                  <a:pt x="2547" y="3418"/>
                </a:lnTo>
                <a:lnTo>
                  <a:pt x="2548" y="3418"/>
                </a:lnTo>
                <a:lnTo>
                  <a:pt x="2553" y="3410"/>
                </a:lnTo>
                <a:lnTo>
                  <a:pt x="2553" y="3405"/>
                </a:lnTo>
              </a:path>
              <a:path w="21600" h="21600">
                <a:moveTo>
                  <a:pt x="2760" y="3340"/>
                </a:moveTo>
                <a:lnTo>
                  <a:pt x="2742" y="3361"/>
                </a:lnTo>
                <a:lnTo>
                  <a:pt x="2745" y="3363"/>
                </a:lnTo>
                <a:lnTo>
                  <a:pt x="2753" y="3369"/>
                </a:lnTo>
                <a:lnTo>
                  <a:pt x="2796" y="3377"/>
                </a:lnTo>
                <a:lnTo>
                  <a:pt x="2797" y="3367"/>
                </a:lnTo>
              </a:path>
              <a:path w="21600" h="21600">
                <a:moveTo>
                  <a:pt x="5556" y="3339"/>
                </a:moveTo>
                <a:lnTo>
                  <a:pt x="5555" y="3391"/>
                </a:lnTo>
                <a:lnTo>
                  <a:pt x="5630" y="3458"/>
                </a:lnTo>
                <a:lnTo>
                  <a:pt x="5629" y="3439"/>
                </a:lnTo>
                <a:lnTo>
                  <a:pt x="5617" y="3399"/>
                </a:lnTo>
              </a:path>
              <a:path w="21600" h="21600">
                <a:moveTo>
                  <a:pt x="3724" y="3339"/>
                </a:moveTo>
                <a:lnTo>
                  <a:pt x="3644" y="3363"/>
                </a:lnTo>
                <a:lnTo>
                  <a:pt x="3645" y="3363"/>
                </a:lnTo>
                <a:lnTo>
                  <a:pt x="3771" y="3380"/>
                </a:lnTo>
              </a:path>
              <a:path w="21600" h="21600">
                <a:moveTo>
                  <a:pt x="5425" y="3334"/>
                </a:moveTo>
                <a:lnTo>
                  <a:pt x="5422" y="3385"/>
                </a:lnTo>
                <a:lnTo>
                  <a:pt x="5491" y="3443"/>
                </a:lnTo>
                <a:lnTo>
                  <a:pt x="5509" y="3458"/>
                </a:lnTo>
                <a:lnTo>
                  <a:pt x="5510" y="3410"/>
                </a:lnTo>
              </a:path>
              <a:path w="21600" h="21600">
                <a:moveTo>
                  <a:pt x="2371" y="3332"/>
                </a:moveTo>
                <a:lnTo>
                  <a:pt x="2349" y="3339"/>
                </a:lnTo>
                <a:lnTo>
                  <a:pt x="2375" y="3351"/>
                </a:lnTo>
              </a:path>
              <a:path w="21600" h="21600">
                <a:moveTo>
                  <a:pt x="6843" y="3327"/>
                </a:moveTo>
                <a:lnTo>
                  <a:pt x="6611" y="3418"/>
                </a:lnTo>
                <a:lnTo>
                  <a:pt x="6813" y="3675"/>
                </a:lnTo>
                <a:lnTo>
                  <a:pt x="6843" y="3670"/>
                </a:lnTo>
                <a:lnTo>
                  <a:pt x="7008" y="3606"/>
                </a:lnTo>
                <a:lnTo>
                  <a:pt x="6914" y="3473"/>
                </a:lnTo>
              </a:path>
              <a:path w="21600" h="21600">
                <a:moveTo>
                  <a:pt x="5283" y="3326"/>
                </a:moveTo>
                <a:lnTo>
                  <a:pt x="5280" y="3357"/>
                </a:lnTo>
                <a:lnTo>
                  <a:pt x="5363" y="3394"/>
                </a:lnTo>
              </a:path>
              <a:path w="21600" h="21600">
                <a:moveTo>
                  <a:pt x="2999" y="3323"/>
                </a:moveTo>
                <a:lnTo>
                  <a:pt x="2989" y="3331"/>
                </a:lnTo>
                <a:lnTo>
                  <a:pt x="3062" y="3344"/>
                </a:lnTo>
                <a:lnTo>
                  <a:pt x="3041" y="3328"/>
                </a:lnTo>
              </a:path>
              <a:path w="21600" h="21600">
                <a:moveTo>
                  <a:pt x="4551" y="3318"/>
                </a:moveTo>
                <a:lnTo>
                  <a:pt x="4505" y="3354"/>
                </a:lnTo>
                <a:lnTo>
                  <a:pt x="4630" y="3446"/>
                </a:lnTo>
                <a:lnTo>
                  <a:pt x="4680" y="3449"/>
                </a:lnTo>
                <a:lnTo>
                  <a:pt x="4714" y="3421"/>
                </a:lnTo>
                <a:lnTo>
                  <a:pt x="4562" y="3321"/>
                </a:lnTo>
              </a:path>
              <a:path w="21600" h="21600">
                <a:moveTo>
                  <a:pt x="8258" y="3316"/>
                </a:moveTo>
                <a:lnTo>
                  <a:pt x="8158" y="3419"/>
                </a:lnTo>
                <a:lnTo>
                  <a:pt x="8013" y="3520"/>
                </a:lnTo>
                <a:lnTo>
                  <a:pt x="8073" y="3695"/>
                </a:lnTo>
                <a:lnTo>
                  <a:pt x="8152" y="3836"/>
                </a:lnTo>
                <a:lnTo>
                  <a:pt x="8366" y="3683"/>
                </a:lnTo>
              </a:path>
              <a:path w="21600" h="21600">
                <a:moveTo>
                  <a:pt x="288" y="3315"/>
                </a:moveTo>
                <a:lnTo>
                  <a:pt x="259" y="3330"/>
                </a:lnTo>
                <a:lnTo>
                  <a:pt x="436" y="3563"/>
                </a:lnTo>
                <a:lnTo>
                  <a:pt x="487" y="3533"/>
                </a:lnTo>
              </a:path>
              <a:path w="21600" h="21600">
                <a:moveTo>
                  <a:pt x="3467" y="3315"/>
                </a:moveTo>
                <a:lnTo>
                  <a:pt x="3457" y="3318"/>
                </a:lnTo>
                <a:lnTo>
                  <a:pt x="3437" y="3326"/>
                </a:lnTo>
                <a:lnTo>
                  <a:pt x="3437" y="3326"/>
                </a:lnTo>
                <a:lnTo>
                  <a:pt x="3438" y="3327"/>
                </a:lnTo>
              </a:path>
              <a:path w="21600" h="21600">
                <a:moveTo>
                  <a:pt x="4174" y="3312"/>
                </a:moveTo>
                <a:lnTo>
                  <a:pt x="4137" y="3339"/>
                </a:lnTo>
                <a:lnTo>
                  <a:pt x="4255" y="3425"/>
                </a:lnTo>
                <a:lnTo>
                  <a:pt x="4333" y="3429"/>
                </a:lnTo>
                <a:lnTo>
                  <a:pt x="4337" y="3426"/>
                </a:lnTo>
              </a:path>
              <a:path w="21600" h="21600">
                <a:moveTo>
                  <a:pt x="1195" y="3309"/>
                </a:moveTo>
                <a:lnTo>
                  <a:pt x="899" y="3411"/>
                </a:lnTo>
                <a:lnTo>
                  <a:pt x="946" y="3457"/>
                </a:lnTo>
                <a:lnTo>
                  <a:pt x="975" y="3479"/>
                </a:lnTo>
                <a:lnTo>
                  <a:pt x="1135" y="3586"/>
                </a:lnTo>
                <a:lnTo>
                  <a:pt x="1215" y="3576"/>
                </a:lnTo>
                <a:lnTo>
                  <a:pt x="1316" y="3542"/>
                </a:lnTo>
                <a:lnTo>
                  <a:pt x="1276" y="3379"/>
                </a:lnTo>
              </a:path>
              <a:path w="21600" h="21600">
                <a:moveTo>
                  <a:pt x="1835" y="3306"/>
                </a:moveTo>
                <a:lnTo>
                  <a:pt x="1832" y="3361"/>
                </a:lnTo>
                <a:lnTo>
                  <a:pt x="1840" y="3365"/>
                </a:lnTo>
                <a:lnTo>
                  <a:pt x="1843" y="3364"/>
                </a:lnTo>
              </a:path>
              <a:path w="21600" h="21600">
                <a:moveTo>
                  <a:pt x="2684" y="3306"/>
                </a:moveTo>
                <a:lnTo>
                  <a:pt x="2678" y="3312"/>
                </a:lnTo>
                <a:lnTo>
                  <a:pt x="2685" y="3318"/>
                </a:lnTo>
              </a:path>
              <a:path w="21600" h="21600">
                <a:moveTo>
                  <a:pt x="3847" y="3303"/>
                </a:moveTo>
                <a:lnTo>
                  <a:pt x="3774" y="3324"/>
                </a:lnTo>
                <a:lnTo>
                  <a:pt x="3852" y="3391"/>
                </a:lnTo>
                <a:lnTo>
                  <a:pt x="3908" y="3398"/>
                </a:lnTo>
                <a:lnTo>
                  <a:pt x="3954" y="3381"/>
                </a:lnTo>
              </a:path>
              <a:path w="21600" h="21600">
                <a:moveTo>
                  <a:pt x="5090" y="3296"/>
                </a:moveTo>
                <a:lnTo>
                  <a:pt x="5080" y="3315"/>
                </a:lnTo>
                <a:lnTo>
                  <a:pt x="5134" y="3355"/>
                </a:lnTo>
                <a:lnTo>
                  <a:pt x="5208" y="3408"/>
                </a:lnTo>
                <a:lnTo>
                  <a:pt x="5229" y="3367"/>
                </a:lnTo>
              </a:path>
              <a:path w="21600" h="21600">
                <a:moveTo>
                  <a:pt x="2580" y="3293"/>
                </a:moveTo>
                <a:lnTo>
                  <a:pt x="2586" y="3319"/>
                </a:lnTo>
                <a:lnTo>
                  <a:pt x="2588" y="3319"/>
                </a:lnTo>
                <a:lnTo>
                  <a:pt x="2591" y="3301"/>
                </a:lnTo>
              </a:path>
              <a:path w="21600" h="21600">
                <a:moveTo>
                  <a:pt x="3312" y="3285"/>
                </a:moveTo>
                <a:lnTo>
                  <a:pt x="3311" y="3286"/>
                </a:lnTo>
                <a:lnTo>
                  <a:pt x="3313" y="3285"/>
                </a:lnTo>
              </a:path>
              <a:path w="21600" h="21600">
                <a:moveTo>
                  <a:pt x="765" y="3281"/>
                </a:moveTo>
                <a:lnTo>
                  <a:pt x="864" y="3377"/>
                </a:lnTo>
                <a:lnTo>
                  <a:pt x="1125" y="3287"/>
                </a:lnTo>
              </a:path>
              <a:path w="21600" h="21600">
                <a:moveTo>
                  <a:pt x="3979" y="3278"/>
                </a:moveTo>
                <a:lnTo>
                  <a:pt x="3902" y="3289"/>
                </a:lnTo>
                <a:lnTo>
                  <a:pt x="4003" y="3364"/>
                </a:lnTo>
                <a:lnTo>
                  <a:pt x="4051" y="3346"/>
                </a:lnTo>
                <a:lnTo>
                  <a:pt x="4062" y="3338"/>
                </a:lnTo>
              </a:path>
              <a:path w="21600" h="21600">
                <a:moveTo>
                  <a:pt x="1919" y="3277"/>
                </a:moveTo>
                <a:lnTo>
                  <a:pt x="1904" y="3344"/>
                </a:lnTo>
                <a:lnTo>
                  <a:pt x="1930" y="3335"/>
                </a:lnTo>
              </a:path>
              <a:path w="21600" h="21600">
                <a:moveTo>
                  <a:pt x="4401" y="3276"/>
                </a:moveTo>
                <a:lnTo>
                  <a:pt x="4468" y="3325"/>
                </a:lnTo>
                <a:lnTo>
                  <a:pt x="4497" y="3303"/>
                </a:lnTo>
                <a:lnTo>
                  <a:pt x="4401" y="3276"/>
                </a:lnTo>
              </a:path>
              <a:path w="21600" h="21600">
                <a:moveTo>
                  <a:pt x="2962" y="3271"/>
                </a:moveTo>
                <a:lnTo>
                  <a:pt x="2948" y="3273"/>
                </a:lnTo>
                <a:lnTo>
                  <a:pt x="2969" y="3276"/>
                </a:lnTo>
              </a:path>
              <a:path w="21600" h="21600">
                <a:moveTo>
                  <a:pt x="414" y="3259"/>
                </a:moveTo>
                <a:lnTo>
                  <a:pt x="354" y="3281"/>
                </a:lnTo>
                <a:lnTo>
                  <a:pt x="328" y="3294"/>
                </a:lnTo>
                <a:lnTo>
                  <a:pt x="526" y="3510"/>
                </a:lnTo>
                <a:lnTo>
                  <a:pt x="595" y="3469"/>
                </a:lnTo>
                <a:lnTo>
                  <a:pt x="785" y="3404"/>
                </a:lnTo>
                <a:lnTo>
                  <a:pt x="698" y="3279"/>
                </a:lnTo>
                <a:lnTo>
                  <a:pt x="537" y="3277"/>
                </a:lnTo>
              </a:path>
              <a:path w="21600" h="21600">
                <a:moveTo>
                  <a:pt x="2086" y="3254"/>
                </a:moveTo>
                <a:lnTo>
                  <a:pt x="2099" y="3309"/>
                </a:lnTo>
                <a:lnTo>
                  <a:pt x="2161" y="3300"/>
                </a:lnTo>
                <a:lnTo>
                  <a:pt x="2138" y="3288"/>
                </a:lnTo>
              </a:path>
              <a:path w="21600" h="21600">
                <a:moveTo>
                  <a:pt x="3103" y="3254"/>
                </a:moveTo>
                <a:lnTo>
                  <a:pt x="3026" y="3263"/>
                </a:lnTo>
                <a:lnTo>
                  <a:pt x="3026" y="3266"/>
                </a:lnTo>
                <a:lnTo>
                  <a:pt x="3056" y="3288"/>
                </a:lnTo>
                <a:lnTo>
                  <a:pt x="3170" y="3303"/>
                </a:lnTo>
              </a:path>
              <a:path w="21600" h="21600">
                <a:moveTo>
                  <a:pt x="4991" y="3249"/>
                </a:moveTo>
                <a:lnTo>
                  <a:pt x="5044" y="3288"/>
                </a:lnTo>
                <a:lnTo>
                  <a:pt x="5051" y="3276"/>
                </a:lnTo>
                <a:lnTo>
                  <a:pt x="5018" y="3258"/>
                </a:lnTo>
              </a:path>
              <a:path w="21600" h="21600">
                <a:moveTo>
                  <a:pt x="4826" y="3248"/>
                </a:moveTo>
                <a:lnTo>
                  <a:pt x="4748" y="3249"/>
                </a:lnTo>
                <a:cubicBezTo>
                  <a:pt x="4758" y="3255"/>
                  <a:pt x="4769" y="3262"/>
                  <a:pt x="4779" y="3269"/>
                </a:cubicBezTo>
                <a:lnTo>
                  <a:pt x="4803" y="3285"/>
                </a:lnTo>
              </a:path>
              <a:path w="21600" h="21600">
                <a:moveTo>
                  <a:pt x="4917" y="3247"/>
                </a:moveTo>
                <a:lnTo>
                  <a:pt x="4876" y="3248"/>
                </a:lnTo>
                <a:lnTo>
                  <a:pt x="4838" y="3309"/>
                </a:lnTo>
                <a:lnTo>
                  <a:pt x="4962" y="3394"/>
                </a:lnTo>
                <a:lnTo>
                  <a:pt x="4979" y="3401"/>
                </a:lnTo>
                <a:lnTo>
                  <a:pt x="5022" y="3326"/>
                </a:lnTo>
              </a:path>
              <a:path w="21600" h="21600">
                <a:moveTo>
                  <a:pt x="4265" y="3247"/>
                </a:moveTo>
                <a:lnTo>
                  <a:pt x="4216" y="3282"/>
                </a:lnTo>
                <a:lnTo>
                  <a:pt x="4376" y="3396"/>
                </a:lnTo>
                <a:lnTo>
                  <a:pt x="4431" y="3354"/>
                </a:lnTo>
              </a:path>
              <a:path w="21600" h="21600">
                <a:moveTo>
                  <a:pt x="4079" y="3246"/>
                </a:moveTo>
                <a:lnTo>
                  <a:pt x="4034" y="3263"/>
                </a:lnTo>
                <a:lnTo>
                  <a:pt x="4034" y="3263"/>
                </a:lnTo>
                <a:lnTo>
                  <a:pt x="4100" y="3311"/>
                </a:lnTo>
                <a:lnTo>
                  <a:pt x="4135" y="3285"/>
                </a:lnTo>
              </a:path>
              <a:path w="21600" h="21600">
                <a:moveTo>
                  <a:pt x="5068" y="3246"/>
                </a:moveTo>
                <a:lnTo>
                  <a:pt x="5033" y="3246"/>
                </a:lnTo>
                <a:lnTo>
                  <a:pt x="5061" y="3259"/>
                </a:lnTo>
              </a:path>
              <a:path w="21600" h="21600">
                <a:moveTo>
                  <a:pt x="5187" y="3245"/>
                </a:moveTo>
                <a:lnTo>
                  <a:pt x="5119" y="3245"/>
                </a:lnTo>
                <a:lnTo>
                  <a:pt x="5101" y="3277"/>
                </a:lnTo>
                <a:lnTo>
                  <a:pt x="5237" y="3337"/>
                </a:lnTo>
                <a:lnTo>
                  <a:pt x="5241" y="3291"/>
                </a:lnTo>
              </a:path>
              <a:path w="21600" h="21600">
                <a:moveTo>
                  <a:pt x="5313" y="3244"/>
                </a:moveTo>
                <a:lnTo>
                  <a:pt x="5291" y="3244"/>
                </a:lnTo>
                <a:lnTo>
                  <a:pt x="5288" y="3272"/>
                </a:lnTo>
                <a:lnTo>
                  <a:pt x="5381" y="3350"/>
                </a:lnTo>
                <a:lnTo>
                  <a:pt x="5384" y="3297"/>
                </a:lnTo>
                <a:lnTo>
                  <a:pt x="5341" y="3258"/>
                </a:lnTo>
              </a:path>
              <a:path w="21600" h="21600">
                <a:moveTo>
                  <a:pt x="5456" y="3242"/>
                </a:moveTo>
                <a:lnTo>
                  <a:pt x="5431" y="3243"/>
                </a:lnTo>
                <a:lnTo>
                  <a:pt x="5429" y="3277"/>
                </a:lnTo>
                <a:lnTo>
                  <a:pt x="5511" y="3351"/>
                </a:lnTo>
                <a:lnTo>
                  <a:pt x="5512" y="3296"/>
                </a:lnTo>
              </a:path>
              <a:path w="21600" h="21600">
                <a:moveTo>
                  <a:pt x="4626" y="3242"/>
                </a:moveTo>
                <a:lnTo>
                  <a:pt x="4599" y="3282"/>
                </a:lnTo>
                <a:lnTo>
                  <a:pt x="4590" y="3288"/>
                </a:lnTo>
                <a:lnTo>
                  <a:pt x="4771" y="3336"/>
                </a:lnTo>
                <a:lnTo>
                  <a:pt x="4780" y="3322"/>
                </a:lnTo>
                <a:lnTo>
                  <a:pt x="4753" y="3303"/>
                </a:lnTo>
                <a:cubicBezTo>
                  <a:pt x="4721" y="3283"/>
                  <a:pt x="4690" y="3263"/>
                  <a:pt x="4660" y="3244"/>
                </a:cubicBezTo>
              </a:path>
              <a:path w="21600" h="21600">
                <a:moveTo>
                  <a:pt x="278" y="3240"/>
                </a:moveTo>
                <a:lnTo>
                  <a:pt x="298" y="3261"/>
                </a:lnTo>
                <a:lnTo>
                  <a:pt x="326" y="3246"/>
                </a:lnTo>
              </a:path>
              <a:path w="21600" h="21600">
                <a:moveTo>
                  <a:pt x="2259" y="3237"/>
                </a:moveTo>
                <a:lnTo>
                  <a:pt x="2244" y="3281"/>
                </a:lnTo>
                <a:lnTo>
                  <a:pt x="2245" y="3287"/>
                </a:lnTo>
                <a:lnTo>
                  <a:pt x="2325" y="3275"/>
                </a:lnTo>
              </a:path>
              <a:path w="21600" h="21600">
                <a:moveTo>
                  <a:pt x="1576" y="3236"/>
                </a:moveTo>
                <a:lnTo>
                  <a:pt x="1269" y="3283"/>
                </a:lnTo>
                <a:lnTo>
                  <a:pt x="1269" y="3283"/>
                </a:lnTo>
                <a:lnTo>
                  <a:pt x="1315" y="3351"/>
                </a:lnTo>
                <a:lnTo>
                  <a:pt x="1317" y="3359"/>
                </a:lnTo>
                <a:lnTo>
                  <a:pt x="1351" y="3387"/>
                </a:lnTo>
                <a:lnTo>
                  <a:pt x="1386" y="3411"/>
                </a:lnTo>
                <a:lnTo>
                  <a:pt x="1508" y="3477"/>
                </a:lnTo>
                <a:lnTo>
                  <a:pt x="1740" y="3399"/>
                </a:lnTo>
                <a:lnTo>
                  <a:pt x="1731" y="3354"/>
                </a:lnTo>
              </a:path>
              <a:path w="21600" h="21600">
                <a:moveTo>
                  <a:pt x="4509" y="3236"/>
                </a:moveTo>
                <a:lnTo>
                  <a:pt x="4549" y="3263"/>
                </a:lnTo>
                <a:lnTo>
                  <a:pt x="4564" y="3251"/>
                </a:lnTo>
                <a:lnTo>
                  <a:pt x="4572" y="3239"/>
                </a:lnTo>
              </a:path>
              <a:path w="21600" h="21600">
                <a:moveTo>
                  <a:pt x="5783" y="3233"/>
                </a:moveTo>
                <a:lnTo>
                  <a:pt x="5744" y="3240"/>
                </a:lnTo>
                <a:lnTo>
                  <a:pt x="5670" y="3240"/>
                </a:lnTo>
                <a:lnTo>
                  <a:pt x="5728" y="3370"/>
                </a:lnTo>
                <a:lnTo>
                  <a:pt x="5795" y="3478"/>
                </a:lnTo>
                <a:lnTo>
                  <a:pt x="5999" y="3475"/>
                </a:lnTo>
                <a:lnTo>
                  <a:pt x="5836" y="3304"/>
                </a:lnTo>
              </a:path>
              <a:path w="21600" h="21600">
                <a:moveTo>
                  <a:pt x="3898" y="3232"/>
                </a:moveTo>
                <a:lnTo>
                  <a:pt x="3851" y="3252"/>
                </a:lnTo>
                <a:lnTo>
                  <a:pt x="3853" y="3253"/>
                </a:lnTo>
                <a:lnTo>
                  <a:pt x="3901" y="3234"/>
                </a:lnTo>
              </a:path>
              <a:path w="21600" h="21600">
                <a:moveTo>
                  <a:pt x="3184" y="3228"/>
                </a:moveTo>
                <a:lnTo>
                  <a:pt x="3154" y="3238"/>
                </a:lnTo>
                <a:lnTo>
                  <a:pt x="3227" y="3292"/>
                </a:lnTo>
                <a:lnTo>
                  <a:pt x="3274" y="3257"/>
                </a:lnTo>
              </a:path>
              <a:path w="21600" h="21600">
                <a:moveTo>
                  <a:pt x="4364" y="3228"/>
                </a:moveTo>
                <a:lnTo>
                  <a:pt x="4457" y="3253"/>
                </a:lnTo>
                <a:lnTo>
                  <a:pt x="4424" y="3231"/>
                </a:lnTo>
              </a:path>
              <a:path w="21600" h="21600">
                <a:moveTo>
                  <a:pt x="179" y="3225"/>
                </a:moveTo>
                <a:lnTo>
                  <a:pt x="232" y="3295"/>
                </a:lnTo>
                <a:lnTo>
                  <a:pt x="258" y="3282"/>
                </a:lnTo>
                <a:lnTo>
                  <a:pt x="221" y="3242"/>
                </a:lnTo>
                <a:lnTo>
                  <a:pt x="217" y="3231"/>
                </a:lnTo>
              </a:path>
              <a:path w="21600" h="21600">
                <a:moveTo>
                  <a:pt x="4138" y="3224"/>
                </a:moveTo>
                <a:lnTo>
                  <a:pt x="4137" y="3225"/>
                </a:lnTo>
                <a:lnTo>
                  <a:pt x="4178" y="3254"/>
                </a:lnTo>
                <a:lnTo>
                  <a:pt x="4204" y="3236"/>
                </a:lnTo>
              </a:path>
              <a:path w="21600" h="21600">
                <a:moveTo>
                  <a:pt x="3396" y="3221"/>
                </a:moveTo>
                <a:lnTo>
                  <a:pt x="3376" y="3236"/>
                </a:lnTo>
                <a:lnTo>
                  <a:pt x="3424" y="3242"/>
                </a:lnTo>
              </a:path>
              <a:path w="21600" h="21600">
                <a:moveTo>
                  <a:pt x="1685" y="3219"/>
                </a:moveTo>
                <a:lnTo>
                  <a:pt x="1634" y="3227"/>
                </a:lnTo>
                <a:lnTo>
                  <a:pt x="1717" y="3290"/>
                </a:lnTo>
                <a:lnTo>
                  <a:pt x="1710" y="3257"/>
                </a:lnTo>
              </a:path>
              <a:path w="21600" h="21600">
                <a:moveTo>
                  <a:pt x="2997" y="3217"/>
                </a:moveTo>
                <a:lnTo>
                  <a:pt x="2966" y="3222"/>
                </a:lnTo>
                <a:lnTo>
                  <a:pt x="2971" y="3226"/>
                </a:lnTo>
                <a:lnTo>
                  <a:pt x="2995" y="3223"/>
                </a:lnTo>
              </a:path>
              <a:path w="21600" h="21600">
                <a:moveTo>
                  <a:pt x="3046" y="3212"/>
                </a:moveTo>
                <a:lnTo>
                  <a:pt x="3044" y="3217"/>
                </a:lnTo>
                <a:lnTo>
                  <a:pt x="3051" y="3216"/>
                </a:lnTo>
              </a:path>
              <a:path w="21600" h="21600">
                <a:moveTo>
                  <a:pt x="1752" y="3209"/>
                </a:moveTo>
                <a:lnTo>
                  <a:pt x="1733" y="3212"/>
                </a:lnTo>
                <a:lnTo>
                  <a:pt x="1750" y="3239"/>
                </a:lnTo>
              </a:path>
              <a:path w="21600" h="21600">
                <a:moveTo>
                  <a:pt x="3352" y="3199"/>
                </a:moveTo>
                <a:lnTo>
                  <a:pt x="3273" y="3202"/>
                </a:lnTo>
                <a:lnTo>
                  <a:pt x="3299" y="3221"/>
                </a:lnTo>
                <a:lnTo>
                  <a:pt x="3315" y="3226"/>
                </a:lnTo>
              </a:path>
              <a:path w="21600" h="21600">
                <a:moveTo>
                  <a:pt x="3468" y="3196"/>
                </a:moveTo>
                <a:lnTo>
                  <a:pt x="3469" y="3196"/>
                </a:lnTo>
                <a:lnTo>
                  <a:pt x="3437" y="3197"/>
                </a:lnTo>
                <a:lnTo>
                  <a:pt x="3483" y="3231"/>
                </a:lnTo>
                <a:lnTo>
                  <a:pt x="3535" y="3216"/>
                </a:lnTo>
                <a:lnTo>
                  <a:pt x="3503" y="3197"/>
                </a:lnTo>
                <a:lnTo>
                  <a:pt x="3469" y="3196"/>
                </a:lnTo>
                <a:lnTo>
                  <a:pt x="3470" y="3196"/>
                </a:lnTo>
              </a:path>
              <a:path w="21600" h="21600">
                <a:moveTo>
                  <a:pt x="1523" y="3196"/>
                </a:moveTo>
                <a:lnTo>
                  <a:pt x="1495" y="3205"/>
                </a:lnTo>
                <a:lnTo>
                  <a:pt x="1529" y="3200"/>
                </a:lnTo>
              </a:path>
              <a:path w="21600" h="21600">
                <a:moveTo>
                  <a:pt x="2718" y="3194"/>
                </a:moveTo>
                <a:lnTo>
                  <a:pt x="2720" y="3215"/>
                </a:lnTo>
                <a:lnTo>
                  <a:pt x="2742" y="3212"/>
                </a:lnTo>
              </a:path>
              <a:path w="21600" h="21600">
                <a:moveTo>
                  <a:pt x="7133" y="3193"/>
                </a:moveTo>
                <a:lnTo>
                  <a:pt x="7054" y="3245"/>
                </a:lnTo>
                <a:lnTo>
                  <a:pt x="6885" y="3311"/>
                </a:lnTo>
                <a:lnTo>
                  <a:pt x="6954" y="3453"/>
                </a:lnTo>
                <a:lnTo>
                  <a:pt x="7051" y="3589"/>
                </a:lnTo>
                <a:lnTo>
                  <a:pt x="7270" y="3503"/>
                </a:lnTo>
              </a:path>
              <a:path w="21600" h="21600">
                <a:moveTo>
                  <a:pt x="1895" y="3187"/>
                </a:moveTo>
                <a:lnTo>
                  <a:pt x="1864" y="3192"/>
                </a:lnTo>
                <a:lnTo>
                  <a:pt x="1876" y="3273"/>
                </a:lnTo>
              </a:path>
              <a:path w="21600" h="21600">
                <a:moveTo>
                  <a:pt x="616" y="3185"/>
                </a:moveTo>
                <a:lnTo>
                  <a:pt x="499" y="3228"/>
                </a:lnTo>
                <a:lnTo>
                  <a:pt x="542" y="3234"/>
                </a:lnTo>
                <a:lnTo>
                  <a:pt x="658" y="3236"/>
                </a:lnTo>
                <a:lnTo>
                  <a:pt x="623" y="3203"/>
                </a:lnTo>
              </a:path>
              <a:path w="21600" h="21600">
                <a:moveTo>
                  <a:pt x="6081" y="3185"/>
                </a:moveTo>
                <a:lnTo>
                  <a:pt x="5832" y="3225"/>
                </a:lnTo>
                <a:lnTo>
                  <a:pt x="5871" y="3277"/>
                </a:lnTo>
                <a:lnTo>
                  <a:pt x="6054" y="3468"/>
                </a:lnTo>
                <a:lnTo>
                  <a:pt x="6259" y="3436"/>
                </a:lnTo>
                <a:lnTo>
                  <a:pt x="6193" y="3359"/>
                </a:lnTo>
              </a:path>
              <a:path w="21600" h="21600">
                <a:moveTo>
                  <a:pt x="2900" y="3170"/>
                </a:moveTo>
                <a:lnTo>
                  <a:pt x="2898" y="3173"/>
                </a:lnTo>
                <a:lnTo>
                  <a:pt x="2900" y="3174"/>
                </a:lnTo>
              </a:path>
              <a:path w="21600" h="21600">
                <a:moveTo>
                  <a:pt x="1953" y="3169"/>
                </a:moveTo>
                <a:lnTo>
                  <a:pt x="1945" y="3172"/>
                </a:lnTo>
                <a:lnTo>
                  <a:pt x="1953" y="3209"/>
                </a:lnTo>
                <a:lnTo>
                  <a:pt x="1975" y="3328"/>
                </a:lnTo>
                <a:lnTo>
                  <a:pt x="2003" y="3323"/>
                </a:lnTo>
                <a:lnTo>
                  <a:pt x="2035" y="3229"/>
                </a:lnTo>
                <a:lnTo>
                  <a:pt x="2033" y="3220"/>
                </a:lnTo>
              </a:path>
              <a:path w="21600" h="21600">
                <a:moveTo>
                  <a:pt x="4297" y="3169"/>
                </a:moveTo>
                <a:lnTo>
                  <a:pt x="4274" y="3174"/>
                </a:lnTo>
                <a:lnTo>
                  <a:pt x="4259" y="3180"/>
                </a:lnTo>
                <a:lnTo>
                  <a:pt x="4281" y="3181"/>
                </a:lnTo>
              </a:path>
              <a:path w="21600" h="21600">
                <a:moveTo>
                  <a:pt x="2985" y="3168"/>
                </a:moveTo>
                <a:lnTo>
                  <a:pt x="2982" y="3176"/>
                </a:lnTo>
                <a:lnTo>
                  <a:pt x="2994" y="3174"/>
                </a:lnTo>
              </a:path>
              <a:path w="21600" h="21600">
                <a:moveTo>
                  <a:pt x="5159" y="3162"/>
                </a:moveTo>
                <a:lnTo>
                  <a:pt x="5201" y="3198"/>
                </a:lnTo>
                <a:lnTo>
                  <a:pt x="5226" y="3197"/>
                </a:lnTo>
              </a:path>
              <a:path w="21600" h="21600">
                <a:moveTo>
                  <a:pt x="2108" y="3157"/>
                </a:moveTo>
                <a:lnTo>
                  <a:pt x="2092" y="3205"/>
                </a:lnTo>
                <a:lnTo>
                  <a:pt x="2160" y="3250"/>
                </a:lnTo>
                <a:lnTo>
                  <a:pt x="2171" y="3255"/>
                </a:lnTo>
                <a:lnTo>
                  <a:pt x="2161" y="3188"/>
                </a:lnTo>
              </a:path>
              <a:path w="21600" h="21600">
                <a:moveTo>
                  <a:pt x="7874" y="3157"/>
                </a:moveTo>
                <a:lnTo>
                  <a:pt x="7599" y="3343"/>
                </a:lnTo>
                <a:lnTo>
                  <a:pt x="7710" y="3631"/>
                </a:lnTo>
                <a:lnTo>
                  <a:pt x="7730" y="3664"/>
                </a:lnTo>
                <a:lnTo>
                  <a:pt x="7962" y="3503"/>
                </a:lnTo>
                <a:lnTo>
                  <a:pt x="7880" y="3260"/>
                </a:lnTo>
              </a:path>
              <a:path w="21600" h="21600">
                <a:moveTo>
                  <a:pt x="1642" y="3155"/>
                </a:moveTo>
                <a:lnTo>
                  <a:pt x="1571" y="3179"/>
                </a:lnTo>
                <a:lnTo>
                  <a:pt x="1586" y="3191"/>
                </a:lnTo>
                <a:lnTo>
                  <a:pt x="1659" y="3180"/>
                </a:lnTo>
              </a:path>
              <a:path w="21600" h="21600">
                <a:moveTo>
                  <a:pt x="4089" y="3151"/>
                </a:moveTo>
                <a:lnTo>
                  <a:pt x="4060" y="3163"/>
                </a:lnTo>
                <a:lnTo>
                  <a:pt x="4068" y="3164"/>
                </a:lnTo>
                <a:lnTo>
                  <a:pt x="4094" y="3153"/>
                </a:lnTo>
              </a:path>
              <a:path w="21600" h="21600">
                <a:moveTo>
                  <a:pt x="2016" y="3147"/>
                </a:moveTo>
                <a:lnTo>
                  <a:pt x="2008" y="3150"/>
                </a:lnTo>
                <a:lnTo>
                  <a:pt x="2018" y="3156"/>
                </a:lnTo>
              </a:path>
              <a:path w="21600" h="21600">
                <a:moveTo>
                  <a:pt x="2657" y="3146"/>
                </a:moveTo>
                <a:lnTo>
                  <a:pt x="2650" y="3150"/>
                </a:lnTo>
                <a:lnTo>
                  <a:pt x="2658" y="3191"/>
                </a:lnTo>
                <a:lnTo>
                  <a:pt x="2655" y="3207"/>
                </a:lnTo>
                <a:lnTo>
                  <a:pt x="2663" y="3213"/>
                </a:lnTo>
                <a:lnTo>
                  <a:pt x="2676" y="3214"/>
                </a:lnTo>
                <a:lnTo>
                  <a:pt x="2671" y="3157"/>
                </a:lnTo>
              </a:path>
              <a:path w="21600" h="21600">
                <a:moveTo>
                  <a:pt x="2381" y="3141"/>
                </a:moveTo>
                <a:lnTo>
                  <a:pt x="2383" y="3153"/>
                </a:lnTo>
                <a:lnTo>
                  <a:pt x="2408" y="3162"/>
                </a:lnTo>
              </a:path>
              <a:path w="21600" h="21600">
                <a:moveTo>
                  <a:pt x="4695" y="3139"/>
                </a:moveTo>
                <a:lnTo>
                  <a:pt x="4661" y="3189"/>
                </a:lnTo>
                <a:lnTo>
                  <a:pt x="4678" y="3200"/>
                </a:lnTo>
                <a:lnTo>
                  <a:pt x="4677" y="3200"/>
                </a:lnTo>
                <a:lnTo>
                  <a:pt x="4678" y="3200"/>
                </a:lnTo>
                <a:lnTo>
                  <a:pt x="4678" y="3200"/>
                </a:lnTo>
                <a:lnTo>
                  <a:pt x="4853" y="3199"/>
                </a:lnTo>
                <a:lnTo>
                  <a:pt x="4847" y="3195"/>
                </a:lnTo>
              </a:path>
              <a:path w="21600" h="21600">
                <a:moveTo>
                  <a:pt x="4259" y="3131"/>
                </a:moveTo>
                <a:lnTo>
                  <a:pt x="4246" y="3137"/>
                </a:lnTo>
                <a:lnTo>
                  <a:pt x="4254" y="3135"/>
                </a:lnTo>
                <a:lnTo>
                  <a:pt x="4261" y="3133"/>
                </a:lnTo>
              </a:path>
              <a:path w="21600" h="21600">
                <a:moveTo>
                  <a:pt x="2062" y="3131"/>
                </a:moveTo>
                <a:lnTo>
                  <a:pt x="2059" y="3132"/>
                </a:lnTo>
                <a:lnTo>
                  <a:pt x="2062" y="3148"/>
                </a:lnTo>
                <a:lnTo>
                  <a:pt x="2067" y="3133"/>
                </a:lnTo>
              </a:path>
              <a:path w="21600" h="21600">
                <a:moveTo>
                  <a:pt x="1756" y="3130"/>
                </a:moveTo>
                <a:lnTo>
                  <a:pt x="1687" y="3141"/>
                </a:lnTo>
                <a:lnTo>
                  <a:pt x="1707" y="3173"/>
                </a:lnTo>
                <a:lnTo>
                  <a:pt x="1754" y="3166"/>
                </a:lnTo>
              </a:path>
              <a:path w="21600" h="21600">
                <a:moveTo>
                  <a:pt x="3510" y="3126"/>
                </a:moveTo>
                <a:lnTo>
                  <a:pt x="3479" y="3135"/>
                </a:lnTo>
                <a:lnTo>
                  <a:pt x="3517" y="3158"/>
                </a:lnTo>
                <a:lnTo>
                  <a:pt x="3597" y="3157"/>
                </a:lnTo>
                <a:lnTo>
                  <a:pt x="3571" y="3142"/>
                </a:lnTo>
              </a:path>
              <a:path w="21600" h="21600">
                <a:moveTo>
                  <a:pt x="4487" y="3124"/>
                </a:moveTo>
                <a:lnTo>
                  <a:pt x="4410" y="3142"/>
                </a:lnTo>
                <a:lnTo>
                  <a:pt x="4389" y="3158"/>
                </a:lnTo>
                <a:lnTo>
                  <a:pt x="4424" y="3179"/>
                </a:lnTo>
                <a:lnTo>
                  <a:pt x="4439" y="3189"/>
                </a:lnTo>
                <a:lnTo>
                  <a:pt x="4591" y="3197"/>
                </a:lnTo>
              </a:path>
              <a:path w="21600" h="21600">
                <a:moveTo>
                  <a:pt x="6386" y="3119"/>
                </a:moveTo>
                <a:lnTo>
                  <a:pt x="6310" y="3148"/>
                </a:lnTo>
                <a:lnTo>
                  <a:pt x="6130" y="3177"/>
                </a:lnTo>
                <a:lnTo>
                  <a:pt x="6231" y="3334"/>
                </a:lnTo>
                <a:lnTo>
                  <a:pt x="6312" y="3427"/>
                </a:lnTo>
                <a:lnTo>
                  <a:pt x="6538" y="3392"/>
                </a:lnTo>
              </a:path>
              <a:path w="21600" h="21600">
                <a:moveTo>
                  <a:pt x="3082" y="3115"/>
                </a:moveTo>
                <a:lnTo>
                  <a:pt x="3070" y="3146"/>
                </a:lnTo>
                <a:lnTo>
                  <a:pt x="3123" y="3163"/>
                </a:lnTo>
                <a:lnTo>
                  <a:pt x="3147" y="3163"/>
                </a:lnTo>
              </a:path>
              <a:path w="21600" h="21600">
                <a:moveTo>
                  <a:pt x="1865" y="3113"/>
                </a:moveTo>
                <a:lnTo>
                  <a:pt x="1854" y="3114"/>
                </a:lnTo>
                <a:lnTo>
                  <a:pt x="1859" y="3150"/>
                </a:lnTo>
                <a:lnTo>
                  <a:pt x="1893" y="3144"/>
                </a:lnTo>
                <a:lnTo>
                  <a:pt x="1890" y="3129"/>
                </a:lnTo>
              </a:path>
              <a:path w="21600" h="21600">
                <a:moveTo>
                  <a:pt x="5517" y="3112"/>
                </a:moveTo>
                <a:lnTo>
                  <a:pt x="5525" y="3142"/>
                </a:lnTo>
                <a:lnTo>
                  <a:pt x="5546" y="3164"/>
                </a:lnTo>
                <a:lnTo>
                  <a:pt x="5538" y="3138"/>
                </a:lnTo>
              </a:path>
              <a:path w="21600" h="21600">
                <a:moveTo>
                  <a:pt x="2597" y="3109"/>
                </a:moveTo>
                <a:lnTo>
                  <a:pt x="2546" y="3113"/>
                </a:lnTo>
                <a:lnTo>
                  <a:pt x="2545" y="3115"/>
                </a:lnTo>
                <a:lnTo>
                  <a:pt x="2547" y="3126"/>
                </a:lnTo>
                <a:lnTo>
                  <a:pt x="2578" y="3149"/>
                </a:lnTo>
                <a:lnTo>
                  <a:pt x="2602" y="3133"/>
                </a:lnTo>
              </a:path>
              <a:path w="21600" h="21600">
                <a:moveTo>
                  <a:pt x="2856" y="3105"/>
                </a:moveTo>
                <a:lnTo>
                  <a:pt x="2854" y="3141"/>
                </a:lnTo>
                <a:lnTo>
                  <a:pt x="2867" y="3150"/>
                </a:lnTo>
                <a:lnTo>
                  <a:pt x="2891" y="3121"/>
                </a:lnTo>
              </a:path>
              <a:path w="21600" h="21600">
                <a:moveTo>
                  <a:pt x="4208" y="3101"/>
                </a:moveTo>
                <a:lnTo>
                  <a:pt x="4139" y="3130"/>
                </a:lnTo>
                <a:lnTo>
                  <a:pt x="4143" y="3132"/>
                </a:lnTo>
                <a:lnTo>
                  <a:pt x="4210" y="3102"/>
                </a:lnTo>
              </a:path>
              <a:path w="21600" h="21600">
                <a:moveTo>
                  <a:pt x="2421" y="3101"/>
                </a:moveTo>
                <a:lnTo>
                  <a:pt x="2483" y="3135"/>
                </a:lnTo>
                <a:lnTo>
                  <a:pt x="2485" y="3132"/>
                </a:lnTo>
                <a:lnTo>
                  <a:pt x="2448" y="3103"/>
                </a:lnTo>
              </a:path>
              <a:path w="21600" h="21600">
                <a:moveTo>
                  <a:pt x="2728" y="3101"/>
                </a:moveTo>
                <a:lnTo>
                  <a:pt x="2721" y="3101"/>
                </a:lnTo>
                <a:lnTo>
                  <a:pt x="2711" y="3108"/>
                </a:lnTo>
                <a:lnTo>
                  <a:pt x="2713" y="3134"/>
                </a:lnTo>
                <a:lnTo>
                  <a:pt x="2801" y="3203"/>
                </a:lnTo>
                <a:lnTo>
                  <a:pt x="2806" y="3202"/>
                </a:lnTo>
                <a:lnTo>
                  <a:pt x="2808" y="3159"/>
                </a:lnTo>
              </a:path>
              <a:path w="21600" h="21600">
                <a:moveTo>
                  <a:pt x="4589" y="3100"/>
                </a:moveTo>
                <a:lnTo>
                  <a:pt x="4547" y="3110"/>
                </a:lnTo>
                <a:lnTo>
                  <a:pt x="4624" y="3163"/>
                </a:lnTo>
                <a:lnTo>
                  <a:pt x="4651" y="3123"/>
                </a:lnTo>
              </a:path>
              <a:path w="21600" h="21600">
                <a:moveTo>
                  <a:pt x="3811" y="3099"/>
                </a:moveTo>
                <a:lnTo>
                  <a:pt x="3787" y="3116"/>
                </a:lnTo>
                <a:lnTo>
                  <a:pt x="3834" y="3124"/>
                </a:lnTo>
                <a:lnTo>
                  <a:pt x="3849" y="3118"/>
                </a:lnTo>
              </a:path>
              <a:path w="21600" h="21600">
                <a:moveTo>
                  <a:pt x="2200" y="3099"/>
                </a:moveTo>
                <a:lnTo>
                  <a:pt x="2203" y="3110"/>
                </a:lnTo>
                <a:lnTo>
                  <a:pt x="2225" y="3125"/>
                </a:lnTo>
                <a:lnTo>
                  <a:pt x="2246" y="3131"/>
                </a:lnTo>
              </a:path>
              <a:path w="21600" h="21600">
                <a:moveTo>
                  <a:pt x="2323" y="3098"/>
                </a:moveTo>
                <a:lnTo>
                  <a:pt x="2312" y="3124"/>
                </a:lnTo>
                <a:lnTo>
                  <a:pt x="2333" y="3139"/>
                </a:lnTo>
                <a:lnTo>
                  <a:pt x="2325" y="3099"/>
                </a:lnTo>
              </a:path>
              <a:path w="21600" h="21600">
                <a:moveTo>
                  <a:pt x="4337" y="3098"/>
                </a:moveTo>
                <a:lnTo>
                  <a:pt x="4309" y="3110"/>
                </a:lnTo>
                <a:lnTo>
                  <a:pt x="4315" y="3114"/>
                </a:lnTo>
                <a:lnTo>
                  <a:pt x="4355" y="3099"/>
                </a:lnTo>
              </a:path>
              <a:path w="21600" h="21600">
                <a:moveTo>
                  <a:pt x="5306" y="3097"/>
                </a:moveTo>
                <a:lnTo>
                  <a:pt x="5297" y="3185"/>
                </a:lnTo>
                <a:lnTo>
                  <a:pt x="5320" y="3197"/>
                </a:lnTo>
                <a:lnTo>
                  <a:pt x="5390" y="3197"/>
                </a:lnTo>
                <a:lnTo>
                  <a:pt x="5391" y="3179"/>
                </a:lnTo>
              </a:path>
              <a:path w="21600" h="21600">
                <a:moveTo>
                  <a:pt x="4725" y="3096"/>
                </a:moveTo>
                <a:lnTo>
                  <a:pt x="4718" y="3105"/>
                </a:lnTo>
                <a:lnTo>
                  <a:pt x="4756" y="3122"/>
                </a:lnTo>
              </a:path>
              <a:path w="21600" h="21600">
                <a:moveTo>
                  <a:pt x="2812" y="3095"/>
                </a:moveTo>
                <a:lnTo>
                  <a:pt x="2793" y="3096"/>
                </a:lnTo>
                <a:lnTo>
                  <a:pt x="2811" y="3109"/>
                </a:lnTo>
              </a:path>
              <a:path w="21600" h="21600">
                <a:moveTo>
                  <a:pt x="1995" y="3092"/>
                </a:moveTo>
                <a:lnTo>
                  <a:pt x="1960" y="3097"/>
                </a:lnTo>
                <a:lnTo>
                  <a:pt x="1956" y="3115"/>
                </a:lnTo>
                <a:lnTo>
                  <a:pt x="1964" y="3121"/>
                </a:lnTo>
                <a:lnTo>
                  <a:pt x="2007" y="3106"/>
                </a:lnTo>
                <a:lnTo>
                  <a:pt x="2005" y="3097"/>
                </a:lnTo>
              </a:path>
              <a:path w="21600" h="21600">
                <a:moveTo>
                  <a:pt x="9776" y="3087"/>
                </a:moveTo>
                <a:lnTo>
                  <a:pt x="9694" y="3234"/>
                </a:lnTo>
                <a:cubicBezTo>
                  <a:pt x="9668" y="3279"/>
                  <a:pt x="9643" y="3325"/>
                  <a:pt x="9616" y="3372"/>
                </a:cubicBezTo>
                <a:lnTo>
                  <a:pt x="9464" y="3627"/>
                </a:lnTo>
                <a:lnTo>
                  <a:pt x="9526" y="3945"/>
                </a:lnTo>
                <a:lnTo>
                  <a:pt x="9566" y="4047"/>
                </a:lnTo>
                <a:lnTo>
                  <a:pt x="9614" y="3989"/>
                </a:lnTo>
                <a:lnTo>
                  <a:pt x="9789" y="3679"/>
                </a:lnTo>
                <a:lnTo>
                  <a:pt x="9751" y="3453"/>
                </a:lnTo>
              </a:path>
              <a:path w="21600" h="21600">
                <a:moveTo>
                  <a:pt x="3633" y="3087"/>
                </a:moveTo>
                <a:lnTo>
                  <a:pt x="3627" y="3088"/>
                </a:lnTo>
                <a:lnTo>
                  <a:pt x="3639" y="3090"/>
                </a:lnTo>
              </a:path>
              <a:path w="21600" h="21600">
                <a:moveTo>
                  <a:pt x="2254" y="3083"/>
                </a:moveTo>
                <a:lnTo>
                  <a:pt x="2273" y="3096"/>
                </a:lnTo>
                <a:lnTo>
                  <a:pt x="2278" y="3085"/>
                </a:lnTo>
              </a:path>
              <a:path w="21600" h="21600">
                <a:moveTo>
                  <a:pt x="4683" y="3076"/>
                </a:moveTo>
                <a:lnTo>
                  <a:pt x="4662" y="3080"/>
                </a:lnTo>
                <a:lnTo>
                  <a:pt x="4676" y="3086"/>
                </a:lnTo>
              </a:path>
              <a:path w="21600" h="21600">
                <a:moveTo>
                  <a:pt x="3013" y="3073"/>
                </a:moveTo>
                <a:lnTo>
                  <a:pt x="2999" y="3122"/>
                </a:lnTo>
                <a:lnTo>
                  <a:pt x="3028" y="3132"/>
                </a:lnTo>
                <a:lnTo>
                  <a:pt x="3041" y="3099"/>
                </a:lnTo>
                <a:lnTo>
                  <a:pt x="3039" y="3088"/>
                </a:lnTo>
              </a:path>
              <a:path w="21600" h="21600">
                <a:moveTo>
                  <a:pt x="4987" y="3071"/>
                </a:moveTo>
                <a:lnTo>
                  <a:pt x="4913" y="3190"/>
                </a:lnTo>
                <a:lnTo>
                  <a:pt x="4921" y="3196"/>
                </a:lnTo>
                <a:lnTo>
                  <a:pt x="4928" y="3199"/>
                </a:lnTo>
                <a:lnTo>
                  <a:pt x="5095" y="3198"/>
                </a:lnTo>
                <a:lnTo>
                  <a:pt x="5100" y="3190"/>
                </a:lnTo>
                <a:lnTo>
                  <a:pt x="5102" y="3171"/>
                </a:lnTo>
                <a:lnTo>
                  <a:pt x="5019" y="3088"/>
                </a:lnTo>
              </a:path>
              <a:path w="21600" h="21600">
                <a:moveTo>
                  <a:pt x="9394" y="3067"/>
                </a:moveTo>
                <a:lnTo>
                  <a:pt x="9359" y="3126"/>
                </a:lnTo>
                <a:cubicBezTo>
                  <a:pt x="9291" y="3242"/>
                  <a:pt x="9221" y="3363"/>
                  <a:pt x="9137" y="3479"/>
                </a:cubicBezTo>
                <a:lnTo>
                  <a:pt x="9084" y="3537"/>
                </a:lnTo>
                <a:lnTo>
                  <a:pt x="9161" y="3883"/>
                </a:lnTo>
                <a:lnTo>
                  <a:pt x="9179" y="3925"/>
                </a:lnTo>
                <a:lnTo>
                  <a:pt x="9356" y="3721"/>
                </a:lnTo>
                <a:lnTo>
                  <a:pt x="9416" y="3620"/>
                </a:lnTo>
                <a:lnTo>
                  <a:pt x="9377" y="3415"/>
                </a:lnTo>
              </a:path>
              <a:path w="21600" h="21600">
                <a:moveTo>
                  <a:pt x="10160" y="3067"/>
                </a:moveTo>
                <a:lnTo>
                  <a:pt x="10105" y="3175"/>
                </a:lnTo>
                <a:cubicBezTo>
                  <a:pt x="10054" y="3275"/>
                  <a:pt x="10001" y="3379"/>
                  <a:pt x="9943" y="3488"/>
                </a:cubicBezTo>
                <a:cubicBezTo>
                  <a:pt x="9921" y="3529"/>
                  <a:pt x="9899" y="3572"/>
                  <a:pt x="9877" y="3615"/>
                </a:cubicBezTo>
                <a:lnTo>
                  <a:pt x="9836" y="3687"/>
                </a:lnTo>
                <a:lnTo>
                  <a:pt x="9890" y="4008"/>
                </a:lnTo>
                <a:lnTo>
                  <a:pt x="9935" y="4136"/>
                </a:lnTo>
                <a:lnTo>
                  <a:pt x="10093" y="3840"/>
                </a:lnTo>
                <a:cubicBezTo>
                  <a:pt x="10112" y="3801"/>
                  <a:pt x="10131" y="3763"/>
                  <a:pt x="10149" y="3725"/>
                </a:cubicBezTo>
                <a:lnTo>
                  <a:pt x="10156" y="3711"/>
                </a:lnTo>
                <a:lnTo>
                  <a:pt x="10125" y="3491"/>
                </a:lnTo>
              </a:path>
              <a:path w="21600" h="21600">
                <a:moveTo>
                  <a:pt x="3217" y="3065"/>
                </a:moveTo>
                <a:lnTo>
                  <a:pt x="3335" y="3134"/>
                </a:lnTo>
                <a:lnTo>
                  <a:pt x="3377" y="3121"/>
                </a:lnTo>
                <a:lnTo>
                  <a:pt x="3308" y="3080"/>
                </a:lnTo>
                <a:lnTo>
                  <a:pt x="3219" y="3065"/>
                </a:lnTo>
              </a:path>
              <a:path w="21600" h="21600">
                <a:moveTo>
                  <a:pt x="4314" y="3057"/>
                </a:moveTo>
                <a:lnTo>
                  <a:pt x="4312" y="3058"/>
                </a:lnTo>
                <a:lnTo>
                  <a:pt x="4312" y="3058"/>
                </a:lnTo>
              </a:path>
              <a:path w="21600" h="21600">
                <a:moveTo>
                  <a:pt x="3721" y="3055"/>
                </a:moveTo>
                <a:lnTo>
                  <a:pt x="3708" y="3063"/>
                </a:lnTo>
                <a:lnTo>
                  <a:pt x="3692" y="3068"/>
                </a:lnTo>
                <a:lnTo>
                  <a:pt x="3741" y="3095"/>
                </a:lnTo>
                <a:lnTo>
                  <a:pt x="3767" y="3077"/>
                </a:lnTo>
              </a:path>
              <a:path w="21600" h="21600">
                <a:moveTo>
                  <a:pt x="974" y="3055"/>
                </a:moveTo>
                <a:lnTo>
                  <a:pt x="665" y="3167"/>
                </a:lnTo>
                <a:lnTo>
                  <a:pt x="687" y="3188"/>
                </a:lnTo>
                <a:lnTo>
                  <a:pt x="721" y="3237"/>
                </a:lnTo>
                <a:lnTo>
                  <a:pt x="1121" y="3244"/>
                </a:lnTo>
                <a:lnTo>
                  <a:pt x="1025" y="3161"/>
                </a:lnTo>
              </a:path>
              <a:path w="21600" h="21600">
                <a:moveTo>
                  <a:pt x="1921" y="3049"/>
                </a:moveTo>
                <a:lnTo>
                  <a:pt x="1922" y="3056"/>
                </a:lnTo>
                <a:lnTo>
                  <a:pt x="1923" y="3060"/>
                </a:lnTo>
                <a:lnTo>
                  <a:pt x="1925" y="3059"/>
                </a:lnTo>
                <a:lnTo>
                  <a:pt x="1926" y="3052"/>
                </a:lnTo>
              </a:path>
              <a:path w="21600" h="21600">
                <a:moveTo>
                  <a:pt x="2720" y="3043"/>
                </a:moveTo>
                <a:lnTo>
                  <a:pt x="2726" y="3047"/>
                </a:lnTo>
                <a:lnTo>
                  <a:pt x="2727" y="3046"/>
                </a:lnTo>
              </a:path>
              <a:path w="21600" h="21600">
                <a:moveTo>
                  <a:pt x="3084" y="3040"/>
                </a:moveTo>
                <a:lnTo>
                  <a:pt x="3078" y="3042"/>
                </a:lnTo>
                <a:lnTo>
                  <a:pt x="3081" y="3060"/>
                </a:lnTo>
                <a:lnTo>
                  <a:pt x="3087" y="3064"/>
                </a:lnTo>
                <a:lnTo>
                  <a:pt x="3220" y="3162"/>
                </a:lnTo>
                <a:lnTo>
                  <a:pt x="3249" y="3162"/>
                </a:lnTo>
                <a:lnTo>
                  <a:pt x="3279" y="3152"/>
                </a:lnTo>
                <a:lnTo>
                  <a:pt x="3090" y="3041"/>
                </a:lnTo>
              </a:path>
              <a:path w="21600" h="21600">
                <a:moveTo>
                  <a:pt x="1017" y="3039"/>
                </a:moveTo>
                <a:lnTo>
                  <a:pt x="1014" y="3040"/>
                </a:lnTo>
                <a:lnTo>
                  <a:pt x="1063" y="3140"/>
                </a:lnTo>
                <a:lnTo>
                  <a:pt x="1186" y="3246"/>
                </a:lnTo>
                <a:lnTo>
                  <a:pt x="1191" y="3246"/>
                </a:lnTo>
                <a:lnTo>
                  <a:pt x="1105" y="3121"/>
                </a:lnTo>
              </a:path>
              <a:path w="21600" h="21600">
                <a:moveTo>
                  <a:pt x="3867" y="3038"/>
                </a:moveTo>
                <a:lnTo>
                  <a:pt x="3852" y="3070"/>
                </a:lnTo>
                <a:lnTo>
                  <a:pt x="3850" y="3071"/>
                </a:lnTo>
                <a:lnTo>
                  <a:pt x="3907" y="3100"/>
                </a:lnTo>
                <a:lnTo>
                  <a:pt x="3960" y="3084"/>
                </a:lnTo>
                <a:lnTo>
                  <a:pt x="3877" y="3040"/>
                </a:lnTo>
              </a:path>
              <a:path w="21600" h="21600">
                <a:moveTo>
                  <a:pt x="2356" y="3034"/>
                </a:moveTo>
                <a:lnTo>
                  <a:pt x="2360" y="3050"/>
                </a:lnTo>
                <a:lnTo>
                  <a:pt x="2380" y="3052"/>
                </a:lnTo>
              </a:path>
              <a:path w="21600" h="21600">
                <a:moveTo>
                  <a:pt x="148" y="3032"/>
                </a:moveTo>
                <a:lnTo>
                  <a:pt x="93" y="3052"/>
                </a:lnTo>
                <a:lnTo>
                  <a:pt x="28" y="3087"/>
                </a:lnTo>
                <a:lnTo>
                  <a:pt x="123" y="3171"/>
                </a:lnTo>
                <a:lnTo>
                  <a:pt x="123" y="3170"/>
                </a:lnTo>
                <a:cubicBezTo>
                  <a:pt x="136" y="3173"/>
                  <a:pt x="150" y="3176"/>
                  <a:pt x="164" y="3179"/>
                </a:cubicBezTo>
                <a:lnTo>
                  <a:pt x="201" y="3184"/>
                </a:lnTo>
              </a:path>
              <a:path w="21600" h="21600">
                <a:moveTo>
                  <a:pt x="2626" y="3026"/>
                </a:moveTo>
                <a:lnTo>
                  <a:pt x="2633" y="3063"/>
                </a:lnTo>
                <a:lnTo>
                  <a:pt x="2663" y="3061"/>
                </a:lnTo>
                <a:lnTo>
                  <a:pt x="2662" y="3053"/>
                </a:lnTo>
              </a:path>
              <a:path w="21600" h="21600">
                <a:moveTo>
                  <a:pt x="3501" y="3026"/>
                </a:moveTo>
                <a:lnTo>
                  <a:pt x="3493" y="3046"/>
                </a:lnTo>
                <a:lnTo>
                  <a:pt x="3536" y="3071"/>
                </a:lnTo>
                <a:lnTo>
                  <a:pt x="3575" y="3059"/>
                </a:lnTo>
              </a:path>
              <a:path w="21600" h="21600">
                <a:moveTo>
                  <a:pt x="4637" y="3024"/>
                </a:moveTo>
                <a:lnTo>
                  <a:pt x="4583" y="3048"/>
                </a:lnTo>
                <a:lnTo>
                  <a:pt x="4630" y="3038"/>
                </a:lnTo>
                <a:lnTo>
                  <a:pt x="4646" y="3031"/>
                </a:lnTo>
              </a:path>
              <a:path w="21600" h="21600">
                <a:moveTo>
                  <a:pt x="4893" y="3022"/>
                </a:moveTo>
                <a:lnTo>
                  <a:pt x="4824" y="3048"/>
                </a:lnTo>
                <a:lnTo>
                  <a:pt x="4752" y="3062"/>
                </a:lnTo>
                <a:lnTo>
                  <a:pt x="4850" y="3143"/>
                </a:lnTo>
                <a:lnTo>
                  <a:pt x="4879" y="3164"/>
                </a:lnTo>
                <a:lnTo>
                  <a:pt x="4949" y="3051"/>
                </a:lnTo>
              </a:path>
              <a:path w="21600" h="21600">
                <a:moveTo>
                  <a:pt x="3779" y="3018"/>
                </a:moveTo>
                <a:lnTo>
                  <a:pt x="3764" y="3027"/>
                </a:lnTo>
                <a:lnTo>
                  <a:pt x="3807" y="3049"/>
                </a:lnTo>
                <a:lnTo>
                  <a:pt x="3817" y="3042"/>
                </a:lnTo>
                <a:lnTo>
                  <a:pt x="3823" y="3028"/>
                </a:lnTo>
              </a:path>
              <a:path w="21600" h="21600">
                <a:moveTo>
                  <a:pt x="1860" y="3014"/>
                </a:moveTo>
                <a:lnTo>
                  <a:pt x="1855" y="3048"/>
                </a:lnTo>
                <a:lnTo>
                  <a:pt x="1855" y="3048"/>
                </a:lnTo>
                <a:lnTo>
                  <a:pt x="1855" y="3049"/>
                </a:lnTo>
                <a:lnTo>
                  <a:pt x="1855" y="3048"/>
                </a:lnTo>
                <a:lnTo>
                  <a:pt x="1877" y="3063"/>
                </a:lnTo>
                <a:lnTo>
                  <a:pt x="1869" y="3019"/>
                </a:lnTo>
                <a:lnTo>
                  <a:pt x="1867" y="3018"/>
                </a:lnTo>
              </a:path>
              <a:path w="21600" h="21600">
                <a:moveTo>
                  <a:pt x="2481" y="3014"/>
                </a:moveTo>
                <a:lnTo>
                  <a:pt x="2413" y="3025"/>
                </a:lnTo>
                <a:lnTo>
                  <a:pt x="2461" y="3061"/>
                </a:lnTo>
                <a:lnTo>
                  <a:pt x="2491" y="3064"/>
                </a:lnTo>
                <a:lnTo>
                  <a:pt x="2481" y="3014"/>
                </a:lnTo>
              </a:path>
              <a:path w="21600" h="21600">
                <a:moveTo>
                  <a:pt x="9012" y="3012"/>
                </a:moveTo>
                <a:lnTo>
                  <a:pt x="8879" y="3213"/>
                </a:lnTo>
                <a:lnTo>
                  <a:pt x="8693" y="3412"/>
                </a:lnTo>
                <a:lnTo>
                  <a:pt x="8792" y="3795"/>
                </a:lnTo>
                <a:lnTo>
                  <a:pt x="9035" y="3525"/>
                </a:lnTo>
                <a:lnTo>
                  <a:pt x="9002" y="3375"/>
                </a:lnTo>
              </a:path>
              <a:path w="21600" h="21600">
                <a:moveTo>
                  <a:pt x="4214" y="3006"/>
                </a:moveTo>
                <a:lnTo>
                  <a:pt x="4212" y="3008"/>
                </a:lnTo>
                <a:lnTo>
                  <a:pt x="4215" y="3007"/>
                </a:lnTo>
              </a:path>
              <a:path w="21600" h="21600">
                <a:moveTo>
                  <a:pt x="4709" y="3005"/>
                </a:moveTo>
                <a:lnTo>
                  <a:pt x="4684" y="3005"/>
                </a:lnTo>
                <a:lnTo>
                  <a:pt x="4692" y="3012"/>
                </a:lnTo>
              </a:path>
              <a:path w="21600" h="21600">
                <a:moveTo>
                  <a:pt x="2545" y="3004"/>
                </a:moveTo>
                <a:lnTo>
                  <a:pt x="2544" y="3004"/>
                </a:lnTo>
                <a:lnTo>
                  <a:pt x="2545" y="3004"/>
                </a:lnTo>
              </a:path>
              <a:path w="21600" h="21600">
                <a:moveTo>
                  <a:pt x="4561" y="3001"/>
                </a:moveTo>
                <a:lnTo>
                  <a:pt x="4511" y="3022"/>
                </a:lnTo>
                <a:lnTo>
                  <a:pt x="4503" y="3034"/>
                </a:lnTo>
                <a:lnTo>
                  <a:pt x="4507" y="3035"/>
                </a:lnTo>
                <a:lnTo>
                  <a:pt x="4579" y="3003"/>
                </a:lnTo>
              </a:path>
              <a:path w="21600" h="21600">
                <a:moveTo>
                  <a:pt x="2867" y="2999"/>
                </a:moveTo>
                <a:lnTo>
                  <a:pt x="2860" y="3004"/>
                </a:lnTo>
                <a:lnTo>
                  <a:pt x="2861" y="3018"/>
                </a:lnTo>
                <a:lnTo>
                  <a:pt x="2861" y="3022"/>
                </a:lnTo>
                <a:lnTo>
                  <a:pt x="2892" y="3045"/>
                </a:lnTo>
                <a:lnTo>
                  <a:pt x="2912" y="3041"/>
                </a:lnTo>
                <a:lnTo>
                  <a:pt x="2914" y="3018"/>
                </a:lnTo>
                <a:lnTo>
                  <a:pt x="2886" y="3003"/>
                </a:lnTo>
                <a:lnTo>
                  <a:pt x="2877" y="3001"/>
                </a:lnTo>
              </a:path>
              <a:path w="21600" h="21600">
                <a:moveTo>
                  <a:pt x="3701" y="2997"/>
                </a:moveTo>
                <a:lnTo>
                  <a:pt x="3716" y="3003"/>
                </a:lnTo>
                <a:lnTo>
                  <a:pt x="3717" y="3004"/>
                </a:lnTo>
                <a:lnTo>
                  <a:pt x="3721" y="3002"/>
                </a:lnTo>
              </a:path>
              <a:path w="21600" h="21600">
                <a:moveTo>
                  <a:pt x="5172" y="2997"/>
                </a:moveTo>
                <a:lnTo>
                  <a:pt x="5156" y="3109"/>
                </a:lnTo>
                <a:lnTo>
                  <a:pt x="5254" y="3162"/>
                </a:lnTo>
                <a:lnTo>
                  <a:pt x="5265" y="3057"/>
                </a:lnTo>
                <a:lnTo>
                  <a:pt x="5257" y="3050"/>
                </a:lnTo>
              </a:path>
              <a:path w="21600" h="21600">
                <a:moveTo>
                  <a:pt x="2174" y="2993"/>
                </a:moveTo>
                <a:lnTo>
                  <a:pt x="2180" y="3018"/>
                </a:lnTo>
                <a:lnTo>
                  <a:pt x="2205" y="3015"/>
                </a:lnTo>
              </a:path>
              <a:path w="21600" h="21600">
                <a:moveTo>
                  <a:pt x="5419" y="2991"/>
                </a:moveTo>
                <a:lnTo>
                  <a:pt x="5430" y="3043"/>
                </a:lnTo>
                <a:lnTo>
                  <a:pt x="5461" y="3076"/>
                </a:lnTo>
                <a:lnTo>
                  <a:pt x="5449" y="3028"/>
                </a:lnTo>
              </a:path>
              <a:path w="21600" h="21600">
                <a:moveTo>
                  <a:pt x="5317" y="2988"/>
                </a:moveTo>
                <a:lnTo>
                  <a:pt x="5317" y="2990"/>
                </a:lnTo>
                <a:lnTo>
                  <a:pt x="5389" y="3064"/>
                </a:lnTo>
                <a:lnTo>
                  <a:pt x="5389" y="3063"/>
                </a:lnTo>
              </a:path>
              <a:path w="21600" h="21600">
                <a:moveTo>
                  <a:pt x="6726" y="2987"/>
                </a:moveTo>
                <a:lnTo>
                  <a:pt x="6429" y="3102"/>
                </a:lnTo>
                <a:lnTo>
                  <a:pt x="6585" y="3381"/>
                </a:lnTo>
                <a:lnTo>
                  <a:pt x="6824" y="3288"/>
                </a:lnTo>
                <a:lnTo>
                  <a:pt x="6755" y="3146"/>
                </a:lnTo>
              </a:path>
              <a:path w="21600" h="21600">
                <a:moveTo>
                  <a:pt x="3265" y="2983"/>
                </a:moveTo>
                <a:lnTo>
                  <a:pt x="3239" y="2991"/>
                </a:lnTo>
                <a:lnTo>
                  <a:pt x="3373" y="3041"/>
                </a:lnTo>
                <a:lnTo>
                  <a:pt x="3408" y="3052"/>
                </a:lnTo>
                <a:lnTo>
                  <a:pt x="3413" y="3052"/>
                </a:lnTo>
                <a:lnTo>
                  <a:pt x="3359" y="3021"/>
                </a:lnTo>
              </a:path>
              <a:path w="21600" h="21600">
                <a:moveTo>
                  <a:pt x="5130" y="2978"/>
                </a:moveTo>
                <a:lnTo>
                  <a:pt x="5059" y="2981"/>
                </a:lnTo>
                <a:lnTo>
                  <a:pt x="5015" y="2988"/>
                </a:lnTo>
                <a:lnTo>
                  <a:pt x="5010" y="3016"/>
                </a:lnTo>
                <a:lnTo>
                  <a:pt x="5044" y="3049"/>
                </a:lnTo>
                <a:lnTo>
                  <a:pt x="5114" y="3087"/>
                </a:lnTo>
              </a:path>
              <a:path w="21600" h="21600">
                <a:moveTo>
                  <a:pt x="3070" y="2976"/>
                </a:moveTo>
                <a:lnTo>
                  <a:pt x="3070" y="2979"/>
                </a:lnTo>
                <a:lnTo>
                  <a:pt x="3100" y="2996"/>
                </a:lnTo>
                <a:lnTo>
                  <a:pt x="3112" y="2992"/>
                </a:lnTo>
              </a:path>
              <a:path w="21600" h="21600">
                <a:moveTo>
                  <a:pt x="2721" y="2976"/>
                </a:moveTo>
                <a:lnTo>
                  <a:pt x="2700" y="2979"/>
                </a:lnTo>
                <a:lnTo>
                  <a:pt x="2701" y="2989"/>
                </a:lnTo>
                <a:lnTo>
                  <a:pt x="2767" y="3018"/>
                </a:lnTo>
                <a:lnTo>
                  <a:pt x="2774" y="3013"/>
                </a:lnTo>
                <a:lnTo>
                  <a:pt x="2732" y="2981"/>
                </a:lnTo>
              </a:path>
              <a:path w="21600" h="21600">
                <a:moveTo>
                  <a:pt x="4083" y="2975"/>
                </a:moveTo>
                <a:lnTo>
                  <a:pt x="4089" y="2979"/>
                </a:lnTo>
                <a:lnTo>
                  <a:pt x="4120" y="2997"/>
                </a:lnTo>
                <a:lnTo>
                  <a:pt x="4134" y="2987"/>
                </a:lnTo>
              </a:path>
              <a:path w="21600" h="21600">
                <a:moveTo>
                  <a:pt x="2023" y="2974"/>
                </a:moveTo>
                <a:lnTo>
                  <a:pt x="2025" y="2982"/>
                </a:lnTo>
                <a:lnTo>
                  <a:pt x="2040" y="2986"/>
                </a:lnTo>
              </a:path>
              <a:path w="21600" h="21600">
                <a:moveTo>
                  <a:pt x="3848" y="2974"/>
                </a:moveTo>
                <a:lnTo>
                  <a:pt x="3846" y="2975"/>
                </a:lnTo>
                <a:lnTo>
                  <a:pt x="3847" y="2975"/>
                </a:lnTo>
              </a:path>
              <a:path w="21600" h="21600">
                <a:moveTo>
                  <a:pt x="4264" y="2972"/>
                </a:moveTo>
                <a:lnTo>
                  <a:pt x="4260" y="2975"/>
                </a:lnTo>
                <a:lnTo>
                  <a:pt x="4281" y="2980"/>
                </a:lnTo>
                <a:lnTo>
                  <a:pt x="4270" y="2972"/>
                </a:lnTo>
              </a:path>
              <a:path w="21600" h="21600">
                <a:moveTo>
                  <a:pt x="5244" y="2971"/>
                </a:moveTo>
                <a:lnTo>
                  <a:pt x="5220" y="2973"/>
                </a:lnTo>
                <a:lnTo>
                  <a:pt x="5266" y="3002"/>
                </a:lnTo>
                <a:lnTo>
                  <a:pt x="5260" y="2995"/>
                </a:lnTo>
              </a:path>
              <a:path w="21600" h="21600">
                <a:moveTo>
                  <a:pt x="2963" y="2966"/>
                </a:moveTo>
                <a:lnTo>
                  <a:pt x="2962" y="2972"/>
                </a:lnTo>
                <a:lnTo>
                  <a:pt x="2978" y="2975"/>
                </a:lnTo>
              </a:path>
              <a:path w="21600" h="21600">
                <a:moveTo>
                  <a:pt x="5368" y="2964"/>
                </a:moveTo>
                <a:lnTo>
                  <a:pt x="5355" y="2965"/>
                </a:lnTo>
                <a:lnTo>
                  <a:pt x="5372" y="2983"/>
                </a:lnTo>
              </a:path>
              <a:path w="21600" h="21600">
                <a:moveTo>
                  <a:pt x="7482" y="2962"/>
                </a:moveTo>
                <a:lnTo>
                  <a:pt x="7173" y="3167"/>
                </a:lnTo>
                <a:lnTo>
                  <a:pt x="7173" y="3171"/>
                </a:lnTo>
                <a:lnTo>
                  <a:pt x="7311" y="3485"/>
                </a:lnTo>
                <a:lnTo>
                  <a:pt x="7545" y="3327"/>
                </a:lnTo>
                <a:lnTo>
                  <a:pt x="7504" y="3222"/>
                </a:lnTo>
              </a:path>
              <a:path w="21600" h="21600">
                <a:moveTo>
                  <a:pt x="3904" y="2960"/>
                </a:moveTo>
                <a:lnTo>
                  <a:pt x="3887" y="2996"/>
                </a:lnTo>
                <a:lnTo>
                  <a:pt x="3893" y="3000"/>
                </a:lnTo>
                <a:lnTo>
                  <a:pt x="4066" y="3033"/>
                </a:lnTo>
                <a:lnTo>
                  <a:pt x="4079" y="3024"/>
                </a:lnTo>
                <a:lnTo>
                  <a:pt x="4065" y="3016"/>
                </a:lnTo>
                <a:cubicBezTo>
                  <a:pt x="4034" y="2997"/>
                  <a:pt x="4004" y="2978"/>
                  <a:pt x="3976" y="2962"/>
                </a:cubicBezTo>
              </a:path>
              <a:path w="21600" h="21600">
                <a:moveTo>
                  <a:pt x="2919" y="2960"/>
                </a:moveTo>
                <a:lnTo>
                  <a:pt x="2916" y="2960"/>
                </a:lnTo>
                <a:lnTo>
                  <a:pt x="2913" y="2963"/>
                </a:lnTo>
                <a:lnTo>
                  <a:pt x="2919" y="2964"/>
                </a:lnTo>
              </a:path>
              <a:path w="21600" h="21600">
                <a:moveTo>
                  <a:pt x="3512" y="2959"/>
                </a:moveTo>
                <a:lnTo>
                  <a:pt x="3514" y="2983"/>
                </a:lnTo>
                <a:lnTo>
                  <a:pt x="3638" y="3039"/>
                </a:lnTo>
                <a:lnTo>
                  <a:pt x="3667" y="3029"/>
                </a:lnTo>
                <a:lnTo>
                  <a:pt x="3570" y="2985"/>
                </a:lnTo>
              </a:path>
              <a:path w="21600" h="21600">
                <a:moveTo>
                  <a:pt x="3346" y="2957"/>
                </a:moveTo>
                <a:lnTo>
                  <a:pt x="3330" y="2962"/>
                </a:lnTo>
                <a:lnTo>
                  <a:pt x="3389" y="2987"/>
                </a:lnTo>
                <a:lnTo>
                  <a:pt x="3453" y="3024"/>
                </a:lnTo>
                <a:lnTo>
                  <a:pt x="3460" y="3008"/>
                </a:lnTo>
              </a:path>
              <a:path w="21600" h="21600">
                <a:moveTo>
                  <a:pt x="361" y="2956"/>
                </a:moveTo>
                <a:lnTo>
                  <a:pt x="190" y="3017"/>
                </a:lnTo>
                <a:lnTo>
                  <a:pt x="252" y="3192"/>
                </a:lnTo>
                <a:lnTo>
                  <a:pt x="411" y="3215"/>
                </a:lnTo>
                <a:lnTo>
                  <a:pt x="585" y="3154"/>
                </a:lnTo>
                <a:lnTo>
                  <a:pt x="419" y="3000"/>
                </a:lnTo>
              </a:path>
              <a:path w="21600" h="21600">
                <a:moveTo>
                  <a:pt x="3706" y="2955"/>
                </a:moveTo>
                <a:lnTo>
                  <a:pt x="3728" y="2962"/>
                </a:lnTo>
                <a:lnTo>
                  <a:pt x="3714" y="2955"/>
                </a:lnTo>
              </a:path>
              <a:path w="21600" h="21600">
                <a:moveTo>
                  <a:pt x="2390" y="2955"/>
                </a:moveTo>
                <a:lnTo>
                  <a:pt x="2380" y="2978"/>
                </a:lnTo>
                <a:lnTo>
                  <a:pt x="2410" y="2967"/>
                </a:lnTo>
              </a:path>
              <a:path w="21600" h="21600">
                <a:moveTo>
                  <a:pt x="3188" y="2951"/>
                </a:moveTo>
                <a:lnTo>
                  <a:pt x="3169" y="2951"/>
                </a:lnTo>
                <a:lnTo>
                  <a:pt x="3193" y="2966"/>
                </a:lnTo>
                <a:lnTo>
                  <a:pt x="3211" y="2960"/>
                </a:lnTo>
              </a:path>
              <a:path w="21600" h="21600">
                <a:moveTo>
                  <a:pt x="3437" y="2949"/>
                </a:moveTo>
                <a:lnTo>
                  <a:pt x="3467" y="2962"/>
                </a:lnTo>
                <a:lnTo>
                  <a:pt x="3466" y="2950"/>
                </a:lnTo>
              </a:path>
              <a:path w="21600" h="21600">
                <a:moveTo>
                  <a:pt x="2342" y="2947"/>
                </a:moveTo>
                <a:lnTo>
                  <a:pt x="2334" y="2948"/>
                </a:lnTo>
                <a:lnTo>
                  <a:pt x="2337" y="2959"/>
                </a:lnTo>
              </a:path>
              <a:path w="21600" h="21600">
                <a:moveTo>
                  <a:pt x="2465" y="2939"/>
                </a:moveTo>
                <a:lnTo>
                  <a:pt x="2447" y="2941"/>
                </a:lnTo>
                <a:lnTo>
                  <a:pt x="2461" y="2950"/>
                </a:lnTo>
                <a:lnTo>
                  <a:pt x="2467" y="2948"/>
                </a:lnTo>
              </a:path>
              <a:path w="21600" h="21600">
                <a:moveTo>
                  <a:pt x="5592" y="2939"/>
                </a:moveTo>
                <a:lnTo>
                  <a:pt x="5505" y="2953"/>
                </a:lnTo>
                <a:lnTo>
                  <a:pt x="5539" y="3019"/>
                </a:lnTo>
                <a:lnTo>
                  <a:pt x="5623" y="3153"/>
                </a:lnTo>
                <a:lnTo>
                  <a:pt x="5638" y="3192"/>
                </a:lnTo>
                <a:lnTo>
                  <a:pt x="5640" y="3195"/>
                </a:lnTo>
                <a:lnTo>
                  <a:pt x="5741" y="3195"/>
                </a:lnTo>
                <a:lnTo>
                  <a:pt x="5753" y="3193"/>
                </a:lnTo>
                <a:lnTo>
                  <a:pt x="5634" y="3033"/>
                </a:lnTo>
              </a:path>
              <a:path w="21600" h="21600">
                <a:moveTo>
                  <a:pt x="2199" y="2939"/>
                </a:moveTo>
                <a:lnTo>
                  <a:pt x="2235" y="2980"/>
                </a:lnTo>
                <a:lnTo>
                  <a:pt x="2269" y="3004"/>
                </a:lnTo>
                <a:lnTo>
                  <a:pt x="2301" y="2999"/>
                </a:lnTo>
                <a:lnTo>
                  <a:pt x="2298" y="2991"/>
                </a:lnTo>
                <a:lnTo>
                  <a:pt x="2234" y="2942"/>
                </a:lnTo>
              </a:path>
              <a:path w="21600" h="21600">
                <a:moveTo>
                  <a:pt x="1321" y="2938"/>
                </a:moveTo>
                <a:lnTo>
                  <a:pt x="1260" y="2950"/>
                </a:lnTo>
                <a:lnTo>
                  <a:pt x="1062" y="3022"/>
                </a:lnTo>
                <a:lnTo>
                  <a:pt x="1142" y="3095"/>
                </a:lnTo>
                <a:lnTo>
                  <a:pt x="1243" y="3244"/>
                </a:lnTo>
                <a:lnTo>
                  <a:pt x="1256" y="3242"/>
                </a:lnTo>
                <a:lnTo>
                  <a:pt x="1481" y="3164"/>
                </a:lnTo>
                <a:lnTo>
                  <a:pt x="1427" y="3123"/>
                </a:lnTo>
              </a:path>
              <a:path w="21600" h="21600">
                <a:moveTo>
                  <a:pt x="4714" y="2935"/>
                </a:moveTo>
                <a:lnTo>
                  <a:pt x="4714" y="2935"/>
                </a:lnTo>
                <a:lnTo>
                  <a:pt x="4715" y="2935"/>
                </a:lnTo>
              </a:path>
              <a:path w="21600" h="21600">
                <a:moveTo>
                  <a:pt x="4981" y="2934"/>
                </a:moveTo>
                <a:lnTo>
                  <a:pt x="4975" y="2937"/>
                </a:lnTo>
                <a:lnTo>
                  <a:pt x="4981" y="2938"/>
                </a:lnTo>
              </a:path>
              <a:path w="21600" h="21600">
                <a:moveTo>
                  <a:pt x="4860" y="2926"/>
                </a:moveTo>
                <a:lnTo>
                  <a:pt x="4837" y="2936"/>
                </a:lnTo>
                <a:lnTo>
                  <a:pt x="4869" y="2937"/>
                </a:lnTo>
                <a:lnTo>
                  <a:pt x="4869" y="2936"/>
                </a:lnTo>
              </a:path>
              <a:path w="21600" h="21600">
                <a:moveTo>
                  <a:pt x="2059" y="2925"/>
                </a:moveTo>
                <a:lnTo>
                  <a:pt x="2082" y="2962"/>
                </a:lnTo>
                <a:lnTo>
                  <a:pt x="2117" y="2986"/>
                </a:lnTo>
                <a:lnTo>
                  <a:pt x="2122" y="2971"/>
                </a:lnTo>
                <a:lnTo>
                  <a:pt x="2118" y="2954"/>
                </a:lnTo>
                <a:lnTo>
                  <a:pt x="2080" y="2927"/>
                </a:lnTo>
              </a:path>
              <a:path w="21600" h="21600">
                <a:moveTo>
                  <a:pt x="957" y="2923"/>
                </a:moveTo>
                <a:lnTo>
                  <a:pt x="960" y="2928"/>
                </a:lnTo>
                <a:lnTo>
                  <a:pt x="1034" y="2996"/>
                </a:lnTo>
                <a:lnTo>
                  <a:pt x="1230" y="2927"/>
                </a:lnTo>
              </a:path>
              <a:path w="21600" h="21600">
                <a:moveTo>
                  <a:pt x="1442" y="2922"/>
                </a:moveTo>
                <a:lnTo>
                  <a:pt x="1398" y="2930"/>
                </a:lnTo>
                <a:lnTo>
                  <a:pt x="1365" y="2929"/>
                </a:lnTo>
                <a:lnTo>
                  <a:pt x="1462" y="3097"/>
                </a:lnTo>
                <a:lnTo>
                  <a:pt x="1529" y="3148"/>
                </a:lnTo>
                <a:lnTo>
                  <a:pt x="1618" y="3117"/>
                </a:lnTo>
                <a:lnTo>
                  <a:pt x="1558" y="3027"/>
                </a:lnTo>
              </a:path>
              <a:path w="21600" h="21600">
                <a:moveTo>
                  <a:pt x="2728" y="2916"/>
                </a:moveTo>
                <a:lnTo>
                  <a:pt x="2709" y="2920"/>
                </a:lnTo>
                <a:lnTo>
                  <a:pt x="2710" y="2920"/>
                </a:lnTo>
                <a:lnTo>
                  <a:pt x="2745" y="2928"/>
                </a:lnTo>
                <a:lnTo>
                  <a:pt x="2748" y="2927"/>
                </a:lnTo>
              </a:path>
              <a:path w="21600" h="21600">
                <a:moveTo>
                  <a:pt x="2968" y="2914"/>
                </a:moveTo>
                <a:lnTo>
                  <a:pt x="2967" y="2918"/>
                </a:lnTo>
                <a:lnTo>
                  <a:pt x="2969" y="2920"/>
                </a:lnTo>
                <a:lnTo>
                  <a:pt x="2977" y="2920"/>
                </a:lnTo>
                <a:lnTo>
                  <a:pt x="2972" y="2916"/>
                </a:lnTo>
              </a:path>
              <a:path w="21600" h="21600">
                <a:moveTo>
                  <a:pt x="1826" y="2913"/>
                </a:moveTo>
                <a:lnTo>
                  <a:pt x="1826" y="2915"/>
                </a:lnTo>
                <a:lnTo>
                  <a:pt x="1830" y="2917"/>
                </a:lnTo>
                <a:lnTo>
                  <a:pt x="1830" y="2916"/>
                </a:lnTo>
              </a:path>
              <a:path w="21600" h="21600">
                <a:moveTo>
                  <a:pt x="5034" y="2911"/>
                </a:moveTo>
                <a:lnTo>
                  <a:pt x="5029" y="2913"/>
                </a:lnTo>
                <a:lnTo>
                  <a:pt x="5027" y="2924"/>
                </a:lnTo>
                <a:lnTo>
                  <a:pt x="5044" y="2917"/>
                </a:lnTo>
              </a:path>
              <a:path w="21600" h="21600">
                <a:moveTo>
                  <a:pt x="4909" y="2905"/>
                </a:moveTo>
                <a:lnTo>
                  <a:pt x="4903" y="2908"/>
                </a:lnTo>
                <a:lnTo>
                  <a:pt x="4911" y="2917"/>
                </a:lnTo>
                <a:lnTo>
                  <a:pt x="4933" y="2907"/>
                </a:lnTo>
              </a:path>
              <a:path w="21600" h="21600">
                <a:moveTo>
                  <a:pt x="8647" y="2905"/>
                </a:moveTo>
                <a:lnTo>
                  <a:pt x="8619" y="2944"/>
                </a:lnTo>
                <a:lnTo>
                  <a:pt x="8298" y="3275"/>
                </a:lnTo>
                <a:lnTo>
                  <a:pt x="8298" y="3291"/>
                </a:lnTo>
                <a:lnTo>
                  <a:pt x="8405" y="3652"/>
                </a:lnTo>
                <a:lnTo>
                  <a:pt x="8642" y="3398"/>
                </a:lnTo>
                <a:lnTo>
                  <a:pt x="8627" y="3338"/>
                </a:lnTo>
                <a:cubicBezTo>
                  <a:pt x="8607" y="3199"/>
                  <a:pt x="8607" y="3070"/>
                  <a:pt x="8629" y="2950"/>
                </a:cubicBezTo>
              </a:path>
              <a:path w="21600" h="21600">
                <a:moveTo>
                  <a:pt x="508" y="2903"/>
                </a:moveTo>
                <a:lnTo>
                  <a:pt x="410" y="2938"/>
                </a:lnTo>
                <a:lnTo>
                  <a:pt x="449" y="2967"/>
                </a:lnTo>
                <a:lnTo>
                  <a:pt x="576" y="3085"/>
                </a:lnTo>
                <a:lnTo>
                  <a:pt x="506" y="2913"/>
                </a:lnTo>
              </a:path>
              <a:path w="21600" h="21600">
                <a:moveTo>
                  <a:pt x="3071" y="2902"/>
                </a:moveTo>
                <a:lnTo>
                  <a:pt x="3070" y="2903"/>
                </a:lnTo>
                <a:lnTo>
                  <a:pt x="3110" y="2919"/>
                </a:lnTo>
                <a:lnTo>
                  <a:pt x="3112" y="2919"/>
                </a:lnTo>
              </a:path>
              <a:path w="21600" h="21600">
                <a:moveTo>
                  <a:pt x="2802" y="2902"/>
                </a:moveTo>
                <a:lnTo>
                  <a:pt x="2795" y="2903"/>
                </a:lnTo>
                <a:lnTo>
                  <a:pt x="2803" y="2907"/>
                </a:lnTo>
              </a:path>
              <a:path w="21600" h="21600">
                <a:moveTo>
                  <a:pt x="2847" y="2900"/>
                </a:moveTo>
                <a:lnTo>
                  <a:pt x="2849" y="2920"/>
                </a:lnTo>
                <a:lnTo>
                  <a:pt x="2884" y="2920"/>
                </a:lnTo>
                <a:lnTo>
                  <a:pt x="2852" y="2901"/>
                </a:lnTo>
              </a:path>
              <a:path w="21600" h="21600">
                <a:moveTo>
                  <a:pt x="1893" y="2899"/>
                </a:moveTo>
                <a:lnTo>
                  <a:pt x="1894" y="2905"/>
                </a:lnTo>
                <a:lnTo>
                  <a:pt x="1952" y="2944"/>
                </a:lnTo>
                <a:lnTo>
                  <a:pt x="1959" y="2929"/>
                </a:lnTo>
                <a:lnTo>
                  <a:pt x="1930" y="2908"/>
                </a:lnTo>
              </a:path>
              <a:path w="21600" h="21600">
                <a:moveTo>
                  <a:pt x="4803" y="2897"/>
                </a:moveTo>
                <a:lnTo>
                  <a:pt x="4770" y="2911"/>
                </a:lnTo>
                <a:lnTo>
                  <a:pt x="4778" y="2914"/>
                </a:lnTo>
                <a:lnTo>
                  <a:pt x="4798" y="2905"/>
                </a:lnTo>
                <a:lnTo>
                  <a:pt x="4804" y="2897"/>
                </a:lnTo>
              </a:path>
              <a:path w="21600" h="21600">
                <a:moveTo>
                  <a:pt x="554" y="2896"/>
                </a:moveTo>
                <a:lnTo>
                  <a:pt x="551" y="2909"/>
                </a:lnTo>
                <a:lnTo>
                  <a:pt x="643" y="3133"/>
                </a:lnTo>
                <a:lnTo>
                  <a:pt x="959" y="3022"/>
                </a:lnTo>
                <a:lnTo>
                  <a:pt x="928" y="2958"/>
                </a:lnTo>
                <a:lnTo>
                  <a:pt x="888" y="2922"/>
                </a:lnTo>
                <a:lnTo>
                  <a:pt x="706" y="2919"/>
                </a:lnTo>
              </a:path>
              <a:path w="21600" h="21600">
                <a:moveTo>
                  <a:pt x="1614" y="2894"/>
                </a:moveTo>
                <a:lnTo>
                  <a:pt x="1498" y="2913"/>
                </a:lnTo>
                <a:lnTo>
                  <a:pt x="1594" y="3000"/>
                </a:lnTo>
                <a:lnTo>
                  <a:pt x="1661" y="3102"/>
                </a:lnTo>
                <a:lnTo>
                  <a:pt x="1665" y="3101"/>
                </a:lnTo>
                <a:lnTo>
                  <a:pt x="1758" y="3086"/>
                </a:lnTo>
                <a:lnTo>
                  <a:pt x="1748" y="2974"/>
                </a:lnTo>
                <a:lnTo>
                  <a:pt x="1738" y="2958"/>
                </a:lnTo>
                <a:lnTo>
                  <a:pt x="1682" y="2932"/>
                </a:lnTo>
              </a:path>
              <a:path w="21600" h="21600">
                <a:moveTo>
                  <a:pt x="5341" y="2894"/>
                </a:moveTo>
                <a:lnTo>
                  <a:pt x="5330" y="2897"/>
                </a:lnTo>
                <a:lnTo>
                  <a:pt x="5320" y="2901"/>
                </a:lnTo>
                <a:lnTo>
                  <a:pt x="5324" y="2922"/>
                </a:lnTo>
                <a:lnTo>
                  <a:pt x="5323" y="2926"/>
                </a:lnTo>
                <a:lnTo>
                  <a:pt x="5360" y="2924"/>
                </a:lnTo>
                <a:lnTo>
                  <a:pt x="5358" y="2916"/>
                </a:lnTo>
              </a:path>
              <a:path w="21600" h="21600">
                <a:moveTo>
                  <a:pt x="2421" y="2890"/>
                </a:moveTo>
                <a:lnTo>
                  <a:pt x="2416" y="2900"/>
                </a:lnTo>
                <a:lnTo>
                  <a:pt x="2448" y="2898"/>
                </a:lnTo>
              </a:path>
              <a:path w="21600" h="21600">
                <a:moveTo>
                  <a:pt x="3556" y="2882"/>
                </a:moveTo>
                <a:lnTo>
                  <a:pt x="3524" y="2900"/>
                </a:lnTo>
                <a:lnTo>
                  <a:pt x="3524" y="2901"/>
                </a:lnTo>
                <a:lnTo>
                  <a:pt x="3577" y="2917"/>
                </a:lnTo>
                <a:lnTo>
                  <a:pt x="3631" y="2916"/>
                </a:lnTo>
              </a:path>
              <a:path w="21600" h="21600">
                <a:moveTo>
                  <a:pt x="5399" y="2880"/>
                </a:moveTo>
                <a:lnTo>
                  <a:pt x="5396" y="2881"/>
                </a:lnTo>
                <a:lnTo>
                  <a:pt x="5398" y="2891"/>
                </a:lnTo>
                <a:lnTo>
                  <a:pt x="5420" y="2919"/>
                </a:lnTo>
                <a:lnTo>
                  <a:pt x="5418" y="2911"/>
                </a:lnTo>
              </a:path>
              <a:path w="21600" h="21600">
                <a:moveTo>
                  <a:pt x="5947" y="2879"/>
                </a:moveTo>
                <a:lnTo>
                  <a:pt x="5638" y="2931"/>
                </a:lnTo>
                <a:lnTo>
                  <a:pt x="5672" y="3010"/>
                </a:lnTo>
                <a:lnTo>
                  <a:pt x="5802" y="3185"/>
                </a:lnTo>
                <a:lnTo>
                  <a:pt x="6055" y="3144"/>
                </a:lnTo>
                <a:lnTo>
                  <a:pt x="6008" y="3071"/>
                </a:lnTo>
              </a:path>
              <a:path w="21600" h="21600">
                <a:moveTo>
                  <a:pt x="2145" y="2875"/>
                </a:moveTo>
                <a:lnTo>
                  <a:pt x="2145" y="2877"/>
                </a:lnTo>
                <a:lnTo>
                  <a:pt x="2151" y="2884"/>
                </a:lnTo>
                <a:lnTo>
                  <a:pt x="2152" y="2880"/>
                </a:lnTo>
                <a:lnTo>
                  <a:pt x="2145" y="2875"/>
                </a:lnTo>
              </a:path>
              <a:path w="21600" h="21600">
                <a:moveTo>
                  <a:pt x="4522" y="2871"/>
                </a:moveTo>
                <a:lnTo>
                  <a:pt x="4530" y="2877"/>
                </a:lnTo>
                <a:lnTo>
                  <a:pt x="4534" y="2874"/>
                </a:lnTo>
                <a:lnTo>
                  <a:pt x="4527" y="2871"/>
                </a:lnTo>
              </a:path>
              <a:path w="21600" h="21600">
                <a:moveTo>
                  <a:pt x="3101" y="2866"/>
                </a:moveTo>
                <a:lnTo>
                  <a:pt x="3226" y="2918"/>
                </a:lnTo>
                <a:lnTo>
                  <a:pt x="3242" y="2918"/>
                </a:lnTo>
              </a:path>
              <a:path w="21600" h="21600">
                <a:moveTo>
                  <a:pt x="3615" y="2864"/>
                </a:moveTo>
                <a:lnTo>
                  <a:pt x="3724" y="2916"/>
                </a:lnTo>
                <a:lnTo>
                  <a:pt x="3832" y="2916"/>
                </a:lnTo>
              </a:path>
              <a:path w="21600" h="21600">
                <a:moveTo>
                  <a:pt x="5147" y="2859"/>
                </a:moveTo>
                <a:lnTo>
                  <a:pt x="5139" y="2863"/>
                </a:lnTo>
                <a:lnTo>
                  <a:pt x="5146" y="2863"/>
                </a:lnTo>
              </a:path>
              <a:path w="21600" h="21600">
                <a:moveTo>
                  <a:pt x="3503" y="2857"/>
                </a:moveTo>
                <a:lnTo>
                  <a:pt x="3504" y="2864"/>
                </a:lnTo>
                <a:lnTo>
                  <a:pt x="3508" y="2863"/>
                </a:lnTo>
                <a:lnTo>
                  <a:pt x="3511" y="2861"/>
                </a:lnTo>
              </a:path>
              <a:path w="21600" h="21600">
                <a:moveTo>
                  <a:pt x="301" y="2855"/>
                </a:moveTo>
                <a:lnTo>
                  <a:pt x="369" y="2906"/>
                </a:lnTo>
                <a:lnTo>
                  <a:pt x="444" y="2879"/>
                </a:lnTo>
                <a:lnTo>
                  <a:pt x="325" y="2861"/>
                </a:lnTo>
              </a:path>
              <a:path w="21600" h="21600">
                <a:moveTo>
                  <a:pt x="2316" y="2854"/>
                </a:moveTo>
                <a:lnTo>
                  <a:pt x="2369" y="2889"/>
                </a:lnTo>
                <a:lnTo>
                  <a:pt x="2375" y="2877"/>
                </a:lnTo>
              </a:path>
              <a:path w="21600" h="21600">
                <a:moveTo>
                  <a:pt x="4364" y="2854"/>
                </a:moveTo>
                <a:lnTo>
                  <a:pt x="4308" y="2925"/>
                </a:lnTo>
                <a:lnTo>
                  <a:pt x="4354" y="2932"/>
                </a:lnTo>
                <a:lnTo>
                  <a:pt x="4443" y="2933"/>
                </a:lnTo>
                <a:lnTo>
                  <a:pt x="4492" y="2901"/>
                </a:lnTo>
                <a:lnTo>
                  <a:pt x="4448" y="2863"/>
                </a:lnTo>
              </a:path>
              <a:path w="21600" h="21600">
                <a:moveTo>
                  <a:pt x="2705" y="2848"/>
                </a:moveTo>
                <a:lnTo>
                  <a:pt x="2701" y="2851"/>
                </a:lnTo>
                <a:lnTo>
                  <a:pt x="2736" y="2871"/>
                </a:lnTo>
                <a:lnTo>
                  <a:pt x="2756" y="2866"/>
                </a:lnTo>
              </a:path>
              <a:path w="21600" h="21600">
                <a:moveTo>
                  <a:pt x="5559" y="2841"/>
                </a:moveTo>
                <a:lnTo>
                  <a:pt x="5460" y="2865"/>
                </a:lnTo>
                <a:lnTo>
                  <a:pt x="5484" y="2914"/>
                </a:lnTo>
                <a:lnTo>
                  <a:pt x="5573" y="2899"/>
                </a:lnTo>
                <a:lnTo>
                  <a:pt x="5557" y="2863"/>
                </a:lnTo>
              </a:path>
              <a:path w="21600" h="21600">
                <a:moveTo>
                  <a:pt x="2215" y="2840"/>
                </a:moveTo>
                <a:lnTo>
                  <a:pt x="2205" y="2869"/>
                </a:lnTo>
                <a:lnTo>
                  <a:pt x="2248" y="2901"/>
                </a:lnTo>
                <a:lnTo>
                  <a:pt x="2276" y="2904"/>
                </a:lnTo>
                <a:lnTo>
                  <a:pt x="2269" y="2875"/>
                </a:lnTo>
              </a:path>
              <a:path w="21600" h="21600">
                <a:moveTo>
                  <a:pt x="2445" y="2839"/>
                </a:moveTo>
                <a:lnTo>
                  <a:pt x="2444" y="2841"/>
                </a:lnTo>
                <a:lnTo>
                  <a:pt x="2445" y="2842"/>
                </a:lnTo>
              </a:path>
              <a:path w="21600" h="21600">
                <a:moveTo>
                  <a:pt x="4065" y="2836"/>
                </a:moveTo>
                <a:lnTo>
                  <a:pt x="4011" y="2870"/>
                </a:lnTo>
                <a:lnTo>
                  <a:pt x="4167" y="2901"/>
                </a:lnTo>
                <a:lnTo>
                  <a:pt x="4141" y="2884"/>
                </a:lnTo>
                <a:cubicBezTo>
                  <a:pt x="4115" y="2867"/>
                  <a:pt x="4092" y="2853"/>
                  <a:pt x="4074" y="2842"/>
                </a:cubicBezTo>
              </a:path>
              <a:path w="21600" h="21600">
                <a:moveTo>
                  <a:pt x="1346" y="2836"/>
                </a:moveTo>
                <a:lnTo>
                  <a:pt x="1336" y="2880"/>
                </a:lnTo>
                <a:lnTo>
                  <a:pt x="1340" y="2886"/>
                </a:lnTo>
                <a:lnTo>
                  <a:pt x="1347" y="2886"/>
                </a:lnTo>
                <a:lnTo>
                  <a:pt x="1387" y="2872"/>
                </a:lnTo>
                <a:lnTo>
                  <a:pt x="1352" y="2841"/>
                </a:lnTo>
              </a:path>
              <a:path w="21600" h="21600">
                <a:moveTo>
                  <a:pt x="182" y="2823"/>
                </a:moveTo>
                <a:lnTo>
                  <a:pt x="157" y="2923"/>
                </a:lnTo>
                <a:lnTo>
                  <a:pt x="176" y="2976"/>
                </a:lnTo>
                <a:lnTo>
                  <a:pt x="319" y="2924"/>
                </a:lnTo>
                <a:lnTo>
                  <a:pt x="188" y="2825"/>
                </a:lnTo>
              </a:path>
              <a:path w="21600" h="21600">
                <a:moveTo>
                  <a:pt x="2063" y="2822"/>
                </a:moveTo>
                <a:lnTo>
                  <a:pt x="2046" y="2825"/>
                </a:lnTo>
                <a:lnTo>
                  <a:pt x="2038" y="2843"/>
                </a:lnTo>
                <a:lnTo>
                  <a:pt x="2095" y="2882"/>
                </a:lnTo>
                <a:lnTo>
                  <a:pt x="2077" y="2862"/>
                </a:lnTo>
                <a:lnTo>
                  <a:pt x="2080" y="2832"/>
                </a:lnTo>
              </a:path>
              <a:path w="21600" h="21600">
                <a:moveTo>
                  <a:pt x="3659" y="2820"/>
                </a:moveTo>
                <a:lnTo>
                  <a:pt x="3647" y="2827"/>
                </a:lnTo>
                <a:lnTo>
                  <a:pt x="3763" y="2855"/>
                </a:lnTo>
                <a:lnTo>
                  <a:pt x="3660" y="2821"/>
                </a:lnTo>
              </a:path>
              <a:path w="21600" h="21600">
                <a:moveTo>
                  <a:pt x="4123" y="2819"/>
                </a:moveTo>
                <a:cubicBezTo>
                  <a:pt x="4136" y="2827"/>
                  <a:pt x="4151" y="2836"/>
                  <a:pt x="4168" y="2847"/>
                </a:cubicBezTo>
                <a:lnTo>
                  <a:pt x="4247" y="2902"/>
                </a:lnTo>
                <a:lnTo>
                  <a:pt x="4276" y="2843"/>
                </a:lnTo>
              </a:path>
              <a:path w="21600" h="21600">
                <a:moveTo>
                  <a:pt x="5243" y="2817"/>
                </a:moveTo>
                <a:lnTo>
                  <a:pt x="5225" y="2825"/>
                </a:lnTo>
                <a:lnTo>
                  <a:pt x="5229" y="2833"/>
                </a:lnTo>
                <a:lnTo>
                  <a:pt x="5234" y="2839"/>
                </a:lnTo>
                <a:lnTo>
                  <a:pt x="5262" y="2826"/>
                </a:lnTo>
                <a:lnTo>
                  <a:pt x="5260" y="2817"/>
                </a:lnTo>
              </a:path>
              <a:path w="21600" h="21600">
                <a:moveTo>
                  <a:pt x="749" y="2816"/>
                </a:moveTo>
                <a:lnTo>
                  <a:pt x="621" y="2862"/>
                </a:lnTo>
                <a:lnTo>
                  <a:pt x="712" y="2876"/>
                </a:lnTo>
                <a:lnTo>
                  <a:pt x="831" y="2878"/>
                </a:lnTo>
              </a:path>
              <a:path w="21600" h="21600">
                <a:moveTo>
                  <a:pt x="5121" y="2814"/>
                </a:moveTo>
                <a:lnTo>
                  <a:pt x="5040" y="2849"/>
                </a:lnTo>
                <a:lnTo>
                  <a:pt x="5039" y="2859"/>
                </a:lnTo>
                <a:lnTo>
                  <a:pt x="5039" y="2859"/>
                </a:lnTo>
                <a:lnTo>
                  <a:pt x="5138" y="2814"/>
                </a:lnTo>
                <a:lnTo>
                  <a:pt x="5128" y="2814"/>
                </a:lnTo>
              </a:path>
              <a:path w="21600" h="21600">
                <a:moveTo>
                  <a:pt x="2514" y="2812"/>
                </a:moveTo>
                <a:lnTo>
                  <a:pt x="2514" y="2815"/>
                </a:lnTo>
                <a:lnTo>
                  <a:pt x="2603" y="2863"/>
                </a:lnTo>
                <a:lnTo>
                  <a:pt x="2616" y="2855"/>
                </a:lnTo>
                <a:lnTo>
                  <a:pt x="2557" y="2822"/>
                </a:lnTo>
              </a:path>
              <a:path w="21600" h="21600">
                <a:moveTo>
                  <a:pt x="3145" y="2809"/>
                </a:moveTo>
                <a:lnTo>
                  <a:pt x="3108" y="2822"/>
                </a:lnTo>
                <a:lnTo>
                  <a:pt x="3108" y="2822"/>
                </a:lnTo>
                <a:lnTo>
                  <a:pt x="3355" y="2913"/>
                </a:lnTo>
                <a:lnTo>
                  <a:pt x="3386" y="2903"/>
                </a:lnTo>
                <a:lnTo>
                  <a:pt x="3255" y="2845"/>
                </a:lnTo>
              </a:path>
              <a:path w="21600" h="21600">
                <a:moveTo>
                  <a:pt x="4832" y="2804"/>
                </a:moveTo>
                <a:lnTo>
                  <a:pt x="4833" y="2806"/>
                </a:lnTo>
                <a:lnTo>
                  <a:pt x="4838" y="2804"/>
                </a:lnTo>
              </a:path>
              <a:path w="21600" h="21600">
                <a:moveTo>
                  <a:pt x="10629" y="2801"/>
                </a:moveTo>
                <a:lnTo>
                  <a:pt x="10628" y="2804"/>
                </a:lnTo>
                <a:cubicBezTo>
                  <a:pt x="10571" y="2933"/>
                  <a:pt x="10504" y="3080"/>
                  <a:pt x="10423" y="3254"/>
                </a:cubicBezTo>
                <a:lnTo>
                  <a:pt x="10372" y="3362"/>
                </a:lnTo>
                <a:lnTo>
                  <a:pt x="10203" y="3719"/>
                </a:lnTo>
                <a:lnTo>
                  <a:pt x="10253" y="4071"/>
                </a:lnTo>
                <a:lnTo>
                  <a:pt x="10295" y="4198"/>
                </a:lnTo>
                <a:lnTo>
                  <a:pt x="10352" y="4083"/>
                </a:lnTo>
                <a:cubicBezTo>
                  <a:pt x="10368" y="4049"/>
                  <a:pt x="10382" y="4017"/>
                  <a:pt x="10398" y="3984"/>
                </a:cubicBezTo>
                <a:lnTo>
                  <a:pt x="10521" y="3700"/>
                </a:lnTo>
                <a:lnTo>
                  <a:pt x="10500" y="3528"/>
                </a:lnTo>
                <a:cubicBezTo>
                  <a:pt x="10497" y="3349"/>
                  <a:pt x="10513" y="3179"/>
                  <a:pt x="10550" y="3016"/>
                </a:cubicBezTo>
              </a:path>
              <a:path w="21600" h="21600">
                <a:moveTo>
                  <a:pt x="4707" y="2800"/>
                </a:moveTo>
                <a:lnTo>
                  <a:pt x="4696" y="2821"/>
                </a:lnTo>
                <a:lnTo>
                  <a:pt x="4662" y="2843"/>
                </a:lnTo>
                <a:lnTo>
                  <a:pt x="4708" y="2847"/>
                </a:lnTo>
                <a:lnTo>
                  <a:pt x="4714" y="2848"/>
                </a:lnTo>
                <a:lnTo>
                  <a:pt x="4794" y="2820"/>
                </a:lnTo>
                <a:lnTo>
                  <a:pt x="4789" y="2803"/>
                </a:lnTo>
              </a:path>
              <a:path w="21600" h="21600">
                <a:moveTo>
                  <a:pt x="4459" y="2796"/>
                </a:moveTo>
                <a:cubicBezTo>
                  <a:pt x="4452" y="2796"/>
                  <a:pt x="4447" y="2797"/>
                  <a:pt x="4444" y="2798"/>
                </a:cubicBezTo>
                <a:lnTo>
                  <a:pt x="4444" y="2799"/>
                </a:lnTo>
                <a:lnTo>
                  <a:pt x="4534" y="2830"/>
                </a:lnTo>
                <a:lnTo>
                  <a:pt x="4586" y="2835"/>
                </a:lnTo>
                <a:lnTo>
                  <a:pt x="4592" y="2836"/>
                </a:lnTo>
                <a:lnTo>
                  <a:pt x="4619" y="2798"/>
                </a:lnTo>
              </a:path>
              <a:path w="21600" h="21600">
                <a:moveTo>
                  <a:pt x="2147" y="2795"/>
                </a:moveTo>
                <a:lnTo>
                  <a:pt x="2127" y="2802"/>
                </a:lnTo>
                <a:lnTo>
                  <a:pt x="2129" y="2811"/>
                </a:lnTo>
                <a:lnTo>
                  <a:pt x="2129" y="2811"/>
                </a:lnTo>
                <a:lnTo>
                  <a:pt x="2166" y="2839"/>
                </a:lnTo>
                <a:lnTo>
                  <a:pt x="2172" y="2821"/>
                </a:lnTo>
                <a:lnTo>
                  <a:pt x="2176" y="2814"/>
                </a:lnTo>
              </a:path>
              <a:path w="21600" h="21600">
                <a:moveTo>
                  <a:pt x="3287" y="2793"/>
                </a:moveTo>
                <a:lnTo>
                  <a:pt x="3293" y="2800"/>
                </a:lnTo>
                <a:cubicBezTo>
                  <a:pt x="3316" y="2819"/>
                  <a:pt x="3363" y="2845"/>
                  <a:pt x="3435" y="2874"/>
                </a:cubicBezTo>
                <a:lnTo>
                  <a:pt x="3455" y="2880"/>
                </a:lnTo>
                <a:lnTo>
                  <a:pt x="3459" y="2879"/>
                </a:lnTo>
                <a:lnTo>
                  <a:pt x="3455" y="2835"/>
                </a:lnTo>
                <a:lnTo>
                  <a:pt x="3429" y="2823"/>
                </a:lnTo>
              </a:path>
              <a:path w="21600" h="21600">
                <a:moveTo>
                  <a:pt x="3227" y="2780"/>
                </a:moveTo>
                <a:lnTo>
                  <a:pt x="3217" y="2784"/>
                </a:lnTo>
                <a:lnTo>
                  <a:pt x="3236" y="2792"/>
                </a:lnTo>
                <a:lnTo>
                  <a:pt x="3238" y="2782"/>
                </a:lnTo>
              </a:path>
              <a:path w="21600" h="21600">
                <a:moveTo>
                  <a:pt x="2308" y="2771"/>
                </a:moveTo>
                <a:lnTo>
                  <a:pt x="2403" y="2817"/>
                </a:lnTo>
                <a:lnTo>
                  <a:pt x="2408" y="2807"/>
                </a:lnTo>
                <a:lnTo>
                  <a:pt x="2353" y="2777"/>
                </a:lnTo>
                <a:lnTo>
                  <a:pt x="2325" y="2771"/>
                </a:lnTo>
              </a:path>
              <a:path w="21600" h="21600">
                <a:moveTo>
                  <a:pt x="2981" y="2765"/>
                </a:moveTo>
                <a:lnTo>
                  <a:pt x="2980" y="2773"/>
                </a:lnTo>
                <a:lnTo>
                  <a:pt x="2982" y="2775"/>
                </a:lnTo>
                <a:lnTo>
                  <a:pt x="3005" y="2784"/>
                </a:lnTo>
                <a:lnTo>
                  <a:pt x="3013" y="2768"/>
                </a:lnTo>
              </a:path>
              <a:path w="21600" h="21600">
                <a:moveTo>
                  <a:pt x="1821" y="2765"/>
                </a:moveTo>
                <a:lnTo>
                  <a:pt x="1821" y="2777"/>
                </a:lnTo>
                <a:lnTo>
                  <a:pt x="1824" y="2780"/>
                </a:lnTo>
              </a:path>
              <a:path w="21600" h="21600">
                <a:moveTo>
                  <a:pt x="1362" y="2760"/>
                </a:moveTo>
                <a:lnTo>
                  <a:pt x="1356" y="2787"/>
                </a:lnTo>
                <a:lnTo>
                  <a:pt x="1381" y="2807"/>
                </a:lnTo>
                <a:lnTo>
                  <a:pt x="1441" y="2861"/>
                </a:lnTo>
                <a:lnTo>
                  <a:pt x="1527" y="2846"/>
                </a:lnTo>
                <a:lnTo>
                  <a:pt x="1406" y="2779"/>
                </a:lnTo>
              </a:path>
              <a:path w="21600" h="21600">
                <a:moveTo>
                  <a:pt x="4733" y="2754"/>
                </a:moveTo>
                <a:lnTo>
                  <a:pt x="4731" y="2757"/>
                </a:lnTo>
                <a:lnTo>
                  <a:pt x="4741" y="2758"/>
                </a:lnTo>
              </a:path>
              <a:path w="21600" h="21600">
                <a:moveTo>
                  <a:pt x="1910" y="2754"/>
                </a:moveTo>
                <a:lnTo>
                  <a:pt x="1930" y="2768"/>
                </a:lnTo>
                <a:lnTo>
                  <a:pt x="1927" y="2754"/>
                </a:lnTo>
              </a:path>
              <a:path w="21600" h="21600">
                <a:moveTo>
                  <a:pt x="932" y="2751"/>
                </a:moveTo>
                <a:lnTo>
                  <a:pt x="798" y="2799"/>
                </a:lnTo>
                <a:lnTo>
                  <a:pt x="903" y="2878"/>
                </a:lnTo>
              </a:path>
              <a:path w="21600" h="21600">
                <a:moveTo>
                  <a:pt x="4164" y="2748"/>
                </a:moveTo>
                <a:lnTo>
                  <a:pt x="4138" y="2778"/>
                </a:lnTo>
                <a:lnTo>
                  <a:pt x="4293" y="2803"/>
                </a:lnTo>
                <a:lnTo>
                  <a:pt x="4295" y="2803"/>
                </a:lnTo>
                <a:lnTo>
                  <a:pt x="4300" y="2794"/>
                </a:lnTo>
              </a:path>
              <a:path w="21600" h="21600">
                <a:moveTo>
                  <a:pt x="5447" y="2740"/>
                </a:moveTo>
                <a:lnTo>
                  <a:pt x="5415" y="2741"/>
                </a:lnTo>
                <a:lnTo>
                  <a:pt x="5399" y="2748"/>
                </a:lnTo>
                <a:lnTo>
                  <a:pt x="5405" y="2760"/>
                </a:lnTo>
              </a:path>
              <a:path w="21600" h="21600">
                <a:moveTo>
                  <a:pt x="72" y="2737"/>
                </a:moveTo>
                <a:lnTo>
                  <a:pt x="54" y="2744"/>
                </a:lnTo>
                <a:lnTo>
                  <a:pt x="96" y="2755"/>
                </a:lnTo>
              </a:path>
              <a:path w="21600" h="21600">
                <a:moveTo>
                  <a:pt x="1640" y="2736"/>
                </a:moveTo>
                <a:lnTo>
                  <a:pt x="1700" y="2776"/>
                </a:lnTo>
                <a:lnTo>
                  <a:pt x="1703" y="2754"/>
                </a:lnTo>
                <a:lnTo>
                  <a:pt x="1695" y="2749"/>
                </a:lnTo>
              </a:path>
              <a:path w="21600" h="21600">
                <a:moveTo>
                  <a:pt x="5606" y="2736"/>
                </a:moveTo>
                <a:lnTo>
                  <a:pt x="5559" y="2737"/>
                </a:lnTo>
                <a:lnTo>
                  <a:pt x="5554" y="2740"/>
                </a:lnTo>
                <a:lnTo>
                  <a:pt x="5490" y="2770"/>
                </a:lnTo>
                <a:lnTo>
                  <a:pt x="5536" y="2766"/>
                </a:lnTo>
                <a:lnTo>
                  <a:pt x="5605" y="2737"/>
                </a:lnTo>
              </a:path>
              <a:path w="21600" h="21600">
                <a:moveTo>
                  <a:pt x="5748" y="2731"/>
                </a:moveTo>
                <a:lnTo>
                  <a:pt x="5721" y="2732"/>
                </a:lnTo>
                <a:lnTo>
                  <a:pt x="5674" y="2755"/>
                </a:lnTo>
                <a:lnTo>
                  <a:pt x="5696" y="2753"/>
                </a:lnTo>
              </a:path>
              <a:path w="21600" h="21600">
                <a:moveTo>
                  <a:pt x="6387" y="2730"/>
                </a:moveTo>
                <a:lnTo>
                  <a:pt x="6037" y="2864"/>
                </a:lnTo>
                <a:lnTo>
                  <a:pt x="5989" y="2872"/>
                </a:lnTo>
                <a:lnTo>
                  <a:pt x="6049" y="3050"/>
                </a:lnTo>
                <a:lnTo>
                  <a:pt x="6104" y="3136"/>
                </a:lnTo>
                <a:lnTo>
                  <a:pt x="6297" y="3105"/>
                </a:lnTo>
                <a:lnTo>
                  <a:pt x="6373" y="3076"/>
                </a:lnTo>
                <a:lnTo>
                  <a:pt x="6323" y="2869"/>
                </a:lnTo>
              </a:path>
              <a:path w="21600" h="21600">
                <a:moveTo>
                  <a:pt x="6005" y="2722"/>
                </a:moveTo>
                <a:lnTo>
                  <a:pt x="5737" y="2793"/>
                </a:lnTo>
                <a:lnTo>
                  <a:pt x="5705" y="2796"/>
                </a:lnTo>
                <a:lnTo>
                  <a:pt x="5644" y="2821"/>
                </a:lnTo>
                <a:lnTo>
                  <a:pt x="5604" y="2831"/>
                </a:lnTo>
                <a:lnTo>
                  <a:pt x="5599" y="2839"/>
                </a:lnTo>
                <a:lnTo>
                  <a:pt x="5622" y="2891"/>
                </a:lnTo>
                <a:lnTo>
                  <a:pt x="5949" y="2836"/>
                </a:lnTo>
              </a:path>
              <a:path w="21600" h="21600">
                <a:moveTo>
                  <a:pt x="2889" y="2721"/>
                </a:moveTo>
                <a:lnTo>
                  <a:pt x="2860" y="2741"/>
                </a:lnTo>
                <a:lnTo>
                  <a:pt x="2887" y="2748"/>
                </a:lnTo>
                <a:lnTo>
                  <a:pt x="2911" y="2739"/>
                </a:lnTo>
              </a:path>
              <a:path w="21600" h="21600">
                <a:moveTo>
                  <a:pt x="7167" y="2718"/>
                </a:moveTo>
                <a:lnTo>
                  <a:pt x="6779" y="2967"/>
                </a:lnTo>
                <a:lnTo>
                  <a:pt x="6768" y="2971"/>
                </a:lnTo>
                <a:lnTo>
                  <a:pt x="6798" y="3132"/>
                </a:lnTo>
                <a:lnTo>
                  <a:pt x="6866" y="3272"/>
                </a:lnTo>
                <a:lnTo>
                  <a:pt x="7030" y="3208"/>
                </a:lnTo>
                <a:lnTo>
                  <a:pt x="7124" y="3146"/>
                </a:lnTo>
                <a:lnTo>
                  <a:pt x="7092" y="2895"/>
                </a:lnTo>
              </a:path>
              <a:path w="21600" h="21600">
                <a:moveTo>
                  <a:pt x="1261" y="2712"/>
                </a:moveTo>
                <a:lnTo>
                  <a:pt x="1320" y="2758"/>
                </a:lnTo>
                <a:lnTo>
                  <a:pt x="1323" y="2743"/>
                </a:lnTo>
                <a:lnTo>
                  <a:pt x="1306" y="2735"/>
                </a:lnTo>
              </a:path>
              <a:path w="21600" h="21600">
                <a:moveTo>
                  <a:pt x="4371" y="2711"/>
                </a:moveTo>
                <a:lnTo>
                  <a:pt x="4371" y="2750"/>
                </a:lnTo>
                <a:lnTo>
                  <a:pt x="4361" y="2770"/>
                </a:lnTo>
                <a:lnTo>
                  <a:pt x="4371" y="2773"/>
                </a:lnTo>
                <a:lnTo>
                  <a:pt x="4419" y="2712"/>
                </a:lnTo>
              </a:path>
              <a:path w="21600" h="21600">
                <a:moveTo>
                  <a:pt x="2779" y="2710"/>
                </a:moveTo>
                <a:lnTo>
                  <a:pt x="2750" y="2711"/>
                </a:lnTo>
                <a:lnTo>
                  <a:pt x="2780" y="2719"/>
                </a:lnTo>
              </a:path>
              <a:path w="21600" h="21600">
                <a:moveTo>
                  <a:pt x="3397" y="2709"/>
                </a:moveTo>
                <a:lnTo>
                  <a:pt x="3342" y="2740"/>
                </a:lnTo>
                <a:lnTo>
                  <a:pt x="3321" y="2748"/>
                </a:lnTo>
                <a:lnTo>
                  <a:pt x="3413" y="2767"/>
                </a:lnTo>
                <a:lnTo>
                  <a:pt x="3434" y="2778"/>
                </a:lnTo>
              </a:path>
              <a:path w="21600" h="21600">
                <a:moveTo>
                  <a:pt x="4196" y="2709"/>
                </a:moveTo>
                <a:lnTo>
                  <a:pt x="4193" y="2712"/>
                </a:lnTo>
                <a:lnTo>
                  <a:pt x="4318" y="2755"/>
                </a:lnTo>
                <a:lnTo>
                  <a:pt x="4326" y="2740"/>
                </a:lnTo>
                <a:lnTo>
                  <a:pt x="4326" y="2711"/>
                </a:lnTo>
              </a:path>
              <a:path w="21600" h="21600">
                <a:moveTo>
                  <a:pt x="2850" y="2707"/>
                </a:moveTo>
                <a:lnTo>
                  <a:pt x="2824" y="2708"/>
                </a:lnTo>
                <a:lnTo>
                  <a:pt x="2825" y="2723"/>
                </a:lnTo>
              </a:path>
              <a:path w="21600" h="21600">
                <a:moveTo>
                  <a:pt x="4621" y="2707"/>
                </a:moveTo>
                <a:lnTo>
                  <a:pt x="4497" y="2713"/>
                </a:lnTo>
                <a:lnTo>
                  <a:pt x="4474" y="2712"/>
                </a:lnTo>
                <a:lnTo>
                  <a:pt x="4435" y="2762"/>
                </a:lnTo>
                <a:lnTo>
                  <a:pt x="4453" y="2752"/>
                </a:lnTo>
                <a:lnTo>
                  <a:pt x="4651" y="2755"/>
                </a:lnTo>
                <a:lnTo>
                  <a:pt x="4671" y="2728"/>
                </a:lnTo>
              </a:path>
              <a:path w="21600" h="21600">
                <a:moveTo>
                  <a:pt x="3935" y="2705"/>
                </a:moveTo>
                <a:lnTo>
                  <a:pt x="3940" y="2856"/>
                </a:lnTo>
                <a:lnTo>
                  <a:pt x="3948" y="2857"/>
                </a:lnTo>
                <a:lnTo>
                  <a:pt x="4024" y="2809"/>
                </a:lnTo>
                <a:lnTo>
                  <a:pt x="4018" y="2805"/>
                </a:lnTo>
                <a:cubicBezTo>
                  <a:pt x="4009" y="2796"/>
                  <a:pt x="4008" y="2789"/>
                  <a:pt x="4012" y="2779"/>
                </a:cubicBezTo>
                <a:cubicBezTo>
                  <a:pt x="4019" y="2759"/>
                  <a:pt x="4042" y="2763"/>
                  <a:pt x="4067" y="2767"/>
                </a:cubicBezTo>
                <a:lnTo>
                  <a:pt x="4086" y="2770"/>
                </a:lnTo>
                <a:lnTo>
                  <a:pt x="4088" y="2768"/>
                </a:lnTo>
                <a:lnTo>
                  <a:pt x="4118" y="2732"/>
                </a:lnTo>
                <a:lnTo>
                  <a:pt x="4020" y="2707"/>
                </a:lnTo>
              </a:path>
              <a:path w="21600" h="21600">
                <a:moveTo>
                  <a:pt x="3851" y="2704"/>
                </a:moveTo>
                <a:lnTo>
                  <a:pt x="3720" y="2783"/>
                </a:lnTo>
                <a:lnTo>
                  <a:pt x="3789" y="2807"/>
                </a:lnTo>
                <a:cubicBezTo>
                  <a:pt x="3808" y="2816"/>
                  <a:pt x="3829" y="2826"/>
                  <a:pt x="3851" y="2838"/>
                </a:cubicBezTo>
                <a:lnTo>
                  <a:pt x="3897" y="2847"/>
                </a:lnTo>
                <a:lnTo>
                  <a:pt x="3890" y="2705"/>
                </a:lnTo>
              </a:path>
              <a:path w="21600" h="21600">
                <a:moveTo>
                  <a:pt x="599" y="2703"/>
                </a:moveTo>
                <a:lnTo>
                  <a:pt x="568" y="2834"/>
                </a:lnTo>
                <a:lnTo>
                  <a:pt x="706" y="2784"/>
                </a:lnTo>
              </a:path>
              <a:path w="21600" h="21600">
                <a:moveTo>
                  <a:pt x="166" y="2703"/>
                </a:moveTo>
                <a:lnTo>
                  <a:pt x="121" y="2719"/>
                </a:lnTo>
                <a:lnTo>
                  <a:pt x="155" y="2745"/>
                </a:lnTo>
              </a:path>
              <a:path w="21600" h="21600">
                <a:moveTo>
                  <a:pt x="8337" y="2703"/>
                </a:moveTo>
                <a:lnTo>
                  <a:pt x="7916" y="3120"/>
                </a:lnTo>
                <a:lnTo>
                  <a:pt x="7923" y="3252"/>
                </a:lnTo>
                <a:lnTo>
                  <a:pt x="7999" y="3477"/>
                </a:lnTo>
                <a:lnTo>
                  <a:pt x="8127" y="3388"/>
                </a:lnTo>
                <a:lnTo>
                  <a:pt x="8252" y="3260"/>
                </a:lnTo>
                <a:lnTo>
                  <a:pt x="8246" y="2935"/>
                </a:lnTo>
              </a:path>
              <a:path w="21600" h="21600">
                <a:moveTo>
                  <a:pt x="3442" y="2698"/>
                </a:moveTo>
                <a:lnTo>
                  <a:pt x="3492" y="2791"/>
                </a:lnTo>
                <a:lnTo>
                  <a:pt x="3552" y="2804"/>
                </a:lnTo>
                <a:lnTo>
                  <a:pt x="3591" y="2813"/>
                </a:lnTo>
                <a:lnTo>
                  <a:pt x="3629" y="2790"/>
                </a:lnTo>
                <a:lnTo>
                  <a:pt x="3625" y="2774"/>
                </a:lnTo>
                <a:cubicBezTo>
                  <a:pt x="3629" y="2767"/>
                  <a:pt x="3633" y="2758"/>
                  <a:pt x="3655" y="2760"/>
                </a:cubicBezTo>
                <a:lnTo>
                  <a:pt x="3670" y="2765"/>
                </a:lnTo>
                <a:lnTo>
                  <a:pt x="3774" y="2703"/>
                </a:lnTo>
              </a:path>
              <a:path w="21600" h="21600">
                <a:moveTo>
                  <a:pt x="1479" y="2698"/>
                </a:moveTo>
                <a:lnTo>
                  <a:pt x="1606" y="2777"/>
                </a:lnTo>
                <a:lnTo>
                  <a:pt x="1627" y="2786"/>
                </a:lnTo>
                <a:lnTo>
                  <a:pt x="1641" y="2790"/>
                </a:lnTo>
                <a:lnTo>
                  <a:pt x="1516" y="2707"/>
                </a:lnTo>
              </a:path>
              <a:path w="21600" h="21600">
                <a:moveTo>
                  <a:pt x="1855" y="2696"/>
                </a:moveTo>
                <a:lnTo>
                  <a:pt x="1857" y="2710"/>
                </a:lnTo>
                <a:lnTo>
                  <a:pt x="1871" y="2710"/>
                </a:lnTo>
                <a:lnTo>
                  <a:pt x="1872" y="2707"/>
                </a:lnTo>
              </a:path>
              <a:path w="21600" h="21600">
                <a:moveTo>
                  <a:pt x="4864" y="2695"/>
                </a:moveTo>
                <a:lnTo>
                  <a:pt x="4762" y="2700"/>
                </a:lnTo>
                <a:lnTo>
                  <a:pt x="4753" y="2718"/>
                </a:lnTo>
                <a:lnTo>
                  <a:pt x="4831" y="2752"/>
                </a:lnTo>
                <a:lnTo>
                  <a:pt x="4843" y="2741"/>
                </a:lnTo>
                <a:lnTo>
                  <a:pt x="4855" y="2739"/>
                </a:lnTo>
              </a:path>
              <a:path w="21600" h="21600">
                <a:moveTo>
                  <a:pt x="14551" y="2695"/>
                </a:moveTo>
                <a:lnTo>
                  <a:pt x="14492" y="2829"/>
                </a:lnTo>
                <a:lnTo>
                  <a:pt x="14460" y="2954"/>
                </a:lnTo>
              </a:path>
              <a:path w="21600" h="21600">
                <a:moveTo>
                  <a:pt x="3177" y="2695"/>
                </a:moveTo>
                <a:lnTo>
                  <a:pt x="3154" y="2695"/>
                </a:lnTo>
                <a:lnTo>
                  <a:pt x="3148" y="2718"/>
                </a:lnTo>
                <a:lnTo>
                  <a:pt x="3180" y="2725"/>
                </a:lnTo>
                <a:lnTo>
                  <a:pt x="3229" y="2736"/>
                </a:lnTo>
                <a:lnTo>
                  <a:pt x="3326" y="2701"/>
                </a:lnTo>
                <a:lnTo>
                  <a:pt x="3333" y="2697"/>
                </a:lnTo>
              </a:path>
              <a:path w="21600" h="21600">
                <a:moveTo>
                  <a:pt x="4946" y="2692"/>
                </a:moveTo>
                <a:lnTo>
                  <a:pt x="4912" y="2693"/>
                </a:lnTo>
                <a:lnTo>
                  <a:pt x="4904" y="2732"/>
                </a:lnTo>
                <a:lnTo>
                  <a:pt x="4994" y="2717"/>
                </a:lnTo>
                <a:lnTo>
                  <a:pt x="4995" y="2717"/>
                </a:lnTo>
              </a:path>
              <a:path w="21600" h="21600">
                <a:moveTo>
                  <a:pt x="5705" y="2684"/>
                </a:moveTo>
                <a:lnTo>
                  <a:pt x="5671" y="2688"/>
                </a:lnTo>
                <a:lnTo>
                  <a:pt x="5663" y="2691"/>
                </a:lnTo>
                <a:lnTo>
                  <a:pt x="5688" y="2690"/>
                </a:lnTo>
              </a:path>
              <a:path w="21600" h="21600">
                <a:moveTo>
                  <a:pt x="5152" y="2682"/>
                </a:moveTo>
                <a:lnTo>
                  <a:pt x="5125" y="2683"/>
                </a:lnTo>
                <a:lnTo>
                  <a:pt x="5117" y="2697"/>
                </a:lnTo>
                <a:lnTo>
                  <a:pt x="5092" y="2713"/>
                </a:lnTo>
                <a:lnTo>
                  <a:pt x="5113" y="2712"/>
                </a:lnTo>
                <a:lnTo>
                  <a:pt x="5154" y="2700"/>
                </a:lnTo>
              </a:path>
              <a:path w="21600" h="21600">
                <a:moveTo>
                  <a:pt x="1956" y="2682"/>
                </a:moveTo>
                <a:lnTo>
                  <a:pt x="1956" y="2682"/>
                </a:lnTo>
                <a:lnTo>
                  <a:pt x="1963" y="2710"/>
                </a:lnTo>
                <a:lnTo>
                  <a:pt x="1966" y="2712"/>
                </a:lnTo>
                <a:lnTo>
                  <a:pt x="2012" y="2712"/>
                </a:lnTo>
                <a:lnTo>
                  <a:pt x="1956" y="2682"/>
                </a:lnTo>
                <a:lnTo>
                  <a:pt x="1956" y="2682"/>
                </a:lnTo>
              </a:path>
              <a:path w="21600" h="21600">
                <a:moveTo>
                  <a:pt x="2116" y="2678"/>
                </a:moveTo>
                <a:lnTo>
                  <a:pt x="2138" y="2688"/>
                </a:lnTo>
                <a:lnTo>
                  <a:pt x="2141" y="2686"/>
                </a:lnTo>
              </a:path>
              <a:path w="21600" h="21600">
                <a:moveTo>
                  <a:pt x="1138" y="2677"/>
                </a:moveTo>
                <a:lnTo>
                  <a:pt x="1133" y="2678"/>
                </a:lnTo>
                <a:lnTo>
                  <a:pt x="980" y="2734"/>
                </a:lnTo>
                <a:lnTo>
                  <a:pt x="946" y="2880"/>
                </a:lnTo>
                <a:lnTo>
                  <a:pt x="1293" y="2885"/>
                </a:lnTo>
                <a:lnTo>
                  <a:pt x="1310" y="2808"/>
                </a:lnTo>
              </a:path>
              <a:path w="21600" h="21600">
                <a:moveTo>
                  <a:pt x="5236" y="2674"/>
                </a:moveTo>
                <a:lnTo>
                  <a:pt x="5214" y="2678"/>
                </a:lnTo>
                <a:lnTo>
                  <a:pt x="5218" y="2682"/>
                </a:lnTo>
                <a:lnTo>
                  <a:pt x="5236" y="2677"/>
                </a:lnTo>
              </a:path>
              <a:path w="21600" h="21600">
                <a:moveTo>
                  <a:pt x="5910" y="2663"/>
                </a:moveTo>
                <a:lnTo>
                  <a:pt x="5901" y="2664"/>
                </a:lnTo>
                <a:lnTo>
                  <a:pt x="5849" y="2674"/>
                </a:lnTo>
                <a:lnTo>
                  <a:pt x="5822" y="2684"/>
                </a:lnTo>
                <a:lnTo>
                  <a:pt x="5819" y="2686"/>
                </a:lnTo>
                <a:lnTo>
                  <a:pt x="5824" y="2686"/>
                </a:lnTo>
                <a:lnTo>
                  <a:pt x="5870" y="2680"/>
                </a:lnTo>
              </a:path>
              <a:path w="21600" h="21600">
                <a:moveTo>
                  <a:pt x="4514" y="2661"/>
                </a:moveTo>
                <a:lnTo>
                  <a:pt x="4508" y="2669"/>
                </a:lnTo>
                <a:lnTo>
                  <a:pt x="4530" y="2668"/>
                </a:lnTo>
              </a:path>
              <a:path w="21600" h="21600">
                <a:moveTo>
                  <a:pt x="1882" y="2659"/>
                </a:moveTo>
                <a:lnTo>
                  <a:pt x="1879" y="2660"/>
                </a:lnTo>
                <a:lnTo>
                  <a:pt x="1881" y="2661"/>
                </a:lnTo>
              </a:path>
              <a:path w="21600" h="21600">
                <a:moveTo>
                  <a:pt x="6085" y="2648"/>
                </a:moveTo>
                <a:lnTo>
                  <a:pt x="6050" y="2651"/>
                </a:lnTo>
                <a:lnTo>
                  <a:pt x="6049" y="2651"/>
                </a:lnTo>
                <a:lnTo>
                  <a:pt x="6027" y="2661"/>
                </a:lnTo>
                <a:lnTo>
                  <a:pt x="6066" y="2656"/>
                </a:lnTo>
              </a:path>
              <a:path w="21600" h="21600">
                <a:moveTo>
                  <a:pt x="2584" y="2643"/>
                </a:moveTo>
                <a:lnTo>
                  <a:pt x="2570" y="2650"/>
                </a:lnTo>
                <a:lnTo>
                  <a:pt x="2526" y="2666"/>
                </a:lnTo>
                <a:lnTo>
                  <a:pt x="2520" y="2678"/>
                </a:lnTo>
                <a:lnTo>
                  <a:pt x="2525" y="2677"/>
                </a:lnTo>
                <a:lnTo>
                  <a:pt x="2591" y="2674"/>
                </a:lnTo>
              </a:path>
              <a:path w="21600" h="21600">
                <a:moveTo>
                  <a:pt x="1501" y="2636"/>
                </a:moveTo>
                <a:lnTo>
                  <a:pt x="1495" y="2640"/>
                </a:lnTo>
                <a:lnTo>
                  <a:pt x="1535" y="2666"/>
                </a:lnTo>
                <a:lnTo>
                  <a:pt x="1565" y="2673"/>
                </a:lnTo>
              </a:path>
              <a:path w="21600" h="21600">
                <a:moveTo>
                  <a:pt x="1080" y="2633"/>
                </a:moveTo>
                <a:lnTo>
                  <a:pt x="1036" y="2665"/>
                </a:lnTo>
                <a:lnTo>
                  <a:pt x="1094" y="2644"/>
                </a:lnTo>
              </a:path>
              <a:path w="21600" h="21600">
                <a:moveTo>
                  <a:pt x="2629" y="2631"/>
                </a:moveTo>
                <a:lnTo>
                  <a:pt x="2638" y="2672"/>
                </a:lnTo>
                <a:lnTo>
                  <a:pt x="2660" y="2672"/>
                </a:lnTo>
                <a:lnTo>
                  <a:pt x="2721" y="2658"/>
                </a:lnTo>
              </a:path>
              <a:path w="21600" h="21600">
                <a:moveTo>
                  <a:pt x="1399" y="2630"/>
                </a:moveTo>
                <a:lnTo>
                  <a:pt x="1390" y="2632"/>
                </a:lnTo>
                <a:lnTo>
                  <a:pt x="1411" y="2637"/>
                </a:lnTo>
              </a:path>
              <a:path w="21600" h="21600">
                <a:moveTo>
                  <a:pt x="1842" y="2629"/>
                </a:moveTo>
                <a:lnTo>
                  <a:pt x="1844" y="2639"/>
                </a:lnTo>
                <a:lnTo>
                  <a:pt x="1846" y="2640"/>
                </a:lnTo>
                <a:lnTo>
                  <a:pt x="1855" y="2635"/>
                </a:lnTo>
              </a:path>
              <a:path w="21600" h="21600">
                <a:moveTo>
                  <a:pt x="5081" y="2623"/>
                </a:moveTo>
                <a:lnTo>
                  <a:pt x="5078" y="2642"/>
                </a:lnTo>
                <a:lnTo>
                  <a:pt x="5102" y="2641"/>
                </a:lnTo>
                <a:lnTo>
                  <a:pt x="5104" y="2639"/>
                </a:lnTo>
                <a:lnTo>
                  <a:pt x="5092" y="2630"/>
                </a:lnTo>
              </a:path>
              <a:path w="21600" h="21600">
                <a:moveTo>
                  <a:pt x="3045" y="2622"/>
                </a:moveTo>
                <a:lnTo>
                  <a:pt x="3019" y="2631"/>
                </a:lnTo>
                <a:lnTo>
                  <a:pt x="2983" y="2656"/>
                </a:lnTo>
                <a:lnTo>
                  <a:pt x="2983" y="2659"/>
                </a:lnTo>
                <a:lnTo>
                  <a:pt x="3043" y="2657"/>
                </a:lnTo>
              </a:path>
              <a:path w="21600" h="21600">
                <a:moveTo>
                  <a:pt x="4798" y="2613"/>
                </a:moveTo>
                <a:lnTo>
                  <a:pt x="4796" y="2638"/>
                </a:lnTo>
                <a:lnTo>
                  <a:pt x="4787" y="2656"/>
                </a:lnTo>
                <a:lnTo>
                  <a:pt x="4871" y="2652"/>
                </a:lnTo>
              </a:path>
              <a:path w="21600" h="21600">
                <a:moveTo>
                  <a:pt x="1579" y="2609"/>
                </a:moveTo>
                <a:lnTo>
                  <a:pt x="1548" y="2612"/>
                </a:lnTo>
                <a:lnTo>
                  <a:pt x="1711" y="2707"/>
                </a:lnTo>
                <a:lnTo>
                  <a:pt x="1726" y="2708"/>
                </a:lnTo>
                <a:lnTo>
                  <a:pt x="1732" y="2704"/>
                </a:lnTo>
                <a:lnTo>
                  <a:pt x="1732" y="2699"/>
                </a:lnTo>
              </a:path>
              <a:path w="21600" h="21600">
                <a:moveTo>
                  <a:pt x="1677" y="2601"/>
                </a:moveTo>
                <a:lnTo>
                  <a:pt x="1732" y="2642"/>
                </a:lnTo>
                <a:lnTo>
                  <a:pt x="1732" y="2624"/>
                </a:lnTo>
              </a:path>
              <a:path w="21600" h="21600">
                <a:moveTo>
                  <a:pt x="4371" y="2600"/>
                </a:moveTo>
                <a:lnTo>
                  <a:pt x="4371" y="2668"/>
                </a:lnTo>
                <a:lnTo>
                  <a:pt x="4452" y="2669"/>
                </a:lnTo>
                <a:lnTo>
                  <a:pt x="4472" y="2643"/>
                </a:lnTo>
              </a:path>
              <a:path w="21600" h="21600">
                <a:moveTo>
                  <a:pt x="3104" y="2600"/>
                </a:moveTo>
                <a:lnTo>
                  <a:pt x="3091" y="2605"/>
                </a:lnTo>
                <a:lnTo>
                  <a:pt x="3089" y="2627"/>
                </a:lnTo>
              </a:path>
              <a:path w="21600" h="21600">
                <a:moveTo>
                  <a:pt x="2136" y="2598"/>
                </a:moveTo>
                <a:lnTo>
                  <a:pt x="2127" y="2619"/>
                </a:lnTo>
                <a:lnTo>
                  <a:pt x="2176" y="2628"/>
                </a:lnTo>
                <a:lnTo>
                  <a:pt x="2201" y="2632"/>
                </a:lnTo>
                <a:lnTo>
                  <a:pt x="2196" y="2615"/>
                </a:lnTo>
                <a:lnTo>
                  <a:pt x="2174" y="2598"/>
                </a:lnTo>
              </a:path>
              <a:path w="21600" h="21600">
                <a:moveTo>
                  <a:pt x="2073" y="2597"/>
                </a:moveTo>
                <a:lnTo>
                  <a:pt x="2076" y="2608"/>
                </a:lnTo>
                <a:lnTo>
                  <a:pt x="2082" y="2610"/>
                </a:lnTo>
                <a:lnTo>
                  <a:pt x="2084" y="2610"/>
                </a:lnTo>
                <a:lnTo>
                  <a:pt x="2090" y="2597"/>
                </a:lnTo>
              </a:path>
              <a:path w="21600" h="21600">
                <a:moveTo>
                  <a:pt x="457" y="2597"/>
                </a:moveTo>
                <a:lnTo>
                  <a:pt x="216" y="2685"/>
                </a:lnTo>
                <a:lnTo>
                  <a:pt x="194" y="2774"/>
                </a:lnTo>
                <a:lnTo>
                  <a:pt x="209" y="2785"/>
                </a:lnTo>
                <a:lnTo>
                  <a:pt x="336" y="2819"/>
                </a:lnTo>
                <a:lnTo>
                  <a:pt x="521" y="2847"/>
                </a:lnTo>
                <a:lnTo>
                  <a:pt x="562" y="2676"/>
                </a:lnTo>
              </a:path>
              <a:path w="21600" h="21600">
                <a:moveTo>
                  <a:pt x="5179" y="2596"/>
                </a:moveTo>
                <a:lnTo>
                  <a:pt x="5187" y="2637"/>
                </a:lnTo>
                <a:lnTo>
                  <a:pt x="5199" y="2637"/>
                </a:lnTo>
                <a:lnTo>
                  <a:pt x="5215" y="2634"/>
                </a:lnTo>
              </a:path>
              <a:path w="21600" h="21600">
                <a:moveTo>
                  <a:pt x="3598" y="2595"/>
                </a:moveTo>
                <a:lnTo>
                  <a:pt x="3491" y="2656"/>
                </a:lnTo>
                <a:lnTo>
                  <a:pt x="3812" y="2660"/>
                </a:lnTo>
                <a:lnTo>
                  <a:pt x="3845" y="2661"/>
                </a:lnTo>
                <a:lnTo>
                  <a:pt x="3845" y="2660"/>
                </a:lnTo>
              </a:path>
              <a:path w="21600" h="21600">
                <a:moveTo>
                  <a:pt x="2279" y="2591"/>
                </a:moveTo>
                <a:lnTo>
                  <a:pt x="2247" y="2598"/>
                </a:lnTo>
                <a:lnTo>
                  <a:pt x="2268" y="2614"/>
                </a:lnTo>
              </a:path>
              <a:path w="21600" h="21600">
                <a:moveTo>
                  <a:pt x="5795" y="2579"/>
                </a:moveTo>
                <a:lnTo>
                  <a:pt x="5761" y="2589"/>
                </a:lnTo>
                <a:lnTo>
                  <a:pt x="5622" y="2650"/>
                </a:lnTo>
                <a:lnTo>
                  <a:pt x="5647" y="2647"/>
                </a:lnTo>
              </a:path>
              <a:path w="21600" h="21600">
                <a:moveTo>
                  <a:pt x="4308" y="2574"/>
                </a:moveTo>
                <a:lnTo>
                  <a:pt x="4232" y="2666"/>
                </a:lnTo>
                <a:lnTo>
                  <a:pt x="4326" y="2667"/>
                </a:lnTo>
                <a:lnTo>
                  <a:pt x="4325" y="2588"/>
                </a:lnTo>
                <a:lnTo>
                  <a:pt x="4322" y="2580"/>
                </a:lnTo>
              </a:path>
              <a:path w="21600" h="21600">
                <a:moveTo>
                  <a:pt x="1386" y="2573"/>
                </a:moveTo>
                <a:lnTo>
                  <a:pt x="1408" y="2585"/>
                </a:lnTo>
                <a:lnTo>
                  <a:pt x="1412" y="2584"/>
                </a:lnTo>
                <a:lnTo>
                  <a:pt x="1396" y="2575"/>
                </a:lnTo>
              </a:path>
              <a:path w="21600" h="21600">
                <a:moveTo>
                  <a:pt x="2372" y="2571"/>
                </a:moveTo>
                <a:lnTo>
                  <a:pt x="2335" y="2579"/>
                </a:lnTo>
                <a:lnTo>
                  <a:pt x="2306" y="2643"/>
                </a:lnTo>
                <a:lnTo>
                  <a:pt x="2313" y="2648"/>
                </a:lnTo>
                <a:lnTo>
                  <a:pt x="2315" y="2649"/>
                </a:lnTo>
                <a:lnTo>
                  <a:pt x="2334" y="2655"/>
                </a:lnTo>
                <a:lnTo>
                  <a:pt x="2361" y="2658"/>
                </a:lnTo>
                <a:lnTo>
                  <a:pt x="2393" y="2645"/>
                </a:lnTo>
              </a:path>
              <a:path w="21600" h="21600">
                <a:moveTo>
                  <a:pt x="6598" y="2571"/>
                </a:moveTo>
                <a:lnTo>
                  <a:pt x="6561" y="2583"/>
                </a:lnTo>
                <a:lnTo>
                  <a:pt x="6462" y="2599"/>
                </a:lnTo>
                <a:lnTo>
                  <a:pt x="6151" y="2689"/>
                </a:lnTo>
                <a:lnTo>
                  <a:pt x="6139" y="2690"/>
                </a:lnTo>
                <a:lnTo>
                  <a:pt x="6045" y="2735"/>
                </a:lnTo>
                <a:lnTo>
                  <a:pt x="6003" y="2827"/>
                </a:lnTo>
                <a:lnTo>
                  <a:pt x="6025" y="2823"/>
                </a:lnTo>
                <a:lnTo>
                  <a:pt x="6462" y="2656"/>
                </a:lnTo>
              </a:path>
              <a:path w="21600" h="21600">
                <a:moveTo>
                  <a:pt x="2710" y="2571"/>
                </a:moveTo>
                <a:lnTo>
                  <a:pt x="2667" y="2595"/>
                </a:lnTo>
                <a:lnTo>
                  <a:pt x="2768" y="2624"/>
                </a:lnTo>
                <a:lnTo>
                  <a:pt x="2767" y="2615"/>
                </a:lnTo>
                <a:lnTo>
                  <a:pt x="2751" y="2601"/>
                </a:lnTo>
              </a:path>
              <a:path w="21600" h="21600">
                <a:moveTo>
                  <a:pt x="1269" y="2566"/>
                </a:moveTo>
                <a:lnTo>
                  <a:pt x="1324" y="2600"/>
                </a:lnTo>
                <a:lnTo>
                  <a:pt x="1340" y="2597"/>
                </a:lnTo>
                <a:lnTo>
                  <a:pt x="1282" y="2566"/>
                </a:lnTo>
              </a:path>
              <a:path w="21600" h="21600">
                <a:moveTo>
                  <a:pt x="2423" y="2560"/>
                </a:moveTo>
                <a:lnTo>
                  <a:pt x="2414" y="2562"/>
                </a:lnTo>
                <a:lnTo>
                  <a:pt x="2433" y="2629"/>
                </a:lnTo>
                <a:lnTo>
                  <a:pt x="2504" y="2601"/>
                </a:lnTo>
                <a:lnTo>
                  <a:pt x="2508" y="2592"/>
                </a:lnTo>
              </a:path>
              <a:path w="21600" h="21600">
                <a:moveTo>
                  <a:pt x="778" y="2545"/>
                </a:moveTo>
                <a:lnTo>
                  <a:pt x="625" y="2669"/>
                </a:lnTo>
                <a:lnTo>
                  <a:pt x="755" y="2767"/>
                </a:lnTo>
                <a:lnTo>
                  <a:pt x="944" y="2699"/>
                </a:lnTo>
                <a:lnTo>
                  <a:pt x="949" y="2676"/>
                </a:lnTo>
                <a:lnTo>
                  <a:pt x="1045" y="2607"/>
                </a:lnTo>
                <a:lnTo>
                  <a:pt x="1013" y="2582"/>
                </a:lnTo>
                <a:lnTo>
                  <a:pt x="1009" y="2580"/>
                </a:lnTo>
                <a:lnTo>
                  <a:pt x="971" y="2562"/>
                </a:lnTo>
                <a:lnTo>
                  <a:pt x="877" y="2560"/>
                </a:lnTo>
              </a:path>
              <a:path w="21600" h="21600">
                <a:moveTo>
                  <a:pt x="5203" y="2545"/>
                </a:moveTo>
                <a:lnTo>
                  <a:pt x="5198" y="2553"/>
                </a:lnTo>
                <a:lnTo>
                  <a:pt x="5216" y="2572"/>
                </a:lnTo>
                <a:lnTo>
                  <a:pt x="5208" y="2551"/>
                </a:lnTo>
              </a:path>
              <a:path w="21600" h="21600">
                <a:moveTo>
                  <a:pt x="1879" y="2543"/>
                </a:moveTo>
                <a:lnTo>
                  <a:pt x="1863" y="2546"/>
                </a:lnTo>
                <a:lnTo>
                  <a:pt x="1878" y="2551"/>
                </a:lnTo>
                <a:lnTo>
                  <a:pt x="1880" y="2551"/>
                </a:lnTo>
              </a:path>
              <a:path w="21600" h="21600">
                <a:moveTo>
                  <a:pt x="2759" y="2543"/>
                </a:moveTo>
                <a:lnTo>
                  <a:pt x="2752" y="2546"/>
                </a:lnTo>
                <a:lnTo>
                  <a:pt x="2760" y="2552"/>
                </a:lnTo>
              </a:path>
              <a:path w="21600" h="21600">
                <a:moveTo>
                  <a:pt x="4946" y="2538"/>
                </a:moveTo>
                <a:lnTo>
                  <a:pt x="4925" y="2634"/>
                </a:lnTo>
                <a:lnTo>
                  <a:pt x="4952" y="2648"/>
                </a:lnTo>
                <a:lnTo>
                  <a:pt x="5034" y="2644"/>
                </a:lnTo>
                <a:lnTo>
                  <a:pt x="5042" y="2598"/>
                </a:lnTo>
              </a:path>
              <a:path w="21600" h="21600">
                <a:moveTo>
                  <a:pt x="3236" y="2538"/>
                </a:moveTo>
                <a:lnTo>
                  <a:pt x="3187" y="2565"/>
                </a:lnTo>
                <a:lnTo>
                  <a:pt x="3165" y="2652"/>
                </a:lnTo>
                <a:lnTo>
                  <a:pt x="3176" y="2651"/>
                </a:lnTo>
                <a:lnTo>
                  <a:pt x="3367" y="2654"/>
                </a:lnTo>
                <a:lnTo>
                  <a:pt x="3360" y="2641"/>
                </a:lnTo>
              </a:path>
              <a:path w="21600" h="21600">
                <a:moveTo>
                  <a:pt x="2540" y="2535"/>
                </a:moveTo>
                <a:lnTo>
                  <a:pt x="2501" y="2543"/>
                </a:lnTo>
                <a:lnTo>
                  <a:pt x="2529" y="2554"/>
                </a:lnTo>
              </a:path>
              <a:path w="21600" h="21600">
                <a:moveTo>
                  <a:pt x="374" y="2534"/>
                </a:moveTo>
                <a:lnTo>
                  <a:pt x="287" y="2612"/>
                </a:lnTo>
                <a:lnTo>
                  <a:pt x="415" y="2565"/>
                </a:lnTo>
              </a:path>
              <a:path w="21600" h="21600">
                <a:moveTo>
                  <a:pt x="651" y="2525"/>
                </a:moveTo>
                <a:lnTo>
                  <a:pt x="505" y="2579"/>
                </a:lnTo>
                <a:lnTo>
                  <a:pt x="591" y="2644"/>
                </a:lnTo>
                <a:lnTo>
                  <a:pt x="723" y="2537"/>
                </a:lnTo>
              </a:path>
              <a:path w="21600" h="21600">
                <a:moveTo>
                  <a:pt x="9274" y="2522"/>
                </a:moveTo>
                <a:lnTo>
                  <a:pt x="9192" y="2621"/>
                </a:lnTo>
                <a:lnTo>
                  <a:pt x="9168" y="2685"/>
                </a:lnTo>
                <a:lnTo>
                  <a:pt x="9228" y="2592"/>
                </a:lnTo>
              </a:path>
              <a:path w="21600" h="21600">
                <a:moveTo>
                  <a:pt x="2006" y="2520"/>
                </a:moveTo>
                <a:lnTo>
                  <a:pt x="1962" y="2528"/>
                </a:lnTo>
                <a:lnTo>
                  <a:pt x="1956" y="2552"/>
                </a:lnTo>
                <a:lnTo>
                  <a:pt x="2014" y="2553"/>
                </a:lnTo>
              </a:path>
              <a:path w="21600" h="21600">
                <a:moveTo>
                  <a:pt x="2168" y="2516"/>
                </a:moveTo>
                <a:lnTo>
                  <a:pt x="2161" y="2534"/>
                </a:lnTo>
                <a:lnTo>
                  <a:pt x="2177" y="2546"/>
                </a:lnTo>
              </a:path>
              <a:path w="21600" h="21600">
                <a:moveTo>
                  <a:pt x="2635" y="2514"/>
                </a:moveTo>
                <a:lnTo>
                  <a:pt x="2605" y="2521"/>
                </a:lnTo>
                <a:lnTo>
                  <a:pt x="2613" y="2557"/>
                </a:lnTo>
                <a:lnTo>
                  <a:pt x="2664" y="2536"/>
                </a:lnTo>
              </a:path>
              <a:path w="21600" h="21600">
                <a:moveTo>
                  <a:pt x="4610" y="2514"/>
                </a:moveTo>
                <a:lnTo>
                  <a:pt x="4598" y="2554"/>
                </a:lnTo>
                <a:lnTo>
                  <a:pt x="4541" y="2627"/>
                </a:lnTo>
                <a:lnTo>
                  <a:pt x="4627" y="2663"/>
                </a:lnTo>
                <a:lnTo>
                  <a:pt x="4702" y="2660"/>
                </a:lnTo>
                <a:lnTo>
                  <a:pt x="4724" y="2574"/>
                </a:lnTo>
              </a:path>
              <a:path w="21600" h="21600">
                <a:moveTo>
                  <a:pt x="3283" y="2513"/>
                </a:moveTo>
                <a:lnTo>
                  <a:pt x="3279" y="2515"/>
                </a:lnTo>
                <a:lnTo>
                  <a:pt x="3396" y="2613"/>
                </a:lnTo>
                <a:lnTo>
                  <a:pt x="3416" y="2650"/>
                </a:lnTo>
                <a:lnTo>
                  <a:pt x="3539" y="2580"/>
                </a:lnTo>
                <a:lnTo>
                  <a:pt x="3528" y="2576"/>
                </a:lnTo>
              </a:path>
              <a:path w="21600" h="21600">
                <a:moveTo>
                  <a:pt x="2057" y="2510"/>
                </a:moveTo>
                <a:lnTo>
                  <a:pt x="2051" y="2512"/>
                </a:lnTo>
                <a:lnTo>
                  <a:pt x="2062" y="2554"/>
                </a:lnTo>
                <a:lnTo>
                  <a:pt x="2106" y="2554"/>
                </a:lnTo>
                <a:lnTo>
                  <a:pt x="2109" y="2549"/>
                </a:lnTo>
              </a:path>
              <a:path w="21600" h="21600">
                <a:moveTo>
                  <a:pt x="1079" y="2505"/>
                </a:moveTo>
                <a:lnTo>
                  <a:pt x="1105" y="2521"/>
                </a:lnTo>
                <a:lnTo>
                  <a:pt x="1116" y="2521"/>
                </a:lnTo>
                <a:lnTo>
                  <a:pt x="1098" y="2510"/>
                </a:lnTo>
                <a:lnTo>
                  <a:pt x="1080" y="2506"/>
                </a:lnTo>
              </a:path>
              <a:path w="21600" h="21600">
                <a:moveTo>
                  <a:pt x="3760" y="2503"/>
                </a:moveTo>
                <a:lnTo>
                  <a:pt x="3651" y="2565"/>
                </a:lnTo>
                <a:lnTo>
                  <a:pt x="3849" y="2617"/>
                </a:lnTo>
                <a:lnTo>
                  <a:pt x="3813" y="2547"/>
                </a:lnTo>
              </a:path>
              <a:path w="21600" h="21600">
                <a:moveTo>
                  <a:pt x="2129" y="2497"/>
                </a:moveTo>
                <a:lnTo>
                  <a:pt x="2116" y="2500"/>
                </a:lnTo>
                <a:lnTo>
                  <a:pt x="2125" y="2507"/>
                </a:lnTo>
              </a:path>
              <a:path w="21600" h="21600">
                <a:moveTo>
                  <a:pt x="1351" y="2497"/>
                </a:moveTo>
                <a:lnTo>
                  <a:pt x="1355" y="2500"/>
                </a:lnTo>
                <a:lnTo>
                  <a:pt x="1363" y="2499"/>
                </a:lnTo>
              </a:path>
              <a:path w="21600" h="21600">
                <a:moveTo>
                  <a:pt x="5161" y="2493"/>
                </a:moveTo>
                <a:lnTo>
                  <a:pt x="5165" y="2518"/>
                </a:lnTo>
                <a:lnTo>
                  <a:pt x="5171" y="2525"/>
                </a:lnTo>
                <a:lnTo>
                  <a:pt x="5174" y="2510"/>
                </a:lnTo>
              </a:path>
              <a:path w="21600" h="21600">
                <a:moveTo>
                  <a:pt x="4089" y="2492"/>
                </a:moveTo>
                <a:lnTo>
                  <a:pt x="3958" y="2640"/>
                </a:lnTo>
                <a:lnTo>
                  <a:pt x="3951" y="2644"/>
                </a:lnTo>
                <a:lnTo>
                  <a:pt x="4022" y="2663"/>
                </a:lnTo>
                <a:lnTo>
                  <a:pt x="4174" y="2665"/>
                </a:lnTo>
                <a:lnTo>
                  <a:pt x="4265" y="2555"/>
                </a:lnTo>
                <a:lnTo>
                  <a:pt x="4191" y="2524"/>
                </a:lnTo>
              </a:path>
              <a:path w="21600" h="21600">
                <a:moveTo>
                  <a:pt x="2749" y="2490"/>
                </a:moveTo>
                <a:lnTo>
                  <a:pt x="2693" y="2502"/>
                </a:lnTo>
                <a:lnTo>
                  <a:pt x="2712" y="2517"/>
                </a:lnTo>
                <a:lnTo>
                  <a:pt x="2752" y="2501"/>
                </a:lnTo>
              </a:path>
              <a:path w="21600" h="21600">
                <a:moveTo>
                  <a:pt x="11966" y="2488"/>
                </a:moveTo>
                <a:lnTo>
                  <a:pt x="11943" y="2524"/>
                </a:lnTo>
                <a:cubicBezTo>
                  <a:pt x="11773" y="2874"/>
                  <a:pt x="11681" y="3253"/>
                  <a:pt x="11669" y="3647"/>
                </a:cubicBezTo>
                <a:lnTo>
                  <a:pt x="11678" y="3795"/>
                </a:lnTo>
                <a:lnTo>
                  <a:pt x="11742" y="3468"/>
                </a:lnTo>
                <a:cubicBezTo>
                  <a:pt x="11781" y="3172"/>
                  <a:pt x="11839" y="2849"/>
                  <a:pt x="11957" y="2509"/>
                </a:cubicBezTo>
              </a:path>
              <a:path w="21600" h="21600">
                <a:moveTo>
                  <a:pt x="5075" y="2487"/>
                </a:moveTo>
                <a:lnTo>
                  <a:pt x="5088" y="2575"/>
                </a:lnTo>
                <a:lnTo>
                  <a:pt x="5122" y="2597"/>
                </a:lnTo>
                <a:lnTo>
                  <a:pt x="5129" y="2603"/>
                </a:lnTo>
                <a:lnTo>
                  <a:pt x="5139" y="2588"/>
                </a:lnTo>
                <a:lnTo>
                  <a:pt x="5134" y="2549"/>
                </a:lnTo>
              </a:path>
              <a:path w="21600" h="21600">
                <a:moveTo>
                  <a:pt x="442" y="2486"/>
                </a:moveTo>
                <a:lnTo>
                  <a:pt x="419" y="2494"/>
                </a:lnTo>
                <a:lnTo>
                  <a:pt x="407" y="2505"/>
                </a:lnTo>
                <a:lnTo>
                  <a:pt x="463" y="2547"/>
                </a:lnTo>
                <a:lnTo>
                  <a:pt x="561" y="2512"/>
                </a:lnTo>
                <a:lnTo>
                  <a:pt x="498" y="2502"/>
                </a:lnTo>
              </a:path>
              <a:path w="21600" h="21600">
                <a:moveTo>
                  <a:pt x="1227" y="2485"/>
                </a:moveTo>
                <a:lnTo>
                  <a:pt x="1253" y="2499"/>
                </a:lnTo>
                <a:lnTo>
                  <a:pt x="1275" y="2504"/>
                </a:lnTo>
                <a:lnTo>
                  <a:pt x="1246" y="2487"/>
                </a:lnTo>
              </a:path>
              <a:path w="21600" h="21600">
                <a:moveTo>
                  <a:pt x="3150" y="2479"/>
                </a:moveTo>
                <a:lnTo>
                  <a:pt x="3093" y="2557"/>
                </a:lnTo>
                <a:lnTo>
                  <a:pt x="3093" y="2560"/>
                </a:lnTo>
                <a:lnTo>
                  <a:pt x="3134" y="2544"/>
                </a:lnTo>
                <a:lnTo>
                  <a:pt x="3155" y="2505"/>
                </a:lnTo>
                <a:lnTo>
                  <a:pt x="3161" y="2482"/>
                </a:lnTo>
                <a:lnTo>
                  <a:pt x="3160" y="2481"/>
                </a:lnTo>
              </a:path>
              <a:path w="21600" h="21600">
                <a:moveTo>
                  <a:pt x="2242" y="2477"/>
                </a:moveTo>
                <a:lnTo>
                  <a:pt x="2243" y="2477"/>
                </a:lnTo>
                <a:lnTo>
                  <a:pt x="2207" y="2483"/>
                </a:lnTo>
                <a:lnTo>
                  <a:pt x="2227" y="2556"/>
                </a:lnTo>
                <a:lnTo>
                  <a:pt x="2236" y="2556"/>
                </a:lnTo>
                <a:lnTo>
                  <a:pt x="2303" y="2540"/>
                </a:lnTo>
                <a:lnTo>
                  <a:pt x="2314" y="2515"/>
                </a:lnTo>
                <a:lnTo>
                  <a:pt x="2243" y="2477"/>
                </a:lnTo>
                <a:lnTo>
                  <a:pt x="2243" y="2477"/>
                </a:lnTo>
              </a:path>
              <a:path w="21600" h="21600">
                <a:moveTo>
                  <a:pt x="2813" y="2476"/>
                </a:moveTo>
                <a:lnTo>
                  <a:pt x="2793" y="2480"/>
                </a:lnTo>
                <a:lnTo>
                  <a:pt x="2794" y="2484"/>
                </a:lnTo>
              </a:path>
              <a:path w="21600" h="21600">
                <a:moveTo>
                  <a:pt x="795" y="2473"/>
                </a:moveTo>
                <a:lnTo>
                  <a:pt x="734" y="2495"/>
                </a:lnTo>
                <a:lnTo>
                  <a:pt x="767" y="2500"/>
                </a:lnTo>
                <a:lnTo>
                  <a:pt x="774" y="2495"/>
                </a:lnTo>
                <a:lnTo>
                  <a:pt x="821" y="2486"/>
                </a:lnTo>
              </a:path>
              <a:path w="21600" h="21600">
                <a:moveTo>
                  <a:pt x="2336" y="2469"/>
                </a:moveTo>
                <a:lnTo>
                  <a:pt x="2317" y="2470"/>
                </a:lnTo>
                <a:lnTo>
                  <a:pt x="2333" y="2476"/>
                </a:lnTo>
              </a:path>
              <a:path w="21600" h="21600">
                <a:moveTo>
                  <a:pt x="3099" y="2464"/>
                </a:moveTo>
                <a:lnTo>
                  <a:pt x="3098" y="2469"/>
                </a:lnTo>
                <a:lnTo>
                  <a:pt x="3101" y="2465"/>
                </a:lnTo>
              </a:path>
              <a:path w="21600" h="21600">
                <a:moveTo>
                  <a:pt x="347" y="2460"/>
                </a:moveTo>
                <a:lnTo>
                  <a:pt x="372" y="2478"/>
                </a:lnTo>
                <a:lnTo>
                  <a:pt x="381" y="2469"/>
                </a:lnTo>
              </a:path>
              <a:path w="21600" h="21600">
                <a:moveTo>
                  <a:pt x="2911" y="2456"/>
                </a:moveTo>
                <a:lnTo>
                  <a:pt x="2801" y="2519"/>
                </a:lnTo>
                <a:lnTo>
                  <a:pt x="2810" y="2593"/>
                </a:lnTo>
                <a:lnTo>
                  <a:pt x="2850" y="2628"/>
                </a:lnTo>
                <a:lnTo>
                  <a:pt x="2932" y="2609"/>
                </a:lnTo>
              </a:path>
              <a:path w="21600" h="21600">
                <a:moveTo>
                  <a:pt x="2542" y="2455"/>
                </a:moveTo>
                <a:lnTo>
                  <a:pt x="2388" y="2465"/>
                </a:lnTo>
                <a:lnTo>
                  <a:pt x="2387" y="2468"/>
                </a:lnTo>
                <a:lnTo>
                  <a:pt x="2397" y="2502"/>
                </a:lnTo>
                <a:lnTo>
                  <a:pt x="2421" y="2511"/>
                </a:lnTo>
                <a:lnTo>
                  <a:pt x="2548" y="2480"/>
                </a:lnTo>
              </a:path>
              <a:path w="21600" h="21600">
                <a:moveTo>
                  <a:pt x="4803" y="2449"/>
                </a:moveTo>
                <a:lnTo>
                  <a:pt x="4801" y="2458"/>
                </a:lnTo>
                <a:lnTo>
                  <a:pt x="4807" y="2474"/>
                </a:lnTo>
                <a:lnTo>
                  <a:pt x="4801" y="2567"/>
                </a:lnTo>
                <a:lnTo>
                  <a:pt x="4883" y="2611"/>
                </a:lnTo>
                <a:lnTo>
                  <a:pt x="4904" y="2512"/>
                </a:lnTo>
              </a:path>
              <a:path w="21600" h="21600">
                <a:moveTo>
                  <a:pt x="2678" y="2449"/>
                </a:moveTo>
                <a:lnTo>
                  <a:pt x="2639" y="2449"/>
                </a:lnTo>
                <a:lnTo>
                  <a:pt x="2634" y="2458"/>
                </a:lnTo>
                <a:lnTo>
                  <a:pt x="2635" y="2459"/>
                </a:lnTo>
              </a:path>
              <a:path w="21600" h="21600">
                <a:moveTo>
                  <a:pt x="3034" y="2445"/>
                </a:moveTo>
                <a:lnTo>
                  <a:pt x="2954" y="2446"/>
                </a:lnTo>
                <a:lnTo>
                  <a:pt x="2975" y="2599"/>
                </a:lnTo>
                <a:lnTo>
                  <a:pt x="2995" y="2594"/>
                </a:lnTo>
                <a:cubicBezTo>
                  <a:pt x="3007" y="2582"/>
                  <a:pt x="3019" y="2570"/>
                  <a:pt x="3030" y="2559"/>
                </a:cubicBezTo>
                <a:lnTo>
                  <a:pt x="3050" y="2533"/>
                </a:lnTo>
                <a:lnTo>
                  <a:pt x="3055" y="2451"/>
                </a:lnTo>
              </a:path>
              <a:path w="21600" h="21600">
                <a:moveTo>
                  <a:pt x="3324" y="2443"/>
                </a:moveTo>
                <a:lnTo>
                  <a:pt x="3240" y="2444"/>
                </a:lnTo>
                <a:lnTo>
                  <a:pt x="3233" y="2456"/>
                </a:lnTo>
                <a:lnTo>
                  <a:pt x="3278" y="2468"/>
                </a:lnTo>
              </a:path>
              <a:path w="21600" h="21600">
                <a:moveTo>
                  <a:pt x="3683" y="2441"/>
                </a:moveTo>
                <a:lnTo>
                  <a:pt x="3552" y="2441"/>
                </a:lnTo>
                <a:lnTo>
                  <a:pt x="3414" y="2442"/>
                </a:lnTo>
                <a:lnTo>
                  <a:pt x="3338" y="2483"/>
                </a:lnTo>
                <a:lnTo>
                  <a:pt x="3538" y="2535"/>
                </a:lnTo>
                <a:lnTo>
                  <a:pt x="3592" y="2549"/>
                </a:lnTo>
                <a:lnTo>
                  <a:pt x="3724" y="2474"/>
                </a:lnTo>
                <a:lnTo>
                  <a:pt x="3685" y="2443"/>
                </a:lnTo>
              </a:path>
              <a:path w="21600" h="21600">
                <a:moveTo>
                  <a:pt x="3778" y="2441"/>
                </a:moveTo>
                <a:lnTo>
                  <a:pt x="3753" y="2441"/>
                </a:lnTo>
                <a:lnTo>
                  <a:pt x="3765" y="2451"/>
                </a:lnTo>
                <a:lnTo>
                  <a:pt x="3773" y="2447"/>
                </a:lnTo>
              </a:path>
              <a:path w="21600" h="21600">
                <a:moveTo>
                  <a:pt x="3926" y="2440"/>
                </a:moveTo>
                <a:lnTo>
                  <a:pt x="3836" y="2441"/>
                </a:lnTo>
                <a:lnTo>
                  <a:pt x="3800" y="2479"/>
                </a:lnTo>
                <a:lnTo>
                  <a:pt x="3849" y="2519"/>
                </a:lnTo>
                <a:lnTo>
                  <a:pt x="3902" y="2627"/>
                </a:lnTo>
                <a:lnTo>
                  <a:pt x="3932" y="2608"/>
                </a:lnTo>
                <a:lnTo>
                  <a:pt x="4047" y="2478"/>
                </a:lnTo>
              </a:path>
              <a:path w="21600" h="21600">
                <a:moveTo>
                  <a:pt x="4081" y="2440"/>
                </a:moveTo>
                <a:lnTo>
                  <a:pt x="4067" y="2440"/>
                </a:lnTo>
                <a:lnTo>
                  <a:pt x="4078" y="2444"/>
                </a:lnTo>
              </a:path>
              <a:path w="21600" h="21600">
                <a:moveTo>
                  <a:pt x="4249" y="2439"/>
                </a:moveTo>
                <a:lnTo>
                  <a:pt x="4232" y="2440"/>
                </a:lnTo>
                <a:lnTo>
                  <a:pt x="4134" y="2440"/>
                </a:lnTo>
                <a:lnTo>
                  <a:pt x="4120" y="2457"/>
                </a:lnTo>
                <a:lnTo>
                  <a:pt x="4226" y="2490"/>
                </a:lnTo>
                <a:lnTo>
                  <a:pt x="4295" y="2520"/>
                </a:lnTo>
                <a:lnTo>
                  <a:pt x="4295" y="2519"/>
                </a:lnTo>
                <a:lnTo>
                  <a:pt x="4266" y="2452"/>
                </a:lnTo>
              </a:path>
              <a:path w="21600" h="21600">
                <a:moveTo>
                  <a:pt x="10095" y="2437"/>
                </a:moveTo>
                <a:lnTo>
                  <a:pt x="9978" y="2593"/>
                </a:lnTo>
                <a:lnTo>
                  <a:pt x="9931" y="2720"/>
                </a:lnTo>
              </a:path>
              <a:path w="21600" h="21600">
                <a:moveTo>
                  <a:pt x="1856" y="2435"/>
                </a:moveTo>
                <a:lnTo>
                  <a:pt x="1849" y="2478"/>
                </a:lnTo>
                <a:lnTo>
                  <a:pt x="1864" y="2476"/>
                </a:lnTo>
              </a:path>
              <a:path w="21600" h="21600">
                <a:moveTo>
                  <a:pt x="1902" y="2434"/>
                </a:moveTo>
                <a:lnTo>
                  <a:pt x="1909" y="2468"/>
                </a:lnTo>
                <a:lnTo>
                  <a:pt x="1936" y="2463"/>
                </a:lnTo>
                <a:lnTo>
                  <a:pt x="1948" y="2434"/>
                </a:lnTo>
              </a:path>
              <a:path w="21600" h="21600">
                <a:moveTo>
                  <a:pt x="4368" y="2432"/>
                </a:moveTo>
                <a:lnTo>
                  <a:pt x="4305" y="2436"/>
                </a:lnTo>
                <a:lnTo>
                  <a:pt x="4326" y="2483"/>
                </a:lnTo>
              </a:path>
              <a:path w="21600" h="21600">
                <a:moveTo>
                  <a:pt x="4446" y="2428"/>
                </a:moveTo>
                <a:lnTo>
                  <a:pt x="4429" y="2429"/>
                </a:lnTo>
                <a:lnTo>
                  <a:pt x="4346" y="2529"/>
                </a:lnTo>
                <a:lnTo>
                  <a:pt x="4354" y="2546"/>
                </a:lnTo>
                <a:lnTo>
                  <a:pt x="4499" y="2608"/>
                </a:lnTo>
                <a:lnTo>
                  <a:pt x="4558" y="2533"/>
                </a:lnTo>
                <a:lnTo>
                  <a:pt x="4570" y="2493"/>
                </a:lnTo>
              </a:path>
              <a:path w="21600" h="21600">
                <a:moveTo>
                  <a:pt x="6274" y="2427"/>
                </a:moveTo>
                <a:lnTo>
                  <a:pt x="6207" y="2447"/>
                </a:lnTo>
                <a:lnTo>
                  <a:pt x="5803" y="2629"/>
                </a:lnTo>
                <a:lnTo>
                  <a:pt x="5842" y="2625"/>
                </a:lnTo>
                <a:lnTo>
                  <a:pt x="5908" y="2594"/>
                </a:lnTo>
              </a:path>
              <a:path w="21600" h="21600">
                <a:moveTo>
                  <a:pt x="1451" y="2427"/>
                </a:moveTo>
                <a:lnTo>
                  <a:pt x="1553" y="2466"/>
                </a:lnTo>
                <a:lnTo>
                  <a:pt x="1653" y="2490"/>
                </a:lnTo>
                <a:lnTo>
                  <a:pt x="1711" y="2502"/>
                </a:lnTo>
                <a:lnTo>
                  <a:pt x="1728" y="2499"/>
                </a:lnTo>
                <a:lnTo>
                  <a:pt x="1724" y="2431"/>
                </a:lnTo>
              </a:path>
              <a:path w="21600" h="21600">
                <a:moveTo>
                  <a:pt x="1117" y="2425"/>
                </a:moveTo>
                <a:lnTo>
                  <a:pt x="1140" y="2437"/>
                </a:lnTo>
                <a:lnTo>
                  <a:pt x="1164" y="2439"/>
                </a:lnTo>
                <a:lnTo>
                  <a:pt x="1141" y="2426"/>
                </a:lnTo>
              </a:path>
              <a:path w="21600" h="21600">
                <a:moveTo>
                  <a:pt x="695" y="2423"/>
                </a:moveTo>
                <a:lnTo>
                  <a:pt x="619" y="2429"/>
                </a:lnTo>
                <a:lnTo>
                  <a:pt x="518" y="2462"/>
                </a:lnTo>
                <a:lnTo>
                  <a:pt x="644" y="2481"/>
                </a:lnTo>
                <a:lnTo>
                  <a:pt x="740" y="2446"/>
                </a:lnTo>
              </a:path>
              <a:path w="21600" h="21600">
                <a:moveTo>
                  <a:pt x="2330" y="2423"/>
                </a:moveTo>
                <a:lnTo>
                  <a:pt x="2315" y="2428"/>
                </a:lnTo>
                <a:lnTo>
                  <a:pt x="2331" y="2427"/>
                </a:lnTo>
              </a:path>
              <a:path w="21600" h="21600">
                <a:moveTo>
                  <a:pt x="6862" y="2419"/>
                </a:moveTo>
                <a:lnTo>
                  <a:pt x="6768" y="2462"/>
                </a:lnTo>
                <a:lnTo>
                  <a:pt x="6804" y="2455"/>
                </a:lnTo>
              </a:path>
              <a:path w="21600" h="21600">
                <a:moveTo>
                  <a:pt x="4591" y="2419"/>
                </a:moveTo>
                <a:lnTo>
                  <a:pt x="4531" y="2423"/>
                </a:lnTo>
                <a:lnTo>
                  <a:pt x="4582" y="2450"/>
                </a:lnTo>
              </a:path>
              <a:path w="21600" h="21600">
                <a:moveTo>
                  <a:pt x="2140" y="2418"/>
                </a:moveTo>
                <a:lnTo>
                  <a:pt x="2031" y="2435"/>
                </a:lnTo>
                <a:lnTo>
                  <a:pt x="2031" y="2436"/>
                </a:lnTo>
                <a:lnTo>
                  <a:pt x="2043" y="2445"/>
                </a:lnTo>
                <a:lnTo>
                  <a:pt x="2143" y="2428"/>
                </a:lnTo>
              </a:path>
              <a:path w="21600" h="21600">
                <a:moveTo>
                  <a:pt x="4736" y="2411"/>
                </a:moveTo>
                <a:lnTo>
                  <a:pt x="4638" y="2416"/>
                </a:lnTo>
                <a:lnTo>
                  <a:pt x="4622" y="2471"/>
                </a:lnTo>
                <a:lnTo>
                  <a:pt x="4735" y="2532"/>
                </a:lnTo>
                <a:lnTo>
                  <a:pt x="4753" y="2459"/>
                </a:lnTo>
              </a:path>
              <a:path w="21600" h="21600">
                <a:moveTo>
                  <a:pt x="4926" y="2400"/>
                </a:moveTo>
                <a:lnTo>
                  <a:pt x="4816" y="2406"/>
                </a:lnTo>
                <a:lnTo>
                  <a:pt x="4914" y="2467"/>
                </a:lnTo>
                <a:lnTo>
                  <a:pt x="4927" y="2409"/>
                </a:lnTo>
              </a:path>
              <a:path w="21600" h="21600">
                <a:moveTo>
                  <a:pt x="2298" y="2394"/>
                </a:moveTo>
                <a:lnTo>
                  <a:pt x="2233" y="2404"/>
                </a:lnTo>
                <a:lnTo>
                  <a:pt x="2239" y="2411"/>
                </a:lnTo>
              </a:path>
              <a:path w="21600" h="21600">
                <a:moveTo>
                  <a:pt x="2572" y="2394"/>
                </a:moveTo>
                <a:lnTo>
                  <a:pt x="2577" y="2410"/>
                </a:lnTo>
                <a:lnTo>
                  <a:pt x="2613" y="2407"/>
                </a:lnTo>
                <a:cubicBezTo>
                  <a:pt x="2614" y="2405"/>
                  <a:pt x="2615" y="2403"/>
                  <a:pt x="2617" y="2400"/>
                </a:cubicBezTo>
              </a:path>
              <a:path w="21600" h="21600">
                <a:moveTo>
                  <a:pt x="4971" y="2393"/>
                </a:moveTo>
                <a:lnTo>
                  <a:pt x="4974" y="2412"/>
                </a:lnTo>
                <a:lnTo>
                  <a:pt x="4956" y="2493"/>
                </a:lnTo>
                <a:lnTo>
                  <a:pt x="5041" y="2546"/>
                </a:lnTo>
                <a:lnTo>
                  <a:pt x="5031" y="2441"/>
                </a:lnTo>
                <a:lnTo>
                  <a:pt x="5010" y="2419"/>
                </a:lnTo>
              </a:path>
              <a:path w="21600" h="21600">
                <a:moveTo>
                  <a:pt x="3033" y="2390"/>
                </a:moveTo>
                <a:lnTo>
                  <a:pt x="3019" y="2397"/>
                </a:lnTo>
                <a:lnTo>
                  <a:pt x="3037" y="2402"/>
                </a:lnTo>
                <a:lnTo>
                  <a:pt x="3050" y="2402"/>
                </a:lnTo>
              </a:path>
              <a:path w="21600" h="21600">
                <a:moveTo>
                  <a:pt x="1892" y="2388"/>
                </a:moveTo>
                <a:lnTo>
                  <a:pt x="1893" y="2391"/>
                </a:lnTo>
                <a:lnTo>
                  <a:pt x="1896" y="2391"/>
                </a:lnTo>
              </a:path>
              <a:path w="21600" h="21600">
                <a:moveTo>
                  <a:pt x="7341" y="2387"/>
                </a:moveTo>
                <a:lnTo>
                  <a:pt x="7299" y="2398"/>
                </a:lnTo>
                <a:cubicBezTo>
                  <a:pt x="7203" y="2420"/>
                  <a:pt x="7112" y="2442"/>
                  <a:pt x="7027" y="2465"/>
                </a:cubicBezTo>
                <a:lnTo>
                  <a:pt x="6666" y="2587"/>
                </a:lnTo>
                <a:lnTo>
                  <a:pt x="6505" y="2685"/>
                </a:lnTo>
                <a:lnTo>
                  <a:pt x="6480" y="2695"/>
                </a:lnTo>
                <a:lnTo>
                  <a:pt x="6439" y="2720"/>
                </a:lnTo>
                <a:cubicBezTo>
                  <a:pt x="6395" y="2765"/>
                  <a:pt x="6372" y="2815"/>
                  <a:pt x="6369" y="2875"/>
                </a:cubicBezTo>
                <a:lnTo>
                  <a:pt x="6415" y="3059"/>
                </a:lnTo>
                <a:lnTo>
                  <a:pt x="6718" y="2942"/>
                </a:lnTo>
                <a:lnTo>
                  <a:pt x="6707" y="2882"/>
                </a:lnTo>
                <a:cubicBezTo>
                  <a:pt x="6714" y="2805"/>
                  <a:pt x="6744" y="2739"/>
                  <a:pt x="6797" y="2678"/>
                </a:cubicBezTo>
                <a:cubicBezTo>
                  <a:pt x="6845" y="2623"/>
                  <a:pt x="6917" y="2571"/>
                  <a:pt x="7018" y="2518"/>
                </a:cubicBezTo>
              </a:path>
              <a:path w="21600" h="21600">
                <a:moveTo>
                  <a:pt x="4182" y="2387"/>
                </a:moveTo>
                <a:lnTo>
                  <a:pt x="4173" y="2397"/>
                </a:lnTo>
                <a:lnTo>
                  <a:pt x="4194" y="2397"/>
                </a:lnTo>
              </a:path>
              <a:path w="21600" h="21600">
                <a:moveTo>
                  <a:pt x="2451" y="2380"/>
                </a:moveTo>
                <a:lnTo>
                  <a:pt x="2424" y="2389"/>
                </a:lnTo>
                <a:lnTo>
                  <a:pt x="2409" y="2422"/>
                </a:lnTo>
                <a:lnTo>
                  <a:pt x="2501" y="2415"/>
                </a:lnTo>
              </a:path>
              <a:path w="21600" h="21600">
                <a:moveTo>
                  <a:pt x="3222" y="2379"/>
                </a:moveTo>
                <a:lnTo>
                  <a:pt x="3221" y="2381"/>
                </a:lnTo>
                <a:lnTo>
                  <a:pt x="3221" y="2381"/>
                </a:lnTo>
              </a:path>
              <a:path w="21600" h="21600">
                <a:moveTo>
                  <a:pt x="9766" y="2377"/>
                </a:moveTo>
                <a:lnTo>
                  <a:pt x="9586" y="2607"/>
                </a:lnTo>
                <a:lnTo>
                  <a:pt x="9530" y="2753"/>
                </a:lnTo>
                <a:lnTo>
                  <a:pt x="9682" y="2505"/>
                </a:lnTo>
              </a:path>
              <a:path w="21600" h="21600">
                <a:moveTo>
                  <a:pt x="5064" y="2376"/>
                </a:moveTo>
                <a:lnTo>
                  <a:pt x="5059" y="2377"/>
                </a:lnTo>
                <a:lnTo>
                  <a:pt x="5064" y="2412"/>
                </a:lnTo>
                <a:lnTo>
                  <a:pt x="5124" y="2475"/>
                </a:lnTo>
                <a:lnTo>
                  <a:pt x="5120" y="2444"/>
                </a:lnTo>
              </a:path>
              <a:path w="21600" h="21600">
                <a:moveTo>
                  <a:pt x="5138" y="2369"/>
                </a:moveTo>
                <a:lnTo>
                  <a:pt x="5144" y="2404"/>
                </a:lnTo>
                <a:lnTo>
                  <a:pt x="5165" y="2429"/>
                </a:lnTo>
                <a:lnTo>
                  <a:pt x="5149" y="2384"/>
                </a:lnTo>
              </a:path>
              <a:path w="21600" h="21600">
                <a:moveTo>
                  <a:pt x="1286" y="2366"/>
                </a:moveTo>
                <a:lnTo>
                  <a:pt x="1248" y="2373"/>
                </a:lnTo>
                <a:lnTo>
                  <a:pt x="1250" y="2373"/>
                </a:lnTo>
                <a:lnTo>
                  <a:pt x="1289" y="2381"/>
                </a:lnTo>
                <a:lnTo>
                  <a:pt x="1307" y="2381"/>
                </a:lnTo>
              </a:path>
              <a:path w="21600" h="21600">
                <a:moveTo>
                  <a:pt x="7539" y="2366"/>
                </a:moveTo>
                <a:lnTo>
                  <a:pt x="7433" y="2397"/>
                </a:lnTo>
                <a:cubicBezTo>
                  <a:pt x="7108" y="2507"/>
                  <a:pt x="6923" y="2603"/>
                  <a:pt x="6832" y="2707"/>
                </a:cubicBezTo>
                <a:cubicBezTo>
                  <a:pt x="6785" y="2761"/>
                  <a:pt x="6759" y="2821"/>
                  <a:pt x="6753" y="2890"/>
                </a:cubicBezTo>
                <a:lnTo>
                  <a:pt x="6760" y="2926"/>
                </a:lnTo>
                <a:lnTo>
                  <a:pt x="7279" y="2592"/>
                </a:lnTo>
                <a:lnTo>
                  <a:pt x="7408" y="2486"/>
                </a:lnTo>
              </a:path>
              <a:path w="21600" h="21600">
                <a:moveTo>
                  <a:pt x="2762" y="2365"/>
                </a:moveTo>
                <a:lnTo>
                  <a:pt x="2773" y="2404"/>
                </a:lnTo>
                <a:lnTo>
                  <a:pt x="2864" y="2403"/>
                </a:lnTo>
                <a:lnTo>
                  <a:pt x="2879" y="2400"/>
                </a:lnTo>
              </a:path>
              <a:path w="21600" h="21600">
                <a:moveTo>
                  <a:pt x="3568" y="2359"/>
                </a:moveTo>
                <a:lnTo>
                  <a:pt x="3495" y="2398"/>
                </a:lnTo>
                <a:lnTo>
                  <a:pt x="3552" y="2397"/>
                </a:lnTo>
                <a:lnTo>
                  <a:pt x="3622" y="2397"/>
                </a:lnTo>
              </a:path>
              <a:path w="21600" h="21600">
                <a:moveTo>
                  <a:pt x="4655" y="2357"/>
                </a:moveTo>
                <a:lnTo>
                  <a:pt x="4651" y="2372"/>
                </a:lnTo>
                <a:lnTo>
                  <a:pt x="4677" y="2371"/>
                </a:lnTo>
              </a:path>
              <a:path w="21600" h="21600">
                <a:moveTo>
                  <a:pt x="3625" y="2345"/>
                </a:moveTo>
                <a:lnTo>
                  <a:pt x="3698" y="2397"/>
                </a:lnTo>
                <a:lnTo>
                  <a:pt x="3789" y="2397"/>
                </a:lnTo>
              </a:path>
              <a:path w="21600" h="21600">
                <a:moveTo>
                  <a:pt x="533" y="2342"/>
                </a:moveTo>
                <a:lnTo>
                  <a:pt x="296" y="2363"/>
                </a:lnTo>
                <a:lnTo>
                  <a:pt x="244" y="2382"/>
                </a:lnTo>
                <a:lnTo>
                  <a:pt x="253" y="2389"/>
                </a:lnTo>
                <a:lnTo>
                  <a:pt x="447" y="2443"/>
                </a:lnTo>
                <a:lnTo>
                  <a:pt x="640" y="2395"/>
                </a:lnTo>
              </a:path>
              <a:path w="21600" h="21600">
                <a:moveTo>
                  <a:pt x="8104" y="2335"/>
                </a:moveTo>
                <a:lnTo>
                  <a:pt x="7850" y="2470"/>
                </a:lnTo>
                <a:cubicBezTo>
                  <a:pt x="7746" y="2539"/>
                  <a:pt x="7671" y="2608"/>
                  <a:pt x="7619" y="2678"/>
                </a:cubicBezTo>
                <a:lnTo>
                  <a:pt x="7541" y="2871"/>
                </a:lnTo>
                <a:lnTo>
                  <a:pt x="7594" y="2835"/>
                </a:lnTo>
                <a:cubicBezTo>
                  <a:pt x="7768" y="2697"/>
                  <a:pt x="7927" y="2545"/>
                  <a:pt x="8066" y="2384"/>
                </a:cubicBezTo>
              </a:path>
              <a:path w="21600" h="21600">
                <a:moveTo>
                  <a:pt x="4238" y="2323"/>
                </a:moveTo>
                <a:lnTo>
                  <a:pt x="4210" y="2354"/>
                </a:lnTo>
                <a:lnTo>
                  <a:pt x="4262" y="2395"/>
                </a:lnTo>
                <a:lnTo>
                  <a:pt x="4372" y="2388"/>
                </a:lnTo>
                <a:lnTo>
                  <a:pt x="4268" y="2334"/>
                </a:lnTo>
              </a:path>
              <a:path w="21600" h="21600">
                <a:moveTo>
                  <a:pt x="1800" y="2322"/>
                </a:moveTo>
                <a:lnTo>
                  <a:pt x="1808" y="2389"/>
                </a:lnTo>
                <a:lnTo>
                  <a:pt x="1821" y="2390"/>
                </a:lnTo>
                <a:lnTo>
                  <a:pt x="1831" y="2344"/>
                </a:lnTo>
              </a:path>
              <a:path w="21600" h="21600">
                <a:moveTo>
                  <a:pt x="2937" y="2320"/>
                </a:moveTo>
                <a:lnTo>
                  <a:pt x="2944" y="2374"/>
                </a:lnTo>
                <a:lnTo>
                  <a:pt x="2958" y="2378"/>
                </a:lnTo>
                <a:lnTo>
                  <a:pt x="2985" y="2355"/>
                </a:lnTo>
              </a:path>
              <a:path w="21600" h="21600">
                <a:moveTo>
                  <a:pt x="2628" y="2316"/>
                </a:moveTo>
                <a:lnTo>
                  <a:pt x="2555" y="2342"/>
                </a:lnTo>
                <a:lnTo>
                  <a:pt x="2556" y="2344"/>
                </a:lnTo>
                <a:lnTo>
                  <a:pt x="2658" y="2355"/>
                </a:lnTo>
                <a:cubicBezTo>
                  <a:pt x="2670" y="2350"/>
                  <a:pt x="2680" y="2349"/>
                  <a:pt x="2688" y="2352"/>
                </a:cubicBezTo>
                <a:lnTo>
                  <a:pt x="2705" y="2357"/>
                </a:lnTo>
                <a:lnTo>
                  <a:pt x="2704" y="2375"/>
                </a:lnTo>
                <a:cubicBezTo>
                  <a:pt x="2704" y="2381"/>
                  <a:pt x="2700" y="2394"/>
                  <a:pt x="2679" y="2397"/>
                </a:cubicBezTo>
                <a:cubicBezTo>
                  <a:pt x="2677" y="2397"/>
                  <a:pt x="2675" y="2397"/>
                  <a:pt x="2673" y="2397"/>
                </a:cubicBezTo>
                <a:cubicBezTo>
                  <a:pt x="2671" y="2399"/>
                  <a:pt x="2668" y="2401"/>
                  <a:pt x="2666" y="2405"/>
                </a:cubicBezTo>
                <a:lnTo>
                  <a:pt x="2727" y="2404"/>
                </a:lnTo>
                <a:lnTo>
                  <a:pt x="2711" y="2347"/>
                </a:lnTo>
              </a:path>
              <a:path w="21600" h="21600">
                <a:moveTo>
                  <a:pt x="3178" y="2315"/>
                </a:moveTo>
                <a:lnTo>
                  <a:pt x="3105" y="2352"/>
                </a:lnTo>
                <a:lnTo>
                  <a:pt x="3103" y="2385"/>
                </a:lnTo>
                <a:lnTo>
                  <a:pt x="3126" y="2401"/>
                </a:lnTo>
                <a:lnTo>
                  <a:pt x="3150" y="2401"/>
                </a:lnTo>
                <a:lnTo>
                  <a:pt x="3176" y="2366"/>
                </a:lnTo>
              </a:path>
              <a:path w="21600" h="21600">
                <a:moveTo>
                  <a:pt x="4840" y="2304"/>
                </a:moveTo>
                <a:lnTo>
                  <a:pt x="4825" y="2362"/>
                </a:lnTo>
                <a:lnTo>
                  <a:pt x="4918" y="2357"/>
                </a:lnTo>
              </a:path>
              <a:path w="21600" h="21600">
                <a:moveTo>
                  <a:pt x="2337" y="2297"/>
                </a:moveTo>
                <a:lnTo>
                  <a:pt x="2344" y="2319"/>
                </a:lnTo>
                <a:lnTo>
                  <a:pt x="2350" y="2320"/>
                </a:lnTo>
                <a:lnTo>
                  <a:pt x="2364" y="2317"/>
                </a:lnTo>
              </a:path>
              <a:path w="21600" h="21600">
                <a:moveTo>
                  <a:pt x="11327" y="2295"/>
                </a:moveTo>
                <a:lnTo>
                  <a:pt x="11157" y="2552"/>
                </a:lnTo>
                <a:cubicBezTo>
                  <a:pt x="11077" y="2710"/>
                  <a:pt x="11017" y="2872"/>
                  <a:pt x="10978" y="3041"/>
                </a:cubicBezTo>
                <a:lnTo>
                  <a:pt x="10930" y="3479"/>
                </a:lnTo>
                <a:lnTo>
                  <a:pt x="11136" y="2853"/>
                </a:lnTo>
              </a:path>
              <a:path w="21600" h="21600">
                <a:moveTo>
                  <a:pt x="2697" y="2292"/>
                </a:moveTo>
                <a:lnTo>
                  <a:pt x="2690" y="2294"/>
                </a:lnTo>
                <a:lnTo>
                  <a:pt x="2698" y="2297"/>
                </a:lnTo>
              </a:path>
              <a:path w="21600" h="21600">
                <a:moveTo>
                  <a:pt x="3238" y="2284"/>
                </a:moveTo>
                <a:lnTo>
                  <a:pt x="3224" y="2292"/>
                </a:lnTo>
                <a:lnTo>
                  <a:pt x="3223" y="2303"/>
                </a:lnTo>
              </a:path>
              <a:path w="21600" h="21600">
                <a:moveTo>
                  <a:pt x="410" y="2284"/>
                </a:moveTo>
                <a:lnTo>
                  <a:pt x="213" y="2357"/>
                </a:lnTo>
                <a:lnTo>
                  <a:pt x="379" y="2305"/>
                </a:lnTo>
                <a:lnTo>
                  <a:pt x="455" y="2305"/>
                </a:lnTo>
              </a:path>
              <a:path w="21600" h="21600">
                <a:moveTo>
                  <a:pt x="1721" y="2283"/>
                </a:moveTo>
                <a:lnTo>
                  <a:pt x="1345" y="2355"/>
                </a:lnTo>
                <a:lnTo>
                  <a:pt x="1383" y="2383"/>
                </a:lnTo>
                <a:lnTo>
                  <a:pt x="1721" y="2388"/>
                </a:lnTo>
                <a:lnTo>
                  <a:pt x="1718" y="2332"/>
                </a:lnTo>
              </a:path>
              <a:path w="21600" h="21600">
                <a:moveTo>
                  <a:pt x="6727" y="2283"/>
                </a:moveTo>
                <a:lnTo>
                  <a:pt x="6638" y="2310"/>
                </a:lnTo>
                <a:lnTo>
                  <a:pt x="6001" y="2601"/>
                </a:lnTo>
                <a:lnTo>
                  <a:pt x="6090" y="2583"/>
                </a:lnTo>
                <a:lnTo>
                  <a:pt x="6283" y="2490"/>
                </a:lnTo>
              </a:path>
              <a:path w="21600" h="21600">
                <a:moveTo>
                  <a:pt x="4093" y="2269"/>
                </a:moveTo>
                <a:lnTo>
                  <a:pt x="4177" y="2328"/>
                </a:lnTo>
                <a:lnTo>
                  <a:pt x="4179" y="2329"/>
                </a:lnTo>
                <a:lnTo>
                  <a:pt x="4198" y="2308"/>
                </a:lnTo>
              </a:path>
              <a:path w="21600" h="21600">
                <a:moveTo>
                  <a:pt x="1820" y="2267"/>
                </a:moveTo>
                <a:lnTo>
                  <a:pt x="1804" y="2271"/>
                </a:lnTo>
                <a:lnTo>
                  <a:pt x="1804" y="2271"/>
                </a:lnTo>
                <a:lnTo>
                  <a:pt x="1824" y="2285"/>
                </a:lnTo>
              </a:path>
              <a:path w="21600" h="21600">
                <a:moveTo>
                  <a:pt x="2482" y="2264"/>
                </a:moveTo>
                <a:lnTo>
                  <a:pt x="2468" y="2294"/>
                </a:lnTo>
                <a:lnTo>
                  <a:pt x="2492" y="2288"/>
                </a:lnTo>
                <a:lnTo>
                  <a:pt x="2485" y="2265"/>
                </a:lnTo>
              </a:path>
              <a:path w="21600" h="21600">
                <a:moveTo>
                  <a:pt x="1222" y="2263"/>
                </a:moveTo>
                <a:lnTo>
                  <a:pt x="1297" y="2319"/>
                </a:lnTo>
                <a:lnTo>
                  <a:pt x="1559" y="2269"/>
                </a:lnTo>
              </a:path>
              <a:path w="21600" h="21600">
                <a:moveTo>
                  <a:pt x="4502" y="2262"/>
                </a:moveTo>
                <a:lnTo>
                  <a:pt x="4463" y="2383"/>
                </a:lnTo>
                <a:lnTo>
                  <a:pt x="4604" y="2375"/>
                </a:lnTo>
                <a:lnTo>
                  <a:pt x="4616" y="2333"/>
                </a:lnTo>
              </a:path>
              <a:path w="21600" h="21600">
                <a:moveTo>
                  <a:pt x="4004" y="2260"/>
                </a:moveTo>
                <a:lnTo>
                  <a:pt x="3889" y="2384"/>
                </a:lnTo>
                <a:lnTo>
                  <a:pt x="3930" y="2397"/>
                </a:lnTo>
                <a:lnTo>
                  <a:pt x="4119" y="2397"/>
                </a:lnTo>
                <a:lnTo>
                  <a:pt x="4150" y="2362"/>
                </a:lnTo>
              </a:path>
              <a:path w="21600" h="21600">
                <a:moveTo>
                  <a:pt x="353" y="2257"/>
                </a:moveTo>
                <a:lnTo>
                  <a:pt x="114" y="2280"/>
                </a:lnTo>
                <a:lnTo>
                  <a:pt x="170" y="2326"/>
                </a:lnTo>
                <a:lnTo>
                  <a:pt x="355" y="2257"/>
                </a:lnTo>
              </a:path>
              <a:path w="21600" h="21600">
                <a:moveTo>
                  <a:pt x="2273" y="2251"/>
                </a:moveTo>
                <a:lnTo>
                  <a:pt x="2239" y="2339"/>
                </a:lnTo>
                <a:lnTo>
                  <a:pt x="2298" y="2316"/>
                </a:lnTo>
                <a:lnTo>
                  <a:pt x="2278" y="2255"/>
                </a:lnTo>
              </a:path>
              <a:path w="21600" h="21600">
                <a:moveTo>
                  <a:pt x="5149" y="2248"/>
                </a:moveTo>
                <a:lnTo>
                  <a:pt x="5172" y="2313"/>
                </a:lnTo>
                <a:lnTo>
                  <a:pt x="5183" y="2311"/>
                </a:lnTo>
                <a:lnTo>
                  <a:pt x="5170" y="2264"/>
                </a:lnTo>
              </a:path>
              <a:path w="21600" h="21600">
                <a:moveTo>
                  <a:pt x="3310" y="2248"/>
                </a:moveTo>
                <a:lnTo>
                  <a:pt x="3287" y="2352"/>
                </a:lnTo>
                <a:lnTo>
                  <a:pt x="3262" y="2400"/>
                </a:lnTo>
                <a:lnTo>
                  <a:pt x="3406" y="2399"/>
                </a:lnTo>
                <a:lnTo>
                  <a:pt x="3530" y="2332"/>
                </a:lnTo>
                <a:lnTo>
                  <a:pt x="3489" y="2303"/>
                </a:lnTo>
              </a:path>
              <a:path w="21600" h="21600">
                <a:moveTo>
                  <a:pt x="5635" y="2245"/>
                </a:moveTo>
                <a:lnTo>
                  <a:pt x="5492" y="2299"/>
                </a:lnTo>
                <a:lnTo>
                  <a:pt x="5237" y="2345"/>
                </a:lnTo>
                <a:lnTo>
                  <a:pt x="5243" y="2366"/>
                </a:lnTo>
                <a:lnTo>
                  <a:pt x="5242" y="2382"/>
                </a:lnTo>
                <a:lnTo>
                  <a:pt x="5239" y="2420"/>
                </a:lnTo>
                <a:lnTo>
                  <a:pt x="5263" y="2482"/>
                </a:lnTo>
                <a:lnTo>
                  <a:pt x="5330" y="2614"/>
                </a:lnTo>
                <a:lnTo>
                  <a:pt x="5428" y="2597"/>
                </a:lnTo>
                <a:lnTo>
                  <a:pt x="5509" y="2542"/>
                </a:lnTo>
                <a:cubicBezTo>
                  <a:pt x="5597" y="2461"/>
                  <a:pt x="5639" y="2364"/>
                  <a:pt x="5634" y="2255"/>
                </a:cubicBezTo>
                <a:lnTo>
                  <a:pt x="5634" y="2251"/>
                </a:lnTo>
                <a:cubicBezTo>
                  <a:pt x="5634" y="2251"/>
                  <a:pt x="5635" y="2247"/>
                  <a:pt x="5635" y="2247"/>
                </a:cubicBezTo>
              </a:path>
              <a:path w="21600" h="21600">
                <a:moveTo>
                  <a:pt x="3179" y="2244"/>
                </a:moveTo>
                <a:lnTo>
                  <a:pt x="3107" y="2314"/>
                </a:lnTo>
                <a:lnTo>
                  <a:pt x="3107" y="2318"/>
                </a:lnTo>
                <a:lnTo>
                  <a:pt x="3179" y="2278"/>
                </a:lnTo>
              </a:path>
              <a:path w="21600" h="21600">
                <a:moveTo>
                  <a:pt x="870" y="2243"/>
                </a:moveTo>
                <a:lnTo>
                  <a:pt x="1024" y="2306"/>
                </a:lnTo>
                <a:lnTo>
                  <a:pt x="1138" y="2326"/>
                </a:lnTo>
                <a:lnTo>
                  <a:pt x="1175" y="2342"/>
                </a:lnTo>
                <a:lnTo>
                  <a:pt x="1238" y="2330"/>
                </a:lnTo>
                <a:lnTo>
                  <a:pt x="1146" y="2262"/>
                </a:lnTo>
                <a:lnTo>
                  <a:pt x="947" y="2258"/>
                </a:lnTo>
              </a:path>
              <a:path w="21600" h="21600">
                <a:moveTo>
                  <a:pt x="1933" y="2243"/>
                </a:moveTo>
                <a:lnTo>
                  <a:pt x="1915" y="2247"/>
                </a:lnTo>
                <a:lnTo>
                  <a:pt x="1898" y="2250"/>
                </a:lnTo>
                <a:lnTo>
                  <a:pt x="1881" y="2326"/>
                </a:lnTo>
                <a:lnTo>
                  <a:pt x="1964" y="2385"/>
                </a:lnTo>
                <a:lnTo>
                  <a:pt x="1966" y="2387"/>
                </a:lnTo>
                <a:lnTo>
                  <a:pt x="1969" y="2379"/>
                </a:lnTo>
              </a:path>
              <a:path w="21600" h="21600">
                <a:moveTo>
                  <a:pt x="4955" y="2243"/>
                </a:moveTo>
                <a:lnTo>
                  <a:pt x="4965" y="2336"/>
                </a:lnTo>
                <a:lnTo>
                  <a:pt x="4981" y="2347"/>
                </a:lnTo>
                <a:lnTo>
                  <a:pt x="5021" y="2340"/>
                </a:lnTo>
                <a:lnTo>
                  <a:pt x="5019" y="2321"/>
                </a:lnTo>
              </a:path>
              <a:path w="21600" h="21600">
                <a:moveTo>
                  <a:pt x="2827" y="2241"/>
                </a:moveTo>
                <a:lnTo>
                  <a:pt x="2795" y="2257"/>
                </a:lnTo>
                <a:cubicBezTo>
                  <a:pt x="2777" y="2264"/>
                  <a:pt x="2759" y="2270"/>
                  <a:pt x="2741" y="2276"/>
                </a:cubicBezTo>
                <a:lnTo>
                  <a:pt x="2739" y="2277"/>
                </a:lnTo>
                <a:lnTo>
                  <a:pt x="2749" y="2316"/>
                </a:lnTo>
                <a:lnTo>
                  <a:pt x="2762" y="2320"/>
                </a:lnTo>
                <a:lnTo>
                  <a:pt x="2898" y="2360"/>
                </a:lnTo>
                <a:lnTo>
                  <a:pt x="2887" y="2284"/>
                </a:lnTo>
              </a:path>
              <a:path w="21600" h="21600">
                <a:moveTo>
                  <a:pt x="7975" y="2234"/>
                </a:moveTo>
                <a:lnTo>
                  <a:pt x="7746" y="2303"/>
                </a:lnTo>
                <a:lnTo>
                  <a:pt x="7638" y="2336"/>
                </a:lnTo>
                <a:lnTo>
                  <a:pt x="7553" y="2414"/>
                </a:lnTo>
                <a:lnTo>
                  <a:pt x="7822" y="2287"/>
                </a:lnTo>
              </a:path>
              <a:path w="21600" h="21600">
                <a:moveTo>
                  <a:pt x="5037" y="2232"/>
                </a:moveTo>
                <a:lnTo>
                  <a:pt x="5045" y="2283"/>
                </a:lnTo>
                <a:lnTo>
                  <a:pt x="5082" y="2329"/>
                </a:lnTo>
                <a:lnTo>
                  <a:pt x="5089" y="2327"/>
                </a:lnTo>
                <a:lnTo>
                  <a:pt x="5075" y="2284"/>
                </a:lnTo>
              </a:path>
              <a:path w="21600" h="21600">
                <a:moveTo>
                  <a:pt x="2026" y="2229"/>
                </a:moveTo>
                <a:lnTo>
                  <a:pt x="1997" y="2231"/>
                </a:lnTo>
                <a:lnTo>
                  <a:pt x="1978" y="2235"/>
                </a:lnTo>
                <a:lnTo>
                  <a:pt x="1997" y="2306"/>
                </a:lnTo>
              </a:path>
              <a:path w="21600" h="21600">
                <a:moveTo>
                  <a:pt x="2083" y="2224"/>
                </a:moveTo>
                <a:lnTo>
                  <a:pt x="2076" y="2225"/>
                </a:lnTo>
                <a:lnTo>
                  <a:pt x="2016" y="2379"/>
                </a:lnTo>
                <a:lnTo>
                  <a:pt x="2020" y="2393"/>
                </a:lnTo>
                <a:lnTo>
                  <a:pt x="2021" y="2393"/>
                </a:lnTo>
                <a:lnTo>
                  <a:pt x="2126" y="2369"/>
                </a:lnTo>
              </a:path>
              <a:path w="21600" h="21600">
                <a:moveTo>
                  <a:pt x="3225" y="2222"/>
                </a:moveTo>
                <a:lnTo>
                  <a:pt x="3225" y="2252"/>
                </a:lnTo>
                <a:lnTo>
                  <a:pt x="3260" y="2233"/>
                </a:lnTo>
              </a:path>
              <a:path w="21600" h="21600">
                <a:moveTo>
                  <a:pt x="1809" y="2217"/>
                </a:moveTo>
                <a:lnTo>
                  <a:pt x="1809" y="2222"/>
                </a:lnTo>
                <a:lnTo>
                  <a:pt x="1810" y="2222"/>
                </a:lnTo>
              </a:path>
              <a:path w="21600" h="21600">
                <a:moveTo>
                  <a:pt x="3369" y="2217"/>
                </a:moveTo>
                <a:lnTo>
                  <a:pt x="3364" y="2220"/>
                </a:lnTo>
                <a:lnTo>
                  <a:pt x="3379" y="2224"/>
                </a:lnTo>
              </a:path>
              <a:path w="21600" h="21600">
                <a:moveTo>
                  <a:pt x="2878" y="2217"/>
                </a:moveTo>
                <a:lnTo>
                  <a:pt x="2873" y="2219"/>
                </a:lnTo>
                <a:lnTo>
                  <a:pt x="2879" y="2223"/>
                </a:lnTo>
              </a:path>
              <a:path w="21600" h="21600">
                <a:moveTo>
                  <a:pt x="4518" y="2215"/>
                </a:moveTo>
                <a:lnTo>
                  <a:pt x="4517" y="2219"/>
                </a:lnTo>
                <a:lnTo>
                  <a:pt x="4596" y="2269"/>
                </a:lnTo>
              </a:path>
              <a:path w="21600" h="21600">
                <a:moveTo>
                  <a:pt x="2220" y="2213"/>
                </a:moveTo>
                <a:lnTo>
                  <a:pt x="2129" y="2220"/>
                </a:lnTo>
                <a:lnTo>
                  <a:pt x="2171" y="2360"/>
                </a:lnTo>
                <a:lnTo>
                  <a:pt x="2185" y="2356"/>
                </a:lnTo>
                <a:lnTo>
                  <a:pt x="2236" y="2225"/>
                </a:lnTo>
              </a:path>
              <a:path w="21600" h="21600">
                <a:moveTo>
                  <a:pt x="4699" y="2208"/>
                </a:moveTo>
                <a:lnTo>
                  <a:pt x="4679" y="2274"/>
                </a:lnTo>
                <a:lnTo>
                  <a:pt x="4754" y="2330"/>
                </a:lnTo>
                <a:lnTo>
                  <a:pt x="4767" y="2365"/>
                </a:lnTo>
                <a:lnTo>
                  <a:pt x="4778" y="2365"/>
                </a:lnTo>
                <a:lnTo>
                  <a:pt x="4800" y="2277"/>
                </a:lnTo>
              </a:path>
              <a:path w="21600" h="21600">
                <a:moveTo>
                  <a:pt x="2345" y="2202"/>
                </a:moveTo>
                <a:lnTo>
                  <a:pt x="2345" y="2202"/>
                </a:lnTo>
                <a:lnTo>
                  <a:pt x="2308" y="2206"/>
                </a:lnTo>
                <a:lnTo>
                  <a:pt x="2314" y="2227"/>
                </a:lnTo>
                <a:lnTo>
                  <a:pt x="2415" y="2299"/>
                </a:lnTo>
                <a:lnTo>
                  <a:pt x="2439" y="2247"/>
                </a:lnTo>
                <a:cubicBezTo>
                  <a:pt x="2405" y="2232"/>
                  <a:pt x="2373" y="2217"/>
                  <a:pt x="2345" y="2202"/>
                </a:cubicBezTo>
              </a:path>
              <a:path w="21600" h="21600">
                <a:moveTo>
                  <a:pt x="8210" y="2199"/>
                </a:moveTo>
                <a:lnTo>
                  <a:pt x="8201" y="2202"/>
                </a:lnTo>
                <a:cubicBezTo>
                  <a:pt x="8073" y="2244"/>
                  <a:pt x="7952" y="2284"/>
                  <a:pt x="7840" y="2328"/>
                </a:cubicBezTo>
                <a:cubicBezTo>
                  <a:pt x="7679" y="2391"/>
                  <a:pt x="7549" y="2452"/>
                  <a:pt x="7448" y="2511"/>
                </a:cubicBezTo>
                <a:lnTo>
                  <a:pt x="7446" y="2513"/>
                </a:lnTo>
                <a:lnTo>
                  <a:pt x="7357" y="2595"/>
                </a:lnTo>
                <a:lnTo>
                  <a:pt x="7296" y="2635"/>
                </a:lnTo>
                <a:lnTo>
                  <a:pt x="7226" y="2692"/>
                </a:lnTo>
                <a:cubicBezTo>
                  <a:pt x="7175" y="2755"/>
                  <a:pt x="7146" y="2824"/>
                  <a:pt x="7137" y="2903"/>
                </a:cubicBezTo>
                <a:lnTo>
                  <a:pt x="7166" y="3118"/>
                </a:lnTo>
                <a:lnTo>
                  <a:pt x="7478" y="2912"/>
                </a:lnTo>
                <a:lnTo>
                  <a:pt x="7477" y="2909"/>
                </a:lnTo>
                <a:cubicBezTo>
                  <a:pt x="7490" y="2815"/>
                  <a:pt x="7525" y="2731"/>
                  <a:pt x="7582" y="2653"/>
                </a:cubicBezTo>
                <a:cubicBezTo>
                  <a:pt x="7636" y="2579"/>
                  <a:pt x="7715" y="2508"/>
                  <a:pt x="7821" y="2437"/>
                </a:cubicBezTo>
                <a:lnTo>
                  <a:pt x="8169" y="2251"/>
                </a:lnTo>
              </a:path>
              <a:path w="21600" h="21600">
                <a:moveTo>
                  <a:pt x="2463" y="2196"/>
                </a:moveTo>
                <a:lnTo>
                  <a:pt x="2435" y="2197"/>
                </a:lnTo>
                <a:cubicBezTo>
                  <a:pt x="2443" y="2201"/>
                  <a:pt x="2451" y="2205"/>
                  <a:pt x="2460" y="2208"/>
                </a:cubicBezTo>
                <a:lnTo>
                  <a:pt x="2464" y="2200"/>
                </a:lnTo>
              </a:path>
              <a:path w="21600" h="21600">
                <a:moveTo>
                  <a:pt x="1726" y="2195"/>
                </a:moveTo>
                <a:lnTo>
                  <a:pt x="1703" y="2198"/>
                </a:lnTo>
                <a:lnTo>
                  <a:pt x="1725" y="2214"/>
                </a:lnTo>
              </a:path>
              <a:path w="21600" h="21600">
                <a:moveTo>
                  <a:pt x="7169" y="2192"/>
                </a:moveTo>
                <a:lnTo>
                  <a:pt x="6674" y="2426"/>
                </a:lnTo>
                <a:lnTo>
                  <a:pt x="6488" y="2519"/>
                </a:lnTo>
                <a:lnTo>
                  <a:pt x="6557" y="2507"/>
                </a:lnTo>
                <a:lnTo>
                  <a:pt x="6569" y="2503"/>
                </a:lnTo>
                <a:lnTo>
                  <a:pt x="6846" y="2378"/>
                </a:lnTo>
                <a:cubicBezTo>
                  <a:pt x="6905" y="2348"/>
                  <a:pt x="6964" y="2319"/>
                  <a:pt x="7024" y="2289"/>
                </a:cubicBezTo>
                <a:lnTo>
                  <a:pt x="7083" y="2260"/>
                </a:lnTo>
              </a:path>
              <a:path w="21600" h="21600">
                <a:moveTo>
                  <a:pt x="3333" y="2191"/>
                </a:moveTo>
                <a:lnTo>
                  <a:pt x="3332" y="2193"/>
                </a:lnTo>
                <a:lnTo>
                  <a:pt x="3334" y="2192"/>
                </a:lnTo>
              </a:path>
              <a:path w="21600" h="21600">
                <a:moveTo>
                  <a:pt x="2670" y="2190"/>
                </a:moveTo>
                <a:lnTo>
                  <a:pt x="2520" y="2193"/>
                </a:lnTo>
                <a:lnTo>
                  <a:pt x="2512" y="2206"/>
                </a:lnTo>
                <a:lnTo>
                  <a:pt x="2521" y="2233"/>
                </a:lnTo>
                <a:lnTo>
                  <a:pt x="2605" y="2263"/>
                </a:lnTo>
                <a:lnTo>
                  <a:pt x="2685" y="2246"/>
                </a:lnTo>
              </a:path>
              <a:path w="21600" h="21600">
                <a:moveTo>
                  <a:pt x="2754" y="2189"/>
                </a:moveTo>
                <a:lnTo>
                  <a:pt x="2716" y="2189"/>
                </a:lnTo>
                <a:lnTo>
                  <a:pt x="2728" y="2235"/>
                </a:lnTo>
                <a:lnTo>
                  <a:pt x="2778" y="2206"/>
                </a:lnTo>
              </a:path>
              <a:path w="21600" h="21600">
                <a:moveTo>
                  <a:pt x="8665" y="2186"/>
                </a:moveTo>
                <a:lnTo>
                  <a:pt x="8654" y="2190"/>
                </a:lnTo>
                <a:cubicBezTo>
                  <a:pt x="8326" y="2354"/>
                  <a:pt x="8122" y="2504"/>
                  <a:pt x="8013" y="2664"/>
                </a:cubicBezTo>
                <a:cubicBezTo>
                  <a:pt x="7956" y="2746"/>
                  <a:pt x="7921" y="2834"/>
                  <a:pt x="7906" y="2931"/>
                </a:cubicBezTo>
                <a:lnTo>
                  <a:pt x="7913" y="3061"/>
                </a:lnTo>
                <a:lnTo>
                  <a:pt x="8325" y="2652"/>
                </a:lnTo>
                <a:cubicBezTo>
                  <a:pt x="8404" y="2556"/>
                  <a:pt x="8474" y="2456"/>
                  <a:pt x="8542" y="2358"/>
                </a:cubicBezTo>
              </a:path>
              <a:path w="21600" h="21600">
                <a:moveTo>
                  <a:pt x="1123" y="2184"/>
                </a:moveTo>
                <a:lnTo>
                  <a:pt x="1160" y="2218"/>
                </a:lnTo>
                <a:lnTo>
                  <a:pt x="1164" y="2221"/>
                </a:lnTo>
                <a:lnTo>
                  <a:pt x="1672" y="2230"/>
                </a:lnTo>
                <a:lnTo>
                  <a:pt x="1641" y="2208"/>
                </a:lnTo>
                <a:lnTo>
                  <a:pt x="1547" y="2222"/>
                </a:lnTo>
              </a:path>
              <a:path w="21600" h="21600">
                <a:moveTo>
                  <a:pt x="3098" y="2183"/>
                </a:moveTo>
                <a:lnTo>
                  <a:pt x="3109" y="2245"/>
                </a:lnTo>
                <a:lnTo>
                  <a:pt x="3157" y="2201"/>
                </a:lnTo>
              </a:path>
              <a:path w="21600" h="21600">
                <a:moveTo>
                  <a:pt x="3053" y="2183"/>
                </a:moveTo>
                <a:lnTo>
                  <a:pt x="2942" y="2185"/>
                </a:lnTo>
                <a:lnTo>
                  <a:pt x="2920" y="2196"/>
                </a:lnTo>
                <a:lnTo>
                  <a:pt x="2928" y="2259"/>
                </a:lnTo>
                <a:lnTo>
                  <a:pt x="3019" y="2324"/>
                </a:lnTo>
                <a:lnTo>
                  <a:pt x="3064" y="2284"/>
                </a:lnTo>
                <a:lnTo>
                  <a:pt x="3066" y="2258"/>
                </a:lnTo>
              </a:path>
              <a:path w="21600" h="21600">
                <a:moveTo>
                  <a:pt x="3279" y="2179"/>
                </a:moveTo>
                <a:lnTo>
                  <a:pt x="3239" y="2180"/>
                </a:lnTo>
                <a:lnTo>
                  <a:pt x="3238" y="2181"/>
                </a:lnTo>
                <a:lnTo>
                  <a:pt x="3276" y="2193"/>
                </a:lnTo>
              </a:path>
              <a:path w="21600" h="21600">
                <a:moveTo>
                  <a:pt x="1915" y="2177"/>
                </a:moveTo>
                <a:lnTo>
                  <a:pt x="1909" y="2203"/>
                </a:lnTo>
                <a:lnTo>
                  <a:pt x="1921" y="2201"/>
                </a:lnTo>
              </a:path>
              <a:path w="21600" h="21600">
                <a:moveTo>
                  <a:pt x="1871" y="2173"/>
                </a:moveTo>
                <a:lnTo>
                  <a:pt x="1847" y="2176"/>
                </a:lnTo>
                <a:lnTo>
                  <a:pt x="1855" y="2213"/>
                </a:lnTo>
                <a:lnTo>
                  <a:pt x="1862" y="2212"/>
                </a:lnTo>
              </a:path>
              <a:path w="21600" h="21600">
                <a:moveTo>
                  <a:pt x="3727" y="2172"/>
                </a:moveTo>
                <a:lnTo>
                  <a:pt x="3448" y="2176"/>
                </a:lnTo>
                <a:lnTo>
                  <a:pt x="3413" y="2194"/>
                </a:lnTo>
                <a:lnTo>
                  <a:pt x="3511" y="2265"/>
                </a:lnTo>
                <a:lnTo>
                  <a:pt x="3519" y="2267"/>
                </a:lnTo>
                <a:lnTo>
                  <a:pt x="3602" y="2293"/>
                </a:lnTo>
                <a:lnTo>
                  <a:pt x="3615" y="2286"/>
                </a:lnTo>
              </a:path>
              <a:path w="21600" h="21600">
                <a:moveTo>
                  <a:pt x="3826" y="2170"/>
                </a:moveTo>
                <a:lnTo>
                  <a:pt x="3786" y="2171"/>
                </a:lnTo>
                <a:lnTo>
                  <a:pt x="3651" y="2309"/>
                </a:lnTo>
                <a:lnTo>
                  <a:pt x="3844" y="2370"/>
                </a:lnTo>
                <a:lnTo>
                  <a:pt x="3970" y="2236"/>
                </a:lnTo>
                <a:lnTo>
                  <a:pt x="3933" y="2210"/>
                </a:lnTo>
              </a:path>
              <a:path w="21600" h="21600">
                <a:moveTo>
                  <a:pt x="170" y="2170"/>
                </a:moveTo>
                <a:lnTo>
                  <a:pt x="167" y="2170"/>
                </a:lnTo>
                <a:lnTo>
                  <a:pt x="2" y="2188"/>
                </a:lnTo>
                <a:lnTo>
                  <a:pt x="65" y="2240"/>
                </a:lnTo>
                <a:lnTo>
                  <a:pt x="292" y="2228"/>
                </a:lnTo>
              </a:path>
              <a:path w="21600" h="21600">
                <a:moveTo>
                  <a:pt x="4346" y="2165"/>
                </a:moveTo>
                <a:lnTo>
                  <a:pt x="4324" y="2226"/>
                </a:lnTo>
                <a:lnTo>
                  <a:pt x="4269" y="2288"/>
                </a:lnTo>
                <a:lnTo>
                  <a:pt x="4303" y="2301"/>
                </a:lnTo>
                <a:lnTo>
                  <a:pt x="4422" y="2364"/>
                </a:lnTo>
                <a:lnTo>
                  <a:pt x="4463" y="2238"/>
                </a:lnTo>
              </a:path>
              <a:path w="21600" h="21600">
                <a:moveTo>
                  <a:pt x="4037" y="2163"/>
                </a:moveTo>
                <a:lnTo>
                  <a:pt x="3968" y="2168"/>
                </a:lnTo>
                <a:lnTo>
                  <a:pt x="3949" y="2168"/>
                </a:lnTo>
                <a:lnTo>
                  <a:pt x="3953" y="2171"/>
                </a:lnTo>
                <a:lnTo>
                  <a:pt x="4010" y="2192"/>
                </a:lnTo>
              </a:path>
              <a:path w="21600" h="21600">
                <a:moveTo>
                  <a:pt x="856" y="2161"/>
                </a:moveTo>
                <a:lnTo>
                  <a:pt x="761" y="2180"/>
                </a:lnTo>
                <a:lnTo>
                  <a:pt x="952" y="2217"/>
                </a:lnTo>
                <a:lnTo>
                  <a:pt x="1097" y="2219"/>
                </a:lnTo>
                <a:lnTo>
                  <a:pt x="1051" y="2178"/>
                </a:lnTo>
              </a:path>
              <a:path w="21600" h="21600">
                <a:moveTo>
                  <a:pt x="4849" y="2152"/>
                </a:moveTo>
                <a:lnTo>
                  <a:pt x="4856" y="2242"/>
                </a:lnTo>
                <a:lnTo>
                  <a:pt x="4852" y="2259"/>
                </a:lnTo>
                <a:lnTo>
                  <a:pt x="4920" y="2305"/>
                </a:lnTo>
                <a:lnTo>
                  <a:pt x="4912" y="2199"/>
                </a:lnTo>
              </a:path>
              <a:path w="21600" h="21600">
                <a:moveTo>
                  <a:pt x="7151" y="2151"/>
                </a:moveTo>
                <a:lnTo>
                  <a:pt x="7054" y="2179"/>
                </a:lnTo>
                <a:lnTo>
                  <a:pt x="6305" y="2527"/>
                </a:lnTo>
                <a:lnTo>
                  <a:pt x="6249" y="2555"/>
                </a:lnTo>
                <a:lnTo>
                  <a:pt x="6323" y="2544"/>
                </a:lnTo>
                <a:lnTo>
                  <a:pt x="6435" y="2495"/>
                </a:lnTo>
                <a:cubicBezTo>
                  <a:pt x="6507" y="2460"/>
                  <a:pt x="6580" y="2424"/>
                  <a:pt x="6652" y="2387"/>
                </a:cubicBezTo>
              </a:path>
              <a:path w="21600" h="21600">
                <a:moveTo>
                  <a:pt x="4310" y="2144"/>
                </a:moveTo>
                <a:lnTo>
                  <a:pt x="4099" y="2159"/>
                </a:lnTo>
                <a:lnTo>
                  <a:pt x="4053" y="2208"/>
                </a:lnTo>
                <a:lnTo>
                  <a:pt x="4228" y="2273"/>
                </a:lnTo>
                <a:lnTo>
                  <a:pt x="4287" y="2206"/>
                </a:lnTo>
              </a:path>
              <a:path w="21600" h="21600">
                <a:moveTo>
                  <a:pt x="2059" y="2144"/>
                </a:moveTo>
                <a:lnTo>
                  <a:pt x="1958" y="2159"/>
                </a:lnTo>
                <a:lnTo>
                  <a:pt x="1967" y="2192"/>
                </a:lnTo>
                <a:lnTo>
                  <a:pt x="1979" y="2190"/>
                </a:lnTo>
                <a:lnTo>
                  <a:pt x="2046" y="2175"/>
                </a:lnTo>
              </a:path>
              <a:path w="21600" h="21600">
                <a:moveTo>
                  <a:pt x="4405" y="2138"/>
                </a:moveTo>
                <a:lnTo>
                  <a:pt x="4388" y="2139"/>
                </a:lnTo>
                <a:lnTo>
                  <a:pt x="4477" y="2195"/>
                </a:lnTo>
                <a:lnTo>
                  <a:pt x="4479" y="2188"/>
                </a:lnTo>
              </a:path>
              <a:path w="21600" h="21600">
                <a:moveTo>
                  <a:pt x="2114" y="2135"/>
                </a:moveTo>
                <a:lnTo>
                  <a:pt x="2110" y="2136"/>
                </a:lnTo>
                <a:lnTo>
                  <a:pt x="2107" y="2144"/>
                </a:lnTo>
                <a:lnTo>
                  <a:pt x="2112" y="2161"/>
                </a:lnTo>
                <a:lnTo>
                  <a:pt x="2140" y="2155"/>
                </a:lnTo>
                <a:lnTo>
                  <a:pt x="2118" y="2140"/>
                </a:lnTo>
              </a:path>
              <a:path w="21600" h="21600">
                <a:moveTo>
                  <a:pt x="2443" y="2133"/>
                </a:moveTo>
                <a:lnTo>
                  <a:pt x="2347" y="2154"/>
                </a:lnTo>
                <a:lnTo>
                  <a:pt x="2355" y="2158"/>
                </a:lnTo>
                <a:lnTo>
                  <a:pt x="2449" y="2153"/>
                </a:lnTo>
              </a:path>
              <a:path w="21600" h="21600">
                <a:moveTo>
                  <a:pt x="4498" y="2131"/>
                </a:moveTo>
                <a:lnTo>
                  <a:pt x="4477" y="2133"/>
                </a:lnTo>
                <a:lnTo>
                  <a:pt x="4493" y="2144"/>
                </a:lnTo>
              </a:path>
              <a:path w="21600" h="21600">
                <a:moveTo>
                  <a:pt x="4577" y="2126"/>
                </a:moveTo>
                <a:lnTo>
                  <a:pt x="4546" y="2128"/>
                </a:lnTo>
                <a:lnTo>
                  <a:pt x="4532" y="2171"/>
                </a:lnTo>
                <a:lnTo>
                  <a:pt x="4641" y="2246"/>
                </a:lnTo>
                <a:lnTo>
                  <a:pt x="4660" y="2182"/>
                </a:lnTo>
              </a:path>
              <a:path w="21600" h="21600">
                <a:moveTo>
                  <a:pt x="12569" y="2124"/>
                </a:moveTo>
                <a:lnTo>
                  <a:pt x="12336" y="2511"/>
                </a:lnTo>
                <a:cubicBezTo>
                  <a:pt x="12160" y="2880"/>
                  <a:pt x="12061" y="3276"/>
                  <a:pt x="12044" y="3687"/>
                </a:cubicBezTo>
                <a:cubicBezTo>
                  <a:pt x="12034" y="3910"/>
                  <a:pt x="12044" y="4142"/>
                  <a:pt x="12074" y="4381"/>
                </a:cubicBezTo>
                <a:lnTo>
                  <a:pt x="12092" y="4469"/>
                </a:lnTo>
                <a:lnTo>
                  <a:pt x="12098" y="4425"/>
                </a:lnTo>
                <a:cubicBezTo>
                  <a:pt x="12119" y="4250"/>
                  <a:pt x="12135" y="4070"/>
                  <a:pt x="12146" y="3877"/>
                </a:cubicBezTo>
                <a:cubicBezTo>
                  <a:pt x="12174" y="3389"/>
                  <a:pt x="12243" y="2833"/>
                  <a:pt x="12498" y="2252"/>
                </a:cubicBezTo>
              </a:path>
              <a:path w="21600" h="21600">
                <a:moveTo>
                  <a:pt x="2510" y="2118"/>
                </a:moveTo>
                <a:lnTo>
                  <a:pt x="2486" y="2124"/>
                </a:lnTo>
                <a:lnTo>
                  <a:pt x="2494" y="2147"/>
                </a:lnTo>
              </a:path>
              <a:path w="21600" h="21600">
                <a:moveTo>
                  <a:pt x="2909" y="2118"/>
                </a:moveTo>
                <a:lnTo>
                  <a:pt x="2910" y="2129"/>
                </a:lnTo>
                <a:lnTo>
                  <a:pt x="2921" y="2122"/>
                </a:lnTo>
              </a:path>
              <a:path w="21600" h="21600">
                <a:moveTo>
                  <a:pt x="2230" y="2118"/>
                </a:moveTo>
                <a:lnTo>
                  <a:pt x="2175" y="2126"/>
                </a:lnTo>
                <a:lnTo>
                  <a:pt x="2198" y="2143"/>
                </a:lnTo>
                <a:lnTo>
                  <a:pt x="2239" y="2134"/>
                </a:lnTo>
                <a:lnTo>
                  <a:pt x="2236" y="2123"/>
                </a:lnTo>
              </a:path>
              <a:path w="21600" h="21600">
                <a:moveTo>
                  <a:pt x="4679" y="2117"/>
                </a:moveTo>
                <a:lnTo>
                  <a:pt x="4664" y="2120"/>
                </a:lnTo>
                <a:lnTo>
                  <a:pt x="4647" y="2121"/>
                </a:lnTo>
                <a:lnTo>
                  <a:pt x="4673" y="2138"/>
                </a:lnTo>
              </a:path>
              <a:path w="21600" h="21600">
                <a:moveTo>
                  <a:pt x="3228" y="2116"/>
                </a:moveTo>
                <a:lnTo>
                  <a:pt x="3228" y="2120"/>
                </a:lnTo>
                <a:lnTo>
                  <a:pt x="3230" y="2117"/>
                </a:lnTo>
              </a:path>
              <a:path w="21600" h="21600">
                <a:moveTo>
                  <a:pt x="4940" y="2116"/>
                </a:moveTo>
                <a:lnTo>
                  <a:pt x="4946" y="2169"/>
                </a:lnTo>
                <a:lnTo>
                  <a:pt x="4959" y="2179"/>
                </a:lnTo>
                <a:lnTo>
                  <a:pt x="5011" y="2242"/>
                </a:lnTo>
                <a:lnTo>
                  <a:pt x="5010" y="2234"/>
                </a:lnTo>
                <a:lnTo>
                  <a:pt x="4992" y="2170"/>
                </a:lnTo>
                <a:lnTo>
                  <a:pt x="4965" y="2133"/>
                </a:lnTo>
              </a:path>
              <a:path w="21600" h="21600">
                <a:moveTo>
                  <a:pt x="7811" y="2114"/>
                </a:moveTo>
                <a:lnTo>
                  <a:pt x="7768" y="2136"/>
                </a:lnTo>
                <a:lnTo>
                  <a:pt x="7684" y="2180"/>
                </a:lnTo>
                <a:lnTo>
                  <a:pt x="7385" y="2327"/>
                </a:lnTo>
                <a:lnTo>
                  <a:pt x="7718" y="2201"/>
                </a:lnTo>
                <a:lnTo>
                  <a:pt x="7809" y="2117"/>
                </a:lnTo>
              </a:path>
              <a:path w="21600" h="21600">
                <a:moveTo>
                  <a:pt x="2282" y="2110"/>
                </a:moveTo>
                <a:lnTo>
                  <a:pt x="2280" y="2110"/>
                </a:lnTo>
                <a:lnTo>
                  <a:pt x="2281" y="2111"/>
                </a:lnTo>
              </a:path>
              <a:path w="21600" h="21600">
                <a:moveTo>
                  <a:pt x="4777" y="2099"/>
                </a:moveTo>
                <a:lnTo>
                  <a:pt x="4728" y="2108"/>
                </a:lnTo>
                <a:lnTo>
                  <a:pt x="4711" y="2164"/>
                </a:lnTo>
                <a:lnTo>
                  <a:pt x="4809" y="2231"/>
                </a:lnTo>
                <a:lnTo>
                  <a:pt x="4806" y="2120"/>
                </a:lnTo>
              </a:path>
              <a:path w="21600" h="21600">
                <a:moveTo>
                  <a:pt x="3297" y="2099"/>
                </a:moveTo>
                <a:lnTo>
                  <a:pt x="3291" y="2107"/>
                </a:lnTo>
                <a:lnTo>
                  <a:pt x="3295" y="2110"/>
                </a:lnTo>
              </a:path>
              <a:path w="21600" h="21600">
                <a:moveTo>
                  <a:pt x="2621" y="2093"/>
                </a:moveTo>
                <a:lnTo>
                  <a:pt x="2614" y="2096"/>
                </a:lnTo>
                <a:lnTo>
                  <a:pt x="2570" y="2105"/>
                </a:lnTo>
                <a:lnTo>
                  <a:pt x="2545" y="2149"/>
                </a:lnTo>
                <a:lnTo>
                  <a:pt x="2658" y="2147"/>
                </a:lnTo>
                <a:lnTo>
                  <a:pt x="2649" y="2113"/>
                </a:lnTo>
              </a:path>
              <a:path w="21600" h="21600">
                <a:moveTo>
                  <a:pt x="2427" y="2083"/>
                </a:moveTo>
                <a:lnTo>
                  <a:pt x="2411" y="2090"/>
                </a:lnTo>
                <a:lnTo>
                  <a:pt x="2333" y="2102"/>
                </a:lnTo>
                <a:lnTo>
                  <a:pt x="2328" y="2115"/>
                </a:lnTo>
                <a:lnTo>
                  <a:pt x="2430" y="2093"/>
                </a:lnTo>
              </a:path>
              <a:path w="21600" h="21600">
                <a:moveTo>
                  <a:pt x="4171" y="2081"/>
                </a:moveTo>
                <a:lnTo>
                  <a:pt x="4142" y="2112"/>
                </a:lnTo>
                <a:lnTo>
                  <a:pt x="4231" y="2106"/>
                </a:lnTo>
              </a:path>
              <a:path w="21600" h="21600">
                <a:moveTo>
                  <a:pt x="14824" y="2079"/>
                </a:moveTo>
                <a:lnTo>
                  <a:pt x="14819" y="2088"/>
                </a:lnTo>
                <a:lnTo>
                  <a:pt x="14813" y="2100"/>
                </a:lnTo>
              </a:path>
              <a:path w="21600" h="21600">
                <a:moveTo>
                  <a:pt x="4888" y="2079"/>
                </a:moveTo>
                <a:lnTo>
                  <a:pt x="4843" y="2087"/>
                </a:lnTo>
                <a:lnTo>
                  <a:pt x="4844" y="2094"/>
                </a:lnTo>
                <a:lnTo>
                  <a:pt x="4909" y="2142"/>
                </a:lnTo>
                <a:lnTo>
                  <a:pt x="4905" y="2091"/>
                </a:lnTo>
              </a:path>
              <a:path w="21600" h="21600">
                <a:moveTo>
                  <a:pt x="3568" y="2075"/>
                </a:moveTo>
                <a:lnTo>
                  <a:pt x="3509" y="2132"/>
                </a:lnTo>
                <a:lnTo>
                  <a:pt x="3713" y="2129"/>
                </a:lnTo>
              </a:path>
              <a:path w="21600" h="21600">
                <a:moveTo>
                  <a:pt x="432" y="2075"/>
                </a:moveTo>
                <a:lnTo>
                  <a:pt x="489" y="2123"/>
                </a:lnTo>
                <a:lnTo>
                  <a:pt x="507" y="2130"/>
                </a:lnTo>
                <a:lnTo>
                  <a:pt x="647" y="2157"/>
                </a:lnTo>
                <a:lnTo>
                  <a:pt x="701" y="2147"/>
                </a:lnTo>
                <a:lnTo>
                  <a:pt x="671" y="2144"/>
                </a:lnTo>
              </a:path>
              <a:path w="21600" h="21600">
                <a:moveTo>
                  <a:pt x="3169" y="2074"/>
                </a:moveTo>
                <a:lnTo>
                  <a:pt x="3086" y="2114"/>
                </a:lnTo>
                <a:lnTo>
                  <a:pt x="3090" y="2136"/>
                </a:lnTo>
                <a:lnTo>
                  <a:pt x="3100" y="2139"/>
                </a:lnTo>
                <a:lnTo>
                  <a:pt x="3182" y="2137"/>
                </a:lnTo>
                <a:lnTo>
                  <a:pt x="3184" y="2084"/>
                </a:lnTo>
              </a:path>
              <a:path w="21600" h="21600">
                <a:moveTo>
                  <a:pt x="1778" y="2069"/>
                </a:moveTo>
                <a:lnTo>
                  <a:pt x="1777" y="2086"/>
                </a:lnTo>
                <a:lnTo>
                  <a:pt x="1778" y="2071"/>
                </a:lnTo>
              </a:path>
              <a:path w="21600" h="21600">
                <a:moveTo>
                  <a:pt x="9183" y="2062"/>
                </a:moveTo>
                <a:lnTo>
                  <a:pt x="9061" y="2121"/>
                </a:lnTo>
                <a:cubicBezTo>
                  <a:pt x="8735" y="2300"/>
                  <a:pt x="8522" y="2473"/>
                  <a:pt x="8406" y="2649"/>
                </a:cubicBezTo>
                <a:cubicBezTo>
                  <a:pt x="8347" y="2740"/>
                  <a:pt x="8309" y="2838"/>
                  <a:pt x="8291" y="2944"/>
                </a:cubicBezTo>
                <a:lnTo>
                  <a:pt x="8297" y="3214"/>
                </a:lnTo>
                <a:lnTo>
                  <a:pt x="8583" y="2919"/>
                </a:lnTo>
                <a:lnTo>
                  <a:pt x="8713" y="2733"/>
                </a:lnTo>
                <a:lnTo>
                  <a:pt x="8759" y="2614"/>
                </a:lnTo>
                <a:lnTo>
                  <a:pt x="8916" y="2435"/>
                </a:lnTo>
                <a:lnTo>
                  <a:pt x="8936" y="2406"/>
                </a:lnTo>
              </a:path>
              <a:path w="21600" h="21600">
                <a:moveTo>
                  <a:pt x="6063" y="2061"/>
                </a:moveTo>
                <a:lnTo>
                  <a:pt x="5958" y="2124"/>
                </a:lnTo>
                <a:lnTo>
                  <a:pt x="5678" y="2230"/>
                </a:lnTo>
                <a:lnTo>
                  <a:pt x="5678" y="2259"/>
                </a:lnTo>
                <a:cubicBezTo>
                  <a:pt x="5683" y="2379"/>
                  <a:pt x="5636" y="2486"/>
                  <a:pt x="5539" y="2575"/>
                </a:cubicBezTo>
                <a:lnTo>
                  <a:pt x="5534" y="2579"/>
                </a:lnTo>
                <a:lnTo>
                  <a:pt x="5556" y="2575"/>
                </a:lnTo>
                <a:lnTo>
                  <a:pt x="5747" y="2511"/>
                </a:lnTo>
                <a:lnTo>
                  <a:pt x="5785" y="2500"/>
                </a:lnTo>
                <a:lnTo>
                  <a:pt x="5932" y="2417"/>
                </a:lnTo>
                <a:cubicBezTo>
                  <a:pt x="6022" y="2339"/>
                  <a:pt x="6067" y="2249"/>
                  <a:pt x="6070" y="2143"/>
                </a:cubicBezTo>
                <a:lnTo>
                  <a:pt x="6072" y="2134"/>
                </a:lnTo>
                <a:cubicBezTo>
                  <a:pt x="6087" y="2104"/>
                  <a:pt x="6091" y="2082"/>
                  <a:pt x="6084" y="2069"/>
                </a:cubicBezTo>
              </a:path>
              <a:path w="21600" h="21600">
                <a:moveTo>
                  <a:pt x="8766" y="2054"/>
                </a:moveTo>
                <a:lnTo>
                  <a:pt x="8665" y="2093"/>
                </a:lnTo>
                <a:cubicBezTo>
                  <a:pt x="8510" y="2152"/>
                  <a:pt x="8375" y="2202"/>
                  <a:pt x="8247" y="2259"/>
                </a:cubicBezTo>
                <a:lnTo>
                  <a:pt x="8201" y="2284"/>
                </a:lnTo>
                <a:lnTo>
                  <a:pt x="8102" y="2411"/>
                </a:lnTo>
                <a:cubicBezTo>
                  <a:pt x="7962" y="2574"/>
                  <a:pt x="7801" y="2728"/>
                  <a:pt x="7624" y="2868"/>
                </a:cubicBezTo>
                <a:lnTo>
                  <a:pt x="7524" y="2935"/>
                </a:lnTo>
                <a:lnTo>
                  <a:pt x="7548" y="3212"/>
                </a:lnTo>
                <a:lnTo>
                  <a:pt x="7583" y="3301"/>
                </a:lnTo>
                <a:lnTo>
                  <a:pt x="7861" y="3113"/>
                </a:lnTo>
                <a:lnTo>
                  <a:pt x="7871" y="3102"/>
                </a:lnTo>
                <a:lnTo>
                  <a:pt x="7862" y="2922"/>
                </a:lnTo>
                <a:cubicBezTo>
                  <a:pt x="7878" y="2819"/>
                  <a:pt x="7916" y="2726"/>
                  <a:pt x="7975" y="2639"/>
                </a:cubicBezTo>
                <a:cubicBezTo>
                  <a:pt x="8090" y="2473"/>
                  <a:pt x="8299" y="2318"/>
                  <a:pt x="8634" y="2151"/>
                </a:cubicBezTo>
                <a:lnTo>
                  <a:pt x="8721" y="2113"/>
                </a:lnTo>
              </a:path>
              <a:path w="21600" h="21600">
                <a:moveTo>
                  <a:pt x="2713" y="2049"/>
                </a:moveTo>
                <a:lnTo>
                  <a:pt x="2683" y="2063"/>
                </a:lnTo>
                <a:lnTo>
                  <a:pt x="2689" y="2086"/>
                </a:lnTo>
                <a:lnTo>
                  <a:pt x="2770" y="2145"/>
                </a:lnTo>
                <a:lnTo>
                  <a:pt x="2868" y="2143"/>
                </a:lnTo>
                <a:lnTo>
                  <a:pt x="2862" y="2101"/>
                </a:lnTo>
                <a:lnTo>
                  <a:pt x="2714" y="2049"/>
                </a:lnTo>
              </a:path>
              <a:path w="21600" h="21600">
                <a:moveTo>
                  <a:pt x="1461" y="2041"/>
                </a:moveTo>
                <a:lnTo>
                  <a:pt x="1053" y="2121"/>
                </a:lnTo>
                <a:lnTo>
                  <a:pt x="1071" y="2137"/>
                </a:lnTo>
                <a:lnTo>
                  <a:pt x="1545" y="2180"/>
                </a:lnTo>
                <a:lnTo>
                  <a:pt x="1599" y="2171"/>
                </a:lnTo>
              </a:path>
              <a:path w="21600" h="21600">
                <a:moveTo>
                  <a:pt x="3122" y="2040"/>
                </a:moveTo>
                <a:lnTo>
                  <a:pt x="3080" y="2076"/>
                </a:lnTo>
                <a:lnTo>
                  <a:pt x="3081" y="2085"/>
                </a:lnTo>
                <a:lnTo>
                  <a:pt x="3139" y="2052"/>
                </a:lnTo>
              </a:path>
              <a:path w="21600" h="21600">
                <a:moveTo>
                  <a:pt x="2558" y="2029"/>
                </a:moveTo>
                <a:lnTo>
                  <a:pt x="2468" y="2066"/>
                </a:lnTo>
                <a:lnTo>
                  <a:pt x="2474" y="2083"/>
                </a:lnTo>
                <a:lnTo>
                  <a:pt x="2539" y="2069"/>
                </a:lnTo>
                <a:lnTo>
                  <a:pt x="2560" y="2032"/>
                </a:lnTo>
              </a:path>
              <a:path w="21600" h="21600">
                <a:moveTo>
                  <a:pt x="8339" y="2029"/>
                </a:moveTo>
                <a:lnTo>
                  <a:pt x="8162" y="2121"/>
                </a:lnTo>
                <a:lnTo>
                  <a:pt x="8060" y="2162"/>
                </a:lnTo>
                <a:lnTo>
                  <a:pt x="8191" y="2122"/>
                </a:lnTo>
                <a:lnTo>
                  <a:pt x="8306" y="2073"/>
                </a:lnTo>
              </a:path>
              <a:path w="21600" h="21600">
                <a:moveTo>
                  <a:pt x="2202" y="2019"/>
                </a:moveTo>
                <a:lnTo>
                  <a:pt x="2201" y="2034"/>
                </a:lnTo>
                <a:lnTo>
                  <a:pt x="2211" y="2045"/>
                </a:lnTo>
              </a:path>
              <a:path w="21600" h="21600">
                <a:moveTo>
                  <a:pt x="234" y="2017"/>
                </a:moveTo>
                <a:lnTo>
                  <a:pt x="187" y="2036"/>
                </a:lnTo>
                <a:lnTo>
                  <a:pt x="195" y="2040"/>
                </a:lnTo>
                <a:lnTo>
                  <a:pt x="212" y="2045"/>
                </a:lnTo>
                <a:lnTo>
                  <a:pt x="212" y="2045"/>
                </a:lnTo>
                <a:lnTo>
                  <a:pt x="363" y="2090"/>
                </a:lnTo>
                <a:lnTo>
                  <a:pt x="385" y="2092"/>
                </a:lnTo>
                <a:lnTo>
                  <a:pt x="333" y="2046"/>
                </a:lnTo>
              </a:path>
              <a:path w="21600" h="21600">
                <a:moveTo>
                  <a:pt x="3406" y="2017"/>
                </a:moveTo>
                <a:lnTo>
                  <a:pt x="3357" y="2134"/>
                </a:lnTo>
                <a:lnTo>
                  <a:pt x="3440" y="2133"/>
                </a:lnTo>
                <a:lnTo>
                  <a:pt x="3455" y="2125"/>
                </a:lnTo>
                <a:lnTo>
                  <a:pt x="3523" y="2059"/>
                </a:lnTo>
                <a:lnTo>
                  <a:pt x="3482" y="2043"/>
                </a:lnTo>
              </a:path>
              <a:path w="21600" h="21600">
                <a:moveTo>
                  <a:pt x="2624" y="2015"/>
                </a:moveTo>
                <a:lnTo>
                  <a:pt x="2617" y="2027"/>
                </a:lnTo>
                <a:lnTo>
                  <a:pt x="2630" y="2041"/>
                </a:lnTo>
                <a:lnTo>
                  <a:pt x="2630" y="2041"/>
                </a:lnTo>
              </a:path>
              <a:path w="21600" h="21600">
                <a:moveTo>
                  <a:pt x="7594" y="2013"/>
                </a:moveTo>
                <a:lnTo>
                  <a:pt x="7479" y="2045"/>
                </a:lnTo>
                <a:lnTo>
                  <a:pt x="7323" y="2119"/>
                </a:lnTo>
                <a:lnTo>
                  <a:pt x="7249" y="2180"/>
                </a:lnTo>
              </a:path>
              <a:path w="21600" h="21600">
                <a:moveTo>
                  <a:pt x="4402" y="2008"/>
                </a:moveTo>
                <a:lnTo>
                  <a:pt x="4381" y="2067"/>
                </a:lnTo>
                <a:lnTo>
                  <a:pt x="4419" y="2093"/>
                </a:lnTo>
                <a:lnTo>
                  <a:pt x="4512" y="2087"/>
                </a:lnTo>
                <a:lnTo>
                  <a:pt x="4513" y="2083"/>
                </a:lnTo>
              </a:path>
              <a:path w="21600" h="21600">
                <a:moveTo>
                  <a:pt x="3311" y="2004"/>
                </a:moveTo>
                <a:lnTo>
                  <a:pt x="3230" y="2044"/>
                </a:lnTo>
                <a:lnTo>
                  <a:pt x="3230" y="2063"/>
                </a:lnTo>
                <a:lnTo>
                  <a:pt x="3255" y="2082"/>
                </a:lnTo>
              </a:path>
              <a:path w="21600" h="21600">
                <a:moveTo>
                  <a:pt x="4211" y="2004"/>
                </a:moveTo>
                <a:lnTo>
                  <a:pt x="4196" y="2044"/>
                </a:lnTo>
                <a:lnTo>
                  <a:pt x="4319" y="2096"/>
                </a:lnTo>
                <a:lnTo>
                  <a:pt x="4325" y="2100"/>
                </a:lnTo>
                <a:lnTo>
                  <a:pt x="4326" y="2100"/>
                </a:lnTo>
                <a:lnTo>
                  <a:pt x="4330" y="2086"/>
                </a:lnTo>
                <a:lnTo>
                  <a:pt x="4234" y="2020"/>
                </a:lnTo>
              </a:path>
              <a:path w="21600" h="21600">
                <a:moveTo>
                  <a:pt x="3641" y="2004"/>
                </a:moveTo>
                <a:lnTo>
                  <a:pt x="3603" y="2041"/>
                </a:lnTo>
                <a:lnTo>
                  <a:pt x="3788" y="2110"/>
                </a:lnTo>
                <a:lnTo>
                  <a:pt x="3789" y="2109"/>
                </a:lnTo>
                <a:lnTo>
                  <a:pt x="3770" y="2096"/>
                </a:lnTo>
              </a:path>
              <a:path w="21600" h="21600">
                <a:moveTo>
                  <a:pt x="2164" y="1996"/>
                </a:moveTo>
                <a:lnTo>
                  <a:pt x="2128" y="2088"/>
                </a:lnTo>
                <a:lnTo>
                  <a:pt x="2130" y="2090"/>
                </a:lnTo>
                <a:lnTo>
                  <a:pt x="2192" y="2080"/>
                </a:lnTo>
                <a:lnTo>
                  <a:pt x="2160" y="2049"/>
                </a:lnTo>
              </a:path>
              <a:path w="21600" h="21600">
                <a:moveTo>
                  <a:pt x="3961" y="1992"/>
                </a:moveTo>
                <a:lnTo>
                  <a:pt x="3854" y="2102"/>
                </a:lnTo>
                <a:lnTo>
                  <a:pt x="3889" y="2126"/>
                </a:lnTo>
                <a:lnTo>
                  <a:pt x="3966" y="2125"/>
                </a:lnTo>
                <a:lnTo>
                  <a:pt x="4081" y="2117"/>
                </a:lnTo>
                <a:lnTo>
                  <a:pt x="4130" y="2064"/>
                </a:lnTo>
              </a:path>
              <a:path w="21600" h="21600">
                <a:moveTo>
                  <a:pt x="1714" y="1990"/>
                </a:moveTo>
                <a:lnTo>
                  <a:pt x="1513" y="2030"/>
                </a:lnTo>
                <a:lnTo>
                  <a:pt x="1653" y="2162"/>
                </a:lnTo>
                <a:lnTo>
                  <a:pt x="1654" y="2163"/>
                </a:lnTo>
                <a:lnTo>
                  <a:pt x="1729" y="2151"/>
                </a:lnTo>
                <a:lnTo>
                  <a:pt x="1730" y="2128"/>
                </a:lnTo>
              </a:path>
              <a:path w="21600" h="21600">
                <a:moveTo>
                  <a:pt x="2835" y="1990"/>
                </a:moveTo>
                <a:lnTo>
                  <a:pt x="2766" y="2023"/>
                </a:lnTo>
                <a:lnTo>
                  <a:pt x="2774" y="2026"/>
                </a:lnTo>
                <a:lnTo>
                  <a:pt x="2854" y="2054"/>
                </a:lnTo>
              </a:path>
              <a:path w="21600" h="21600">
                <a:moveTo>
                  <a:pt x="1965" y="1987"/>
                </a:moveTo>
                <a:lnTo>
                  <a:pt x="1948" y="2035"/>
                </a:lnTo>
                <a:lnTo>
                  <a:pt x="1938" y="2078"/>
                </a:lnTo>
                <a:lnTo>
                  <a:pt x="1947" y="2118"/>
                </a:lnTo>
                <a:lnTo>
                  <a:pt x="2047" y="2103"/>
                </a:lnTo>
                <a:lnTo>
                  <a:pt x="2032" y="2054"/>
                </a:lnTo>
              </a:path>
              <a:path w="21600" h="21600">
                <a:moveTo>
                  <a:pt x="3186" y="1984"/>
                </a:moveTo>
                <a:lnTo>
                  <a:pt x="3156" y="2010"/>
                </a:lnTo>
                <a:lnTo>
                  <a:pt x="3181" y="2028"/>
                </a:lnTo>
                <a:lnTo>
                  <a:pt x="3185" y="2026"/>
                </a:lnTo>
              </a:path>
              <a:path w="21600" h="21600">
                <a:moveTo>
                  <a:pt x="3064" y="1982"/>
                </a:moveTo>
                <a:lnTo>
                  <a:pt x="3073" y="2034"/>
                </a:lnTo>
                <a:lnTo>
                  <a:pt x="3073" y="2034"/>
                </a:lnTo>
                <a:lnTo>
                  <a:pt x="3094" y="2016"/>
                </a:lnTo>
              </a:path>
              <a:path w="21600" h="21600">
                <a:moveTo>
                  <a:pt x="1866" y="1976"/>
                </a:moveTo>
                <a:lnTo>
                  <a:pt x="1833" y="1979"/>
                </a:lnTo>
                <a:lnTo>
                  <a:pt x="1824" y="2070"/>
                </a:lnTo>
                <a:lnTo>
                  <a:pt x="1838" y="2135"/>
                </a:lnTo>
                <a:lnTo>
                  <a:pt x="1881" y="2128"/>
                </a:lnTo>
                <a:lnTo>
                  <a:pt x="1892" y="2083"/>
                </a:lnTo>
              </a:path>
              <a:path w="21600" h="21600">
                <a:moveTo>
                  <a:pt x="5332" y="1975"/>
                </a:moveTo>
                <a:lnTo>
                  <a:pt x="5220" y="2017"/>
                </a:lnTo>
                <a:lnTo>
                  <a:pt x="5047" y="2049"/>
                </a:lnTo>
                <a:lnTo>
                  <a:pt x="5111" y="2169"/>
                </a:lnTo>
                <a:lnTo>
                  <a:pt x="5118" y="2173"/>
                </a:lnTo>
                <a:cubicBezTo>
                  <a:pt x="5149" y="2190"/>
                  <a:pt x="5182" y="2208"/>
                  <a:pt x="5206" y="2237"/>
                </a:cubicBezTo>
                <a:lnTo>
                  <a:pt x="5225" y="2303"/>
                </a:lnTo>
                <a:lnTo>
                  <a:pt x="5480" y="2258"/>
                </a:lnTo>
                <a:lnTo>
                  <a:pt x="5637" y="2199"/>
                </a:lnTo>
                <a:lnTo>
                  <a:pt x="5637" y="2172"/>
                </a:lnTo>
                <a:cubicBezTo>
                  <a:pt x="5622" y="2145"/>
                  <a:pt x="5585" y="2134"/>
                  <a:pt x="5558" y="2127"/>
                </a:cubicBezTo>
                <a:lnTo>
                  <a:pt x="5549" y="2123"/>
                </a:lnTo>
              </a:path>
              <a:path w="21600" h="21600">
                <a:moveTo>
                  <a:pt x="7925" y="1974"/>
                </a:moveTo>
                <a:lnTo>
                  <a:pt x="7407" y="2229"/>
                </a:lnTo>
                <a:lnTo>
                  <a:pt x="7275" y="2298"/>
                </a:lnTo>
                <a:lnTo>
                  <a:pt x="7052" y="2401"/>
                </a:lnTo>
                <a:lnTo>
                  <a:pt x="7074" y="2397"/>
                </a:lnTo>
                <a:lnTo>
                  <a:pt x="7325" y="2308"/>
                </a:lnTo>
                <a:cubicBezTo>
                  <a:pt x="7446" y="2255"/>
                  <a:pt x="7562" y="2196"/>
                  <a:pt x="7663" y="2142"/>
                </a:cubicBezTo>
                <a:lnTo>
                  <a:pt x="7747" y="2098"/>
                </a:lnTo>
                <a:lnTo>
                  <a:pt x="7878" y="2032"/>
                </a:lnTo>
              </a:path>
              <a:path w="21600" h="21600">
                <a:moveTo>
                  <a:pt x="1925" y="1971"/>
                </a:moveTo>
                <a:lnTo>
                  <a:pt x="1913" y="1972"/>
                </a:lnTo>
                <a:lnTo>
                  <a:pt x="1917" y="1992"/>
                </a:lnTo>
              </a:path>
              <a:path w="21600" h="21600">
                <a:moveTo>
                  <a:pt x="4733" y="1970"/>
                </a:moveTo>
                <a:lnTo>
                  <a:pt x="4735" y="2014"/>
                </a:lnTo>
                <a:lnTo>
                  <a:pt x="4788" y="2053"/>
                </a:lnTo>
                <a:lnTo>
                  <a:pt x="4803" y="2050"/>
                </a:lnTo>
                <a:lnTo>
                  <a:pt x="4802" y="2019"/>
                </a:lnTo>
              </a:path>
              <a:path w="21600" h="21600">
                <a:moveTo>
                  <a:pt x="4598" y="1968"/>
                </a:moveTo>
                <a:lnTo>
                  <a:pt x="4566" y="2066"/>
                </a:lnTo>
                <a:lnTo>
                  <a:pt x="4588" y="2081"/>
                </a:lnTo>
                <a:lnTo>
                  <a:pt x="4659" y="2076"/>
                </a:lnTo>
                <a:lnTo>
                  <a:pt x="4692" y="2070"/>
                </a:lnTo>
                <a:lnTo>
                  <a:pt x="4693" y="2067"/>
                </a:lnTo>
                <a:lnTo>
                  <a:pt x="4693" y="2038"/>
                </a:lnTo>
              </a:path>
              <a:path w="21600" h="21600">
                <a:moveTo>
                  <a:pt x="2006" y="1965"/>
                </a:moveTo>
                <a:lnTo>
                  <a:pt x="2005" y="1965"/>
                </a:lnTo>
                <a:lnTo>
                  <a:pt x="2006" y="1966"/>
                </a:lnTo>
              </a:path>
              <a:path w="21600" h="21600">
                <a:moveTo>
                  <a:pt x="6927" y="1962"/>
                </a:moveTo>
                <a:lnTo>
                  <a:pt x="6893" y="1992"/>
                </a:lnTo>
                <a:lnTo>
                  <a:pt x="6416" y="2303"/>
                </a:lnTo>
                <a:lnTo>
                  <a:pt x="6633" y="2229"/>
                </a:lnTo>
                <a:lnTo>
                  <a:pt x="6686" y="2214"/>
                </a:lnTo>
                <a:lnTo>
                  <a:pt x="6778" y="2167"/>
                </a:lnTo>
                <a:cubicBezTo>
                  <a:pt x="6839" y="2121"/>
                  <a:pt x="6877" y="2074"/>
                  <a:pt x="6901" y="2032"/>
                </a:cubicBezTo>
              </a:path>
              <a:path w="21600" h="21600">
                <a:moveTo>
                  <a:pt x="2388" y="1962"/>
                </a:moveTo>
                <a:lnTo>
                  <a:pt x="2351" y="2056"/>
                </a:lnTo>
                <a:lnTo>
                  <a:pt x="2398" y="2049"/>
                </a:lnTo>
                <a:lnTo>
                  <a:pt x="2414" y="2042"/>
                </a:lnTo>
              </a:path>
              <a:path w="21600" h="21600">
                <a:moveTo>
                  <a:pt x="11240" y="1960"/>
                </a:moveTo>
                <a:lnTo>
                  <a:pt x="11063" y="2132"/>
                </a:lnTo>
                <a:cubicBezTo>
                  <a:pt x="10940" y="2276"/>
                  <a:pt x="10840" y="2420"/>
                  <a:pt x="10764" y="2565"/>
                </a:cubicBezTo>
                <a:cubicBezTo>
                  <a:pt x="10610" y="2862"/>
                  <a:pt x="10538" y="3178"/>
                  <a:pt x="10546" y="3529"/>
                </a:cubicBezTo>
                <a:lnTo>
                  <a:pt x="10557" y="3617"/>
                </a:lnTo>
                <a:lnTo>
                  <a:pt x="10594" y="3530"/>
                </a:lnTo>
                <a:lnTo>
                  <a:pt x="10616" y="3478"/>
                </a:lnTo>
                <a:cubicBezTo>
                  <a:pt x="10752" y="3154"/>
                  <a:pt x="10853" y="2890"/>
                  <a:pt x="10935" y="2647"/>
                </a:cubicBezTo>
                <a:cubicBezTo>
                  <a:pt x="10994" y="2472"/>
                  <a:pt x="11064" y="2284"/>
                  <a:pt x="11161" y="2086"/>
                </a:cubicBezTo>
              </a:path>
              <a:path w="21600" h="21600">
                <a:moveTo>
                  <a:pt x="8842" y="1957"/>
                </a:moveTo>
                <a:lnTo>
                  <a:pt x="8618" y="2058"/>
                </a:lnTo>
                <a:lnTo>
                  <a:pt x="8288" y="2172"/>
                </a:lnTo>
                <a:lnTo>
                  <a:pt x="8261" y="2207"/>
                </a:lnTo>
                <a:lnTo>
                  <a:pt x="8649" y="2053"/>
                </a:lnTo>
                <a:lnTo>
                  <a:pt x="8818" y="1988"/>
                </a:lnTo>
              </a:path>
              <a:path w="21600" h="21600">
                <a:moveTo>
                  <a:pt x="3233" y="1955"/>
                </a:moveTo>
                <a:lnTo>
                  <a:pt x="3231" y="2000"/>
                </a:lnTo>
                <a:lnTo>
                  <a:pt x="3280" y="1972"/>
                </a:lnTo>
              </a:path>
              <a:path w="21600" h="21600">
                <a:moveTo>
                  <a:pt x="2131" y="1955"/>
                </a:moveTo>
                <a:lnTo>
                  <a:pt x="2052" y="1961"/>
                </a:lnTo>
                <a:lnTo>
                  <a:pt x="2069" y="2017"/>
                </a:lnTo>
                <a:lnTo>
                  <a:pt x="2074" y="2033"/>
                </a:lnTo>
                <a:lnTo>
                  <a:pt x="2093" y="2053"/>
                </a:lnTo>
              </a:path>
              <a:path w="21600" h="21600">
                <a:moveTo>
                  <a:pt x="2598" y="1953"/>
                </a:moveTo>
                <a:lnTo>
                  <a:pt x="2604" y="1956"/>
                </a:lnTo>
                <a:lnTo>
                  <a:pt x="2606" y="1954"/>
                </a:lnTo>
              </a:path>
              <a:path w="21600" h="21600">
                <a:moveTo>
                  <a:pt x="2181" y="1952"/>
                </a:moveTo>
                <a:lnTo>
                  <a:pt x="2178" y="1959"/>
                </a:lnTo>
                <a:lnTo>
                  <a:pt x="2182" y="1957"/>
                </a:lnTo>
              </a:path>
              <a:path w="21600" h="21600">
                <a:moveTo>
                  <a:pt x="2430" y="1946"/>
                </a:moveTo>
                <a:lnTo>
                  <a:pt x="2455" y="2025"/>
                </a:lnTo>
                <a:lnTo>
                  <a:pt x="2526" y="1996"/>
                </a:lnTo>
                <a:lnTo>
                  <a:pt x="2482" y="1949"/>
                </a:lnTo>
                <a:lnTo>
                  <a:pt x="2480" y="1948"/>
                </a:lnTo>
                <a:lnTo>
                  <a:pt x="2434" y="1946"/>
                </a:lnTo>
              </a:path>
              <a:path w="21600" h="21600">
                <a:moveTo>
                  <a:pt x="2338" y="1939"/>
                </a:moveTo>
                <a:cubicBezTo>
                  <a:pt x="2321" y="1939"/>
                  <a:pt x="2304" y="1941"/>
                  <a:pt x="2290" y="1944"/>
                </a:cubicBezTo>
                <a:lnTo>
                  <a:pt x="2233" y="1974"/>
                </a:lnTo>
                <a:lnTo>
                  <a:pt x="2264" y="2069"/>
                </a:lnTo>
                <a:lnTo>
                  <a:pt x="2300" y="2064"/>
                </a:lnTo>
                <a:lnTo>
                  <a:pt x="2349" y="1940"/>
                </a:lnTo>
              </a:path>
              <a:path w="21600" h="21600">
                <a:moveTo>
                  <a:pt x="9682" y="1939"/>
                </a:moveTo>
                <a:lnTo>
                  <a:pt x="9467" y="2052"/>
                </a:lnTo>
                <a:cubicBezTo>
                  <a:pt x="9303" y="2150"/>
                  <a:pt x="9166" y="2247"/>
                  <a:pt x="9055" y="2344"/>
                </a:cubicBezTo>
                <a:lnTo>
                  <a:pt x="8952" y="2462"/>
                </a:lnTo>
                <a:lnTo>
                  <a:pt x="8950" y="2464"/>
                </a:lnTo>
                <a:cubicBezTo>
                  <a:pt x="8913" y="2517"/>
                  <a:pt x="8877" y="2572"/>
                  <a:pt x="8839" y="2630"/>
                </a:cubicBezTo>
                <a:lnTo>
                  <a:pt x="8755" y="2751"/>
                </a:lnTo>
                <a:lnTo>
                  <a:pt x="8675" y="2958"/>
                </a:lnTo>
                <a:cubicBezTo>
                  <a:pt x="8654" y="3073"/>
                  <a:pt x="8653" y="3197"/>
                  <a:pt x="8672" y="3331"/>
                </a:cubicBezTo>
                <a:lnTo>
                  <a:pt x="8679" y="3358"/>
                </a:lnTo>
                <a:lnTo>
                  <a:pt x="8840" y="3186"/>
                </a:lnTo>
                <a:lnTo>
                  <a:pt x="9046" y="2876"/>
                </a:lnTo>
                <a:lnTo>
                  <a:pt x="9152" y="2599"/>
                </a:lnTo>
                <a:cubicBezTo>
                  <a:pt x="9218" y="2488"/>
                  <a:pt x="9307" y="2380"/>
                  <a:pt x="9423" y="2272"/>
                </a:cubicBezTo>
                <a:lnTo>
                  <a:pt x="9461" y="2242"/>
                </a:lnTo>
                <a:lnTo>
                  <a:pt x="9652" y="1978"/>
                </a:lnTo>
              </a:path>
              <a:path w="21600" h="21600">
                <a:moveTo>
                  <a:pt x="13760" y="1938"/>
                </a:moveTo>
                <a:lnTo>
                  <a:pt x="13601" y="2206"/>
                </a:lnTo>
                <a:lnTo>
                  <a:pt x="13578" y="2265"/>
                </a:lnTo>
              </a:path>
              <a:path w="21600" h="21600">
                <a:moveTo>
                  <a:pt x="2700" y="1924"/>
                </a:moveTo>
                <a:lnTo>
                  <a:pt x="2699" y="1924"/>
                </a:lnTo>
                <a:lnTo>
                  <a:pt x="2698" y="1925"/>
                </a:lnTo>
              </a:path>
              <a:path w="21600" h="21600">
                <a:moveTo>
                  <a:pt x="2815" y="1923"/>
                </a:moveTo>
                <a:lnTo>
                  <a:pt x="2670" y="1983"/>
                </a:lnTo>
                <a:lnTo>
                  <a:pt x="2713" y="2001"/>
                </a:lnTo>
                <a:lnTo>
                  <a:pt x="2822" y="1949"/>
                </a:lnTo>
              </a:path>
              <a:path w="21600" h="21600">
                <a:moveTo>
                  <a:pt x="1901" y="1923"/>
                </a:moveTo>
                <a:lnTo>
                  <a:pt x="1902" y="1929"/>
                </a:lnTo>
                <a:lnTo>
                  <a:pt x="1907" y="1929"/>
                </a:lnTo>
              </a:path>
              <a:path w="21600" h="21600">
                <a:moveTo>
                  <a:pt x="2883" y="1920"/>
                </a:moveTo>
                <a:lnTo>
                  <a:pt x="2860" y="1920"/>
                </a:lnTo>
                <a:lnTo>
                  <a:pt x="2863" y="1929"/>
                </a:lnTo>
              </a:path>
              <a:path w="21600" h="21600">
                <a:moveTo>
                  <a:pt x="1991" y="1917"/>
                </a:moveTo>
                <a:lnTo>
                  <a:pt x="1990" y="1922"/>
                </a:lnTo>
                <a:lnTo>
                  <a:pt x="1993" y="1922"/>
                </a:lnTo>
              </a:path>
              <a:path w="21600" h="21600">
                <a:moveTo>
                  <a:pt x="3005" y="1916"/>
                </a:moveTo>
                <a:lnTo>
                  <a:pt x="2986" y="1917"/>
                </a:lnTo>
                <a:lnTo>
                  <a:pt x="2875" y="1970"/>
                </a:lnTo>
                <a:lnTo>
                  <a:pt x="2900" y="2053"/>
                </a:lnTo>
                <a:lnTo>
                  <a:pt x="2903" y="2071"/>
                </a:lnTo>
                <a:lnTo>
                  <a:pt x="2970" y="2094"/>
                </a:lnTo>
                <a:lnTo>
                  <a:pt x="3031" y="2058"/>
                </a:lnTo>
                <a:lnTo>
                  <a:pt x="3008" y="1919"/>
                </a:lnTo>
              </a:path>
              <a:path w="21600" h="21600">
                <a:moveTo>
                  <a:pt x="3114" y="1913"/>
                </a:moveTo>
                <a:lnTo>
                  <a:pt x="3062" y="1915"/>
                </a:lnTo>
                <a:lnTo>
                  <a:pt x="3126" y="1987"/>
                </a:lnTo>
                <a:lnTo>
                  <a:pt x="3181" y="1937"/>
                </a:lnTo>
              </a:path>
              <a:path w="21600" h="21600">
                <a:moveTo>
                  <a:pt x="3316" y="1907"/>
                </a:moveTo>
                <a:lnTo>
                  <a:pt x="3274" y="1908"/>
                </a:lnTo>
                <a:lnTo>
                  <a:pt x="3262" y="1919"/>
                </a:lnTo>
                <a:lnTo>
                  <a:pt x="3316" y="1938"/>
                </a:lnTo>
              </a:path>
              <a:path w="21600" h="21600">
                <a:moveTo>
                  <a:pt x="4250" y="1905"/>
                </a:moveTo>
                <a:lnTo>
                  <a:pt x="4228" y="1961"/>
                </a:lnTo>
                <a:lnTo>
                  <a:pt x="4262" y="1985"/>
                </a:lnTo>
                <a:lnTo>
                  <a:pt x="4346" y="2043"/>
                </a:lnTo>
                <a:lnTo>
                  <a:pt x="4367" y="1984"/>
                </a:lnTo>
              </a:path>
              <a:path w="21600" h="21600">
                <a:moveTo>
                  <a:pt x="9307" y="1905"/>
                </a:moveTo>
                <a:lnTo>
                  <a:pt x="9139" y="1976"/>
                </a:lnTo>
                <a:lnTo>
                  <a:pt x="8749" y="2148"/>
                </a:lnTo>
                <a:lnTo>
                  <a:pt x="8702" y="2209"/>
                </a:lnTo>
                <a:cubicBezTo>
                  <a:pt x="8661" y="2264"/>
                  <a:pt x="8621" y="2321"/>
                  <a:pt x="8579" y="2382"/>
                </a:cubicBezTo>
                <a:lnTo>
                  <a:pt x="8517" y="2467"/>
                </a:lnTo>
                <a:lnTo>
                  <a:pt x="8623" y="2355"/>
                </a:lnTo>
                <a:cubicBezTo>
                  <a:pt x="8734" y="2265"/>
                  <a:pt x="8872" y="2175"/>
                  <a:pt x="9038" y="2083"/>
                </a:cubicBezTo>
                <a:lnTo>
                  <a:pt x="9242" y="1985"/>
                </a:lnTo>
              </a:path>
              <a:path w="21600" h="21600">
                <a:moveTo>
                  <a:pt x="1848" y="1902"/>
                </a:moveTo>
                <a:lnTo>
                  <a:pt x="1841" y="1934"/>
                </a:lnTo>
                <a:lnTo>
                  <a:pt x="1856" y="1933"/>
                </a:lnTo>
              </a:path>
              <a:path w="21600" h="21600">
                <a:moveTo>
                  <a:pt x="3747" y="1901"/>
                </a:moveTo>
                <a:lnTo>
                  <a:pt x="3673" y="1973"/>
                </a:lnTo>
                <a:lnTo>
                  <a:pt x="3797" y="2062"/>
                </a:lnTo>
                <a:lnTo>
                  <a:pt x="3820" y="2077"/>
                </a:lnTo>
                <a:lnTo>
                  <a:pt x="3920" y="1975"/>
                </a:lnTo>
              </a:path>
              <a:path w="21600" h="21600">
                <a:moveTo>
                  <a:pt x="3526" y="1901"/>
                </a:moveTo>
                <a:lnTo>
                  <a:pt x="3445" y="1903"/>
                </a:lnTo>
                <a:lnTo>
                  <a:pt x="3436" y="1946"/>
                </a:lnTo>
                <a:lnTo>
                  <a:pt x="3424" y="1976"/>
                </a:lnTo>
                <a:lnTo>
                  <a:pt x="3498" y="2002"/>
                </a:lnTo>
                <a:lnTo>
                  <a:pt x="3558" y="2025"/>
                </a:lnTo>
                <a:lnTo>
                  <a:pt x="3606" y="1978"/>
                </a:lnTo>
                <a:lnTo>
                  <a:pt x="3596" y="1971"/>
                </a:lnTo>
              </a:path>
              <a:path w="21600" h="21600">
                <a:moveTo>
                  <a:pt x="4729" y="1896"/>
                </a:moveTo>
                <a:lnTo>
                  <a:pt x="4730" y="1913"/>
                </a:lnTo>
                <a:lnTo>
                  <a:pt x="4740" y="1920"/>
                </a:lnTo>
                <a:lnTo>
                  <a:pt x="4800" y="1965"/>
                </a:lnTo>
                <a:lnTo>
                  <a:pt x="4800" y="1960"/>
                </a:lnTo>
              </a:path>
              <a:path w="21600" h="21600">
                <a:moveTo>
                  <a:pt x="3691" y="1896"/>
                </a:moveTo>
                <a:lnTo>
                  <a:pt x="3586" y="1899"/>
                </a:lnTo>
                <a:lnTo>
                  <a:pt x="3623" y="1937"/>
                </a:lnTo>
                <a:lnTo>
                  <a:pt x="3638" y="1947"/>
                </a:lnTo>
              </a:path>
              <a:path w="21600" h="21600">
                <a:moveTo>
                  <a:pt x="12006" y="1895"/>
                </a:moveTo>
                <a:lnTo>
                  <a:pt x="11864" y="2048"/>
                </a:lnTo>
                <a:cubicBezTo>
                  <a:pt x="11737" y="2210"/>
                  <a:pt x="11632" y="2373"/>
                  <a:pt x="11550" y="2537"/>
                </a:cubicBezTo>
                <a:lnTo>
                  <a:pt x="11477" y="2737"/>
                </a:lnTo>
                <a:lnTo>
                  <a:pt x="11383" y="3066"/>
                </a:lnTo>
                <a:lnTo>
                  <a:pt x="11344" y="3204"/>
                </a:lnTo>
                <a:lnTo>
                  <a:pt x="11294" y="3608"/>
                </a:lnTo>
                <a:lnTo>
                  <a:pt x="11335" y="4134"/>
                </a:lnTo>
                <a:lnTo>
                  <a:pt x="11541" y="3262"/>
                </a:lnTo>
                <a:cubicBezTo>
                  <a:pt x="11590" y="2982"/>
                  <a:pt x="11659" y="2675"/>
                  <a:pt x="11785" y="2353"/>
                </a:cubicBezTo>
              </a:path>
              <a:path w="21600" h="21600">
                <a:moveTo>
                  <a:pt x="741" y="1894"/>
                </a:moveTo>
                <a:lnTo>
                  <a:pt x="339" y="1978"/>
                </a:lnTo>
                <a:lnTo>
                  <a:pt x="326" y="1983"/>
                </a:lnTo>
                <a:lnTo>
                  <a:pt x="341" y="1997"/>
                </a:lnTo>
                <a:lnTo>
                  <a:pt x="354" y="2008"/>
                </a:lnTo>
                <a:lnTo>
                  <a:pt x="680" y="2102"/>
                </a:lnTo>
                <a:lnTo>
                  <a:pt x="848" y="2117"/>
                </a:lnTo>
                <a:lnTo>
                  <a:pt x="959" y="2095"/>
                </a:lnTo>
                <a:lnTo>
                  <a:pt x="824" y="1974"/>
                </a:lnTo>
              </a:path>
              <a:path w="21600" h="21600">
                <a:moveTo>
                  <a:pt x="4619" y="1888"/>
                </a:moveTo>
                <a:lnTo>
                  <a:pt x="4620" y="1903"/>
                </a:lnTo>
                <a:lnTo>
                  <a:pt x="4613" y="1924"/>
                </a:lnTo>
                <a:lnTo>
                  <a:pt x="4693" y="1983"/>
                </a:lnTo>
                <a:lnTo>
                  <a:pt x="4693" y="1941"/>
                </a:lnTo>
              </a:path>
              <a:path w="21600" h="21600">
                <a:moveTo>
                  <a:pt x="7997" y="1886"/>
                </a:moveTo>
                <a:lnTo>
                  <a:pt x="7909" y="1910"/>
                </a:lnTo>
                <a:lnTo>
                  <a:pt x="7106" y="2297"/>
                </a:lnTo>
                <a:lnTo>
                  <a:pt x="7022" y="2368"/>
                </a:lnTo>
                <a:lnTo>
                  <a:pt x="7253" y="2260"/>
                </a:lnTo>
                <a:lnTo>
                  <a:pt x="7385" y="2191"/>
                </a:lnTo>
                <a:lnTo>
                  <a:pt x="7991" y="1893"/>
                </a:lnTo>
              </a:path>
              <a:path w="21600" h="21600">
                <a:moveTo>
                  <a:pt x="6359" y="1885"/>
                </a:moveTo>
                <a:lnTo>
                  <a:pt x="6102" y="2038"/>
                </a:lnTo>
                <a:lnTo>
                  <a:pt x="6122" y="2048"/>
                </a:lnTo>
                <a:cubicBezTo>
                  <a:pt x="6137" y="2073"/>
                  <a:pt x="6134" y="2108"/>
                  <a:pt x="6114" y="2149"/>
                </a:cubicBezTo>
                <a:cubicBezTo>
                  <a:pt x="6112" y="2206"/>
                  <a:pt x="6098" y="2260"/>
                  <a:pt x="6072" y="2311"/>
                </a:cubicBezTo>
                <a:lnTo>
                  <a:pt x="5962" y="2448"/>
                </a:lnTo>
                <a:lnTo>
                  <a:pt x="6217" y="2362"/>
                </a:lnTo>
                <a:lnTo>
                  <a:pt x="6221" y="2361"/>
                </a:lnTo>
                <a:lnTo>
                  <a:pt x="6381" y="2263"/>
                </a:lnTo>
                <a:lnTo>
                  <a:pt x="6461" y="2172"/>
                </a:lnTo>
                <a:cubicBezTo>
                  <a:pt x="6486" y="2129"/>
                  <a:pt x="6501" y="2082"/>
                  <a:pt x="6506" y="2031"/>
                </a:cubicBezTo>
                <a:lnTo>
                  <a:pt x="6506" y="2025"/>
                </a:lnTo>
                <a:cubicBezTo>
                  <a:pt x="6506" y="2025"/>
                  <a:pt x="6510" y="2021"/>
                  <a:pt x="6510" y="2021"/>
                </a:cubicBezTo>
                <a:cubicBezTo>
                  <a:pt x="6538" y="1982"/>
                  <a:pt x="6533" y="1970"/>
                  <a:pt x="6533" y="1970"/>
                </a:cubicBezTo>
                <a:cubicBezTo>
                  <a:pt x="6531" y="1968"/>
                  <a:pt x="6520" y="1965"/>
                  <a:pt x="6499" y="1969"/>
                </a:cubicBezTo>
                <a:lnTo>
                  <a:pt x="6489" y="1970"/>
                </a:lnTo>
                <a:lnTo>
                  <a:pt x="6481" y="1965"/>
                </a:lnTo>
              </a:path>
              <a:path w="21600" h="21600">
                <a:moveTo>
                  <a:pt x="4827" y="1885"/>
                </a:moveTo>
                <a:lnTo>
                  <a:pt x="4831" y="1930"/>
                </a:lnTo>
                <a:lnTo>
                  <a:pt x="4877" y="1970"/>
                </a:lnTo>
                <a:lnTo>
                  <a:pt x="4882" y="1976"/>
                </a:lnTo>
                <a:lnTo>
                  <a:pt x="4878" y="1961"/>
                </a:lnTo>
              </a:path>
              <a:path w="21600" h="21600">
                <a:moveTo>
                  <a:pt x="4059" y="1884"/>
                </a:moveTo>
                <a:lnTo>
                  <a:pt x="4052" y="1900"/>
                </a:lnTo>
                <a:lnTo>
                  <a:pt x="3994" y="1959"/>
                </a:lnTo>
                <a:lnTo>
                  <a:pt x="4156" y="2027"/>
                </a:lnTo>
                <a:lnTo>
                  <a:pt x="4176" y="1978"/>
                </a:lnTo>
                <a:lnTo>
                  <a:pt x="4088" y="1915"/>
                </a:lnTo>
              </a:path>
              <a:path w="21600" h="21600">
                <a:moveTo>
                  <a:pt x="8459" y="1875"/>
                </a:moveTo>
                <a:lnTo>
                  <a:pt x="8126" y="2045"/>
                </a:lnTo>
                <a:lnTo>
                  <a:pt x="8094" y="2063"/>
                </a:lnTo>
                <a:cubicBezTo>
                  <a:pt x="7992" y="2118"/>
                  <a:pt x="7874" y="2179"/>
                  <a:pt x="7753" y="2234"/>
                </a:cubicBezTo>
                <a:lnTo>
                  <a:pt x="7746" y="2237"/>
                </a:lnTo>
                <a:lnTo>
                  <a:pt x="7780" y="2228"/>
                </a:lnTo>
                <a:cubicBezTo>
                  <a:pt x="7898" y="2192"/>
                  <a:pt x="8022" y="2140"/>
                  <a:pt x="8142" y="2082"/>
                </a:cubicBezTo>
                <a:lnTo>
                  <a:pt x="8400" y="1949"/>
                </a:lnTo>
                <a:lnTo>
                  <a:pt x="8417" y="1926"/>
                </a:lnTo>
              </a:path>
              <a:path w="21600" h="21600">
                <a:moveTo>
                  <a:pt x="4019" y="1870"/>
                </a:moveTo>
                <a:lnTo>
                  <a:pt x="3821" y="1886"/>
                </a:lnTo>
                <a:lnTo>
                  <a:pt x="3953" y="1941"/>
                </a:lnTo>
                <a:lnTo>
                  <a:pt x="4016" y="1878"/>
                </a:lnTo>
              </a:path>
              <a:path w="21600" h="21600">
                <a:moveTo>
                  <a:pt x="2959" y="1864"/>
                </a:moveTo>
                <a:lnTo>
                  <a:pt x="2931" y="1876"/>
                </a:lnTo>
                <a:lnTo>
                  <a:pt x="2968" y="1875"/>
                </a:lnTo>
              </a:path>
              <a:path w="21600" h="21600">
                <a:moveTo>
                  <a:pt x="4454" y="1862"/>
                </a:moveTo>
                <a:lnTo>
                  <a:pt x="4417" y="1965"/>
                </a:lnTo>
                <a:lnTo>
                  <a:pt x="4527" y="2040"/>
                </a:lnTo>
                <a:lnTo>
                  <a:pt x="4560" y="1940"/>
                </a:lnTo>
              </a:path>
              <a:path w="21600" h="21600">
                <a:moveTo>
                  <a:pt x="4155" y="1859"/>
                </a:moveTo>
                <a:lnTo>
                  <a:pt x="4101" y="1863"/>
                </a:lnTo>
                <a:lnTo>
                  <a:pt x="4116" y="1879"/>
                </a:lnTo>
                <a:lnTo>
                  <a:pt x="4193" y="1935"/>
                </a:lnTo>
                <a:lnTo>
                  <a:pt x="4212" y="1885"/>
                </a:lnTo>
              </a:path>
              <a:path w="21600" h="21600">
                <a:moveTo>
                  <a:pt x="3482" y="1850"/>
                </a:moveTo>
                <a:lnTo>
                  <a:pt x="3472" y="1859"/>
                </a:lnTo>
                <a:lnTo>
                  <a:pt x="3488" y="1859"/>
                </a:lnTo>
              </a:path>
              <a:path w="21600" h="21600">
                <a:moveTo>
                  <a:pt x="10123" y="1835"/>
                </a:moveTo>
                <a:lnTo>
                  <a:pt x="9874" y="1983"/>
                </a:lnTo>
                <a:lnTo>
                  <a:pt x="9499" y="2269"/>
                </a:lnTo>
                <a:lnTo>
                  <a:pt x="9486" y="2288"/>
                </a:lnTo>
                <a:cubicBezTo>
                  <a:pt x="9416" y="2388"/>
                  <a:pt x="9344" y="2499"/>
                  <a:pt x="9268" y="2617"/>
                </a:cubicBezTo>
                <a:lnTo>
                  <a:pt x="9199" y="2722"/>
                </a:lnTo>
                <a:cubicBezTo>
                  <a:pt x="9166" y="2773"/>
                  <a:pt x="9133" y="2826"/>
                  <a:pt x="9100" y="2880"/>
                </a:cubicBezTo>
                <a:lnTo>
                  <a:pt x="9084" y="2903"/>
                </a:lnTo>
                <a:lnTo>
                  <a:pt x="9058" y="2972"/>
                </a:lnTo>
                <a:cubicBezTo>
                  <a:pt x="9034" y="3096"/>
                  <a:pt x="9030" y="3228"/>
                  <a:pt x="9047" y="3371"/>
                </a:cubicBezTo>
                <a:lnTo>
                  <a:pt x="9072" y="3484"/>
                </a:lnTo>
                <a:lnTo>
                  <a:pt x="9100" y="3453"/>
                </a:lnTo>
                <a:cubicBezTo>
                  <a:pt x="9182" y="3339"/>
                  <a:pt x="9252" y="3219"/>
                  <a:pt x="9320" y="3104"/>
                </a:cubicBezTo>
                <a:lnTo>
                  <a:pt x="9404" y="2962"/>
                </a:lnTo>
                <a:lnTo>
                  <a:pt x="9545" y="2588"/>
                </a:lnTo>
                <a:cubicBezTo>
                  <a:pt x="9614" y="2468"/>
                  <a:pt x="9706" y="2350"/>
                  <a:pt x="9823" y="2232"/>
                </a:cubicBezTo>
                <a:lnTo>
                  <a:pt x="9904" y="2167"/>
                </a:lnTo>
                <a:lnTo>
                  <a:pt x="9996" y="2026"/>
                </a:lnTo>
              </a:path>
              <a:path w="21600" h="21600">
                <a:moveTo>
                  <a:pt x="5701" y="1835"/>
                </a:moveTo>
                <a:lnTo>
                  <a:pt x="5685" y="1844"/>
                </a:lnTo>
                <a:lnTo>
                  <a:pt x="5381" y="1957"/>
                </a:lnTo>
                <a:lnTo>
                  <a:pt x="5573" y="2088"/>
                </a:lnTo>
                <a:cubicBezTo>
                  <a:pt x="5607" y="2097"/>
                  <a:pt x="5653" y="2114"/>
                  <a:pt x="5676" y="2153"/>
                </a:cubicBezTo>
                <a:lnTo>
                  <a:pt x="5676" y="2184"/>
                </a:lnTo>
                <a:lnTo>
                  <a:pt x="5937" y="2086"/>
                </a:lnTo>
                <a:lnTo>
                  <a:pt x="6012" y="2041"/>
                </a:lnTo>
                <a:lnTo>
                  <a:pt x="5773" y="1882"/>
                </a:lnTo>
              </a:path>
              <a:path w="21600" h="21600">
                <a:moveTo>
                  <a:pt x="4417" y="1835"/>
                </a:moveTo>
                <a:lnTo>
                  <a:pt x="4392" y="1839"/>
                </a:lnTo>
                <a:lnTo>
                  <a:pt x="4272" y="1849"/>
                </a:lnTo>
                <a:lnTo>
                  <a:pt x="4266" y="1863"/>
                </a:lnTo>
                <a:lnTo>
                  <a:pt x="4382" y="1942"/>
                </a:lnTo>
                <a:lnTo>
                  <a:pt x="4420" y="1837"/>
                </a:lnTo>
              </a:path>
              <a:path w="21600" h="21600">
                <a:moveTo>
                  <a:pt x="11030" y="1834"/>
                </a:moveTo>
                <a:lnTo>
                  <a:pt x="10660" y="2175"/>
                </a:lnTo>
                <a:lnTo>
                  <a:pt x="10499" y="2400"/>
                </a:lnTo>
                <a:lnTo>
                  <a:pt x="10268" y="2856"/>
                </a:lnTo>
                <a:lnTo>
                  <a:pt x="10210" y="3012"/>
                </a:lnTo>
                <a:cubicBezTo>
                  <a:pt x="10177" y="3163"/>
                  <a:pt x="10164" y="3321"/>
                  <a:pt x="10171" y="3489"/>
                </a:cubicBezTo>
                <a:lnTo>
                  <a:pt x="10192" y="3636"/>
                </a:lnTo>
                <a:lnTo>
                  <a:pt x="10330" y="3343"/>
                </a:lnTo>
                <a:lnTo>
                  <a:pt x="10381" y="3234"/>
                </a:lnTo>
                <a:cubicBezTo>
                  <a:pt x="10543" y="2887"/>
                  <a:pt x="10648" y="2649"/>
                  <a:pt x="10732" y="2441"/>
                </a:cubicBezTo>
              </a:path>
              <a:path w="21600" h="21600">
                <a:moveTo>
                  <a:pt x="3189" y="1819"/>
                </a:moveTo>
                <a:lnTo>
                  <a:pt x="3101" y="1862"/>
                </a:lnTo>
                <a:lnTo>
                  <a:pt x="3124" y="1870"/>
                </a:lnTo>
                <a:lnTo>
                  <a:pt x="3189" y="1868"/>
                </a:lnTo>
                <a:lnTo>
                  <a:pt x="3191" y="1826"/>
                </a:lnTo>
              </a:path>
              <a:path w="21600" h="21600">
                <a:moveTo>
                  <a:pt x="4538" y="1812"/>
                </a:moveTo>
                <a:lnTo>
                  <a:pt x="4476" y="1823"/>
                </a:lnTo>
                <a:lnTo>
                  <a:pt x="4574" y="1896"/>
                </a:lnTo>
                <a:lnTo>
                  <a:pt x="4574" y="1895"/>
                </a:lnTo>
                <a:lnTo>
                  <a:pt x="4575" y="1854"/>
                </a:lnTo>
              </a:path>
              <a:path w="21600" h="21600">
                <a:moveTo>
                  <a:pt x="1793" y="1811"/>
                </a:moveTo>
                <a:lnTo>
                  <a:pt x="1791" y="1845"/>
                </a:lnTo>
                <a:lnTo>
                  <a:pt x="1800" y="1910"/>
                </a:lnTo>
                <a:lnTo>
                  <a:pt x="1817" y="1837"/>
                </a:lnTo>
              </a:path>
              <a:path w="21600" h="21600">
                <a:moveTo>
                  <a:pt x="3527" y="1809"/>
                </a:moveTo>
                <a:lnTo>
                  <a:pt x="3514" y="1821"/>
                </a:lnTo>
                <a:lnTo>
                  <a:pt x="3523" y="1833"/>
                </a:lnTo>
                <a:lnTo>
                  <a:pt x="3546" y="1857"/>
                </a:lnTo>
                <a:lnTo>
                  <a:pt x="3636" y="1855"/>
                </a:lnTo>
              </a:path>
              <a:path w="21600" h="21600">
                <a:moveTo>
                  <a:pt x="2237" y="1805"/>
                </a:moveTo>
                <a:lnTo>
                  <a:pt x="2205" y="1889"/>
                </a:lnTo>
                <a:lnTo>
                  <a:pt x="2210" y="1905"/>
                </a:lnTo>
                <a:lnTo>
                  <a:pt x="2366" y="1892"/>
                </a:lnTo>
                <a:lnTo>
                  <a:pt x="2365" y="1891"/>
                </a:lnTo>
              </a:path>
              <a:path w="21600" h="21600">
                <a:moveTo>
                  <a:pt x="8965" y="1798"/>
                </a:moveTo>
                <a:lnTo>
                  <a:pt x="8911" y="1827"/>
                </a:lnTo>
                <a:cubicBezTo>
                  <a:pt x="8809" y="1884"/>
                  <a:pt x="8693" y="1948"/>
                  <a:pt x="8571" y="2008"/>
                </a:cubicBezTo>
                <a:lnTo>
                  <a:pt x="8336" y="2108"/>
                </a:lnTo>
                <a:lnTo>
                  <a:pt x="8336" y="2108"/>
                </a:lnTo>
                <a:lnTo>
                  <a:pt x="8600" y="2017"/>
                </a:lnTo>
                <a:lnTo>
                  <a:pt x="8900" y="1882"/>
                </a:lnTo>
              </a:path>
              <a:path w="21600" h="21600">
                <a:moveTo>
                  <a:pt x="4617" y="1797"/>
                </a:moveTo>
                <a:lnTo>
                  <a:pt x="4618" y="1832"/>
                </a:lnTo>
                <a:lnTo>
                  <a:pt x="4693" y="1886"/>
                </a:lnTo>
                <a:lnTo>
                  <a:pt x="4693" y="1864"/>
                </a:lnTo>
              </a:path>
              <a:path w="21600" h="21600">
                <a:moveTo>
                  <a:pt x="1212" y="1796"/>
                </a:moveTo>
                <a:lnTo>
                  <a:pt x="793" y="1883"/>
                </a:lnTo>
                <a:lnTo>
                  <a:pt x="857" y="1944"/>
                </a:lnTo>
                <a:lnTo>
                  <a:pt x="1013" y="2085"/>
                </a:lnTo>
                <a:lnTo>
                  <a:pt x="1421" y="2004"/>
                </a:lnTo>
                <a:lnTo>
                  <a:pt x="1335" y="1922"/>
                </a:lnTo>
              </a:path>
              <a:path w="21600" h="21600">
                <a:moveTo>
                  <a:pt x="2823" y="1795"/>
                </a:moveTo>
                <a:lnTo>
                  <a:pt x="2844" y="1865"/>
                </a:lnTo>
                <a:lnTo>
                  <a:pt x="2917" y="1835"/>
                </a:lnTo>
              </a:path>
              <a:path w="21600" h="21600">
                <a:moveTo>
                  <a:pt x="13182" y="1782"/>
                </a:moveTo>
                <a:lnTo>
                  <a:pt x="13067" y="1921"/>
                </a:lnTo>
                <a:cubicBezTo>
                  <a:pt x="12933" y="2111"/>
                  <a:pt x="12820" y="2303"/>
                  <a:pt x="12729" y="2496"/>
                </a:cubicBezTo>
                <a:cubicBezTo>
                  <a:pt x="12547" y="2885"/>
                  <a:pt x="12443" y="3299"/>
                  <a:pt x="12419" y="3726"/>
                </a:cubicBezTo>
                <a:cubicBezTo>
                  <a:pt x="12406" y="3956"/>
                  <a:pt x="12413" y="4195"/>
                  <a:pt x="12439" y="4442"/>
                </a:cubicBezTo>
                <a:lnTo>
                  <a:pt x="12531" y="4951"/>
                </a:lnTo>
                <a:lnTo>
                  <a:pt x="12537" y="4884"/>
                </a:lnTo>
                <a:cubicBezTo>
                  <a:pt x="12547" y="4697"/>
                  <a:pt x="12552" y="4500"/>
                  <a:pt x="12551" y="4287"/>
                </a:cubicBezTo>
                <a:cubicBezTo>
                  <a:pt x="12547" y="3620"/>
                  <a:pt x="12608" y="2743"/>
                  <a:pt x="13118" y="1874"/>
                </a:cubicBezTo>
              </a:path>
              <a:path w="21600" h="21600">
                <a:moveTo>
                  <a:pt x="4692" y="1782"/>
                </a:moveTo>
                <a:lnTo>
                  <a:pt x="4666" y="1787"/>
                </a:lnTo>
                <a:lnTo>
                  <a:pt x="4693" y="1810"/>
                </a:lnTo>
              </a:path>
              <a:path w="21600" h="21600">
                <a:moveTo>
                  <a:pt x="10500" y="1781"/>
                </a:moveTo>
                <a:lnTo>
                  <a:pt x="10281" y="1913"/>
                </a:lnTo>
                <a:lnTo>
                  <a:pt x="9941" y="2192"/>
                </a:lnTo>
                <a:lnTo>
                  <a:pt x="9720" y="2529"/>
                </a:lnTo>
                <a:cubicBezTo>
                  <a:pt x="9666" y="2614"/>
                  <a:pt x="9611" y="2706"/>
                  <a:pt x="9553" y="2803"/>
                </a:cubicBezTo>
                <a:cubicBezTo>
                  <a:pt x="9519" y="2859"/>
                  <a:pt x="9484" y="2917"/>
                  <a:pt x="9447" y="2977"/>
                </a:cubicBezTo>
                <a:lnTo>
                  <a:pt x="9443" y="2985"/>
                </a:lnTo>
                <a:lnTo>
                  <a:pt x="9422" y="3410"/>
                </a:lnTo>
                <a:lnTo>
                  <a:pt x="9452" y="3561"/>
                </a:lnTo>
                <a:lnTo>
                  <a:pt x="9577" y="3350"/>
                </a:lnTo>
                <a:cubicBezTo>
                  <a:pt x="9604" y="3303"/>
                  <a:pt x="9629" y="3256"/>
                  <a:pt x="9655" y="3211"/>
                </a:cubicBezTo>
                <a:lnTo>
                  <a:pt x="9789" y="2973"/>
                </a:lnTo>
                <a:lnTo>
                  <a:pt x="9938" y="2573"/>
                </a:lnTo>
                <a:cubicBezTo>
                  <a:pt x="10010" y="2444"/>
                  <a:pt x="10104" y="2317"/>
                  <a:pt x="10224" y="2190"/>
                </a:cubicBezTo>
                <a:lnTo>
                  <a:pt x="10251" y="2166"/>
                </a:lnTo>
                <a:lnTo>
                  <a:pt x="10330" y="2030"/>
                </a:lnTo>
              </a:path>
              <a:path w="21600" h="21600">
                <a:moveTo>
                  <a:pt x="4742" y="1773"/>
                </a:moveTo>
                <a:lnTo>
                  <a:pt x="4723" y="1777"/>
                </a:lnTo>
                <a:lnTo>
                  <a:pt x="4726" y="1839"/>
                </a:lnTo>
                <a:lnTo>
                  <a:pt x="4798" y="1902"/>
                </a:lnTo>
                <a:lnTo>
                  <a:pt x="4798" y="1882"/>
                </a:lnTo>
                <a:lnTo>
                  <a:pt x="4785" y="1823"/>
                </a:lnTo>
                <a:lnTo>
                  <a:pt x="4762" y="1790"/>
                </a:lnTo>
              </a:path>
              <a:path w="21600" h="21600">
                <a:moveTo>
                  <a:pt x="10796" y="1770"/>
                </a:moveTo>
                <a:lnTo>
                  <a:pt x="10687" y="1845"/>
                </a:lnTo>
                <a:lnTo>
                  <a:pt x="10288" y="2193"/>
                </a:lnTo>
                <a:lnTo>
                  <a:pt x="10159" y="2416"/>
                </a:lnTo>
                <a:cubicBezTo>
                  <a:pt x="10095" y="2524"/>
                  <a:pt x="10027" y="2641"/>
                  <a:pt x="9953" y="2771"/>
                </a:cubicBezTo>
                <a:cubicBezTo>
                  <a:pt x="9913" y="2841"/>
                  <a:pt x="9873" y="2914"/>
                  <a:pt x="9830" y="2990"/>
                </a:cubicBezTo>
                <a:lnTo>
                  <a:pt x="9829" y="2992"/>
                </a:lnTo>
                <a:lnTo>
                  <a:pt x="9827" y="2999"/>
                </a:lnTo>
                <a:cubicBezTo>
                  <a:pt x="9797" y="3141"/>
                  <a:pt x="9787" y="3290"/>
                  <a:pt x="9797" y="3450"/>
                </a:cubicBezTo>
                <a:lnTo>
                  <a:pt x="9824" y="3617"/>
                </a:lnTo>
                <a:lnTo>
                  <a:pt x="9836" y="3597"/>
                </a:lnTo>
                <a:cubicBezTo>
                  <a:pt x="9858" y="3554"/>
                  <a:pt x="9880" y="3511"/>
                  <a:pt x="9902" y="3470"/>
                </a:cubicBezTo>
                <a:cubicBezTo>
                  <a:pt x="9960" y="3361"/>
                  <a:pt x="10013" y="3257"/>
                  <a:pt x="10063" y="3157"/>
                </a:cubicBezTo>
                <a:cubicBezTo>
                  <a:pt x="10092" y="3100"/>
                  <a:pt x="10120" y="3046"/>
                  <a:pt x="10147" y="2992"/>
                </a:cubicBezTo>
                <a:lnTo>
                  <a:pt x="10190" y="2910"/>
                </a:lnTo>
                <a:lnTo>
                  <a:pt x="10228" y="2835"/>
                </a:lnTo>
                <a:lnTo>
                  <a:pt x="10330" y="2560"/>
                </a:lnTo>
                <a:lnTo>
                  <a:pt x="10456" y="2384"/>
                </a:lnTo>
                <a:lnTo>
                  <a:pt x="10530" y="2237"/>
                </a:lnTo>
              </a:path>
              <a:path w="21600" h="21600">
                <a:moveTo>
                  <a:pt x="9421" y="1764"/>
                </a:moveTo>
                <a:lnTo>
                  <a:pt x="9390" y="1781"/>
                </a:lnTo>
                <a:cubicBezTo>
                  <a:pt x="9270" y="1845"/>
                  <a:pt x="9146" y="1906"/>
                  <a:pt x="9029" y="1953"/>
                </a:cubicBezTo>
                <a:lnTo>
                  <a:pt x="8846" y="2024"/>
                </a:lnTo>
                <a:lnTo>
                  <a:pt x="8806" y="2075"/>
                </a:lnTo>
                <a:lnTo>
                  <a:pt x="9121" y="1936"/>
                </a:lnTo>
                <a:lnTo>
                  <a:pt x="9365" y="1833"/>
                </a:lnTo>
              </a:path>
              <a:path w="21600" h="21600">
                <a:moveTo>
                  <a:pt x="3418" y="1763"/>
                </a:moveTo>
                <a:lnTo>
                  <a:pt x="3384" y="1813"/>
                </a:lnTo>
                <a:lnTo>
                  <a:pt x="3361" y="1833"/>
                </a:lnTo>
                <a:lnTo>
                  <a:pt x="3361" y="1863"/>
                </a:lnTo>
                <a:lnTo>
                  <a:pt x="3406" y="1862"/>
                </a:lnTo>
                <a:lnTo>
                  <a:pt x="3406" y="1861"/>
                </a:lnTo>
                <a:lnTo>
                  <a:pt x="3424" y="1770"/>
                </a:lnTo>
                <a:lnTo>
                  <a:pt x="3420" y="1764"/>
                </a:lnTo>
              </a:path>
              <a:path w="21600" h="21600">
                <a:moveTo>
                  <a:pt x="9821" y="1758"/>
                </a:moveTo>
                <a:lnTo>
                  <a:pt x="9627" y="1847"/>
                </a:lnTo>
                <a:lnTo>
                  <a:pt x="9271" y="2019"/>
                </a:lnTo>
                <a:lnTo>
                  <a:pt x="9250" y="2045"/>
                </a:lnTo>
                <a:lnTo>
                  <a:pt x="9093" y="2264"/>
                </a:lnTo>
                <a:lnTo>
                  <a:pt x="9442" y="2016"/>
                </a:lnTo>
                <a:lnTo>
                  <a:pt x="9745" y="1857"/>
                </a:lnTo>
              </a:path>
              <a:path w="21600" h="21600">
                <a:moveTo>
                  <a:pt x="4493" y="1756"/>
                </a:moveTo>
                <a:lnTo>
                  <a:pt x="4484" y="1779"/>
                </a:lnTo>
                <a:lnTo>
                  <a:pt x="4505" y="1775"/>
                </a:lnTo>
                <a:lnTo>
                  <a:pt x="4503" y="1773"/>
                </a:lnTo>
              </a:path>
              <a:path w="21600" h="21600">
                <a:moveTo>
                  <a:pt x="4309" y="1755"/>
                </a:moveTo>
                <a:lnTo>
                  <a:pt x="4289" y="1805"/>
                </a:lnTo>
                <a:lnTo>
                  <a:pt x="4368" y="1799"/>
                </a:lnTo>
              </a:path>
              <a:path w="21600" h="21600">
                <a:moveTo>
                  <a:pt x="3910" y="1743"/>
                </a:moveTo>
                <a:lnTo>
                  <a:pt x="3806" y="1844"/>
                </a:lnTo>
                <a:lnTo>
                  <a:pt x="4007" y="1828"/>
                </a:lnTo>
                <a:lnTo>
                  <a:pt x="3992" y="1811"/>
                </a:lnTo>
                <a:lnTo>
                  <a:pt x="3963" y="1768"/>
                </a:lnTo>
              </a:path>
              <a:path w="21600" h="21600">
                <a:moveTo>
                  <a:pt x="8458" y="1741"/>
                </a:moveTo>
                <a:lnTo>
                  <a:pt x="8332" y="1774"/>
                </a:lnTo>
                <a:lnTo>
                  <a:pt x="8022" y="1927"/>
                </a:lnTo>
                <a:lnTo>
                  <a:pt x="7976" y="1983"/>
                </a:lnTo>
              </a:path>
              <a:path w="21600" h="21600">
                <a:moveTo>
                  <a:pt x="3361" y="1740"/>
                </a:moveTo>
                <a:lnTo>
                  <a:pt x="3361" y="1770"/>
                </a:lnTo>
                <a:lnTo>
                  <a:pt x="3377" y="1747"/>
                </a:lnTo>
              </a:path>
              <a:path w="21600" h="21600">
                <a:moveTo>
                  <a:pt x="3172" y="1734"/>
                </a:moveTo>
                <a:lnTo>
                  <a:pt x="3068" y="1819"/>
                </a:lnTo>
                <a:lnTo>
                  <a:pt x="3038" y="1831"/>
                </a:lnTo>
                <a:lnTo>
                  <a:pt x="3040" y="1840"/>
                </a:lnTo>
                <a:lnTo>
                  <a:pt x="3040" y="1840"/>
                </a:lnTo>
                <a:lnTo>
                  <a:pt x="3044" y="1842"/>
                </a:lnTo>
                <a:lnTo>
                  <a:pt x="3180" y="1776"/>
                </a:lnTo>
              </a:path>
              <a:path w="21600" h="21600">
                <a:moveTo>
                  <a:pt x="8579" y="1728"/>
                </a:moveTo>
                <a:lnTo>
                  <a:pt x="7910" y="2065"/>
                </a:lnTo>
                <a:lnTo>
                  <a:pt x="7852" y="2135"/>
                </a:lnTo>
                <a:lnTo>
                  <a:pt x="8071" y="2025"/>
                </a:lnTo>
                <a:lnTo>
                  <a:pt x="8103" y="2008"/>
                </a:lnTo>
                <a:lnTo>
                  <a:pt x="8529" y="1790"/>
                </a:lnTo>
              </a:path>
              <a:path w="21600" h="21600">
                <a:moveTo>
                  <a:pt x="1707" y="1722"/>
                </a:moveTo>
                <a:lnTo>
                  <a:pt x="1465" y="1743"/>
                </a:lnTo>
                <a:lnTo>
                  <a:pt x="1263" y="1785"/>
                </a:lnTo>
                <a:lnTo>
                  <a:pt x="1369" y="1894"/>
                </a:lnTo>
                <a:lnTo>
                  <a:pt x="1474" y="1993"/>
                </a:lnTo>
                <a:lnTo>
                  <a:pt x="1709" y="1946"/>
                </a:lnTo>
                <a:lnTo>
                  <a:pt x="1700" y="1864"/>
                </a:lnTo>
              </a:path>
              <a:path w="21600" h="21600">
                <a:moveTo>
                  <a:pt x="2525" y="1719"/>
                </a:moveTo>
                <a:lnTo>
                  <a:pt x="2449" y="1849"/>
                </a:lnTo>
                <a:lnTo>
                  <a:pt x="2486" y="1888"/>
                </a:lnTo>
                <a:lnTo>
                  <a:pt x="2584" y="1885"/>
                </a:lnTo>
              </a:path>
              <a:path w="21600" h="21600">
                <a:moveTo>
                  <a:pt x="3309" y="1719"/>
                </a:moveTo>
                <a:lnTo>
                  <a:pt x="3229" y="1792"/>
                </a:lnTo>
                <a:lnTo>
                  <a:pt x="3236" y="1824"/>
                </a:lnTo>
                <a:lnTo>
                  <a:pt x="3235" y="1867"/>
                </a:lnTo>
                <a:lnTo>
                  <a:pt x="3261" y="1866"/>
                </a:lnTo>
                <a:lnTo>
                  <a:pt x="3316" y="1816"/>
                </a:lnTo>
                <a:lnTo>
                  <a:pt x="3316" y="1722"/>
                </a:lnTo>
              </a:path>
              <a:path w="21600" h="21600">
                <a:moveTo>
                  <a:pt x="2272" y="1716"/>
                </a:moveTo>
                <a:lnTo>
                  <a:pt x="2254" y="1763"/>
                </a:lnTo>
                <a:lnTo>
                  <a:pt x="2340" y="1821"/>
                </a:lnTo>
                <a:lnTo>
                  <a:pt x="2325" y="1779"/>
                </a:lnTo>
              </a:path>
              <a:path w="21600" h="21600">
                <a:moveTo>
                  <a:pt x="1803" y="1714"/>
                </a:moveTo>
                <a:lnTo>
                  <a:pt x="1799" y="1714"/>
                </a:lnTo>
                <a:lnTo>
                  <a:pt x="1797" y="1749"/>
                </a:lnTo>
                <a:lnTo>
                  <a:pt x="1817" y="1771"/>
                </a:lnTo>
              </a:path>
              <a:path w="21600" h="21600">
                <a:moveTo>
                  <a:pt x="5002" y="1713"/>
                </a:moveTo>
                <a:lnTo>
                  <a:pt x="4946" y="1734"/>
                </a:lnTo>
                <a:lnTo>
                  <a:pt x="4896" y="1744"/>
                </a:lnTo>
                <a:lnTo>
                  <a:pt x="4965" y="1898"/>
                </a:lnTo>
                <a:lnTo>
                  <a:pt x="5025" y="2009"/>
                </a:lnTo>
                <a:lnTo>
                  <a:pt x="5207" y="1975"/>
                </a:lnTo>
                <a:lnTo>
                  <a:pt x="5288" y="1945"/>
                </a:lnTo>
                <a:lnTo>
                  <a:pt x="5281" y="1940"/>
                </a:lnTo>
                <a:cubicBezTo>
                  <a:pt x="5212" y="1896"/>
                  <a:pt x="5141" y="1850"/>
                  <a:pt x="5074" y="1802"/>
                </a:cubicBezTo>
                <a:cubicBezTo>
                  <a:pt x="5050" y="1785"/>
                  <a:pt x="5027" y="1755"/>
                  <a:pt x="5002" y="1714"/>
                </a:cubicBezTo>
              </a:path>
              <a:path w="21600" h="21600">
                <a:moveTo>
                  <a:pt x="4512" y="1704"/>
                </a:moveTo>
                <a:lnTo>
                  <a:pt x="4560" y="1764"/>
                </a:lnTo>
                <a:lnTo>
                  <a:pt x="4576" y="1761"/>
                </a:lnTo>
              </a:path>
              <a:path w="21600" h="21600">
                <a:moveTo>
                  <a:pt x="1928" y="1703"/>
                </a:moveTo>
                <a:lnTo>
                  <a:pt x="1894" y="1706"/>
                </a:lnTo>
                <a:lnTo>
                  <a:pt x="1872" y="1801"/>
                </a:lnTo>
                <a:lnTo>
                  <a:pt x="1881" y="1841"/>
                </a:lnTo>
                <a:lnTo>
                  <a:pt x="1881" y="1841"/>
                </a:lnTo>
                <a:lnTo>
                  <a:pt x="1948" y="1908"/>
                </a:lnTo>
                <a:lnTo>
                  <a:pt x="1970" y="1847"/>
                </a:lnTo>
              </a:path>
              <a:path w="21600" h="21600">
                <a:moveTo>
                  <a:pt x="2142" y="1700"/>
                </a:moveTo>
                <a:lnTo>
                  <a:pt x="2182" y="1821"/>
                </a:lnTo>
                <a:lnTo>
                  <a:pt x="2200" y="1773"/>
                </a:lnTo>
              </a:path>
              <a:path w="21600" h="21600">
                <a:moveTo>
                  <a:pt x="2027" y="1694"/>
                </a:moveTo>
                <a:lnTo>
                  <a:pt x="1974" y="1699"/>
                </a:lnTo>
                <a:lnTo>
                  <a:pt x="1997" y="1775"/>
                </a:lnTo>
              </a:path>
              <a:path w="21600" h="21600">
                <a:moveTo>
                  <a:pt x="7233" y="1694"/>
                </a:moveTo>
                <a:lnTo>
                  <a:pt x="7020" y="1880"/>
                </a:lnTo>
                <a:lnTo>
                  <a:pt x="7020" y="1886"/>
                </a:lnTo>
                <a:cubicBezTo>
                  <a:pt x="7013" y="1900"/>
                  <a:pt x="7000" y="1917"/>
                  <a:pt x="6985" y="1933"/>
                </a:cubicBezTo>
                <a:cubicBezTo>
                  <a:pt x="6974" y="1986"/>
                  <a:pt x="6954" y="2034"/>
                  <a:pt x="6924" y="2079"/>
                </a:cubicBezTo>
                <a:lnTo>
                  <a:pt x="6837" y="2169"/>
                </a:lnTo>
                <a:lnTo>
                  <a:pt x="7090" y="2083"/>
                </a:lnTo>
                <a:lnTo>
                  <a:pt x="7147" y="2068"/>
                </a:lnTo>
                <a:lnTo>
                  <a:pt x="7201" y="2042"/>
                </a:lnTo>
                <a:cubicBezTo>
                  <a:pt x="7322" y="1956"/>
                  <a:pt x="7361" y="1865"/>
                  <a:pt x="7379" y="1805"/>
                </a:cubicBezTo>
                <a:lnTo>
                  <a:pt x="7381" y="1799"/>
                </a:lnTo>
                <a:lnTo>
                  <a:pt x="7386" y="1795"/>
                </a:lnTo>
                <a:cubicBezTo>
                  <a:pt x="7386" y="1795"/>
                  <a:pt x="7390" y="1791"/>
                  <a:pt x="7392" y="1790"/>
                </a:cubicBezTo>
                <a:cubicBezTo>
                  <a:pt x="7342" y="1757"/>
                  <a:pt x="7289" y="1727"/>
                  <a:pt x="7239" y="1698"/>
                </a:cubicBezTo>
              </a:path>
              <a:path w="21600" h="21600">
                <a:moveTo>
                  <a:pt x="6646" y="1694"/>
                </a:moveTo>
                <a:lnTo>
                  <a:pt x="6558" y="1766"/>
                </a:lnTo>
                <a:lnTo>
                  <a:pt x="6403" y="1859"/>
                </a:lnTo>
                <a:lnTo>
                  <a:pt x="6502" y="1923"/>
                </a:lnTo>
                <a:cubicBezTo>
                  <a:pt x="6535" y="1920"/>
                  <a:pt x="6559" y="1927"/>
                  <a:pt x="6571" y="1945"/>
                </a:cubicBezTo>
                <a:cubicBezTo>
                  <a:pt x="6586" y="1967"/>
                  <a:pt x="6580" y="1998"/>
                  <a:pt x="6552" y="2040"/>
                </a:cubicBezTo>
                <a:lnTo>
                  <a:pt x="6503" y="2189"/>
                </a:lnTo>
                <a:lnTo>
                  <a:pt x="6796" y="2009"/>
                </a:lnTo>
                <a:lnTo>
                  <a:pt x="6944" y="1882"/>
                </a:lnTo>
                <a:lnTo>
                  <a:pt x="6752" y="1761"/>
                </a:lnTo>
              </a:path>
              <a:path w="21600" h="21600">
                <a:moveTo>
                  <a:pt x="2093" y="1689"/>
                </a:moveTo>
                <a:lnTo>
                  <a:pt x="2075" y="1690"/>
                </a:lnTo>
                <a:lnTo>
                  <a:pt x="2018" y="1846"/>
                </a:lnTo>
                <a:lnTo>
                  <a:pt x="2039" y="1918"/>
                </a:lnTo>
                <a:lnTo>
                  <a:pt x="2148" y="1910"/>
                </a:lnTo>
                <a:lnTo>
                  <a:pt x="2158" y="1884"/>
                </a:lnTo>
              </a:path>
              <a:path w="21600" h="21600">
                <a:moveTo>
                  <a:pt x="3229" y="1687"/>
                </a:moveTo>
                <a:lnTo>
                  <a:pt x="3211" y="1701"/>
                </a:lnTo>
                <a:lnTo>
                  <a:pt x="3219" y="1742"/>
                </a:lnTo>
                <a:lnTo>
                  <a:pt x="3264" y="1701"/>
                </a:lnTo>
              </a:path>
              <a:path w="21600" h="21600">
                <a:moveTo>
                  <a:pt x="3361" y="1683"/>
                </a:moveTo>
                <a:lnTo>
                  <a:pt x="3361" y="1693"/>
                </a:lnTo>
                <a:lnTo>
                  <a:pt x="3371" y="1697"/>
                </a:lnTo>
              </a:path>
              <a:path w="21600" h="21600">
                <a:moveTo>
                  <a:pt x="2559" y="1682"/>
                </a:moveTo>
                <a:lnTo>
                  <a:pt x="2631" y="1884"/>
                </a:lnTo>
                <a:lnTo>
                  <a:pt x="2802" y="1879"/>
                </a:lnTo>
                <a:lnTo>
                  <a:pt x="2770" y="1772"/>
                </a:lnTo>
              </a:path>
              <a:path w="21600" h="21600">
                <a:moveTo>
                  <a:pt x="2237" y="1676"/>
                </a:moveTo>
                <a:lnTo>
                  <a:pt x="2181" y="1681"/>
                </a:lnTo>
                <a:lnTo>
                  <a:pt x="2218" y="1728"/>
                </a:lnTo>
                <a:lnTo>
                  <a:pt x="2237" y="1677"/>
                </a:lnTo>
              </a:path>
              <a:path w="21600" h="21600">
                <a:moveTo>
                  <a:pt x="2503" y="1665"/>
                </a:moveTo>
                <a:lnTo>
                  <a:pt x="2334" y="1672"/>
                </a:lnTo>
                <a:lnTo>
                  <a:pt x="2364" y="1755"/>
                </a:lnTo>
                <a:lnTo>
                  <a:pt x="2395" y="1791"/>
                </a:lnTo>
                <a:lnTo>
                  <a:pt x="2416" y="1814"/>
                </a:lnTo>
              </a:path>
              <a:path w="21600" h="21600">
                <a:moveTo>
                  <a:pt x="4614" y="1663"/>
                </a:moveTo>
                <a:lnTo>
                  <a:pt x="4616" y="1744"/>
                </a:lnTo>
                <a:lnTo>
                  <a:pt x="4625" y="1752"/>
                </a:lnTo>
                <a:lnTo>
                  <a:pt x="4692" y="1739"/>
                </a:lnTo>
                <a:lnTo>
                  <a:pt x="4692" y="1730"/>
                </a:lnTo>
              </a:path>
              <a:path w="21600" h="21600">
                <a:moveTo>
                  <a:pt x="7772" y="1661"/>
                </a:moveTo>
                <a:lnTo>
                  <a:pt x="7584" y="1880"/>
                </a:lnTo>
                <a:cubicBezTo>
                  <a:pt x="7564" y="1902"/>
                  <a:pt x="7542" y="1924"/>
                  <a:pt x="7521" y="1946"/>
                </a:cubicBezTo>
                <a:lnTo>
                  <a:pt x="7534" y="1942"/>
                </a:lnTo>
                <a:lnTo>
                  <a:pt x="7575" y="1927"/>
                </a:lnTo>
                <a:lnTo>
                  <a:pt x="7634" y="1908"/>
                </a:lnTo>
                <a:lnTo>
                  <a:pt x="7763" y="1788"/>
                </a:lnTo>
                <a:cubicBezTo>
                  <a:pt x="7792" y="1749"/>
                  <a:pt x="7807" y="1715"/>
                  <a:pt x="7816" y="1693"/>
                </a:cubicBezTo>
                <a:lnTo>
                  <a:pt x="7819" y="1687"/>
                </a:lnTo>
              </a:path>
              <a:path w="21600" h="21600">
                <a:moveTo>
                  <a:pt x="2734" y="1655"/>
                </a:moveTo>
                <a:lnTo>
                  <a:pt x="2610" y="1659"/>
                </a:lnTo>
                <a:lnTo>
                  <a:pt x="2610" y="1660"/>
                </a:lnTo>
                <a:lnTo>
                  <a:pt x="2754" y="1720"/>
                </a:lnTo>
              </a:path>
              <a:path w="21600" h="21600">
                <a:moveTo>
                  <a:pt x="2781" y="1653"/>
                </a:moveTo>
                <a:lnTo>
                  <a:pt x="2780" y="1653"/>
                </a:lnTo>
                <a:lnTo>
                  <a:pt x="2807" y="1742"/>
                </a:lnTo>
                <a:lnTo>
                  <a:pt x="2877" y="1772"/>
                </a:lnTo>
                <a:lnTo>
                  <a:pt x="2870" y="1764"/>
                </a:lnTo>
              </a:path>
              <a:path w="21600" h="21600">
                <a:moveTo>
                  <a:pt x="492" y="1653"/>
                </a:moveTo>
                <a:lnTo>
                  <a:pt x="71" y="1744"/>
                </a:lnTo>
                <a:lnTo>
                  <a:pt x="67" y="1746"/>
                </a:lnTo>
                <a:lnTo>
                  <a:pt x="290" y="1950"/>
                </a:lnTo>
                <a:lnTo>
                  <a:pt x="326" y="1937"/>
                </a:lnTo>
                <a:lnTo>
                  <a:pt x="704" y="1858"/>
                </a:lnTo>
              </a:path>
              <a:path w="21600" h="21600">
                <a:moveTo>
                  <a:pt x="4157" y="1652"/>
                </a:moveTo>
                <a:lnTo>
                  <a:pt x="4101" y="1785"/>
                </a:lnTo>
                <a:lnTo>
                  <a:pt x="4164" y="1815"/>
                </a:lnTo>
                <a:lnTo>
                  <a:pt x="4242" y="1809"/>
                </a:lnTo>
                <a:lnTo>
                  <a:pt x="4273" y="1729"/>
                </a:lnTo>
                <a:lnTo>
                  <a:pt x="4194" y="1671"/>
                </a:lnTo>
              </a:path>
              <a:path w="21600" h="21600">
                <a:moveTo>
                  <a:pt x="6028" y="1645"/>
                </a:moveTo>
                <a:lnTo>
                  <a:pt x="5743" y="1811"/>
                </a:lnTo>
                <a:lnTo>
                  <a:pt x="5796" y="1846"/>
                </a:lnTo>
                <a:cubicBezTo>
                  <a:pt x="5876" y="1896"/>
                  <a:pt x="5959" y="1948"/>
                  <a:pt x="6036" y="2006"/>
                </a:cubicBezTo>
                <a:lnTo>
                  <a:pt x="6055" y="2015"/>
                </a:lnTo>
                <a:lnTo>
                  <a:pt x="6318" y="1859"/>
                </a:lnTo>
                <a:lnTo>
                  <a:pt x="6263" y="1823"/>
                </a:lnTo>
                <a:cubicBezTo>
                  <a:pt x="6194" y="1781"/>
                  <a:pt x="6124" y="1738"/>
                  <a:pt x="6058" y="1690"/>
                </a:cubicBezTo>
              </a:path>
              <a:path w="21600" h="21600">
                <a:moveTo>
                  <a:pt x="3703" y="1645"/>
                </a:moveTo>
                <a:lnTo>
                  <a:pt x="3562" y="1776"/>
                </a:lnTo>
                <a:lnTo>
                  <a:pt x="3737" y="1850"/>
                </a:lnTo>
                <a:lnTo>
                  <a:pt x="3738" y="1850"/>
                </a:lnTo>
                <a:lnTo>
                  <a:pt x="3869" y="1723"/>
                </a:lnTo>
              </a:path>
              <a:path w="21600" h="21600">
                <a:moveTo>
                  <a:pt x="2961" y="1645"/>
                </a:moveTo>
                <a:lnTo>
                  <a:pt x="2836" y="1650"/>
                </a:lnTo>
                <a:lnTo>
                  <a:pt x="2907" y="1739"/>
                </a:lnTo>
                <a:lnTo>
                  <a:pt x="2971" y="1811"/>
                </a:lnTo>
                <a:lnTo>
                  <a:pt x="2973" y="1812"/>
                </a:lnTo>
                <a:lnTo>
                  <a:pt x="2988" y="1806"/>
                </a:lnTo>
              </a:path>
              <a:path w="21600" h="21600">
                <a:moveTo>
                  <a:pt x="1910" y="1639"/>
                </a:moveTo>
                <a:lnTo>
                  <a:pt x="1904" y="1662"/>
                </a:lnTo>
                <a:lnTo>
                  <a:pt x="1915" y="1661"/>
                </a:lnTo>
              </a:path>
              <a:path w="21600" h="21600">
                <a:moveTo>
                  <a:pt x="3108" y="1638"/>
                </a:moveTo>
                <a:lnTo>
                  <a:pt x="3006" y="1643"/>
                </a:lnTo>
                <a:lnTo>
                  <a:pt x="3031" y="1788"/>
                </a:lnTo>
                <a:lnTo>
                  <a:pt x="3042" y="1784"/>
                </a:lnTo>
                <a:lnTo>
                  <a:pt x="3162" y="1685"/>
                </a:lnTo>
                <a:lnTo>
                  <a:pt x="3157" y="1658"/>
                </a:lnTo>
              </a:path>
              <a:path w="21600" h="21600">
                <a:moveTo>
                  <a:pt x="4715" y="1638"/>
                </a:moveTo>
                <a:lnTo>
                  <a:pt x="4718" y="1695"/>
                </a:lnTo>
                <a:lnTo>
                  <a:pt x="4756" y="1727"/>
                </a:lnTo>
                <a:lnTo>
                  <a:pt x="4763" y="1726"/>
                </a:lnTo>
                <a:lnTo>
                  <a:pt x="4759" y="1706"/>
                </a:lnTo>
              </a:path>
              <a:path w="21600" h="21600">
                <a:moveTo>
                  <a:pt x="3226" y="1633"/>
                </a:moveTo>
                <a:lnTo>
                  <a:pt x="3214" y="1633"/>
                </a:lnTo>
                <a:lnTo>
                  <a:pt x="3222" y="1636"/>
                </a:lnTo>
              </a:path>
              <a:path w="21600" h="21600">
                <a:moveTo>
                  <a:pt x="10275" y="1632"/>
                </a:moveTo>
                <a:lnTo>
                  <a:pt x="10263" y="1638"/>
                </a:lnTo>
                <a:lnTo>
                  <a:pt x="10131" y="1704"/>
                </a:lnTo>
                <a:lnTo>
                  <a:pt x="9780" y="1888"/>
                </a:lnTo>
                <a:lnTo>
                  <a:pt x="9690" y="2005"/>
                </a:lnTo>
                <a:lnTo>
                  <a:pt x="9590" y="2143"/>
                </a:lnTo>
                <a:lnTo>
                  <a:pt x="9848" y="1946"/>
                </a:lnTo>
                <a:lnTo>
                  <a:pt x="10192" y="1742"/>
                </a:lnTo>
              </a:path>
              <a:path w="21600" h="21600">
                <a:moveTo>
                  <a:pt x="3315" y="1629"/>
                </a:moveTo>
                <a:lnTo>
                  <a:pt x="3298" y="1630"/>
                </a:lnTo>
                <a:lnTo>
                  <a:pt x="3267" y="1655"/>
                </a:lnTo>
                <a:lnTo>
                  <a:pt x="3300" y="1668"/>
                </a:lnTo>
                <a:lnTo>
                  <a:pt x="3315" y="1654"/>
                </a:lnTo>
              </a:path>
              <a:path w="21600" h="21600">
                <a:moveTo>
                  <a:pt x="3453" y="1622"/>
                </a:moveTo>
                <a:lnTo>
                  <a:pt x="3439" y="1623"/>
                </a:lnTo>
                <a:lnTo>
                  <a:pt x="3412" y="1625"/>
                </a:lnTo>
                <a:lnTo>
                  <a:pt x="3388" y="1646"/>
                </a:lnTo>
                <a:lnTo>
                  <a:pt x="3418" y="1686"/>
                </a:lnTo>
                <a:lnTo>
                  <a:pt x="3449" y="1641"/>
                </a:lnTo>
              </a:path>
              <a:path w="21600" h="21600">
                <a:moveTo>
                  <a:pt x="8877" y="1611"/>
                </a:moveTo>
                <a:lnTo>
                  <a:pt x="8760" y="1641"/>
                </a:lnTo>
                <a:lnTo>
                  <a:pt x="8727" y="1654"/>
                </a:lnTo>
                <a:lnTo>
                  <a:pt x="8682" y="1677"/>
                </a:lnTo>
                <a:lnTo>
                  <a:pt x="8632" y="1736"/>
                </a:lnTo>
              </a:path>
              <a:path w="21600" h="21600">
                <a:moveTo>
                  <a:pt x="3621" y="1606"/>
                </a:moveTo>
                <a:lnTo>
                  <a:pt x="3556" y="1613"/>
                </a:lnTo>
                <a:lnTo>
                  <a:pt x="3501" y="1750"/>
                </a:lnTo>
                <a:lnTo>
                  <a:pt x="3518" y="1757"/>
                </a:lnTo>
                <a:lnTo>
                  <a:pt x="3661" y="1625"/>
                </a:lnTo>
              </a:path>
              <a:path w="21600" h="21600">
                <a:moveTo>
                  <a:pt x="4369" y="1601"/>
                </a:moveTo>
                <a:lnTo>
                  <a:pt x="4326" y="1713"/>
                </a:lnTo>
                <a:lnTo>
                  <a:pt x="4430" y="1789"/>
                </a:lnTo>
                <a:lnTo>
                  <a:pt x="4438" y="1788"/>
                </a:lnTo>
                <a:lnTo>
                  <a:pt x="4460" y="1725"/>
                </a:lnTo>
                <a:lnTo>
                  <a:pt x="4461" y="1703"/>
                </a:lnTo>
                <a:lnTo>
                  <a:pt x="4419" y="1634"/>
                </a:lnTo>
              </a:path>
              <a:path w="21600" h="21600">
                <a:moveTo>
                  <a:pt x="2175" y="1601"/>
                </a:moveTo>
                <a:lnTo>
                  <a:pt x="2174" y="1639"/>
                </a:lnTo>
                <a:lnTo>
                  <a:pt x="2205" y="1636"/>
                </a:lnTo>
              </a:path>
              <a:path w="21600" h="21600">
                <a:moveTo>
                  <a:pt x="9144" y="1600"/>
                </a:moveTo>
                <a:lnTo>
                  <a:pt x="9029" y="1657"/>
                </a:lnTo>
                <a:cubicBezTo>
                  <a:pt x="8846" y="1754"/>
                  <a:pt x="8669" y="1852"/>
                  <a:pt x="8503" y="1944"/>
                </a:cubicBezTo>
                <a:lnTo>
                  <a:pt x="8432" y="1981"/>
                </a:lnTo>
                <a:lnTo>
                  <a:pt x="8390" y="2037"/>
                </a:lnTo>
                <a:lnTo>
                  <a:pt x="8551" y="1969"/>
                </a:lnTo>
                <a:cubicBezTo>
                  <a:pt x="8671" y="1909"/>
                  <a:pt x="8787" y="1846"/>
                  <a:pt x="8888" y="1789"/>
                </a:cubicBezTo>
                <a:lnTo>
                  <a:pt x="9049" y="1703"/>
                </a:lnTo>
              </a:path>
              <a:path w="21600" h="21600">
                <a:moveTo>
                  <a:pt x="2996" y="1593"/>
                </a:moveTo>
                <a:lnTo>
                  <a:pt x="2998" y="1600"/>
                </a:lnTo>
                <a:lnTo>
                  <a:pt x="3012" y="1599"/>
                </a:lnTo>
              </a:path>
              <a:path w="21600" h="21600">
                <a:moveTo>
                  <a:pt x="8338" y="1589"/>
                </a:moveTo>
                <a:lnTo>
                  <a:pt x="8338" y="1589"/>
                </a:lnTo>
                <a:cubicBezTo>
                  <a:pt x="8338" y="1589"/>
                  <a:pt x="8340" y="1590"/>
                  <a:pt x="8340" y="1590"/>
                </a:cubicBezTo>
                <a:cubicBezTo>
                  <a:pt x="8340" y="1590"/>
                  <a:pt x="8340" y="1589"/>
                  <a:pt x="8340" y="1589"/>
                </a:cubicBezTo>
                <a:cubicBezTo>
                  <a:pt x="8339" y="1589"/>
                  <a:pt x="8339" y="1589"/>
                  <a:pt x="8338" y="1589"/>
                </a:cubicBezTo>
              </a:path>
              <a:path w="21600" h="21600">
                <a:moveTo>
                  <a:pt x="3842" y="1586"/>
                </a:moveTo>
                <a:lnTo>
                  <a:pt x="3758" y="1594"/>
                </a:lnTo>
                <a:lnTo>
                  <a:pt x="3737" y="1613"/>
                </a:lnTo>
                <a:lnTo>
                  <a:pt x="3891" y="1686"/>
                </a:lnTo>
                <a:lnTo>
                  <a:pt x="3899" y="1669"/>
                </a:lnTo>
                <a:lnTo>
                  <a:pt x="3892" y="1659"/>
                </a:lnTo>
              </a:path>
              <a:path w="21600" h="21600">
                <a:moveTo>
                  <a:pt x="11979" y="1577"/>
                </a:moveTo>
                <a:lnTo>
                  <a:pt x="11905" y="1638"/>
                </a:lnTo>
                <a:lnTo>
                  <a:pt x="11514" y="2038"/>
                </a:lnTo>
                <a:lnTo>
                  <a:pt x="11384" y="2272"/>
                </a:lnTo>
                <a:cubicBezTo>
                  <a:pt x="11295" y="2480"/>
                  <a:pt x="11233" y="2679"/>
                  <a:pt x="11182" y="2864"/>
                </a:cubicBezTo>
                <a:lnTo>
                  <a:pt x="10927" y="3637"/>
                </a:lnTo>
                <a:lnTo>
                  <a:pt x="10981" y="4196"/>
                </a:lnTo>
                <a:lnTo>
                  <a:pt x="10990" y="4228"/>
                </a:lnTo>
                <a:lnTo>
                  <a:pt x="11084" y="3964"/>
                </a:lnTo>
                <a:lnTo>
                  <a:pt x="11302" y="3187"/>
                </a:lnTo>
                <a:lnTo>
                  <a:pt x="11320" y="3045"/>
                </a:lnTo>
                <a:lnTo>
                  <a:pt x="11429" y="2744"/>
                </a:lnTo>
                <a:lnTo>
                  <a:pt x="11521" y="2423"/>
                </a:lnTo>
                <a:cubicBezTo>
                  <a:pt x="11604" y="2200"/>
                  <a:pt x="11713" y="1967"/>
                  <a:pt x="11865" y="1729"/>
                </a:cubicBezTo>
              </a:path>
              <a:path w="21600" h="21600">
                <a:moveTo>
                  <a:pt x="3941" y="1577"/>
                </a:moveTo>
                <a:lnTo>
                  <a:pt x="3894" y="1581"/>
                </a:lnTo>
                <a:lnTo>
                  <a:pt x="3921" y="1621"/>
                </a:lnTo>
              </a:path>
              <a:path w="21600" h="21600">
                <a:moveTo>
                  <a:pt x="4511" y="1576"/>
                </a:moveTo>
                <a:lnTo>
                  <a:pt x="4507" y="1649"/>
                </a:lnTo>
                <a:lnTo>
                  <a:pt x="4579" y="1712"/>
                </a:lnTo>
                <a:lnTo>
                  <a:pt x="4581" y="1635"/>
                </a:lnTo>
              </a:path>
              <a:path w="21600" h="21600">
                <a:moveTo>
                  <a:pt x="4003" y="1571"/>
                </a:moveTo>
                <a:lnTo>
                  <a:pt x="3991" y="1572"/>
                </a:lnTo>
                <a:lnTo>
                  <a:pt x="3950" y="1663"/>
                </a:lnTo>
                <a:lnTo>
                  <a:pt x="3997" y="1736"/>
                </a:lnTo>
                <a:lnTo>
                  <a:pt x="4063" y="1767"/>
                </a:lnTo>
                <a:lnTo>
                  <a:pt x="4120" y="1632"/>
                </a:lnTo>
              </a:path>
              <a:path w="21600" h="21600">
                <a:moveTo>
                  <a:pt x="9972" y="1570"/>
                </a:moveTo>
                <a:lnTo>
                  <a:pt x="9794" y="1672"/>
                </a:lnTo>
                <a:cubicBezTo>
                  <a:pt x="9676" y="1737"/>
                  <a:pt x="9555" y="1799"/>
                  <a:pt x="9440" y="1849"/>
                </a:cubicBezTo>
                <a:lnTo>
                  <a:pt x="9393" y="1868"/>
                </a:lnTo>
                <a:lnTo>
                  <a:pt x="9336" y="1939"/>
                </a:lnTo>
                <a:lnTo>
                  <a:pt x="9607" y="1808"/>
                </a:lnTo>
                <a:cubicBezTo>
                  <a:pt x="9678" y="1775"/>
                  <a:pt x="9753" y="1741"/>
                  <a:pt x="9832" y="1704"/>
                </a:cubicBezTo>
                <a:lnTo>
                  <a:pt x="9881" y="1678"/>
                </a:lnTo>
                <a:lnTo>
                  <a:pt x="9926" y="1620"/>
                </a:lnTo>
              </a:path>
              <a:path w="21600" h="21600">
                <a:moveTo>
                  <a:pt x="2343" y="1564"/>
                </a:moveTo>
                <a:lnTo>
                  <a:pt x="2343" y="1564"/>
                </a:lnTo>
                <a:lnTo>
                  <a:pt x="2315" y="1619"/>
                </a:lnTo>
                <a:lnTo>
                  <a:pt x="2318" y="1628"/>
                </a:lnTo>
                <a:lnTo>
                  <a:pt x="2442" y="1623"/>
                </a:lnTo>
                <a:cubicBezTo>
                  <a:pt x="2407" y="1603"/>
                  <a:pt x="2373" y="1583"/>
                  <a:pt x="2343" y="1564"/>
                </a:cubicBezTo>
              </a:path>
              <a:path w="21600" h="21600">
                <a:moveTo>
                  <a:pt x="4153" y="1554"/>
                </a:moveTo>
                <a:lnTo>
                  <a:pt x="4123" y="1560"/>
                </a:lnTo>
                <a:lnTo>
                  <a:pt x="4084" y="1564"/>
                </a:lnTo>
                <a:lnTo>
                  <a:pt x="4137" y="1591"/>
                </a:lnTo>
              </a:path>
              <a:path w="21600" h="21600">
                <a:moveTo>
                  <a:pt x="3502" y="1550"/>
                </a:moveTo>
                <a:lnTo>
                  <a:pt x="3502" y="1564"/>
                </a:lnTo>
                <a:lnTo>
                  <a:pt x="3509" y="1553"/>
                </a:lnTo>
              </a:path>
              <a:path w="21600" h="21600">
                <a:moveTo>
                  <a:pt x="2242" y="1550"/>
                </a:moveTo>
                <a:lnTo>
                  <a:pt x="2209" y="1572"/>
                </a:lnTo>
                <a:lnTo>
                  <a:pt x="2259" y="1631"/>
                </a:lnTo>
                <a:lnTo>
                  <a:pt x="2266" y="1617"/>
                </a:lnTo>
              </a:path>
              <a:path w="21600" h="21600">
                <a:moveTo>
                  <a:pt x="971" y="1548"/>
                </a:moveTo>
                <a:lnTo>
                  <a:pt x="544" y="1641"/>
                </a:lnTo>
                <a:lnTo>
                  <a:pt x="756" y="1847"/>
                </a:lnTo>
                <a:lnTo>
                  <a:pt x="1177" y="1759"/>
                </a:lnTo>
              </a:path>
              <a:path w="21600" h="21600">
                <a:moveTo>
                  <a:pt x="2129" y="1546"/>
                </a:moveTo>
                <a:lnTo>
                  <a:pt x="2109" y="1600"/>
                </a:lnTo>
                <a:lnTo>
                  <a:pt x="2123" y="1644"/>
                </a:lnTo>
                <a:lnTo>
                  <a:pt x="2133" y="1643"/>
                </a:lnTo>
                <a:lnTo>
                  <a:pt x="2137" y="1575"/>
                </a:lnTo>
                <a:lnTo>
                  <a:pt x="2147" y="1567"/>
                </a:lnTo>
              </a:path>
              <a:path w="21600" h="21600">
                <a:moveTo>
                  <a:pt x="1762" y="1543"/>
                </a:moveTo>
                <a:lnTo>
                  <a:pt x="1759" y="1606"/>
                </a:lnTo>
                <a:lnTo>
                  <a:pt x="1761" y="1616"/>
                </a:lnTo>
                <a:lnTo>
                  <a:pt x="1764" y="1552"/>
                </a:lnTo>
                <a:lnTo>
                  <a:pt x="1763" y="1544"/>
                </a:lnTo>
              </a:path>
              <a:path w="21600" h="21600">
                <a:moveTo>
                  <a:pt x="9612" y="1543"/>
                </a:moveTo>
                <a:lnTo>
                  <a:pt x="9321" y="1708"/>
                </a:lnTo>
                <a:cubicBezTo>
                  <a:pt x="9219" y="1767"/>
                  <a:pt x="9102" y="1832"/>
                  <a:pt x="8981" y="1894"/>
                </a:cubicBezTo>
                <a:lnTo>
                  <a:pt x="8927" y="1919"/>
                </a:lnTo>
                <a:lnTo>
                  <a:pt x="8897" y="1957"/>
                </a:lnTo>
                <a:lnTo>
                  <a:pt x="9011" y="1913"/>
                </a:lnTo>
                <a:cubicBezTo>
                  <a:pt x="9127" y="1867"/>
                  <a:pt x="9250" y="1807"/>
                  <a:pt x="9369" y="1743"/>
                </a:cubicBezTo>
                <a:lnTo>
                  <a:pt x="9502" y="1669"/>
                </a:lnTo>
              </a:path>
              <a:path w="21600" h="21600">
                <a:moveTo>
                  <a:pt x="5447" y="1541"/>
                </a:moveTo>
                <a:lnTo>
                  <a:pt x="5409" y="1563"/>
                </a:lnTo>
                <a:lnTo>
                  <a:pt x="5045" y="1698"/>
                </a:lnTo>
                <a:lnTo>
                  <a:pt x="5100" y="1769"/>
                </a:lnTo>
                <a:cubicBezTo>
                  <a:pt x="5167" y="1817"/>
                  <a:pt x="5237" y="1862"/>
                  <a:pt x="5305" y="1906"/>
                </a:cubicBezTo>
                <a:lnTo>
                  <a:pt x="5336" y="1927"/>
                </a:lnTo>
                <a:lnTo>
                  <a:pt x="5659" y="1807"/>
                </a:lnTo>
                <a:lnTo>
                  <a:pt x="5566" y="1746"/>
                </a:lnTo>
                <a:cubicBezTo>
                  <a:pt x="5546" y="1732"/>
                  <a:pt x="5526" y="1704"/>
                  <a:pt x="5504" y="1663"/>
                </a:cubicBezTo>
              </a:path>
              <a:path w="21600" h="21600">
                <a:moveTo>
                  <a:pt x="10667" y="1537"/>
                </a:moveTo>
                <a:lnTo>
                  <a:pt x="10657" y="1542"/>
                </a:lnTo>
                <a:cubicBezTo>
                  <a:pt x="10502" y="1624"/>
                  <a:pt x="10363" y="1698"/>
                  <a:pt x="10234" y="1769"/>
                </a:cubicBezTo>
                <a:lnTo>
                  <a:pt x="10223" y="1776"/>
                </a:lnTo>
                <a:lnTo>
                  <a:pt x="10167" y="1849"/>
                </a:lnTo>
                <a:cubicBezTo>
                  <a:pt x="10125" y="1913"/>
                  <a:pt x="10081" y="1980"/>
                  <a:pt x="10034" y="2050"/>
                </a:cubicBezTo>
                <a:lnTo>
                  <a:pt x="10020" y="2071"/>
                </a:lnTo>
                <a:lnTo>
                  <a:pt x="10253" y="1880"/>
                </a:lnTo>
                <a:lnTo>
                  <a:pt x="10559" y="1696"/>
                </a:lnTo>
              </a:path>
              <a:path w="21600" h="21600">
                <a:moveTo>
                  <a:pt x="4710" y="1533"/>
                </a:moveTo>
                <a:lnTo>
                  <a:pt x="4711" y="1549"/>
                </a:lnTo>
                <a:lnTo>
                  <a:pt x="4715" y="1553"/>
                </a:lnTo>
                <a:lnTo>
                  <a:pt x="4730" y="1573"/>
                </a:lnTo>
                <a:lnTo>
                  <a:pt x="4726" y="1556"/>
                </a:lnTo>
              </a:path>
              <a:path w="21600" h="21600">
                <a:moveTo>
                  <a:pt x="4264" y="1532"/>
                </a:moveTo>
                <a:lnTo>
                  <a:pt x="4203" y="1544"/>
                </a:lnTo>
                <a:lnTo>
                  <a:pt x="4175" y="1611"/>
                </a:lnTo>
                <a:lnTo>
                  <a:pt x="4220" y="1635"/>
                </a:lnTo>
                <a:lnTo>
                  <a:pt x="4290" y="1686"/>
                </a:lnTo>
                <a:lnTo>
                  <a:pt x="4333" y="1577"/>
                </a:lnTo>
              </a:path>
              <a:path w="21600" h="21600">
                <a:moveTo>
                  <a:pt x="3802" y="1529"/>
                </a:moveTo>
                <a:lnTo>
                  <a:pt x="3793" y="1547"/>
                </a:lnTo>
                <a:lnTo>
                  <a:pt x="3813" y="1546"/>
                </a:lnTo>
              </a:path>
              <a:path w="21600" h="21600">
                <a:moveTo>
                  <a:pt x="2291" y="1528"/>
                </a:moveTo>
                <a:lnTo>
                  <a:pt x="2282" y="1529"/>
                </a:lnTo>
                <a:lnTo>
                  <a:pt x="2294" y="1562"/>
                </a:lnTo>
                <a:lnTo>
                  <a:pt x="2305" y="1540"/>
                </a:lnTo>
              </a:path>
              <a:path w="21600" h="21600">
                <a:moveTo>
                  <a:pt x="3434" y="1518"/>
                </a:moveTo>
                <a:lnTo>
                  <a:pt x="3361" y="1578"/>
                </a:lnTo>
                <a:lnTo>
                  <a:pt x="3361" y="1584"/>
                </a:lnTo>
                <a:lnTo>
                  <a:pt x="3393" y="1582"/>
                </a:lnTo>
                <a:lnTo>
                  <a:pt x="3454" y="1527"/>
                </a:lnTo>
              </a:path>
              <a:path w="21600" h="21600">
                <a:moveTo>
                  <a:pt x="4610" y="1518"/>
                </a:moveTo>
                <a:lnTo>
                  <a:pt x="4612" y="1605"/>
                </a:lnTo>
                <a:lnTo>
                  <a:pt x="4685" y="1666"/>
                </a:lnTo>
                <a:lnTo>
                  <a:pt x="4666" y="1569"/>
                </a:lnTo>
              </a:path>
              <a:path w="21600" h="21600">
                <a:moveTo>
                  <a:pt x="4344" y="1517"/>
                </a:moveTo>
                <a:lnTo>
                  <a:pt x="4331" y="1519"/>
                </a:lnTo>
                <a:lnTo>
                  <a:pt x="4344" y="1527"/>
                </a:lnTo>
              </a:path>
              <a:path w="21600" h="21600">
                <a:moveTo>
                  <a:pt x="8713" y="1514"/>
                </a:moveTo>
                <a:lnTo>
                  <a:pt x="8652" y="1583"/>
                </a:lnTo>
                <a:lnTo>
                  <a:pt x="8717" y="1565"/>
                </a:lnTo>
                <a:lnTo>
                  <a:pt x="8745" y="1534"/>
                </a:lnTo>
                <a:lnTo>
                  <a:pt x="8747" y="1532"/>
                </a:lnTo>
              </a:path>
              <a:path w="21600" h="21600">
                <a:moveTo>
                  <a:pt x="2452" y="1514"/>
                </a:moveTo>
                <a:lnTo>
                  <a:pt x="2439" y="1514"/>
                </a:lnTo>
                <a:lnTo>
                  <a:pt x="2366" y="1521"/>
                </a:lnTo>
                <a:lnTo>
                  <a:pt x="2363" y="1525"/>
                </a:lnTo>
                <a:lnTo>
                  <a:pt x="2480" y="1592"/>
                </a:lnTo>
              </a:path>
              <a:path w="21600" h="21600">
                <a:moveTo>
                  <a:pt x="2594" y="1508"/>
                </a:moveTo>
                <a:lnTo>
                  <a:pt x="2594" y="1508"/>
                </a:lnTo>
                <a:lnTo>
                  <a:pt x="2499" y="1512"/>
                </a:lnTo>
                <a:lnTo>
                  <a:pt x="2534" y="1611"/>
                </a:lnTo>
                <a:lnTo>
                  <a:pt x="2594" y="1508"/>
                </a:lnTo>
                <a:lnTo>
                  <a:pt x="2595" y="1508"/>
                </a:lnTo>
              </a:path>
              <a:path w="21600" h="21600">
                <a:moveTo>
                  <a:pt x="3542" y="1505"/>
                </a:moveTo>
                <a:lnTo>
                  <a:pt x="3531" y="1516"/>
                </a:lnTo>
                <a:lnTo>
                  <a:pt x="3534" y="1517"/>
                </a:lnTo>
              </a:path>
              <a:path w="21600" h="21600">
                <a:moveTo>
                  <a:pt x="4424" y="1501"/>
                </a:moveTo>
                <a:lnTo>
                  <a:pt x="4394" y="1507"/>
                </a:lnTo>
                <a:lnTo>
                  <a:pt x="4445" y="1586"/>
                </a:lnTo>
                <a:cubicBezTo>
                  <a:pt x="4448" y="1592"/>
                  <a:pt x="4451" y="1599"/>
                  <a:pt x="4455" y="1605"/>
                </a:cubicBezTo>
                <a:lnTo>
                  <a:pt x="4463" y="1612"/>
                </a:lnTo>
                <a:lnTo>
                  <a:pt x="4466" y="1537"/>
                </a:lnTo>
              </a:path>
              <a:path w="21600" h="21600">
                <a:moveTo>
                  <a:pt x="2657" y="1498"/>
                </a:moveTo>
                <a:lnTo>
                  <a:pt x="2655" y="1498"/>
                </a:lnTo>
                <a:cubicBezTo>
                  <a:pt x="2655" y="1498"/>
                  <a:pt x="2654" y="1499"/>
                  <a:pt x="2654" y="1500"/>
                </a:cubicBezTo>
                <a:lnTo>
                  <a:pt x="2585" y="1617"/>
                </a:lnTo>
                <a:lnTo>
                  <a:pt x="2722" y="1612"/>
                </a:lnTo>
                <a:lnTo>
                  <a:pt x="2706" y="1559"/>
                </a:lnTo>
              </a:path>
              <a:path w="21600" h="21600">
                <a:moveTo>
                  <a:pt x="9241" y="1494"/>
                </a:moveTo>
                <a:lnTo>
                  <a:pt x="9103" y="1545"/>
                </a:lnTo>
                <a:lnTo>
                  <a:pt x="8561" y="1822"/>
                </a:lnTo>
                <a:lnTo>
                  <a:pt x="8500" y="1896"/>
                </a:lnTo>
                <a:lnTo>
                  <a:pt x="9007" y="1620"/>
                </a:lnTo>
                <a:lnTo>
                  <a:pt x="9225" y="1511"/>
                </a:lnTo>
              </a:path>
              <a:path w="21600" h="21600">
                <a:moveTo>
                  <a:pt x="8761" y="1488"/>
                </a:moveTo>
                <a:lnTo>
                  <a:pt x="8761" y="1488"/>
                </a:lnTo>
                <a:lnTo>
                  <a:pt x="8762" y="1488"/>
                </a:lnTo>
                <a:lnTo>
                  <a:pt x="8781" y="1499"/>
                </a:lnTo>
                <a:lnTo>
                  <a:pt x="8791" y="1489"/>
                </a:lnTo>
                <a:lnTo>
                  <a:pt x="8791" y="1489"/>
                </a:lnTo>
                <a:lnTo>
                  <a:pt x="8762" y="1488"/>
                </a:lnTo>
              </a:path>
              <a:path w="21600" h="21600">
                <a:moveTo>
                  <a:pt x="12735" y="1485"/>
                </a:moveTo>
                <a:lnTo>
                  <a:pt x="12718" y="1500"/>
                </a:lnTo>
                <a:cubicBezTo>
                  <a:pt x="12546" y="1666"/>
                  <a:pt x="12395" y="1835"/>
                  <a:pt x="12265" y="2006"/>
                </a:cubicBezTo>
                <a:lnTo>
                  <a:pt x="12120" y="2240"/>
                </a:lnTo>
                <a:lnTo>
                  <a:pt x="11998" y="2522"/>
                </a:lnTo>
                <a:cubicBezTo>
                  <a:pt x="11882" y="2858"/>
                  <a:pt x="11824" y="3178"/>
                  <a:pt x="11786" y="3471"/>
                </a:cubicBezTo>
                <a:lnTo>
                  <a:pt x="11689" y="3970"/>
                </a:lnTo>
                <a:lnTo>
                  <a:pt x="11710" y="4319"/>
                </a:lnTo>
                <a:lnTo>
                  <a:pt x="11789" y="4676"/>
                </a:lnTo>
                <a:lnTo>
                  <a:pt x="11880" y="4194"/>
                </a:lnTo>
                <a:cubicBezTo>
                  <a:pt x="11906" y="4026"/>
                  <a:pt x="11927" y="3854"/>
                  <a:pt x="11945" y="3672"/>
                </a:cubicBezTo>
                <a:cubicBezTo>
                  <a:pt x="12003" y="3050"/>
                  <a:pt x="12135" y="2314"/>
                  <a:pt x="12674" y="1559"/>
                </a:cubicBezTo>
              </a:path>
              <a:path w="21600" h="21600">
                <a:moveTo>
                  <a:pt x="3360" y="1484"/>
                </a:moveTo>
                <a:lnTo>
                  <a:pt x="3360" y="1522"/>
                </a:lnTo>
                <a:lnTo>
                  <a:pt x="3390" y="1498"/>
                </a:lnTo>
              </a:path>
              <a:path w="21600" h="21600">
                <a:moveTo>
                  <a:pt x="3826" y="1478"/>
                </a:moveTo>
                <a:lnTo>
                  <a:pt x="3825" y="1482"/>
                </a:lnTo>
                <a:lnTo>
                  <a:pt x="3866" y="1541"/>
                </a:lnTo>
                <a:lnTo>
                  <a:pt x="3933" y="1534"/>
                </a:lnTo>
              </a:path>
              <a:path w="21600" h="21600">
                <a:moveTo>
                  <a:pt x="4563" y="1474"/>
                </a:moveTo>
                <a:lnTo>
                  <a:pt x="4517" y="1483"/>
                </a:lnTo>
                <a:lnTo>
                  <a:pt x="4515" y="1521"/>
                </a:lnTo>
                <a:lnTo>
                  <a:pt x="4583" y="1579"/>
                </a:lnTo>
                <a:lnTo>
                  <a:pt x="4584" y="1529"/>
                </a:lnTo>
                <a:lnTo>
                  <a:pt x="4577" y="1487"/>
                </a:lnTo>
              </a:path>
              <a:path w="21600" h="21600">
                <a:moveTo>
                  <a:pt x="11012" y="1472"/>
                </a:moveTo>
                <a:lnTo>
                  <a:pt x="10597" y="1723"/>
                </a:lnTo>
                <a:lnTo>
                  <a:pt x="10368" y="2053"/>
                </a:lnTo>
                <a:lnTo>
                  <a:pt x="10355" y="2076"/>
                </a:lnTo>
                <a:lnTo>
                  <a:pt x="10659" y="1811"/>
                </a:lnTo>
                <a:lnTo>
                  <a:pt x="10845" y="1683"/>
                </a:lnTo>
                <a:lnTo>
                  <a:pt x="10866" y="1647"/>
                </a:lnTo>
              </a:path>
              <a:path w="21600" h="21600">
                <a:moveTo>
                  <a:pt x="1483" y="1472"/>
                </a:moveTo>
                <a:lnTo>
                  <a:pt x="1200" y="1498"/>
                </a:lnTo>
                <a:lnTo>
                  <a:pt x="1022" y="1537"/>
                </a:lnTo>
                <a:lnTo>
                  <a:pt x="1228" y="1749"/>
                </a:lnTo>
                <a:lnTo>
                  <a:pt x="1460" y="1700"/>
                </a:lnTo>
                <a:lnTo>
                  <a:pt x="1675" y="1682"/>
                </a:lnTo>
              </a:path>
              <a:path w="21600" h="21600">
                <a:moveTo>
                  <a:pt x="2065" y="1470"/>
                </a:moveTo>
                <a:lnTo>
                  <a:pt x="2086" y="1532"/>
                </a:lnTo>
                <a:lnTo>
                  <a:pt x="2096" y="1506"/>
                </a:lnTo>
              </a:path>
              <a:path w="21600" h="21600">
                <a:moveTo>
                  <a:pt x="2723" y="1464"/>
                </a:moveTo>
                <a:lnTo>
                  <a:pt x="2727" y="1475"/>
                </a:lnTo>
                <a:lnTo>
                  <a:pt x="2746" y="1538"/>
                </a:lnTo>
                <a:lnTo>
                  <a:pt x="2803" y="1609"/>
                </a:lnTo>
                <a:lnTo>
                  <a:pt x="2951" y="1602"/>
                </a:lnTo>
                <a:lnTo>
                  <a:pt x="2940" y="1568"/>
                </a:lnTo>
              </a:path>
              <a:path w="21600" h="21600">
                <a:moveTo>
                  <a:pt x="4645" y="1458"/>
                </a:moveTo>
                <a:lnTo>
                  <a:pt x="4617" y="1463"/>
                </a:lnTo>
                <a:lnTo>
                  <a:pt x="4652" y="1496"/>
                </a:lnTo>
              </a:path>
              <a:path w="21600" h="21600">
                <a:moveTo>
                  <a:pt x="11823" y="1456"/>
                </a:moveTo>
                <a:lnTo>
                  <a:pt x="11499" y="1706"/>
                </a:lnTo>
                <a:lnTo>
                  <a:pt x="11373" y="1830"/>
                </a:lnTo>
                <a:lnTo>
                  <a:pt x="11201" y="2105"/>
                </a:lnTo>
                <a:cubicBezTo>
                  <a:pt x="11105" y="2300"/>
                  <a:pt x="11036" y="2486"/>
                  <a:pt x="10978" y="2660"/>
                </a:cubicBezTo>
                <a:cubicBezTo>
                  <a:pt x="10896" y="2904"/>
                  <a:pt x="10794" y="3168"/>
                  <a:pt x="10658" y="3493"/>
                </a:cubicBezTo>
                <a:lnTo>
                  <a:pt x="10637" y="3545"/>
                </a:lnTo>
                <a:lnTo>
                  <a:pt x="10567" y="3706"/>
                </a:lnTo>
                <a:lnTo>
                  <a:pt x="10618" y="4133"/>
                </a:lnTo>
                <a:lnTo>
                  <a:pt x="10648" y="4235"/>
                </a:lnTo>
                <a:lnTo>
                  <a:pt x="10850" y="3721"/>
                </a:lnTo>
                <a:lnTo>
                  <a:pt x="10881" y="3627"/>
                </a:lnTo>
                <a:lnTo>
                  <a:pt x="10875" y="3568"/>
                </a:lnTo>
                <a:cubicBezTo>
                  <a:pt x="10874" y="3194"/>
                  <a:pt x="10953" y="2855"/>
                  <a:pt x="11117" y="2532"/>
                </a:cubicBezTo>
                <a:cubicBezTo>
                  <a:pt x="11197" y="2375"/>
                  <a:pt x="11301" y="2219"/>
                  <a:pt x="11427" y="2064"/>
                </a:cubicBezTo>
                <a:lnTo>
                  <a:pt x="11473" y="2017"/>
                </a:lnTo>
                <a:lnTo>
                  <a:pt x="11706" y="1599"/>
                </a:lnTo>
              </a:path>
              <a:path w="21600" h="21600">
                <a:moveTo>
                  <a:pt x="1693" y="1452"/>
                </a:moveTo>
                <a:lnTo>
                  <a:pt x="1538" y="1466"/>
                </a:lnTo>
                <a:lnTo>
                  <a:pt x="1710" y="1654"/>
                </a:lnTo>
                <a:lnTo>
                  <a:pt x="1713" y="1601"/>
                </a:lnTo>
              </a:path>
              <a:path w="21600" h="21600">
                <a:moveTo>
                  <a:pt x="1855" y="1437"/>
                </a:moveTo>
                <a:lnTo>
                  <a:pt x="1825" y="1439"/>
                </a:lnTo>
                <a:lnTo>
                  <a:pt x="1812" y="1492"/>
                </a:lnTo>
                <a:lnTo>
                  <a:pt x="1809" y="1540"/>
                </a:lnTo>
                <a:lnTo>
                  <a:pt x="1840" y="1668"/>
                </a:lnTo>
                <a:lnTo>
                  <a:pt x="1857" y="1666"/>
                </a:lnTo>
                <a:lnTo>
                  <a:pt x="1883" y="1556"/>
                </a:lnTo>
                <a:lnTo>
                  <a:pt x="1885" y="1548"/>
                </a:lnTo>
              </a:path>
              <a:path w="21600" h="21600">
                <a:moveTo>
                  <a:pt x="4520" y="1435"/>
                </a:moveTo>
                <a:lnTo>
                  <a:pt x="4520" y="1439"/>
                </a:lnTo>
                <a:lnTo>
                  <a:pt x="4523" y="1438"/>
                </a:lnTo>
              </a:path>
              <a:path w="21600" h="21600">
                <a:moveTo>
                  <a:pt x="1927" y="1430"/>
                </a:moveTo>
                <a:lnTo>
                  <a:pt x="1901" y="1432"/>
                </a:lnTo>
                <a:lnTo>
                  <a:pt x="1912" y="1472"/>
                </a:lnTo>
              </a:path>
              <a:path w="21600" h="21600">
                <a:moveTo>
                  <a:pt x="2172" y="1429"/>
                </a:moveTo>
                <a:lnTo>
                  <a:pt x="2146" y="1499"/>
                </a:lnTo>
                <a:lnTo>
                  <a:pt x="2183" y="1542"/>
                </a:lnTo>
                <a:lnTo>
                  <a:pt x="2228" y="1510"/>
                </a:lnTo>
                <a:lnTo>
                  <a:pt x="2210" y="1461"/>
                </a:lnTo>
                <a:lnTo>
                  <a:pt x="2173" y="1431"/>
                </a:lnTo>
              </a:path>
              <a:path w="21600" h="21600">
                <a:moveTo>
                  <a:pt x="11583" y="1428"/>
                </a:moveTo>
                <a:lnTo>
                  <a:pt x="11445" y="1517"/>
                </a:lnTo>
                <a:lnTo>
                  <a:pt x="11160" y="1727"/>
                </a:lnTo>
                <a:lnTo>
                  <a:pt x="11083" y="1830"/>
                </a:lnTo>
                <a:cubicBezTo>
                  <a:pt x="10968" y="2020"/>
                  <a:pt x="10867" y="2226"/>
                  <a:pt x="10774" y="2459"/>
                </a:cubicBezTo>
                <a:lnTo>
                  <a:pt x="10761" y="2491"/>
                </a:lnTo>
                <a:lnTo>
                  <a:pt x="11027" y="2104"/>
                </a:lnTo>
                <a:lnTo>
                  <a:pt x="11341" y="1798"/>
                </a:lnTo>
                <a:lnTo>
                  <a:pt x="11546" y="1469"/>
                </a:lnTo>
              </a:path>
              <a:path w="21600" h="21600">
                <a:moveTo>
                  <a:pt x="2421" y="1428"/>
                </a:moveTo>
                <a:lnTo>
                  <a:pt x="2393" y="1475"/>
                </a:lnTo>
                <a:lnTo>
                  <a:pt x="2437" y="1471"/>
                </a:lnTo>
                <a:lnTo>
                  <a:pt x="2423" y="1433"/>
                </a:lnTo>
              </a:path>
              <a:path w="21600" h="21600">
                <a:moveTo>
                  <a:pt x="11326" y="1427"/>
                </a:moveTo>
                <a:lnTo>
                  <a:pt x="11061" y="1588"/>
                </a:lnTo>
                <a:lnTo>
                  <a:pt x="10881" y="1712"/>
                </a:lnTo>
                <a:lnTo>
                  <a:pt x="10642" y="2132"/>
                </a:lnTo>
                <a:lnTo>
                  <a:pt x="11064" y="1743"/>
                </a:lnTo>
                <a:lnTo>
                  <a:pt x="11122" y="1700"/>
                </a:lnTo>
              </a:path>
              <a:path w="21600" h="21600">
                <a:moveTo>
                  <a:pt x="10430" y="1425"/>
                </a:moveTo>
                <a:lnTo>
                  <a:pt x="10204" y="1559"/>
                </a:lnTo>
                <a:lnTo>
                  <a:pt x="9917" y="1709"/>
                </a:lnTo>
                <a:lnTo>
                  <a:pt x="9873" y="1767"/>
                </a:lnTo>
                <a:lnTo>
                  <a:pt x="9843" y="1805"/>
                </a:lnTo>
                <a:lnTo>
                  <a:pt x="10109" y="1666"/>
                </a:lnTo>
                <a:lnTo>
                  <a:pt x="10241" y="1600"/>
                </a:lnTo>
                <a:lnTo>
                  <a:pt x="10338" y="1547"/>
                </a:lnTo>
              </a:path>
              <a:path w="21600" h="21600">
                <a:moveTo>
                  <a:pt x="2004" y="1423"/>
                </a:moveTo>
                <a:lnTo>
                  <a:pt x="1977" y="1425"/>
                </a:lnTo>
                <a:lnTo>
                  <a:pt x="1933" y="1549"/>
                </a:lnTo>
                <a:lnTo>
                  <a:pt x="1960" y="1653"/>
                </a:lnTo>
                <a:lnTo>
                  <a:pt x="1962" y="1657"/>
                </a:lnTo>
                <a:lnTo>
                  <a:pt x="2043" y="1650"/>
                </a:lnTo>
                <a:lnTo>
                  <a:pt x="2062" y="1597"/>
                </a:lnTo>
              </a:path>
              <a:path w="21600" h="21600">
                <a:moveTo>
                  <a:pt x="3218" y="1420"/>
                </a:moveTo>
                <a:lnTo>
                  <a:pt x="3315" y="1549"/>
                </a:lnTo>
                <a:lnTo>
                  <a:pt x="3315" y="1464"/>
                </a:lnTo>
              </a:path>
              <a:path w="21600" h="21600">
                <a:moveTo>
                  <a:pt x="9130" y="1416"/>
                </a:moveTo>
                <a:lnTo>
                  <a:pt x="9111" y="1434"/>
                </a:lnTo>
                <a:lnTo>
                  <a:pt x="9149" y="1424"/>
                </a:lnTo>
              </a:path>
              <a:path w="21600" h="21600">
                <a:moveTo>
                  <a:pt x="6984" y="1415"/>
                </a:moveTo>
                <a:lnTo>
                  <a:pt x="6681" y="1665"/>
                </a:lnTo>
                <a:lnTo>
                  <a:pt x="6775" y="1724"/>
                </a:lnTo>
                <a:cubicBezTo>
                  <a:pt x="6837" y="1761"/>
                  <a:pt x="6901" y="1799"/>
                  <a:pt x="6963" y="1842"/>
                </a:cubicBezTo>
                <a:lnTo>
                  <a:pt x="6989" y="1844"/>
                </a:lnTo>
                <a:lnTo>
                  <a:pt x="7193" y="1669"/>
                </a:lnTo>
                <a:lnTo>
                  <a:pt x="7043" y="1577"/>
                </a:lnTo>
                <a:cubicBezTo>
                  <a:pt x="7034" y="1570"/>
                  <a:pt x="7027" y="1558"/>
                  <a:pt x="7018" y="1533"/>
                </a:cubicBezTo>
              </a:path>
              <a:path w="21600" h="21600">
                <a:moveTo>
                  <a:pt x="7504" y="1415"/>
                </a:moveTo>
                <a:lnTo>
                  <a:pt x="7326" y="1612"/>
                </a:lnTo>
                <a:lnTo>
                  <a:pt x="7268" y="1664"/>
                </a:lnTo>
                <a:lnTo>
                  <a:pt x="7423" y="1757"/>
                </a:lnTo>
                <a:cubicBezTo>
                  <a:pt x="7433" y="1747"/>
                  <a:pt x="7445" y="1739"/>
                  <a:pt x="7457" y="1741"/>
                </a:cubicBezTo>
                <a:lnTo>
                  <a:pt x="7471" y="1743"/>
                </a:lnTo>
                <a:lnTo>
                  <a:pt x="7475" y="1757"/>
                </a:lnTo>
                <a:cubicBezTo>
                  <a:pt x="7478" y="1767"/>
                  <a:pt x="7480" y="1773"/>
                  <a:pt x="7441" y="1806"/>
                </a:cubicBezTo>
                <a:lnTo>
                  <a:pt x="7433" y="1817"/>
                </a:lnTo>
                <a:lnTo>
                  <a:pt x="7430" y="1815"/>
                </a:lnTo>
                <a:cubicBezTo>
                  <a:pt x="7427" y="1818"/>
                  <a:pt x="7424" y="1820"/>
                  <a:pt x="7420" y="1823"/>
                </a:cubicBezTo>
                <a:cubicBezTo>
                  <a:pt x="7410" y="1857"/>
                  <a:pt x="7393" y="1897"/>
                  <a:pt x="7364" y="1940"/>
                </a:cubicBezTo>
                <a:lnTo>
                  <a:pt x="7279" y="2025"/>
                </a:lnTo>
                <a:lnTo>
                  <a:pt x="7429" y="1972"/>
                </a:lnTo>
                <a:cubicBezTo>
                  <a:pt x="7471" y="1932"/>
                  <a:pt x="7511" y="1891"/>
                  <a:pt x="7550" y="1850"/>
                </a:cubicBezTo>
                <a:lnTo>
                  <a:pt x="7731" y="1638"/>
                </a:lnTo>
                <a:lnTo>
                  <a:pt x="7726" y="1635"/>
                </a:lnTo>
                <a:cubicBezTo>
                  <a:pt x="7662" y="1601"/>
                  <a:pt x="7596" y="1565"/>
                  <a:pt x="7537" y="1521"/>
                </a:cubicBezTo>
                <a:cubicBezTo>
                  <a:pt x="7531" y="1517"/>
                  <a:pt x="7527" y="1511"/>
                  <a:pt x="7522" y="1495"/>
                </a:cubicBezTo>
              </a:path>
              <a:path w="21600" h="21600">
                <a:moveTo>
                  <a:pt x="2129" y="1411"/>
                </a:moveTo>
                <a:lnTo>
                  <a:pt x="2076" y="1416"/>
                </a:lnTo>
                <a:lnTo>
                  <a:pt x="2113" y="1459"/>
                </a:lnTo>
                <a:lnTo>
                  <a:pt x="2131" y="1411"/>
                </a:lnTo>
              </a:path>
              <a:path w="21600" h="21600">
                <a:moveTo>
                  <a:pt x="4067" y="1404"/>
                </a:moveTo>
                <a:lnTo>
                  <a:pt x="4012" y="1526"/>
                </a:lnTo>
                <a:lnTo>
                  <a:pt x="4014" y="1527"/>
                </a:lnTo>
                <a:lnTo>
                  <a:pt x="4117" y="1518"/>
                </a:lnTo>
                <a:lnTo>
                  <a:pt x="4173" y="1507"/>
                </a:lnTo>
                <a:lnTo>
                  <a:pt x="4184" y="1480"/>
                </a:lnTo>
              </a:path>
              <a:path w="21600" h="21600">
                <a:moveTo>
                  <a:pt x="3152" y="1403"/>
                </a:moveTo>
                <a:lnTo>
                  <a:pt x="3189" y="1591"/>
                </a:lnTo>
                <a:lnTo>
                  <a:pt x="3281" y="1587"/>
                </a:lnTo>
                <a:lnTo>
                  <a:pt x="3286" y="1583"/>
                </a:lnTo>
              </a:path>
              <a:path w="21600" h="21600">
                <a:moveTo>
                  <a:pt x="2386" y="1398"/>
                </a:moveTo>
                <a:lnTo>
                  <a:pt x="2237" y="1406"/>
                </a:lnTo>
                <a:lnTo>
                  <a:pt x="2239" y="1410"/>
                </a:lnTo>
                <a:lnTo>
                  <a:pt x="2309" y="1483"/>
                </a:lnTo>
                <a:lnTo>
                  <a:pt x="2337" y="1481"/>
                </a:lnTo>
              </a:path>
              <a:path w="21600" h="21600">
                <a:moveTo>
                  <a:pt x="9721" y="1398"/>
                </a:moveTo>
                <a:lnTo>
                  <a:pt x="9076" y="1739"/>
                </a:lnTo>
                <a:lnTo>
                  <a:pt x="9016" y="1805"/>
                </a:lnTo>
                <a:lnTo>
                  <a:pt x="8989" y="1840"/>
                </a:lnTo>
                <a:lnTo>
                  <a:pt x="9296" y="1671"/>
                </a:lnTo>
                <a:lnTo>
                  <a:pt x="9703" y="1441"/>
                </a:lnTo>
                <a:lnTo>
                  <a:pt x="9726" y="1415"/>
                </a:lnTo>
                <a:lnTo>
                  <a:pt x="9736" y="1404"/>
                </a:lnTo>
              </a:path>
              <a:path w="21600" h="21600">
                <a:moveTo>
                  <a:pt x="4824" y="1397"/>
                </a:moveTo>
                <a:lnTo>
                  <a:pt x="4744" y="1426"/>
                </a:lnTo>
                <a:lnTo>
                  <a:pt x="4752" y="1446"/>
                </a:lnTo>
                <a:lnTo>
                  <a:pt x="4778" y="1486"/>
                </a:lnTo>
                <a:lnTo>
                  <a:pt x="4846" y="1650"/>
                </a:lnTo>
                <a:lnTo>
                  <a:pt x="4867" y="1680"/>
                </a:lnTo>
                <a:lnTo>
                  <a:pt x="4878" y="1704"/>
                </a:lnTo>
                <a:lnTo>
                  <a:pt x="4934" y="1693"/>
                </a:lnTo>
                <a:lnTo>
                  <a:pt x="4982" y="1675"/>
                </a:lnTo>
                <a:lnTo>
                  <a:pt x="4917" y="1553"/>
                </a:lnTo>
              </a:path>
              <a:path w="21600" h="21600">
                <a:moveTo>
                  <a:pt x="3565" y="1393"/>
                </a:moveTo>
                <a:lnTo>
                  <a:pt x="3545" y="1427"/>
                </a:lnTo>
                <a:lnTo>
                  <a:pt x="3499" y="1464"/>
                </a:lnTo>
                <a:lnTo>
                  <a:pt x="3500" y="1485"/>
                </a:lnTo>
                <a:lnTo>
                  <a:pt x="3558" y="1432"/>
                </a:lnTo>
              </a:path>
              <a:path w="21600" h="21600">
                <a:moveTo>
                  <a:pt x="3658" y="1390"/>
                </a:moveTo>
                <a:lnTo>
                  <a:pt x="3646" y="1410"/>
                </a:lnTo>
                <a:lnTo>
                  <a:pt x="3624" y="1430"/>
                </a:lnTo>
                <a:lnTo>
                  <a:pt x="3598" y="1500"/>
                </a:lnTo>
                <a:lnTo>
                  <a:pt x="3590" y="1512"/>
                </a:lnTo>
                <a:lnTo>
                  <a:pt x="3585" y="1539"/>
                </a:lnTo>
                <a:lnTo>
                  <a:pt x="3584" y="1541"/>
                </a:lnTo>
                <a:lnTo>
                  <a:pt x="3630" y="1562"/>
                </a:lnTo>
                <a:lnTo>
                  <a:pt x="3739" y="1552"/>
                </a:lnTo>
                <a:lnTo>
                  <a:pt x="3744" y="1548"/>
                </a:lnTo>
                <a:lnTo>
                  <a:pt x="3773" y="1488"/>
                </a:lnTo>
                <a:lnTo>
                  <a:pt x="3733" y="1430"/>
                </a:lnTo>
              </a:path>
              <a:path w="21600" h="21600">
                <a:moveTo>
                  <a:pt x="4268" y="1390"/>
                </a:moveTo>
                <a:lnTo>
                  <a:pt x="4237" y="1463"/>
                </a:lnTo>
                <a:lnTo>
                  <a:pt x="4276" y="1486"/>
                </a:lnTo>
                <a:lnTo>
                  <a:pt x="4325" y="1477"/>
                </a:lnTo>
              </a:path>
              <a:path w="21600" h="21600">
                <a:moveTo>
                  <a:pt x="2563" y="1388"/>
                </a:moveTo>
                <a:cubicBezTo>
                  <a:pt x="2548" y="1389"/>
                  <a:pt x="2532" y="1390"/>
                  <a:pt x="2516" y="1391"/>
                </a:cubicBezTo>
                <a:lnTo>
                  <a:pt x="2456" y="1394"/>
                </a:lnTo>
                <a:lnTo>
                  <a:pt x="2466" y="1419"/>
                </a:lnTo>
                <a:lnTo>
                  <a:pt x="2483" y="1468"/>
                </a:lnTo>
                <a:lnTo>
                  <a:pt x="2626" y="1459"/>
                </a:lnTo>
                <a:lnTo>
                  <a:pt x="2572" y="1392"/>
                </a:lnTo>
              </a:path>
              <a:path w="21600" h="21600">
                <a:moveTo>
                  <a:pt x="9170" y="1387"/>
                </a:moveTo>
                <a:cubicBezTo>
                  <a:pt x="9176" y="1389"/>
                  <a:pt x="9182" y="1392"/>
                  <a:pt x="9188" y="1395"/>
                </a:cubicBezTo>
                <a:lnTo>
                  <a:pt x="9214" y="1407"/>
                </a:lnTo>
                <a:lnTo>
                  <a:pt x="9244" y="1399"/>
                </a:lnTo>
                <a:lnTo>
                  <a:pt x="9238" y="1389"/>
                </a:lnTo>
                <a:cubicBezTo>
                  <a:pt x="9225" y="1381"/>
                  <a:pt x="9202" y="1381"/>
                  <a:pt x="9170" y="1387"/>
                </a:cubicBezTo>
              </a:path>
              <a:path w="21600" h="21600">
                <a:moveTo>
                  <a:pt x="4607" y="1385"/>
                </a:moveTo>
                <a:lnTo>
                  <a:pt x="4608" y="1421"/>
                </a:lnTo>
                <a:lnTo>
                  <a:pt x="4629" y="1417"/>
                </a:lnTo>
              </a:path>
              <a:path w="21600" h="21600">
                <a:moveTo>
                  <a:pt x="8011" y="1383"/>
                </a:moveTo>
                <a:lnTo>
                  <a:pt x="7956" y="1441"/>
                </a:lnTo>
                <a:lnTo>
                  <a:pt x="7801" y="1626"/>
                </a:lnTo>
                <a:lnTo>
                  <a:pt x="7863" y="1660"/>
                </a:lnTo>
                <a:cubicBezTo>
                  <a:pt x="7893" y="1643"/>
                  <a:pt x="7908" y="1639"/>
                  <a:pt x="7921" y="1650"/>
                </a:cubicBezTo>
                <a:cubicBezTo>
                  <a:pt x="7937" y="1662"/>
                  <a:pt x="7930" y="1680"/>
                  <a:pt x="7924" y="1695"/>
                </a:cubicBezTo>
                <a:cubicBezTo>
                  <a:pt x="7922" y="1700"/>
                  <a:pt x="7919" y="1707"/>
                  <a:pt x="7918" y="1713"/>
                </a:cubicBezTo>
                <a:lnTo>
                  <a:pt x="7909" y="1742"/>
                </a:lnTo>
                <a:lnTo>
                  <a:pt x="7883" y="1725"/>
                </a:lnTo>
                <a:cubicBezTo>
                  <a:pt x="7876" y="1721"/>
                  <a:pt x="7870" y="1716"/>
                  <a:pt x="7863" y="1712"/>
                </a:cubicBezTo>
                <a:cubicBezTo>
                  <a:pt x="7861" y="1713"/>
                  <a:pt x="7859" y="1714"/>
                  <a:pt x="7857" y="1715"/>
                </a:cubicBezTo>
                <a:cubicBezTo>
                  <a:pt x="7842" y="1751"/>
                  <a:pt x="7821" y="1790"/>
                  <a:pt x="7789" y="1830"/>
                </a:cubicBezTo>
                <a:lnTo>
                  <a:pt x="7737" y="1876"/>
                </a:lnTo>
                <a:lnTo>
                  <a:pt x="7978" y="1802"/>
                </a:lnTo>
                <a:lnTo>
                  <a:pt x="8078" y="1764"/>
                </a:lnTo>
                <a:lnTo>
                  <a:pt x="8086" y="1761"/>
                </a:lnTo>
                <a:lnTo>
                  <a:pt x="8110" y="1741"/>
                </a:lnTo>
                <a:lnTo>
                  <a:pt x="8168" y="1670"/>
                </a:lnTo>
                <a:lnTo>
                  <a:pt x="8243" y="1588"/>
                </a:lnTo>
                <a:lnTo>
                  <a:pt x="8216" y="1575"/>
                </a:lnTo>
                <a:cubicBezTo>
                  <a:pt x="8151" y="1544"/>
                  <a:pt x="8084" y="1511"/>
                  <a:pt x="8028" y="1464"/>
                </a:cubicBezTo>
                <a:cubicBezTo>
                  <a:pt x="8024" y="1460"/>
                  <a:pt x="8019" y="1444"/>
                  <a:pt x="8016" y="1417"/>
                </a:cubicBezTo>
              </a:path>
              <a:path w="21600" h="21600">
                <a:moveTo>
                  <a:pt x="1839" y="1377"/>
                </a:moveTo>
                <a:lnTo>
                  <a:pt x="1835" y="1395"/>
                </a:lnTo>
                <a:lnTo>
                  <a:pt x="1844" y="1394"/>
                </a:lnTo>
              </a:path>
              <a:path w="21600" h="21600">
                <a:moveTo>
                  <a:pt x="6442" y="1372"/>
                </a:moveTo>
                <a:lnTo>
                  <a:pt x="6292" y="1492"/>
                </a:lnTo>
                <a:lnTo>
                  <a:pt x="6068" y="1622"/>
                </a:lnTo>
                <a:lnTo>
                  <a:pt x="6087" y="1654"/>
                </a:lnTo>
                <a:cubicBezTo>
                  <a:pt x="6152" y="1701"/>
                  <a:pt x="6221" y="1743"/>
                  <a:pt x="6288" y="1785"/>
                </a:cubicBezTo>
                <a:lnTo>
                  <a:pt x="6362" y="1832"/>
                </a:lnTo>
                <a:lnTo>
                  <a:pt x="6531" y="1731"/>
                </a:lnTo>
                <a:lnTo>
                  <a:pt x="6607" y="1669"/>
                </a:lnTo>
                <a:lnTo>
                  <a:pt x="6551" y="1634"/>
                </a:lnTo>
                <a:cubicBezTo>
                  <a:pt x="6526" y="1616"/>
                  <a:pt x="6506" y="1560"/>
                  <a:pt x="6464" y="1433"/>
                </a:cubicBezTo>
                <a:lnTo>
                  <a:pt x="6452" y="1396"/>
                </a:lnTo>
              </a:path>
              <a:path w="21600" h="21600">
                <a:moveTo>
                  <a:pt x="9653" y="1369"/>
                </a:moveTo>
                <a:lnTo>
                  <a:pt x="9494" y="1425"/>
                </a:lnTo>
                <a:lnTo>
                  <a:pt x="9325" y="1509"/>
                </a:lnTo>
                <a:lnTo>
                  <a:pt x="9325" y="1512"/>
                </a:lnTo>
                <a:lnTo>
                  <a:pt x="9323" y="1510"/>
                </a:lnTo>
                <a:lnTo>
                  <a:pt x="9258" y="1543"/>
                </a:lnTo>
                <a:lnTo>
                  <a:pt x="9168" y="1640"/>
                </a:lnTo>
                <a:lnTo>
                  <a:pt x="9668" y="1375"/>
                </a:lnTo>
              </a:path>
              <a:path w="21600" h="21600">
                <a:moveTo>
                  <a:pt x="2872" y="1365"/>
                </a:moveTo>
                <a:lnTo>
                  <a:pt x="2690" y="1380"/>
                </a:lnTo>
                <a:lnTo>
                  <a:pt x="2701" y="1407"/>
                </a:lnTo>
                <a:lnTo>
                  <a:pt x="2921" y="1510"/>
                </a:lnTo>
              </a:path>
              <a:path w="21600" h="21600">
                <a:moveTo>
                  <a:pt x="8514" y="1355"/>
                </a:moveTo>
                <a:lnTo>
                  <a:pt x="8331" y="1557"/>
                </a:lnTo>
                <a:lnTo>
                  <a:pt x="8369" y="1553"/>
                </a:lnTo>
                <a:cubicBezTo>
                  <a:pt x="8389" y="1566"/>
                  <a:pt x="8387" y="1590"/>
                  <a:pt x="8385" y="1614"/>
                </a:cubicBezTo>
                <a:cubicBezTo>
                  <a:pt x="8385" y="1619"/>
                  <a:pt x="8384" y="1625"/>
                  <a:pt x="8384" y="1630"/>
                </a:cubicBezTo>
                <a:lnTo>
                  <a:pt x="8382" y="1668"/>
                </a:lnTo>
                <a:lnTo>
                  <a:pt x="8349" y="1647"/>
                </a:lnTo>
                <a:cubicBezTo>
                  <a:pt x="8329" y="1634"/>
                  <a:pt x="8309" y="1623"/>
                  <a:pt x="8288" y="1612"/>
                </a:cubicBezTo>
                <a:cubicBezTo>
                  <a:pt x="8272" y="1639"/>
                  <a:pt x="8251" y="1673"/>
                  <a:pt x="8217" y="1711"/>
                </a:cubicBezTo>
                <a:lnTo>
                  <a:pt x="8195" y="1729"/>
                </a:lnTo>
                <a:lnTo>
                  <a:pt x="8450" y="1654"/>
                </a:lnTo>
                <a:lnTo>
                  <a:pt x="8533" y="1622"/>
                </a:lnTo>
                <a:lnTo>
                  <a:pt x="8599" y="1574"/>
                </a:lnTo>
                <a:cubicBezTo>
                  <a:pt x="8631" y="1544"/>
                  <a:pt x="8653" y="1516"/>
                  <a:pt x="8672" y="1493"/>
                </a:cubicBezTo>
                <a:cubicBezTo>
                  <a:pt x="8620" y="1469"/>
                  <a:pt x="8568" y="1442"/>
                  <a:pt x="8522" y="1409"/>
                </a:cubicBezTo>
                <a:lnTo>
                  <a:pt x="8535" y="1391"/>
                </a:lnTo>
                <a:lnTo>
                  <a:pt x="8515" y="1385"/>
                </a:lnTo>
              </a:path>
              <a:path w="21600" h="21600">
                <a:moveTo>
                  <a:pt x="3061" y="1348"/>
                </a:moveTo>
                <a:lnTo>
                  <a:pt x="2919" y="1361"/>
                </a:lnTo>
                <a:lnTo>
                  <a:pt x="2977" y="1537"/>
                </a:lnTo>
                <a:lnTo>
                  <a:pt x="2995" y="1545"/>
                </a:lnTo>
                <a:lnTo>
                  <a:pt x="3118" y="1595"/>
                </a:lnTo>
                <a:lnTo>
                  <a:pt x="3144" y="1594"/>
                </a:lnTo>
                <a:lnTo>
                  <a:pt x="3098" y="1365"/>
                </a:lnTo>
              </a:path>
              <a:path w="21600" h="21600">
                <a:moveTo>
                  <a:pt x="10171" y="1348"/>
                </a:moveTo>
                <a:lnTo>
                  <a:pt x="9729" y="1590"/>
                </a:lnTo>
                <a:lnTo>
                  <a:pt x="9531" y="1702"/>
                </a:lnTo>
                <a:lnTo>
                  <a:pt x="9494" y="1744"/>
                </a:lnTo>
                <a:lnTo>
                  <a:pt x="9455" y="1792"/>
                </a:lnTo>
                <a:lnTo>
                  <a:pt x="9773" y="1634"/>
                </a:lnTo>
                <a:lnTo>
                  <a:pt x="10067" y="1463"/>
                </a:lnTo>
              </a:path>
              <a:path w="21600" h="21600">
                <a:moveTo>
                  <a:pt x="9722" y="1346"/>
                </a:moveTo>
                <a:lnTo>
                  <a:pt x="9720" y="1346"/>
                </a:lnTo>
                <a:lnTo>
                  <a:pt x="9721" y="1347"/>
                </a:lnTo>
                <a:lnTo>
                  <a:pt x="9722" y="1346"/>
                </a:lnTo>
              </a:path>
              <a:path w="21600" h="21600">
                <a:moveTo>
                  <a:pt x="10245" y="1341"/>
                </a:moveTo>
                <a:lnTo>
                  <a:pt x="10210" y="1380"/>
                </a:lnTo>
                <a:lnTo>
                  <a:pt x="10262" y="1349"/>
                </a:lnTo>
              </a:path>
              <a:path w="21600" h="21600">
                <a:moveTo>
                  <a:pt x="2475" y="1337"/>
                </a:moveTo>
                <a:lnTo>
                  <a:pt x="2467" y="1349"/>
                </a:lnTo>
                <a:lnTo>
                  <a:pt x="2492" y="1348"/>
                </a:lnTo>
              </a:path>
              <a:path w="21600" h="21600">
                <a:moveTo>
                  <a:pt x="4405" y="1330"/>
                </a:moveTo>
                <a:lnTo>
                  <a:pt x="4397" y="1421"/>
                </a:lnTo>
                <a:lnTo>
                  <a:pt x="4437" y="1455"/>
                </a:lnTo>
                <a:lnTo>
                  <a:pt x="4468" y="1449"/>
                </a:lnTo>
                <a:lnTo>
                  <a:pt x="4470" y="1389"/>
                </a:lnTo>
              </a:path>
              <a:path w="21600" h="21600">
                <a:moveTo>
                  <a:pt x="3299" y="1328"/>
                </a:moveTo>
                <a:lnTo>
                  <a:pt x="3159" y="1340"/>
                </a:lnTo>
                <a:lnTo>
                  <a:pt x="3164" y="1348"/>
                </a:lnTo>
                <a:lnTo>
                  <a:pt x="3315" y="1416"/>
                </a:lnTo>
                <a:lnTo>
                  <a:pt x="3315" y="1396"/>
                </a:lnTo>
              </a:path>
              <a:path w="21600" h="21600">
                <a:moveTo>
                  <a:pt x="9025" y="1323"/>
                </a:moveTo>
                <a:lnTo>
                  <a:pt x="8837" y="1506"/>
                </a:lnTo>
                <a:lnTo>
                  <a:pt x="8847" y="1529"/>
                </a:lnTo>
                <a:lnTo>
                  <a:pt x="8851" y="1527"/>
                </a:lnTo>
                <a:lnTo>
                  <a:pt x="8980" y="1479"/>
                </a:lnTo>
                <a:lnTo>
                  <a:pt x="9088" y="1397"/>
                </a:lnTo>
                <a:cubicBezTo>
                  <a:pt x="9063" y="1384"/>
                  <a:pt x="9037" y="1370"/>
                  <a:pt x="9014" y="1354"/>
                </a:cubicBezTo>
                <a:lnTo>
                  <a:pt x="9028" y="1336"/>
                </a:lnTo>
              </a:path>
              <a:path w="21600" h="21600">
                <a:moveTo>
                  <a:pt x="3449" y="1315"/>
                </a:moveTo>
                <a:lnTo>
                  <a:pt x="3345" y="1324"/>
                </a:lnTo>
                <a:lnTo>
                  <a:pt x="3360" y="1391"/>
                </a:lnTo>
                <a:lnTo>
                  <a:pt x="3360" y="1437"/>
                </a:lnTo>
                <a:lnTo>
                  <a:pt x="3428" y="1467"/>
                </a:lnTo>
                <a:lnTo>
                  <a:pt x="3453" y="1446"/>
                </a:lnTo>
              </a:path>
              <a:path w="21600" h="21600">
                <a:moveTo>
                  <a:pt x="3505" y="1311"/>
                </a:moveTo>
                <a:lnTo>
                  <a:pt x="3495" y="1312"/>
                </a:lnTo>
                <a:lnTo>
                  <a:pt x="3498" y="1410"/>
                </a:lnTo>
                <a:lnTo>
                  <a:pt x="3510" y="1400"/>
                </a:lnTo>
                <a:lnTo>
                  <a:pt x="3548" y="1333"/>
                </a:lnTo>
              </a:path>
              <a:path w="21600" h="21600">
                <a:moveTo>
                  <a:pt x="3912" y="1302"/>
                </a:moveTo>
                <a:lnTo>
                  <a:pt x="3845" y="1439"/>
                </a:lnTo>
                <a:lnTo>
                  <a:pt x="3973" y="1506"/>
                </a:lnTo>
                <a:lnTo>
                  <a:pt x="4031" y="1380"/>
                </a:lnTo>
              </a:path>
              <a:path w="21600" h="21600">
                <a:moveTo>
                  <a:pt x="5872" y="1301"/>
                </a:moveTo>
                <a:lnTo>
                  <a:pt x="5485" y="1520"/>
                </a:lnTo>
                <a:lnTo>
                  <a:pt x="5535" y="1628"/>
                </a:lnTo>
                <a:cubicBezTo>
                  <a:pt x="5556" y="1669"/>
                  <a:pt x="5576" y="1700"/>
                  <a:pt x="5592" y="1712"/>
                </a:cubicBezTo>
                <a:lnTo>
                  <a:pt x="5701" y="1784"/>
                </a:lnTo>
                <a:lnTo>
                  <a:pt x="6005" y="1607"/>
                </a:lnTo>
                <a:lnTo>
                  <a:pt x="5945" y="1460"/>
                </a:lnTo>
                <a:lnTo>
                  <a:pt x="5940" y="1449"/>
                </a:lnTo>
              </a:path>
              <a:path w="21600" h="21600">
                <a:moveTo>
                  <a:pt x="3625" y="1300"/>
                </a:moveTo>
                <a:lnTo>
                  <a:pt x="3625" y="1300"/>
                </a:lnTo>
                <a:lnTo>
                  <a:pt x="3625" y="1300"/>
                </a:lnTo>
              </a:path>
              <a:path w="21600" h="21600">
                <a:moveTo>
                  <a:pt x="729" y="1300"/>
                </a:moveTo>
                <a:lnTo>
                  <a:pt x="293" y="1399"/>
                </a:lnTo>
                <a:lnTo>
                  <a:pt x="506" y="1605"/>
                </a:lnTo>
                <a:lnTo>
                  <a:pt x="935" y="1511"/>
                </a:lnTo>
                <a:lnTo>
                  <a:pt x="788" y="1360"/>
                </a:lnTo>
              </a:path>
              <a:path w="21600" h="21600">
                <a:moveTo>
                  <a:pt x="2418" y="1300"/>
                </a:moveTo>
                <a:lnTo>
                  <a:pt x="2429" y="1326"/>
                </a:lnTo>
                <a:lnTo>
                  <a:pt x="2437" y="1312"/>
                </a:lnTo>
              </a:path>
              <a:path w="21600" h="21600">
                <a:moveTo>
                  <a:pt x="10870" y="1290"/>
                </a:moveTo>
                <a:lnTo>
                  <a:pt x="10607" y="1450"/>
                </a:lnTo>
                <a:lnTo>
                  <a:pt x="10373" y="1578"/>
                </a:lnTo>
                <a:lnTo>
                  <a:pt x="10289" y="1689"/>
                </a:lnTo>
                <a:lnTo>
                  <a:pt x="10635" y="1503"/>
                </a:lnTo>
                <a:lnTo>
                  <a:pt x="10651" y="1495"/>
                </a:lnTo>
                <a:lnTo>
                  <a:pt x="10728" y="1449"/>
                </a:lnTo>
                <a:lnTo>
                  <a:pt x="10773" y="1382"/>
                </a:lnTo>
              </a:path>
              <a:path w="21600" h="21600">
                <a:moveTo>
                  <a:pt x="4515" y="1290"/>
                </a:moveTo>
                <a:lnTo>
                  <a:pt x="4524" y="1366"/>
                </a:lnTo>
                <a:lnTo>
                  <a:pt x="4523" y="1378"/>
                </a:lnTo>
                <a:lnTo>
                  <a:pt x="4565" y="1416"/>
                </a:lnTo>
                <a:lnTo>
                  <a:pt x="4550" y="1324"/>
                </a:lnTo>
              </a:path>
              <a:path w="21600" h="21600">
                <a:moveTo>
                  <a:pt x="2145" y="1287"/>
                </a:moveTo>
                <a:lnTo>
                  <a:pt x="2144" y="1312"/>
                </a:lnTo>
                <a:lnTo>
                  <a:pt x="2161" y="1329"/>
                </a:lnTo>
              </a:path>
              <a:path w="21600" h="21600">
                <a:moveTo>
                  <a:pt x="10097" y="1282"/>
                </a:moveTo>
                <a:lnTo>
                  <a:pt x="9843" y="1412"/>
                </a:lnTo>
                <a:lnTo>
                  <a:pt x="9730" y="1477"/>
                </a:lnTo>
                <a:lnTo>
                  <a:pt x="9709" y="1500"/>
                </a:lnTo>
                <a:lnTo>
                  <a:pt x="9619" y="1603"/>
                </a:lnTo>
                <a:lnTo>
                  <a:pt x="9706" y="1553"/>
                </a:lnTo>
                <a:lnTo>
                  <a:pt x="10157" y="1306"/>
                </a:lnTo>
                <a:lnTo>
                  <a:pt x="10131" y="1297"/>
                </a:lnTo>
              </a:path>
              <a:path w="21600" h="21600">
                <a:moveTo>
                  <a:pt x="9591" y="1278"/>
                </a:moveTo>
                <a:lnTo>
                  <a:pt x="9581" y="1287"/>
                </a:lnTo>
                <a:lnTo>
                  <a:pt x="9607" y="1280"/>
                </a:lnTo>
              </a:path>
              <a:path w="21600" h="21600">
                <a:moveTo>
                  <a:pt x="3871" y="1277"/>
                </a:moveTo>
                <a:lnTo>
                  <a:pt x="3853" y="1281"/>
                </a:lnTo>
                <a:lnTo>
                  <a:pt x="3719" y="1292"/>
                </a:lnTo>
                <a:lnTo>
                  <a:pt x="3707" y="1312"/>
                </a:lnTo>
                <a:lnTo>
                  <a:pt x="3766" y="1398"/>
                </a:lnTo>
                <a:lnTo>
                  <a:pt x="3806" y="1419"/>
                </a:lnTo>
                <a:lnTo>
                  <a:pt x="3874" y="1279"/>
                </a:lnTo>
              </a:path>
              <a:path w="21600" h="21600">
                <a:moveTo>
                  <a:pt x="4590" y="1277"/>
                </a:moveTo>
                <a:lnTo>
                  <a:pt x="4599" y="1309"/>
                </a:lnTo>
                <a:lnTo>
                  <a:pt x="4620" y="1330"/>
                </a:lnTo>
                <a:lnTo>
                  <a:pt x="4619" y="1321"/>
                </a:lnTo>
              </a:path>
              <a:path w="21600" h="21600">
                <a:moveTo>
                  <a:pt x="9527" y="1270"/>
                </a:moveTo>
                <a:lnTo>
                  <a:pt x="9500" y="1296"/>
                </a:lnTo>
                <a:lnTo>
                  <a:pt x="9515" y="1286"/>
                </a:lnTo>
              </a:path>
              <a:path w="21600" h="21600">
                <a:moveTo>
                  <a:pt x="2887" y="1267"/>
                </a:moveTo>
                <a:lnTo>
                  <a:pt x="2904" y="1316"/>
                </a:lnTo>
                <a:lnTo>
                  <a:pt x="2976" y="1310"/>
                </a:lnTo>
                <a:lnTo>
                  <a:pt x="2928" y="1288"/>
                </a:lnTo>
              </a:path>
              <a:path w="21600" h="21600">
                <a:moveTo>
                  <a:pt x="10038" y="1256"/>
                </a:moveTo>
                <a:lnTo>
                  <a:pt x="9904" y="1300"/>
                </a:lnTo>
                <a:lnTo>
                  <a:pt x="9886" y="1310"/>
                </a:lnTo>
                <a:lnTo>
                  <a:pt x="9830" y="1369"/>
                </a:lnTo>
                <a:lnTo>
                  <a:pt x="10044" y="1259"/>
                </a:lnTo>
              </a:path>
              <a:path w="21600" h="21600">
                <a:moveTo>
                  <a:pt x="4135" y="1255"/>
                </a:moveTo>
                <a:lnTo>
                  <a:pt x="4082" y="1371"/>
                </a:lnTo>
                <a:lnTo>
                  <a:pt x="4200" y="1441"/>
                </a:lnTo>
                <a:lnTo>
                  <a:pt x="4225" y="1382"/>
                </a:lnTo>
                <a:lnTo>
                  <a:pt x="4229" y="1335"/>
                </a:lnTo>
              </a:path>
              <a:path w="21600" h="21600">
                <a:moveTo>
                  <a:pt x="1870" y="1246"/>
                </a:moveTo>
                <a:lnTo>
                  <a:pt x="1861" y="1283"/>
                </a:lnTo>
                <a:lnTo>
                  <a:pt x="1890" y="1390"/>
                </a:lnTo>
                <a:lnTo>
                  <a:pt x="1943" y="1385"/>
                </a:lnTo>
                <a:lnTo>
                  <a:pt x="1957" y="1344"/>
                </a:lnTo>
              </a:path>
              <a:path w="21600" h="21600">
                <a:moveTo>
                  <a:pt x="10171" y="1244"/>
                </a:moveTo>
                <a:lnTo>
                  <a:pt x="10146" y="1257"/>
                </a:lnTo>
                <a:lnTo>
                  <a:pt x="10187" y="1271"/>
                </a:lnTo>
              </a:path>
              <a:path w="21600" h="21600">
                <a:moveTo>
                  <a:pt x="4098" y="1231"/>
                </a:moveTo>
                <a:lnTo>
                  <a:pt x="3929" y="1265"/>
                </a:lnTo>
                <a:lnTo>
                  <a:pt x="3924" y="1277"/>
                </a:lnTo>
                <a:lnTo>
                  <a:pt x="4045" y="1349"/>
                </a:lnTo>
              </a:path>
              <a:path w="21600" h="21600">
                <a:moveTo>
                  <a:pt x="1252" y="1221"/>
                </a:moveTo>
                <a:lnTo>
                  <a:pt x="934" y="1254"/>
                </a:lnTo>
                <a:lnTo>
                  <a:pt x="780" y="1289"/>
                </a:lnTo>
                <a:lnTo>
                  <a:pt x="821" y="1331"/>
                </a:lnTo>
                <a:lnTo>
                  <a:pt x="986" y="1500"/>
                </a:lnTo>
                <a:lnTo>
                  <a:pt x="1194" y="1454"/>
                </a:lnTo>
                <a:lnTo>
                  <a:pt x="1446" y="1431"/>
                </a:lnTo>
                <a:lnTo>
                  <a:pt x="1327" y="1301"/>
                </a:lnTo>
              </a:path>
              <a:path w="21600" h="21600">
                <a:moveTo>
                  <a:pt x="14013" y="1220"/>
                </a:moveTo>
                <a:lnTo>
                  <a:pt x="13936" y="1294"/>
                </a:lnTo>
                <a:cubicBezTo>
                  <a:pt x="13585" y="1673"/>
                  <a:pt x="13311" y="2073"/>
                  <a:pt x="13122" y="2483"/>
                </a:cubicBezTo>
                <a:lnTo>
                  <a:pt x="12928" y="3026"/>
                </a:lnTo>
                <a:lnTo>
                  <a:pt x="12877" y="3237"/>
                </a:lnTo>
                <a:lnTo>
                  <a:pt x="12846" y="3431"/>
                </a:lnTo>
                <a:lnTo>
                  <a:pt x="12797" y="3936"/>
                </a:lnTo>
                <a:lnTo>
                  <a:pt x="12797" y="4102"/>
                </a:lnTo>
                <a:lnTo>
                  <a:pt x="12802" y="4501"/>
                </a:lnTo>
                <a:cubicBezTo>
                  <a:pt x="12825" y="4756"/>
                  <a:pt x="12868" y="5021"/>
                  <a:pt x="12930" y="5292"/>
                </a:cubicBezTo>
                <a:lnTo>
                  <a:pt x="12969" y="5437"/>
                </a:lnTo>
                <a:lnTo>
                  <a:pt x="12975" y="5246"/>
                </a:lnTo>
                <a:cubicBezTo>
                  <a:pt x="12972" y="5042"/>
                  <a:pt x="12963" y="4855"/>
                  <a:pt x="12954" y="4696"/>
                </a:cubicBezTo>
                <a:cubicBezTo>
                  <a:pt x="12889" y="3626"/>
                  <a:pt x="13030" y="2820"/>
                  <a:pt x="13413" y="2083"/>
                </a:cubicBezTo>
                <a:cubicBezTo>
                  <a:pt x="13523" y="1870"/>
                  <a:pt x="13653" y="1663"/>
                  <a:pt x="13800" y="1465"/>
                </a:cubicBezTo>
              </a:path>
              <a:path w="21600" h="21600">
                <a:moveTo>
                  <a:pt x="3765" y="1219"/>
                </a:moveTo>
                <a:lnTo>
                  <a:pt x="3748" y="1245"/>
                </a:lnTo>
                <a:lnTo>
                  <a:pt x="3805" y="1241"/>
                </a:lnTo>
              </a:path>
              <a:path w="21600" h="21600">
                <a:moveTo>
                  <a:pt x="4282" y="1217"/>
                </a:moveTo>
                <a:lnTo>
                  <a:pt x="4274" y="1316"/>
                </a:lnTo>
                <a:lnTo>
                  <a:pt x="4352" y="1382"/>
                </a:lnTo>
                <a:lnTo>
                  <a:pt x="4357" y="1285"/>
                </a:lnTo>
              </a:path>
              <a:path w="21600" h="21600">
                <a:moveTo>
                  <a:pt x="10576" y="1217"/>
                </a:moveTo>
                <a:lnTo>
                  <a:pt x="10138" y="1473"/>
                </a:lnTo>
                <a:lnTo>
                  <a:pt x="10109" y="1490"/>
                </a:lnTo>
                <a:lnTo>
                  <a:pt x="9987" y="1623"/>
                </a:lnTo>
                <a:lnTo>
                  <a:pt x="10181" y="1522"/>
                </a:lnTo>
                <a:cubicBezTo>
                  <a:pt x="10299" y="1455"/>
                  <a:pt x="10415" y="1384"/>
                  <a:pt x="10524" y="1318"/>
                </a:cubicBezTo>
                <a:lnTo>
                  <a:pt x="10526" y="1316"/>
                </a:lnTo>
                <a:lnTo>
                  <a:pt x="10613" y="1230"/>
                </a:lnTo>
                <a:lnTo>
                  <a:pt x="10609" y="1229"/>
                </a:lnTo>
              </a:path>
              <a:path w="21600" h="21600">
                <a:moveTo>
                  <a:pt x="3320" y="1215"/>
                </a:moveTo>
                <a:lnTo>
                  <a:pt x="3335" y="1280"/>
                </a:lnTo>
                <a:lnTo>
                  <a:pt x="3431" y="1272"/>
                </a:lnTo>
                <a:lnTo>
                  <a:pt x="3391" y="1251"/>
                </a:lnTo>
              </a:path>
              <a:path w="21600" h="21600">
                <a:moveTo>
                  <a:pt x="2276" y="1206"/>
                </a:moveTo>
                <a:lnTo>
                  <a:pt x="2277" y="1207"/>
                </a:lnTo>
                <a:lnTo>
                  <a:pt x="2212" y="1339"/>
                </a:lnTo>
                <a:lnTo>
                  <a:pt x="2221" y="1363"/>
                </a:lnTo>
                <a:lnTo>
                  <a:pt x="2392" y="1353"/>
                </a:lnTo>
                <a:lnTo>
                  <a:pt x="2353" y="1257"/>
                </a:lnTo>
                <a:lnTo>
                  <a:pt x="2277" y="1207"/>
                </a:lnTo>
                <a:lnTo>
                  <a:pt x="2277" y="1206"/>
                </a:lnTo>
              </a:path>
              <a:path w="21600" h="21600">
                <a:moveTo>
                  <a:pt x="5278" y="1206"/>
                </a:moveTo>
                <a:lnTo>
                  <a:pt x="5136" y="1283"/>
                </a:lnTo>
                <a:lnTo>
                  <a:pt x="4865" y="1382"/>
                </a:lnTo>
                <a:lnTo>
                  <a:pt x="4957" y="1537"/>
                </a:lnTo>
                <a:lnTo>
                  <a:pt x="5022" y="1661"/>
                </a:lnTo>
                <a:lnTo>
                  <a:pt x="5390" y="1525"/>
                </a:lnTo>
                <a:lnTo>
                  <a:pt x="5429" y="1503"/>
                </a:lnTo>
                <a:lnTo>
                  <a:pt x="5428" y="1501"/>
                </a:lnTo>
              </a:path>
              <a:path w="21600" h="21600">
                <a:moveTo>
                  <a:pt x="4240" y="1203"/>
                </a:moveTo>
                <a:lnTo>
                  <a:pt x="4203" y="1210"/>
                </a:lnTo>
                <a:lnTo>
                  <a:pt x="4235" y="1261"/>
                </a:lnTo>
              </a:path>
              <a:path w="21600" h="21600">
                <a:moveTo>
                  <a:pt x="12755" y="1194"/>
                </a:moveTo>
                <a:lnTo>
                  <a:pt x="12691" y="1243"/>
                </a:lnTo>
                <a:cubicBezTo>
                  <a:pt x="12554" y="1353"/>
                  <a:pt x="12429" y="1460"/>
                  <a:pt x="12311" y="1569"/>
                </a:cubicBezTo>
                <a:lnTo>
                  <a:pt x="12180" y="1709"/>
                </a:lnTo>
                <a:lnTo>
                  <a:pt x="12061" y="1880"/>
                </a:lnTo>
                <a:cubicBezTo>
                  <a:pt x="11773" y="2378"/>
                  <a:pt x="11656" y="2853"/>
                  <a:pt x="11583" y="3270"/>
                </a:cubicBezTo>
                <a:cubicBezTo>
                  <a:pt x="11526" y="3588"/>
                  <a:pt x="11453" y="3898"/>
                  <a:pt x="11359" y="4218"/>
                </a:cubicBezTo>
                <a:lnTo>
                  <a:pt x="11346" y="4260"/>
                </a:lnTo>
                <a:lnTo>
                  <a:pt x="11468" y="4754"/>
                </a:lnTo>
                <a:lnTo>
                  <a:pt x="11482" y="4709"/>
                </a:lnTo>
                <a:cubicBezTo>
                  <a:pt x="11509" y="4613"/>
                  <a:pt x="11532" y="4525"/>
                  <a:pt x="11551" y="4449"/>
                </a:cubicBezTo>
                <a:lnTo>
                  <a:pt x="11643" y="3975"/>
                </a:lnTo>
                <a:lnTo>
                  <a:pt x="11624" y="3646"/>
                </a:lnTo>
                <a:cubicBezTo>
                  <a:pt x="11635" y="3245"/>
                  <a:pt x="11729" y="2861"/>
                  <a:pt x="11902" y="2505"/>
                </a:cubicBezTo>
                <a:lnTo>
                  <a:pt x="12089" y="2205"/>
                </a:lnTo>
                <a:lnTo>
                  <a:pt x="12182" y="1990"/>
                </a:lnTo>
                <a:cubicBezTo>
                  <a:pt x="12275" y="1814"/>
                  <a:pt x="12388" y="1635"/>
                  <a:pt x="12525" y="1455"/>
                </a:cubicBezTo>
              </a:path>
              <a:path w="21600" h="21600">
                <a:moveTo>
                  <a:pt x="4417" y="1194"/>
                </a:moveTo>
                <a:lnTo>
                  <a:pt x="4410" y="1274"/>
                </a:lnTo>
                <a:lnTo>
                  <a:pt x="4472" y="1330"/>
                </a:lnTo>
                <a:lnTo>
                  <a:pt x="4474" y="1250"/>
                </a:lnTo>
                <a:lnTo>
                  <a:pt x="4474" y="1249"/>
                </a:lnTo>
              </a:path>
              <a:path w="21600" h="21600">
                <a:moveTo>
                  <a:pt x="3713" y="1190"/>
                </a:moveTo>
                <a:lnTo>
                  <a:pt x="3690" y="1250"/>
                </a:lnTo>
                <a:lnTo>
                  <a:pt x="3693" y="1250"/>
                </a:lnTo>
                <a:lnTo>
                  <a:pt x="3726" y="1197"/>
                </a:lnTo>
              </a:path>
              <a:path w="21600" h="21600">
                <a:moveTo>
                  <a:pt x="11249" y="1188"/>
                </a:moveTo>
                <a:lnTo>
                  <a:pt x="10766" y="1478"/>
                </a:lnTo>
                <a:lnTo>
                  <a:pt x="10656" y="1637"/>
                </a:lnTo>
                <a:lnTo>
                  <a:pt x="11062" y="1392"/>
                </a:lnTo>
                <a:lnTo>
                  <a:pt x="11098" y="1370"/>
                </a:lnTo>
              </a:path>
              <a:path w="21600" h="21600">
                <a:moveTo>
                  <a:pt x="2565" y="1185"/>
                </a:moveTo>
                <a:lnTo>
                  <a:pt x="2522" y="1258"/>
                </a:lnTo>
                <a:lnTo>
                  <a:pt x="2589" y="1342"/>
                </a:lnTo>
                <a:lnTo>
                  <a:pt x="2626" y="1339"/>
                </a:lnTo>
              </a:path>
              <a:path w="21600" h="21600">
                <a:moveTo>
                  <a:pt x="10641" y="1178"/>
                </a:moveTo>
                <a:lnTo>
                  <a:pt x="10625" y="1188"/>
                </a:lnTo>
                <a:lnTo>
                  <a:pt x="10650" y="1194"/>
                </a:lnTo>
                <a:lnTo>
                  <a:pt x="10651" y="1193"/>
                </a:lnTo>
              </a:path>
              <a:path w="21600" h="21600">
                <a:moveTo>
                  <a:pt x="4363" y="1178"/>
                </a:moveTo>
                <a:lnTo>
                  <a:pt x="4316" y="1187"/>
                </a:lnTo>
                <a:lnTo>
                  <a:pt x="4360" y="1228"/>
                </a:lnTo>
              </a:path>
              <a:path w="21600" h="21600">
                <a:moveTo>
                  <a:pt x="1695" y="1176"/>
                </a:moveTo>
                <a:lnTo>
                  <a:pt x="1307" y="1215"/>
                </a:lnTo>
                <a:lnTo>
                  <a:pt x="1361" y="1272"/>
                </a:lnTo>
                <a:lnTo>
                  <a:pt x="1501" y="1426"/>
                </a:lnTo>
                <a:lnTo>
                  <a:pt x="1687" y="1408"/>
                </a:lnTo>
                <a:lnTo>
                  <a:pt x="1686" y="1395"/>
                </a:lnTo>
              </a:path>
              <a:path w="21600" h="21600">
                <a:moveTo>
                  <a:pt x="1783" y="1167"/>
                </a:moveTo>
                <a:lnTo>
                  <a:pt x="1782" y="1167"/>
                </a:lnTo>
                <a:lnTo>
                  <a:pt x="1774" y="1311"/>
                </a:lnTo>
                <a:lnTo>
                  <a:pt x="1788" y="1399"/>
                </a:lnTo>
                <a:lnTo>
                  <a:pt x="1789" y="1399"/>
                </a:lnTo>
                <a:lnTo>
                  <a:pt x="1815" y="1286"/>
                </a:lnTo>
              </a:path>
              <a:path w="21600" h="21600">
                <a:moveTo>
                  <a:pt x="10335" y="1166"/>
                </a:moveTo>
                <a:lnTo>
                  <a:pt x="10317" y="1171"/>
                </a:lnTo>
                <a:lnTo>
                  <a:pt x="10308" y="1174"/>
                </a:lnTo>
                <a:lnTo>
                  <a:pt x="10211" y="1223"/>
                </a:lnTo>
                <a:lnTo>
                  <a:pt x="10232" y="1265"/>
                </a:lnTo>
                <a:lnTo>
                  <a:pt x="10259" y="1250"/>
                </a:lnTo>
              </a:path>
              <a:path w="21600" h="21600">
                <a:moveTo>
                  <a:pt x="13425" y="1165"/>
                </a:moveTo>
                <a:lnTo>
                  <a:pt x="13124" y="1431"/>
                </a:lnTo>
                <a:lnTo>
                  <a:pt x="12784" y="1826"/>
                </a:lnTo>
                <a:lnTo>
                  <a:pt x="12540" y="2271"/>
                </a:lnTo>
                <a:cubicBezTo>
                  <a:pt x="12287" y="2846"/>
                  <a:pt x="12219" y="3397"/>
                  <a:pt x="12191" y="3880"/>
                </a:cubicBezTo>
                <a:cubicBezTo>
                  <a:pt x="12180" y="4074"/>
                  <a:pt x="12164" y="4256"/>
                  <a:pt x="12143" y="4431"/>
                </a:cubicBezTo>
                <a:lnTo>
                  <a:pt x="12117" y="4598"/>
                </a:lnTo>
                <a:lnTo>
                  <a:pt x="12222" y="5117"/>
                </a:lnTo>
                <a:lnTo>
                  <a:pt x="12249" y="5200"/>
                </a:lnTo>
                <a:lnTo>
                  <a:pt x="12253" y="5177"/>
                </a:lnTo>
                <a:cubicBezTo>
                  <a:pt x="12307" y="4836"/>
                  <a:pt x="12337" y="4488"/>
                  <a:pt x="12347" y="4082"/>
                </a:cubicBezTo>
                <a:cubicBezTo>
                  <a:pt x="12363" y="3442"/>
                  <a:pt x="12448" y="2601"/>
                  <a:pt x="12968" y="1768"/>
                </a:cubicBezTo>
                <a:cubicBezTo>
                  <a:pt x="13091" y="1573"/>
                  <a:pt x="13228" y="1387"/>
                  <a:pt x="13381" y="1210"/>
                </a:cubicBezTo>
              </a:path>
              <a:path w="21600" h="21600">
                <a:moveTo>
                  <a:pt x="10509" y="1163"/>
                </a:moveTo>
                <a:lnTo>
                  <a:pt x="10308" y="1273"/>
                </a:lnTo>
                <a:lnTo>
                  <a:pt x="10257" y="1328"/>
                </a:lnTo>
                <a:lnTo>
                  <a:pt x="10265" y="1348"/>
                </a:lnTo>
                <a:lnTo>
                  <a:pt x="10523" y="1197"/>
                </a:lnTo>
                <a:lnTo>
                  <a:pt x="10492" y="1185"/>
                </a:lnTo>
              </a:path>
              <a:path w="21600" h="21600">
                <a:moveTo>
                  <a:pt x="11087" y="1158"/>
                </a:moveTo>
                <a:lnTo>
                  <a:pt x="10997" y="1212"/>
                </a:lnTo>
                <a:lnTo>
                  <a:pt x="10831" y="1384"/>
                </a:lnTo>
                <a:lnTo>
                  <a:pt x="10827" y="1389"/>
                </a:lnTo>
                <a:lnTo>
                  <a:pt x="11179" y="1178"/>
                </a:lnTo>
                <a:lnTo>
                  <a:pt x="11151" y="1170"/>
                </a:lnTo>
                <a:cubicBezTo>
                  <a:pt x="11131" y="1164"/>
                  <a:pt x="11110" y="1161"/>
                  <a:pt x="11089" y="1158"/>
                </a:cubicBezTo>
              </a:path>
              <a:path w="21600" h="21600">
                <a:moveTo>
                  <a:pt x="1915" y="1153"/>
                </a:moveTo>
                <a:lnTo>
                  <a:pt x="1891" y="1156"/>
                </a:lnTo>
                <a:lnTo>
                  <a:pt x="1882" y="1195"/>
                </a:lnTo>
                <a:lnTo>
                  <a:pt x="1900" y="1215"/>
                </a:lnTo>
                <a:cubicBezTo>
                  <a:pt x="1918" y="1235"/>
                  <a:pt x="1936" y="1255"/>
                  <a:pt x="1954" y="1276"/>
                </a:cubicBezTo>
                <a:cubicBezTo>
                  <a:pt x="1945" y="1249"/>
                  <a:pt x="1936" y="1222"/>
                  <a:pt x="1928" y="1196"/>
                </a:cubicBezTo>
              </a:path>
              <a:path w="21600" h="21600">
                <a:moveTo>
                  <a:pt x="4455" y="1151"/>
                </a:moveTo>
                <a:lnTo>
                  <a:pt x="4443" y="1155"/>
                </a:lnTo>
                <a:lnTo>
                  <a:pt x="4459" y="1171"/>
                </a:lnTo>
              </a:path>
              <a:path w="21600" h="21600">
                <a:moveTo>
                  <a:pt x="3643" y="1150"/>
                </a:moveTo>
                <a:lnTo>
                  <a:pt x="3644" y="1167"/>
                </a:lnTo>
                <a:lnTo>
                  <a:pt x="3650" y="1155"/>
                </a:lnTo>
              </a:path>
              <a:path w="21600" h="21600">
                <a:moveTo>
                  <a:pt x="10697" y="1148"/>
                </a:moveTo>
                <a:lnTo>
                  <a:pt x="10673" y="1160"/>
                </a:lnTo>
                <a:lnTo>
                  <a:pt x="10678" y="1167"/>
                </a:lnTo>
              </a:path>
              <a:path w="21600" h="21600">
                <a:moveTo>
                  <a:pt x="3987" y="1148"/>
                </a:moveTo>
                <a:lnTo>
                  <a:pt x="3953" y="1216"/>
                </a:lnTo>
                <a:lnTo>
                  <a:pt x="4061" y="1194"/>
                </a:lnTo>
              </a:path>
              <a:path w="21600" h="21600">
                <a:moveTo>
                  <a:pt x="2310" y="1147"/>
                </a:moveTo>
                <a:lnTo>
                  <a:pt x="2299" y="1166"/>
                </a:lnTo>
                <a:lnTo>
                  <a:pt x="2323" y="1181"/>
                </a:lnTo>
              </a:path>
              <a:path w="21600" h="21600">
                <a:moveTo>
                  <a:pt x="2217" y="1146"/>
                </a:moveTo>
                <a:lnTo>
                  <a:pt x="2159" y="1194"/>
                </a:lnTo>
                <a:lnTo>
                  <a:pt x="2191" y="1282"/>
                </a:lnTo>
                <a:lnTo>
                  <a:pt x="2242" y="1177"/>
                </a:lnTo>
              </a:path>
              <a:path w="21600" h="21600">
                <a:moveTo>
                  <a:pt x="4498" y="1143"/>
                </a:moveTo>
                <a:lnTo>
                  <a:pt x="4507" y="1218"/>
                </a:lnTo>
                <a:lnTo>
                  <a:pt x="4538" y="1249"/>
                </a:lnTo>
                <a:lnTo>
                  <a:pt x="4526" y="1179"/>
                </a:lnTo>
                <a:lnTo>
                  <a:pt x="4515" y="1161"/>
                </a:lnTo>
              </a:path>
              <a:path w="21600" h="21600">
                <a:moveTo>
                  <a:pt x="2028" y="1141"/>
                </a:moveTo>
                <a:lnTo>
                  <a:pt x="2028" y="1142"/>
                </a:lnTo>
                <a:lnTo>
                  <a:pt x="1961" y="1149"/>
                </a:lnTo>
                <a:lnTo>
                  <a:pt x="1972" y="1183"/>
                </a:lnTo>
                <a:lnTo>
                  <a:pt x="1992" y="1245"/>
                </a:lnTo>
                <a:lnTo>
                  <a:pt x="2028" y="1142"/>
                </a:lnTo>
                <a:lnTo>
                  <a:pt x="2028" y="1142"/>
                </a:lnTo>
              </a:path>
              <a:path w="21600" h="21600">
                <a:moveTo>
                  <a:pt x="2090" y="1137"/>
                </a:moveTo>
                <a:lnTo>
                  <a:pt x="2078" y="1138"/>
                </a:lnTo>
                <a:lnTo>
                  <a:pt x="2015" y="1316"/>
                </a:lnTo>
                <a:lnTo>
                  <a:pt x="2030" y="1362"/>
                </a:lnTo>
                <a:lnTo>
                  <a:pt x="2042" y="1376"/>
                </a:lnTo>
                <a:lnTo>
                  <a:pt x="2130" y="1367"/>
                </a:lnTo>
                <a:lnTo>
                  <a:pt x="2102" y="1328"/>
                </a:lnTo>
                <a:lnTo>
                  <a:pt x="2107" y="1184"/>
                </a:lnTo>
                <a:lnTo>
                  <a:pt x="2105" y="1178"/>
                </a:lnTo>
              </a:path>
              <a:path w="21600" h="21600">
                <a:moveTo>
                  <a:pt x="2169" y="1132"/>
                </a:moveTo>
                <a:lnTo>
                  <a:pt x="2137" y="1134"/>
                </a:lnTo>
                <a:lnTo>
                  <a:pt x="2144" y="1153"/>
                </a:lnTo>
              </a:path>
              <a:path w="21600" h="21600">
                <a:moveTo>
                  <a:pt x="2269" y="1125"/>
                </a:moveTo>
                <a:lnTo>
                  <a:pt x="2261" y="1126"/>
                </a:lnTo>
                <a:lnTo>
                  <a:pt x="2254" y="1126"/>
                </a:lnTo>
                <a:lnTo>
                  <a:pt x="2262" y="1137"/>
                </a:lnTo>
              </a:path>
              <a:path w="21600" h="21600">
                <a:moveTo>
                  <a:pt x="2352" y="1120"/>
                </a:moveTo>
                <a:lnTo>
                  <a:pt x="2347" y="1120"/>
                </a:lnTo>
                <a:lnTo>
                  <a:pt x="2388" y="1223"/>
                </a:lnTo>
                <a:lnTo>
                  <a:pt x="2462" y="1270"/>
                </a:lnTo>
                <a:lnTo>
                  <a:pt x="2467" y="1261"/>
                </a:lnTo>
                <a:lnTo>
                  <a:pt x="2405" y="1184"/>
                </a:lnTo>
              </a:path>
              <a:path w="21600" h="21600">
                <a:moveTo>
                  <a:pt x="2605" y="1118"/>
                </a:moveTo>
                <a:lnTo>
                  <a:pt x="2594" y="1136"/>
                </a:lnTo>
                <a:lnTo>
                  <a:pt x="2672" y="1335"/>
                </a:lnTo>
                <a:lnTo>
                  <a:pt x="2857" y="1320"/>
                </a:lnTo>
                <a:lnTo>
                  <a:pt x="2829" y="1236"/>
                </a:lnTo>
              </a:path>
              <a:path w="21600" h="21600">
                <a:moveTo>
                  <a:pt x="10598" y="1114"/>
                </a:moveTo>
                <a:lnTo>
                  <a:pt x="10566" y="1132"/>
                </a:lnTo>
                <a:lnTo>
                  <a:pt x="10554" y="1168"/>
                </a:lnTo>
                <a:lnTo>
                  <a:pt x="10555" y="1168"/>
                </a:lnTo>
                <a:lnTo>
                  <a:pt x="10566" y="1171"/>
                </a:lnTo>
                <a:lnTo>
                  <a:pt x="10617" y="1141"/>
                </a:lnTo>
              </a:path>
              <a:path w="21600" h="21600">
                <a:moveTo>
                  <a:pt x="10515" y="1110"/>
                </a:moveTo>
                <a:lnTo>
                  <a:pt x="10435" y="1135"/>
                </a:lnTo>
                <a:lnTo>
                  <a:pt x="10399" y="1174"/>
                </a:lnTo>
              </a:path>
              <a:path w="21600" h="21600">
                <a:moveTo>
                  <a:pt x="1902" y="1109"/>
                </a:moveTo>
                <a:lnTo>
                  <a:pt x="1901" y="1112"/>
                </a:lnTo>
                <a:lnTo>
                  <a:pt x="1903" y="1112"/>
                </a:lnTo>
              </a:path>
              <a:path w="21600" h="21600">
                <a:moveTo>
                  <a:pt x="4164" y="1108"/>
                </a:moveTo>
                <a:lnTo>
                  <a:pt x="4160" y="1143"/>
                </a:lnTo>
                <a:lnTo>
                  <a:pt x="4177" y="1171"/>
                </a:lnTo>
                <a:lnTo>
                  <a:pt x="4222" y="1162"/>
                </a:lnTo>
              </a:path>
              <a:path w="21600" h="21600">
                <a:moveTo>
                  <a:pt x="2535" y="1107"/>
                </a:moveTo>
                <a:lnTo>
                  <a:pt x="2406" y="1116"/>
                </a:lnTo>
                <a:lnTo>
                  <a:pt x="2440" y="1157"/>
                </a:lnTo>
                <a:lnTo>
                  <a:pt x="2491" y="1220"/>
                </a:lnTo>
                <a:lnTo>
                  <a:pt x="2544" y="1130"/>
                </a:lnTo>
              </a:path>
              <a:path w="21600" h="21600">
                <a:moveTo>
                  <a:pt x="3564" y="1107"/>
                </a:moveTo>
                <a:lnTo>
                  <a:pt x="3598" y="1156"/>
                </a:lnTo>
                <a:lnTo>
                  <a:pt x="3597" y="1125"/>
                </a:lnTo>
              </a:path>
              <a:path w="21600" h="21600">
                <a:moveTo>
                  <a:pt x="11613" y="1101"/>
                </a:moveTo>
                <a:lnTo>
                  <a:pt x="11131" y="1400"/>
                </a:lnTo>
                <a:lnTo>
                  <a:pt x="10959" y="1605"/>
                </a:lnTo>
                <a:lnTo>
                  <a:pt x="11035" y="1553"/>
                </a:lnTo>
                <a:lnTo>
                  <a:pt x="11396" y="1333"/>
                </a:lnTo>
                <a:lnTo>
                  <a:pt x="11446" y="1266"/>
                </a:lnTo>
              </a:path>
              <a:path w="21600" h="21600">
                <a:moveTo>
                  <a:pt x="3078" y="1093"/>
                </a:moveTo>
                <a:lnTo>
                  <a:pt x="3102" y="1158"/>
                </a:lnTo>
                <a:lnTo>
                  <a:pt x="3130" y="1297"/>
                </a:lnTo>
                <a:lnTo>
                  <a:pt x="3289" y="1284"/>
                </a:lnTo>
                <a:lnTo>
                  <a:pt x="3267" y="1188"/>
                </a:lnTo>
              </a:path>
              <a:path w="21600" h="21600">
                <a:moveTo>
                  <a:pt x="2780" y="1086"/>
                </a:moveTo>
                <a:lnTo>
                  <a:pt x="2659" y="1099"/>
                </a:lnTo>
                <a:lnTo>
                  <a:pt x="2658" y="1099"/>
                </a:lnTo>
                <a:lnTo>
                  <a:pt x="2658" y="1099"/>
                </a:lnTo>
                <a:lnTo>
                  <a:pt x="2659" y="1099"/>
                </a:lnTo>
                <a:lnTo>
                  <a:pt x="2810" y="1178"/>
                </a:lnTo>
              </a:path>
              <a:path w="21600" h="21600">
                <a:moveTo>
                  <a:pt x="4639" y="1084"/>
                </a:moveTo>
                <a:lnTo>
                  <a:pt x="4603" y="1097"/>
                </a:lnTo>
                <a:lnTo>
                  <a:pt x="4606" y="1102"/>
                </a:lnTo>
                <a:lnTo>
                  <a:pt x="4646" y="1216"/>
                </a:lnTo>
                <a:lnTo>
                  <a:pt x="4694" y="1296"/>
                </a:lnTo>
                <a:lnTo>
                  <a:pt x="4729" y="1386"/>
                </a:lnTo>
                <a:lnTo>
                  <a:pt x="4802" y="1359"/>
                </a:lnTo>
              </a:path>
              <a:path w="21600" h="21600">
                <a:moveTo>
                  <a:pt x="3488" y="1077"/>
                </a:moveTo>
                <a:lnTo>
                  <a:pt x="3493" y="1255"/>
                </a:lnTo>
                <a:lnTo>
                  <a:pt x="3513" y="1265"/>
                </a:lnTo>
                <a:lnTo>
                  <a:pt x="3587" y="1259"/>
                </a:lnTo>
                <a:lnTo>
                  <a:pt x="3593" y="1228"/>
                </a:lnTo>
              </a:path>
              <a:path w="21600" h="21600">
                <a:moveTo>
                  <a:pt x="2903" y="1073"/>
                </a:moveTo>
                <a:lnTo>
                  <a:pt x="2826" y="1081"/>
                </a:lnTo>
                <a:lnTo>
                  <a:pt x="2868" y="1208"/>
                </a:lnTo>
                <a:lnTo>
                  <a:pt x="2948" y="1249"/>
                </a:lnTo>
                <a:lnTo>
                  <a:pt x="3065" y="1302"/>
                </a:lnTo>
                <a:lnTo>
                  <a:pt x="3075" y="1301"/>
                </a:lnTo>
                <a:lnTo>
                  <a:pt x="2944" y="1126"/>
                </a:lnTo>
              </a:path>
              <a:path w="21600" h="21600">
                <a:moveTo>
                  <a:pt x="12639" y="1073"/>
                </a:moveTo>
                <a:lnTo>
                  <a:pt x="12277" y="1334"/>
                </a:lnTo>
                <a:lnTo>
                  <a:pt x="12123" y="1460"/>
                </a:lnTo>
                <a:lnTo>
                  <a:pt x="11904" y="1750"/>
                </a:lnTo>
                <a:lnTo>
                  <a:pt x="11566" y="2433"/>
                </a:lnTo>
                <a:lnTo>
                  <a:pt x="11829" y="2023"/>
                </a:lnTo>
                <a:lnTo>
                  <a:pt x="12147" y="1682"/>
                </a:lnTo>
                <a:lnTo>
                  <a:pt x="12378" y="1350"/>
                </a:lnTo>
              </a:path>
              <a:path w="21600" h="21600">
                <a:moveTo>
                  <a:pt x="4294" y="1073"/>
                </a:moveTo>
                <a:lnTo>
                  <a:pt x="4288" y="1148"/>
                </a:lnTo>
                <a:lnTo>
                  <a:pt x="4357" y="1135"/>
                </a:lnTo>
              </a:path>
              <a:path w="21600" h="21600">
                <a:moveTo>
                  <a:pt x="11029" y="1067"/>
                </a:moveTo>
                <a:lnTo>
                  <a:pt x="10724" y="1249"/>
                </a:lnTo>
                <a:lnTo>
                  <a:pt x="10733" y="1270"/>
                </a:lnTo>
                <a:lnTo>
                  <a:pt x="10707" y="1260"/>
                </a:lnTo>
                <a:lnTo>
                  <a:pt x="10548" y="1355"/>
                </a:lnTo>
                <a:lnTo>
                  <a:pt x="10547" y="1355"/>
                </a:lnTo>
                <a:lnTo>
                  <a:pt x="10529" y="1372"/>
                </a:lnTo>
                <a:lnTo>
                  <a:pt x="10438" y="1492"/>
                </a:lnTo>
                <a:lnTo>
                  <a:pt x="10583" y="1413"/>
                </a:lnTo>
                <a:cubicBezTo>
                  <a:pt x="10699" y="1345"/>
                  <a:pt x="10817" y="1272"/>
                  <a:pt x="10931" y="1201"/>
                </a:cubicBezTo>
                <a:lnTo>
                  <a:pt x="11017" y="1149"/>
                </a:lnTo>
                <a:lnTo>
                  <a:pt x="11026" y="1140"/>
                </a:lnTo>
                <a:lnTo>
                  <a:pt x="10985" y="1127"/>
                </a:lnTo>
                <a:lnTo>
                  <a:pt x="11012" y="1092"/>
                </a:lnTo>
                <a:cubicBezTo>
                  <a:pt x="11015" y="1091"/>
                  <a:pt x="11021" y="1086"/>
                  <a:pt x="11027" y="1072"/>
                </a:cubicBezTo>
              </a:path>
              <a:path w="21600" h="21600">
                <a:moveTo>
                  <a:pt x="2510" y="1062"/>
                </a:moveTo>
                <a:lnTo>
                  <a:pt x="2451" y="1069"/>
                </a:lnTo>
                <a:lnTo>
                  <a:pt x="2515" y="1065"/>
                </a:lnTo>
              </a:path>
              <a:path w="21600" h="21600">
                <a:moveTo>
                  <a:pt x="3016" y="1061"/>
                </a:moveTo>
                <a:lnTo>
                  <a:pt x="2954" y="1068"/>
                </a:lnTo>
                <a:lnTo>
                  <a:pt x="2980" y="1101"/>
                </a:lnTo>
                <a:lnTo>
                  <a:pt x="3069" y="1219"/>
                </a:lnTo>
                <a:lnTo>
                  <a:pt x="3058" y="1169"/>
                </a:lnTo>
                <a:lnTo>
                  <a:pt x="3020" y="1063"/>
                </a:lnTo>
              </a:path>
              <a:path w="21600" h="21600">
                <a:moveTo>
                  <a:pt x="3847" y="1060"/>
                </a:moveTo>
                <a:lnTo>
                  <a:pt x="3820" y="1131"/>
                </a:lnTo>
                <a:lnTo>
                  <a:pt x="3782" y="1192"/>
                </a:lnTo>
                <a:lnTo>
                  <a:pt x="3855" y="1236"/>
                </a:lnTo>
                <a:lnTo>
                  <a:pt x="3899" y="1227"/>
                </a:lnTo>
                <a:lnTo>
                  <a:pt x="3949" y="1124"/>
                </a:lnTo>
              </a:path>
              <a:path w="21600" h="21600">
                <a:moveTo>
                  <a:pt x="484" y="1053"/>
                </a:moveTo>
                <a:lnTo>
                  <a:pt x="41" y="1158"/>
                </a:lnTo>
                <a:lnTo>
                  <a:pt x="257" y="1364"/>
                </a:lnTo>
                <a:lnTo>
                  <a:pt x="693" y="1265"/>
                </a:lnTo>
                <a:lnTo>
                  <a:pt x="518" y="1088"/>
                </a:lnTo>
              </a:path>
              <a:path w="21600" h="21600">
                <a:moveTo>
                  <a:pt x="2590" y="1053"/>
                </a:moveTo>
                <a:cubicBezTo>
                  <a:pt x="2590" y="1053"/>
                  <a:pt x="2586" y="1053"/>
                  <a:pt x="2584" y="1053"/>
                </a:cubicBezTo>
                <a:lnTo>
                  <a:pt x="2581" y="1053"/>
                </a:lnTo>
                <a:lnTo>
                  <a:pt x="2587" y="1058"/>
                </a:lnTo>
              </a:path>
              <a:path w="21600" h="21600">
                <a:moveTo>
                  <a:pt x="11920" y="1051"/>
                </a:moveTo>
                <a:lnTo>
                  <a:pt x="11496" y="1323"/>
                </a:lnTo>
                <a:lnTo>
                  <a:pt x="11431" y="1363"/>
                </a:lnTo>
                <a:lnTo>
                  <a:pt x="11248" y="1608"/>
                </a:lnTo>
                <a:lnTo>
                  <a:pt x="11418" y="1483"/>
                </a:lnTo>
                <a:lnTo>
                  <a:pt x="11694" y="1304"/>
                </a:lnTo>
              </a:path>
              <a:path w="21600" h="21600">
                <a:moveTo>
                  <a:pt x="11083" y="1050"/>
                </a:moveTo>
                <a:cubicBezTo>
                  <a:pt x="11075" y="1079"/>
                  <a:pt x="11066" y="1097"/>
                  <a:pt x="11058" y="1109"/>
                </a:cubicBezTo>
                <a:lnTo>
                  <a:pt x="11058" y="1109"/>
                </a:lnTo>
                <a:lnTo>
                  <a:pt x="11095" y="1073"/>
                </a:lnTo>
              </a:path>
              <a:path w="21600" h="21600">
                <a:moveTo>
                  <a:pt x="4099" y="1049"/>
                </a:moveTo>
                <a:lnTo>
                  <a:pt x="4122" y="1084"/>
                </a:lnTo>
                <a:lnTo>
                  <a:pt x="4123" y="1071"/>
                </a:lnTo>
              </a:path>
              <a:path w="21600" h="21600">
                <a:moveTo>
                  <a:pt x="4404" y="1044"/>
                </a:moveTo>
                <a:lnTo>
                  <a:pt x="4411" y="1120"/>
                </a:lnTo>
                <a:lnTo>
                  <a:pt x="4447" y="1107"/>
                </a:lnTo>
                <a:lnTo>
                  <a:pt x="4442" y="1085"/>
                </a:lnTo>
              </a:path>
              <a:path w="21600" h="21600">
                <a:moveTo>
                  <a:pt x="4486" y="1040"/>
                </a:moveTo>
                <a:lnTo>
                  <a:pt x="4489" y="1070"/>
                </a:lnTo>
                <a:lnTo>
                  <a:pt x="4502" y="1083"/>
                </a:lnTo>
                <a:lnTo>
                  <a:pt x="4490" y="1048"/>
                </a:lnTo>
              </a:path>
              <a:path w="21600" h="21600">
                <a:moveTo>
                  <a:pt x="3232" y="1038"/>
                </a:moveTo>
                <a:lnTo>
                  <a:pt x="3096" y="1053"/>
                </a:lnTo>
                <a:lnTo>
                  <a:pt x="3254" y="1132"/>
                </a:lnTo>
              </a:path>
              <a:path w="21600" h="21600">
                <a:moveTo>
                  <a:pt x="6853" y="1036"/>
                </a:moveTo>
                <a:lnTo>
                  <a:pt x="6810" y="1079"/>
                </a:lnTo>
                <a:lnTo>
                  <a:pt x="6478" y="1343"/>
                </a:lnTo>
                <a:lnTo>
                  <a:pt x="6495" y="1383"/>
                </a:lnTo>
                <a:lnTo>
                  <a:pt x="6507" y="1420"/>
                </a:lnTo>
                <a:cubicBezTo>
                  <a:pt x="6534" y="1503"/>
                  <a:pt x="6563" y="1588"/>
                  <a:pt x="6578" y="1599"/>
                </a:cubicBezTo>
                <a:lnTo>
                  <a:pt x="6642" y="1640"/>
                </a:lnTo>
                <a:lnTo>
                  <a:pt x="6971" y="1369"/>
                </a:lnTo>
                <a:lnTo>
                  <a:pt x="6963" y="1342"/>
                </a:lnTo>
                <a:cubicBezTo>
                  <a:pt x="6936" y="1246"/>
                  <a:pt x="6897" y="1143"/>
                  <a:pt x="6853" y="1037"/>
                </a:cubicBezTo>
              </a:path>
              <a:path w="21600" h="21600">
                <a:moveTo>
                  <a:pt x="4036" y="1035"/>
                </a:moveTo>
                <a:lnTo>
                  <a:pt x="4034" y="1049"/>
                </a:lnTo>
                <a:lnTo>
                  <a:pt x="4006" y="1108"/>
                </a:lnTo>
                <a:lnTo>
                  <a:pt x="4103" y="1169"/>
                </a:lnTo>
                <a:lnTo>
                  <a:pt x="4111" y="1177"/>
                </a:lnTo>
                <a:lnTo>
                  <a:pt x="4114" y="1154"/>
                </a:lnTo>
              </a:path>
              <a:path w="21600" h="21600">
                <a:moveTo>
                  <a:pt x="2125" y="1032"/>
                </a:moveTo>
                <a:lnTo>
                  <a:pt x="2111" y="1063"/>
                </a:lnTo>
                <a:lnTo>
                  <a:pt x="2121" y="1092"/>
                </a:lnTo>
                <a:lnTo>
                  <a:pt x="2170" y="1088"/>
                </a:lnTo>
              </a:path>
              <a:path w="21600" h="21600">
                <a:moveTo>
                  <a:pt x="11577" y="1025"/>
                </a:moveTo>
                <a:cubicBezTo>
                  <a:pt x="11574" y="1033"/>
                  <a:pt x="11570" y="1040"/>
                  <a:pt x="11567" y="1045"/>
                </a:cubicBezTo>
                <a:cubicBezTo>
                  <a:pt x="11570" y="1045"/>
                  <a:pt x="11572" y="1045"/>
                  <a:pt x="11575" y="1045"/>
                </a:cubicBezTo>
                <a:lnTo>
                  <a:pt x="11575" y="1045"/>
                </a:lnTo>
                <a:cubicBezTo>
                  <a:pt x="11579" y="1045"/>
                  <a:pt x="11583" y="1045"/>
                  <a:pt x="11587" y="1045"/>
                </a:cubicBezTo>
                <a:cubicBezTo>
                  <a:pt x="11586" y="1044"/>
                  <a:pt x="11585" y="1042"/>
                  <a:pt x="11584" y="1040"/>
                </a:cubicBezTo>
                <a:cubicBezTo>
                  <a:pt x="11582" y="1035"/>
                  <a:pt x="11579" y="1030"/>
                  <a:pt x="11577" y="1025"/>
                </a:cubicBezTo>
              </a:path>
              <a:path w="21600" h="21600">
                <a:moveTo>
                  <a:pt x="3408" y="1020"/>
                </a:moveTo>
                <a:lnTo>
                  <a:pt x="3278" y="1033"/>
                </a:lnTo>
                <a:lnTo>
                  <a:pt x="3307" y="1159"/>
                </a:lnTo>
                <a:lnTo>
                  <a:pt x="3411" y="1212"/>
                </a:lnTo>
                <a:lnTo>
                  <a:pt x="3447" y="1231"/>
                </a:lnTo>
                <a:lnTo>
                  <a:pt x="3441" y="1038"/>
                </a:lnTo>
              </a:path>
              <a:path w="21600" h="21600">
                <a:moveTo>
                  <a:pt x="10828" y="1018"/>
                </a:moveTo>
                <a:lnTo>
                  <a:pt x="10761" y="1038"/>
                </a:lnTo>
                <a:lnTo>
                  <a:pt x="10721" y="1047"/>
                </a:lnTo>
                <a:lnTo>
                  <a:pt x="10628" y="1098"/>
                </a:lnTo>
                <a:lnTo>
                  <a:pt x="10647" y="1124"/>
                </a:lnTo>
                <a:lnTo>
                  <a:pt x="10806" y="1040"/>
                </a:lnTo>
              </a:path>
              <a:path w="21600" h="21600">
                <a:moveTo>
                  <a:pt x="3780" y="1018"/>
                </a:moveTo>
                <a:lnTo>
                  <a:pt x="3741" y="1085"/>
                </a:lnTo>
                <a:lnTo>
                  <a:pt x="3734" y="1132"/>
                </a:lnTo>
                <a:lnTo>
                  <a:pt x="3725" y="1158"/>
                </a:lnTo>
                <a:lnTo>
                  <a:pt x="3743" y="1169"/>
                </a:lnTo>
                <a:lnTo>
                  <a:pt x="3779" y="1112"/>
                </a:lnTo>
                <a:lnTo>
                  <a:pt x="3802" y="1032"/>
                </a:lnTo>
              </a:path>
              <a:path w="21600" h="21600">
                <a:moveTo>
                  <a:pt x="11531" y="1017"/>
                </a:moveTo>
                <a:lnTo>
                  <a:pt x="11411" y="1091"/>
                </a:lnTo>
                <a:lnTo>
                  <a:pt x="11321" y="1172"/>
                </a:lnTo>
                <a:lnTo>
                  <a:pt x="11218" y="1295"/>
                </a:lnTo>
                <a:lnTo>
                  <a:pt x="11554" y="1087"/>
                </a:lnTo>
                <a:lnTo>
                  <a:pt x="11478" y="1072"/>
                </a:lnTo>
                <a:lnTo>
                  <a:pt x="11505" y="1037"/>
                </a:lnTo>
                <a:cubicBezTo>
                  <a:pt x="11510" y="1041"/>
                  <a:pt x="11513" y="1040"/>
                  <a:pt x="11513" y="1040"/>
                </a:cubicBezTo>
                <a:cubicBezTo>
                  <a:pt x="11515" y="1040"/>
                  <a:pt x="11520" y="1037"/>
                  <a:pt x="11526" y="1028"/>
                </a:cubicBezTo>
              </a:path>
              <a:path w="21600" h="21600">
                <a:moveTo>
                  <a:pt x="12459" y="1017"/>
                </a:moveTo>
                <a:lnTo>
                  <a:pt x="12318" y="1112"/>
                </a:lnTo>
                <a:lnTo>
                  <a:pt x="11965" y="1355"/>
                </a:lnTo>
                <a:lnTo>
                  <a:pt x="11745" y="1623"/>
                </a:lnTo>
                <a:lnTo>
                  <a:pt x="11595" y="1892"/>
                </a:lnTo>
                <a:lnTo>
                  <a:pt x="11875" y="1605"/>
                </a:lnTo>
                <a:lnTo>
                  <a:pt x="12092" y="1428"/>
                </a:lnTo>
                <a:lnTo>
                  <a:pt x="12230" y="1245"/>
                </a:lnTo>
              </a:path>
              <a:path w="21600" h="21600">
                <a:moveTo>
                  <a:pt x="6289" y="1012"/>
                </a:moveTo>
                <a:lnTo>
                  <a:pt x="6024" y="1215"/>
                </a:lnTo>
                <a:lnTo>
                  <a:pt x="5913" y="1278"/>
                </a:lnTo>
                <a:lnTo>
                  <a:pt x="5984" y="1432"/>
                </a:lnTo>
                <a:lnTo>
                  <a:pt x="5988" y="1444"/>
                </a:lnTo>
                <a:cubicBezTo>
                  <a:pt x="6008" y="1494"/>
                  <a:pt x="6027" y="1542"/>
                  <a:pt x="6044" y="1580"/>
                </a:cubicBezTo>
                <a:lnTo>
                  <a:pt x="6046" y="1584"/>
                </a:lnTo>
                <a:lnTo>
                  <a:pt x="6266" y="1456"/>
                </a:lnTo>
                <a:lnTo>
                  <a:pt x="6425" y="1329"/>
                </a:lnTo>
                <a:lnTo>
                  <a:pt x="6328" y="1092"/>
                </a:lnTo>
              </a:path>
              <a:path w="21600" h="21600">
                <a:moveTo>
                  <a:pt x="12225" y="1007"/>
                </a:moveTo>
                <a:lnTo>
                  <a:pt x="11907" y="1217"/>
                </a:lnTo>
                <a:lnTo>
                  <a:pt x="11723" y="1337"/>
                </a:lnTo>
                <a:lnTo>
                  <a:pt x="11582" y="1494"/>
                </a:lnTo>
                <a:lnTo>
                  <a:pt x="11473" y="1670"/>
                </a:lnTo>
                <a:lnTo>
                  <a:pt x="11835" y="1389"/>
                </a:lnTo>
                <a:lnTo>
                  <a:pt x="11933" y="1321"/>
                </a:lnTo>
                <a:lnTo>
                  <a:pt x="12082" y="1141"/>
                </a:lnTo>
              </a:path>
              <a:path w="21600" h="21600">
                <a:moveTo>
                  <a:pt x="7387" y="1006"/>
                </a:moveTo>
                <a:lnTo>
                  <a:pt x="7275" y="1125"/>
                </a:lnTo>
                <a:cubicBezTo>
                  <a:pt x="7210" y="1198"/>
                  <a:pt x="7142" y="1273"/>
                  <a:pt x="7068" y="1345"/>
                </a:cubicBezTo>
                <a:lnTo>
                  <a:pt x="7022" y="1383"/>
                </a:lnTo>
                <a:lnTo>
                  <a:pt x="7027" y="1401"/>
                </a:lnTo>
                <a:cubicBezTo>
                  <a:pt x="7044" y="1466"/>
                  <a:pt x="7063" y="1532"/>
                  <a:pt x="7072" y="1543"/>
                </a:cubicBezTo>
                <a:lnTo>
                  <a:pt x="7228" y="1639"/>
                </a:lnTo>
                <a:lnTo>
                  <a:pt x="7293" y="1583"/>
                </a:lnTo>
                <a:lnTo>
                  <a:pt x="7492" y="1362"/>
                </a:lnTo>
                <a:lnTo>
                  <a:pt x="7476" y="1290"/>
                </a:lnTo>
              </a:path>
              <a:path w="21600" h="21600">
                <a:moveTo>
                  <a:pt x="2906" y="1005"/>
                </a:moveTo>
                <a:lnTo>
                  <a:pt x="2922" y="1026"/>
                </a:lnTo>
                <a:lnTo>
                  <a:pt x="2942" y="1024"/>
                </a:lnTo>
              </a:path>
              <a:path w="21600" h="21600">
                <a:moveTo>
                  <a:pt x="3590" y="1000"/>
                </a:moveTo>
                <a:lnTo>
                  <a:pt x="3583" y="1001"/>
                </a:lnTo>
                <a:lnTo>
                  <a:pt x="3496" y="1010"/>
                </a:lnTo>
                <a:lnTo>
                  <a:pt x="3511" y="1031"/>
                </a:lnTo>
                <a:lnTo>
                  <a:pt x="3594" y="1081"/>
                </a:lnTo>
              </a:path>
              <a:path w="21600" h="21600">
                <a:moveTo>
                  <a:pt x="11001" y="987"/>
                </a:moveTo>
                <a:lnTo>
                  <a:pt x="10847" y="1068"/>
                </a:lnTo>
                <a:lnTo>
                  <a:pt x="10705" y="1204"/>
                </a:lnTo>
                <a:lnTo>
                  <a:pt x="10707" y="1208"/>
                </a:lnTo>
                <a:lnTo>
                  <a:pt x="11028" y="1016"/>
                </a:lnTo>
                <a:lnTo>
                  <a:pt x="11047" y="1006"/>
                </a:lnTo>
                <a:lnTo>
                  <a:pt x="11048" y="1004"/>
                </a:lnTo>
              </a:path>
              <a:path w="21600" h="21600">
                <a:moveTo>
                  <a:pt x="2406" y="986"/>
                </a:moveTo>
                <a:lnTo>
                  <a:pt x="2367" y="1051"/>
                </a:lnTo>
                <a:lnTo>
                  <a:pt x="2469" y="1031"/>
                </a:lnTo>
              </a:path>
              <a:path w="21600" h="21600">
                <a:moveTo>
                  <a:pt x="7921" y="984"/>
                </a:moveTo>
                <a:lnTo>
                  <a:pt x="7708" y="1185"/>
                </a:lnTo>
                <a:lnTo>
                  <a:pt x="7542" y="1372"/>
                </a:lnTo>
                <a:lnTo>
                  <a:pt x="7547" y="1395"/>
                </a:lnTo>
                <a:cubicBezTo>
                  <a:pt x="7556" y="1437"/>
                  <a:pt x="7564" y="1477"/>
                  <a:pt x="7569" y="1488"/>
                </a:cubicBezTo>
                <a:cubicBezTo>
                  <a:pt x="7625" y="1529"/>
                  <a:pt x="7685" y="1562"/>
                  <a:pt x="7749" y="1597"/>
                </a:cubicBezTo>
                <a:lnTo>
                  <a:pt x="7761" y="1603"/>
                </a:lnTo>
                <a:lnTo>
                  <a:pt x="7921" y="1412"/>
                </a:lnTo>
                <a:lnTo>
                  <a:pt x="8002" y="1326"/>
                </a:lnTo>
                <a:lnTo>
                  <a:pt x="7988" y="1237"/>
                </a:lnTo>
              </a:path>
              <a:path w="21600" h="21600">
                <a:moveTo>
                  <a:pt x="11199" y="974"/>
                </a:moveTo>
                <a:lnTo>
                  <a:pt x="11113" y="1021"/>
                </a:lnTo>
                <a:lnTo>
                  <a:pt x="11126" y="1044"/>
                </a:lnTo>
              </a:path>
              <a:path w="21600" h="21600">
                <a:moveTo>
                  <a:pt x="2078" y="974"/>
                </a:moveTo>
                <a:lnTo>
                  <a:pt x="2089" y="1004"/>
                </a:lnTo>
                <a:lnTo>
                  <a:pt x="2094" y="994"/>
                </a:lnTo>
              </a:path>
              <a:path w="21600" h="21600">
                <a:moveTo>
                  <a:pt x="3711" y="974"/>
                </a:moveTo>
                <a:lnTo>
                  <a:pt x="3634" y="990"/>
                </a:lnTo>
                <a:lnTo>
                  <a:pt x="3640" y="1108"/>
                </a:lnTo>
                <a:lnTo>
                  <a:pt x="3668" y="1124"/>
                </a:lnTo>
                <a:lnTo>
                  <a:pt x="3699" y="1070"/>
                </a:lnTo>
                <a:lnTo>
                  <a:pt x="3712" y="976"/>
                </a:lnTo>
              </a:path>
              <a:path w="21600" h="21600">
                <a:moveTo>
                  <a:pt x="8446" y="974"/>
                </a:moveTo>
                <a:lnTo>
                  <a:pt x="8310" y="1081"/>
                </a:lnTo>
                <a:cubicBezTo>
                  <a:pt x="8259" y="1126"/>
                  <a:pt x="8207" y="1176"/>
                  <a:pt x="8149" y="1235"/>
                </a:cubicBezTo>
                <a:lnTo>
                  <a:pt x="8050" y="1341"/>
                </a:lnTo>
                <a:lnTo>
                  <a:pt x="8061" y="1414"/>
                </a:lnTo>
                <a:cubicBezTo>
                  <a:pt x="8062" y="1424"/>
                  <a:pt x="8063" y="1432"/>
                  <a:pt x="8064" y="1437"/>
                </a:cubicBezTo>
                <a:cubicBezTo>
                  <a:pt x="8114" y="1478"/>
                  <a:pt x="8174" y="1507"/>
                  <a:pt x="8237" y="1538"/>
                </a:cubicBezTo>
                <a:lnTo>
                  <a:pt x="8272" y="1555"/>
                </a:lnTo>
                <a:lnTo>
                  <a:pt x="8511" y="1293"/>
                </a:lnTo>
                <a:lnTo>
                  <a:pt x="8500" y="1185"/>
                </a:lnTo>
              </a:path>
              <a:path w="21600" h="21600">
                <a:moveTo>
                  <a:pt x="1019" y="970"/>
                </a:moveTo>
                <a:lnTo>
                  <a:pt x="668" y="1010"/>
                </a:lnTo>
                <a:lnTo>
                  <a:pt x="535" y="1041"/>
                </a:lnTo>
                <a:lnTo>
                  <a:pt x="551" y="1058"/>
                </a:lnTo>
                <a:lnTo>
                  <a:pt x="744" y="1253"/>
                </a:lnTo>
                <a:lnTo>
                  <a:pt x="927" y="1212"/>
                </a:lnTo>
                <a:lnTo>
                  <a:pt x="1216" y="1182"/>
                </a:lnTo>
                <a:lnTo>
                  <a:pt x="1068" y="1024"/>
                </a:lnTo>
              </a:path>
              <a:path w="21600" h="21600">
                <a:moveTo>
                  <a:pt x="5707" y="969"/>
                </a:moveTo>
                <a:lnTo>
                  <a:pt x="5662" y="1000"/>
                </a:lnTo>
                <a:lnTo>
                  <a:pt x="5317" y="1185"/>
                </a:lnTo>
                <a:lnTo>
                  <a:pt x="5467" y="1481"/>
                </a:lnTo>
                <a:lnTo>
                  <a:pt x="5855" y="1262"/>
                </a:lnTo>
                <a:lnTo>
                  <a:pt x="5802" y="1148"/>
                </a:lnTo>
              </a:path>
              <a:path w="21600" h="21600">
                <a:moveTo>
                  <a:pt x="4181" y="961"/>
                </a:moveTo>
                <a:lnTo>
                  <a:pt x="4170" y="1053"/>
                </a:lnTo>
                <a:lnTo>
                  <a:pt x="4246" y="1123"/>
                </a:lnTo>
                <a:lnTo>
                  <a:pt x="4254" y="1033"/>
                </a:lnTo>
              </a:path>
              <a:path w="21600" h="21600">
                <a:moveTo>
                  <a:pt x="8976" y="960"/>
                </a:moveTo>
                <a:lnTo>
                  <a:pt x="8862" y="1043"/>
                </a:lnTo>
                <a:lnTo>
                  <a:pt x="8559" y="1309"/>
                </a:lnTo>
                <a:lnTo>
                  <a:pt x="8559" y="1316"/>
                </a:lnTo>
                <a:cubicBezTo>
                  <a:pt x="8561" y="1348"/>
                  <a:pt x="8561" y="1369"/>
                  <a:pt x="8560" y="1383"/>
                </a:cubicBezTo>
                <a:cubicBezTo>
                  <a:pt x="8604" y="1413"/>
                  <a:pt x="8652" y="1436"/>
                  <a:pt x="8703" y="1461"/>
                </a:cubicBezTo>
                <a:cubicBezTo>
                  <a:pt x="8759" y="1441"/>
                  <a:pt x="8793" y="1439"/>
                  <a:pt x="8816" y="1453"/>
                </a:cubicBezTo>
                <a:lnTo>
                  <a:pt x="8819" y="1462"/>
                </a:lnTo>
                <a:lnTo>
                  <a:pt x="9017" y="1268"/>
                </a:lnTo>
                <a:lnTo>
                  <a:pt x="9012" y="1133"/>
                </a:lnTo>
              </a:path>
              <a:path w="21600" h="21600">
                <a:moveTo>
                  <a:pt x="3825" y="951"/>
                </a:moveTo>
                <a:lnTo>
                  <a:pt x="3817" y="952"/>
                </a:lnTo>
                <a:lnTo>
                  <a:pt x="3801" y="980"/>
                </a:lnTo>
                <a:lnTo>
                  <a:pt x="3815" y="988"/>
                </a:lnTo>
              </a:path>
              <a:path w="21600" h="21600">
                <a:moveTo>
                  <a:pt x="14619" y="950"/>
                </a:moveTo>
                <a:lnTo>
                  <a:pt x="14343" y="1225"/>
                </a:lnTo>
                <a:cubicBezTo>
                  <a:pt x="13989" y="1622"/>
                  <a:pt x="13710" y="2040"/>
                  <a:pt x="13515" y="2469"/>
                </a:cubicBezTo>
                <a:lnTo>
                  <a:pt x="13314" y="3037"/>
                </a:lnTo>
                <a:lnTo>
                  <a:pt x="13249" y="3326"/>
                </a:lnTo>
                <a:lnTo>
                  <a:pt x="13222" y="3486"/>
                </a:lnTo>
                <a:lnTo>
                  <a:pt x="13171" y="4118"/>
                </a:lnTo>
                <a:lnTo>
                  <a:pt x="13195" y="4754"/>
                </a:lnTo>
                <a:lnTo>
                  <a:pt x="13285" y="5380"/>
                </a:lnTo>
                <a:lnTo>
                  <a:pt x="13415" y="5899"/>
                </a:lnTo>
                <a:lnTo>
                  <a:pt x="13410" y="5698"/>
                </a:lnTo>
                <a:cubicBezTo>
                  <a:pt x="13397" y="5480"/>
                  <a:pt x="13378" y="5279"/>
                  <a:pt x="13359" y="5105"/>
                </a:cubicBezTo>
                <a:cubicBezTo>
                  <a:pt x="13236" y="3957"/>
                  <a:pt x="13344" y="3090"/>
                  <a:pt x="13710" y="2292"/>
                </a:cubicBezTo>
                <a:cubicBezTo>
                  <a:pt x="13916" y="1843"/>
                  <a:pt x="14206" y="1415"/>
                  <a:pt x="14570" y="1020"/>
                </a:cubicBezTo>
              </a:path>
              <a:path w="21600" h="21600">
                <a:moveTo>
                  <a:pt x="4305" y="940"/>
                </a:moveTo>
                <a:lnTo>
                  <a:pt x="4299" y="1014"/>
                </a:lnTo>
                <a:lnTo>
                  <a:pt x="4368" y="1082"/>
                </a:lnTo>
                <a:lnTo>
                  <a:pt x="4369" y="1072"/>
                </a:lnTo>
                <a:lnTo>
                  <a:pt x="4356" y="994"/>
                </a:lnTo>
              </a:path>
              <a:path w="21600" h="21600">
                <a:moveTo>
                  <a:pt x="3255" y="934"/>
                </a:moveTo>
                <a:lnTo>
                  <a:pt x="3268" y="990"/>
                </a:lnTo>
                <a:lnTo>
                  <a:pt x="3341" y="982"/>
                </a:lnTo>
              </a:path>
              <a:path w="21600" h="21600">
                <a:moveTo>
                  <a:pt x="9501" y="928"/>
                </a:moveTo>
                <a:lnTo>
                  <a:pt x="9353" y="1037"/>
                </a:lnTo>
                <a:cubicBezTo>
                  <a:pt x="9275" y="1101"/>
                  <a:pt x="9188" y="1172"/>
                  <a:pt x="9092" y="1257"/>
                </a:cubicBezTo>
                <a:lnTo>
                  <a:pt x="9060" y="1289"/>
                </a:lnTo>
                <a:lnTo>
                  <a:pt x="9056" y="1328"/>
                </a:lnTo>
                <a:cubicBezTo>
                  <a:pt x="9076" y="1341"/>
                  <a:pt x="9097" y="1352"/>
                  <a:pt x="9120" y="1363"/>
                </a:cubicBezTo>
                <a:cubicBezTo>
                  <a:pt x="9123" y="1360"/>
                  <a:pt x="9125" y="1357"/>
                  <a:pt x="9129" y="1354"/>
                </a:cubicBezTo>
                <a:lnTo>
                  <a:pt x="9133" y="1350"/>
                </a:lnTo>
                <a:lnTo>
                  <a:pt x="9139" y="1348"/>
                </a:lnTo>
                <a:cubicBezTo>
                  <a:pt x="9195" y="1334"/>
                  <a:pt x="9234" y="1335"/>
                  <a:pt x="9261" y="1351"/>
                </a:cubicBezTo>
                <a:lnTo>
                  <a:pt x="9280" y="1389"/>
                </a:lnTo>
                <a:lnTo>
                  <a:pt x="9300" y="1383"/>
                </a:lnTo>
                <a:lnTo>
                  <a:pt x="9377" y="1354"/>
                </a:lnTo>
                <a:lnTo>
                  <a:pt x="9509" y="1227"/>
                </a:lnTo>
                <a:lnTo>
                  <a:pt x="9522" y="1214"/>
                </a:lnTo>
                <a:lnTo>
                  <a:pt x="9522" y="1211"/>
                </a:lnTo>
                <a:cubicBezTo>
                  <a:pt x="9525" y="1180"/>
                  <a:pt x="9527" y="1136"/>
                  <a:pt x="9525" y="1079"/>
                </a:cubicBezTo>
              </a:path>
              <a:path w="21600" h="21600">
                <a:moveTo>
                  <a:pt x="3947" y="925"/>
                </a:moveTo>
                <a:lnTo>
                  <a:pt x="3893" y="937"/>
                </a:lnTo>
                <a:lnTo>
                  <a:pt x="3862" y="1018"/>
                </a:lnTo>
                <a:lnTo>
                  <a:pt x="3968" y="1085"/>
                </a:lnTo>
                <a:lnTo>
                  <a:pt x="3990" y="1038"/>
                </a:lnTo>
                <a:lnTo>
                  <a:pt x="3999" y="978"/>
                </a:lnTo>
                <a:lnTo>
                  <a:pt x="3976" y="945"/>
                </a:lnTo>
              </a:path>
              <a:path w="21600" h="21600">
                <a:moveTo>
                  <a:pt x="2764" y="925"/>
                </a:moveTo>
                <a:lnTo>
                  <a:pt x="2805" y="1019"/>
                </a:lnTo>
                <a:lnTo>
                  <a:pt x="2811" y="1038"/>
                </a:lnTo>
                <a:lnTo>
                  <a:pt x="2871" y="1031"/>
                </a:lnTo>
                <a:lnTo>
                  <a:pt x="2808" y="951"/>
                </a:lnTo>
              </a:path>
              <a:path w="21600" h="21600">
                <a:moveTo>
                  <a:pt x="3630" y="924"/>
                </a:moveTo>
                <a:lnTo>
                  <a:pt x="3632" y="947"/>
                </a:lnTo>
                <a:lnTo>
                  <a:pt x="3658" y="941"/>
                </a:lnTo>
              </a:path>
              <a:path w="21600" h="21600">
                <a:moveTo>
                  <a:pt x="2180" y="913"/>
                </a:moveTo>
                <a:lnTo>
                  <a:pt x="2145" y="990"/>
                </a:lnTo>
                <a:lnTo>
                  <a:pt x="2221" y="1085"/>
                </a:lnTo>
                <a:lnTo>
                  <a:pt x="2225" y="1085"/>
                </a:lnTo>
                <a:lnTo>
                  <a:pt x="2234" y="1077"/>
                </a:lnTo>
                <a:lnTo>
                  <a:pt x="2278" y="1068"/>
                </a:lnTo>
                <a:lnTo>
                  <a:pt x="2270" y="1050"/>
                </a:lnTo>
                <a:lnTo>
                  <a:pt x="2248" y="995"/>
                </a:lnTo>
              </a:path>
              <a:path w="21600" h="21600">
                <a:moveTo>
                  <a:pt x="11499" y="909"/>
                </a:moveTo>
                <a:lnTo>
                  <a:pt x="11164" y="1111"/>
                </a:lnTo>
                <a:lnTo>
                  <a:pt x="11169" y="1121"/>
                </a:lnTo>
                <a:lnTo>
                  <a:pt x="11192" y="1170"/>
                </a:lnTo>
                <a:lnTo>
                  <a:pt x="11340" y="1082"/>
                </a:lnTo>
                <a:lnTo>
                  <a:pt x="11386" y="1053"/>
                </a:lnTo>
                <a:lnTo>
                  <a:pt x="11519" y="934"/>
                </a:lnTo>
              </a:path>
              <a:path w="21600" h="21600">
                <a:moveTo>
                  <a:pt x="1574" y="908"/>
                </a:moveTo>
                <a:lnTo>
                  <a:pt x="1073" y="964"/>
                </a:lnTo>
                <a:lnTo>
                  <a:pt x="1102" y="995"/>
                </a:lnTo>
                <a:lnTo>
                  <a:pt x="1271" y="1177"/>
                </a:lnTo>
                <a:lnTo>
                  <a:pt x="1697" y="1133"/>
                </a:lnTo>
                <a:lnTo>
                  <a:pt x="1698" y="1112"/>
                </a:lnTo>
                <a:lnTo>
                  <a:pt x="1687" y="1038"/>
                </a:lnTo>
                <a:lnTo>
                  <a:pt x="1619" y="961"/>
                </a:lnTo>
              </a:path>
              <a:path w="21600" h="21600">
                <a:moveTo>
                  <a:pt x="2453" y="908"/>
                </a:moveTo>
                <a:lnTo>
                  <a:pt x="2431" y="945"/>
                </a:lnTo>
                <a:lnTo>
                  <a:pt x="2487" y="986"/>
                </a:lnTo>
                <a:lnTo>
                  <a:pt x="2480" y="969"/>
                </a:lnTo>
              </a:path>
              <a:path w="21600" h="21600">
                <a:moveTo>
                  <a:pt x="4391" y="905"/>
                </a:moveTo>
                <a:lnTo>
                  <a:pt x="4397" y="973"/>
                </a:lnTo>
                <a:lnTo>
                  <a:pt x="4427" y="1005"/>
                </a:lnTo>
                <a:lnTo>
                  <a:pt x="4413" y="929"/>
                </a:lnTo>
              </a:path>
              <a:path w="21600" h="21600">
                <a:moveTo>
                  <a:pt x="1671" y="897"/>
                </a:moveTo>
                <a:lnTo>
                  <a:pt x="1626" y="903"/>
                </a:lnTo>
                <a:lnTo>
                  <a:pt x="1653" y="934"/>
                </a:lnTo>
                <a:lnTo>
                  <a:pt x="1675" y="960"/>
                </a:lnTo>
                <a:lnTo>
                  <a:pt x="1670" y="928"/>
                </a:lnTo>
              </a:path>
              <a:path w="21600" h="21600">
                <a:moveTo>
                  <a:pt x="4110" y="891"/>
                </a:moveTo>
                <a:lnTo>
                  <a:pt x="4055" y="903"/>
                </a:lnTo>
                <a:lnTo>
                  <a:pt x="4049" y="942"/>
                </a:lnTo>
                <a:lnTo>
                  <a:pt x="4130" y="1016"/>
                </a:lnTo>
                <a:lnTo>
                  <a:pt x="4141" y="922"/>
                </a:lnTo>
              </a:path>
              <a:path w="21600" h="21600">
                <a:moveTo>
                  <a:pt x="1774" y="886"/>
                </a:moveTo>
                <a:lnTo>
                  <a:pt x="1774" y="886"/>
                </a:lnTo>
                <a:lnTo>
                  <a:pt x="1774" y="887"/>
                </a:lnTo>
              </a:path>
              <a:path w="21600" h="21600">
                <a:moveTo>
                  <a:pt x="5090" y="879"/>
                </a:moveTo>
                <a:lnTo>
                  <a:pt x="4862" y="1003"/>
                </a:lnTo>
                <a:lnTo>
                  <a:pt x="4680" y="1069"/>
                </a:lnTo>
                <a:lnTo>
                  <a:pt x="4843" y="1344"/>
                </a:lnTo>
                <a:lnTo>
                  <a:pt x="5116" y="1245"/>
                </a:lnTo>
                <a:lnTo>
                  <a:pt x="5257" y="1168"/>
                </a:lnTo>
                <a:lnTo>
                  <a:pt x="5097" y="892"/>
                </a:lnTo>
              </a:path>
              <a:path w="21600" h="21600">
                <a:moveTo>
                  <a:pt x="1834" y="879"/>
                </a:moveTo>
                <a:lnTo>
                  <a:pt x="1823" y="880"/>
                </a:lnTo>
                <a:lnTo>
                  <a:pt x="1794" y="1005"/>
                </a:lnTo>
                <a:lnTo>
                  <a:pt x="1807" y="1077"/>
                </a:lnTo>
                <a:lnTo>
                  <a:pt x="1818" y="1121"/>
                </a:lnTo>
                <a:lnTo>
                  <a:pt x="1855" y="1117"/>
                </a:lnTo>
                <a:lnTo>
                  <a:pt x="1861" y="1092"/>
                </a:lnTo>
                <a:lnTo>
                  <a:pt x="1880" y="1034"/>
                </a:lnTo>
              </a:path>
              <a:path w="21600" h="21600">
                <a:moveTo>
                  <a:pt x="12917" y="875"/>
                </a:moveTo>
                <a:lnTo>
                  <a:pt x="12815" y="947"/>
                </a:lnTo>
                <a:lnTo>
                  <a:pt x="12411" y="1377"/>
                </a:lnTo>
                <a:lnTo>
                  <a:pt x="12325" y="1500"/>
                </a:lnTo>
                <a:lnTo>
                  <a:pt x="12663" y="1210"/>
                </a:lnTo>
                <a:lnTo>
                  <a:pt x="12898" y="1032"/>
                </a:lnTo>
                <a:lnTo>
                  <a:pt x="12964" y="957"/>
                </a:lnTo>
                <a:lnTo>
                  <a:pt x="13015" y="913"/>
                </a:lnTo>
                <a:lnTo>
                  <a:pt x="12956" y="903"/>
                </a:lnTo>
              </a:path>
              <a:path w="21600" h="21600">
                <a:moveTo>
                  <a:pt x="11293" y="874"/>
                </a:moveTo>
                <a:lnTo>
                  <a:pt x="11145" y="910"/>
                </a:lnTo>
                <a:lnTo>
                  <a:pt x="11105" y="932"/>
                </a:lnTo>
                <a:lnTo>
                  <a:pt x="11098" y="979"/>
                </a:lnTo>
              </a:path>
              <a:path w="21600" h="21600">
                <a:moveTo>
                  <a:pt x="1934" y="868"/>
                </a:moveTo>
                <a:lnTo>
                  <a:pt x="1880" y="874"/>
                </a:lnTo>
                <a:lnTo>
                  <a:pt x="1905" y="958"/>
                </a:lnTo>
                <a:lnTo>
                  <a:pt x="1935" y="869"/>
                </a:lnTo>
              </a:path>
              <a:path w="21600" h="21600">
                <a:moveTo>
                  <a:pt x="2245" y="867"/>
                </a:moveTo>
                <a:lnTo>
                  <a:pt x="2285" y="968"/>
                </a:lnTo>
                <a:lnTo>
                  <a:pt x="2287" y="972"/>
                </a:lnTo>
                <a:lnTo>
                  <a:pt x="2330" y="1024"/>
                </a:lnTo>
                <a:lnTo>
                  <a:pt x="2369" y="959"/>
                </a:lnTo>
              </a:path>
              <a:path w="21600" h="21600">
                <a:moveTo>
                  <a:pt x="11573" y="866"/>
                </a:moveTo>
                <a:lnTo>
                  <a:pt x="11540" y="885"/>
                </a:lnTo>
                <a:lnTo>
                  <a:pt x="11539" y="885"/>
                </a:lnTo>
                <a:lnTo>
                  <a:pt x="11556" y="901"/>
                </a:lnTo>
                <a:lnTo>
                  <a:pt x="11569" y="888"/>
                </a:lnTo>
                <a:lnTo>
                  <a:pt x="11573" y="867"/>
                </a:lnTo>
              </a:path>
              <a:path w="21600" h="21600">
                <a:moveTo>
                  <a:pt x="11990" y="866"/>
                </a:moveTo>
                <a:lnTo>
                  <a:pt x="11788" y="992"/>
                </a:lnTo>
                <a:lnTo>
                  <a:pt x="11525" y="1253"/>
                </a:lnTo>
                <a:lnTo>
                  <a:pt x="12031" y="928"/>
                </a:lnTo>
              </a:path>
              <a:path w="21600" h="21600">
                <a:moveTo>
                  <a:pt x="1990" y="864"/>
                </a:moveTo>
                <a:lnTo>
                  <a:pt x="1984" y="864"/>
                </a:lnTo>
                <a:lnTo>
                  <a:pt x="1927" y="1033"/>
                </a:lnTo>
                <a:lnTo>
                  <a:pt x="1949" y="1108"/>
                </a:lnTo>
                <a:lnTo>
                  <a:pt x="2046" y="1098"/>
                </a:lnTo>
                <a:lnTo>
                  <a:pt x="2063" y="1062"/>
                </a:lnTo>
              </a:path>
              <a:path w="21600" h="21600">
                <a:moveTo>
                  <a:pt x="10019" y="863"/>
                </a:moveTo>
                <a:lnTo>
                  <a:pt x="9987" y="883"/>
                </a:lnTo>
                <a:lnTo>
                  <a:pt x="9563" y="1236"/>
                </a:lnTo>
                <a:lnTo>
                  <a:pt x="9563" y="1246"/>
                </a:lnTo>
                <a:cubicBezTo>
                  <a:pt x="9564" y="1245"/>
                  <a:pt x="9566" y="1244"/>
                  <a:pt x="9567" y="1243"/>
                </a:cubicBezTo>
                <a:lnTo>
                  <a:pt x="9572" y="1239"/>
                </a:lnTo>
                <a:lnTo>
                  <a:pt x="9577" y="1238"/>
                </a:lnTo>
                <a:lnTo>
                  <a:pt x="9687" y="1258"/>
                </a:lnTo>
                <a:lnTo>
                  <a:pt x="9716" y="1251"/>
                </a:lnTo>
                <a:lnTo>
                  <a:pt x="9902" y="1179"/>
                </a:lnTo>
                <a:lnTo>
                  <a:pt x="9955" y="1164"/>
                </a:lnTo>
                <a:lnTo>
                  <a:pt x="10006" y="1130"/>
                </a:lnTo>
                <a:lnTo>
                  <a:pt x="10010" y="1127"/>
                </a:lnTo>
                <a:lnTo>
                  <a:pt x="10016" y="1127"/>
                </a:lnTo>
                <a:lnTo>
                  <a:pt x="10022" y="1126"/>
                </a:lnTo>
                <a:lnTo>
                  <a:pt x="10031" y="1119"/>
                </a:lnTo>
                <a:lnTo>
                  <a:pt x="10037" y="1026"/>
                </a:lnTo>
              </a:path>
              <a:path w="21600" h="21600">
                <a:moveTo>
                  <a:pt x="11415" y="858"/>
                </a:moveTo>
                <a:lnTo>
                  <a:pt x="11347" y="895"/>
                </a:lnTo>
                <a:lnTo>
                  <a:pt x="11140" y="1070"/>
                </a:lnTo>
                <a:lnTo>
                  <a:pt x="11142" y="1073"/>
                </a:lnTo>
                <a:lnTo>
                  <a:pt x="11471" y="874"/>
                </a:lnTo>
                <a:lnTo>
                  <a:pt x="11468" y="871"/>
                </a:lnTo>
              </a:path>
              <a:path w="21600" h="21600">
                <a:moveTo>
                  <a:pt x="2078" y="856"/>
                </a:moveTo>
                <a:lnTo>
                  <a:pt x="2036" y="860"/>
                </a:lnTo>
                <a:lnTo>
                  <a:pt x="2075" y="965"/>
                </a:lnTo>
              </a:path>
              <a:path w="21600" h="21600">
                <a:moveTo>
                  <a:pt x="2734" y="855"/>
                </a:moveTo>
                <a:lnTo>
                  <a:pt x="2736" y="859"/>
                </a:lnTo>
                <a:lnTo>
                  <a:pt x="2738" y="860"/>
                </a:lnTo>
              </a:path>
              <a:path w="21600" h="21600">
                <a:moveTo>
                  <a:pt x="4223" y="854"/>
                </a:moveTo>
                <a:lnTo>
                  <a:pt x="4192" y="865"/>
                </a:lnTo>
                <a:lnTo>
                  <a:pt x="4187" y="904"/>
                </a:lnTo>
                <a:lnTo>
                  <a:pt x="4259" y="974"/>
                </a:lnTo>
                <a:lnTo>
                  <a:pt x="4265" y="898"/>
                </a:lnTo>
              </a:path>
              <a:path w="21600" h="21600">
                <a:moveTo>
                  <a:pt x="13481" y="853"/>
                </a:moveTo>
                <a:lnTo>
                  <a:pt x="13105" y="1152"/>
                </a:lnTo>
                <a:lnTo>
                  <a:pt x="12964" y="1279"/>
                </a:lnTo>
                <a:lnTo>
                  <a:pt x="12710" y="1585"/>
                </a:lnTo>
                <a:cubicBezTo>
                  <a:pt x="12177" y="2332"/>
                  <a:pt x="12046" y="3062"/>
                  <a:pt x="11988" y="3677"/>
                </a:cubicBezTo>
                <a:cubicBezTo>
                  <a:pt x="11954" y="4044"/>
                  <a:pt x="11903" y="4370"/>
                  <a:pt x="11829" y="4702"/>
                </a:cubicBezTo>
                <a:lnTo>
                  <a:pt x="11812" y="4776"/>
                </a:lnTo>
                <a:lnTo>
                  <a:pt x="11868" y="5029"/>
                </a:lnTo>
                <a:lnTo>
                  <a:pt x="11950" y="5267"/>
                </a:lnTo>
                <a:lnTo>
                  <a:pt x="11955" y="5249"/>
                </a:lnTo>
                <a:cubicBezTo>
                  <a:pt x="11977" y="5152"/>
                  <a:pt x="11999" y="5048"/>
                  <a:pt x="12020" y="4935"/>
                </a:cubicBezTo>
                <a:lnTo>
                  <a:pt x="12072" y="4600"/>
                </a:lnTo>
                <a:lnTo>
                  <a:pt x="12028" y="4385"/>
                </a:lnTo>
                <a:cubicBezTo>
                  <a:pt x="11998" y="4144"/>
                  <a:pt x="11988" y="3910"/>
                  <a:pt x="11998" y="3685"/>
                </a:cubicBezTo>
                <a:cubicBezTo>
                  <a:pt x="12016" y="3268"/>
                  <a:pt x="12116" y="2867"/>
                  <a:pt x="12294" y="2492"/>
                </a:cubicBezTo>
                <a:cubicBezTo>
                  <a:pt x="12383" y="2306"/>
                  <a:pt x="12495" y="2122"/>
                  <a:pt x="12628" y="1940"/>
                </a:cubicBezTo>
                <a:lnTo>
                  <a:pt x="12745" y="1803"/>
                </a:lnTo>
                <a:lnTo>
                  <a:pt x="12822" y="1664"/>
                </a:lnTo>
                <a:cubicBezTo>
                  <a:pt x="12948" y="1475"/>
                  <a:pt x="13089" y="1295"/>
                  <a:pt x="13243" y="1125"/>
                </a:cubicBezTo>
                <a:lnTo>
                  <a:pt x="13522" y="860"/>
                </a:lnTo>
              </a:path>
              <a:path w="21600" h="21600">
                <a:moveTo>
                  <a:pt x="2131" y="851"/>
                </a:moveTo>
                <a:lnTo>
                  <a:pt x="2119" y="853"/>
                </a:lnTo>
                <a:lnTo>
                  <a:pt x="2117" y="945"/>
                </a:lnTo>
                <a:lnTo>
                  <a:pt x="2149" y="874"/>
                </a:lnTo>
              </a:path>
              <a:path w="21600" h="21600">
                <a:moveTo>
                  <a:pt x="3839" y="851"/>
                </a:moveTo>
                <a:lnTo>
                  <a:pt x="3830" y="905"/>
                </a:lnTo>
                <a:lnTo>
                  <a:pt x="3839" y="904"/>
                </a:lnTo>
                <a:lnTo>
                  <a:pt x="3851" y="860"/>
                </a:lnTo>
              </a:path>
              <a:path w="21600" h="21600">
                <a:moveTo>
                  <a:pt x="4063" y="845"/>
                </a:moveTo>
                <a:lnTo>
                  <a:pt x="4061" y="857"/>
                </a:lnTo>
                <a:lnTo>
                  <a:pt x="4073" y="855"/>
                </a:lnTo>
              </a:path>
              <a:path w="21600" h="21600">
                <a:moveTo>
                  <a:pt x="11624" y="839"/>
                </a:moveTo>
                <a:lnTo>
                  <a:pt x="11620" y="841"/>
                </a:lnTo>
                <a:lnTo>
                  <a:pt x="11620" y="842"/>
                </a:lnTo>
              </a:path>
              <a:path w="21600" h="21600">
                <a:moveTo>
                  <a:pt x="12484" y="836"/>
                </a:moveTo>
                <a:lnTo>
                  <a:pt x="12453" y="857"/>
                </a:lnTo>
                <a:lnTo>
                  <a:pt x="12117" y="1170"/>
                </a:lnTo>
                <a:lnTo>
                  <a:pt x="12069" y="1228"/>
                </a:lnTo>
                <a:lnTo>
                  <a:pt x="12293" y="1075"/>
                </a:lnTo>
                <a:lnTo>
                  <a:pt x="12462" y="960"/>
                </a:lnTo>
                <a:lnTo>
                  <a:pt x="12461" y="959"/>
                </a:lnTo>
                <a:lnTo>
                  <a:pt x="12488" y="925"/>
                </a:lnTo>
                <a:cubicBezTo>
                  <a:pt x="12484" y="922"/>
                  <a:pt x="12479" y="922"/>
                  <a:pt x="12478" y="923"/>
                </a:cubicBezTo>
                <a:cubicBezTo>
                  <a:pt x="12482" y="922"/>
                  <a:pt x="12493" y="916"/>
                  <a:pt x="12501" y="912"/>
                </a:cubicBezTo>
                <a:cubicBezTo>
                  <a:pt x="12508" y="908"/>
                  <a:pt x="12516" y="904"/>
                  <a:pt x="12524" y="901"/>
                </a:cubicBezTo>
                <a:cubicBezTo>
                  <a:pt x="12519" y="892"/>
                  <a:pt x="12515" y="884"/>
                  <a:pt x="12510" y="875"/>
                </a:cubicBezTo>
              </a:path>
              <a:path w="21600" h="21600">
                <a:moveTo>
                  <a:pt x="2418" y="826"/>
                </a:moveTo>
                <a:lnTo>
                  <a:pt x="2283" y="838"/>
                </a:lnTo>
                <a:lnTo>
                  <a:pt x="2393" y="918"/>
                </a:lnTo>
                <a:lnTo>
                  <a:pt x="2431" y="855"/>
                </a:lnTo>
              </a:path>
              <a:path w="21600" h="21600">
                <a:moveTo>
                  <a:pt x="12993" y="822"/>
                </a:moveTo>
                <a:lnTo>
                  <a:pt x="12945" y="856"/>
                </a:lnTo>
                <a:lnTo>
                  <a:pt x="12962" y="860"/>
                </a:lnTo>
                <a:cubicBezTo>
                  <a:pt x="12970" y="851"/>
                  <a:pt x="12982" y="837"/>
                  <a:pt x="12995" y="826"/>
                </a:cubicBezTo>
              </a:path>
              <a:path w="21600" h="21600">
                <a:moveTo>
                  <a:pt x="15072" y="822"/>
                </a:moveTo>
                <a:lnTo>
                  <a:pt x="14748" y="1155"/>
                </a:lnTo>
                <a:cubicBezTo>
                  <a:pt x="14391" y="1570"/>
                  <a:pt x="14108" y="2007"/>
                  <a:pt x="13908" y="2455"/>
                </a:cubicBezTo>
                <a:lnTo>
                  <a:pt x="13671" y="3124"/>
                </a:lnTo>
                <a:lnTo>
                  <a:pt x="13566" y="3727"/>
                </a:lnTo>
                <a:cubicBezTo>
                  <a:pt x="13541" y="3965"/>
                  <a:pt x="13533" y="4214"/>
                  <a:pt x="13540" y="4476"/>
                </a:cubicBezTo>
                <a:lnTo>
                  <a:pt x="13587" y="5061"/>
                </a:lnTo>
                <a:lnTo>
                  <a:pt x="13638" y="5468"/>
                </a:lnTo>
                <a:cubicBezTo>
                  <a:pt x="13686" y="5728"/>
                  <a:pt x="13753" y="5993"/>
                  <a:pt x="13817" y="6249"/>
                </a:cubicBezTo>
                <a:lnTo>
                  <a:pt x="13865" y="6458"/>
                </a:lnTo>
                <a:lnTo>
                  <a:pt x="13846" y="6161"/>
                </a:lnTo>
                <a:cubicBezTo>
                  <a:pt x="13822" y="5931"/>
                  <a:pt x="13792" y="5713"/>
                  <a:pt x="13763" y="5514"/>
                </a:cubicBezTo>
                <a:cubicBezTo>
                  <a:pt x="13583" y="4306"/>
                  <a:pt x="13660" y="3349"/>
                  <a:pt x="14006" y="2501"/>
                </a:cubicBezTo>
                <a:cubicBezTo>
                  <a:pt x="14198" y="2030"/>
                  <a:pt x="14480" y="1573"/>
                  <a:pt x="14845" y="1143"/>
                </a:cubicBezTo>
                <a:cubicBezTo>
                  <a:pt x="14873" y="1111"/>
                  <a:pt x="14897" y="1073"/>
                  <a:pt x="14914" y="1047"/>
                </a:cubicBezTo>
              </a:path>
              <a:path w="21600" h="21600">
                <a:moveTo>
                  <a:pt x="4316" y="820"/>
                </a:moveTo>
                <a:lnTo>
                  <a:pt x="4299" y="826"/>
                </a:lnTo>
                <a:lnTo>
                  <a:pt x="4306" y="878"/>
                </a:lnTo>
                <a:lnTo>
                  <a:pt x="4343" y="916"/>
                </a:lnTo>
                <a:lnTo>
                  <a:pt x="4330" y="836"/>
                </a:lnTo>
              </a:path>
              <a:path w="21600" h="21600">
                <a:moveTo>
                  <a:pt x="2572" y="813"/>
                </a:moveTo>
                <a:lnTo>
                  <a:pt x="2507" y="819"/>
                </a:lnTo>
                <a:lnTo>
                  <a:pt x="2482" y="861"/>
                </a:lnTo>
                <a:lnTo>
                  <a:pt x="2521" y="952"/>
                </a:lnTo>
                <a:lnTo>
                  <a:pt x="2547" y="1016"/>
                </a:lnTo>
                <a:lnTo>
                  <a:pt x="2579" y="1010"/>
                </a:lnTo>
                <a:cubicBezTo>
                  <a:pt x="2594" y="1008"/>
                  <a:pt x="2610" y="1007"/>
                  <a:pt x="2626" y="1005"/>
                </a:cubicBezTo>
                <a:cubicBezTo>
                  <a:pt x="2642" y="994"/>
                  <a:pt x="2660" y="992"/>
                  <a:pt x="2672" y="996"/>
                </a:cubicBezTo>
                <a:cubicBezTo>
                  <a:pt x="2687" y="1001"/>
                  <a:pt x="2692" y="1013"/>
                  <a:pt x="2691" y="1022"/>
                </a:cubicBezTo>
                <a:cubicBezTo>
                  <a:pt x="2691" y="1026"/>
                  <a:pt x="2688" y="1042"/>
                  <a:pt x="2665" y="1045"/>
                </a:cubicBezTo>
                <a:cubicBezTo>
                  <a:pt x="2659" y="1046"/>
                  <a:pt x="2653" y="1046"/>
                  <a:pt x="2647" y="1047"/>
                </a:cubicBezTo>
                <a:lnTo>
                  <a:pt x="2642" y="1055"/>
                </a:lnTo>
                <a:lnTo>
                  <a:pt x="2765" y="1042"/>
                </a:lnTo>
                <a:lnTo>
                  <a:pt x="2762" y="1035"/>
                </a:lnTo>
                <a:lnTo>
                  <a:pt x="2699" y="887"/>
                </a:lnTo>
              </a:path>
              <a:path w="21600" h="21600">
                <a:moveTo>
                  <a:pt x="3780" y="811"/>
                </a:moveTo>
                <a:lnTo>
                  <a:pt x="3765" y="919"/>
                </a:lnTo>
                <a:lnTo>
                  <a:pt x="3783" y="915"/>
                </a:lnTo>
                <a:lnTo>
                  <a:pt x="3799" y="824"/>
                </a:lnTo>
              </a:path>
              <a:path w="21600" h="21600">
                <a:moveTo>
                  <a:pt x="3445" y="808"/>
                </a:moveTo>
                <a:lnTo>
                  <a:pt x="3484" y="958"/>
                </a:lnTo>
                <a:lnTo>
                  <a:pt x="3485" y="968"/>
                </a:lnTo>
                <a:lnTo>
                  <a:pt x="3575" y="958"/>
                </a:lnTo>
                <a:lnTo>
                  <a:pt x="3587" y="956"/>
                </a:lnTo>
                <a:lnTo>
                  <a:pt x="3584" y="895"/>
                </a:lnTo>
              </a:path>
              <a:path w="21600" h="21600">
                <a:moveTo>
                  <a:pt x="12087" y="806"/>
                </a:moveTo>
                <a:lnTo>
                  <a:pt x="12028" y="842"/>
                </a:lnTo>
                <a:lnTo>
                  <a:pt x="12066" y="894"/>
                </a:lnTo>
                <a:cubicBezTo>
                  <a:pt x="12073" y="873"/>
                  <a:pt x="12079" y="846"/>
                  <a:pt x="12086" y="816"/>
                </a:cubicBezTo>
              </a:path>
              <a:path w="21600" h="21600">
                <a:moveTo>
                  <a:pt x="2663" y="803"/>
                </a:moveTo>
                <a:lnTo>
                  <a:pt x="2643" y="806"/>
                </a:lnTo>
                <a:lnTo>
                  <a:pt x="2643" y="806"/>
                </a:lnTo>
                <a:lnTo>
                  <a:pt x="2671" y="822"/>
                </a:lnTo>
              </a:path>
              <a:path w="21600" h="21600">
                <a:moveTo>
                  <a:pt x="4380" y="797"/>
                </a:moveTo>
                <a:lnTo>
                  <a:pt x="4374" y="799"/>
                </a:lnTo>
                <a:lnTo>
                  <a:pt x="4383" y="829"/>
                </a:lnTo>
                <a:lnTo>
                  <a:pt x="4396" y="843"/>
                </a:lnTo>
                <a:lnTo>
                  <a:pt x="4391" y="817"/>
                </a:lnTo>
              </a:path>
              <a:path w="21600" h="21600">
                <a:moveTo>
                  <a:pt x="13443" y="795"/>
                </a:moveTo>
                <a:lnTo>
                  <a:pt x="13150" y="1059"/>
                </a:lnTo>
                <a:lnTo>
                  <a:pt x="13444" y="826"/>
                </a:lnTo>
                <a:lnTo>
                  <a:pt x="13439" y="804"/>
                </a:lnTo>
              </a:path>
              <a:path w="21600" h="21600">
                <a:moveTo>
                  <a:pt x="11572" y="789"/>
                </a:moveTo>
                <a:lnTo>
                  <a:pt x="11478" y="825"/>
                </a:lnTo>
                <a:lnTo>
                  <a:pt x="11507" y="853"/>
                </a:lnTo>
                <a:lnTo>
                  <a:pt x="11516" y="847"/>
                </a:lnTo>
                <a:lnTo>
                  <a:pt x="11573" y="817"/>
                </a:lnTo>
              </a:path>
              <a:path w="21600" h="21600">
                <a:moveTo>
                  <a:pt x="11915" y="781"/>
                </a:moveTo>
                <a:lnTo>
                  <a:pt x="11602" y="974"/>
                </a:lnTo>
                <a:lnTo>
                  <a:pt x="11626" y="1022"/>
                </a:lnTo>
                <a:lnTo>
                  <a:pt x="11633" y="1037"/>
                </a:lnTo>
                <a:lnTo>
                  <a:pt x="11748" y="966"/>
                </a:lnTo>
                <a:lnTo>
                  <a:pt x="11749" y="965"/>
                </a:lnTo>
                <a:lnTo>
                  <a:pt x="11786" y="930"/>
                </a:lnTo>
                <a:lnTo>
                  <a:pt x="11947" y="799"/>
                </a:lnTo>
                <a:lnTo>
                  <a:pt x="11941" y="791"/>
                </a:lnTo>
              </a:path>
              <a:path w="21600" h="21600">
                <a:moveTo>
                  <a:pt x="2155" y="777"/>
                </a:moveTo>
                <a:lnTo>
                  <a:pt x="2140" y="791"/>
                </a:lnTo>
                <a:lnTo>
                  <a:pt x="2152" y="806"/>
                </a:lnTo>
                <a:lnTo>
                  <a:pt x="2171" y="804"/>
                </a:lnTo>
                <a:lnTo>
                  <a:pt x="2167" y="796"/>
                </a:lnTo>
              </a:path>
              <a:path w="21600" h="21600">
                <a:moveTo>
                  <a:pt x="10536" y="775"/>
                </a:moveTo>
                <a:lnTo>
                  <a:pt x="10456" y="825"/>
                </a:lnTo>
                <a:lnTo>
                  <a:pt x="10084" y="1128"/>
                </a:lnTo>
                <a:lnTo>
                  <a:pt x="10086" y="1129"/>
                </a:lnTo>
                <a:lnTo>
                  <a:pt x="10145" y="1114"/>
                </a:lnTo>
                <a:lnTo>
                  <a:pt x="10319" y="1046"/>
                </a:lnTo>
                <a:lnTo>
                  <a:pt x="10534" y="988"/>
                </a:lnTo>
                <a:lnTo>
                  <a:pt x="10550" y="975"/>
                </a:lnTo>
                <a:lnTo>
                  <a:pt x="10550" y="974"/>
                </a:lnTo>
              </a:path>
              <a:path w="21600" h="21600">
                <a:moveTo>
                  <a:pt x="4448" y="772"/>
                </a:moveTo>
                <a:lnTo>
                  <a:pt x="4445" y="774"/>
                </a:lnTo>
                <a:lnTo>
                  <a:pt x="4517" y="909"/>
                </a:lnTo>
                <a:lnTo>
                  <a:pt x="4543" y="991"/>
                </a:lnTo>
                <a:lnTo>
                  <a:pt x="4581" y="1058"/>
                </a:lnTo>
                <a:lnTo>
                  <a:pt x="4616" y="1046"/>
                </a:lnTo>
                <a:lnTo>
                  <a:pt x="4560" y="950"/>
                </a:lnTo>
              </a:path>
              <a:path w="21600" h="21600">
                <a:moveTo>
                  <a:pt x="2913" y="772"/>
                </a:moveTo>
                <a:lnTo>
                  <a:pt x="2742" y="793"/>
                </a:lnTo>
                <a:lnTo>
                  <a:pt x="2755" y="810"/>
                </a:lnTo>
                <a:lnTo>
                  <a:pt x="2837" y="917"/>
                </a:lnTo>
                <a:lnTo>
                  <a:pt x="2902" y="954"/>
                </a:lnTo>
                <a:lnTo>
                  <a:pt x="2997" y="1002"/>
                </a:lnTo>
              </a:path>
              <a:path w="21600" h="21600">
                <a:moveTo>
                  <a:pt x="2960" y="769"/>
                </a:moveTo>
                <a:lnTo>
                  <a:pt x="3049" y="1013"/>
                </a:lnTo>
                <a:lnTo>
                  <a:pt x="3222" y="995"/>
                </a:lnTo>
                <a:lnTo>
                  <a:pt x="3201" y="904"/>
                </a:lnTo>
              </a:path>
              <a:path w="21600" h="21600">
                <a:moveTo>
                  <a:pt x="3855" y="765"/>
                </a:moveTo>
                <a:lnTo>
                  <a:pt x="3848" y="804"/>
                </a:lnTo>
                <a:lnTo>
                  <a:pt x="3864" y="815"/>
                </a:lnTo>
                <a:lnTo>
                  <a:pt x="3872" y="790"/>
                </a:lnTo>
              </a:path>
              <a:path w="21600" h="21600">
                <a:moveTo>
                  <a:pt x="12599" y="760"/>
                </a:moveTo>
                <a:lnTo>
                  <a:pt x="12592" y="764"/>
                </a:lnTo>
                <a:lnTo>
                  <a:pt x="12543" y="797"/>
                </a:lnTo>
                <a:lnTo>
                  <a:pt x="12522" y="811"/>
                </a:lnTo>
                <a:lnTo>
                  <a:pt x="12551" y="854"/>
                </a:lnTo>
                <a:cubicBezTo>
                  <a:pt x="12554" y="860"/>
                  <a:pt x="12558" y="866"/>
                  <a:pt x="12561" y="872"/>
                </a:cubicBezTo>
                <a:cubicBezTo>
                  <a:pt x="12573" y="847"/>
                  <a:pt x="12586" y="812"/>
                  <a:pt x="12598" y="762"/>
                </a:cubicBezTo>
              </a:path>
              <a:path w="21600" h="21600">
                <a:moveTo>
                  <a:pt x="11690" y="753"/>
                </a:moveTo>
                <a:lnTo>
                  <a:pt x="11656" y="761"/>
                </a:lnTo>
                <a:lnTo>
                  <a:pt x="11624" y="771"/>
                </a:lnTo>
                <a:lnTo>
                  <a:pt x="11623" y="790"/>
                </a:lnTo>
              </a:path>
              <a:path w="21600" h="21600">
                <a:moveTo>
                  <a:pt x="13092" y="752"/>
                </a:moveTo>
                <a:lnTo>
                  <a:pt x="13030" y="796"/>
                </a:lnTo>
                <a:lnTo>
                  <a:pt x="13044" y="820"/>
                </a:lnTo>
                <a:lnTo>
                  <a:pt x="13053" y="837"/>
                </a:lnTo>
                <a:lnTo>
                  <a:pt x="13037" y="848"/>
                </a:lnTo>
                <a:lnTo>
                  <a:pt x="13007" y="877"/>
                </a:lnTo>
                <a:lnTo>
                  <a:pt x="13006" y="877"/>
                </a:lnTo>
                <a:lnTo>
                  <a:pt x="13006" y="877"/>
                </a:lnTo>
                <a:lnTo>
                  <a:pt x="13007" y="877"/>
                </a:lnTo>
                <a:lnTo>
                  <a:pt x="13017" y="875"/>
                </a:lnTo>
                <a:cubicBezTo>
                  <a:pt x="13024" y="873"/>
                  <a:pt x="13038" y="865"/>
                  <a:pt x="13054" y="841"/>
                </a:cubicBezTo>
              </a:path>
              <a:path w="21600" h="21600">
                <a:moveTo>
                  <a:pt x="11812" y="745"/>
                </a:moveTo>
                <a:lnTo>
                  <a:pt x="11668" y="858"/>
                </a:lnTo>
                <a:lnTo>
                  <a:pt x="11611" y="910"/>
                </a:lnTo>
                <a:lnTo>
                  <a:pt x="11610" y="916"/>
                </a:lnTo>
                <a:lnTo>
                  <a:pt x="11861" y="762"/>
                </a:lnTo>
              </a:path>
              <a:path w="21600" h="21600">
                <a:moveTo>
                  <a:pt x="12092" y="744"/>
                </a:moveTo>
                <a:lnTo>
                  <a:pt x="12049" y="778"/>
                </a:lnTo>
                <a:lnTo>
                  <a:pt x="12091" y="752"/>
                </a:lnTo>
              </a:path>
              <a:path w="21600" h="21600">
                <a:moveTo>
                  <a:pt x="11536" y="743"/>
                </a:moveTo>
                <a:lnTo>
                  <a:pt x="11535" y="744"/>
                </a:lnTo>
                <a:lnTo>
                  <a:pt x="11533" y="745"/>
                </a:lnTo>
              </a:path>
              <a:path w="21600" h="21600">
                <a:moveTo>
                  <a:pt x="3163" y="740"/>
                </a:moveTo>
                <a:lnTo>
                  <a:pt x="3029" y="757"/>
                </a:lnTo>
                <a:lnTo>
                  <a:pt x="3188" y="845"/>
                </a:lnTo>
              </a:path>
              <a:path w="21600" h="21600">
                <a:moveTo>
                  <a:pt x="14449" y="737"/>
                </a:moveTo>
                <a:lnTo>
                  <a:pt x="14444" y="746"/>
                </a:lnTo>
                <a:lnTo>
                  <a:pt x="14452" y="738"/>
                </a:lnTo>
              </a:path>
              <a:path w="21600" h="21600">
                <a:moveTo>
                  <a:pt x="12417" y="734"/>
                </a:moveTo>
                <a:lnTo>
                  <a:pt x="12183" y="883"/>
                </a:lnTo>
                <a:lnTo>
                  <a:pt x="12148" y="906"/>
                </a:lnTo>
                <a:lnTo>
                  <a:pt x="12096" y="951"/>
                </a:lnTo>
                <a:lnTo>
                  <a:pt x="12111" y="982"/>
                </a:lnTo>
                <a:lnTo>
                  <a:pt x="12128" y="1013"/>
                </a:lnTo>
                <a:lnTo>
                  <a:pt x="12092" y="1013"/>
                </a:lnTo>
                <a:cubicBezTo>
                  <a:pt x="12078" y="1013"/>
                  <a:pt x="12062" y="1016"/>
                  <a:pt x="12047" y="1019"/>
                </a:cubicBezTo>
                <a:cubicBezTo>
                  <a:pt x="12045" y="1019"/>
                  <a:pt x="12044" y="1020"/>
                  <a:pt x="12042" y="1020"/>
                </a:cubicBezTo>
                <a:cubicBezTo>
                  <a:pt x="12039" y="1022"/>
                  <a:pt x="12035" y="1024"/>
                  <a:pt x="12031" y="1025"/>
                </a:cubicBezTo>
                <a:lnTo>
                  <a:pt x="12014" y="1023"/>
                </a:lnTo>
                <a:lnTo>
                  <a:pt x="11966" y="1066"/>
                </a:lnTo>
                <a:lnTo>
                  <a:pt x="11835" y="1212"/>
                </a:lnTo>
                <a:lnTo>
                  <a:pt x="11882" y="1182"/>
                </a:lnTo>
                <a:lnTo>
                  <a:pt x="12417" y="829"/>
                </a:lnTo>
                <a:lnTo>
                  <a:pt x="12456" y="792"/>
                </a:lnTo>
              </a:path>
              <a:path w="21600" h="21600">
                <a:moveTo>
                  <a:pt x="2038" y="734"/>
                </a:moveTo>
                <a:lnTo>
                  <a:pt x="2012" y="793"/>
                </a:lnTo>
                <a:lnTo>
                  <a:pt x="2021" y="817"/>
                </a:lnTo>
                <a:lnTo>
                  <a:pt x="2079" y="812"/>
                </a:lnTo>
                <a:lnTo>
                  <a:pt x="2080" y="792"/>
                </a:lnTo>
                <a:lnTo>
                  <a:pt x="2082" y="790"/>
                </a:lnTo>
              </a:path>
              <a:path w="21600" h="21600">
                <a:moveTo>
                  <a:pt x="3238" y="730"/>
                </a:moveTo>
                <a:lnTo>
                  <a:pt x="3209" y="734"/>
                </a:lnTo>
                <a:lnTo>
                  <a:pt x="3241" y="875"/>
                </a:lnTo>
                <a:lnTo>
                  <a:pt x="3375" y="950"/>
                </a:lnTo>
                <a:lnTo>
                  <a:pt x="3412" y="972"/>
                </a:lnTo>
                <a:lnTo>
                  <a:pt x="3267" y="772"/>
                </a:lnTo>
              </a:path>
              <a:path w="21600" h="21600">
                <a:moveTo>
                  <a:pt x="3943" y="729"/>
                </a:moveTo>
                <a:lnTo>
                  <a:pt x="3935" y="802"/>
                </a:lnTo>
                <a:lnTo>
                  <a:pt x="3983" y="874"/>
                </a:lnTo>
                <a:lnTo>
                  <a:pt x="4014" y="867"/>
                </a:lnTo>
                <a:lnTo>
                  <a:pt x="4023" y="806"/>
                </a:lnTo>
                <a:lnTo>
                  <a:pt x="3952" y="736"/>
                </a:lnTo>
              </a:path>
              <a:path w="21600" h="21600">
                <a:moveTo>
                  <a:pt x="14581" y="725"/>
                </a:moveTo>
                <a:lnTo>
                  <a:pt x="14538" y="756"/>
                </a:lnTo>
                <a:lnTo>
                  <a:pt x="14505" y="749"/>
                </a:lnTo>
                <a:lnTo>
                  <a:pt x="14347" y="900"/>
                </a:lnTo>
                <a:lnTo>
                  <a:pt x="14329" y="927"/>
                </a:lnTo>
                <a:cubicBezTo>
                  <a:pt x="13969" y="1284"/>
                  <a:pt x="13675" y="1680"/>
                  <a:pt x="13456" y="2102"/>
                </a:cubicBezTo>
                <a:cubicBezTo>
                  <a:pt x="13078" y="2832"/>
                  <a:pt x="12938" y="3632"/>
                  <a:pt x="13002" y="4694"/>
                </a:cubicBezTo>
                <a:cubicBezTo>
                  <a:pt x="13011" y="4854"/>
                  <a:pt x="13021" y="5041"/>
                  <a:pt x="13023" y="5246"/>
                </a:cubicBezTo>
                <a:lnTo>
                  <a:pt x="13013" y="5598"/>
                </a:lnTo>
                <a:lnTo>
                  <a:pt x="13129" y="6026"/>
                </a:lnTo>
                <a:lnTo>
                  <a:pt x="13183" y="6221"/>
                </a:lnTo>
                <a:lnTo>
                  <a:pt x="13190" y="6148"/>
                </a:lnTo>
                <a:cubicBezTo>
                  <a:pt x="13214" y="5676"/>
                  <a:pt x="13185" y="5234"/>
                  <a:pt x="13157" y="4901"/>
                </a:cubicBezTo>
                <a:lnTo>
                  <a:pt x="13152" y="4782"/>
                </a:lnTo>
                <a:lnTo>
                  <a:pt x="13121" y="4565"/>
                </a:lnTo>
                <a:cubicBezTo>
                  <a:pt x="13102" y="4302"/>
                  <a:pt x="13102" y="4048"/>
                  <a:pt x="13122" y="3802"/>
                </a:cubicBezTo>
                <a:lnTo>
                  <a:pt x="13180" y="3457"/>
                </a:lnTo>
                <a:lnTo>
                  <a:pt x="13183" y="3416"/>
                </a:lnTo>
                <a:lnTo>
                  <a:pt x="13198" y="3352"/>
                </a:lnTo>
                <a:lnTo>
                  <a:pt x="13238" y="3116"/>
                </a:lnTo>
                <a:lnTo>
                  <a:pt x="13275" y="3011"/>
                </a:lnTo>
                <a:lnTo>
                  <a:pt x="13327" y="2779"/>
                </a:lnTo>
                <a:cubicBezTo>
                  <a:pt x="13390" y="2576"/>
                  <a:pt x="13468" y="2380"/>
                  <a:pt x="13562" y="2188"/>
                </a:cubicBezTo>
                <a:cubicBezTo>
                  <a:pt x="13775" y="1750"/>
                  <a:pt x="14068" y="1336"/>
                  <a:pt x="14432" y="958"/>
                </a:cubicBezTo>
                <a:cubicBezTo>
                  <a:pt x="14454" y="936"/>
                  <a:pt x="14478" y="901"/>
                  <a:pt x="14495" y="867"/>
                </a:cubicBezTo>
              </a:path>
              <a:path w="21600" h="21600">
                <a:moveTo>
                  <a:pt x="3308" y="721"/>
                </a:moveTo>
                <a:lnTo>
                  <a:pt x="3289" y="724"/>
                </a:lnTo>
                <a:lnTo>
                  <a:pt x="3306" y="747"/>
                </a:lnTo>
                <a:lnTo>
                  <a:pt x="3426" y="913"/>
                </a:lnTo>
                <a:lnTo>
                  <a:pt x="3389" y="773"/>
                </a:lnTo>
                <a:lnTo>
                  <a:pt x="3314" y="726"/>
                </a:lnTo>
              </a:path>
              <a:path w="21600" h="21600">
                <a:moveTo>
                  <a:pt x="14231" y="718"/>
                </a:moveTo>
                <a:lnTo>
                  <a:pt x="13530" y="1362"/>
                </a:lnTo>
                <a:lnTo>
                  <a:pt x="13514" y="1382"/>
                </a:lnTo>
                <a:lnTo>
                  <a:pt x="13157" y="1893"/>
                </a:lnTo>
                <a:cubicBezTo>
                  <a:pt x="12652" y="2754"/>
                  <a:pt x="12592" y="3623"/>
                  <a:pt x="12596" y="4285"/>
                </a:cubicBezTo>
                <a:cubicBezTo>
                  <a:pt x="12597" y="4499"/>
                  <a:pt x="12592" y="4697"/>
                  <a:pt x="12582" y="4884"/>
                </a:cubicBezTo>
                <a:lnTo>
                  <a:pt x="12561" y="5118"/>
                </a:lnTo>
                <a:lnTo>
                  <a:pt x="12577" y="5205"/>
                </a:lnTo>
                <a:lnTo>
                  <a:pt x="12718" y="5685"/>
                </a:lnTo>
                <a:lnTo>
                  <a:pt x="12722" y="5663"/>
                </a:lnTo>
                <a:cubicBezTo>
                  <a:pt x="12758" y="5306"/>
                  <a:pt x="12767" y="4945"/>
                  <a:pt x="12752" y="4491"/>
                </a:cubicBezTo>
                <a:lnTo>
                  <a:pt x="12752" y="4072"/>
                </a:lnTo>
                <a:lnTo>
                  <a:pt x="12748" y="3762"/>
                </a:lnTo>
                <a:lnTo>
                  <a:pt x="12801" y="3433"/>
                </a:lnTo>
                <a:lnTo>
                  <a:pt x="12812" y="3315"/>
                </a:lnTo>
                <a:lnTo>
                  <a:pt x="12835" y="3222"/>
                </a:lnTo>
                <a:lnTo>
                  <a:pt x="12854" y="3101"/>
                </a:lnTo>
                <a:lnTo>
                  <a:pt x="12884" y="3018"/>
                </a:lnTo>
                <a:lnTo>
                  <a:pt x="12971" y="2656"/>
                </a:lnTo>
                <a:cubicBezTo>
                  <a:pt x="13044" y="2432"/>
                  <a:pt x="13140" y="2205"/>
                  <a:pt x="13265" y="1978"/>
                </a:cubicBezTo>
                <a:cubicBezTo>
                  <a:pt x="13494" y="1564"/>
                  <a:pt x="13793" y="1179"/>
                  <a:pt x="14156" y="835"/>
                </a:cubicBezTo>
                <a:cubicBezTo>
                  <a:pt x="14183" y="810"/>
                  <a:pt x="14205" y="771"/>
                  <a:pt x="14216" y="747"/>
                </a:cubicBezTo>
              </a:path>
              <a:path w="21600" h="21600">
                <a:moveTo>
                  <a:pt x="790" y="717"/>
                </a:moveTo>
                <a:lnTo>
                  <a:pt x="402" y="765"/>
                </a:lnTo>
                <a:lnTo>
                  <a:pt x="295" y="792"/>
                </a:lnTo>
                <a:lnTo>
                  <a:pt x="500" y="1005"/>
                </a:lnTo>
                <a:lnTo>
                  <a:pt x="661" y="967"/>
                </a:lnTo>
                <a:lnTo>
                  <a:pt x="984" y="931"/>
                </a:lnTo>
              </a:path>
              <a:path w="21600" h="21600">
                <a:moveTo>
                  <a:pt x="13935" y="716"/>
                </a:moveTo>
                <a:lnTo>
                  <a:pt x="13926" y="725"/>
                </a:lnTo>
                <a:lnTo>
                  <a:pt x="13911" y="746"/>
                </a:lnTo>
                <a:cubicBezTo>
                  <a:pt x="13554" y="1054"/>
                  <a:pt x="13250" y="1407"/>
                  <a:pt x="13008" y="1793"/>
                </a:cubicBezTo>
                <a:cubicBezTo>
                  <a:pt x="12879" y="1999"/>
                  <a:pt x="12777" y="2206"/>
                  <a:pt x="12697" y="2410"/>
                </a:cubicBezTo>
                <a:lnTo>
                  <a:pt x="12598" y="2733"/>
                </a:lnTo>
                <a:lnTo>
                  <a:pt x="12689" y="2479"/>
                </a:lnTo>
                <a:cubicBezTo>
                  <a:pt x="12781" y="2283"/>
                  <a:pt x="12895" y="2089"/>
                  <a:pt x="13030" y="1898"/>
                </a:cubicBezTo>
                <a:lnTo>
                  <a:pt x="13484" y="1350"/>
                </a:lnTo>
                <a:lnTo>
                  <a:pt x="13522" y="1295"/>
                </a:lnTo>
                <a:lnTo>
                  <a:pt x="13994" y="801"/>
                </a:lnTo>
                <a:lnTo>
                  <a:pt x="13941" y="790"/>
                </a:lnTo>
              </a:path>
              <a:path w="21600" h="21600">
                <a:moveTo>
                  <a:pt x="3373" y="708"/>
                </a:moveTo>
                <a:lnTo>
                  <a:pt x="3370" y="709"/>
                </a:lnTo>
                <a:lnTo>
                  <a:pt x="3373" y="711"/>
                </a:lnTo>
              </a:path>
              <a:path w="21600" h="21600">
                <a:moveTo>
                  <a:pt x="4082" y="706"/>
                </a:moveTo>
                <a:lnTo>
                  <a:pt x="4071" y="789"/>
                </a:lnTo>
                <a:lnTo>
                  <a:pt x="4125" y="843"/>
                </a:lnTo>
                <a:lnTo>
                  <a:pt x="4151" y="833"/>
                </a:lnTo>
                <a:lnTo>
                  <a:pt x="4156" y="784"/>
                </a:lnTo>
              </a:path>
              <a:path w="21600" h="21600">
                <a:moveTo>
                  <a:pt x="12916" y="705"/>
                </a:moveTo>
                <a:lnTo>
                  <a:pt x="12861" y="743"/>
                </a:lnTo>
                <a:lnTo>
                  <a:pt x="12652" y="886"/>
                </a:lnTo>
                <a:lnTo>
                  <a:pt x="12265" y="1272"/>
                </a:lnTo>
                <a:lnTo>
                  <a:pt x="12235" y="1312"/>
                </a:lnTo>
                <a:lnTo>
                  <a:pt x="12249" y="1300"/>
                </a:lnTo>
                <a:cubicBezTo>
                  <a:pt x="12385" y="1195"/>
                  <a:pt x="12535" y="1087"/>
                  <a:pt x="12703" y="972"/>
                </a:cubicBezTo>
                <a:lnTo>
                  <a:pt x="12792" y="910"/>
                </a:lnTo>
                <a:lnTo>
                  <a:pt x="12827" y="872"/>
                </a:lnTo>
                <a:lnTo>
                  <a:pt x="12867" y="840"/>
                </a:lnTo>
                <a:lnTo>
                  <a:pt x="12848" y="828"/>
                </a:lnTo>
                <a:lnTo>
                  <a:pt x="12873" y="835"/>
                </a:lnTo>
                <a:lnTo>
                  <a:pt x="12958" y="766"/>
                </a:lnTo>
              </a:path>
              <a:path w="21600" h="21600">
                <a:moveTo>
                  <a:pt x="3618" y="700"/>
                </a:moveTo>
                <a:lnTo>
                  <a:pt x="3627" y="871"/>
                </a:lnTo>
                <a:lnTo>
                  <a:pt x="3719" y="928"/>
                </a:lnTo>
                <a:lnTo>
                  <a:pt x="3740" y="783"/>
                </a:lnTo>
              </a:path>
              <a:path w="21600" h="21600">
                <a:moveTo>
                  <a:pt x="2242" y="699"/>
                </a:moveTo>
                <a:lnTo>
                  <a:pt x="2235" y="701"/>
                </a:lnTo>
                <a:lnTo>
                  <a:pt x="2193" y="741"/>
                </a:lnTo>
                <a:lnTo>
                  <a:pt x="2203" y="764"/>
                </a:lnTo>
              </a:path>
              <a:path w="21600" h="21600">
                <a:moveTo>
                  <a:pt x="12388" y="695"/>
                </a:moveTo>
                <a:lnTo>
                  <a:pt x="12378" y="702"/>
                </a:lnTo>
                <a:lnTo>
                  <a:pt x="12358" y="720"/>
                </a:lnTo>
                <a:lnTo>
                  <a:pt x="12393" y="698"/>
                </a:lnTo>
                <a:lnTo>
                  <a:pt x="12393" y="697"/>
                </a:lnTo>
              </a:path>
              <a:path w="21600" h="21600">
                <a:moveTo>
                  <a:pt x="13427" y="694"/>
                </a:moveTo>
                <a:lnTo>
                  <a:pt x="13140" y="902"/>
                </a:lnTo>
                <a:lnTo>
                  <a:pt x="12924" y="1066"/>
                </a:lnTo>
                <a:lnTo>
                  <a:pt x="12560" y="1479"/>
                </a:lnTo>
                <a:lnTo>
                  <a:pt x="12264" y="1940"/>
                </a:lnTo>
                <a:lnTo>
                  <a:pt x="12686" y="1469"/>
                </a:lnTo>
                <a:lnTo>
                  <a:pt x="12933" y="1247"/>
                </a:lnTo>
                <a:lnTo>
                  <a:pt x="13104" y="1040"/>
                </a:lnTo>
                <a:lnTo>
                  <a:pt x="13449" y="729"/>
                </a:lnTo>
                <a:lnTo>
                  <a:pt x="13438" y="710"/>
                </a:lnTo>
              </a:path>
              <a:path w="21600" h="21600">
                <a:moveTo>
                  <a:pt x="4200" y="690"/>
                </a:moveTo>
                <a:lnTo>
                  <a:pt x="4206" y="745"/>
                </a:lnTo>
                <a:lnTo>
                  <a:pt x="4203" y="769"/>
                </a:lnTo>
                <a:lnTo>
                  <a:pt x="4235" y="803"/>
                </a:lnTo>
                <a:lnTo>
                  <a:pt x="4251" y="797"/>
                </a:lnTo>
                <a:lnTo>
                  <a:pt x="4242" y="738"/>
                </a:lnTo>
              </a:path>
              <a:path w="21600" h="21600">
                <a:moveTo>
                  <a:pt x="2406" y="687"/>
                </a:moveTo>
                <a:lnTo>
                  <a:pt x="2447" y="781"/>
                </a:lnTo>
                <a:lnTo>
                  <a:pt x="2477" y="778"/>
                </a:lnTo>
                <a:lnTo>
                  <a:pt x="2490" y="756"/>
                </a:lnTo>
              </a:path>
              <a:path w="21600" h="21600">
                <a:moveTo>
                  <a:pt x="12087" y="685"/>
                </a:moveTo>
                <a:lnTo>
                  <a:pt x="11963" y="753"/>
                </a:lnTo>
                <a:lnTo>
                  <a:pt x="11978" y="774"/>
                </a:lnTo>
              </a:path>
              <a:path w="21600" h="21600">
                <a:moveTo>
                  <a:pt x="6127" y="680"/>
                </a:moveTo>
                <a:lnTo>
                  <a:pt x="5746" y="942"/>
                </a:lnTo>
                <a:lnTo>
                  <a:pt x="5845" y="1128"/>
                </a:lnTo>
                <a:lnTo>
                  <a:pt x="5895" y="1239"/>
                </a:lnTo>
                <a:lnTo>
                  <a:pt x="5999" y="1180"/>
                </a:lnTo>
                <a:lnTo>
                  <a:pt x="6270" y="973"/>
                </a:lnTo>
                <a:lnTo>
                  <a:pt x="6174" y="776"/>
                </a:lnTo>
                <a:cubicBezTo>
                  <a:pt x="6158" y="744"/>
                  <a:pt x="6143" y="713"/>
                  <a:pt x="6127" y="680"/>
                </a:cubicBezTo>
              </a:path>
              <a:path w="21600" h="21600">
                <a:moveTo>
                  <a:pt x="3871" y="676"/>
                </a:moveTo>
                <a:lnTo>
                  <a:pt x="3866" y="701"/>
                </a:lnTo>
                <a:lnTo>
                  <a:pt x="3888" y="733"/>
                </a:lnTo>
                <a:lnTo>
                  <a:pt x="3898" y="697"/>
                </a:lnTo>
              </a:path>
              <a:path w="21600" h="21600">
                <a:moveTo>
                  <a:pt x="6693" y="676"/>
                </a:moveTo>
                <a:cubicBezTo>
                  <a:pt x="6647" y="721"/>
                  <a:pt x="6600" y="767"/>
                  <a:pt x="6550" y="812"/>
                </a:cubicBezTo>
                <a:lnTo>
                  <a:pt x="6325" y="984"/>
                </a:lnTo>
                <a:lnTo>
                  <a:pt x="6369" y="1076"/>
                </a:lnTo>
                <a:lnTo>
                  <a:pt x="6461" y="1300"/>
                </a:lnTo>
                <a:lnTo>
                  <a:pt x="6779" y="1047"/>
                </a:lnTo>
                <a:lnTo>
                  <a:pt x="6834" y="992"/>
                </a:lnTo>
                <a:lnTo>
                  <a:pt x="6712" y="717"/>
                </a:lnTo>
                <a:cubicBezTo>
                  <a:pt x="6705" y="703"/>
                  <a:pt x="6699" y="690"/>
                  <a:pt x="6693" y="676"/>
                </a:cubicBezTo>
              </a:path>
              <a:path w="21600" h="21600">
                <a:moveTo>
                  <a:pt x="2350" y="670"/>
                </a:moveTo>
                <a:lnTo>
                  <a:pt x="2305" y="682"/>
                </a:lnTo>
                <a:lnTo>
                  <a:pt x="2235" y="799"/>
                </a:lnTo>
                <a:lnTo>
                  <a:pt x="2400" y="785"/>
                </a:lnTo>
              </a:path>
              <a:path w="21600" h="21600">
                <a:moveTo>
                  <a:pt x="2596" y="670"/>
                </a:moveTo>
                <a:lnTo>
                  <a:pt x="2550" y="746"/>
                </a:lnTo>
                <a:lnTo>
                  <a:pt x="2583" y="769"/>
                </a:lnTo>
                <a:lnTo>
                  <a:pt x="2645" y="761"/>
                </a:lnTo>
                <a:lnTo>
                  <a:pt x="2618" y="699"/>
                </a:lnTo>
              </a:path>
              <a:path w="21600" h="21600">
                <a:moveTo>
                  <a:pt x="3569" y="667"/>
                </a:moveTo>
                <a:lnTo>
                  <a:pt x="3417" y="699"/>
                </a:lnTo>
                <a:lnTo>
                  <a:pt x="3429" y="746"/>
                </a:lnTo>
                <a:lnTo>
                  <a:pt x="3581" y="841"/>
                </a:lnTo>
                <a:lnTo>
                  <a:pt x="3572" y="669"/>
                </a:lnTo>
              </a:path>
              <a:path w="21600" h="21600">
                <a:moveTo>
                  <a:pt x="13726" y="667"/>
                </a:moveTo>
                <a:lnTo>
                  <a:pt x="13656" y="719"/>
                </a:lnTo>
                <a:lnTo>
                  <a:pt x="13637" y="733"/>
                </a:lnTo>
                <a:lnTo>
                  <a:pt x="13622" y="765"/>
                </a:lnTo>
              </a:path>
              <a:path w="21600" h="21600">
                <a:moveTo>
                  <a:pt x="12312" y="665"/>
                </a:moveTo>
                <a:lnTo>
                  <a:pt x="12135" y="775"/>
                </a:lnTo>
                <a:lnTo>
                  <a:pt x="12131" y="825"/>
                </a:lnTo>
                <a:lnTo>
                  <a:pt x="12117" y="873"/>
                </a:lnTo>
                <a:lnTo>
                  <a:pt x="12158" y="847"/>
                </a:lnTo>
                <a:lnTo>
                  <a:pt x="12202" y="819"/>
                </a:lnTo>
                <a:lnTo>
                  <a:pt x="12366" y="686"/>
                </a:lnTo>
              </a:path>
              <a:path w="21600" h="21600">
                <a:moveTo>
                  <a:pt x="11051" y="660"/>
                </a:moveTo>
                <a:lnTo>
                  <a:pt x="10846" y="796"/>
                </a:lnTo>
                <a:lnTo>
                  <a:pt x="10663" y="939"/>
                </a:lnTo>
                <a:lnTo>
                  <a:pt x="10737" y="910"/>
                </a:lnTo>
                <a:lnTo>
                  <a:pt x="10979" y="846"/>
                </a:lnTo>
                <a:lnTo>
                  <a:pt x="11057" y="815"/>
                </a:lnTo>
              </a:path>
              <a:path w="21600" h="21600">
                <a:moveTo>
                  <a:pt x="12049" y="655"/>
                </a:moveTo>
                <a:lnTo>
                  <a:pt x="12014" y="664"/>
                </a:lnTo>
                <a:cubicBezTo>
                  <a:pt x="11972" y="679"/>
                  <a:pt x="11924" y="695"/>
                  <a:pt x="11870" y="712"/>
                </a:cubicBezTo>
                <a:lnTo>
                  <a:pt x="11860" y="714"/>
                </a:lnTo>
                <a:lnTo>
                  <a:pt x="11911" y="731"/>
                </a:lnTo>
                <a:lnTo>
                  <a:pt x="11919" y="726"/>
                </a:lnTo>
              </a:path>
              <a:path w="21600" h="21600">
                <a:moveTo>
                  <a:pt x="4275" y="654"/>
                </a:moveTo>
                <a:lnTo>
                  <a:pt x="4284" y="717"/>
                </a:lnTo>
                <a:lnTo>
                  <a:pt x="4316" y="753"/>
                </a:lnTo>
                <a:lnTo>
                  <a:pt x="4305" y="691"/>
                </a:lnTo>
              </a:path>
              <a:path w="21600" h="21600">
                <a:moveTo>
                  <a:pt x="14918" y="653"/>
                </a:moveTo>
                <a:lnTo>
                  <a:pt x="14763" y="807"/>
                </a:lnTo>
                <a:lnTo>
                  <a:pt x="14673" y="949"/>
                </a:lnTo>
                <a:cubicBezTo>
                  <a:pt x="14652" y="986"/>
                  <a:pt x="14627" y="1023"/>
                  <a:pt x="14602" y="1050"/>
                </a:cubicBezTo>
                <a:cubicBezTo>
                  <a:pt x="14241" y="1442"/>
                  <a:pt x="13954" y="1866"/>
                  <a:pt x="13750" y="2311"/>
                </a:cubicBezTo>
                <a:cubicBezTo>
                  <a:pt x="13387" y="3101"/>
                  <a:pt x="13279" y="3962"/>
                  <a:pt x="13402" y="5102"/>
                </a:cubicBezTo>
                <a:cubicBezTo>
                  <a:pt x="13421" y="5276"/>
                  <a:pt x="13440" y="5478"/>
                  <a:pt x="13454" y="5697"/>
                </a:cubicBezTo>
                <a:lnTo>
                  <a:pt x="13462" y="6088"/>
                </a:lnTo>
                <a:lnTo>
                  <a:pt x="13474" y="6138"/>
                </a:lnTo>
                <a:lnTo>
                  <a:pt x="13648" y="6823"/>
                </a:lnTo>
                <a:lnTo>
                  <a:pt x="13659" y="6633"/>
                </a:lnTo>
                <a:cubicBezTo>
                  <a:pt x="13661" y="6149"/>
                  <a:pt x="13611" y="5693"/>
                  <a:pt x="13562" y="5309"/>
                </a:cubicBezTo>
                <a:lnTo>
                  <a:pt x="13540" y="5041"/>
                </a:lnTo>
                <a:lnTo>
                  <a:pt x="13487" y="4624"/>
                </a:lnTo>
                <a:cubicBezTo>
                  <a:pt x="13471" y="4352"/>
                  <a:pt x="13475" y="4092"/>
                  <a:pt x="13498" y="3839"/>
                </a:cubicBezTo>
                <a:cubicBezTo>
                  <a:pt x="13520" y="3600"/>
                  <a:pt x="13561" y="3362"/>
                  <a:pt x="13623" y="3128"/>
                </a:cubicBezTo>
                <a:lnTo>
                  <a:pt x="13627" y="3118"/>
                </a:lnTo>
                <a:lnTo>
                  <a:pt x="13642" y="3032"/>
                </a:lnTo>
                <a:cubicBezTo>
                  <a:pt x="13698" y="2812"/>
                  <a:pt x="13770" y="2601"/>
                  <a:pt x="13859" y="2397"/>
                </a:cubicBezTo>
                <a:cubicBezTo>
                  <a:pt x="14058" y="1936"/>
                  <a:pt x="14344" y="1494"/>
                  <a:pt x="14708" y="1081"/>
                </a:cubicBezTo>
                <a:cubicBezTo>
                  <a:pt x="14730" y="1057"/>
                  <a:pt x="14754" y="1023"/>
                  <a:pt x="14775" y="987"/>
                </a:cubicBezTo>
                <a:lnTo>
                  <a:pt x="14975" y="687"/>
                </a:lnTo>
                <a:lnTo>
                  <a:pt x="14927" y="677"/>
                </a:lnTo>
              </a:path>
              <a:path w="21600" h="21600">
                <a:moveTo>
                  <a:pt x="2073" y="653"/>
                </a:moveTo>
                <a:lnTo>
                  <a:pt x="2058" y="687"/>
                </a:lnTo>
                <a:lnTo>
                  <a:pt x="2114" y="759"/>
                </a:lnTo>
                <a:lnTo>
                  <a:pt x="2132" y="742"/>
                </a:lnTo>
              </a:path>
              <a:path w="21600" h="21600">
                <a:moveTo>
                  <a:pt x="8912" y="651"/>
                </a:moveTo>
                <a:cubicBezTo>
                  <a:pt x="8825" y="702"/>
                  <a:pt x="8731" y="760"/>
                  <a:pt x="8630" y="829"/>
                </a:cubicBezTo>
                <a:lnTo>
                  <a:pt x="8484" y="944"/>
                </a:lnTo>
                <a:lnTo>
                  <a:pt x="8545" y="1181"/>
                </a:lnTo>
                <a:lnTo>
                  <a:pt x="8553" y="1255"/>
                </a:lnTo>
                <a:lnTo>
                  <a:pt x="8832" y="1011"/>
                </a:lnTo>
                <a:lnTo>
                  <a:pt x="8966" y="913"/>
                </a:lnTo>
                <a:lnTo>
                  <a:pt x="8912" y="652"/>
                </a:lnTo>
              </a:path>
              <a:path w="21600" h="21600">
                <a:moveTo>
                  <a:pt x="1353" y="647"/>
                </a:moveTo>
                <a:lnTo>
                  <a:pt x="844" y="711"/>
                </a:lnTo>
                <a:lnTo>
                  <a:pt x="1038" y="925"/>
                </a:lnTo>
                <a:lnTo>
                  <a:pt x="1541" y="869"/>
                </a:lnTo>
              </a:path>
              <a:path w="21600" h="21600">
                <a:moveTo>
                  <a:pt x="13393" y="646"/>
                </a:moveTo>
                <a:lnTo>
                  <a:pt x="13238" y="779"/>
                </a:lnTo>
                <a:lnTo>
                  <a:pt x="13402" y="659"/>
                </a:lnTo>
              </a:path>
              <a:path w="21600" h="21600">
                <a:moveTo>
                  <a:pt x="3776" y="645"/>
                </a:moveTo>
                <a:lnTo>
                  <a:pt x="3785" y="761"/>
                </a:lnTo>
                <a:lnTo>
                  <a:pt x="3808" y="776"/>
                </a:lnTo>
                <a:lnTo>
                  <a:pt x="3819" y="712"/>
                </a:lnTo>
                <a:lnTo>
                  <a:pt x="3817" y="708"/>
                </a:lnTo>
              </a:path>
              <a:path w="21600" h="21600">
                <a:moveTo>
                  <a:pt x="3177" y="644"/>
                </a:moveTo>
                <a:lnTo>
                  <a:pt x="3196" y="692"/>
                </a:lnTo>
                <a:lnTo>
                  <a:pt x="3210" y="691"/>
                </a:lnTo>
                <a:lnTo>
                  <a:pt x="3179" y="645"/>
                </a:lnTo>
              </a:path>
              <a:path w="21600" h="21600">
                <a:moveTo>
                  <a:pt x="7245" y="643"/>
                </a:moveTo>
                <a:cubicBezTo>
                  <a:pt x="7234" y="653"/>
                  <a:pt x="7223" y="663"/>
                  <a:pt x="7212" y="672"/>
                </a:cubicBezTo>
                <a:cubicBezTo>
                  <a:pt x="7146" y="733"/>
                  <a:pt x="7082" y="801"/>
                  <a:pt x="7014" y="872"/>
                </a:cubicBezTo>
                <a:lnTo>
                  <a:pt x="6887" y="1001"/>
                </a:lnTo>
                <a:lnTo>
                  <a:pt x="6896" y="1022"/>
                </a:lnTo>
                <a:cubicBezTo>
                  <a:pt x="6941" y="1128"/>
                  <a:pt x="6980" y="1233"/>
                  <a:pt x="7007" y="1331"/>
                </a:cubicBezTo>
                <a:lnTo>
                  <a:pt x="7009" y="1337"/>
                </a:lnTo>
                <a:lnTo>
                  <a:pt x="7036" y="1315"/>
                </a:lnTo>
                <a:cubicBezTo>
                  <a:pt x="7109" y="1244"/>
                  <a:pt x="7176" y="1169"/>
                  <a:pt x="7241" y="1097"/>
                </a:cubicBezTo>
                <a:lnTo>
                  <a:pt x="7371" y="959"/>
                </a:lnTo>
                <a:lnTo>
                  <a:pt x="7251" y="660"/>
                </a:lnTo>
                <a:cubicBezTo>
                  <a:pt x="7249" y="654"/>
                  <a:pt x="7247" y="649"/>
                  <a:pt x="7245" y="643"/>
                </a:cubicBezTo>
              </a:path>
              <a:path w="21600" h="21600">
                <a:moveTo>
                  <a:pt x="9456" y="643"/>
                </a:moveTo>
                <a:cubicBezTo>
                  <a:pt x="9350" y="702"/>
                  <a:pt x="9250" y="765"/>
                  <a:pt x="9150" y="834"/>
                </a:cubicBezTo>
                <a:lnTo>
                  <a:pt x="9015" y="931"/>
                </a:lnTo>
                <a:lnTo>
                  <a:pt x="9056" y="1128"/>
                </a:lnTo>
                <a:lnTo>
                  <a:pt x="9061" y="1226"/>
                </a:lnTo>
                <a:lnTo>
                  <a:pt x="9323" y="1004"/>
                </a:lnTo>
                <a:lnTo>
                  <a:pt x="9494" y="878"/>
                </a:lnTo>
                <a:lnTo>
                  <a:pt x="9457" y="643"/>
                </a:lnTo>
              </a:path>
              <a:path w="21600" h="21600">
                <a:moveTo>
                  <a:pt x="5531" y="640"/>
                </a:moveTo>
                <a:lnTo>
                  <a:pt x="5128" y="859"/>
                </a:lnTo>
                <a:lnTo>
                  <a:pt x="5135" y="871"/>
                </a:lnTo>
                <a:lnTo>
                  <a:pt x="5295" y="1148"/>
                </a:lnTo>
                <a:lnTo>
                  <a:pt x="5642" y="961"/>
                </a:lnTo>
                <a:lnTo>
                  <a:pt x="5687" y="930"/>
                </a:lnTo>
                <a:lnTo>
                  <a:pt x="5636" y="835"/>
                </a:lnTo>
                <a:cubicBezTo>
                  <a:pt x="5601" y="771"/>
                  <a:pt x="5565" y="705"/>
                  <a:pt x="5531" y="640"/>
                </a:cubicBezTo>
              </a:path>
              <a:path w="21600" h="21600">
                <a:moveTo>
                  <a:pt x="1764" y="639"/>
                </a:moveTo>
                <a:lnTo>
                  <a:pt x="1757" y="787"/>
                </a:lnTo>
                <a:lnTo>
                  <a:pt x="1767" y="844"/>
                </a:lnTo>
                <a:lnTo>
                  <a:pt x="1785" y="842"/>
                </a:lnTo>
                <a:lnTo>
                  <a:pt x="1802" y="769"/>
                </a:lnTo>
              </a:path>
              <a:path w="21600" h="21600">
                <a:moveTo>
                  <a:pt x="8357" y="637"/>
                </a:moveTo>
                <a:cubicBezTo>
                  <a:pt x="8267" y="694"/>
                  <a:pt x="8173" y="760"/>
                  <a:pt x="8075" y="839"/>
                </a:cubicBezTo>
                <a:lnTo>
                  <a:pt x="7959" y="949"/>
                </a:lnTo>
                <a:lnTo>
                  <a:pt x="8033" y="1231"/>
                </a:lnTo>
                <a:lnTo>
                  <a:pt x="8041" y="1283"/>
                </a:lnTo>
                <a:lnTo>
                  <a:pt x="8115" y="1204"/>
                </a:lnTo>
                <a:cubicBezTo>
                  <a:pt x="8173" y="1145"/>
                  <a:pt x="8227" y="1094"/>
                  <a:pt x="8278" y="1048"/>
                </a:cubicBezTo>
                <a:lnTo>
                  <a:pt x="8433" y="926"/>
                </a:lnTo>
                <a:lnTo>
                  <a:pt x="8358" y="637"/>
                </a:lnTo>
              </a:path>
              <a:path w="21600" h="21600">
                <a:moveTo>
                  <a:pt x="3731" y="633"/>
                </a:moveTo>
                <a:lnTo>
                  <a:pt x="3630" y="654"/>
                </a:lnTo>
                <a:lnTo>
                  <a:pt x="3739" y="729"/>
                </a:lnTo>
              </a:path>
              <a:path w="21600" h="21600">
                <a:moveTo>
                  <a:pt x="12232" y="632"/>
                </a:moveTo>
                <a:lnTo>
                  <a:pt x="12141" y="705"/>
                </a:lnTo>
                <a:lnTo>
                  <a:pt x="12140" y="722"/>
                </a:lnTo>
                <a:lnTo>
                  <a:pt x="12263" y="645"/>
                </a:lnTo>
              </a:path>
              <a:path w="21600" h="21600">
                <a:moveTo>
                  <a:pt x="15460" y="631"/>
                </a:moveTo>
                <a:lnTo>
                  <a:pt x="15246" y="923"/>
                </a:lnTo>
                <a:lnTo>
                  <a:pt x="15509" y="642"/>
                </a:lnTo>
              </a:path>
              <a:path w="21600" h="21600">
                <a:moveTo>
                  <a:pt x="1956" y="631"/>
                </a:moveTo>
                <a:lnTo>
                  <a:pt x="1982" y="711"/>
                </a:lnTo>
                <a:lnTo>
                  <a:pt x="1990" y="734"/>
                </a:lnTo>
                <a:lnTo>
                  <a:pt x="2007" y="695"/>
                </a:lnTo>
              </a:path>
              <a:path w="21600" h="21600">
                <a:moveTo>
                  <a:pt x="7799" y="628"/>
                </a:moveTo>
                <a:cubicBezTo>
                  <a:pt x="7697" y="706"/>
                  <a:pt x="7586" y="805"/>
                  <a:pt x="7461" y="928"/>
                </a:cubicBezTo>
                <a:lnTo>
                  <a:pt x="7424" y="967"/>
                </a:lnTo>
                <a:lnTo>
                  <a:pt x="7425" y="969"/>
                </a:lnTo>
                <a:cubicBezTo>
                  <a:pt x="7465" y="1076"/>
                  <a:pt x="7499" y="1182"/>
                  <a:pt x="7522" y="1280"/>
                </a:cubicBezTo>
                <a:lnTo>
                  <a:pt x="7530" y="1319"/>
                </a:lnTo>
                <a:lnTo>
                  <a:pt x="7675" y="1156"/>
                </a:lnTo>
                <a:lnTo>
                  <a:pt x="7908" y="936"/>
                </a:lnTo>
              </a:path>
              <a:path w="21600" h="21600">
                <a:moveTo>
                  <a:pt x="13629" y="628"/>
                </a:moveTo>
                <a:lnTo>
                  <a:pt x="13508" y="737"/>
                </a:lnTo>
                <a:lnTo>
                  <a:pt x="13509" y="739"/>
                </a:lnTo>
                <a:lnTo>
                  <a:pt x="13516" y="750"/>
                </a:lnTo>
                <a:lnTo>
                  <a:pt x="13509" y="761"/>
                </a:lnTo>
                <a:lnTo>
                  <a:pt x="13499" y="782"/>
                </a:lnTo>
                <a:lnTo>
                  <a:pt x="13523" y="763"/>
                </a:lnTo>
                <a:lnTo>
                  <a:pt x="13601" y="704"/>
                </a:lnTo>
                <a:lnTo>
                  <a:pt x="13623" y="657"/>
                </a:lnTo>
              </a:path>
              <a:path w="21600" h="21600">
                <a:moveTo>
                  <a:pt x="2555" y="614"/>
                </a:moveTo>
                <a:lnTo>
                  <a:pt x="2418" y="651"/>
                </a:lnTo>
                <a:lnTo>
                  <a:pt x="2512" y="718"/>
                </a:lnTo>
                <a:lnTo>
                  <a:pt x="2566" y="629"/>
                </a:lnTo>
              </a:path>
              <a:path w="21600" h="21600">
                <a:moveTo>
                  <a:pt x="9991" y="612"/>
                </a:moveTo>
                <a:cubicBezTo>
                  <a:pt x="9866" y="680"/>
                  <a:pt x="9754" y="748"/>
                  <a:pt x="9650" y="818"/>
                </a:cubicBezTo>
                <a:lnTo>
                  <a:pt x="9540" y="899"/>
                </a:lnTo>
                <a:lnTo>
                  <a:pt x="9569" y="1079"/>
                </a:lnTo>
                <a:lnTo>
                  <a:pt x="9565" y="1178"/>
                </a:lnTo>
                <a:lnTo>
                  <a:pt x="9967" y="844"/>
                </a:lnTo>
                <a:lnTo>
                  <a:pt x="10014" y="815"/>
                </a:lnTo>
                <a:lnTo>
                  <a:pt x="9991" y="612"/>
                </a:lnTo>
              </a:path>
              <a:path w="21600" h="21600">
                <a:moveTo>
                  <a:pt x="12616" y="608"/>
                </a:moveTo>
                <a:lnTo>
                  <a:pt x="12455" y="710"/>
                </a:lnTo>
                <a:lnTo>
                  <a:pt x="12489" y="761"/>
                </a:lnTo>
                <a:lnTo>
                  <a:pt x="12550" y="704"/>
                </a:lnTo>
                <a:lnTo>
                  <a:pt x="12610" y="662"/>
                </a:lnTo>
              </a:path>
              <a:path w="21600" h="21600">
                <a:moveTo>
                  <a:pt x="1680" y="607"/>
                </a:moveTo>
                <a:lnTo>
                  <a:pt x="1403" y="641"/>
                </a:lnTo>
                <a:lnTo>
                  <a:pt x="1592" y="863"/>
                </a:lnTo>
                <a:lnTo>
                  <a:pt x="1673" y="854"/>
                </a:lnTo>
                <a:lnTo>
                  <a:pt x="1681" y="614"/>
                </a:lnTo>
              </a:path>
              <a:path w="21600" h="21600">
                <a:moveTo>
                  <a:pt x="12846" y="600"/>
                </a:moveTo>
                <a:lnTo>
                  <a:pt x="12646" y="729"/>
                </a:lnTo>
                <a:lnTo>
                  <a:pt x="12641" y="774"/>
                </a:lnTo>
                <a:lnTo>
                  <a:pt x="12608" y="860"/>
                </a:lnTo>
                <a:lnTo>
                  <a:pt x="12633" y="843"/>
                </a:lnTo>
                <a:lnTo>
                  <a:pt x="12688" y="788"/>
                </a:lnTo>
                <a:lnTo>
                  <a:pt x="12876" y="645"/>
                </a:lnTo>
              </a:path>
              <a:path w="21600" h="21600">
                <a:moveTo>
                  <a:pt x="14895" y="599"/>
                </a:moveTo>
                <a:lnTo>
                  <a:pt x="14871" y="638"/>
                </a:lnTo>
                <a:lnTo>
                  <a:pt x="14899" y="609"/>
                </a:lnTo>
              </a:path>
              <a:path w="21600" h="21600">
                <a:moveTo>
                  <a:pt x="2665" y="591"/>
                </a:moveTo>
                <a:lnTo>
                  <a:pt x="2663" y="593"/>
                </a:lnTo>
                <a:lnTo>
                  <a:pt x="2640" y="597"/>
                </a:lnTo>
                <a:lnTo>
                  <a:pt x="2630" y="613"/>
                </a:lnTo>
                <a:lnTo>
                  <a:pt x="2661" y="684"/>
                </a:lnTo>
                <a:lnTo>
                  <a:pt x="2712" y="753"/>
                </a:lnTo>
                <a:lnTo>
                  <a:pt x="2890" y="730"/>
                </a:lnTo>
                <a:lnTo>
                  <a:pt x="2830" y="696"/>
                </a:lnTo>
              </a:path>
              <a:path w="21600" h="21600">
                <a:moveTo>
                  <a:pt x="1896" y="590"/>
                </a:moveTo>
                <a:lnTo>
                  <a:pt x="1880" y="639"/>
                </a:lnTo>
                <a:lnTo>
                  <a:pt x="1850" y="770"/>
                </a:lnTo>
                <a:lnTo>
                  <a:pt x="1868" y="833"/>
                </a:lnTo>
                <a:lnTo>
                  <a:pt x="1951" y="823"/>
                </a:lnTo>
                <a:lnTo>
                  <a:pt x="1964" y="793"/>
                </a:lnTo>
                <a:lnTo>
                  <a:pt x="1940" y="726"/>
                </a:lnTo>
              </a:path>
              <a:path w="21600" h="21600">
                <a:moveTo>
                  <a:pt x="1850" y="588"/>
                </a:moveTo>
                <a:lnTo>
                  <a:pt x="1800" y="593"/>
                </a:lnTo>
                <a:lnTo>
                  <a:pt x="1805" y="619"/>
                </a:lnTo>
                <a:lnTo>
                  <a:pt x="1823" y="680"/>
                </a:lnTo>
                <a:lnTo>
                  <a:pt x="1836" y="627"/>
                </a:lnTo>
                <a:cubicBezTo>
                  <a:pt x="1840" y="614"/>
                  <a:pt x="1843" y="601"/>
                  <a:pt x="1847" y="589"/>
                </a:cubicBezTo>
              </a:path>
              <a:path w="21600" h="21600">
                <a:moveTo>
                  <a:pt x="4100" y="578"/>
                </a:moveTo>
                <a:lnTo>
                  <a:pt x="4090" y="650"/>
                </a:lnTo>
                <a:lnTo>
                  <a:pt x="4159" y="723"/>
                </a:lnTo>
                <a:lnTo>
                  <a:pt x="4150" y="634"/>
                </a:lnTo>
              </a:path>
              <a:path w="21600" h="21600">
                <a:moveTo>
                  <a:pt x="3933" y="577"/>
                </a:moveTo>
                <a:lnTo>
                  <a:pt x="3886" y="593"/>
                </a:lnTo>
                <a:lnTo>
                  <a:pt x="3880" y="627"/>
                </a:lnTo>
                <a:lnTo>
                  <a:pt x="3912" y="650"/>
                </a:lnTo>
              </a:path>
              <a:path w="21600" h="21600">
                <a:moveTo>
                  <a:pt x="3959" y="576"/>
                </a:moveTo>
                <a:lnTo>
                  <a:pt x="3948" y="677"/>
                </a:lnTo>
                <a:lnTo>
                  <a:pt x="3983" y="703"/>
                </a:lnTo>
                <a:lnTo>
                  <a:pt x="4030" y="750"/>
                </a:lnTo>
                <a:lnTo>
                  <a:pt x="4042" y="664"/>
                </a:lnTo>
              </a:path>
              <a:path w="21600" h="21600">
                <a:moveTo>
                  <a:pt x="14387" y="576"/>
                </a:moveTo>
                <a:lnTo>
                  <a:pt x="14374" y="587"/>
                </a:lnTo>
                <a:lnTo>
                  <a:pt x="14331" y="627"/>
                </a:lnTo>
                <a:lnTo>
                  <a:pt x="14258" y="764"/>
                </a:lnTo>
                <a:cubicBezTo>
                  <a:pt x="14245" y="793"/>
                  <a:pt x="14220" y="836"/>
                  <a:pt x="14188" y="865"/>
                </a:cubicBezTo>
                <a:cubicBezTo>
                  <a:pt x="13829" y="1207"/>
                  <a:pt x="13532" y="1588"/>
                  <a:pt x="13305" y="1998"/>
                </a:cubicBezTo>
                <a:lnTo>
                  <a:pt x="13173" y="2303"/>
                </a:lnTo>
                <a:lnTo>
                  <a:pt x="13430" y="1853"/>
                </a:lnTo>
                <a:cubicBezTo>
                  <a:pt x="13568" y="1652"/>
                  <a:pt x="13725" y="1456"/>
                  <a:pt x="13902" y="1264"/>
                </a:cubicBezTo>
                <a:lnTo>
                  <a:pt x="14307" y="877"/>
                </a:lnTo>
                <a:lnTo>
                  <a:pt x="14355" y="807"/>
                </a:lnTo>
                <a:lnTo>
                  <a:pt x="14423" y="688"/>
                </a:lnTo>
                <a:lnTo>
                  <a:pt x="14401" y="606"/>
                </a:lnTo>
                <a:lnTo>
                  <a:pt x="14401" y="598"/>
                </a:lnTo>
              </a:path>
              <a:path w="21600" h="21600">
                <a:moveTo>
                  <a:pt x="13344" y="575"/>
                </a:moveTo>
                <a:lnTo>
                  <a:pt x="13160" y="705"/>
                </a:lnTo>
                <a:lnTo>
                  <a:pt x="13156" y="707"/>
                </a:lnTo>
                <a:lnTo>
                  <a:pt x="13154" y="722"/>
                </a:lnTo>
                <a:lnTo>
                  <a:pt x="13108" y="835"/>
                </a:lnTo>
                <a:lnTo>
                  <a:pt x="13369" y="611"/>
                </a:lnTo>
              </a:path>
              <a:path w="21600" h="21600">
                <a:moveTo>
                  <a:pt x="2039" y="568"/>
                </a:moveTo>
                <a:lnTo>
                  <a:pt x="1969" y="576"/>
                </a:lnTo>
                <a:lnTo>
                  <a:pt x="2027" y="649"/>
                </a:lnTo>
                <a:lnTo>
                  <a:pt x="2044" y="609"/>
                </a:lnTo>
                <a:lnTo>
                  <a:pt x="2037" y="599"/>
                </a:lnTo>
              </a:path>
              <a:path w="21600" h="21600">
                <a:moveTo>
                  <a:pt x="13860" y="567"/>
                </a:moveTo>
                <a:lnTo>
                  <a:pt x="13842" y="580"/>
                </a:lnTo>
                <a:lnTo>
                  <a:pt x="13841" y="582"/>
                </a:lnTo>
                <a:cubicBezTo>
                  <a:pt x="13832" y="612"/>
                  <a:pt x="13806" y="657"/>
                  <a:pt x="13774" y="683"/>
                </a:cubicBezTo>
                <a:cubicBezTo>
                  <a:pt x="13595" y="830"/>
                  <a:pt x="13429" y="987"/>
                  <a:pt x="13277" y="1155"/>
                </a:cubicBezTo>
                <a:lnTo>
                  <a:pt x="13021" y="1482"/>
                </a:lnTo>
                <a:lnTo>
                  <a:pt x="13091" y="1401"/>
                </a:lnTo>
                <a:lnTo>
                  <a:pt x="13890" y="697"/>
                </a:lnTo>
                <a:lnTo>
                  <a:pt x="13919" y="653"/>
                </a:lnTo>
                <a:lnTo>
                  <a:pt x="13903" y="627"/>
                </a:lnTo>
              </a:path>
              <a:path w="21600" h="21600">
                <a:moveTo>
                  <a:pt x="4909" y="566"/>
                </a:moveTo>
                <a:cubicBezTo>
                  <a:pt x="4805" y="620"/>
                  <a:pt x="4699" y="672"/>
                  <a:pt x="4588" y="722"/>
                </a:cubicBezTo>
                <a:lnTo>
                  <a:pt x="4490" y="758"/>
                </a:lnTo>
                <a:lnTo>
                  <a:pt x="4597" y="930"/>
                </a:lnTo>
                <a:lnTo>
                  <a:pt x="4657" y="1031"/>
                </a:lnTo>
                <a:lnTo>
                  <a:pt x="4844" y="963"/>
                </a:lnTo>
                <a:lnTo>
                  <a:pt x="5068" y="842"/>
                </a:lnTo>
                <a:lnTo>
                  <a:pt x="4918" y="582"/>
                </a:lnTo>
                <a:cubicBezTo>
                  <a:pt x="4915" y="576"/>
                  <a:pt x="4912" y="571"/>
                  <a:pt x="4909" y="566"/>
                </a:cubicBezTo>
              </a:path>
              <a:path w="21600" h="21600">
                <a:moveTo>
                  <a:pt x="12208" y="560"/>
                </a:moveTo>
                <a:lnTo>
                  <a:pt x="12152" y="571"/>
                </a:lnTo>
                <a:lnTo>
                  <a:pt x="12152" y="573"/>
                </a:lnTo>
              </a:path>
              <a:path w="21600" h="21600">
                <a:moveTo>
                  <a:pt x="13133" y="559"/>
                </a:moveTo>
                <a:lnTo>
                  <a:pt x="13001" y="646"/>
                </a:lnTo>
                <a:lnTo>
                  <a:pt x="12953" y="680"/>
                </a:lnTo>
                <a:lnTo>
                  <a:pt x="12993" y="738"/>
                </a:lnTo>
                <a:lnTo>
                  <a:pt x="13122" y="634"/>
                </a:lnTo>
              </a:path>
              <a:path w="21600" h="21600">
                <a:moveTo>
                  <a:pt x="2604" y="552"/>
                </a:moveTo>
                <a:lnTo>
                  <a:pt x="2607" y="558"/>
                </a:lnTo>
                <a:lnTo>
                  <a:pt x="2613" y="557"/>
                </a:lnTo>
              </a:path>
              <a:path w="21600" h="21600">
                <a:moveTo>
                  <a:pt x="10519" y="550"/>
                </a:moveTo>
                <a:lnTo>
                  <a:pt x="10061" y="837"/>
                </a:lnTo>
                <a:lnTo>
                  <a:pt x="10082" y="1026"/>
                </a:lnTo>
                <a:lnTo>
                  <a:pt x="10079" y="1079"/>
                </a:lnTo>
                <a:lnTo>
                  <a:pt x="10403" y="808"/>
                </a:lnTo>
                <a:lnTo>
                  <a:pt x="10533" y="727"/>
                </a:lnTo>
                <a:lnTo>
                  <a:pt x="10521" y="550"/>
                </a:lnTo>
              </a:path>
              <a:path w="21600" h="21600">
                <a:moveTo>
                  <a:pt x="14147" y="550"/>
                </a:moveTo>
                <a:lnTo>
                  <a:pt x="13976" y="682"/>
                </a:lnTo>
                <a:lnTo>
                  <a:pt x="13967" y="736"/>
                </a:lnTo>
                <a:cubicBezTo>
                  <a:pt x="13966" y="748"/>
                  <a:pt x="13967" y="754"/>
                  <a:pt x="13968" y="756"/>
                </a:cubicBezTo>
                <a:cubicBezTo>
                  <a:pt x="13986" y="768"/>
                  <a:pt x="14005" y="772"/>
                  <a:pt x="14021" y="767"/>
                </a:cubicBezTo>
                <a:lnTo>
                  <a:pt x="14027" y="762"/>
                </a:lnTo>
                <a:lnTo>
                  <a:pt x="14078" y="687"/>
                </a:lnTo>
                <a:lnTo>
                  <a:pt x="14145" y="561"/>
                </a:lnTo>
              </a:path>
              <a:path w="21600" h="21600">
                <a:moveTo>
                  <a:pt x="2236" y="547"/>
                </a:moveTo>
                <a:lnTo>
                  <a:pt x="2121" y="560"/>
                </a:lnTo>
                <a:lnTo>
                  <a:pt x="2176" y="699"/>
                </a:lnTo>
                <a:lnTo>
                  <a:pt x="2213" y="664"/>
                </a:lnTo>
                <a:lnTo>
                  <a:pt x="2277" y="641"/>
                </a:lnTo>
                <a:lnTo>
                  <a:pt x="2301" y="601"/>
                </a:lnTo>
              </a:path>
              <a:path w="21600" h="21600">
                <a:moveTo>
                  <a:pt x="12432" y="547"/>
                </a:moveTo>
                <a:lnTo>
                  <a:pt x="12422" y="549"/>
                </a:lnTo>
                <a:cubicBezTo>
                  <a:pt x="12383" y="560"/>
                  <a:pt x="12341" y="573"/>
                  <a:pt x="12293" y="586"/>
                </a:cubicBezTo>
                <a:lnTo>
                  <a:pt x="12290" y="586"/>
                </a:lnTo>
                <a:lnTo>
                  <a:pt x="12270" y="602"/>
                </a:lnTo>
                <a:lnTo>
                  <a:pt x="12307" y="617"/>
                </a:lnTo>
                <a:lnTo>
                  <a:pt x="12323" y="607"/>
                </a:lnTo>
              </a:path>
              <a:path w="21600" h="21600">
                <a:moveTo>
                  <a:pt x="4185" y="546"/>
                </a:moveTo>
                <a:lnTo>
                  <a:pt x="4192" y="614"/>
                </a:lnTo>
                <a:lnTo>
                  <a:pt x="4231" y="658"/>
                </a:lnTo>
                <a:lnTo>
                  <a:pt x="4221" y="590"/>
                </a:lnTo>
              </a:path>
              <a:path w="21600" h="21600">
                <a:moveTo>
                  <a:pt x="12719" y="543"/>
                </a:moveTo>
                <a:lnTo>
                  <a:pt x="12663" y="578"/>
                </a:lnTo>
                <a:lnTo>
                  <a:pt x="12658" y="627"/>
                </a:lnTo>
                <a:lnTo>
                  <a:pt x="12754" y="559"/>
                </a:lnTo>
              </a:path>
              <a:path w="21600" h="21600">
                <a:moveTo>
                  <a:pt x="13636" y="543"/>
                </a:moveTo>
                <a:lnTo>
                  <a:pt x="13465" y="667"/>
                </a:lnTo>
                <a:lnTo>
                  <a:pt x="13479" y="687"/>
                </a:lnTo>
                <a:lnTo>
                  <a:pt x="13485" y="697"/>
                </a:lnTo>
                <a:lnTo>
                  <a:pt x="13607" y="587"/>
                </a:lnTo>
              </a:path>
              <a:path w="21600" h="21600">
                <a:moveTo>
                  <a:pt x="2293" y="541"/>
                </a:moveTo>
                <a:lnTo>
                  <a:pt x="2283" y="542"/>
                </a:lnTo>
                <a:lnTo>
                  <a:pt x="2301" y="558"/>
                </a:lnTo>
              </a:path>
              <a:path w="21600" h="21600">
                <a:moveTo>
                  <a:pt x="2340" y="536"/>
                </a:moveTo>
                <a:lnTo>
                  <a:pt x="2340" y="536"/>
                </a:lnTo>
                <a:lnTo>
                  <a:pt x="2340" y="536"/>
                </a:lnTo>
              </a:path>
              <a:path w="21600" h="21600">
                <a:moveTo>
                  <a:pt x="4053" y="536"/>
                </a:moveTo>
                <a:lnTo>
                  <a:pt x="3999" y="554"/>
                </a:lnTo>
                <a:lnTo>
                  <a:pt x="4050" y="608"/>
                </a:lnTo>
                <a:lnTo>
                  <a:pt x="4056" y="568"/>
                </a:lnTo>
              </a:path>
              <a:path w="21600" h="21600">
                <a:moveTo>
                  <a:pt x="3374" y="534"/>
                </a:moveTo>
                <a:lnTo>
                  <a:pt x="3406" y="657"/>
                </a:lnTo>
                <a:lnTo>
                  <a:pt x="3520" y="634"/>
                </a:lnTo>
              </a:path>
              <a:path w="21600" h="21600">
                <a:moveTo>
                  <a:pt x="13315" y="533"/>
                </a:moveTo>
                <a:lnTo>
                  <a:pt x="13227" y="604"/>
                </a:lnTo>
                <a:lnTo>
                  <a:pt x="13319" y="539"/>
                </a:lnTo>
              </a:path>
              <a:path w="21600" h="21600">
                <a:moveTo>
                  <a:pt x="12625" y="527"/>
                </a:moveTo>
                <a:lnTo>
                  <a:pt x="12427" y="668"/>
                </a:lnTo>
                <a:lnTo>
                  <a:pt x="12431" y="674"/>
                </a:lnTo>
                <a:lnTo>
                  <a:pt x="12622" y="552"/>
                </a:lnTo>
              </a:path>
              <a:path w="21600" h="21600">
                <a:moveTo>
                  <a:pt x="12670" y="522"/>
                </a:moveTo>
                <a:lnTo>
                  <a:pt x="12670" y="522"/>
                </a:lnTo>
                <a:lnTo>
                  <a:pt x="12670" y="522"/>
                </a:lnTo>
              </a:path>
              <a:path w="21600" h="21600">
                <a:moveTo>
                  <a:pt x="15364" y="521"/>
                </a:moveTo>
                <a:lnTo>
                  <a:pt x="15264" y="624"/>
                </a:lnTo>
                <a:lnTo>
                  <a:pt x="14952" y="1069"/>
                </a:lnTo>
                <a:cubicBezTo>
                  <a:pt x="14935" y="1096"/>
                  <a:pt x="14909" y="1135"/>
                  <a:pt x="14880" y="1170"/>
                </a:cubicBezTo>
                <a:cubicBezTo>
                  <a:pt x="14518" y="1597"/>
                  <a:pt x="14238" y="2050"/>
                  <a:pt x="14047" y="2517"/>
                </a:cubicBezTo>
                <a:cubicBezTo>
                  <a:pt x="13704" y="3357"/>
                  <a:pt x="13628" y="4307"/>
                  <a:pt x="13807" y="5508"/>
                </a:cubicBezTo>
                <a:cubicBezTo>
                  <a:pt x="13837" y="5708"/>
                  <a:pt x="13867" y="5926"/>
                  <a:pt x="13891" y="6156"/>
                </a:cubicBezTo>
                <a:lnTo>
                  <a:pt x="13927" y="6724"/>
                </a:lnTo>
                <a:lnTo>
                  <a:pt x="13985" y="6972"/>
                </a:lnTo>
                <a:cubicBezTo>
                  <a:pt x="14026" y="7180"/>
                  <a:pt x="14065" y="7397"/>
                  <a:pt x="14095" y="7619"/>
                </a:cubicBezTo>
                <a:lnTo>
                  <a:pt x="14114" y="7842"/>
                </a:lnTo>
                <a:lnTo>
                  <a:pt x="14114" y="7840"/>
                </a:lnTo>
                <a:cubicBezTo>
                  <a:pt x="14133" y="7614"/>
                  <a:pt x="14138" y="7378"/>
                  <a:pt x="14128" y="7119"/>
                </a:cubicBezTo>
                <a:cubicBezTo>
                  <a:pt x="14108" y="6622"/>
                  <a:pt x="14035" y="6133"/>
                  <a:pt x="13966" y="5719"/>
                </a:cubicBezTo>
                <a:lnTo>
                  <a:pt x="13948" y="5565"/>
                </a:lnTo>
                <a:lnTo>
                  <a:pt x="13947" y="5562"/>
                </a:lnTo>
                <a:lnTo>
                  <a:pt x="13944" y="5538"/>
                </a:lnTo>
                <a:lnTo>
                  <a:pt x="13860" y="4831"/>
                </a:lnTo>
                <a:lnTo>
                  <a:pt x="13860" y="4758"/>
                </a:lnTo>
                <a:lnTo>
                  <a:pt x="13851" y="4681"/>
                </a:lnTo>
                <a:lnTo>
                  <a:pt x="13858" y="4419"/>
                </a:lnTo>
                <a:lnTo>
                  <a:pt x="13856" y="4025"/>
                </a:lnTo>
                <a:lnTo>
                  <a:pt x="13870" y="3916"/>
                </a:lnTo>
                <a:lnTo>
                  <a:pt x="13871" y="3878"/>
                </a:lnTo>
                <a:lnTo>
                  <a:pt x="13886" y="3795"/>
                </a:lnTo>
                <a:lnTo>
                  <a:pt x="13954" y="3288"/>
                </a:lnTo>
                <a:cubicBezTo>
                  <a:pt x="14004" y="3053"/>
                  <a:pt x="14071" y="2826"/>
                  <a:pt x="14155" y="2607"/>
                </a:cubicBezTo>
                <a:cubicBezTo>
                  <a:pt x="14341" y="2125"/>
                  <a:pt x="14620" y="1654"/>
                  <a:pt x="14984" y="1206"/>
                </a:cubicBezTo>
                <a:cubicBezTo>
                  <a:pt x="15005" y="1179"/>
                  <a:pt x="15029" y="1147"/>
                  <a:pt x="15054" y="1109"/>
                </a:cubicBezTo>
                <a:lnTo>
                  <a:pt x="15415" y="617"/>
                </a:lnTo>
              </a:path>
              <a:path w="21600" h="21600">
                <a:moveTo>
                  <a:pt x="11570" y="521"/>
                </a:moveTo>
                <a:lnTo>
                  <a:pt x="11370" y="652"/>
                </a:lnTo>
                <a:lnTo>
                  <a:pt x="11227" y="757"/>
                </a:lnTo>
                <a:lnTo>
                  <a:pt x="11409" y="708"/>
                </a:lnTo>
                <a:lnTo>
                  <a:pt x="11570" y="643"/>
                </a:lnTo>
                <a:lnTo>
                  <a:pt x="11571" y="643"/>
                </a:lnTo>
              </a:path>
              <a:path w="21600" h="21600">
                <a:moveTo>
                  <a:pt x="2486" y="520"/>
                </a:moveTo>
                <a:lnTo>
                  <a:pt x="2398" y="530"/>
                </a:lnTo>
                <a:lnTo>
                  <a:pt x="2363" y="588"/>
                </a:lnTo>
                <a:lnTo>
                  <a:pt x="2371" y="607"/>
                </a:lnTo>
                <a:lnTo>
                  <a:pt x="2389" y="600"/>
                </a:lnTo>
                <a:lnTo>
                  <a:pt x="2525" y="574"/>
                </a:lnTo>
              </a:path>
              <a:path w="21600" h="21600">
                <a:moveTo>
                  <a:pt x="12574" y="518"/>
                </a:moveTo>
                <a:lnTo>
                  <a:pt x="12571" y="518"/>
                </a:lnTo>
                <a:lnTo>
                  <a:pt x="12357" y="637"/>
                </a:lnTo>
                <a:lnTo>
                  <a:pt x="12403" y="656"/>
                </a:lnTo>
              </a:path>
              <a:path w="21600" h="21600">
                <a:moveTo>
                  <a:pt x="4255" y="517"/>
                </a:moveTo>
                <a:lnTo>
                  <a:pt x="4263" y="568"/>
                </a:lnTo>
                <a:lnTo>
                  <a:pt x="4287" y="597"/>
                </a:lnTo>
                <a:lnTo>
                  <a:pt x="4264" y="528"/>
                </a:lnTo>
              </a:path>
              <a:path w="21600" h="21600">
                <a:moveTo>
                  <a:pt x="3900" y="515"/>
                </a:moveTo>
                <a:lnTo>
                  <a:pt x="3895" y="544"/>
                </a:lnTo>
                <a:lnTo>
                  <a:pt x="3920" y="535"/>
                </a:lnTo>
              </a:path>
              <a:path w="21600" h="21600">
                <a:moveTo>
                  <a:pt x="2538" y="514"/>
                </a:moveTo>
                <a:lnTo>
                  <a:pt x="2535" y="515"/>
                </a:lnTo>
                <a:lnTo>
                  <a:pt x="2543" y="525"/>
                </a:lnTo>
              </a:path>
              <a:path w="21600" h="21600">
                <a:moveTo>
                  <a:pt x="4137" y="507"/>
                </a:moveTo>
                <a:lnTo>
                  <a:pt x="4106" y="518"/>
                </a:lnTo>
                <a:lnTo>
                  <a:pt x="4142" y="558"/>
                </a:lnTo>
              </a:path>
              <a:path w="21600" h="21600">
                <a:moveTo>
                  <a:pt x="13143" y="496"/>
                </a:moveTo>
                <a:lnTo>
                  <a:pt x="13115" y="517"/>
                </a:lnTo>
                <a:lnTo>
                  <a:pt x="13143" y="499"/>
                </a:lnTo>
              </a:path>
              <a:path w="21600" h="21600">
                <a:moveTo>
                  <a:pt x="4206" y="483"/>
                </a:moveTo>
                <a:lnTo>
                  <a:pt x="4196" y="487"/>
                </a:lnTo>
                <a:lnTo>
                  <a:pt x="4209" y="503"/>
                </a:lnTo>
              </a:path>
              <a:path w="21600" h="21600">
                <a:moveTo>
                  <a:pt x="13250" y="483"/>
                </a:moveTo>
                <a:lnTo>
                  <a:pt x="13184" y="526"/>
                </a:lnTo>
                <a:lnTo>
                  <a:pt x="13174" y="592"/>
                </a:lnTo>
                <a:lnTo>
                  <a:pt x="13288" y="500"/>
                </a:lnTo>
              </a:path>
              <a:path w="21600" h="21600">
                <a:moveTo>
                  <a:pt x="15167" y="481"/>
                </a:moveTo>
                <a:lnTo>
                  <a:pt x="15066" y="633"/>
                </a:lnTo>
                <a:lnTo>
                  <a:pt x="15095" y="611"/>
                </a:lnTo>
                <a:cubicBezTo>
                  <a:pt x="15117" y="584"/>
                  <a:pt x="15140" y="547"/>
                  <a:pt x="15162" y="500"/>
                </a:cubicBezTo>
              </a:path>
              <a:path w="21600" h="21600">
                <a:moveTo>
                  <a:pt x="12356" y="480"/>
                </a:moveTo>
                <a:lnTo>
                  <a:pt x="12352" y="481"/>
                </a:lnTo>
                <a:lnTo>
                  <a:pt x="12318" y="496"/>
                </a:lnTo>
                <a:lnTo>
                  <a:pt x="12336" y="492"/>
                </a:lnTo>
              </a:path>
              <a:path w="21600" h="21600">
                <a:moveTo>
                  <a:pt x="1732" y="480"/>
                </a:moveTo>
                <a:lnTo>
                  <a:pt x="1731" y="511"/>
                </a:lnTo>
                <a:lnTo>
                  <a:pt x="1735" y="493"/>
                </a:lnTo>
              </a:path>
              <a:path w="21600" h="21600">
                <a:moveTo>
                  <a:pt x="2795" y="477"/>
                </a:moveTo>
                <a:lnTo>
                  <a:pt x="2610" y="505"/>
                </a:lnTo>
                <a:lnTo>
                  <a:pt x="2610" y="505"/>
                </a:lnTo>
                <a:cubicBezTo>
                  <a:pt x="2685" y="555"/>
                  <a:pt x="2765" y="606"/>
                  <a:pt x="2854" y="659"/>
                </a:cubicBezTo>
                <a:lnTo>
                  <a:pt x="2876" y="671"/>
                </a:lnTo>
                <a:lnTo>
                  <a:pt x="2841" y="576"/>
                </a:lnTo>
              </a:path>
              <a:path w="21600" h="21600">
                <a:moveTo>
                  <a:pt x="2149" y="476"/>
                </a:moveTo>
                <a:lnTo>
                  <a:pt x="2133" y="514"/>
                </a:lnTo>
                <a:lnTo>
                  <a:pt x="2189" y="508"/>
                </a:lnTo>
              </a:path>
              <a:path w="21600" h="21600">
                <a:moveTo>
                  <a:pt x="3593" y="471"/>
                </a:moveTo>
                <a:lnTo>
                  <a:pt x="3609" y="525"/>
                </a:lnTo>
                <a:lnTo>
                  <a:pt x="3613" y="614"/>
                </a:lnTo>
                <a:lnTo>
                  <a:pt x="3728" y="590"/>
                </a:lnTo>
                <a:lnTo>
                  <a:pt x="3726" y="569"/>
                </a:lnTo>
              </a:path>
              <a:path w="21600" h="21600">
                <a:moveTo>
                  <a:pt x="2886" y="464"/>
                </a:moveTo>
                <a:lnTo>
                  <a:pt x="2841" y="470"/>
                </a:lnTo>
                <a:lnTo>
                  <a:pt x="2884" y="561"/>
                </a:lnTo>
                <a:lnTo>
                  <a:pt x="2936" y="705"/>
                </a:lnTo>
                <a:lnTo>
                  <a:pt x="2965" y="721"/>
                </a:lnTo>
                <a:lnTo>
                  <a:pt x="3150" y="698"/>
                </a:lnTo>
                <a:lnTo>
                  <a:pt x="3112" y="604"/>
                </a:lnTo>
              </a:path>
              <a:path w="21600" h="21600">
                <a:moveTo>
                  <a:pt x="562" y="462"/>
                </a:moveTo>
                <a:lnTo>
                  <a:pt x="137" y="521"/>
                </a:lnTo>
                <a:lnTo>
                  <a:pt x="55" y="542"/>
                </a:lnTo>
                <a:lnTo>
                  <a:pt x="156" y="648"/>
                </a:lnTo>
                <a:lnTo>
                  <a:pt x="261" y="757"/>
                </a:lnTo>
                <a:lnTo>
                  <a:pt x="395" y="724"/>
                </a:lnTo>
                <a:lnTo>
                  <a:pt x="755" y="679"/>
                </a:lnTo>
                <a:lnTo>
                  <a:pt x="692" y="609"/>
                </a:lnTo>
                <a:cubicBezTo>
                  <a:pt x="653" y="565"/>
                  <a:pt x="614" y="521"/>
                  <a:pt x="575" y="478"/>
                </a:cubicBezTo>
              </a:path>
              <a:path w="21600" h="21600">
                <a:moveTo>
                  <a:pt x="13511" y="461"/>
                </a:moveTo>
                <a:lnTo>
                  <a:pt x="13410" y="528"/>
                </a:lnTo>
                <a:lnTo>
                  <a:pt x="13382" y="548"/>
                </a:lnTo>
                <a:lnTo>
                  <a:pt x="13404" y="581"/>
                </a:lnTo>
                <a:lnTo>
                  <a:pt x="13468" y="526"/>
                </a:lnTo>
              </a:path>
              <a:path w="21600" h="21600">
                <a:moveTo>
                  <a:pt x="2441" y="459"/>
                </a:moveTo>
                <a:lnTo>
                  <a:pt x="2426" y="483"/>
                </a:lnTo>
                <a:lnTo>
                  <a:pt x="2455" y="479"/>
                </a:lnTo>
              </a:path>
              <a:path w="21600" h="21600">
                <a:moveTo>
                  <a:pt x="11044" y="459"/>
                </a:moveTo>
                <a:lnTo>
                  <a:pt x="10577" y="749"/>
                </a:lnTo>
                <a:lnTo>
                  <a:pt x="10591" y="942"/>
                </a:lnTo>
                <a:lnTo>
                  <a:pt x="10785" y="786"/>
                </a:lnTo>
                <a:lnTo>
                  <a:pt x="11049" y="610"/>
                </a:lnTo>
                <a:lnTo>
                  <a:pt x="11044" y="459"/>
                </a:lnTo>
              </a:path>
              <a:path w="21600" h="21600">
                <a:moveTo>
                  <a:pt x="13195" y="456"/>
                </a:moveTo>
                <a:lnTo>
                  <a:pt x="13193" y="466"/>
                </a:lnTo>
                <a:lnTo>
                  <a:pt x="13202" y="460"/>
                </a:lnTo>
              </a:path>
              <a:path w="21600" h="21600">
                <a:moveTo>
                  <a:pt x="14823" y="451"/>
                </a:moveTo>
                <a:lnTo>
                  <a:pt x="14784" y="482"/>
                </a:lnTo>
                <a:lnTo>
                  <a:pt x="14767" y="499"/>
                </a:lnTo>
                <a:lnTo>
                  <a:pt x="14534" y="886"/>
                </a:lnTo>
                <a:cubicBezTo>
                  <a:pt x="14525" y="904"/>
                  <a:pt x="14499" y="950"/>
                  <a:pt x="14464" y="987"/>
                </a:cubicBezTo>
                <a:cubicBezTo>
                  <a:pt x="14284" y="1174"/>
                  <a:pt x="14121" y="1370"/>
                  <a:pt x="13977" y="1574"/>
                </a:cubicBezTo>
                <a:lnTo>
                  <a:pt x="13850" y="1787"/>
                </a:lnTo>
                <a:lnTo>
                  <a:pt x="14308" y="1197"/>
                </a:lnTo>
                <a:lnTo>
                  <a:pt x="14730" y="777"/>
                </a:lnTo>
                <a:lnTo>
                  <a:pt x="14875" y="549"/>
                </a:lnTo>
                <a:lnTo>
                  <a:pt x="14870" y="536"/>
                </a:lnTo>
                <a:lnTo>
                  <a:pt x="14867" y="518"/>
                </a:lnTo>
                <a:cubicBezTo>
                  <a:pt x="14855" y="500"/>
                  <a:pt x="14844" y="482"/>
                  <a:pt x="14832" y="463"/>
                </a:cubicBezTo>
              </a:path>
              <a:path w="21600" h="21600">
                <a:moveTo>
                  <a:pt x="14025" y="444"/>
                </a:moveTo>
                <a:lnTo>
                  <a:pt x="13895" y="541"/>
                </a:lnTo>
                <a:lnTo>
                  <a:pt x="13942" y="606"/>
                </a:lnTo>
                <a:lnTo>
                  <a:pt x="13944" y="610"/>
                </a:lnTo>
              </a:path>
              <a:path w="21600" h="21600">
                <a:moveTo>
                  <a:pt x="13773" y="444"/>
                </a:moveTo>
                <a:lnTo>
                  <a:pt x="13716" y="485"/>
                </a:lnTo>
                <a:lnTo>
                  <a:pt x="13702" y="521"/>
                </a:lnTo>
                <a:lnTo>
                  <a:pt x="13691" y="537"/>
                </a:lnTo>
                <a:lnTo>
                  <a:pt x="13669" y="653"/>
                </a:lnTo>
                <a:lnTo>
                  <a:pt x="13805" y="552"/>
                </a:lnTo>
                <a:lnTo>
                  <a:pt x="13822" y="513"/>
                </a:lnTo>
              </a:path>
              <a:path w="21600" h="21600">
                <a:moveTo>
                  <a:pt x="3039" y="441"/>
                </a:moveTo>
                <a:lnTo>
                  <a:pt x="2952" y="454"/>
                </a:lnTo>
                <a:lnTo>
                  <a:pt x="3085" y="538"/>
                </a:lnTo>
                <a:lnTo>
                  <a:pt x="3059" y="470"/>
                </a:lnTo>
              </a:path>
              <a:path w="21600" h="21600">
                <a:moveTo>
                  <a:pt x="14292" y="439"/>
                </a:moveTo>
                <a:lnTo>
                  <a:pt x="14238" y="480"/>
                </a:lnTo>
                <a:lnTo>
                  <a:pt x="14189" y="572"/>
                </a:lnTo>
                <a:lnTo>
                  <a:pt x="14178" y="619"/>
                </a:lnTo>
                <a:cubicBezTo>
                  <a:pt x="14157" y="675"/>
                  <a:pt x="14135" y="718"/>
                  <a:pt x="14111" y="750"/>
                </a:cubicBezTo>
                <a:lnTo>
                  <a:pt x="14059" y="790"/>
                </a:lnTo>
                <a:lnTo>
                  <a:pt x="14051" y="803"/>
                </a:lnTo>
                <a:lnTo>
                  <a:pt x="13877" y="985"/>
                </a:lnTo>
                <a:lnTo>
                  <a:pt x="14291" y="604"/>
                </a:lnTo>
                <a:lnTo>
                  <a:pt x="14342" y="509"/>
                </a:lnTo>
              </a:path>
              <a:path w="21600" h="21600">
                <a:moveTo>
                  <a:pt x="12811" y="439"/>
                </a:moveTo>
                <a:lnTo>
                  <a:pt x="12718" y="462"/>
                </a:lnTo>
                <a:lnTo>
                  <a:pt x="12686" y="484"/>
                </a:lnTo>
                <a:lnTo>
                  <a:pt x="12711" y="496"/>
                </a:lnTo>
                <a:lnTo>
                  <a:pt x="12727" y="486"/>
                </a:lnTo>
              </a:path>
              <a:path w="21600" h="21600">
                <a:moveTo>
                  <a:pt x="3974" y="436"/>
                </a:moveTo>
                <a:lnTo>
                  <a:pt x="3965" y="519"/>
                </a:lnTo>
                <a:lnTo>
                  <a:pt x="3966" y="520"/>
                </a:lnTo>
                <a:lnTo>
                  <a:pt x="4029" y="498"/>
                </a:lnTo>
              </a:path>
              <a:path w="21600" h="21600">
                <a:moveTo>
                  <a:pt x="15833" y="436"/>
                </a:moveTo>
                <a:lnTo>
                  <a:pt x="15681" y="603"/>
                </a:lnTo>
                <a:cubicBezTo>
                  <a:pt x="15513" y="804"/>
                  <a:pt x="15364" y="999"/>
                  <a:pt x="15230" y="1191"/>
                </a:cubicBezTo>
                <a:cubicBezTo>
                  <a:pt x="15203" y="1231"/>
                  <a:pt x="15179" y="1264"/>
                  <a:pt x="15157" y="1292"/>
                </a:cubicBezTo>
                <a:cubicBezTo>
                  <a:pt x="14789" y="1763"/>
                  <a:pt x="14523" y="2232"/>
                  <a:pt x="14345" y="2725"/>
                </a:cubicBezTo>
                <a:cubicBezTo>
                  <a:pt x="14017" y="3623"/>
                  <a:pt x="13975" y="4637"/>
                  <a:pt x="14212" y="5915"/>
                </a:cubicBezTo>
                <a:cubicBezTo>
                  <a:pt x="14296" y="6370"/>
                  <a:pt x="14378" y="6859"/>
                  <a:pt x="14406" y="7358"/>
                </a:cubicBezTo>
                <a:lnTo>
                  <a:pt x="14406" y="7727"/>
                </a:lnTo>
                <a:lnTo>
                  <a:pt x="14436" y="7937"/>
                </a:lnTo>
                <a:cubicBezTo>
                  <a:pt x="14504" y="8647"/>
                  <a:pt x="14464" y="9346"/>
                  <a:pt x="14139" y="9886"/>
                </a:cubicBezTo>
                <a:lnTo>
                  <a:pt x="13909" y="10188"/>
                </a:lnTo>
                <a:lnTo>
                  <a:pt x="13895" y="10203"/>
                </a:lnTo>
                <a:cubicBezTo>
                  <a:pt x="13899" y="10198"/>
                  <a:pt x="13904" y="10194"/>
                  <a:pt x="13908" y="10189"/>
                </a:cubicBezTo>
                <a:lnTo>
                  <a:pt x="13909" y="10188"/>
                </a:lnTo>
                <a:lnTo>
                  <a:pt x="14140" y="9940"/>
                </a:lnTo>
                <a:cubicBezTo>
                  <a:pt x="14350" y="9657"/>
                  <a:pt x="14460" y="9326"/>
                  <a:pt x="14517" y="9068"/>
                </a:cubicBezTo>
                <a:cubicBezTo>
                  <a:pt x="14567" y="8844"/>
                  <a:pt x="14597" y="8610"/>
                  <a:pt x="14609" y="8353"/>
                </a:cubicBezTo>
                <a:cubicBezTo>
                  <a:pt x="14621" y="8115"/>
                  <a:pt x="14617" y="7870"/>
                  <a:pt x="14596" y="7603"/>
                </a:cubicBezTo>
                <a:cubicBezTo>
                  <a:pt x="14557" y="7097"/>
                  <a:pt x="14464" y="6595"/>
                  <a:pt x="14370" y="6127"/>
                </a:cubicBezTo>
                <a:cubicBezTo>
                  <a:pt x="14103" y="4805"/>
                  <a:pt x="14128" y="3753"/>
                  <a:pt x="14451" y="2815"/>
                </a:cubicBezTo>
                <a:cubicBezTo>
                  <a:pt x="14624" y="2310"/>
                  <a:pt x="14888" y="1824"/>
                  <a:pt x="15259" y="1328"/>
                </a:cubicBezTo>
                <a:cubicBezTo>
                  <a:pt x="15284" y="1295"/>
                  <a:pt x="15308" y="1261"/>
                  <a:pt x="15332" y="1228"/>
                </a:cubicBezTo>
                <a:cubicBezTo>
                  <a:pt x="15473" y="1032"/>
                  <a:pt x="15631" y="835"/>
                  <a:pt x="15808" y="632"/>
                </a:cubicBezTo>
                <a:lnTo>
                  <a:pt x="15895" y="539"/>
                </a:lnTo>
              </a:path>
              <a:path w="21600" h="21600">
                <a:moveTo>
                  <a:pt x="14566" y="435"/>
                </a:moveTo>
                <a:lnTo>
                  <a:pt x="14421" y="549"/>
                </a:lnTo>
                <a:lnTo>
                  <a:pt x="14441" y="581"/>
                </a:lnTo>
                <a:lnTo>
                  <a:pt x="14444" y="586"/>
                </a:lnTo>
                <a:lnTo>
                  <a:pt x="14444" y="592"/>
                </a:lnTo>
                <a:cubicBezTo>
                  <a:pt x="14444" y="592"/>
                  <a:pt x="14444" y="607"/>
                  <a:pt x="14444" y="607"/>
                </a:cubicBezTo>
                <a:lnTo>
                  <a:pt x="14445" y="648"/>
                </a:lnTo>
              </a:path>
              <a:path w="21600" h="21600">
                <a:moveTo>
                  <a:pt x="4090" y="432"/>
                </a:moveTo>
                <a:lnTo>
                  <a:pt x="4093" y="477"/>
                </a:lnTo>
                <a:lnTo>
                  <a:pt x="4120" y="468"/>
                </a:lnTo>
              </a:path>
              <a:path w="21600" h="21600">
                <a:moveTo>
                  <a:pt x="1795" y="428"/>
                </a:moveTo>
                <a:lnTo>
                  <a:pt x="1781" y="493"/>
                </a:lnTo>
                <a:lnTo>
                  <a:pt x="1792" y="551"/>
                </a:lnTo>
                <a:lnTo>
                  <a:pt x="1865" y="544"/>
                </a:lnTo>
                <a:lnTo>
                  <a:pt x="1873" y="526"/>
                </a:lnTo>
                <a:lnTo>
                  <a:pt x="1830" y="472"/>
                </a:lnTo>
              </a:path>
              <a:path w="21600" h="21600">
                <a:moveTo>
                  <a:pt x="12636" y="427"/>
                </a:moveTo>
                <a:lnTo>
                  <a:pt x="12549" y="443"/>
                </a:lnTo>
                <a:lnTo>
                  <a:pt x="12516" y="457"/>
                </a:lnTo>
                <a:lnTo>
                  <a:pt x="12636" y="433"/>
                </a:lnTo>
              </a:path>
              <a:path w="21600" h="21600">
                <a:moveTo>
                  <a:pt x="2819" y="422"/>
                </a:moveTo>
                <a:lnTo>
                  <a:pt x="2822" y="430"/>
                </a:lnTo>
                <a:lnTo>
                  <a:pt x="2829" y="429"/>
                </a:lnTo>
              </a:path>
              <a:path w="21600" h="21600">
                <a:moveTo>
                  <a:pt x="13122" y="422"/>
                </a:moveTo>
                <a:lnTo>
                  <a:pt x="12882" y="577"/>
                </a:lnTo>
                <a:lnTo>
                  <a:pt x="12911" y="619"/>
                </a:lnTo>
                <a:lnTo>
                  <a:pt x="13151" y="436"/>
                </a:lnTo>
              </a:path>
              <a:path w="21600" h="21600">
                <a:moveTo>
                  <a:pt x="9400" y="419"/>
                </a:moveTo>
                <a:lnTo>
                  <a:pt x="8952" y="627"/>
                </a:lnTo>
                <a:lnTo>
                  <a:pt x="9006" y="884"/>
                </a:lnTo>
                <a:lnTo>
                  <a:pt x="9122" y="800"/>
                </a:lnTo>
                <a:cubicBezTo>
                  <a:pt x="9228" y="727"/>
                  <a:pt x="9333" y="661"/>
                  <a:pt x="9445" y="599"/>
                </a:cubicBezTo>
                <a:cubicBezTo>
                  <a:pt x="9431" y="541"/>
                  <a:pt x="9416" y="483"/>
                  <a:pt x="9401" y="426"/>
                </a:cubicBezTo>
              </a:path>
              <a:path w="21600" h="21600">
                <a:moveTo>
                  <a:pt x="15158" y="415"/>
                </a:moveTo>
                <a:lnTo>
                  <a:pt x="14947" y="624"/>
                </a:lnTo>
                <a:lnTo>
                  <a:pt x="14954" y="643"/>
                </a:lnTo>
                <a:lnTo>
                  <a:pt x="14998" y="654"/>
                </a:lnTo>
              </a:path>
              <a:path w="21600" h="21600">
                <a:moveTo>
                  <a:pt x="12955" y="415"/>
                </a:moveTo>
                <a:lnTo>
                  <a:pt x="12939" y="417"/>
                </a:lnTo>
                <a:lnTo>
                  <a:pt x="12760" y="517"/>
                </a:lnTo>
                <a:lnTo>
                  <a:pt x="12792" y="531"/>
                </a:lnTo>
              </a:path>
              <a:path w="21600" h="21600">
                <a:moveTo>
                  <a:pt x="4171" y="409"/>
                </a:moveTo>
                <a:lnTo>
                  <a:pt x="4175" y="449"/>
                </a:lnTo>
                <a:lnTo>
                  <a:pt x="4197" y="442"/>
                </a:lnTo>
              </a:path>
              <a:path w="21600" h="21600">
                <a:moveTo>
                  <a:pt x="3189" y="409"/>
                </a:moveTo>
                <a:lnTo>
                  <a:pt x="3091" y="430"/>
                </a:lnTo>
                <a:lnTo>
                  <a:pt x="3099" y="449"/>
                </a:lnTo>
                <a:lnTo>
                  <a:pt x="3211" y="613"/>
                </a:lnTo>
                <a:lnTo>
                  <a:pt x="3317" y="676"/>
                </a:lnTo>
                <a:lnTo>
                  <a:pt x="3362" y="667"/>
                </a:lnTo>
                <a:lnTo>
                  <a:pt x="3317" y="495"/>
                </a:lnTo>
                <a:lnTo>
                  <a:pt x="3271" y="463"/>
                </a:lnTo>
              </a:path>
              <a:path w="21600" h="21600">
                <a:moveTo>
                  <a:pt x="2101" y="408"/>
                </a:moveTo>
                <a:lnTo>
                  <a:pt x="2091" y="419"/>
                </a:lnTo>
                <a:lnTo>
                  <a:pt x="2088" y="478"/>
                </a:lnTo>
                <a:lnTo>
                  <a:pt x="2094" y="493"/>
                </a:lnTo>
                <a:lnTo>
                  <a:pt x="2118" y="439"/>
                </a:lnTo>
              </a:path>
              <a:path w="21600" h="21600">
                <a:moveTo>
                  <a:pt x="13746" y="407"/>
                </a:moveTo>
                <a:lnTo>
                  <a:pt x="13744" y="411"/>
                </a:lnTo>
                <a:lnTo>
                  <a:pt x="13748" y="408"/>
                </a:lnTo>
                <a:lnTo>
                  <a:pt x="13748" y="408"/>
                </a:lnTo>
              </a:path>
              <a:path w="21600" h="21600">
                <a:moveTo>
                  <a:pt x="9947" y="405"/>
                </a:moveTo>
                <a:lnTo>
                  <a:pt x="9497" y="622"/>
                </a:lnTo>
                <a:lnTo>
                  <a:pt x="9533" y="849"/>
                </a:lnTo>
                <a:lnTo>
                  <a:pt x="9629" y="778"/>
                </a:lnTo>
                <a:cubicBezTo>
                  <a:pt x="9737" y="706"/>
                  <a:pt x="9852" y="636"/>
                  <a:pt x="9981" y="566"/>
                </a:cubicBezTo>
              </a:path>
              <a:path w="21600" h="21600">
                <a:moveTo>
                  <a:pt x="13371" y="403"/>
                </a:moveTo>
                <a:lnTo>
                  <a:pt x="13293" y="455"/>
                </a:lnTo>
                <a:lnTo>
                  <a:pt x="13325" y="470"/>
                </a:lnTo>
                <a:lnTo>
                  <a:pt x="13332" y="465"/>
                </a:lnTo>
              </a:path>
              <a:path w="21600" h="21600">
                <a:moveTo>
                  <a:pt x="3757" y="397"/>
                </a:moveTo>
                <a:lnTo>
                  <a:pt x="3768" y="544"/>
                </a:lnTo>
                <a:lnTo>
                  <a:pt x="3808" y="573"/>
                </a:lnTo>
                <a:lnTo>
                  <a:pt x="3808" y="573"/>
                </a:lnTo>
                <a:lnTo>
                  <a:pt x="3846" y="560"/>
                </a:lnTo>
                <a:lnTo>
                  <a:pt x="3861" y="480"/>
                </a:lnTo>
              </a:path>
              <a:path w="21600" h="21600">
                <a:moveTo>
                  <a:pt x="13068" y="397"/>
                </a:moveTo>
                <a:lnTo>
                  <a:pt x="13053" y="399"/>
                </a:lnTo>
                <a:lnTo>
                  <a:pt x="12839" y="552"/>
                </a:lnTo>
                <a:lnTo>
                  <a:pt x="12840" y="552"/>
                </a:lnTo>
                <a:lnTo>
                  <a:pt x="13076" y="400"/>
                </a:lnTo>
              </a:path>
              <a:path w="21600" h="21600">
                <a:moveTo>
                  <a:pt x="8838" y="393"/>
                </a:moveTo>
                <a:lnTo>
                  <a:pt x="8743" y="430"/>
                </a:lnTo>
                <a:cubicBezTo>
                  <a:pt x="8633" y="482"/>
                  <a:pt x="8518" y="541"/>
                  <a:pt x="8398" y="614"/>
                </a:cubicBezTo>
                <a:lnTo>
                  <a:pt x="8471" y="896"/>
                </a:lnTo>
                <a:lnTo>
                  <a:pt x="8608" y="789"/>
                </a:lnTo>
                <a:cubicBezTo>
                  <a:pt x="8712" y="717"/>
                  <a:pt x="8809" y="659"/>
                  <a:pt x="8899" y="607"/>
                </a:cubicBezTo>
                <a:cubicBezTo>
                  <a:pt x="8887" y="566"/>
                  <a:pt x="8875" y="525"/>
                  <a:pt x="8863" y="484"/>
                </a:cubicBezTo>
              </a:path>
              <a:path w="21600" h="21600">
                <a:moveTo>
                  <a:pt x="2481" y="392"/>
                </a:moveTo>
                <a:lnTo>
                  <a:pt x="2475" y="403"/>
                </a:lnTo>
                <a:lnTo>
                  <a:pt x="2493" y="417"/>
                </a:lnTo>
              </a:path>
              <a:path w="21600" h="21600">
                <a:moveTo>
                  <a:pt x="15810" y="387"/>
                </a:moveTo>
                <a:lnTo>
                  <a:pt x="15654" y="554"/>
                </a:lnTo>
                <a:lnTo>
                  <a:pt x="15628" y="593"/>
                </a:lnTo>
                <a:lnTo>
                  <a:pt x="15602" y="609"/>
                </a:lnTo>
                <a:lnTo>
                  <a:pt x="15154" y="1086"/>
                </a:lnTo>
                <a:cubicBezTo>
                  <a:pt x="14795" y="1518"/>
                  <a:pt x="14508" y="1974"/>
                  <a:pt x="14301" y="2441"/>
                </a:cubicBezTo>
                <a:cubicBezTo>
                  <a:pt x="14198" y="2674"/>
                  <a:pt x="14114" y="2912"/>
                  <a:pt x="14050" y="3153"/>
                </a:cubicBezTo>
                <a:lnTo>
                  <a:pt x="13932" y="3799"/>
                </a:lnTo>
                <a:lnTo>
                  <a:pt x="13916" y="3921"/>
                </a:lnTo>
                <a:lnTo>
                  <a:pt x="13904" y="4417"/>
                </a:lnTo>
                <a:lnTo>
                  <a:pt x="13906" y="4758"/>
                </a:lnTo>
                <a:lnTo>
                  <a:pt x="13987" y="5509"/>
                </a:lnTo>
                <a:lnTo>
                  <a:pt x="13993" y="5561"/>
                </a:lnTo>
                <a:lnTo>
                  <a:pt x="14159" y="6352"/>
                </a:lnTo>
                <a:cubicBezTo>
                  <a:pt x="14214" y="6593"/>
                  <a:pt x="14271" y="6842"/>
                  <a:pt x="14316" y="7091"/>
                </a:cubicBezTo>
                <a:lnTo>
                  <a:pt x="14361" y="7411"/>
                </a:lnTo>
                <a:lnTo>
                  <a:pt x="14361" y="7361"/>
                </a:lnTo>
                <a:cubicBezTo>
                  <a:pt x="14333" y="6864"/>
                  <a:pt x="14251" y="6376"/>
                  <a:pt x="14167" y="5923"/>
                </a:cubicBezTo>
                <a:cubicBezTo>
                  <a:pt x="13929" y="4637"/>
                  <a:pt x="13972" y="3616"/>
                  <a:pt x="14302" y="2710"/>
                </a:cubicBezTo>
                <a:cubicBezTo>
                  <a:pt x="14480" y="2220"/>
                  <a:pt x="14755" y="1734"/>
                  <a:pt x="15121" y="1266"/>
                </a:cubicBezTo>
                <a:cubicBezTo>
                  <a:pt x="15142" y="1239"/>
                  <a:pt x="15165" y="1207"/>
                  <a:pt x="15192" y="1167"/>
                </a:cubicBezTo>
                <a:cubicBezTo>
                  <a:pt x="15326" y="974"/>
                  <a:pt x="15476" y="778"/>
                  <a:pt x="15645" y="577"/>
                </a:cubicBezTo>
                <a:lnTo>
                  <a:pt x="15812" y="392"/>
                </a:lnTo>
              </a:path>
              <a:path w="21600" h="21600">
                <a:moveTo>
                  <a:pt x="3289" y="387"/>
                </a:moveTo>
                <a:lnTo>
                  <a:pt x="3250" y="395"/>
                </a:lnTo>
                <a:lnTo>
                  <a:pt x="3297" y="427"/>
                </a:lnTo>
                <a:lnTo>
                  <a:pt x="3300" y="429"/>
                </a:lnTo>
              </a:path>
              <a:path w="21600" h="21600">
                <a:moveTo>
                  <a:pt x="1130" y="383"/>
                </a:moveTo>
                <a:lnTo>
                  <a:pt x="614" y="455"/>
                </a:lnTo>
                <a:lnTo>
                  <a:pt x="726" y="580"/>
                </a:lnTo>
                <a:lnTo>
                  <a:pt x="809" y="672"/>
                </a:lnTo>
                <a:lnTo>
                  <a:pt x="1320" y="609"/>
                </a:lnTo>
                <a:lnTo>
                  <a:pt x="1262" y="541"/>
                </a:lnTo>
                <a:cubicBezTo>
                  <a:pt x="1223" y="494"/>
                  <a:pt x="1183" y="447"/>
                  <a:pt x="1144" y="400"/>
                </a:cubicBezTo>
              </a:path>
              <a:path w="21600" h="21600">
                <a:moveTo>
                  <a:pt x="3924" y="380"/>
                </a:moveTo>
                <a:lnTo>
                  <a:pt x="3909" y="462"/>
                </a:lnTo>
                <a:lnTo>
                  <a:pt x="3919" y="470"/>
                </a:lnTo>
                <a:lnTo>
                  <a:pt x="3938" y="490"/>
                </a:lnTo>
                <a:lnTo>
                  <a:pt x="3937" y="395"/>
                </a:lnTo>
              </a:path>
              <a:path w="21600" h="21600">
                <a:moveTo>
                  <a:pt x="13886" y="365"/>
                </a:moveTo>
                <a:lnTo>
                  <a:pt x="13819" y="411"/>
                </a:lnTo>
                <a:lnTo>
                  <a:pt x="13808" y="418"/>
                </a:lnTo>
                <a:lnTo>
                  <a:pt x="13842" y="466"/>
                </a:lnTo>
              </a:path>
              <a:path w="21600" h="21600">
                <a:moveTo>
                  <a:pt x="10488" y="365"/>
                </a:moveTo>
                <a:lnTo>
                  <a:pt x="10370" y="419"/>
                </a:lnTo>
                <a:cubicBezTo>
                  <a:pt x="10247" y="477"/>
                  <a:pt x="10136" y="533"/>
                  <a:pt x="10034" y="588"/>
                </a:cubicBezTo>
                <a:lnTo>
                  <a:pt x="10056" y="789"/>
                </a:lnTo>
                <a:lnTo>
                  <a:pt x="10513" y="505"/>
                </a:lnTo>
              </a:path>
              <a:path w="21600" h="21600">
                <a:moveTo>
                  <a:pt x="13219" y="364"/>
                </a:moveTo>
                <a:lnTo>
                  <a:pt x="13206" y="371"/>
                </a:lnTo>
                <a:lnTo>
                  <a:pt x="13206" y="383"/>
                </a:lnTo>
                <a:lnTo>
                  <a:pt x="13206" y="384"/>
                </a:lnTo>
              </a:path>
              <a:path w="21600" h="21600">
                <a:moveTo>
                  <a:pt x="12104" y="364"/>
                </a:moveTo>
                <a:lnTo>
                  <a:pt x="12032" y="403"/>
                </a:lnTo>
                <a:lnTo>
                  <a:pt x="11752" y="595"/>
                </a:lnTo>
                <a:lnTo>
                  <a:pt x="11822" y="576"/>
                </a:lnTo>
                <a:lnTo>
                  <a:pt x="11986" y="509"/>
                </a:lnTo>
                <a:lnTo>
                  <a:pt x="12108" y="477"/>
                </a:lnTo>
              </a:path>
              <a:path w="21600" h="21600">
                <a:moveTo>
                  <a:pt x="14237" y="363"/>
                </a:moveTo>
                <a:lnTo>
                  <a:pt x="14227" y="408"/>
                </a:lnTo>
                <a:lnTo>
                  <a:pt x="14245" y="374"/>
                </a:lnTo>
              </a:path>
              <a:path w="21600" h="21600">
                <a:moveTo>
                  <a:pt x="13658" y="363"/>
                </a:moveTo>
                <a:lnTo>
                  <a:pt x="13575" y="418"/>
                </a:lnTo>
                <a:lnTo>
                  <a:pt x="13562" y="456"/>
                </a:lnTo>
                <a:cubicBezTo>
                  <a:pt x="13555" y="488"/>
                  <a:pt x="13529" y="534"/>
                  <a:pt x="13495" y="559"/>
                </a:cubicBezTo>
                <a:lnTo>
                  <a:pt x="13429" y="615"/>
                </a:lnTo>
                <a:lnTo>
                  <a:pt x="13440" y="632"/>
                </a:lnTo>
                <a:lnTo>
                  <a:pt x="13658" y="473"/>
                </a:lnTo>
                <a:lnTo>
                  <a:pt x="13678" y="372"/>
                </a:lnTo>
              </a:path>
              <a:path w="21600" h="21600">
                <a:moveTo>
                  <a:pt x="2214" y="363"/>
                </a:moveTo>
                <a:lnTo>
                  <a:pt x="2170" y="435"/>
                </a:lnTo>
                <a:lnTo>
                  <a:pt x="2242" y="502"/>
                </a:lnTo>
                <a:lnTo>
                  <a:pt x="2275" y="499"/>
                </a:lnTo>
              </a:path>
              <a:path w="21600" h="21600">
                <a:moveTo>
                  <a:pt x="3436" y="355"/>
                </a:moveTo>
                <a:lnTo>
                  <a:pt x="3334" y="377"/>
                </a:lnTo>
                <a:lnTo>
                  <a:pt x="3357" y="468"/>
                </a:lnTo>
                <a:lnTo>
                  <a:pt x="3569" y="613"/>
                </a:lnTo>
                <a:lnTo>
                  <a:pt x="3564" y="532"/>
                </a:lnTo>
                <a:lnTo>
                  <a:pt x="3534" y="427"/>
                </a:lnTo>
              </a:path>
              <a:path w="21600" h="21600">
                <a:moveTo>
                  <a:pt x="14750" y="350"/>
                </a:moveTo>
                <a:lnTo>
                  <a:pt x="14713" y="489"/>
                </a:lnTo>
                <a:lnTo>
                  <a:pt x="14737" y="466"/>
                </a:lnTo>
                <a:lnTo>
                  <a:pt x="14781" y="393"/>
                </a:lnTo>
              </a:path>
              <a:path w="21600" h="21600">
                <a:moveTo>
                  <a:pt x="1989" y="349"/>
                </a:moveTo>
                <a:lnTo>
                  <a:pt x="1921" y="516"/>
                </a:lnTo>
                <a:lnTo>
                  <a:pt x="1937" y="535"/>
                </a:lnTo>
                <a:lnTo>
                  <a:pt x="2042" y="524"/>
                </a:lnTo>
                <a:lnTo>
                  <a:pt x="2044" y="488"/>
                </a:lnTo>
              </a:path>
              <a:path w="21600" h="21600">
                <a:moveTo>
                  <a:pt x="8264" y="347"/>
                </a:moveTo>
                <a:lnTo>
                  <a:pt x="8208" y="371"/>
                </a:lnTo>
                <a:cubicBezTo>
                  <a:pt x="8092" y="431"/>
                  <a:pt x="7970" y="503"/>
                  <a:pt x="7841" y="598"/>
                </a:cubicBezTo>
                <a:cubicBezTo>
                  <a:pt x="7840" y="599"/>
                  <a:pt x="7838" y="600"/>
                  <a:pt x="7837" y="601"/>
                </a:cubicBezTo>
                <a:lnTo>
                  <a:pt x="7944" y="902"/>
                </a:lnTo>
                <a:lnTo>
                  <a:pt x="8046" y="807"/>
                </a:lnTo>
                <a:cubicBezTo>
                  <a:pt x="8149" y="723"/>
                  <a:pt x="8248" y="654"/>
                  <a:pt x="8343" y="595"/>
                </a:cubicBezTo>
                <a:cubicBezTo>
                  <a:pt x="8338" y="578"/>
                  <a:pt x="8332" y="560"/>
                  <a:pt x="8326" y="544"/>
                </a:cubicBezTo>
              </a:path>
              <a:path w="21600" h="21600">
                <a:moveTo>
                  <a:pt x="15271" y="343"/>
                </a:moveTo>
                <a:lnTo>
                  <a:pt x="15245" y="375"/>
                </a:lnTo>
                <a:lnTo>
                  <a:pt x="15203" y="516"/>
                </a:lnTo>
                <a:cubicBezTo>
                  <a:pt x="15152" y="625"/>
                  <a:pt x="15099" y="686"/>
                  <a:pt x="15039" y="701"/>
                </a:cubicBezTo>
                <a:lnTo>
                  <a:pt x="15022" y="698"/>
                </a:lnTo>
                <a:lnTo>
                  <a:pt x="14814" y="1008"/>
                </a:lnTo>
                <a:lnTo>
                  <a:pt x="14773" y="1067"/>
                </a:lnTo>
                <a:lnTo>
                  <a:pt x="15232" y="594"/>
                </a:lnTo>
                <a:lnTo>
                  <a:pt x="15324" y="462"/>
                </a:lnTo>
                <a:lnTo>
                  <a:pt x="15335" y="449"/>
                </a:lnTo>
                <a:lnTo>
                  <a:pt x="15332" y="440"/>
                </a:lnTo>
              </a:path>
              <a:path w="21600" h="21600">
                <a:moveTo>
                  <a:pt x="11569" y="340"/>
                </a:moveTo>
                <a:lnTo>
                  <a:pt x="11569" y="341"/>
                </a:lnTo>
                <a:cubicBezTo>
                  <a:pt x="11443" y="412"/>
                  <a:pt x="11327" y="482"/>
                  <a:pt x="11220" y="548"/>
                </a:cubicBezTo>
                <a:lnTo>
                  <a:pt x="11094" y="631"/>
                </a:lnTo>
                <a:lnTo>
                  <a:pt x="11101" y="796"/>
                </a:lnTo>
                <a:lnTo>
                  <a:pt x="11343" y="616"/>
                </a:lnTo>
                <a:lnTo>
                  <a:pt x="11570" y="468"/>
                </a:lnTo>
              </a:path>
              <a:path w="21600" h="21600">
                <a:moveTo>
                  <a:pt x="3509" y="339"/>
                </a:moveTo>
                <a:lnTo>
                  <a:pt x="3495" y="342"/>
                </a:lnTo>
                <a:lnTo>
                  <a:pt x="3514" y="355"/>
                </a:lnTo>
              </a:path>
              <a:path w="21600" h="21600">
                <a:moveTo>
                  <a:pt x="12807" y="339"/>
                </a:moveTo>
                <a:lnTo>
                  <a:pt x="12803" y="339"/>
                </a:lnTo>
                <a:lnTo>
                  <a:pt x="12750" y="353"/>
                </a:lnTo>
                <a:lnTo>
                  <a:pt x="12714" y="369"/>
                </a:lnTo>
                <a:lnTo>
                  <a:pt x="12751" y="363"/>
                </a:lnTo>
                <a:lnTo>
                  <a:pt x="12769" y="360"/>
                </a:lnTo>
              </a:path>
              <a:path w="21600" h="21600">
                <a:moveTo>
                  <a:pt x="1814" y="338"/>
                </a:moveTo>
                <a:lnTo>
                  <a:pt x="1807" y="371"/>
                </a:lnTo>
                <a:lnTo>
                  <a:pt x="1837" y="410"/>
                </a:lnTo>
              </a:path>
              <a:path w="21600" h="21600">
                <a:moveTo>
                  <a:pt x="13603" y="334"/>
                </a:moveTo>
                <a:lnTo>
                  <a:pt x="13597" y="351"/>
                </a:lnTo>
                <a:lnTo>
                  <a:pt x="13614" y="340"/>
                </a:lnTo>
              </a:path>
              <a:path w="21600" h="21600">
                <a:moveTo>
                  <a:pt x="13162" y="332"/>
                </a:moveTo>
                <a:lnTo>
                  <a:pt x="13137" y="337"/>
                </a:lnTo>
                <a:lnTo>
                  <a:pt x="13106" y="343"/>
                </a:lnTo>
                <a:lnTo>
                  <a:pt x="13094" y="361"/>
                </a:lnTo>
                <a:lnTo>
                  <a:pt x="13119" y="372"/>
                </a:lnTo>
                <a:lnTo>
                  <a:pt x="13131" y="365"/>
                </a:lnTo>
                <a:lnTo>
                  <a:pt x="13161" y="347"/>
                </a:lnTo>
              </a:path>
              <a:path w="21600" h="21600">
                <a:moveTo>
                  <a:pt x="5962" y="331"/>
                </a:moveTo>
                <a:lnTo>
                  <a:pt x="5570" y="615"/>
                </a:lnTo>
                <a:cubicBezTo>
                  <a:pt x="5605" y="681"/>
                  <a:pt x="5642" y="748"/>
                  <a:pt x="5677" y="813"/>
                </a:cubicBezTo>
                <a:lnTo>
                  <a:pt x="5725" y="903"/>
                </a:lnTo>
                <a:lnTo>
                  <a:pt x="6106" y="641"/>
                </a:lnTo>
                <a:cubicBezTo>
                  <a:pt x="6076" y="579"/>
                  <a:pt x="6046" y="516"/>
                  <a:pt x="6018" y="456"/>
                </a:cubicBezTo>
              </a:path>
              <a:path w="21600" h="21600">
                <a:moveTo>
                  <a:pt x="14437" y="328"/>
                </a:moveTo>
                <a:lnTo>
                  <a:pt x="14326" y="413"/>
                </a:lnTo>
                <a:lnTo>
                  <a:pt x="14364" y="466"/>
                </a:lnTo>
              </a:path>
              <a:path w="21600" h="21600">
                <a:moveTo>
                  <a:pt x="15713" y="328"/>
                </a:moveTo>
                <a:lnTo>
                  <a:pt x="15520" y="550"/>
                </a:lnTo>
                <a:lnTo>
                  <a:pt x="15486" y="597"/>
                </a:lnTo>
                <a:lnTo>
                  <a:pt x="15529" y="608"/>
                </a:lnTo>
                <a:lnTo>
                  <a:pt x="15564" y="584"/>
                </a:lnTo>
                <a:lnTo>
                  <a:pt x="15632" y="512"/>
                </a:lnTo>
                <a:lnTo>
                  <a:pt x="15673" y="447"/>
                </a:lnTo>
              </a:path>
              <a:path w="21600" h="21600">
                <a:moveTo>
                  <a:pt x="3572" y="325"/>
                </a:moveTo>
                <a:lnTo>
                  <a:pt x="3552" y="329"/>
                </a:lnTo>
                <a:lnTo>
                  <a:pt x="3572" y="399"/>
                </a:lnTo>
                <a:lnTo>
                  <a:pt x="3661" y="465"/>
                </a:lnTo>
              </a:path>
              <a:path w="21600" h="21600">
                <a:moveTo>
                  <a:pt x="14709" y="323"/>
                </a:moveTo>
                <a:lnTo>
                  <a:pt x="14663" y="358"/>
                </a:lnTo>
                <a:lnTo>
                  <a:pt x="14469" y="702"/>
                </a:lnTo>
                <a:lnTo>
                  <a:pt x="14486" y="706"/>
                </a:lnTo>
                <a:lnTo>
                  <a:pt x="14648" y="550"/>
                </a:lnTo>
              </a:path>
              <a:path w="21600" h="21600">
                <a:moveTo>
                  <a:pt x="2186" y="319"/>
                </a:moveTo>
                <a:lnTo>
                  <a:pt x="2130" y="378"/>
                </a:lnTo>
                <a:lnTo>
                  <a:pt x="2138" y="396"/>
                </a:lnTo>
              </a:path>
              <a:path w="21600" h="21600">
                <a:moveTo>
                  <a:pt x="6540" y="318"/>
                </a:moveTo>
                <a:lnTo>
                  <a:pt x="6488" y="365"/>
                </a:lnTo>
                <a:cubicBezTo>
                  <a:pt x="6425" y="424"/>
                  <a:pt x="6360" y="486"/>
                  <a:pt x="6292" y="546"/>
                </a:cubicBezTo>
                <a:cubicBezTo>
                  <a:pt x="6250" y="582"/>
                  <a:pt x="6206" y="618"/>
                  <a:pt x="6162" y="653"/>
                </a:cubicBezTo>
                <a:cubicBezTo>
                  <a:pt x="6180" y="688"/>
                  <a:pt x="6197" y="723"/>
                  <a:pt x="6214" y="758"/>
                </a:cubicBezTo>
                <a:lnTo>
                  <a:pt x="6306" y="945"/>
                </a:lnTo>
                <a:lnTo>
                  <a:pt x="6520" y="781"/>
                </a:lnTo>
                <a:cubicBezTo>
                  <a:pt x="6574" y="732"/>
                  <a:pt x="6625" y="683"/>
                  <a:pt x="6675" y="633"/>
                </a:cubicBezTo>
                <a:cubicBezTo>
                  <a:pt x="6638" y="553"/>
                  <a:pt x="6602" y="471"/>
                  <a:pt x="6569" y="392"/>
                </a:cubicBezTo>
              </a:path>
              <a:path w="21600" h="21600">
                <a:moveTo>
                  <a:pt x="1645" y="316"/>
                </a:moveTo>
                <a:lnTo>
                  <a:pt x="1500" y="332"/>
                </a:lnTo>
                <a:lnTo>
                  <a:pt x="1180" y="376"/>
                </a:lnTo>
                <a:lnTo>
                  <a:pt x="1296" y="515"/>
                </a:lnTo>
                <a:lnTo>
                  <a:pt x="1371" y="603"/>
                </a:lnTo>
                <a:lnTo>
                  <a:pt x="1673" y="565"/>
                </a:lnTo>
                <a:lnTo>
                  <a:pt x="1655" y="459"/>
                </a:lnTo>
              </a:path>
              <a:path w="21600" h="21600">
                <a:moveTo>
                  <a:pt x="14201" y="313"/>
                </a:moveTo>
                <a:lnTo>
                  <a:pt x="14107" y="382"/>
                </a:lnTo>
                <a:lnTo>
                  <a:pt x="13996" y="610"/>
                </a:lnTo>
                <a:lnTo>
                  <a:pt x="14163" y="483"/>
                </a:lnTo>
                <a:lnTo>
                  <a:pt x="14201" y="314"/>
                </a:lnTo>
              </a:path>
              <a:path w="21600" h="21600">
                <a:moveTo>
                  <a:pt x="13734" y="312"/>
                </a:moveTo>
                <a:lnTo>
                  <a:pt x="13732" y="314"/>
                </a:lnTo>
                <a:lnTo>
                  <a:pt x="13732" y="318"/>
                </a:lnTo>
              </a:path>
              <a:path w="21600" h="21600">
                <a:moveTo>
                  <a:pt x="7686" y="312"/>
                </a:moveTo>
                <a:lnTo>
                  <a:pt x="7607" y="355"/>
                </a:lnTo>
                <a:cubicBezTo>
                  <a:pt x="7507" y="422"/>
                  <a:pt x="7400" y="506"/>
                  <a:pt x="7281" y="611"/>
                </a:cubicBezTo>
                <a:cubicBezTo>
                  <a:pt x="7286" y="622"/>
                  <a:pt x="7290" y="632"/>
                  <a:pt x="7294" y="643"/>
                </a:cubicBezTo>
                <a:lnTo>
                  <a:pt x="7406" y="922"/>
                </a:lnTo>
                <a:lnTo>
                  <a:pt x="7429" y="898"/>
                </a:lnTo>
                <a:cubicBezTo>
                  <a:pt x="7563" y="767"/>
                  <a:pt x="7676" y="667"/>
                  <a:pt x="7783" y="585"/>
                </a:cubicBezTo>
              </a:path>
              <a:path w="21600" h="21600">
                <a:moveTo>
                  <a:pt x="3044" y="311"/>
                </a:moveTo>
                <a:lnTo>
                  <a:pt x="3075" y="390"/>
                </a:lnTo>
                <a:lnTo>
                  <a:pt x="3141" y="376"/>
                </a:lnTo>
              </a:path>
              <a:path w="21600" h="21600">
                <a:moveTo>
                  <a:pt x="1692" y="310"/>
                </a:moveTo>
                <a:lnTo>
                  <a:pt x="1689" y="311"/>
                </a:lnTo>
                <a:lnTo>
                  <a:pt x="1691" y="338"/>
                </a:lnTo>
              </a:path>
              <a:path w="21600" h="21600">
                <a:moveTo>
                  <a:pt x="3988" y="309"/>
                </a:moveTo>
                <a:lnTo>
                  <a:pt x="3980" y="376"/>
                </a:lnTo>
                <a:lnTo>
                  <a:pt x="4046" y="450"/>
                </a:lnTo>
                <a:lnTo>
                  <a:pt x="4040" y="372"/>
                </a:lnTo>
              </a:path>
              <a:path w="21600" h="21600">
                <a:moveTo>
                  <a:pt x="15765" y="309"/>
                </a:moveTo>
                <a:lnTo>
                  <a:pt x="15733" y="404"/>
                </a:lnTo>
                <a:lnTo>
                  <a:pt x="15789" y="344"/>
                </a:lnTo>
              </a:path>
              <a:path w="21600" h="21600">
                <a:moveTo>
                  <a:pt x="7111" y="305"/>
                </a:moveTo>
                <a:lnTo>
                  <a:pt x="6963" y="415"/>
                </a:lnTo>
                <a:cubicBezTo>
                  <a:pt x="6892" y="477"/>
                  <a:pt x="6824" y="545"/>
                  <a:pt x="6751" y="618"/>
                </a:cubicBezTo>
                <a:cubicBezTo>
                  <a:pt x="6743" y="625"/>
                  <a:pt x="6736" y="634"/>
                  <a:pt x="6727" y="641"/>
                </a:cubicBezTo>
                <a:cubicBezTo>
                  <a:pt x="6736" y="661"/>
                  <a:pt x="6745" y="680"/>
                  <a:pt x="6754" y="700"/>
                </a:cubicBezTo>
                <a:lnTo>
                  <a:pt x="6868" y="957"/>
                </a:lnTo>
                <a:lnTo>
                  <a:pt x="6981" y="843"/>
                </a:lnTo>
                <a:cubicBezTo>
                  <a:pt x="7049" y="771"/>
                  <a:pt x="7114" y="703"/>
                  <a:pt x="7182" y="641"/>
                </a:cubicBezTo>
                <a:cubicBezTo>
                  <a:pt x="7197" y="627"/>
                  <a:pt x="7212" y="613"/>
                  <a:pt x="7227" y="599"/>
                </a:cubicBezTo>
                <a:cubicBezTo>
                  <a:pt x="7189" y="509"/>
                  <a:pt x="7152" y="417"/>
                  <a:pt x="7120" y="329"/>
                </a:cubicBezTo>
              </a:path>
              <a:path w="21600" h="21600">
                <a:moveTo>
                  <a:pt x="3641" y="305"/>
                </a:moveTo>
                <a:lnTo>
                  <a:pt x="3618" y="313"/>
                </a:lnTo>
                <a:lnTo>
                  <a:pt x="3718" y="470"/>
                </a:lnTo>
                <a:lnTo>
                  <a:pt x="3709" y="359"/>
                </a:lnTo>
              </a:path>
              <a:path w="21600" h="21600">
                <a:moveTo>
                  <a:pt x="4160" y="301"/>
                </a:moveTo>
                <a:lnTo>
                  <a:pt x="4163" y="328"/>
                </a:lnTo>
                <a:lnTo>
                  <a:pt x="4172" y="339"/>
                </a:lnTo>
              </a:path>
              <a:path w="21600" h="21600">
                <a:moveTo>
                  <a:pt x="1776" y="301"/>
                </a:moveTo>
                <a:lnTo>
                  <a:pt x="1776" y="301"/>
                </a:lnTo>
                <a:lnTo>
                  <a:pt x="1754" y="303"/>
                </a:lnTo>
                <a:lnTo>
                  <a:pt x="1770" y="325"/>
                </a:lnTo>
                <a:lnTo>
                  <a:pt x="1776" y="301"/>
                </a:lnTo>
                <a:lnTo>
                  <a:pt x="1776" y="301"/>
                </a:lnTo>
              </a:path>
              <a:path w="21600" h="21600">
                <a:moveTo>
                  <a:pt x="13531" y="298"/>
                </a:moveTo>
                <a:lnTo>
                  <a:pt x="13432" y="364"/>
                </a:lnTo>
                <a:lnTo>
                  <a:pt x="13423" y="396"/>
                </a:lnTo>
                <a:cubicBezTo>
                  <a:pt x="13417" y="427"/>
                  <a:pt x="13391" y="475"/>
                  <a:pt x="13356" y="499"/>
                </a:cubicBezTo>
                <a:lnTo>
                  <a:pt x="13351" y="504"/>
                </a:lnTo>
                <a:lnTo>
                  <a:pt x="13356" y="512"/>
                </a:lnTo>
                <a:lnTo>
                  <a:pt x="13383" y="493"/>
                </a:lnTo>
                <a:lnTo>
                  <a:pt x="13538" y="390"/>
                </a:lnTo>
                <a:lnTo>
                  <a:pt x="13563" y="314"/>
                </a:lnTo>
              </a:path>
              <a:path w="21600" h="21600">
                <a:moveTo>
                  <a:pt x="13406" y="296"/>
                </a:moveTo>
                <a:lnTo>
                  <a:pt x="13320" y="306"/>
                </a:lnTo>
                <a:lnTo>
                  <a:pt x="13288" y="325"/>
                </a:lnTo>
                <a:lnTo>
                  <a:pt x="13286" y="334"/>
                </a:lnTo>
                <a:lnTo>
                  <a:pt x="13228" y="424"/>
                </a:lnTo>
                <a:lnTo>
                  <a:pt x="13245" y="432"/>
                </a:lnTo>
                <a:lnTo>
                  <a:pt x="13396" y="332"/>
                </a:lnTo>
              </a:path>
              <a:path w="21600" h="21600">
                <a:moveTo>
                  <a:pt x="11022" y="294"/>
                </a:moveTo>
                <a:lnTo>
                  <a:pt x="10921" y="342"/>
                </a:lnTo>
                <a:cubicBezTo>
                  <a:pt x="10791" y="406"/>
                  <a:pt x="10672" y="467"/>
                  <a:pt x="10561" y="528"/>
                </a:cubicBezTo>
                <a:lnTo>
                  <a:pt x="10574" y="702"/>
                </a:lnTo>
                <a:lnTo>
                  <a:pt x="11038" y="412"/>
                </a:lnTo>
              </a:path>
              <a:path w="21600" h="21600">
                <a:moveTo>
                  <a:pt x="13070" y="293"/>
                </a:moveTo>
                <a:lnTo>
                  <a:pt x="12986" y="308"/>
                </a:lnTo>
                <a:lnTo>
                  <a:pt x="12925" y="332"/>
                </a:lnTo>
                <a:lnTo>
                  <a:pt x="13038" y="311"/>
                </a:lnTo>
              </a:path>
              <a:path w="21600" h="21600">
                <a:moveTo>
                  <a:pt x="16270" y="291"/>
                </a:moveTo>
                <a:lnTo>
                  <a:pt x="16224" y="413"/>
                </a:lnTo>
                <a:lnTo>
                  <a:pt x="16205" y="440"/>
                </a:lnTo>
                <a:lnTo>
                  <a:pt x="16296" y="348"/>
                </a:lnTo>
              </a:path>
              <a:path w="21600" h="21600">
                <a:moveTo>
                  <a:pt x="4078" y="290"/>
                </a:moveTo>
                <a:lnTo>
                  <a:pt x="4083" y="352"/>
                </a:lnTo>
                <a:lnTo>
                  <a:pt x="4126" y="403"/>
                </a:lnTo>
                <a:lnTo>
                  <a:pt x="4120" y="343"/>
                </a:lnTo>
              </a:path>
              <a:path w="21600" h="21600">
                <a:moveTo>
                  <a:pt x="13462" y="290"/>
                </a:moveTo>
                <a:lnTo>
                  <a:pt x="13452" y="291"/>
                </a:lnTo>
                <a:lnTo>
                  <a:pt x="13450" y="297"/>
                </a:lnTo>
              </a:path>
              <a:path w="21600" h="21600">
                <a:moveTo>
                  <a:pt x="2260" y="288"/>
                </a:moveTo>
                <a:lnTo>
                  <a:pt x="2243" y="316"/>
                </a:lnTo>
                <a:lnTo>
                  <a:pt x="2244" y="319"/>
                </a:lnTo>
                <a:lnTo>
                  <a:pt x="2321" y="494"/>
                </a:lnTo>
                <a:lnTo>
                  <a:pt x="2369" y="489"/>
                </a:lnTo>
                <a:lnTo>
                  <a:pt x="2411" y="419"/>
                </a:lnTo>
                <a:lnTo>
                  <a:pt x="2399" y="404"/>
                </a:lnTo>
                <a:lnTo>
                  <a:pt x="2394" y="397"/>
                </a:lnTo>
              </a:path>
              <a:path w="21600" h="21600">
                <a:moveTo>
                  <a:pt x="14154" y="288"/>
                </a:moveTo>
                <a:lnTo>
                  <a:pt x="14150" y="295"/>
                </a:lnTo>
                <a:lnTo>
                  <a:pt x="14157" y="290"/>
                </a:lnTo>
              </a:path>
              <a:path w="21600" h="21600">
                <a:moveTo>
                  <a:pt x="5354" y="283"/>
                </a:moveTo>
                <a:lnTo>
                  <a:pt x="4947" y="545"/>
                </a:lnTo>
                <a:cubicBezTo>
                  <a:pt x="4951" y="550"/>
                  <a:pt x="4954" y="556"/>
                  <a:pt x="4957" y="562"/>
                </a:cubicBezTo>
                <a:lnTo>
                  <a:pt x="5106" y="821"/>
                </a:lnTo>
                <a:lnTo>
                  <a:pt x="5512" y="600"/>
                </a:lnTo>
                <a:cubicBezTo>
                  <a:pt x="5498" y="573"/>
                  <a:pt x="5484" y="545"/>
                  <a:pt x="5470" y="518"/>
                </a:cubicBezTo>
              </a:path>
              <a:path w="21600" h="21600">
                <a:moveTo>
                  <a:pt x="3703" y="282"/>
                </a:moveTo>
                <a:lnTo>
                  <a:pt x="3690" y="287"/>
                </a:lnTo>
                <a:lnTo>
                  <a:pt x="3705" y="299"/>
                </a:lnTo>
              </a:path>
              <a:path w="21600" h="21600">
                <a:moveTo>
                  <a:pt x="1960" y="278"/>
                </a:moveTo>
                <a:lnTo>
                  <a:pt x="1847" y="293"/>
                </a:lnTo>
                <a:lnTo>
                  <a:pt x="1900" y="458"/>
                </a:lnTo>
                <a:lnTo>
                  <a:pt x="1966" y="294"/>
                </a:lnTo>
              </a:path>
              <a:path w="21600" h="21600">
                <a:moveTo>
                  <a:pt x="13578" y="269"/>
                </a:moveTo>
                <a:lnTo>
                  <a:pt x="13572" y="272"/>
                </a:lnTo>
                <a:lnTo>
                  <a:pt x="13576" y="274"/>
                </a:lnTo>
              </a:path>
              <a:path w="21600" h="21600">
                <a:moveTo>
                  <a:pt x="2028" y="269"/>
                </a:moveTo>
                <a:lnTo>
                  <a:pt x="2021" y="270"/>
                </a:lnTo>
                <a:lnTo>
                  <a:pt x="2013" y="289"/>
                </a:lnTo>
                <a:lnTo>
                  <a:pt x="2055" y="395"/>
                </a:lnTo>
                <a:lnTo>
                  <a:pt x="2080" y="368"/>
                </a:lnTo>
              </a:path>
              <a:path w="21600" h="21600">
                <a:moveTo>
                  <a:pt x="13256" y="263"/>
                </a:moveTo>
                <a:lnTo>
                  <a:pt x="13255" y="264"/>
                </a:lnTo>
                <a:lnTo>
                  <a:pt x="13208" y="271"/>
                </a:lnTo>
                <a:lnTo>
                  <a:pt x="13208" y="277"/>
                </a:lnTo>
                <a:lnTo>
                  <a:pt x="13216" y="275"/>
                </a:lnTo>
                <a:lnTo>
                  <a:pt x="13254" y="269"/>
                </a:lnTo>
              </a:path>
              <a:path w="21600" h="21600">
                <a:moveTo>
                  <a:pt x="2971" y="263"/>
                </a:moveTo>
                <a:lnTo>
                  <a:pt x="2982" y="278"/>
                </a:lnTo>
                <a:lnTo>
                  <a:pt x="2977" y="267"/>
                </a:lnTo>
              </a:path>
              <a:path w="21600" h="21600">
                <a:moveTo>
                  <a:pt x="3533" y="261"/>
                </a:moveTo>
                <a:lnTo>
                  <a:pt x="3541" y="289"/>
                </a:lnTo>
                <a:lnTo>
                  <a:pt x="3549" y="287"/>
                </a:lnTo>
                <a:lnTo>
                  <a:pt x="3537" y="268"/>
                </a:lnTo>
              </a:path>
              <a:path w="21600" h="21600">
                <a:moveTo>
                  <a:pt x="16236" y="259"/>
                </a:moveTo>
                <a:lnTo>
                  <a:pt x="16162" y="330"/>
                </a:lnTo>
                <a:lnTo>
                  <a:pt x="15978" y="540"/>
                </a:lnTo>
                <a:lnTo>
                  <a:pt x="16032" y="554"/>
                </a:lnTo>
                <a:cubicBezTo>
                  <a:pt x="16082" y="542"/>
                  <a:pt x="16134" y="489"/>
                  <a:pt x="16186" y="395"/>
                </a:cubicBezTo>
              </a:path>
              <a:path w="21600" h="21600">
                <a:moveTo>
                  <a:pt x="3584" y="259"/>
                </a:moveTo>
                <a:lnTo>
                  <a:pt x="3593" y="274"/>
                </a:lnTo>
                <a:lnTo>
                  <a:pt x="3600" y="272"/>
                </a:lnTo>
              </a:path>
              <a:path w="21600" h="21600">
                <a:moveTo>
                  <a:pt x="3301" y="255"/>
                </a:moveTo>
                <a:lnTo>
                  <a:pt x="3304" y="261"/>
                </a:lnTo>
                <a:lnTo>
                  <a:pt x="3323" y="336"/>
                </a:lnTo>
                <a:lnTo>
                  <a:pt x="3391" y="322"/>
                </a:lnTo>
              </a:path>
              <a:path w="21600" h="21600">
                <a:moveTo>
                  <a:pt x="13330" y="251"/>
                </a:moveTo>
                <a:lnTo>
                  <a:pt x="13303" y="256"/>
                </a:lnTo>
                <a:lnTo>
                  <a:pt x="13302" y="261"/>
                </a:lnTo>
                <a:lnTo>
                  <a:pt x="13316" y="259"/>
                </a:lnTo>
              </a:path>
              <a:path w="21600" h="21600">
                <a:moveTo>
                  <a:pt x="2166" y="251"/>
                </a:moveTo>
                <a:lnTo>
                  <a:pt x="2072" y="263"/>
                </a:lnTo>
                <a:lnTo>
                  <a:pt x="2109" y="337"/>
                </a:lnTo>
                <a:lnTo>
                  <a:pt x="2173" y="269"/>
                </a:lnTo>
              </a:path>
              <a:path w="21600" h="21600">
                <a:moveTo>
                  <a:pt x="2568" y="249"/>
                </a:moveTo>
                <a:lnTo>
                  <a:pt x="2509" y="346"/>
                </a:lnTo>
                <a:lnTo>
                  <a:pt x="2567" y="467"/>
                </a:lnTo>
                <a:lnTo>
                  <a:pt x="2776" y="436"/>
                </a:lnTo>
                <a:lnTo>
                  <a:pt x="2748" y="376"/>
                </a:lnTo>
              </a:path>
              <a:path w="21600" h="21600">
                <a:moveTo>
                  <a:pt x="3801" y="247"/>
                </a:moveTo>
                <a:lnTo>
                  <a:pt x="3746" y="267"/>
                </a:lnTo>
                <a:lnTo>
                  <a:pt x="3752" y="337"/>
                </a:lnTo>
                <a:lnTo>
                  <a:pt x="3870" y="431"/>
                </a:lnTo>
                <a:lnTo>
                  <a:pt x="3883" y="355"/>
                </a:lnTo>
                <a:lnTo>
                  <a:pt x="3882" y="333"/>
                </a:lnTo>
                <a:lnTo>
                  <a:pt x="3822" y="265"/>
                </a:lnTo>
              </a:path>
              <a:path w="21600" h="21600">
                <a:moveTo>
                  <a:pt x="14729" y="246"/>
                </a:moveTo>
                <a:lnTo>
                  <a:pt x="14728" y="247"/>
                </a:lnTo>
                <a:lnTo>
                  <a:pt x="14728" y="248"/>
                </a:lnTo>
              </a:path>
              <a:path w="21600" h="21600">
                <a:moveTo>
                  <a:pt x="14067" y="242"/>
                </a:moveTo>
                <a:lnTo>
                  <a:pt x="13957" y="317"/>
                </a:lnTo>
                <a:lnTo>
                  <a:pt x="13878" y="497"/>
                </a:lnTo>
                <a:lnTo>
                  <a:pt x="14067" y="357"/>
                </a:lnTo>
                <a:lnTo>
                  <a:pt x="14111" y="265"/>
                </a:lnTo>
              </a:path>
              <a:path w="21600" h="21600">
                <a:moveTo>
                  <a:pt x="15089" y="235"/>
                </a:moveTo>
                <a:lnTo>
                  <a:pt x="14857" y="423"/>
                </a:lnTo>
                <a:lnTo>
                  <a:pt x="14871" y="443"/>
                </a:lnTo>
                <a:lnTo>
                  <a:pt x="14907" y="499"/>
                </a:lnTo>
                <a:lnTo>
                  <a:pt x="15002" y="350"/>
                </a:lnTo>
              </a:path>
              <a:path w="21600" h="21600">
                <a:moveTo>
                  <a:pt x="4728" y="232"/>
                </a:moveTo>
                <a:lnTo>
                  <a:pt x="4315" y="443"/>
                </a:lnTo>
                <a:lnTo>
                  <a:pt x="4304" y="448"/>
                </a:lnTo>
                <a:lnTo>
                  <a:pt x="4308" y="459"/>
                </a:lnTo>
                <a:lnTo>
                  <a:pt x="4407" y="625"/>
                </a:lnTo>
                <a:lnTo>
                  <a:pt x="4466" y="720"/>
                </a:lnTo>
                <a:lnTo>
                  <a:pt x="4569" y="683"/>
                </a:lnTo>
                <a:cubicBezTo>
                  <a:pt x="4678" y="633"/>
                  <a:pt x="4784" y="581"/>
                  <a:pt x="4887" y="528"/>
                </a:cubicBezTo>
              </a:path>
              <a:path w="21600" h="21600">
                <a:moveTo>
                  <a:pt x="14323" y="227"/>
                </a:moveTo>
                <a:lnTo>
                  <a:pt x="14257" y="272"/>
                </a:lnTo>
                <a:lnTo>
                  <a:pt x="14257" y="276"/>
                </a:lnTo>
                <a:lnTo>
                  <a:pt x="14250" y="308"/>
                </a:lnTo>
                <a:lnTo>
                  <a:pt x="14267" y="332"/>
                </a:lnTo>
              </a:path>
              <a:path w="21600" h="21600">
                <a:moveTo>
                  <a:pt x="3915" y="222"/>
                </a:moveTo>
                <a:lnTo>
                  <a:pt x="3924" y="313"/>
                </a:lnTo>
                <a:lnTo>
                  <a:pt x="3936" y="326"/>
                </a:lnTo>
                <a:lnTo>
                  <a:pt x="3935" y="247"/>
                </a:lnTo>
              </a:path>
              <a:path w="21600" h="21600">
                <a:moveTo>
                  <a:pt x="2400" y="222"/>
                </a:moveTo>
                <a:lnTo>
                  <a:pt x="2336" y="244"/>
                </a:lnTo>
                <a:lnTo>
                  <a:pt x="2421" y="360"/>
                </a:lnTo>
                <a:lnTo>
                  <a:pt x="2438" y="373"/>
                </a:lnTo>
                <a:lnTo>
                  <a:pt x="2457" y="342"/>
                </a:lnTo>
              </a:path>
              <a:path w="21600" h="21600">
                <a:moveTo>
                  <a:pt x="3874" y="221"/>
                </a:moveTo>
                <a:lnTo>
                  <a:pt x="3849" y="230"/>
                </a:lnTo>
                <a:lnTo>
                  <a:pt x="3857" y="237"/>
                </a:lnTo>
                <a:lnTo>
                  <a:pt x="3876" y="259"/>
                </a:lnTo>
              </a:path>
              <a:path w="21600" h="21600">
                <a:moveTo>
                  <a:pt x="9909" y="215"/>
                </a:moveTo>
                <a:lnTo>
                  <a:pt x="9608" y="322"/>
                </a:lnTo>
                <a:lnTo>
                  <a:pt x="9443" y="399"/>
                </a:lnTo>
                <a:lnTo>
                  <a:pt x="9447" y="415"/>
                </a:lnTo>
                <a:cubicBezTo>
                  <a:pt x="9460" y="469"/>
                  <a:pt x="9474" y="523"/>
                  <a:pt x="9487" y="576"/>
                </a:cubicBezTo>
                <a:lnTo>
                  <a:pt x="9938" y="361"/>
                </a:lnTo>
              </a:path>
              <a:path w="21600" h="21600">
                <a:moveTo>
                  <a:pt x="12632" y="215"/>
                </a:moveTo>
                <a:lnTo>
                  <a:pt x="12304" y="416"/>
                </a:lnTo>
                <a:lnTo>
                  <a:pt x="12402" y="376"/>
                </a:lnTo>
                <a:lnTo>
                  <a:pt x="12614" y="320"/>
                </a:lnTo>
                <a:lnTo>
                  <a:pt x="12633" y="308"/>
                </a:lnTo>
              </a:path>
              <a:path w="21600" h="21600">
                <a:moveTo>
                  <a:pt x="15974" y="213"/>
                </a:moveTo>
                <a:lnTo>
                  <a:pt x="15844" y="351"/>
                </a:lnTo>
                <a:lnTo>
                  <a:pt x="15846" y="354"/>
                </a:lnTo>
              </a:path>
              <a:path w="21600" h="21600">
                <a:moveTo>
                  <a:pt x="12097" y="212"/>
                </a:moveTo>
                <a:cubicBezTo>
                  <a:pt x="11950" y="287"/>
                  <a:pt x="11815" y="365"/>
                  <a:pt x="11694" y="440"/>
                </a:cubicBezTo>
                <a:lnTo>
                  <a:pt x="11624" y="486"/>
                </a:lnTo>
                <a:lnTo>
                  <a:pt x="11633" y="607"/>
                </a:lnTo>
                <a:lnTo>
                  <a:pt x="11632" y="625"/>
                </a:lnTo>
                <a:lnTo>
                  <a:pt x="12003" y="369"/>
                </a:lnTo>
                <a:lnTo>
                  <a:pt x="12101" y="316"/>
                </a:lnTo>
              </a:path>
              <a:path w="21600" h="21600">
                <a:moveTo>
                  <a:pt x="14004" y="209"/>
                </a:moveTo>
                <a:lnTo>
                  <a:pt x="13989" y="243"/>
                </a:lnTo>
                <a:lnTo>
                  <a:pt x="14024" y="219"/>
                </a:lnTo>
              </a:path>
              <a:path w="21600" h="21600">
                <a:moveTo>
                  <a:pt x="13594" y="207"/>
                </a:moveTo>
                <a:lnTo>
                  <a:pt x="13561" y="213"/>
                </a:lnTo>
                <a:lnTo>
                  <a:pt x="13469" y="228"/>
                </a:lnTo>
                <a:lnTo>
                  <a:pt x="13466" y="239"/>
                </a:lnTo>
                <a:lnTo>
                  <a:pt x="13510" y="242"/>
                </a:lnTo>
                <a:lnTo>
                  <a:pt x="13524" y="249"/>
                </a:lnTo>
                <a:lnTo>
                  <a:pt x="13536" y="241"/>
                </a:lnTo>
              </a:path>
              <a:path w="21600" h="21600">
                <a:moveTo>
                  <a:pt x="2506" y="206"/>
                </a:moveTo>
                <a:lnTo>
                  <a:pt x="2447" y="213"/>
                </a:lnTo>
                <a:lnTo>
                  <a:pt x="2485" y="295"/>
                </a:lnTo>
                <a:lnTo>
                  <a:pt x="2529" y="222"/>
                </a:lnTo>
              </a:path>
              <a:path w="21600" h="21600">
                <a:moveTo>
                  <a:pt x="13693" y="203"/>
                </a:moveTo>
                <a:lnTo>
                  <a:pt x="13635" y="236"/>
                </a:lnTo>
                <a:lnTo>
                  <a:pt x="13616" y="294"/>
                </a:lnTo>
                <a:lnTo>
                  <a:pt x="13654" y="313"/>
                </a:lnTo>
                <a:lnTo>
                  <a:pt x="13689" y="290"/>
                </a:lnTo>
              </a:path>
              <a:path w="21600" h="21600">
                <a:moveTo>
                  <a:pt x="15692" y="198"/>
                </a:moveTo>
                <a:lnTo>
                  <a:pt x="15606" y="272"/>
                </a:lnTo>
                <a:lnTo>
                  <a:pt x="15397" y="488"/>
                </a:lnTo>
                <a:lnTo>
                  <a:pt x="15397" y="488"/>
                </a:lnTo>
                <a:lnTo>
                  <a:pt x="15442" y="580"/>
                </a:lnTo>
                <a:lnTo>
                  <a:pt x="15484" y="524"/>
                </a:lnTo>
                <a:lnTo>
                  <a:pt x="15724" y="247"/>
                </a:lnTo>
              </a:path>
              <a:path w="21600" h="21600">
                <a:moveTo>
                  <a:pt x="10461" y="198"/>
                </a:moveTo>
                <a:lnTo>
                  <a:pt x="9995" y="383"/>
                </a:lnTo>
                <a:lnTo>
                  <a:pt x="9989" y="385"/>
                </a:lnTo>
                <a:lnTo>
                  <a:pt x="10023" y="544"/>
                </a:lnTo>
                <a:cubicBezTo>
                  <a:pt x="10124" y="490"/>
                  <a:pt x="10234" y="435"/>
                  <a:pt x="10355" y="377"/>
                </a:cubicBezTo>
                <a:lnTo>
                  <a:pt x="10481" y="320"/>
                </a:lnTo>
                <a:lnTo>
                  <a:pt x="10479" y="309"/>
                </a:lnTo>
              </a:path>
              <a:path w="21600" h="21600">
                <a:moveTo>
                  <a:pt x="9347" y="198"/>
                </a:moveTo>
                <a:lnTo>
                  <a:pt x="8881" y="377"/>
                </a:lnTo>
                <a:lnTo>
                  <a:pt x="8908" y="473"/>
                </a:lnTo>
                <a:cubicBezTo>
                  <a:pt x="8919" y="511"/>
                  <a:pt x="8930" y="548"/>
                  <a:pt x="8941" y="585"/>
                </a:cubicBezTo>
                <a:lnTo>
                  <a:pt x="9390" y="377"/>
                </a:lnTo>
              </a:path>
              <a:path w="21600" h="21600">
                <a:moveTo>
                  <a:pt x="3741" y="196"/>
                </a:moveTo>
                <a:lnTo>
                  <a:pt x="3743" y="221"/>
                </a:lnTo>
                <a:lnTo>
                  <a:pt x="3762" y="214"/>
                </a:lnTo>
              </a:path>
              <a:path w="21600" h="21600">
                <a:moveTo>
                  <a:pt x="14613" y="193"/>
                </a:moveTo>
                <a:lnTo>
                  <a:pt x="14525" y="261"/>
                </a:lnTo>
                <a:lnTo>
                  <a:pt x="14394" y="508"/>
                </a:lnTo>
                <a:lnTo>
                  <a:pt x="14398" y="513"/>
                </a:lnTo>
                <a:lnTo>
                  <a:pt x="14622" y="336"/>
                </a:lnTo>
                <a:lnTo>
                  <a:pt x="14673" y="246"/>
                </a:lnTo>
                <a:lnTo>
                  <a:pt x="14650" y="214"/>
                </a:lnTo>
              </a:path>
              <a:path w="21600" h="21600">
                <a:moveTo>
                  <a:pt x="15177" y="193"/>
                </a:moveTo>
                <a:lnTo>
                  <a:pt x="15037" y="375"/>
                </a:lnTo>
                <a:lnTo>
                  <a:pt x="14923" y="555"/>
                </a:lnTo>
                <a:lnTo>
                  <a:pt x="14931" y="578"/>
                </a:lnTo>
                <a:lnTo>
                  <a:pt x="15165" y="346"/>
                </a:lnTo>
                <a:lnTo>
                  <a:pt x="15222" y="298"/>
                </a:lnTo>
                <a:lnTo>
                  <a:pt x="15229" y="276"/>
                </a:lnTo>
              </a:path>
              <a:path w="21600" h="21600">
                <a:moveTo>
                  <a:pt x="11554" y="190"/>
                </a:moveTo>
                <a:lnTo>
                  <a:pt x="11087" y="434"/>
                </a:lnTo>
                <a:lnTo>
                  <a:pt x="11092" y="581"/>
                </a:lnTo>
                <a:lnTo>
                  <a:pt x="11196" y="511"/>
                </a:lnTo>
                <a:cubicBezTo>
                  <a:pt x="11309" y="442"/>
                  <a:pt x="11431" y="368"/>
                  <a:pt x="11565" y="294"/>
                </a:cubicBezTo>
                <a:cubicBezTo>
                  <a:pt x="11561" y="259"/>
                  <a:pt x="11557" y="226"/>
                  <a:pt x="11554" y="191"/>
                </a:cubicBezTo>
              </a:path>
              <a:path w="21600" h="21600">
                <a:moveTo>
                  <a:pt x="13781" y="188"/>
                </a:moveTo>
                <a:lnTo>
                  <a:pt x="13738" y="192"/>
                </a:lnTo>
                <a:lnTo>
                  <a:pt x="13734" y="259"/>
                </a:lnTo>
                <a:lnTo>
                  <a:pt x="13761" y="242"/>
                </a:lnTo>
              </a:path>
              <a:path w="21600" h="21600">
                <a:moveTo>
                  <a:pt x="14149" y="186"/>
                </a:moveTo>
                <a:lnTo>
                  <a:pt x="14107" y="215"/>
                </a:lnTo>
                <a:lnTo>
                  <a:pt x="14130" y="227"/>
                </a:lnTo>
              </a:path>
              <a:path w="21600" h="21600">
                <a:moveTo>
                  <a:pt x="13849" y="183"/>
                </a:moveTo>
                <a:lnTo>
                  <a:pt x="13831" y="184"/>
                </a:lnTo>
                <a:lnTo>
                  <a:pt x="13826" y="198"/>
                </a:lnTo>
              </a:path>
              <a:path w="21600" h="21600">
                <a:moveTo>
                  <a:pt x="2657" y="181"/>
                </a:moveTo>
                <a:lnTo>
                  <a:pt x="2604" y="190"/>
                </a:lnTo>
                <a:lnTo>
                  <a:pt x="2590" y="213"/>
                </a:lnTo>
                <a:lnTo>
                  <a:pt x="2711" y="297"/>
                </a:lnTo>
              </a:path>
              <a:path w="21600" h="21600">
                <a:moveTo>
                  <a:pt x="3992" y="181"/>
                </a:moveTo>
                <a:lnTo>
                  <a:pt x="3998" y="216"/>
                </a:lnTo>
                <a:lnTo>
                  <a:pt x="3994" y="246"/>
                </a:lnTo>
                <a:lnTo>
                  <a:pt x="4033" y="292"/>
                </a:lnTo>
                <a:lnTo>
                  <a:pt x="4028" y="226"/>
                </a:lnTo>
              </a:path>
              <a:path w="21600" h="21600">
                <a:moveTo>
                  <a:pt x="13941" y="175"/>
                </a:moveTo>
                <a:lnTo>
                  <a:pt x="13940" y="175"/>
                </a:lnTo>
                <a:lnTo>
                  <a:pt x="13799" y="269"/>
                </a:lnTo>
                <a:lnTo>
                  <a:pt x="13761" y="366"/>
                </a:lnTo>
                <a:lnTo>
                  <a:pt x="13776" y="373"/>
                </a:lnTo>
                <a:lnTo>
                  <a:pt x="13783" y="383"/>
                </a:lnTo>
                <a:lnTo>
                  <a:pt x="13793" y="376"/>
                </a:lnTo>
                <a:lnTo>
                  <a:pt x="13918" y="291"/>
                </a:lnTo>
                <a:lnTo>
                  <a:pt x="13963" y="187"/>
                </a:lnTo>
              </a:path>
              <a:path w="21600" h="21600">
                <a:moveTo>
                  <a:pt x="13441" y="168"/>
                </a:moveTo>
                <a:lnTo>
                  <a:pt x="13404" y="174"/>
                </a:lnTo>
                <a:lnTo>
                  <a:pt x="13326" y="207"/>
                </a:lnTo>
                <a:lnTo>
                  <a:pt x="13436" y="189"/>
                </a:lnTo>
              </a:path>
              <a:path w="21600" h="21600">
                <a:moveTo>
                  <a:pt x="4068" y="166"/>
                </a:moveTo>
                <a:lnTo>
                  <a:pt x="4072" y="212"/>
                </a:lnTo>
                <a:lnTo>
                  <a:pt x="4106" y="255"/>
                </a:lnTo>
                <a:lnTo>
                  <a:pt x="4090" y="196"/>
                </a:lnTo>
              </a:path>
              <a:path w="21600" h="21600">
                <a:moveTo>
                  <a:pt x="13489" y="161"/>
                </a:moveTo>
                <a:lnTo>
                  <a:pt x="13488" y="161"/>
                </a:lnTo>
                <a:lnTo>
                  <a:pt x="13487" y="162"/>
                </a:lnTo>
              </a:path>
              <a:path w="21600" h="21600">
                <a:moveTo>
                  <a:pt x="2811" y="155"/>
                </a:moveTo>
                <a:lnTo>
                  <a:pt x="2772" y="162"/>
                </a:lnTo>
                <a:lnTo>
                  <a:pt x="2703" y="173"/>
                </a:lnTo>
                <a:lnTo>
                  <a:pt x="2784" y="348"/>
                </a:lnTo>
                <a:lnTo>
                  <a:pt x="2808" y="364"/>
                </a:lnTo>
                <a:lnTo>
                  <a:pt x="2896" y="419"/>
                </a:lnTo>
                <a:lnTo>
                  <a:pt x="3012" y="402"/>
                </a:lnTo>
                <a:lnTo>
                  <a:pt x="2967" y="336"/>
                </a:lnTo>
                <a:lnTo>
                  <a:pt x="2871" y="195"/>
                </a:lnTo>
              </a:path>
              <a:path w="21600" h="21600">
                <a:moveTo>
                  <a:pt x="8772" y="154"/>
                </a:moveTo>
                <a:lnTo>
                  <a:pt x="8540" y="226"/>
                </a:lnTo>
                <a:lnTo>
                  <a:pt x="8306" y="329"/>
                </a:lnTo>
                <a:lnTo>
                  <a:pt x="8369" y="530"/>
                </a:lnTo>
                <a:cubicBezTo>
                  <a:pt x="8374" y="543"/>
                  <a:pt x="8378" y="557"/>
                  <a:pt x="8382" y="570"/>
                </a:cubicBezTo>
                <a:cubicBezTo>
                  <a:pt x="8501" y="498"/>
                  <a:pt x="8614" y="441"/>
                  <a:pt x="8722" y="390"/>
                </a:cubicBezTo>
                <a:lnTo>
                  <a:pt x="8826" y="350"/>
                </a:lnTo>
              </a:path>
              <a:path w="21600" h="21600">
                <a:moveTo>
                  <a:pt x="14221" y="149"/>
                </a:moveTo>
                <a:lnTo>
                  <a:pt x="14173" y="249"/>
                </a:lnTo>
                <a:lnTo>
                  <a:pt x="14196" y="261"/>
                </a:lnTo>
                <a:lnTo>
                  <a:pt x="14200" y="258"/>
                </a:lnTo>
                <a:lnTo>
                  <a:pt x="14213" y="249"/>
                </a:lnTo>
              </a:path>
              <a:path w="21600" h="21600">
                <a:moveTo>
                  <a:pt x="13620" y="141"/>
                </a:moveTo>
                <a:lnTo>
                  <a:pt x="13608" y="143"/>
                </a:lnTo>
                <a:lnTo>
                  <a:pt x="13563" y="168"/>
                </a:lnTo>
                <a:lnTo>
                  <a:pt x="13614" y="159"/>
                </a:lnTo>
                <a:lnTo>
                  <a:pt x="13614" y="159"/>
                </a:lnTo>
              </a:path>
              <a:path w="21600" h="21600">
                <a:moveTo>
                  <a:pt x="11002" y="139"/>
                </a:moveTo>
                <a:lnTo>
                  <a:pt x="10779" y="233"/>
                </a:lnTo>
                <a:lnTo>
                  <a:pt x="10773" y="236"/>
                </a:lnTo>
                <a:lnTo>
                  <a:pt x="10531" y="345"/>
                </a:lnTo>
                <a:lnTo>
                  <a:pt x="10555" y="482"/>
                </a:lnTo>
                <a:cubicBezTo>
                  <a:pt x="10662" y="424"/>
                  <a:pt x="10777" y="364"/>
                  <a:pt x="10901" y="303"/>
                </a:cubicBezTo>
                <a:lnTo>
                  <a:pt x="11015" y="249"/>
                </a:lnTo>
              </a:path>
              <a:path w="21600" h="21600">
                <a:moveTo>
                  <a:pt x="15652" y="138"/>
                </a:moveTo>
                <a:lnTo>
                  <a:pt x="15511" y="307"/>
                </a:lnTo>
                <a:lnTo>
                  <a:pt x="15576" y="239"/>
                </a:lnTo>
                <a:lnTo>
                  <a:pt x="15668" y="161"/>
                </a:lnTo>
              </a:path>
              <a:path w="21600" h="21600">
                <a:moveTo>
                  <a:pt x="2923" y="131"/>
                </a:moveTo>
                <a:lnTo>
                  <a:pt x="2887" y="140"/>
                </a:lnTo>
                <a:cubicBezTo>
                  <a:pt x="2889" y="143"/>
                  <a:pt x="2892" y="147"/>
                  <a:pt x="2894" y="150"/>
                </a:cubicBezTo>
                <a:lnTo>
                  <a:pt x="2904" y="164"/>
                </a:lnTo>
                <a:lnTo>
                  <a:pt x="2948" y="193"/>
                </a:lnTo>
              </a:path>
              <a:path w="21600" h="21600">
                <a:moveTo>
                  <a:pt x="2357" y="130"/>
                </a:moveTo>
                <a:lnTo>
                  <a:pt x="2322" y="187"/>
                </a:lnTo>
                <a:lnTo>
                  <a:pt x="2343" y="184"/>
                </a:lnTo>
                <a:lnTo>
                  <a:pt x="2376" y="170"/>
                </a:lnTo>
                <a:lnTo>
                  <a:pt x="2376" y="170"/>
                </a:lnTo>
              </a:path>
              <a:path w="21600" h="21600">
                <a:moveTo>
                  <a:pt x="13696" y="129"/>
                </a:moveTo>
                <a:lnTo>
                  <a:pt x="13669" y="133"/>
                </a:lnTo>
                <a:lnTo>
                  <a:pt x="13663" y="152"/>
                </a:lnTo>
                <a:lnTo>
                  <a:pt x="13695" y="148"/>
                </a:lnTo>
              </a:path>
              <a:path w="21600" h="21600">
                <a:moveTo>
                  <a:pt x="13742" y="122"/>
                </a:moveTo>
                <a:lnTo>
                  <a:pt x="13741" y="122"/>
                </a:lnTo>
                <a:lnTo>
                  <a:pt x="13741" y="123"/>
                </a:lnTo>
              </a:path>
              <a:path w="21600" h="21600">
                <a:moveTo>
                  <a:pt x="15783" y="121"/>
                </a:moveTo>
                <a:lnTo>
                  <a:pt x="15726" y="170"/>
                </a:lnTo>
                <a:lnTo>
                  <a:pt x="15753" y="210"/>
                </a:lnTo>
              </a:path>
              <a:path w="21600" h="21600">
                <a:moveTo>
                  <a:pt x="14479" y="120"/>
                </a:moveTo>
                <a:lnTo>
                  <a:pt x="14405" y="170"/>
                </a:lnTo>
                <a:lnTo>
                  <a:pt x="14296" y="373"/>
                </a:lnTo>
                <a:lnTo>
                  <a:pt x="14300" y="378"/>
                </a:lnTo>
                <a:lnTo>
                  <a:pt x="14486" y="234"/>
                </a:lnTo>
                <a:lnTo>
                  <a:pt x="14495" y="218"/>
                </a:lnTo>
                <a:lnTo>
                  <a:pt x="14537" y="152"/>
                </a:lnTo>
              </a:path>
              <a:path w="21600" h="21600">
                <a:moveTo>
                  <a:pt x="913" y="119"/>
                </a:moveTo>
                <a:lnTo>
                  <a:pt x="389" y="199"/>
                </a:lnTo>
                <a:lnTo>
                  <a:pt x="579" y="416"/>
                </a:lnTo>
                <a:lnTo>
                  <a:pt x="1098" y="344"/>
                </a:lnTo>
              </a:path>
              <a:path w="21600" h="21600">
                <a:moveTo>
                  <a:pt x="14968" y="118"/>
                </a:moveTo>
                <a:lnTo>
                  <a:pt x="14770" y="275"/>
                </a:lnTo>
                <a:lnTo>
                  <a:pt x="14764" y="296"/>
                </a:lnTo>
                <a:lnTo>
                  <a:pt x="14805" y="353"/>
                </a:lnTo>
                <a:lnTo>
                  <a:pt x="14840" y="295"/>
                </a:lnTo>
              </a:path>
              <a:path w="21600" h="21600">
                <a:moveTo>
                  <a:pt x="2401" y="118"/>
                </a:moveTo>
                <a:lnTo>
                  <a:pt x="2420" y="158"/>
                </a:lnTo>
                <a:lnTo>
                  <a:pt x="2440" y="153"/>
                </a:lnTo>
              </a:path>
              <a:path w="21600" h="21600">
                <a:moveTo>
                  <a:pt x="1745" y="105"/>
                </a:moveTo>
                <a:lnTo>
                  <a:pt x="1740" y="261"/>
                </a:lnTo>
                <a:lnTo>
                  <a:pt x="1788" y="256"/>
                </a:lnTo>
                <a:lnTo>
                  <a:pt x="1757" y="162"/>
                </a:lnTo>
              </a:path>
              <a:path w="21600" h="21600">
                <a:moveTo>
                  <a:pt x="2088" y="103"/>
                </a:moveTo>
                <a:lnTo>
                  <a:pt x="2045" y="209"/>
                </a:lnTo>
                <a:lnTo>
                  <a:pt x="2052" y="222"/>
                </a:lnTo>
                <a:lnTo>
                  <a:pt x="2148" y="209"/>
                </a:lnTo>
                <a:lnTo>
                  <a:pt x="2114" y="131"/>
                </a:lnTo>
              </a:path>
              <a:path w="21600" h="21600">
                <a:moveTo>
                  <a:pt x="16137" y="99"/>
                </a:moveTo>
                <a:lnTo>
                  <a:pt x="15865" y="400"/>
                </a:lnTo>
                <a:lnTo>
                  <a:pt x="15869" y="411"/>
                </a:lnTo>
                <a:lnTo>
                  <a:pt x="15925" y="507"/>
                </a:lnTo>
                <a:lnTo>
                  <a:pt x="16210" y="204"/>
                </a:lnTo>
              </a:path>
              <a:path w="21600" h="21600">
                <a:moveTo>
                  <a:pt x="14750" y="95"/>
                </a:moveTo>
                <a:lnTo>
                  <a:pt x="14650" y="165"/>
                </a:lnTo>
                <a:lnTo>
                  <a:pt x="14679" y="181"/>
                </a:lnTo>
                <a:lnTo>
                  <a:pt x="14699" y="208"/>
                </a:lnTo>
                <a:lnTo>
                  <a:pt x="14746" y="139"/>
                </a:lnTo>
              </a:path>
              <a:path w="21600" h="21600">
                <a:moveTo>
                  <a:pt x="3080" y="93"/>
                </a:moveTo>
                <a:lnTo>
                  <a:pt x="2968" y="120"/>
                </a:lnTo>
                <a:lnTo>
                  <a:pt x="3015" y="238"/>
                </a:lnTo>
                <a:lnTo>
                  <a:pt x="3201" y="363"/>
                </a:lnTo>
                <a:lnTo>
                  <a:pt x="3279" y="346"/>
                </a:lnTo>
                <a:lnTo>
                  <a:pt x="3260" y="275"/>
                </a:lnTo>
                <a:lnTo>
                  <a:pt x="3228" y="201"/>
                </a:lnTo>
                <a:lnTo>
                  <a:pt x="3227" y="200"/>
                </a:lnTo>
              </a:path>
              <a:path w="21600" h="21600">
                <a:moveTo>
                  <a:pt x="12088" y="89"/>
                </a:moveTo>
                <a:lnTo>
                  <a:pt x="11612" y="318"/>
                </a:lnTo>
                <a:lnTo>
                  <a:pt x="11621" y="435"/>
                </a:lnTo>
                <a:lnTo>
                  <a:pt x="11677" y="398"/>
                </a:lnTo>
                <a:cubicBezTo>
                  <a:pt x="11802" y="321"/>
                  <a:pt x="11941" y="242"/>
                  <a:pt x="12093" y="164"/>
                </a:cubicBezTo>
                <a:cubicBezTo>
                  <a:pt x="12092" y="154"/>
                  <a:pt x="12092" y="143"/>
                  <a:pt x="12091" y="133"/>
                </a:cubicBezTo>
              </a:path>
              <a:path w="21600" h="21600">
                <a:moveTo>
                  <a:pt x="1892" y="86"/>
                </a:moveTo>
                <a:lnTo>
                  <a:pt x="1859" y="173"/>
                </a:lnTo>
                <a:cubicBezTo>
                  <a:pt x="1851" y="199"/>
                  <a:pt x="1843" y="224"/>
                  <a:pt x="1836" y="250"/>
                </a:cubicBezTo>
                <a:lnTo>
                  <a:pt x="1944" y="236"/>
                </a:lnTo>
              </a:path>
              <a:path w="21600" h="21600">
                <a:moveTo>
                  <a:pt x="15275" y="85"/>
                </a:moveTo>
                <a:lnTo>
                  <a:pt x="15233" y="119"/>
                </a:lnTo>
                <a:lnTo>
                  <a:pt x="15205" y="155"/>
                </a:lnTo>
                <a:lnTo>
                  <a:pt x="15246" y="219"/>
                </a:lnTo>
                <a:lnTo>
                  <a:pt x="15264" y="158"/>
                </a:lnTo>
              </a:path>
              <a:path w="21600" h="21600">
                <a:moveTo>
                  <a:pt x="14007" y="83"/>
                </a:moveTo>
                <a:lnTo>
                  <a:pt x="13981" y="87"/>
                </a:lnTo>
                <a:lnTo>
                  <a:pt x="13864" y="104"/>
                </a:lnTo>
                <a:lnTo>
                  <a:pt x="13862" y="105"/>
                </a:lnTo>
                <a:lnTo>
                  <a:pt x="13853" y="128"/>
                </a:lnTo>
                <a:lnTo>
                  <a:pt x="13870" y="125"/>
                </a:lnTo>
                <a:lnTo>
                  <a:pt x="13928" y="130"/>
                </a:lnTo>
                <a:lnTo>
                  <a:pt x="13941" y="121"/>
                </a:lnTo>
              </a:path>
              <a:path w="21600" h="21600">
                <a:moveTo>
                  <a:pt x="8185" y="76"/>
                </a:moveTo>
                <a:lnTo>
                  <a:pt x="7997" y="143"/>
                </a:lnTo>
                <a:lnTo>
                  <a:pt x="7726" y="291"/>
                </a:lnTo>
                <a:lnTo>
                  <a:pt x="7820" y="557"/>
                </a:lnTo>
                <a:cubicBezTo>
                  <a:pt x="7950" y="463"/>
                  <a:pt x="8072" y="390"/>
                  <a:pt x="8189" y="331"/>
                </a:cubicBezTo>
                <a:lnTo>
                  <a:pt x="8251" y="303"/>
                </a:lnTo>
                <a:lnTo>
                  <a:pt x="8219" y="203"/>
                </a:lnTo>
              </a:path>
              <a:path w="21600" h="21600">
                <a:moveTo>
                  <a:pt x="15054" y="72"/>
                </a:moveTo>
                <a:lnTo>
                  <a:pt x="14877" y="317"/>
                </a:lnTo>
                <a:lnTo>
                  <a:pt x="14838" y="381"/>
                </a:lnTo>
                <a:lnTo>
                  <a:pt x="15136" y="140"/>
                </a:lnTo>
              </a:path>
              <a:path w="21600" h="21600">
                <a:moveTo>
                  <a:pt x="13643" y="71"/>
                </a:moveTo>
                <a:lnTo>
                  <a:pt x="13559" y="107"/>
                </a:lnTo>
                <a:lnTo>
                  <a:pt x="13591" y="103"/>
                </a:lnTo>
                <a:lnTo>
                  <a:pt x="13642" y="74"/>
                </a:lnTo>
              </a:path>
              <a:path w="21600" h="21600">
                <a:moveTo>
                  <a:pt x="3172" y="71"/>
                </a:moveTo>
                <a:lnTo>
                  <a:pt x="3138" y="79"/>
                </a:lnTo>
                <a:lnTo>
                  <a:pt x="3193" y="119"/>
                </a:lnTo>
              </a:path>
              <a:path w="21600" h="21600">
                <a:moveTo>
                  <a:pt x="16637" y="67"/>
                </a:moveTo>
                <a:lnTo>
                  <a:pt x="16616" y="86"/>
                </a:lnTo>
                <a:lnTo>
                  <a:pt x="16353" y="353"/>
                </a:lnTo>
                <a:lnTo>
                  <a:pt x="16431" y="474"/>
                </a:lnTo>
                <a:cubicBezTo>
                  <a:pt x="16467" y="499"/>
                  <a:pt x="16501" y="508"/>
                  <a:pt x="16534" y="502"/>
                </a:cubicBezTo>
                <a:cubicBezTo>
                  <a:pt x="16588" y="490"/>
                  <a:pt x="16643" y="437"/>
                  <a:pt x="16698" y="343"/>
                </a:cubicBezTo>
                <a:lnTo>
                  <a:pt x="16745" y="227"/>
                </a:lnTo>
                <a:lnTo>
                  <a:pt x="16733" y="205"/>
                </a:lnTo>
              </a:path>
              <a:path w="21600" h="21600">
                <a:moveTo>
                  <a:pt x="14335" y="61"/>
                </a:moveTo>
                <a:lnTo>
                  <a:pt x="14271" y="104"/>
                </a:lnTo>
                <a:lnTo>
                  <a:pt x="14262" y="215"/>
                </a:lnTo>
                <a:lnTo>
                  <a:pt x="14369" y="141"/>
                </a:lnTo>
                <a:lnTo>
                  <a:pt x="14403" y="78"/>
                </a:lnTo>
                <a:lnTo>
                  <a:pt x="14375" y="62"/>
                </a:lnTo>
              </a:path>
              <a:path w="21600" h="21600">
                <a:moveTo>
                  <a:pt x="2059" y="60"/>
                </a:moveTo>
                <a:lnTo>
                  <a:pt x="2058" y="67"/>
                </a:lnTo>
                <a:lnTo>
                  <a:pt x="2060" y="63"/>
                </a:lnTo>
              </a:path>
              <a:path w="21600" h="21600">
                <a:moveTo>
                  <a:pt x="3898" y="60"/>
                </a:moveTo>
                <a:lnTo>
                  <a:pt x="3906" y="140"/>
                </a:lnTo>
                <a:lnTo>
                  <a:pt x="3921" y="157"/>
                </a:lnTo>
                <a:lnTo>
                  <a:pt x="3935" y="152"/>
                </a:lnTo>
                <a:lnTo>
                  <a:pt x="3934" y="106"/>
                </a:lnTo>
              </a:path>
              <a:path w="21600" h="21600">
                <a:moveTo>
                  <a:pt x="11542" y="59"/>
                </a:moveTo>
                <a:lnTo>
                  <a:pt x="11414" y="109"/>
                </a:lnTo>
                <a:lnTo>
                  <a:pt x="11064" y="274"/>
                </a:lnTo>
                <a:lnTo>
                  <a:pt x="11080" y="388"/>
                </a:lnTo>
                <a:lnTo>
                  <a:pt x="11549" y="143"/>
                </a:lnTo>
              </a:path>
              <a:path w="21600" h="21600">
                <a:moveTo>
                  <a:pt x="14213" y="56"/>
                </a:moveTo>
                <a:lnTo>
                  <a:pt x="14119" y="68"/>
                </a:lnTo>
                <a:lnTo>
                  <a:pt x="14047" y="110"/>
                </a:lnTo>
                <a:lnTo>
                  <a:pt x="14021" y="170"/>
                </a:lnTo>
                <a:lnTo>
                  <a:pt x="14064" y="192"/>
                </a:lnTo>
                <a:lnTo>
                  <a:pt x="14187" y="109"/>
                </a:lnTo>
              </a:path>
              <a:path w="21600" h="21600">
                <a:moveTo>
                  <a:pt x="9876" y="49"/>
                </a:moveTo>
                <a:lnTo>
                  <a:pt x="9392" y="184"/>
                </a:lnTo>
                <a:lnTo>
                  <a:pt x="9433" y="357"/>
                </a:lnTo>
                <a:lnTo>
                  <a:pt x="9596" y="282"/>
                </a:lnTo>
                <a:lnTo>
                  <a:pt x="9901" y="174"/>
                </a:lnTo>
              </a:path>
              <a:path w="21600" h="21600">
                <a:moveTo>
                  <a:pt x="15592" y="47"/>
                </a:moveTo>
                <a:lnTo>
                  <a:pt x="15339" y="258"/>
                </a:lnTo>
                <a:lnTo>
                  <a:pt x="15301" y="306"/>
                </a:lnTo>
                <a:lnTo>
                  <a:pt x="15367" y="411"/>
                </a:lnTo>
                <a:lnTo>
                  <a:pt x="15627" y="100"/>
                </a:lnTo>
              </a:path>
              <a:path w="21600" h="21600">
                <a:moveTo>
                  <a:pt x="13836" y="43"/>
                </a:moveTo>
                <a:lnTo>
                  <a:pt x="13799" y="49"/>
                </a:lnTo>
                <a:lnTo>
                  <a:pt x="13743" y="74"/>
                </a:lnTo>
                <a:lnTo>
                  <a:pt x="13743" y="79"/>
                </a:lnTo>
                <a:lnTo>
                  <a:pt x="13762" y="76"/>
                </a:lnTo>
                <a:lnTo>
                  <a:pt x="13827" y="67"/>
                </a:lnTo>
              </a:path>
              <a:path w="21600" h="21600">
                <a:moveTo>
                  <a:pt x="10436" y="41"/>
                </a:moveTo>
                <a:lnTo>
                  <a:pt x="10001" y="183"/>
                </a:lnTo>
                <a:lnTo>
                  <a:pt x="9952" y="200"/>
                </a:lnTo>
                <a:lnTo>
                  <a:pt x="9980" y="341"/>
                </a:lnTo>
                <a:lnTo>
                  <a:pt x="9983" y="340"/>
                </a:lnTo>
                <a:lnTo>
                  <a:pt x="10454" y="153"/>
                </a:lnTo>
              </a:path>
              <a:path w="21600" h="21600">
                <a:moveTo>
                  <a:pt x="3308" y="38"/>
                </a:moveTo>
                <a:lnTo>
                  <a:pt x="3217" y="60"/>
                </a:lnTo>
                <a:lnTo>
                  <a:pt x="3265" y="172"/>
                </a:lnTo>
                <a:lnTo>
                  <a:pt x="3451" y="309"/>
                </a:lnTo>
                <a:lnTo>
                  <a:pt x="3497" y="299"/>
                </a:lnTo>
                <a:lnTo>
                  <a:pt x="3457" y="158"/>
                </a:lnTo>
              </a:path>
              <a:path w="21600" h="21600">
                <a:moveTo>
                  <a:pt x="1500" y="35"/>
                </a:moveTo>
                <a:lnTo>
                  <a:pt x="1249" y="68"/>
                </a:lnTo>
                <a:lnTo>
                  <a:pt x="962" y="112"/>
                </a:lnTo>
                <a:lnTo>
                  <a:pt x="1148" y="337"/>
                </a:lnTo>
                <a:lnTo>
                  <a:pt x="1494" y="289"/>
                </a:lnTo>
                <a:lnTo>
                  <a:pt x="1642" y="272"/>
                </a:lnTo>
                <a:lnTo>
                  <a:pt x="1639" y="230"/>
                </a:lnTo>
              </a:path>
              <a:path w="21600" h="21600">
                <a:moveTo>
                  <a:pt x="13892" y="35"/>
                </a:moveTo>
                <a:lnTo>
                  <a:pt x="13888" y="36"/>
                </a:lnTo>
                <a:lnTo>
                  <a:pt x="13888" y="38"/>
                </a:lnTo>
              </a:path>
              <a:path w="21600" h="21600">
                <a:moveTo>
                  <a:pt x="3971" y="34"/>
                </a:moveTo>
                <a:lnTo>
                  <a:pt x="3980" y="94"/>
                </a:lnTo>
                <a:lnTo>
                  <a:pt x="4006" y="127"/>
                </a:lnTo>
                <a:lnTo>
                  <a:pt x="4019" y="122"/>
                </a:lnTo>
                <a:lnTo>
                  <a:pt x="4018" y="99"/>
                </a:lnTo>
                <a:lnTo>
                  <a:pt x="4017" y="96"/>
                </a:lnTo>
              </a:path>
              <a:path w="21600" h="21600">
                <a:moveTo>
                  <a:pt x="2128" y="31"/>
                </a:moveTo>
                <a:lnTo>
                  <a:pt x="2123" y="40"/>
                </a:lnTo>
                <a:lnTo>
                  <a:pt x="2149" y="101"/>
                </a:lnTo>
                <a:lnTo>
                  <a:pt x="2237" y="198"/>
                </a:lnTo>
                <a:lnTo>
                  <a:pt x="2248" y="196"/>
                </a:lnTo>
              </a:path>
              <a:path w="21600" h="21600">
                <a:moveTo>
                  <a:pt x="2635" y="28"/>
                </a:moveTo>
                <a:lnTo>
                  <a:pt x="2667" y="97"/>
                </a:lnTo>
                <a:lnTo>
                  <a:pt x="2683" y="117"/>
                </a:lnTo>
                <a:lnTo>
                  <a:pt x="2679" y="121"/>
                </a:lnTo>
                <a:lnTo>
                  <a:pt x="2684" y="132"/>
                </a:lnTo>
                <a:lnTo>
                  <a:pt x="2758" y="120"/>
                </a:lnTo>
                <a:lnTo>
                  <a:pt x="2735" y="104"/>
                </a:lnTo>
              </a:path>
              <a:path w="21600" h="21600">
                <a:moveTo>
                  <a:pt x="14619" y="24"/>
                </a:moveTo>
                <a:lnTo>
                  <a:pt x="14517" y="93"/>
                </a:lnTo>
                <a:lnTo>
                  <a:pt x="14560" y="116"/>
                </a:lnTo>
              </a:path>
              <a:path w="21600" h="21600">
                <a:moveTo>
                  <a:pt x="3380" y="19"/>
                </a:moveTo>
                <a:lnTo>
                  <a:pt x="3362" y="25"/>
                </a:lnTo>
                <a:lnTo>
                  <a:pt x="3406" y="61"/>
                </a:lnTo>
              </a:path>
              <a:path w="21600" h="21600">
                <a:moveTo>
                  <a:pt x="1644" y="16"/>
                </a:moveTo>
                <a:lnTo>
                  <a:pt x="1547" y="29"/>
                </a:lnTo>
                <a:lnTo>
                  <a:pt x="1637" y="156"/>
                </a:lnTo>
                <a:lnTo>
                  <a:pt x="1645" y="25"/>
                </a:lnTo>
              </a:path>
              <a:path w="21600" h="21600">
                <a:moveTo>
                  <a:pt x="14038" y="14"/>
                </a:moveTo>
                <a:lnTo>
                  <a:pt x="14014" y="18"/>
                </a:lnTo>
                <a:lnTo>
                  <a:pt x="13963" y="47"/>
                </a:lnTo>
                <a:lnTo>
                  <a:pt x="13975" y="45"/>
                </a:lnTo>
                <a:lnTo>
                  <a:pt x="14010" y="40"/>
                </a:lnTo>
                <a:lnTo>
                  <a:pt x="14027" y="38"/>
                </a:lnTo>
              </a:path>
              <a:path w="21600" h="21600">
                <a:moveTo>
                  <a:pt x="15535" y="12"/>
                </a:moveTo>
                <a:lnTo>
                  <a:pt x="15476" y="87"/>
                </a:lnTo>
                <a:lnTo>
                  <a:pt x="15553" y="23"/>
                </a:lnTo>
              </a:path>
              <a:path w="21600" h="21600">
                <a:moveTo>
                  <a:pt x="7589" y="9"/>
                </a:moveTo>
                <a:lnTo>
                  <a:pt x="7370" y="113"/>
                </a:lnTo>
                <a:lnTo>
                  <a:pt x="7149" y="278"/>
                </a:lnTo>
                <a:lnTo>
                  <a:pt x="7162" y="315"/>
                </a:lnTo>
                <a:cubicBezTo>
                  <a:pt x="7192" y="397"/>
                  <a:pt x="7227" y="483"/>
                  <a:pt x="7262" y="568"/>
                </a:cubicBezTo>
                <a:cubicBezTo>
                  <a:pt x="7377" y="467"/>
                  <a:pt x="7482" y="386"/>
                  <a:pt x="7580" y="320"/>
                </a:cubicBezTo>
                <a:lnTo>
                  <a:pt x="7671" y="270"/>
                </a:lnTo>
                <a:lnTo>
                  <a:pt x="7669" y="266"/>
                </a:lnTo>
              </a:path>
              <a:path w="21600" h="21600">
                <a:moveTo>
                  <a:pt x="9306" y="8"/>
                </a:moveTo>
                <a:lnTo>
                  <a:pt x="9105" y="51"/>
                </a:lnTo>
                <a:lnTo>
                  <a:pt x="8816" y="140"/>
                </a:lnTo>
                <a:lnTo>
                  <a:pt x="8869" y="333"/>
                </a:lnTo>
                <a:lnTo>
                  <a:pt x="9337" y="153"/>
                </a:lnTo>
                <a:lnTo>
                  <a:pt x="9318" y="76"/>
                </a:lnTo>
              </a:path>
              <a:path w="21600" h="21600">
                <a:moveTo>
                  <a:pt x="1715" y="7"/>
                </a:moveTo>
                <a:lnTo>
                  <a:pt x="1695" y="10"/>
                </a:lnTo>
                <a:lnTo>
                  <a:pt x="1694" y="36"/>
                </a:lnTo>
                <a:lnTo>
                  <a:pt x="1702" y="77"/>
                </a:lnTo>
              </a:path>
              <a:path w="21600" h="21600">
                <a:moveTo>
                  <a:pt x="14233" y="2"/>
                </a:moveTo>
                <a:lnTo>
                  <a:pt x="14203" y="19"/>
                </a:lnTo>
                <a:lnTo>
                  <a:pt x="14232" y="16"/>
                </a:lnTo>
              </a:path>
              <a:path w="21600" h="21600">
                <a:moveTo>
                  <a:pt x="10985" y="0"/>
                </a:moveTo>
                <a:lnTo>
                  <a:pt x="10705" y="103"/>
                </a:lnTo>
                <a:lnTo>
                  <a:pt x="10622" y="134"/>
                </a:lnTo>
                <a:lnTo>
                  <a:pt x="10504" y="181"/>
                </a:lnTo>
                <a:lnTo>
                  <a:pt x="10523" y="301"/>
                </a:lnTo>
                <a:lnTo>
                  <a:pt x="10752" y="198"/>
                </a:lnTo>
                <a:lnTo>
                  <a:pt x="10758" y="195"/>
                </a:lnTo>
                <a:lnTo>
                  <a:pt x="10996" y="95"/>
                </a:lnTo>
              </a:path>
              <a:path w="21600" h="21600">
                <a:moveTo>
                  <a:pt x="21470" y="0"/>
                </a:moveTo>
                <a:lnTo>
                  <a:pt x="21600" y="0"/>
                </a:lnTo>
                <a:lnTo>
                  <a:pt x="21528" y="21"/>
                </a:lnTo>
              </a:path>
              <a:path w="21600" h="21600">
                <a:moveTo>
                  <a:pt x="20833" y="0"/>
                </a:moveTo>
                <a:lnTo>
                  <a:pt x="20989" y="0"/>
                </a:lnTo>
                <a:lnTo>
                  <a:pt x="21085" y="23"/>
                </a:lnTo>
                <a:lnTo>
                  <a:pt x="21121" y="0"/>
                </a:lnTo>
                <a:lnTo>
                  <a:pt x="21231" y="0"/>
                </a:lnTo>
                <a:lnTo>
                  <a:pt x="21216" y="12"/>
                </a:lnTo>
                <a:cubicBezTo>
                  <a:pt x="21089" y="95"/>
                  <a:pt x="20964" y="92"/>
                  <a:pt x="20837" y="3"/>
                </a:cubicBezTo>
              </a:path>
              <a:path w="21600" h="21600">
                <a:moveTo>
                  <a:pt x="184" y="0"/>
                </a:moveTo>
                <a:lnTo>
                  <a:pt x="230" y="0"/>
                </a:lnTo>
                <a:lnTo>
                  <a:pt x="331" y="133"/>
                </a:lnTo>
                <a:lnTo>
                  <a:pt x="355" y="160"/>
                </a:lnTo>
                <a:lnTo>
                  <a:pt x="880" y="79"/>
                </a:lnTo>
                <a:lnTo>
                  <a:pt x="824" y="0"/>
                </a:lnTo>
                <a:lnTo>
                  <a:pt x="877" y="0"/>
                </a:lnTo>
                <a:lnTo>
                  <a:pt x="918" y="58"/>
                </a:lnTo>
                <a:lnTo>
                  <a:pt x="929" y="72"/>
                </a:lnTo>
                <a:lnTo>
                  <a:pt x="1244" y="24"/>
                </a:lnTo>
                <a:lnTo>
                  <a:pt x="1432" y="0"/>
                </a:lnTo>
                <a:lnTo>
                  <a:pt x="1769" y="0"/>
                </a:lnTo>
                <a:lnTo>
                  <a:pt x="1801" y="151"/>
                </a:lnTo>
                <a:lnTo>
                  <a:pt x="1810" y="179"/>
                </a:lnTo>
                <a:lnTo>
                  <a:pt x="1815" y="161"/>
                </a:lnTo>
                <a:lnTo>
                  <a:pt x="1869" y="21"/>
                </a:lnTo>
                <a:lnTo>
                  <a:pt x="1862" y="0"/>
                </a:lnTo>
                <a:lnTo>
                  <a:pt x="1925" y="0"/>
                </a:lnTo>
                <a:lnTo>
                  <a:pt x="1917" y="22"/>
                </a:lnTo>
                <a:lnTo>
                  <a:pt x="1990" y="230"/>
                </a:lnTo>
                <a:lnTo>
                  <a:pt x="1992" y="230"/>
                </a:lnTo>
                <a:lnTo>
                  <a:pt x="2001" y="208"/>
                </a:lnTo>
                <a:lnTo>
                  <a:pt x="2021" y="10"/>
                </a:lnTo>
                <a:lnTo>
                  <a:pt x="2031" y="0"/>
                </a:lnTo>
                <a:lnTo>
                  <a:pt x="2158" y="0"/>
                </a:lnTo>
                <a:lnTo>
                  <a:pt x="2279" y="166"/>
                </a:lnTo>
                <a:lnTo>
                  <a:pt x="2332" y="78"/>
                </a:lnTo>
                <a:lnTo>
                  <a:pt x="2314" y="40"/>
                </a:lnTo>
                <a:lnTo>
                  <a:pt x="2269" y="0"/>
                </a:lnTo>
                <a:lnTo>
                  <a:pt x="2345" y="0"/>
                </a:lnTo>
                <a:lnTo>
                  <a:pt x="2352" y="13"/>
                </a:lnTo>
                <a:lnTo>
                  <a:pt x="2364" y="25"/>
                </a:lnTo>
                <a:lnTo>
                  <a:pt x="2380" y="0"/>
                </a:lnTo>
                <a:lnTo>
                  <a:pt x="2437" y="0"/>
                </a:lnTo>
                <a:lnTo>
                  <a:pt x="2401" y="57"/>
                </a:lnTo>
                <a:lnTo>
                  <a:pt x="2494" y="139"/>
                </a:lnTo>
                <a:lnTo>
                  <a:pt x="2601" y="111"/>
                </a:lnTo>
                <a:lnTo>
                  <a:pt x="2621" y="104"/>
                </a:lnTo>
                <a:lnTo>
                  <a:pt x="2591" y="40"/>
                </a:lnTo>
                <a:lnTo>
                  <a:pt x="2571" y="0"/>
                </a:lnTo>
                <a:lnTo>
                  <a:pt x="2671" y="0"/>
                </a:lnTo>
                <a:lnTo>
                  <a:pt x="2762" y="69"/>
                </a:lnTo>
                <a:lnTo>
                  <a:pt x="2805" y="98"/>
                </a:lnTo>
                <a:lnTo>
                  <a:pt x="2746" y="0"/>
                </a:lnTo>
                <a:lnTo>
                  <a:pt x="2793" y="0"/>
                </a:lnTo>
                <a:lnTo>
                  <a:pt x="2860" y="101"/>
                </a:lnTo>
                <a:lnTo>
                  <a:pt x="2904" y="91"/>
                </a:lnTo>
                <a:lnTo>
                  <a:pt x="2858" y="0"/>
                </a:lnTo>
                <a:lnTo>
                  <a:pt x="2909" y="0"/>
                </a:lnTo>
                <a:lnTo>
                  <a:pt x="2949" y="80"/>
                </a:lnTo>
                <a:lnTo>
                  <a:pt x="3034" y="60"/>
                </a:lnTo>
                <a:lnTo>
                  <a:pt x="2951" y="0"/>
                </a:lnTo>
                <a:lnTo>
                  <a:pt x="3029" y="0"/>
                </a:lnTo>
                <a:lnTo>
                  <a:pt x="3092" y="46"/>
                </a:lnTo>
                <a:lnTo>
                  <a:pt x="3155" y="31"/>
                </a:lnTo>
                <a:lnTo>
                  <a:pt x="3142" y="0"/>
                </a:lnTo>
                <a:lnTo>
                  <a:pt x="3191" y="0"/>
                </a:lnTo>
                <a:lnTo>
                  <a:pt x="3200" y="20"/>
                </a:lnTo>
                <a:lnTo>
                  <a:pt x="3265" y="5"/>
                </a:lnTo>
                <a:lnTo>
                  <a:pt x="3259" y="0"/>
                </a:lnTo>
                <a:lnTo>
                  <a:pt x="3458" y="0"/>
                </a:lnTo>
                <a:lnTo>
                  <a:pt x="3490" y="112"/>
                </a:lnTo>
                <a:lnTo>
                  <a:pt x="3510" y="144"/>
                </a:lnTo>
                <a:lnTo>
                  <a:pt x="3649" y="254"/>
                </a:lnTo>
                <a:lnTo>
                  <a:pt x="3700" y="236"/>
                </a:lnTo>
                <a:lnTo>
                  <a:pt x="3693" y="155"/>
                </a:lnTo>
                <a:lnTo>
                  <a:pt x="3512" y="0"/>
                </a:lnTo>
                <a:lnTo>
                  <a:pt x="3580" y="0"/>
                </a:lnTo>
                <a:lnTo>
                  <a:pt x="3686" y="90"/>
                </a:lnTo>
                <a:lnTo>
                  <a:pt x="3658" y="0"/>
                </a:lnTo>
                <a:lnTo>
                  <a:pt x="3704" y="0"/>
                </a:lnTo>
                <a:lnTo>
                  <a:pt x="3733" y="92"/>
                </a:lnTo>
                <a:lnTo>
                  <a:pt x="3736" y="133"/>
                </a:lnTo>
                <a:lnTo>
                  <a:pt x="3810" y="197"/>
                </a:lnTo>
                <a:lnTo>
                  <a:pt x="3870" y="175"/>
                </a:lnTo>
                <a:lnTo>
                  <a:pt x="3870" y="168"/>
                </a:lnTo>
                <a:lnTo>
                  <a:pt x="3756" y="31"/>
                </a:lnTo>
                <a:lnTo>
                  <a:pt x="3721" y="0"/>
                </a:lnTo>
                <a:lnTo>
                  <a:pt x="3789" y="0"/>
                </a:lnTo>
                <a:lnTo>
                  <a:pt x="3791" y="2"/>
                </a:lnTo>
                <a:lnTo>
                  <a:pt x="3864" y="89"/>
                </a:lnTo>
                <a:lnTo>
                  <a:pt x="3858" y="9"/>
                </a:lnTo>
                <a:lnTo>
                  <a:pt x="3851" y="0"/>
                </a:lnTo>
                <a:lnTo>
                  <a:pt x="3906" y="0"/>
                </a:lnTo>
                <a:lnTo>
                  <a:pt x="3933" y="34"/>
                </a:lnTo>
                <a:lnTo>
                  <a:pt x="3933" y="0"/>
                </a:lnTo>
                <a:lnTo>
                  <a:pt x="4115" y="0"/>
                </a:lnTo>
                <a:lnTo>
                  <a:pt x="4115" y="0"/>
                </a:lnTo>
                <a:lnTo>
                  <a:pt x="4123" y="25"/>
                </a:lnTo>
                <a:lnTo>
                  <a:pt x="4140" y="63"/>
                </a:lnTo>
                <a:lnTo>
                  <a:pt x="4267" y="0"/>
                </a:lnTo>
                <a:lnTo>
                  <a:pt x="4366" y="0"/>
                </a:lnTo>
                <a:lnTo>
                  <a:pt x="4158" y="103"/>
                </a:lnTo>
                <a:lnTo>
                  <a:pt x="4202" y="199"/>
                </a:lnTo>
                <a:lnTo>
                  <a:pt x="4216" y="248"/>
                </a:lnTo>
                <a:lnTo>
                  <a:pt x="4288" y="396"/>
                </a:lnTo>
                <a:lnTo>
                  <a:pt x="4290" y="404"/>
                </a:lnTo>
                <a:lnTo>
                  <a:pt x="4296" y="402"/>
                </a:lnTo>
                <a:lnTo>
                  <a:pt x="4707" y="192"/>
                </a:lnTo>
                <a:lnTo>
                  <a:pt x="4674" y="131"/>
                </a:lnTo>
                <a:lnTo>
                  <a:pt x="4603" y="0"/>
                </a:lnTo>
                <a:lnTo>
                  <a:pt x="4656" y="0"/>
                </a:lnTo>
                <a:lnTo>
                  <a:pt x="4716" y="111"/>
                </a:lnTo>
                <a:lnTo>
                  <a:pt x="4748" y="171"/>
                </a:lnTo>
                <a:lnTo>
                  <a:pt x="4937" y="76"/>
                </a:lnTo>
                <a:lnTo>
                  <a:pt x="5052" y="0"/>
                </a:lnTo>
                <a:lnTo>
                  <a:pt x="5134" y="0"/>
                </a:lnTo>
                <a:lnTo>
                  <a:pt x="4960" y="114"/>
                </a:lnTo>
                <a:lnTo>
                  <a:pt x="4770" y="211"/>
                </a:lnTo>
                <a:lnTo>
                  <a:pt x="4928" y="506"/>
                </a:lnTo>
                <a:lnTo>
                  <a:pt x="5335" y="244"/>
                </a:lnTo>
                <a:lnTo>
                  <a:pt x="5245" y="62"/>
                </a:lnTo>
                <a:lnTo>
                  <a:pt x="5214" y="0"/>
                </a:lnTo>
                <a:lnTo>
                  <a:pt x="5263" y="0"/>
                </a:lnTo>
                <a:lnTo>
                  <a:pt x="5285" y="44"/>
                </a:lnTo>
                <a:lnTo>
                  <a:pt x="5372" y="220"/>
                </a:lnTo>
                <a:lnTo>
                  <a:pt x="5714" y="0"/>
                </a:lnTo>
                <a:lnTo>
                  <a:pt x="5789" y="0"/>
                </a:lnTo>
                <a:lnTo>
                  <a:pt x="5774" y="12"/>
                </a:lnTo>
                <a:lnTo>
                  <a:pt x="5391" y="259"/>
                </a:lnTo>
                <a:lnTo>
                  <a:pt x="5509" y="499"/>
                </a:lnTo>
                <a:cubicBezTo>
                  <a:pt x="5522" y="524"/>
                  <a:pt x="5535" y="550"/>
                  <a:pt x="5549" y="576"/>
                </a:cubicBezTo>
                <a:lnTo>
                  <a:pt x="5943" y="289"/>
                </a:lnTo>
                <a:lnTo>
                  <a:pt x="5814" y="0"/>
                </a:lnTo>
                <a:lnTo>
                  <a:pt x="5863" y="0"/>
                </a:lnTo>
                <a:lnTo>
                  <a:pt x="5980" y="262"/>
                </a:lnTo>
                <a:lnTo>
                  <a:pt x="6005" y="245"/>
                </a:lnTo>
                <a:cubicBezTo>
                  <a:pt x="6071" y="190"/>
                  <a:pt x="6134" y="132"/>
                  <a:pt x="6195" y="77"/>
                </a:cubicBezTo>
                <a:lnTo>
                  <a:pt x="6286" y="0"/>
                </a:lnTo>
                <a:lnTo>
                  <a:pt x="6355" y="0"/>
                </a:lnTo>
                <a:lnTo>
                  <a:pt x="6228" y="109"/>
                </a:lnTo>
                <a:cubicBezTo>
                  <a:pt x="6166" y="165"/>
                  <a:pt x="6102" y="223"/>
                  <a:pt x="6035" y="278"/>
                </a:cubicBezTo>
                <a:lnTo>
                  <a:pt x="5999" y="304"/>
                </a:lnTo>
                <a:lnTo>
                  <a:pt x="6059" y="439"/>
                </a:lnTo>
                <a:cubicBezTo>
                  <a:pt x="6085" y="496"/>
                  <a:pt x="6113" y="554"/>
                  <a:pt x="6142" y="613"/>
                </a:cubicBezTo>
                <a:cubicBezTo>
                  <a:pt x="6183" y="580"/>
                  <a:pt x="6223" y="547"/>
                  <a:pt x="6261" y="514"/>
                </a:cubicBezTo>
                <a:cubicBezTo>
                  <a:pt x="6330" y="456"/>
                  <a:pt x="6394" y="394"/>
                  <a:pt x="6456" y="334"/>
                </a:cubicBezTo>
                <a:lnTo>
                  <a:pt x="6522" y="275"/>
                </a:lnTo>
                <a:lnTo>
                  <a:pt x="6412" y="0"/>
                </a:lnTo>
                <a:lnTo>
                  <a:pt x="6460" y="0"/>
                </a:lnTo>
                <a:lnTo>
                  <a:pt x="6558" y="243"/>
                </a:lnTo>
                <a:lnTo>
                  <a:pt x="6685" y="128"/>
                </a:lnTo>
                <a:lnTo>
                  <a:pt x="6872" y="0"/>
                </a:lnTo>
                <a:lnTo>
                  <a:pt x="6949" y="0"/>
                </a:lnTo>
                <a:lnTo>
                  <a:pt x="6714" y="161"/>
                </a:lnTo>
                <a:lnTo>
                  <a:pt x="6575" y="286"/>
                </a:lnTo>
                <a:lnTo>
                  <a:pt x="6611" y="376"/>
                </a:lnTo>
                <a:cubicBezTo>
                  <a:pt x="6641" y="448"/>
                  <a:pt x="6674" y="524"/>
                  <a:pt x="6708" y="599"/>
                </a:cubicBezTo>
                <a:cubicBezTo>
                  <a:pt x="6712" y="595"/>
                  <a:pt x="6715" y="591"/>
                  <a:pt x="6719" y="588"/>
                </a:cubicBezTo>
                <a:cubicBezTo>
                  <a:pt x="6792" y="515"/>
                  <a:pt x="6861" y="446"/>
                  <a:pt x="6934" y="383"/>
                </a:cubicBezTo>
                <a:lnTo>
                  <a:pt x="7096" y="262"/>
                </a:lnTo>
                <a:lnTo>
                  <a:pt x="7003" y="0"/>
                </a:lnTo>
                <a:lnTo>
                  <a:pt x="7050" y="0"/>
                </a:lnTo>
                <a:lnTo>
                  <a:pt x="7133" y="235"/>
                </a:lnTo>
                <a:lnTo>
                  <a:pt x="7346" y="77"/>
                </a:lnTo>
                <a:lnTo>
                  <a:pt x="7508" y="0"/>
                </a:lnTo>
                <a:lnTo>
                  <a:pt x="7633" y="0"/>
                </a:lnTo>
                <a:lnTo>
                  <a:pt x="7711" y="249"/>
                </a:lnTo>
                <a:lnTo>
                  <a:pt x="7977" y="104"/>
                </a:lnTo>
                <a:lnTo>
                  <a:pt x="8173" y="33"/>
                </a:lnTo>
                <a:lnTo>
                  <a:pt x="8164" y="0"/>
                </a:lnTo>
                <a:lnTo>
                  <a:pt x="8211" y="0"/>
                </a:lnTo>
                <a:lnTo>
                  <a:pt x="8216" y="18"/>
                </a:lnTo>
                <a:lnTo>
                  <a:pt x="8268" y="0"/>
                </a:lnTo>
                <a:lnTo>
                  <a:pt x="8426" y="0"/>
                </a:lnTo>
                <a:lnTo>
                  <a:pt x="8337" y="21"/>
                </a:lnTo>
                <a:lnTo>
                  <a:pt x="8227" y="60"/>
                </a:lnTo>
                <a:lnTo>
                  <a:pt x="8262" y="192"/>
                </a:lnTo>
                <a:lnTo>
                  <a:pt x="8292" y="285"/>
                </a:lnTo>
                <a:lnTo>
                  <a:pt x="8522" y="184"/>
                </a:lnTo>
                <a:lnTo>
                  <a:pt x="8762" y="110"/>
                </a:lnTo>
                <a:lnTo>
                  <a:pt x="8736" y="0"/>
                </a:lnTo>
                <a:lnTo>
                  <a:pt x="8784" y="0"/>
                </a:lnTo>
                <a:lnTo>
                  <a:pt x="8806" y="97"/>
                </a:lnTo>
                <a:lnTo>
                  <a:pt x="9091" y="9"/>
                </a:lnTo>
                <a:lnTo>
                  <a:pt x="9133" y="0"/>
                </a:lnTo>
                <a:lnTo>
                  <a:pt x="9352" y="0"/>
                </a:lnTo>
                <a:lnTo>
                  <a:pt x="9364" y="67"/>
                </a:lnTo>
                <a:lnTo>
                  <a:pt x="9382" y="140"/>
                </a:lnTo>
                <a:lnTo>
                  <a:pt x="9868" y="5"/>
                </a:lnTo>
                <a:lnTo>
                  <a:pt x="9867" y="0"/>
                </a:lnTo>
                <a:lnTo>
                  <a:pt x="10055" y="0"/>
                </a:lnTo>
                <a:lnTo>
                  <a:pt x="9920" y="37"/>
                </a:lnTo>
                <a:lnTo>
                  <a:pt x="9944" y="159"/>
                </a:lnTo>
                <a:lnTo>
                  <a:pt x="9989" y="143"/>
                </a:lnTo>
                <a:lnTo>
                  <a:pt x="10428" y="0"/>
                </a:lnTo>
                <a:lnTo>
                  <a:pt x="10563" y="0"/>
                </a:lnTo>
                <a:lnTo>
                  <a:pt x="10480" y="26"/>
                </a:lnTo>
                <a:lnTo>
                  <a:pt x="10497" y="136"/>
                </a:lnTo>
                <a:lnTo>
                  <a:pt x="10607" y="93"/>
                </a:lnTo>
                <a:lnTo>
                  <a:pt x="10689" y="61"/>
                </a:lnTo>
                <a:lnTo>
                  <a:pt x="10858" y="0"/>
                </a:lnTo>
                <a:lnTo>
                  <a:pt x="11030" y="0"/>
                </a:lnTo>
                <a:lnTo>
                  <a:pt x="11040" y="77"/>
                </a:lnTo>
                <a:lnTo>
                  <a:pt x="11223" y="0"/>
                </a:lnTo>
                <a:lnTo>
                  <a:pt x="11346" y="0"/>
                </a:lnTo>
                <a:lnTo>
                  <a:pt x="11269" y="27"/>
                </a:lnTo>
                <a:lnTo>
                  <a:pt x="11045" y="121"/>
                </a:lnTo>
                <a:lnTo>
                  <a:pt x="11058" y="228"/>
                </a:lnTo>
                <a:lnTo>
                  <a:pt x="11396" y="69"/>
                </a:lnTo>
                <a:lnTo>
                  <a:pt x="11538" y="13"/>
                </a:lnTo>
                <a:lnTo>
                  <a:pt x="11537" y="0"/>
                </a:lnTo>
                <a:lnTo>
                  <a:pt x="11693" y="0"/>
                </a:lnTo>
                <a:lnTo>
                  <a:pt x="11585" y="42"/>
                </a:lnTo>
                <a:lnTo>
                  <a:pt x="11592" y="124"/>
                </a:lnTo>
                <a:lnTo>
                  <a:pt x="11882" y="0"/>
                </a:lnTo>
                <a:lnTo>
                  <a:pt x="11993" y="0"/>
                </a:lnTo>
                <a:lnTo>
                  <a:pt x="11596" y="170"/>
                </a:lnTo>
                <a:lnTo>
                  <a:pt x="11598" y="187"/>
                </a:lnTo>
                <a:cubicBezTo>
                  <a:pt x="11601" y="215"/>
                  <a:pt x="11604" y="242"/>
                  <a:pt x="11607" y="270"/>
                </a:cubicBezTo>
                <a:lnTo>
                  <a:pt x="12086" y="40"/>
                </a:lnTo>
                <a:lnTo>
                  <a:pt x="12084" y="0"/>
                </a:lnTo>
                <a:lnTo>
                  <a:pt x="12130" y="0"/>
                </a:lnTo>
                <a:lnTo>
                  <a:pt x="12131" y="19"/>
                </a:lnTo>
                <a:lnTo>
                  <a:pt x="12171" y="0"/>
                </a:lnTo>
                <a:lnTo>
                  <a:pt x="12262" y="0"/>
                </a:lnTo>
                <a:lnTo>
                  <a:pt x="12249" y="12"/>
                </a:lnTo>
                <a:lnTo>
                  <a:pt x="12134" y="68"/>
                </a:lnTo>
                <a:lnTo>
                  <a:pt x="12137" y="130"/>
                </a:lnTo>
                <a:cubicBezTo>
                  <a:pt x="12137" y="134"/>
                  <a:pt x="12137" y="138"/>
                  <a:pt x="12138" y="142"/>
                </a:cubicBezTo>
                <a:cubicBezTo>
                  <a:pt x="12212" y="106"/>
                  <a:pt x="12289" y="69"/>
                  <a:pt x="12369" y="34"/>
                </a:cubicBezTo>
                <a:lnTo>
                  <a:pt x="12389" y="0"/>
                </a:lnTo>
                <a:lnTo>
                  <a:pt x="12432" y="0"/>
                </a:lnTo>
                <a:lnTo>
                  <a:pt x="12388" y="74"/>
                </a:lnTo>
                <a:cubicBezTo>
                  <a:pt x="12302" y="112"/>
                  <a:pt x="12220" y="151"/>
                  <a:pt x="12141" y="190"/>
                </a:cubicBezTo>
                <a:lnTo>
                  <a:pt x="12146" y="291"/>
                </a:lnTo>
                <a:lnTo>
                  <a:pt x="12505" y="96"/>
                </a:lnTo>
                <a:cubicBezTo>
                  <a:pt x="12528" y="85"/>
                  <a:pt x="12546" y="47"/>
                  <a:pt x="12544" y="31"/>
                </a:cubicBezTo>
                <a:lnTo>
                  <a:pt x="12547" y="0"/>
                </a:lnTo>
                <a:lnTo>
                  <a:pt x="12592" y="0"/>
                </a:lnTo>
                <a:lnTo>
                  <a:pt x="12590" y="28"/>
                </a:lnTo>
                <a:cubicBezTo>
                  <a:pt x="12593" y="61"/>
                  <a:pt x="12566" y="115"/>
                  <a:pt x="12526" y="134"/>
                </a:cubicBezTo>
                <a:lnTo>
                  <a:pt x="12148" y="339"/>
                </a:lnTo>
                <a:lnTo>
                  <a:pt x="12154" y="462"/>
                </a:lnTo>
                <a:lnTo>
                  <a:pt x="12631" y="163"/>
                </a:lnTo>
                <a:lnTo>
                  <a:pt x="12629" y="74"/>
                </a:lnTo>
                <a:lnTo>
                  <a:pt x="12628" y="0"/>
                </a:lnTo>
                <a:lnTo>
                  <a:pt x="12672" y="0"/>
                </a:lnTo>
                <a:lnTo>
                  <a:pt x="12673" y="74"/>
                </a:lnTo>
                <a:lnTo>
                  <a:pt x="12673" y="106"/>
                </a:lnTo>
                <a:lnTo>
                  <a:pt x="12684" y="89"/>
                </a:lnTo>
                <a:lnTo>
                  <a:pt x="12696" y="0"/>
                </a:lnTo>
                <a:lnTo>
                  <a:pt x="12741" y="0"/>
                </a:lnTo>
                <a:lnTo>
                  <a:pt x="12730" y="89"/>
                </a:lnTo>
                <a:lnTo>
                  <a:pt x="12675" y="179"/>
                </a:lnTo>
                <a:lnTo>
                  <a:pt x="12677" y="281"/>
                </a:lnTo>
                <a:lnTo>
                  <a:pt x="12780" y="217"/>
                </a:lnTo>
                <a:cubicBezTo>
                  <a:pt x="12802" y="205"/>
                  <a:pt x="12822" y="169"/>
                  <a:pt x="12822" y="148"/>
                </a:cubicBezTo>
                <a:lnTo>
                  <a:pt x="12848" y="0"/>
                </a:lnTo>
                <a:lnTo>
                  <a:pt x="12895" y="0"/>
                </a:lnTo>
                <a:lnTo>
                  <a:pt x="12869" y="150"/>
                </a:lnTo>
                <a:lnTo>
                  <a:pt x="12807" y="250"/>
                </a:lnTo>
                <a:lnTo>
                  <a:pt x="12964" y="206"/>
                </a:lnTo>
                <a:lnTo>
                  <a:pt x="13009" y="0"/>
                </a:lnTo>
                <a:lnTo>
                  <a:pt x="13055" y="0"/>
                </a:lnTo>
                <a:lnTo>
                  <a:pt x="13013" y="189"/>
                </a:lnTo>
                <a:lnTo>
                  <a:pt x="13046" y="175"/>
                </a:lnTo>
                <a:lnTo>
                  <a:pt x="13132" y="148"/>
                </a:lnTo>
                <a:lnTo>
                  <a:pt x="13166" y="18"/>
                </a:lnTo>
                <a:lnTo>
                  <a:pt x="13166" y="15"/>
                </a:lnTo>
                <a:lnTo>
                  <a:pt x="13167" y="0"/>
                </a:lnTo>
                <a:lnTo>
                  <a:pt x="13216" y="0"/>
                </a:lnTo>
                <a:lnTo>
                  <a:pt x="13212" y="15"/>
                </a:lnTo>
                <a:lnTo>
                  <a:pt x="13212" y="15"/>
                </a:lnTo>
                <a:lnTo>
                  <a:pt x="13210" y="123"/>
                </a:lnTo>
                <a:lnTo>
                  <a:pt x="13299" y="95"/>
                </a:lnTo>
                <a:lnTo>
                  <a:pt x="13330" y="0"/>
                </a:lnTo>
                <a:lnTo>
                  <a:pt x="13377" y="0"/>
                </a:lnTo>
                <a:lnTo>
                  <a:pt x="13351" y="79"/>
                </a:lnTo>
                <a:lnTo>
                  <a:pt x="13479" y="38"/>
                </a:lnTo>
                <a:lnTo>
                  <a:pt x="13494" y="0"/>
                </a:lnTo>
                <a:lnTo>
                  <a:pt x="13541" y="0"/>
                </a:lnTo>
                <a:lnTo>
                  <a:pt x="13533" y="21"/>
                </a:lnTo>
                <a:lnTo>
                  <a:pt x="13594" y="2"/>
                </a:lnTo>
                <a:lnTo>
                  <a:pt x="13601" y="0"/>
                </a:lnTo>
                <a:lnTo>
                  <a:pt x="14139" y="0"/>
                </a:lnTo>
                <a:lnTo>
                  <a:pt x="14093" y="6"/>
                </a:lnTo>
                <a:lnTo>
                  <a:pt x="14081" y="32"/>
                </a:lnTo>
                <a:lnTo>
                  <a:pt x="14096" y="31"/>
                </a:lnTo>
                <a:lnTo>
                  <a:pt x="14150" y="0"/>
                </a:lnTo>
                <a:lnTo>
                  <a:pt x="14294" y="0"/>
                </a:lnTo>
                <a:lnTo>
                  <a:pt x="14288" y="12"/>
                </a:lnTo>
                <a:lnTo>
                  <a:pt x="14325" y="16"/>
                </a:lnTo>
                <a:lnTo>
                  <a:pt x="14348" y="0"/>
                </a:lnTo>
                <a:lnTo>
                  <a:pt x="14348" y="0"/>
                </a:lnTo>
                <a:lnTo>
                  <a:pt x="14433" y="0"/>
                </a:lnTo>
                <a:lnTo>
                  <a:pt x="14391" y="25"/>
                </a:lnTo>
                <a:lnTo>
                  <a:pt x="14422" y="42"/>
                </a:lnTo>
                <a:lnTo>
                  <a:pt x="14445" y="0"/>
                </a:lnTo>
                <a:lnTo>
                  <a:pt x="14498" y="0"/>
                </a:lnTo>
                <a:lnTo>
                  <a:pt x="14463" y="64"/>
                </a:lnTo>
                <a:lnTo>
                  <a:pt x="14473" y="69"/>
                </a:lnTo>
                <a:lnTo>
                  <a:pt x="14575" y="0"/>
                </a:lnTo>
                <a:lnTo>
                  <a:pt x="14687" y="0"/>
                </a:lnTo>
                <a:lnTo>
                  <a:pt x="14598" y="137"/>
                </a:lnTo>
                <a:lnTo>
                  <a:pt x="14607" y="142"/>
                </a:lnTo>
                <a:lnTo>
                  <a:pt x="14608" y="141"/>
                </a:lnTo>
                <a:lnTo>
                  <a:pt x="14757" y="37"/>
                </a:lnTo>
                <a:lnTo>
                  <a:pt x="14761" y="0"/>
                </a:lnTo>
                <a:lnTo>
                  <a:pt x="14808" y="0"/>
                </a:lnTo>
                <a:lnTo>
                  <a:pt x="14808" y="1"/>
                </a:lnTo>
                <a:lnTo>
                  <a:pt x="14811" y="0"/>
                </a:lnTo>
                <a:lnTo>
                  <a:pt x="14898" y="0"/>
                </a:lnTo>
                <a:lnTo>
                  <a:pt x="14791" y="155"/>
                </a:lnTo>
                <a:lnTo>
                  <a:pt x="14785" y="207"/>
                </a:lnTo>
                <a:lnTo>
                  <a:pt x="15006" y="33"/>
                </a:lnTo>
                <a:lnTo>
                  <a:pt x="15005" y="32"/>
                </a:lnTo>
                <a:lnTo>
                  <a:pt x="14925" y="0"/>
                </a:lnTo>
                <a:lnTo>
                  <a:pt x="15035" y="0"/>
                </a:lnTo>
                <a:lnTo>
                  <a:pt x="15043" y="6"/>
                </a:lnTo>
                <a:lnTo>
                  <a:pt x="15052" y="0"/>
                </a:lnTo>
                <a:lnTo>
                  <a:pt x="15131" y="0"/>
                </a:lnTo>
                <a:lnTo>
                  <a:pt x="15083" y="31"/>
                </a:lnTo>
                <a:lnTo>
                  <a:pt x="15080" y="36"/>
                </a:lnTo>
                <a:lnTo>
                  <a:pt x="15171" y="111"/>
                </a:lnTo>
                <a:lnTo>
                  <a:pt x="15204" y="84"/>
                </a:lnTo>
                <a:lnTo>
                  <a:pt x="15269" y="0"/>
                </a:lnTo>
                <a:lnTo>
                  <a:pt x="15380" y="0"/>
                </a:lnTo>
                <a:lnTo>
                  <a:pt x="15326" y="43"/>
                </a:lnTo>
                <a:lnTo>
                  <a:pt x="15308" y="167"/>
                </a:lnTo>
                <a:lnTo>
                  <a:pt x="15284" y="246"/>
                </a:lnTo>
                <a:lnTo>
                  <a:pt x="15305" y="229"/>
                </a:lnTo>
                <a:lnTo>
                  <a:pt x="15488" y="0"/>
                </a:lnTo>
                <a:lnTo>
                  <a:pt x="15649" y="0"/>
                </a:lnTo>
                <a:lnTo>
                  <a:pt x="15625" y="19"/>
                </a:lnTo>
                <a:lnTo>
                  <a:pt x="15656" y="65"/>
                </a:lnTo>
                <a:lnTo>
                  <a:pt x="15711" y="0"/>
                </a:lnTo>
                <a:lnTo>
                  <a:pt x="15768" y="0"/>
                </a:lnTo>
                <a:lnTo>
                  <a:pt x="15681" y="103"/>
                </a:lnTo>
                <a:lnTo>
                  <a:pt x="15701" y="133"/>
                </a:lnTo>
                <a:lnTo>
                  <a:pt x="15798" y="50"/>
                </a:lnTo>
                <a:lnTo>
                  <a:pt x="15807" y="0"/>
                </a:lnTo>
                <a:lnTo>
                  <a:pt x="15851" y="0"/>
                </a:lnTo>
                <a:lnTo>
                  <a:pt x="15849" y="6"/>
                </a:lnTo>
                <a:lnTo>
                  <a:pt x="15857" y="0"/>
                </a:lnTo>
                <a:lnTo>
                  <a:pt x="15925" y="0"/>
                </a:lnTo>
                <a:lnTo>
                  <a:pt x="15838" y="74"/>
                </a:lnTo>
                <a:lnTo>
                  <a:pt x="15831" y="114"/>
                </a:lnTo>
                <a:lnTo>
                  <a:pt x="15825" y="132"/>
                </a:lnTo>
                <a:lnTo>
                  <a:pt x="15940" y="0"/>
                </a:lnTo>
                <a:lnTo>
                  <a:pt x="15999" y="0"/>
                </a:lnTo>
                <a:lnTo>
                  <a:pt x="15788" y="243"/>
                </a:lnTo>
                <a:lnTo>
                  <a:pt x="15783" y="256"/>
                </a:lnTo>
                <a:lnTo>
                  <a:pt x="15820" y="311"/>
                </a:lnTo>
                <a:lnTo>
                  <a:pt x="15985" y="135"/>
                </a:lnTo>
                <a:lnTo>
                  <a:pt x="16095" y="39"/>
                </a:lnTo>
                <a:lnTo>
                  <a:pt x="16068" y="0"/>
                </a:lnTo>
                <a:lnTo>
                  <a:pt x="16127" y="0"/>
                </a:lnTo>
                <a:lnTo>
                  <a:pt x="16132" y="6"/>
                </a:lnTo>
                <a:lnTo>
                  <a:pt x="16140" y="0"/>
                </a:lnTo>
                <a:lnTo>
                  <a:pt x="16228" y="0"/>
                </a:lnTo>
                <a:lnTo>
                  <a:pt x="16170" y="63"/>
                </a:lnTo>
                <a:lnTo>
                  <a:pt x="16243" y="169"/>
                </a:lnTo>
                <a:lnTo>
                  <a:pt x="16286" y="123"/>
                </a:lnTo>
                <a:lnTo>
                  <a:pt x="16314" y="48"/>
                </a:lnTo>
                <a:lnTo>
                  <a:pt x="16324" y="0"/>
                </a:lnTo>
                <a:lnTo>
                  <a:pt x="16368" y="0"/>
                </a:lnTo>
                <a:lnTo>
                  <a:pt x="16358" y="46"/>
                </a:lnTo>
                <a:lnTo>
                  <a:pt x="16397" y="5"/>
                </a:lnTo>
                <a:lnTo>
                  <a:pt x="16403" y="0"/>
                </a:lnTo>
                <a:lnTo>
                  <a:pt x="16504" y="0"/>
                </a:lnTo>
                <a:lnTo>
                  <a:pt x="16307" y="190"/>
                </a:lnTo>
                <a:lnTo>
                  <a:pt x="16290" y="237"/>
                </a:lnTo>
                <a:lnTo>
                  <a:pt x="16307" y="263"/>
                </a:lnTo>
                <a:lnTo>
                  <a:pt x="16330" y="313"/>
                </a:lnTo>
                <a:lnTo>
                  <a:pt x="16585" y="55"/>
                </a:lnTo>
                <a:lnTo>
                  <a:pt x="16612" y="31"/>
                </a:lnTo>
                <a:lnTo>
                  <a:pt x="16589" y="0"/>
                </a:lnTo>
                <a:lnTo>
                  <a:pt x="16645" y="0"/>
                </a:lnTo>
                <a:lnTo>
                  <a:pt x="16645" y="0"/>
                </a:lnTo>
                <a:lnTo>
                  <a:pt x="16646" y="0"/>
                </a:lnTo>
                <a:lnTo>
                  <a:pt x="16712" y="0"/>
                </a:lnTo>
                <a:lnTo>
                  <a:pt x="16671" y="37"/>
                </a:lnTo>
                <a:lnTo>
                  <a:pt x="16767" y="173"/>
                </a:lnTo>
                <a:lnTo>
                  <a:pt x="16837" y="0"/>
                </a:lnTo>
                <a:lnTo>
                  <a:pt x="16884" y="0"/>
                </a:lnTo>
                <a:lnTo>
                  <a:pt x="16882" y="8"/>
                </a:lnTo>
                <a:lnTo>
                  <a:pt x="16794" y="223"/>
                </a:lnTo>
                <a:lnTo>
                  <a:pt x="16811" y="256"/>
                </a:lnTo>
                <a:cubicBezTo>
                  <a:pt x="16841" y="318"/>
                  <a:pt x="16873" y="383"/>
                  <a:pt x="16924" y="418"/>
                </a:cubicBezTo>
                <a:cubicBezTo>
                  <a:pt x="16963" y="446"/>
                  <a:pt x="17001" y="456"/>
                  <a:pt x="17038" y="449"/>
                </a:cubicBezTo>
                <a:cubicBezTo>
                  <a:pt x="17094" y="437"/>
                  <a:pt x="17152" y="384"/>
                  <a:pt x="17211" y="291"/>
                </a:cubicBezTo>
                <a:lnTo>
                  <a:pt x="17247" y="209"/>
                </a:lnTo>
                <a:lnTo>
                  <a:pt x="17240" y="199"/>
                </a:lnTo>
                <a:cubicBezTo>
                  <a:pt x="17227" y="174"/>
                  <a:pt x="17213" y="149"/>
                  <a:pt x="17199" y="126"/>
                </a:cubicBezTo>
                <a:lnTo>
                  <a:pt x="17109" y="0"/>
                </a:lnTo>
                <a:lnTo>
                  <a:pt x="17165" y="0"/>
                </a:lnTo>
                <a:lnTo>
                  <a:pt x="17239" y="102"/>
                </a:lnTo>
                <a:lnTo>
                  <a:pt x="17270" y="157"/>
                </a:lnTo>
                <a:lnTo>
                  <a:pt x="17338" y="0"/>
                </a:lnTo>
                <a:lnTo>
                  <a:pt x="17387" y="0"/>
                </a:lnTo>
                <a:lnTo>
                  <a:pt x="17298" y="201"/>
                </a:lnTo>
                <a:lnTo>
                  <a:pt x="17416" y="362"/>
                </a:lnTo>
                <a:cubicBezTo>
                  <a:pt x="17459" y="392"/>
                  <a:pt x="17500" y="403"/>
                  <a:pt x="17540" y="395"/>
                </a:cubicBezTo>
                <a:cubicBezTo>
                  <a:pt x="17600" y="385"/>
                  <a:pt x="17661" y="331"/>
                  <a:pt x="17724" y="238"/>
                </a:cubicBezTo>
                <a:lnTo>
                  <a:pt x="17753" y="175"/>
                </a:lnTo>
                <a:lnTo>
                  <a:pt x="17709" y="118"/>
                </a:lnTo>
                <a:cubicBezTo>
                  <a:pt x="17695" y="92"/>
                  <a:pt x="17681" y="67"/>
                  <a:pt x="17666" y="43"/>
                </a:cubicBezTo>
                <a:lnTo>
                  <a:pt x="17634" y="0"/>
                </a:lnTo>
                <a:lnTo>
                  <a:pt x="17688" y="0"/>
                </a:lnTo>
                <a:lnTo>
                  <a:pt x="17705" y="22"/>
                </a:lnTo>
                <a:cubicBezTo>
                  <a:pt x="17720" y="47"/>
                  <a:pt x="17735" y="72"/>
                  <a:pt x="17750" y="98"/>
                </a:cubicBezTo>
                <a:lnTo>
                  <a:pt x="17774" y="130"/>
                </a:lnTo>
                <a:lnTo>
                  <a:pt x="17836" y="0"/>
                </a:lnTo>
                <a:lnTo>
                  <a:pt x="17885" y="0"/>
                </a:lnTo>
                <a:lnTo>
                  <a:pt x="17804" y="170"/>
                </a:lnTo>
                <a:lnTo>
                  <a:pt x="17908" y="305"/>
                </a:lnTo>
                <a:cubicBezTo>
                  <a:pt x="17955" y="338"/>
                  <a:pt x="17999" y="350"/>
                  <a:pt x="18042" y="342"/>
                </a:cubicBezTo>
                <a:cubicBezTo>
                  <a:pt x="18106" y="332"/>
                  <a:pt x="18169" y="280"/>
                  <a:pt x="18235" y="185"/>
                </a:cubicBezTo>
                <a:lnTo>
                  <a:pt x="18258" y="140"/>
                </a:lnTo>
                <a:lnTo>
                  <a:pt x="18178" y="41"/>
                </a:lnTo>
                <a:lnTo>
                  <a:pt x="18153" y="0"/>
                </a:lnTo>
                <a:lnTo>
                  <a:pt x="18206" y="0"/>
                </a:lnTo>
                <a:lnTo>
                  <a:pt x="18218" y="19"/>
                </a:lnTo>
                <a:lnTo>
                  <a:pt x="18280" y="97"/>
                </a:lnTo>
                <a:lnTo>
                  <a:pt x="18329" y="0"/>
                </a:lnTo>
                <a:lnTo>
                  <a:pt x="18378" y="0"/>
                </a:lnTo>
                <a:lnTo>
                  <a:pt x="18310" y="134"/>
                </a:lnTo>
                <a:lnTo>
                  <a:pt x="18401" y="249"/>
                </a:lnTo>
                <a:cubicBezTo>
                  <a:pt x="18451" y="284"/>
                  <a:pt x="18498" y="297"/>
                  <a:pt x="18545" y="290"/>
                </a:cubicBezTo>
                <a:cubicBezTo>
                  <a:pt x="18612" y="279"/>
                  <a:pt x="18678" y="228"/>
                  <a:pt x="18748" y="133"/>
                </a:cubicBezTo>
                <a:lnTo>
                  <a:pt x="18764" y="102"/>
                </a:lnTo>
                <a:lnTo>
                  <a:pt x="18680" y="0"/>
                </a:lnTo>
                <a:lnTo>
                  <a:pt x="18735" y="0"/>
                </a:lnTo>
                <a:lnTo>
                  <a:pt x="18786" y="62"/>
                </a:lnTo>
                <a:lnTo>
                  <a:pt x="18819" y="0"/>
                </a:lnTo>
                <a:lnTo>
                  <a:pt x="18870" y="0"/>
                </a:lnTo>
                <a:lnTo>
                  <a:pt x="18816" y="99"/>
                </a:lnTo>
                <a:lnTo>
                  <a:pt x="18893" y="193"/>
                </a:lnTo>
                <a:cubicBezTo>
                  <a:pt x="19017" y="280"/>
                  <a:pt x="19134" y="245"/>
                  <a:pt x="19260" y="82"/>
                </a:cubicBezTo>
                <a:lnTo>
                  <a:pt x="19262" y="78"/>
                </a:lnTo>
                <a:lnTo>
                  <a:pt x="19222" y="39"/>
                </a:lnTo>
                <a:lnTo>
                  <a:pt x="19195" y="0"/>
                </a:lnTo>
                <a:lnTo>
                  <a:pt x="19250" y="0"/>
                </a:lnTo>
                <a:lnTo>
                  <a:pt x="19259" y="12"/>
                </a:lnTo>
                <a:lnTo>
                  <a:pt x="19285" y="37"/>
                </a:lnTo>
                <a:lnTo>
                  <a:pt x="19307" y="0"/>
                </a:lnTo>
                <a:lnTo>
                  <a:pt x="19358" y="0"/>
                </a:lnTo>
                <a:lnTo>
                  <a:pt x="19318" y="70"/>
                </a:lnTo>
                <a:lnTo>
                  <a:pt x="19387" y="137"/>
                </a:lnTo>
                <a:cubicBezTo>
                  <a:pt x="19452" y="183"/>
                  <a:pt x="19515" y="197"/>
                  <a:pt x="19579" y="179"/>
                </a:cubicBezTo>
                <a:lnTo>
                  <a:pt x="19766" y="35"/>
                </a:lnTo>
                <a:lnTo>
                  <a:pt x="19730" y="0"/>
                </a:lnTo>
                <a:lnTo>
                  <a:pt x="19842" y="0"/>
                </a:lnTo>
                <a:lnTo>
                  <a:pt x="19824" y="28"/>
                </a:lnTo>
                <a:lnTo>
                  <a:pt x="19878" y="81"/>
                </a:lnTo>
                <a:cubicBezTo>
                  <a:pt x="19946" y="129"/>
                  <a:pt x="20013" y="144"/>
                  <a:pt x="20080" y="127"/>
                </a:cubicBezTo>
                <a:lnTo>
                  <a:pt x="20254" y="0"/>
                </a:lnTo>
                <a:lnTo>
                  <a:pt x="20345" y="0"/>
                </a:lnTo>
                <a:lnTo>
                  <a:pt x="20371" y="24"/>
                </a:lnTo>
                <a:cubicBezTo>
                  <a:pt x="20443" y="75"/>
                  <a:pt x="20512" y="92"/>
                  <a:pt x="20583" y="75"/>
                </a:cubicBezTo>
                <a:lnTo>
                  <a:pt x="20691" y="0"/>
                </a:lnTo>
                <a:lnTo>
                  <a:pt x="20764" y="0"/>
                </a:lnTo>
                <a:lnTo>
                  <a:pt x="20589" y="119"/>
                </a:lnTo>
                <a:cubicBezTo>
                  <a:pt x="20508" y="136"/>
                  <a:pt x="20427" y="117"/>
                  <a:pt x="20345" y="59"/>
                </a:cubicBezTo>
                <a:lnTo>
                  <a:pt x="20302" y="18"/>
                </a:lnTo>
                <a:lnTo>
                  <a:pt x="20086" y="172"/>
                </a:lnTo>
                <a:cubicBezTo>
                  <a:pt x="20008" y="190"/>
                  <a:pt x="19930" y="172"/>
                  <a:pt x="19851" y="116"/>
                </a:cubicBezTo>
                <a:lnTo>
                  <a:pt x="19796" y="63"/>
                </a:lnTo>
                <a:lnTo>
                  <a:pt x="19583" y="222"/>
                </a:lnTo>
                <a:cubicBezTo>
                  <a:pt x="19509" y="242"/>
                  <a:pt x="19434" y="224"/>
                  <a:pt x="19358" y="171"/>
                </a:cubicBezTo>
                <a:lnTo>
                  <a:pt x="19294" y="109"/>
                </a:lnTo>
                <a:lnTo>
                  <a:pt x="19084" y="274"/>
                </a:lnTo>
                <a:cubicBezTo>
                  <a:pt x="19013" y="295"/>
                  <a:pt x="18941" y="279"/>
                  <a:pt x="18868" y="228"/>
                </a:cubicBezTo>
                <a:lnTo>
                  <a:pt x="18795" y="139"/>
                </a:lnTo>
                <a:lnTo>
                  <a:pt x="18785" y="158"/>
                </a:lnTo>
                <a:cubicBezTo>
                  <a:pt x="18707" y="263"/>
                  <a:pt x="18631" y="320"/>
                  <a:pt x="18552" y="333"/>
                </a:cubicBezTo>
                <a:cubicBezTo>
                  <a:pt x="18493" y="342"/>
                  <a:pt x="18433" y="326"/>
                  <a:pt x="18374" y="284"/>
                </a:cubicBezTo>
                <a:lnTo>
                  <a:pt x="18288" y="177"/>
                </a:lnTo>
                <a:lnTo>
                  <a:pt x="18273" y="208"/>
                </a:lnTo>
                <a:cubicBezTo>
                  <a:pt x="18199" y="313"/>
                  <a:pt x="18126" y="371"/>
                  <a:pt x="18050" y="384"/>
                </a:cubicBezTo>
                <a:cubicBezTo>
                  <a:pt x="17994" y="394"/>
                  <a:pt x="17937" y="378"/>
                  <a:pt x="17881" y="339"/>
                </a:cubicBezTo>
                <a:lnTo>
                  <a:pt x="17784" y="214"/>
                </a:lnTo>
                <a:lnTo>
                  <a:pt x="17761" y="262"/>
                </a:lnTo>
                <a:cubicBezTo>
                  <a:pt x="17691" y="368"/>
                  <a:pt x="17621" y="426"/>
                  <a:pt x="17548" y="440"/>
                </a:cubicBezTo>
                <a:cubicBezTo>
                  <a:pt x="17495" y="449"/>
                  <a:pt x="17442" y="435"/>
                  <a:pt x="17389" y="398"/>
                </a:cubicBezTo>
                <a:lnTo>
                  <a:pt x="17278" y="249"/>
                </a:lnTo>
                <a:lnTo>
                  <a:pt x="17250" y="313"/>
                </a:lnTo>
                <a:cubicBezTo>
                  <a:pt x="17183" y="419"/>
                  <a:pt x="17117" y="478"/>
                  <a:pt x="17046" y="492"/>
                </a:cubicBezTo>
                <a:cubicBezTo>
                  <a:pt x="16997" y="501"/>
                  <a:pt x="16947" y="489"/>
                  <a:pt x="16897" y="454"/>
                </a:cubicBezTo>
                <a:lnTo>
                  <a:pt x="16772" y="278"/>
                </a:lnTo>
                <a:lnTo>
                  <a:pt x="16737" y="365"/>
                </a:lnTo>
                <a:cubicBezTo>
                  <a:pt x="16675" y="472"/>
                  <a:pt x="16611" y="531"/>
                  <a:pt x="16543" y="545"/>
                </a:cubicBezTo>
                <a:cubicBezTo>
                  <a:pt x="16497" y="555"/>
                  <a:pt x="16450" y="544"/>
                  <a:pt x="16403" y="511"/>
                </a:cubicBezTo>
                <a:lnTo>
                  <a:pt x="16320" y="386"/>
                </a:lnTo>
                <a:lnTo>
                  <a:pt x="16088" y="621"/>
                </a:lnTo>
                <a:cubicBezTo>
                  <a:pt x="15534" y="1220"/>
                  <a:pt x="14943" y="2003"/>
                  <a:pt x="14642" y="2933"/>
                </a:cubicBezTo>
                <a:cubicBezTo>
                  <a:pt x="14330" y="3897"/>
                  <a:pt x="14322" y="4974"/>
                  <a:pt x="14616" y="6324"/>
                </a:cubicBezTo>
                <a:cubicBezTo>
                  <a:pt x="14829" y="7306"/>
                  <a:pt x="15022" y="8349"/>
                  <a:pt x="14819" y="9345"/>
                </a:cubicBezTo>
                <a:cubicBezTo>
                  <a:pt x="14744" y="9708"/>
                  <a:pt x="14572" y="10210"/>
                  <a:pt x="14172" y="10538"/>
                </a:cubicBezTo>
                <a:cubicBezTo>
                  <a:pt x="13896" y="10764"/>
                  <a:pt x="13504" y="10851"/>
                  <a:pt x="13040" y="10789"/>
                </a:cubicBezTo>
                <a:cubicBezTo>
                  <a:pt x="12482" y="10715"/>
                  <a:pt x="11972" y="10486"/>
                  <a:pt x="11478" y="10265"/>
                </a:cubicBezTo>
                <a:cubicBezTo>
                  <a:pt x="11080" y="10087"/>
                  <a:pt x="10669" y="9902"/>
                  <a:pt x="10236" y="9801"/>
                </a:cubicBezTo>
                <a:cubicBezTo>
                  <a:pt x="9063" y="9527"/>
                  <a:pt x="7688" y="9791"/>
                  <a:pt x="6365" y="10547"/>
                </a:cubicBezTo>
                <a:cubicBezTo>
                  <a:pt x="5014" y="11319"/>
                  <a:pt x="4115" y="12171"/>
                  <a:pt x="3615" y="13153"/>
                </a:cubicBezTo>
                <a:cubicBezTo>
                  <a:pt x="3354" y="13665"/>
                  <a:pt x="3168" y="14252"/>
                  <a:pt x="3062" y="14897"/>
                </a:cubicBezTo>
                <a:cubicBezTo>
                  <a:pt x="2982" y="15378"/>
                  <a:pt x="2970" y="15868"/>
                  <a:pt x="2958" y="16343"/>
                </a:cubicBezTo>
                <a:cubicBezTo>
                  <a:pt x="2955" y="16471"/>
                  <a:pt x="2952" y="16599"/>
                  <a:pt x="2947" y="16727"/>
                </a:cubicBezTo>
                <a:cubicBezTo>
                  <a:pt x="2902" y="18046"/>
                  <a:pt x="2652" y="19034"/>
                  <a:pt x="2162" y="19836"/>
                </a:cubicBezTo>
                <a:cubicBezTo>
                  <a:pt x="1695" y="20600"/>
                  <a:pt x="934" y="21223"/>
                  <a:pt x="67" y="21580"/>
                </a:cubicBezTo>
                <a:lnTo>
                  <a:pt x="0" y="21600"/>
                </a:lnTo>
                <a:lnTo>
                  <a:pt x="0" y="21554"/>
                </a:lnTo>
                <a:lnTo>
                  <a:pt x="50" y="21539"/>
                </a:lnTo>
                <a:cubicBezTo>
                  <a:pt x="908" y="21186"/>
                  <a:pt x="1661" y="20569"/>
                  <a:pt x="2123" y="19813"/>
                </a:cubicBezTo>
                <a:cubicBezTo>
                  <a:pt x="2610" y="19017"/>
                  <a:pt x="2858" y="18036"/>
                  <a:pt x="2902" y="16725"/>
                </a:cubicBezTo>
                <a:cubicBezTo>
                  <a:pt x="2907" y="16597"/>
                  <a:pt x="2910" y="16468"/>
                  <a:pt x="2913" y="16341"/>
                </a:cubicBezTo>
                <a:cubicBezTo>
                  <a:pt x="2925" y="15865"/>
                  <a:pt x="2937" y="15373"/>
                  <a:pt x="3017" y="14889"/>
                </a:cubicBezTo>
                <a:cubicBezTo>
                  <a:pt x="3125" y="14240"/>
                  <a:pt x="3312" y="13649"/>
                  <a:pt x="3575" y="13133"/>
                </a:cubicBezTo>
                <a:cubicBezTo>
                  <a:pt x="4079" y="12144"/>
                  <a:pt x="4984" y="11285"/>
                  <a:pt x="6342" y="10509"/>
                </a:cubicBezTo>
                <a:cubicBezTo>
                  <a:pt x="7676" y="9748"/>
                  <a:pt x="9063" y="9481"/>
                  <a:pt x="10248" y="9759"/>
                </a:cubicBezTo>
                <a:cubicBezTo>
                  <a:pt x="10684" y="9861"/>
                  <a:pt x="11098" y="10046"/>
                  <a:pt x="11498" y="10225"/>
                </a:cubicBezTo>
                <a:cubicBezTo>
                  <a:pt x="11988" y="10445"/>
                  <a:pt x="12496" y="10672"/>
                  <a:pt x="13047" y="10746"/>
                </a:cubicBezTo>
                <a:cubicBezTo>
                  <a:pt x="13505" y="10807"/>
                  <a:pt x="13873" y="10726"/>
                  <a:pt x="14143" y="10505"/>
                </a:cubicBezTo>
                <a:cubicBezTo>
                  <a:pt x="14533" y="10184"/>
                  <a:pt x="14702" y="9693"/>
                  <a:pt x="14775" y="9336"/>
                </a:cubicBezTo>
                <a:cubicBezTo>
                  <a:pt x="14976" y="8348"/>
                  <a:pt x="14785" y="7311"/>
                  <a:pt x="14572" y="6332"/>
                </a:cubicBezTo>
                <a:cubicBezTo>
                  <a:pt x="14276" y="4975"/>
                  <a:pt x="14285" y="3891"/>
                  <a:pt x="14599" y="2920"/>
                </a:cubicBezTo>
                <a:cubicBezTo>
                  <a:pt x="14902" y="1983"/>
                  <a:pt x="15497" y="1195"/>
                  <a:pt x="16053" y="593"/>
                </a:cubicBezTo>
                <a:lnTo>
                  <a:pt x="16069" y="577"/>
                </a:lnTo>
                <a:lnTo>
                  <a:pt x="16041" y="594"/>
                </a:lnTo>
                <a:lnTo>
                  <a:pt x="15949" y="573"/>
                </a:lnTo>
                <a:lnTo>
                  <a:pt x="15560" y="1017"/>
                </a:lnTo>
                <a:cubicBezTo>
                  <a:pt x="14829" y="1921"/>
                  <a:pt x="14402" y="2898"/>
                  <a:pt x="14291" y="3921"/>
                </a:cubicBezTo>
                <a:cubicBezTo>
                  <a:pt x="14233" y="4448"/>
                  <a:pt x="14251" y="5012"/>
                  <a:pt x="14345" y="5643"/>
                </a:cubicBezTo>
                <a:cubicBezTo>
                  <a:pt x="14386" y="5919"/>
                  <a:pt x="14445" y="6197"/>
                  <a:pt x="14501" y="6466"/>
                </a:cubicBezTo>
                <a:cubicBezTo>
                  <a:pt x="14552" y="6708"/>
                  <a:pt x="14604" y="6959"/>
                  <a:pt x="14645" y="7208"/>
                </a:cubicBezTo>
                <a:cubicBezTo>
                  <a:pt x="14764" y="7950"/>
                  <a:pt x="15012" y="9492"/>
                  <a:pt x="14174" y="10348"/>
                </a:cubicBezTo>
                <a:cubicBezTo>
                  <a:pt x="13867" y="10661"/>
                  <a:pt x="13400" y="10747"/>
                  <a:pt x="12784" y="10604"/>
                </a:cubicBezTo>
                <a:cubicBezTo>
                  <a:pt x="12306" y="10492"/>
                  <a:pt x="11851" y="10295"/>
                  <a:pt x="11411" y="10104"/>
                </a:cubicBezTo>
                <a:cubicBezTo>
                  <a:pt x="11354" y="10080"/>
                  <a:pt x="11298" y="10055"/>
                  <a:pt x="11242" y="10031"/>
                </a:cubicBezTo>
                <a:cubicBezTo>
                  <a:pt x="10798" y="9839"/>
                  <a:pt x="10358" y="9663"/>
                  <a:pt x="9864" y="9603"/>
                </a:cubicBezTo>
                <a:cubicBezTo>
                  <a:pt x="9215" y="9526"/>
                  <a:pt x="8557" y="9575"/>
                  <a:pt x="7908" y="9749"/>
                </a:cubicBezTo>
                <a:cubicBezTo>
                  <a:pt x="6802" y="10044"/>
                  <a:pt x="5632" y="10712"/>
                  <a:pt x="4611" y="11628"/>
                </a:cubicBezTo>
                <a:cubicBezTo>
                  <a:pt x="3755" y="12396"/>
                  <a:pt x="3180" y="13471"/>
                  <a:pt x="2948" y="14737"/>
                </a:cubicBezTo>
                <a:lnTo>
                  <a:pt x="2878" y="15315"/>
                </a:lnTo>
                <a:lnTo>
                  <a:pt x="2874" y="15359"/>
                </a:lnTo>
                <a:cubicBezTo>
                  <a:pt x="2862" y="15598"/>
                  <a:pt x="2859" y="15835"/>
                  <a:pt x="2856" y="16069"/>
                </a:cubicBezTo>
                <a:cubicBezTo>
                  <a:pt x="2854" y="16196"/>
                  <a:pt x="2852" y="16324"/>
                  <a:pt x="2850" y="16452"/>
                </a:cubicBezTo>
                <a:cubicBezTo>
                  <a:pt x="2834" y="17090"/>
                  <a:pt x="2770" y="17640"/>
                  <a:pt x="2654" y="18135"/>
                </a:cubicBezTo>
                <a:lnTo>
                  <a:pt x="2634" y="18199"/>
                </a:lnTo>
                <a:lnTo>
                  <a:pt x="2621" y="18287"/>
                </a:lnTo>
                <a:cubicBezTo>
                  <a:pt x="2336" y="19544"/>
                  <a:pt x="1659" y="20522"/>
                  <a:pt x="664" y="21115"/>
                </a:cubicBezTo>
                <a:cubicBezTo>
                  <a:pt x="486" y="21221"/>
                  <a:pt x="305" y="21315"/>
                  <a:pt x="122" y="21396"/>
                </a:cubicBezTo>
                <a:lnTo>
                  <a:pt x="0" y="21441"/>
                </a:lnTo>
                <a:lnTo>
                  <a:pt x="0" y="21397"/>
                </a:lnTo>
                <a:lnTo>
                  <a:pt x="104" y="21359"/>
                </a:lnTo>
                <a:cubicBezTo>
                  <a:pt x="285" y="21278"/>
                  <a:pt x="464" y="21186"/>
                  <a:pt x="641" y="21080"/>
                </a:cubicBezTo>
                <a:cubicBezTo>
                  <a:pt x="1133" y="20787"/>
                  <a:pt x="1546" y="20398"/>
                  <a:pt x="1872" y="19927"/>
                </a:cubicBezTo>
                <a:lnTo>
                  <a:pt x="2051" y="19601"/>
                </a:lnTo>
                <a:lnTo>
                  <a:pt x="1618" y="20167"/>
                </a:lnTo>
                <a:cubicBezTo>
                  <a:pt x="1204" y="20610"/>
                  <a:pt x="682" y="20975"/>
                  <a:pt x="110" y="21222"/>
                </a:cubicBezTo>
                <a:lnTo>
                  <a:pt x="0" y="21260"/>
                </a:lnTo>
                <a:lnTo>
                  <a:pt x="0" y="21203"/>
                </a:lnTo>
                <a:lnTo>
                  <a:pt x="280" y="21097"/>
                </a:lnTo>
                <a:cubicBezTo>
                  <a:pt x="1020" y="20737"/>
                  <a:pt x="1659" y="20177"/>
                  <a:pt x="2065" y="19514"/>
                </a:cubicBezTo>
                <a:cubicBezTo>
                  <a:pt x="2187" y="19316"/>
                  <a:pt x="2292" y="19103"/>
                  <a:pt x="2383" y="18873"/>
                </a:cubicBezTo>
                <a:lnTo>
                  <a:pt x="2589" y="18203"/>
                </a:lnTo>
                <a:lnTo>
                  <a:pt x="2715" y="17337"/>
                </a:lnTo>
                <a:lnTo>
                  <a:pt x="2741" y="16832"/>
                </a:lnTo>
                <a:lnTo>
                  <a:pt x="2681" y="17386"/>
                </a:lnTo>
                <a:cubicBezTo>
                  <a:pt x="2657" y="17539"/>
                  <a:pt x="2631" y="17682"/>
                  <a:pt x="2600" y="17821"/>
                </a:cubicBezTo>
                <a:lnTo>
                  <a:pt x="2428" y="18360"/>
                </a:lnTo>
                <a:lnTo>
                  <a:pt x="2357" y="18602"/>
                </a:lnTo>
                <a:lnTo>
                  <a:pt x="2340" y="18637"/>
                </a:lnTo>
                <a:lnTo>
                  <a:pt x="2311" y="18727"/>
                </a:lnTo>
                <a:lnTo>
                  <a:pt x="2071" y="19185"/>
                </a:lnTo>
                <a:lnTo>
                  <a:pt x="2047" y="19234"/>
                </a:lnTo>
                <a:lnTo>
                  <a:pt x="2041" y="19241"/>
                </a:lnTo>
                <a:lnTo>
                  <a:pt x="1953" y="19410"/>
                </a:lnTo>
                <a:cubicBezTo>
                  <a:pt x="1817" y="19622"/>
                  <a:pt x="1665" y="19818"/>
                  <a:pt x="1498" y="19997"/>
                </a:cubicBezTo>
                <a:cubicBezTo>
                  <a:pt x="1263" y="20247"/>
                  <a:pt x="996" y="20466"/>
                  <a:pt x="703" y="20647"/>
                </a:cubicBezTo>
                <a:cubicBezTo>
                  <a:pt x="509" y="20767"/>
                  <a:pt x="311" y="20872"/>
                  <a:pt x="113" y="20961"/>
                </a:cubicBezTo>
                <a:lnTo>
                  <a:pt x="0" y="20999"/>
                </a:lnTo>
                <a:lnTo>
                  <a:pt x="0" y="20956"/>
                </a:lnTo>
                <a:lnTo>
                  <a:pt x="94" y="20924"/>
                </a:lnTo>
                <a:cubicBezTo>
                  <a:pt x="291" y="20836"/>
                  <a:pt x="487" y="20732"/>
                  <a:pt x="679" y="20613"/>
                </a:cubicBezTo>
                <a:lnTo>
                  <a:pt x="912" y="20422"/>
                </a:lnTo>
                <a:lnTo>
                  <a:pt x="270" y="20809"/>
                </a:lnTo>
                <a:lnTo>
                  <a:pt x="0" y="20911"/>
                </a:lnTo>
                <a:lnTo>
                  <a:pt x="0" y="20880"/>
                </a:lnTo>
                <a:lnTo>
                  <a:pt x="66" y="20857"/>
                </a:lnTo>
                <a:cubicBezTo>
                  <a:pt x="624" y="20616"/>
                  <a:pt x="1133" y="20261"/>
                  <a:pt x="1536" y="19830"/>
                </a:cubicBezTo>
                <a:lnTo>
                  <a:pt x="2003" y="19221"/>
                </a:lnTo>
                <a:lnTo>
                  <a:pt x="2031" y="19168"/>
                </a:lnTo>
                <a:lnTo>
                  <a:pt x="2298" y="18623"/>
                </a:lnTo>
                <a:lnTo>
                  <a:pt x="2383" y="18356"/>
                </a:lnTo>
                <a:lnTo>
                  <a:pt x="2536" y="17833"/>
                </a:lnTo>
                <a:cubicBezTo>
                  <a:pt x="2615" y="17477"/>
                  <a:pt x="2666" y="17097"/>
                  <a:pt x="2693" y="16680"/>
                </a:cubicBezTo>
                <a:cubicBezTo>
                  <a:pt x="2683" y="16761"/>
                  <a:pt x="2671" y="16842"/>
                  <a:pt x="2659" y="16922"/>
                </a:cubicBezTo>
                <a:cubicBezTo>
                  <a:pt x="2635" y="17076"/>
                  <a:pt x="2608" y="17218"/>
                  <a:pt x="2577" y="17357"/>
                </a:cubicBezTo>
                <a:lnTo>
                  <a:pt x="2402" y="17919"/>
                </a:lnTo>
                <a:lnTo>
                  <a:pt x="2290" y="18317"/>
                </a:lnTo>
                <a:cubicBezTo>
                  <a:pt x="2205" y="18546"/>
                  <a:pt x="2106" y="18750"/>
                  <a:pt x="1990" y="18938"/>
                </a:cubicBezTo>
                <a:cubicBezTo>
                  <a:pt x="1592" y="19587"/>
                  <a:pt x="966" y="20135"/>
                  <a:pt x="240" y="20488"/>
                </a:cubicBezTo>
                <a:lnTo>
                  <a:pt x="0" y="20578"/>
                </a:lnTo>
                <a:lnTo>
                  <a:pt x="0" y="20512"/>
                </a:lnTo>
                <a:lnTo>
                  <a:pt x="150" y="20458"/>
                </a:lnTo>
                <a:cubicBezTo>
                  <a:pt x="339" y="20369"/>
                  <a:pt x="530" y="20264"/>
                  <a:pt x="716" y="20144"/>
                </a:cubicBezTo>
                <a:cubicBezTo>
                  <a:pt x="996" y="19964"/>
                  <a:pt x="1252" y="19747"/>
                  <a:pt x="1476" y="19499"/>
                </a:cubicBezTo>
                <a:cubicBezTo>
                  <a:pt x="1795" y="19147"/>
                  <a:pt x="2057" y="18724"/>
                  <a:pt x="2254" y="18243"/>
                </a:cubicBezTo>
                <a:lnTo>
                  <a:pt x="2336" y="17979"/>
                </a:lnTo>
                <a:lnTo>
                  <a:pt x="2460" y="17539"/>
                </a:lnTo>
                <a:cubicBezTo>
                  <a:pt x="2508" y="17309"/>
                  <a:pt x="2544" y="17070"/>
                  <a:pt x="2570" y="16819"/>
                </a:cubicBezTo>
                <a:cubicBezTo>
                  <a:pt x="2565" y="16843"/>
                  <a:pt x="2560" y="16866"/>
                  <a:pt x="2555" y="16890"/>
                </a:cubicBezTo>
                <a:lnTo>
                  <a:pt x="2347" y="17573"/>
                </a:lnTo>
                <a:lnTo>
                  <a:pt x="2260" y="17914"/>
                </a:lnTo>
                <a:cubicBezTo>
                  <a:pt x="2182" y="18152"/>
                  <a:pt x="2077" y="18399"/>
                  <a:pt x="1930" y="18637"/>
                </a:cubicBezTo>
                <a:cubicBezTo>
                  <a:pt x="1536" y="19276"/>
                  <a:pt x="919" y="19815"/>
                  <a:pt x="205" y="20162"/>
                </a:cubicBezTo>
                <a:lnTo>
                  <a:pt x="0" y="20239"/>
                </a:lnTo>
                <a:lnTo>
                  <a:pt x="0" y="20194"/>
                </a:lnTo>
                <a:lnTo>
                  <a:pt x="185" y="20124"/>
                </a:lnTo>
                <a:cubicBezTo>
                  <a:pt x="891" y="19780"/>
                  <a:pt x="1502" y="19247"/>
                  <a:pt x="1892" y="18616"/>
                </a:cubicBezTo>
                <a:lnTo>
                  <a:pt x="2116" y="18125"/>
                </a:lnTo>
                <a:lnTo>
                  <a:pt x="1945" y="18474"/>
                </a:lnTo>
                <a:cubicBezTo>
                  <a:pt x="1818" y="18685"/>
                  <a:pt x="1677" y="18881"/>
                  <a:pt x="1521" y="19058"/>
                </a:cubicBezTo>
                <a:cubicBezTo>
                  <a:pt x="1303" y="19309"/>
                  <a:pt x="1053" y="19529"/>
                  <a:pt x="779" y="19713"/>
                </a:cubicBezTo>
                <a:cubicBezTo>
                  <a:pt x="598" y="19834"/>
                  <a:pt x="411" y="19942"/>
                  <a:pt x="226" y="20033"/>
                </a:cubicBezTo>
                <a:lnTo>
                  <a:pt x="0" y="20118"/>
                </a:lnTo>
                <a:lnTo>
                  <a:pt x="0" y="20072"/>
                </a:lnTo>
                <a:lnTo>
                  <a:pt x="205" y="19994"/>
                </a:lnTo>
                <a:cubicBezTo>
                  <a:pt x="389" y="19904"/>
                  <a:pt x="574" y="19798"/>
                  <a:pt x="753" y="19677"/>
                </a:cubicBezTo>
                <a:cubicBezTo>
                  <a:pt x="1024" y="19496"/>
                  <a:pt x="1271" y="19278"/>
                  <a:pt x="1487" y="19031"/>
                </a:cubicBezTo>
                <a:cubicBezTo>
                  <a:pt x="1794" y="18679"/>
                  <a:pt x="2047" y="18257"/>
                  <a:pt x="2238" y="17776"/>
                </a:cubicBezTo>
                <a:lnTo>
                  <a:pt x="2308" y="17545"/>
                </a:lnTo>
                <a:lnTo>
                  <a:pt x="2384" y="17246"/>
                </a:lnTo>
                <a:cubicBezTo>
                  <a:pt x="2419" y="17065"/>
                  <a:pt x="2448" y="16878"/>
                  <a:pt x="2469" y="16684"/>
                </a:cubicBezTo>
                <a:cubicBezTo>
                  <a:pt x="2411" y="16907"/>
                  <a:pt x="2342" y="17122"/>
                  <a:pt x="2265" y="17324"/>
                </a:cubicBezTo>
                <a:lnTo>
                  <a:pt x="2264" y="17325"/>
                </a:lnTo>
                <a:lnTo>
                  <a:pt x="2190" y="17634"/>
                </a:lnTo>
                <a:cubicBezTo>
                  <a:pt x="2116" y="17868"/>
                  <a:pt x="2015" y="18107"/>
                  <a:pt x="1873" y="18337"/>
                </a:cubicBezTo>
                <a:cubicBezTo>
                  <a:pt x="1484" y="18964"/>
                  <a:pt x="876" y="19494"/>
                  <a:pt x="174" y="19836"/>
                </a:cubicBezTo>
                <a:lnTo>
                  <a:pt x="0" y="19902"/>
                </a:lnTo>
                <a:lnTo>
                  <a:pt x="0" y="19857"/>
                </a:lnTo>
                <a:lnTo>
                  <a:pt x="154" y="19799"/>
                </a:lnTo>
                <a:cubicBezTo>
                  <a:pt x="849" y="19461"/>
                  <a:pt x="1450" y="18936"/>
                  <a:pt x="1834" y="18316"/>
                </a:cubicBezTo>
                <a:cubicBezTo>
                  <a:pt x="1975" y="18089"/>
                  <a:pt x="2074" y="17853"/>
                  <a:pt x="2148" y="17621"/>
                </a:cubicBezTo>
                <a:lnTo>
                  <a:pt x="2173" y="17517"/>
                </a:lnTo>
                <a:lnTo>
                  <a:pt x="1941" y="18006"/>
                </a:lnTo>
                <a:cubicBezTo>
                  <a:pt x="1819" y="18217"/>
                  <a:pt x="1683" y="18412"/>
                  <a:pt x="1534" y="18589"/>
                </a:cubicBezTo>
                <a:cubicBezTo>
                  <a:pt x="1323" y="18840"/>
                  <a:pt x="1082" y="19060"/>
                  <a:pt x="817" y="19245"/>
                </a:cubicBezTo>
                <a:cubicBezTo>
                  <a:pt x="642" y="19367"/>
                  <a:pt x="462" y="19476"/>
                  <a:pt x="282" y="19569"/>
                </a:cubicBezTo>
                <a:lnTo>
                  <a:pt x="0" y="19681"/>
                </a:lnTo>
                <a:lnTo>
                  <a:pt x="0" y="19634"/>
                </a:lnTo>
                <a:lnTo>
                  <a:pt x="261" y="19529"/>
                </a:lnTo>
                <a:cubicBezTo>
                  <a:pt x="439" y="19438"/>
                  <a:pt x="617" y="19330"/>
                  <a:pt x="791" y="19209"/>
                </a:cubicBezTo>
                <a:cubicBezTo>
                  <a:pt x="1053" y="19027"/>
                  <a:pt x="1291" y="18808"/>
                  <a:pt x="1499" y="18561"/>
                </a:cubicBezTo>
                <a:cubicBezTo>
                  <a:pt x="1794" y="18211"/>
                  <a:pt x="2037" y="17789"/>
                  <a:pt x="2223" y="17308"/>
                </a:cubicBezTo>
                <a:lnTo>
                  <a:pt x="2224" y="17302"/>
                </a:lnTo>
                <a:lnTo>
                  <a:pt x="2308" y="16952"/>
                </a:lnTo>
                <a:cubicBezTo>
                  <a:pt x="2336" y="16796"/>
                  <a:pt x="2360" y="16634"/>
                  <a:pt x="2378" y="16468"/>
                </a:cubicBezTo>
                <a:cubicBezTo>
                  <a:pt x="2338" y="16601"/>
                  <a:pt x="2295" y="16730"/>
                  <a:pt x="2249" y="16854"/>
                </a:cubicBezTo>
                <a:lnTo>
                  <a:pt x="2214" y="16932"/>
                </a:lnTo>
                <a:lnTo>
                  <a:pt x="2120" y="17346"/>
                </a:lnTo>
                <a:cubicBezTo>
                  <a:pt x="2049" y="17580"/>
                  <a:pt x="1951" y="17816"/>
                  <a:pt x="1813" y="18039"/>
                </a:cubicBezTo>
                <a:cubicBezTo>
                  <a:pt x="1430" y="18656"/>
                  <a:pt x="831" y="19177"/>
                  <a:pt x="140" y="19513"/>
                </a:cubicBezTo>
                <a:lnTo>
                  <a:pt x="0" y="19566"/>
                </a:lnTo>
                <a:lnTo>
                  <a:pt x="0" y="19519"/>
                </a:lnTo>
                <a:lnTo>
                  <a:pt x="121" y="19473"/>
                </a:lnTo>
                <a:cubicBezTo>
                  <a:pt x="805" y="19141"/>
                  <a:pt x="1397" y="18626"/>
                  <a:pt x="1776" y="18016"/>
                </a:cubicBezTo>
                <a:cubicBezTo>
                  <a:pt x="1912" y="17796"/>
                  <a:pt x="2007" y="17568"/>
                  <a:pt x="2077" y="17340"/>
                </a:cubicBezTo>
                <a:lnTo>
                  <a:pt x="2126" y="17123"/>
                </a:lnTo>
                <a:lnTo>
                  <a:pt x="1937" y="17536"/>
                </a:lnTo>
                <a:cubicBezTo>
                  <a:pt x="1819" y="17747"/>
                  <a:pt x="1689" y="17942"/>
                  <a:pt x="1546" y="18118"/>
                </a:cubicBezTo>
                <a:cubicBezTo>
                  <a:pt x="1343" y="18369"/>
                  <a:pt x="1111" y="18590"/>
                  <a:pt x="855" y="18776"/>
                </a:cubicBezTo>
                <a:cubicBezTo>
                  <a:pt x="686" y="18899"/>
                  <a:pt x="512" y="19009"/>
                  <a:pt x="338" y="19103"/>
                </a:cubicBezTo>
                <a:lnTo>
                  <a:pt x="0" y="19246"/>
                </a:lnTo>
                <a:lnTo>
                  <a:pt x="0" y="19182"/>
                </a:lnTo>
                <a:lnTo>
                  <a:pt x="90" y="19148"/>
                </a:lnTo>
                <a:cubicBezTo>
                  <a:pt x="762" y="18821"/>
                  <a:pt x="1345" y="18315"/>
                  <a:pt x="1718" y="17716"/>
                </a:cubicBezTo>
                <a:cubicBezTo>
                  <a:pt x="1851" y="17502"/>
                  <a:pt x="1943" y="17277"/>
                  <a:pt x="2010" y="17048"/>
                </a:cubicBezTo>
                <a:lnTo>
                  <a:pt x="2074" y="16745"/>
                </a:lnTo>
                <a:lnTo>
                  <a:pt x="1932" y="17067"/>
                </a:lnTo>
                <a:lnTo>
                  <a:pt x="1738" y="17368"/>
                </a:lnTo>
                <a:lnTo>
                  <a:pt x="1700" y="17440"/>
                </a:lnTo>
                <a:lnTo>
                  <a:pt x="1644" y="17513"/>
                </a:lnTo>
                <a:lnTo>
                  <a:pt x="1557" y="17647"/>
                </a:lnTo>
                <a:lnTo>
                  <a:pt x="1479" y="17724"/>
                </a:lnTo>
                <a:lnTo>
                  <a:pt x="1264" y="18001"/>
                </a:lnTo>
                <a:cubicBezTo>
                  <a:pt x="1015" y="18263"/>
                  <a:pt x="725" y="18495"/>
                  <a:pt x="407" y="18686"/>
                </a:cubicBezTo>
                <a:lnTo>
                  <a:pt x="0" y="18895"/>
                </a:lnTo>
                <a:lnTo>
                  <a:pt x="0" y="18847"/>
                </a:lnTo>
                <a:lnTo>
                  <a:pt x="58" y="18825"/>
                </a:lnTo>
                <a:lnTo>
                  <a:pt x="300" y="18679"/>
                </a:lnTo>
                <a:lnTo>
                  <a:pt x="0" y="18814"/>
                </a:lnTo>
                <a:lnTo>
                  <a:pt x="0" y="18767"/>
                </a:lnTo>
                <a:lnTo>
                  <a:pt x="371" y="18601"/>
                </a:lnTo>
                <a:cubicBezTo>
                  <a:pt x="537" y="18506"/>
                  <a:pt x="703" y="18396"/>
                  <a:pt x="864" y="18274"/>
                </a:cubicBezTo>
                <a:lnTo>
                  <a:pt x="1432" y="17710"/>
                </a:lnTo>
                <a:lnTo>
                  <a:pt x="1620" y="17468"/>
                </a:lnTo>
                <a:lnTo>
                  <a:pt x="1686" y="17367"/>
                </a:lnTo>
                <a:lnTo>
                  <a:pt x="1832" y="17082"/>
                </a:lnTo>
                <a:cubicBezTo>
                  <a:pt x="1879" y="16969"/>
                  <a:pt x="1918" y="16854"/>
                  <a:pt x="1949" y="16739"/>
                </a:cubicBezTo>
                <a:lnTo>
                  <a:pt x="2017" y="16387"/>
                </a:lnTo>
                <a:lnTo>
                  <a:pt x="1921" y="16612"/>
                </a:lnTo>
                <a:lnTo>
                  <a:pt x="1825" y="16766"/>
                </a:lnTo>
                <a:lnTo>
                  <a:pt x="1810" y="16809"/>
                </a:lnTo>
                <a:cubicBezTo>
                  <a:pt x="1764" y="16921"/>
                  <a:pt x="1708" y="17032"/>
                  <a:pt x="1640" y="17140"/>
                </a:cubicBezTo>
                <a:cubicBezTo>
                  <a:pt x="1275" y="17725"/>
                  <a:pt x="705" y="18219"/>
                  <a:pt x="47" y="18539"/>
                </a:cubicBezTo>
                <a:lnTo>
                  <a:pt x="0" y="18556"/>
                </a:lnTo>
                <a:lnTo>
                  <a:pt x="0" y="18503"/>
                </a:lnTo>
                <a:lnTo>
                  <a:pt x="343" y="18327"/>
                </a:lnTo>
                <a:cubicBezTo>
                  <a:pt x="652" y="18142"/>
                  <a:pt x="935" y="17916"/>
                  <a:pt x="1176" y="17662"/>
                </a:cubicBezTo>
                <a:lnTo>
                  <a:pt x="1497" y="17250"/>
                </a:lnTo>
                <a:lnTo>
                  <a:pt x="929" y="17838"/>
                </a:lnTo>
                <a:cubicBezTo>
                  <a:pt x="770" y="17965"/>
                  <a:pt x="609" y="18077"/>
                  <a:pt x="449" y="18172"/>
                </a:cubicBezTo>
                <a:lnTo>
                  <a:pt x="0" y="18386"/>
                </a:lnTo>
                <a:lnTo>
                  <a:pt x="0" y="18339"/>
                </a:lnTo>
                <a:lnTo>
                  <a:pt x="426" y="18136"/>
                </a:lnTo>
                <a:cubicBezTo>
                  <a:pt x="584" y="18042"/>
                  <a:pt x="744" y="17932"/>
                  <a:pt x="901" y="17806"/>
                </a:cubicBezTo>
                <a:cubicBezTo>
                  <a:pt x="1136" y="17620"/>
                  <a:pt x="1348" y="17401"/>
                  <a:pt x="1533" y="17153"/>
                </a:cubicBezTo>
                <a:lnTo>
                  <a:pt x="1779" y="16756"/>
                </a:lnTo>
                <a:lnTo>
                  <a:pt x="1880" y="16454"/>
                </a:lnTo>
                <a:lnTo>
                  <a:pt x="1950" y="16059"/>
                </a:lnTo>
                <a:lnTo>
                  <a:pt x="1876" y="16226"/>
                </a:lnTo>
                <a:lnTo>
                  <a:pt x="1805" y="16343"/>
                </a:lnTo>
                <a:lnTo>
                  <a:pt x="1749" y="16515"/>
                </a:lnTo>
                <a:cubicBezTo>
                  <a:pt x="1704" y="16625"/>
                  <a:pt x="1650" y="16733"/>
                  <a:pt x="1583" y="16839"/>
                </a:cubicBezTo>
                <a:cubicBezTo>
                  <a:pt x="1218" y="17421"/>
                  <a:pt x="668" y="17900"/>
                  <a:pt x="21" y="18212"/>
                </a:cubicBezTo>
                <a:lnTo>
                  <a:pt x="0" y="18219"/>
                </a:lnTo>
                <a:lnTo>
                  <a:pt x="0" y="18171"/>
                </a:lnTo>
                <a:lnTo>
                  <a:pt x="602" y="17810"/>
                </a:lnTo>
                <a:cubicBezTo>
                  <a:pt x="982" y="17534"/>
                  <a:pt x="1307" y="17195"/>
                  <a:pt x="1544" y="16817"/>
                </a:cubicBezTo>
                <a:lnTo>
                  <a:pt x="1695" y="16523"/>
                </a:lnTo>
                <a:lnTo>
                  <a:pt x="1581" y="16708"/>
                </a:lnTo>
                <a:cubicBezTo>
                  <a:pt x="1403" y="16959"/>
                  <a:pt x="1196" y="17182"/>
                  <a:pt x="968" y="17371"/>
                </a:cubicBezTo>
                <a:cubicBezTo>
                  <a:pt x="815" y="17499"/>
                  <a:pt x="659" y="17612"/>
                  <a:pt x="506" y="17708"/>
                </a:cubicBezTo>
                <a:lnTo>
                  <a:pt x="0" y="17964"/>
                </a:lnTo>
                <a:lnTo>
                  <a:pt x="0" y="17914"/>
                </a:lnTo>
                <a:lnTo>
                  <a:pt x="481" y="17671"/>
                </a:lnTo>
                <a:cubicBezTo>
                  <a:pt x="633" y="17576"/>
                  <a:pt x="787" y="17464"/>
                  <a:pt x="938" y="17338"/>
                </a:cubicBezTo>
                <a:cubicBezTo>
                  <a:pt x="1164" y="17151"/>
                  <a:pt x="1367" y="16930"/>
                  <a:pt x="1544" y="16682"/>
                </a:cubicBezTo>
                <a:lnTo>
                  <a:pt x="1769" y="16308"/>
                </a:lnTo>
                <a:lnTo>
                  <a:pt x="1814" y="16169"/>
                </a:lnTo>
                <a:lnTo>
                  <a:pt x="1889" y="15712"/>
                </a:lnTo>
                <a:lnTo>
                  <a:pt x="1831" y="15837"/>
                </a:lnTo>
                <a:lnTo>
                  <a:pt x="1786" y="15913"/>
                </a:lnTo>
                <a:lnTo>
                  <a:pt x="1687" y="16226"/>
                </a:lnTo>
                <a:cubicBezTo>
                  <a:pt x="1643" y="16333"/>
                  <a:pt x="1591" y="16439"/>
                  <a:pt x="1525" y="16543"/>
                </a:cubicBezTo>
                <a:cubicBezTo>
                  <a:pt x="1256" y="16971"/>
                  <a:pt x="884" y="17343"/>
                  <a:pt x="447" y="17631"/>
                </a:cubicBezTo>
                <a:lnTo>
                  <a:pt x="0" y="17884"/>
                </a:lnTo>
                <a:lnTo>
                  <a:pt x="0" y="17830"/>
                </a:lnTo>
                <a:lnTo>
                  <a:pt x="562" y="17495"/>
                </a:lnTo>
                <a:cubicBezTo>
                  <a:pt x="933" y="17226"/>
                  <a:pt x="1250" y="16894"/>
                  <a:pt x="1486" y="16518"/>
                </a:cubicBezTo>
                <a:cubicBezTo>
                  <a:pt x="1550" y="16416"/>
                  <a:pt x="1602" y="16312"/>
                  <a:pt x="1645" y="16206"/>
                </a:cubicBezTo>
                <a:lnTo>
                  <a:pt x="1684" y="16083"/>
                </a:lnTo>
                <a:lnTo>
                  <a:pt x="1592" y="16237"/>
                </a:lnTo>
                <a:cubicBezTo>
                  <a:pt x="1421" y="16488"/>
                  <a:pt x="1223" y="16712"/>
                  <a:pt x="1004" y="16903"/>
                </a:cubicBezTo>
                <a:cubicBezTo>
                  <a:pt x="856" y="17032"/>
                  <a:pt x="707" y="17146"/>
                  <a:pt x="560" y="17243"/>
                </a:cubicBezTo>
                <a:lnTo>
                  <a:pt x="0" y="17543"/>
                </a:lnTo>
                <a:lnTo>
                  <a:pt x="0" y="17489"/>
                </a:lnTo>
                <a:lnTo>
                  <a:pt x="521" y="17178"/>
                </a:lnTo>
                <a:cubicBezTo>
                  <a:pt x="886" y="16914"/>
                  <a:pt x="1197" y="16589"/>
                  <a:pt x="1429" y="16220"/>
                </a:cubicBezTo>
                <a:cubicBezTo>
                  <a:pt x="1497" y="16112"/>
                  <a:pt x="1551" y="16000"/>
                  <a:pt x="1594" y="15887"/>
                </a:cubicBezTo>
                <a:lnTo>
                  <a:pt x="1657" y="15666"/>
                </a:lnTo>
                <a:lnTo>
                  <a:pt x="1605" y="15765"/>
                </a:lnTo>
                <a:cubicBezTo>
                  <a:pt x="1440" y="16019"/>
                  <a:pt x="1251" y="16244"/>
                  <a:pt x="1043" y="16433"/>
                </a:cubicBezTo>
                <a:lnTo>
                  <a:pt x="923" y="16530"/>
                </a:lnTo>
                <a:lnTo>
                  <a:pt x="504" y="16895"/>
                </a:lnTo>
                <a:lnTo>
                  <a:pt x="0" y="17196"/>
                </a:lnTo>
                <a:lnTo>
                  <a:pt x="0" y="17145"/>
                </a:lnTo>
                <a:lnTo>
                  <a:pt x="479" y="16859"/>
                </a:lnTo>
                <a:lnTo>
                  <a:pt x="492" y="16848"/>
                </a:lnTo>
                <a:lnTo>
                  <a:pt x="47" y="17101"/>
                </a:lnTo>
                <a:lnTo>
                  <a:pt x="0" y="17117"/>
                </a:lnTo>
                <a:lnTo>
                  <a:pt x="0" y="17073"/>
                </a:lnTo>
                <a:lnTo>
                  <a:pt x="29" y="17064"/>
                </a:lnTo>
                <a:cubicBezTo>
                  <a:pt x="220" y="16978"/>
                  <a:pt x="407" y="16871"/>
                  <a:pt x="592" y="16742"/>
                </a:cubicBezTo>
                <a:lnTo>
                  <a:pt x="896" y="16496"/>
                </a:lnTo>
                <a:lnTo>
                  <a:pt x="974" y="16428"/>
                </a:lnTo>
                <a:cubicBezTo>
                  <a:pt x="1123" y="16271"/>
                  <a:pt x="1257" y="16101"/>
                  <a:pt x="1371" y="15920"/>
                </a:cubicBezTo>
                <a:cubicBezTo>
                  <a:pt x="1438" y="15814"/>
                  <a:pt x="1490" y="15705"/>
                  <a:pt x="1531" y="15595"/>
                </a:cubicBezTo>
                <a:lnTo>
                  <a:pt x="1614" y="15299"/>
                </a:lnTo>
                <a:lnTo>
                  <a:pt x="1363" y="15612"/>
                </a:lnTo>
                <a:lnTo>
                  <a:pt x="1349" y="15641"/>
                </a:lnTo>
                <a:cubicBezTo>
                  <a:pt x="1122" y="15999"/>
                  <a:pt x="818" y="16316"/>
                  <a:pt x="462" y="16573"/>
                </a:cubicBezTo>
                <a:lnTo>
                  <a:pt x="0" y="16848"/>
                </a:lnTo>
                <a:lnTo>
                  <a:pt x="0" y="16803"/>
                </a:lnTo>
                <a:lnTo>
                  <a:pt x="164" y="16720"/>
                </a:lnTo>
                <a:cubicBezTo>
                  <a:pt x="446" y="16552"/>
                  <a:pt x="702" y="16349"/>
                  <a:pt x="923" y="16118"/>
                </a:cubicBezTo>
                <a:lnTo>
                  <a:pt x="964" y="16065"/>
                </a:lnTo>
                <a:lnTo>
                  <a:pt x="674" y="16312"/>
                </a:lnTo>
                <a:cubicBezTo>
                  <a:pt x="495" y="16444"/>
                  <a:pt x="314" y="16555"/>
                  <a:pt x="127" y="16644"/>
                </a:cubicBezTo>
                <a:lnTo>
                  <a:pt x="0" y="16690"/>
                </a:lnTo>
                <a:lnTo>
                  <a:pt x="0" y="16644"/>
                </a:lnTo>
                <a:lnTo>
                  <a:pt x="107" y="16606"/>
                </a:lnTo>
                <a:cubicBezTo>
                  <a:pt x="291" y="16517"/>
                  <a:pt x="470" y="16408"/>
                  <a:pt x="647" y="16278"/>
                </a:cubicBezTo>
                <a:cubicBezTo>
                  <a:pt x="781" y="16179"/>
                  <a:pt x="913" y="16067"/>
                  <a:pt x="1049" y="15935"/>
                </a:cubicBezTo>
                <a:lnTo>
                  <a:pt x="1332" y="15581"/>
                </a:lnTo>
                <a:lnTo>
                  <a:pt x="1470" y="15302"/>
                </a:lnTo>
                <a:cubicBezTo>
                  <a:pt x="1509" y="15195"/>
                  <a:pt x="1537" y="15086"/>
                  <a:pt x="1558" y="14977"/>
                </a:cubicBezTo>
                <a:lnTo>
                  <a:pt x="1564" y="14915"/>
                </a:lnTo>
                <a:lnTo>
                  <a:pt x="1383" y="15153"/>
                </a:lnTo>
                <a:lnTo>
                  <a:pt x="1291" y="15343"/>
                </a:lnTo>
                <a:cubicBezTo>
                  <a:pt x="1067" y="15694"/>
                  <a:pt x="769" y="16004"/>
                  <a:pt x="419" y="16256"/>
                </a:cubicBezTo>
                <a:lnTo>
                  <a:pt x="0" y="16505"/>
                </a:lnTo>
                <a:lnTo>
                  <a:pt x="0" y="16463"/>
                </a:lnTo>
                <a:lnTo>
                  <a:pt x="127" y="16399"/>
                </a:lnTo>
                <a:cubicBezTo>
                  <a:pt x="404" y="16234"/>
                  <a:pt x="655" y="16035"/>
                  <a:pt x="872" y="15809"/>
                </a:cubicBezTo>
                <a:lnTo>
                  <a:pt x="1104" y="15514"/>
                </a:lnTo>
                <a:lnTo>
                  <a:pt x="732" y="15849"/>
                </a:lnTo>
                <a:cubicBezTo>
                  <a:pt x="561" y="15983"/>
                  <a:pt x="387" y="16095"/>
                  <a:pt x="208" y="16188"/>
                </a:cubicBezTo>
                <a:lnTo>
                  <a:pt x="0" y="16270"/>
                </a:lnTo>
                <a:lnTo>
                  <a:pt x="0" y="16222"/>
                </a:lnTo>
                <a:lnTo>
                  <a:pt x="185" y="16148"/>
                </a:lnTo>
                <a:cubicBezTo>
                  <a:pt x="362" y="16057"/>
                  <a:pt x="534" y="15946"/>
                  <a:pt x="702" y="15814"/>
                </a:cubicBezTo>
                <a:cubicBezTo>
                  <a:pt x="830" y="15714"/>
                  <a:pt x="956" y="15601"/>
                  <a:pt x="1087" y="15468"/>
                </a:cubicBezTo>
                <a:lnTo>
                  <a:pt x="1360" y="15108"/>
                </a:lnTo>
                <a:lnTo>
                  <a:pt x="1408" y="15009"/>
                </a:lnTo>
                <a:cubicBezTo>
                  <a:pt x="1447" y="14903"/>
                  <a:pt x="1473" y="14796"/>
                  <a:pt x="1492" y="14689"/>
                </a:cubicBezTo>
                <a:lnTo>
                  <a:pt x="1501" y="14579"/>
                </a:lnTo>
                <a:lnTo>
                  <a:pt x="1414" y="14717"/>
                </a:lnTo>
                <a:lnTo>
                  <a:pt x="1363" y="14779"/>
                </a:lnTo>
                <a:lnTo>
                  <a:pt x="1236" y="15042"/>
                </a:lnTo>
                <a:cubicBezTo>
                  <a:pt x="1071" y="15300"/>
                  <a:pt x="866" y="15535"/>
                  <a:pt x="628" y="15741"/>
                </a:cubicBezTo>
                <a:lnTo>
                  <a:pt x="0" y="16152"/>
                </a:lnTo>
                <a:lnTo>
                  <a:pt x="0" y="16103"/>
                </a:lnTo>
                <a:lnTo>
                  <a:pt x="597" y="15711"/>
                </a:lnTo>
                <a:cubicBezTo>
                  <a:pt x="832" y="15508"/>
                  <a:pt x="1035" y="15276"/>
                  <a:pt x="1197" y="15022"/>
                </a:cubicBezTo>
                <a:lnTo>
                  <a:pt x="1244" y="14925"/>
                </a:lnTo>
                <a:lnTo>
                  <a:pt x="1158" y="15030"/>
                </a:lnTo>
                <a:cubicBezTo>
                  <a:pt x="1032" y="15166"/>
                  <a:pt x="910" y="15282"/>
                  <a:pt x="788" y="15384"/>
                </a:cubicBezTo>
                <a:cubicBezTo>
                  <a:pt x="625" y="15519"/>
                  <a:pt x="458" y="15634"/>
                  <a:pt x="286" y="15729"/>
                </a:cubicBezTo>
                <a:lnTo>
                  <a:pt x="0" y="15853"/>
                </a:lnTo>
                <a:lnTo>
                  <a:pt x="0" y="15771"/>
                </a:lnTo>
                <a:lnTo>
                  <a:pt x="311" y="15586"/>
                </a:lnTo>
                <a:cubicBezTo>
                  <a:pt x="644" y="15347"/>
                  <a:pt x="927" y="15054"/>
                  <a:pt x="1140" y="14722"/>
                </a:cubicBezTo>
                <a:lnTo>
                  <a:pt x="1267" y="14456"/>
                </a:lnTo>
                <a:lnTo>
                  <a:pt x="1196" y="14560"/>
                </a:lnTo>
                <a:cubicBezTo>
                  <a:pt x="1073" y="14700"/>
                  <a:pt x="958" y="14816"/>
                  <a:pt x="844" y="14917"/>
                </a:cubicBezTo>
                <a:cubicBezTo>
                  <a:pt x="688" y="15055"/>
                  <a:pt x="530" y="15172"/>
                  <a:pt x="365" y="15270"/>
                </a:cubicBezTo>
                <a:lnTo>
                  <a:pt x="285" y="15308"/>
                </a:lnTo>
                <a:lnTo>
                  <a:pt x="0" y="15477"/>
                </a:lnTo>
                <a:lnTo>
                  <a:pt x="0" y="15394"/>
                </a:lnTo>
                <a:lnTo>
                  <a:pt x="268" y="15268"/>
                </a:lnTo>
                <a:lnTo>
                  <a:pt x="270" y="15267"/>
                </a:lnTo>
                <a:cubicBezTo>
                  <a:pt x="595" y="15033"/>
                  <a:pt x="874" y="14746"/>
                  <a:pt x="1082" y="14422"/>
                </a:cubicBezTo>
                <a:cubicBezTo>
                  <a:pt x="1145" y="14324"/>
                  <a:pt x="1192" y="14222"/>
                  <a:pt x="1226" y="14119"/>
                </a:cubicBezTo>
                <a:lnTo>
                  <a:pt x="1232" y="14094"/>
                </a:lnTo>
                <a:lnTo>
                  <a:pt x="900" y="14452"/>
                </a:lnTo>
                <a:lnTo>
                  <a:pt x="546" y="14732"/>
                </a:lnTo>
                <a:lnTo>
                  <a:pt x="254" y="14984"/>
                </a:lnTo>
                <a:lnTo>
                  <a:pt x="0" y="15134"/>
                </a:lnTo>
                <a:lnTo>
                  <a:pt x="0" y="15083"/>
                </a:lnTo>
                <a:lnTo>
                  <a:pt x="228" y="14949"/>
                </a:lnTo>
                <a:lnTo>
                  <a:pt x="300" y="14886"/>
                </a:lnTo>
                <a:lnTo>
                  <a:pt x="0" y="15040"/>
                </a:lnTo>
                <a:lnTo>
                  <a:pt x="0" y="14991"/>
                </a:lnTo>
                <a:lnTo>
                  <a:pt x="420" y="14776"/>
                </a:lnTo>
                <a:lnTo>
                  <a:pt x="512" y="14704"/>
                </a:lnTo>
                <a:lnTo>
                  <a:pt x="669" y="14569"/>
                </a:lnTo>
                <a:cubicBezTo>
                  <a:pt x="802" y="14430"/>
                  <a:pt x="921" y="14281"/>
                  <a:pt x="1023" y="14122"/>
                </a:cubicBezTo>
                <a:cubicBezTo>
                  <a:pt x="1086" y="14025"/>
                  <a:pt x="1132" y="13924"/>
                  <a:pt x="1166" y="13823"/>
                </a:cubicBezTo>
                <a:lnTo>
                  <a:pt x="1188" y="13720"/>
                </a:lnTo>
                <a:lnTo>
                  <a:pt x="956" y="13988"/>
                </a:lnTo>
                <a:lnTo>
                  <a:pt x="752" y="14161"/>
                </a:lnTo>
                <a:lnTo>
                  <a:pt x="651" y="14287"/>
                </a:lnTo>
                <a:lnTo>
                  <a:pt x="0" y="14799"/>
                </a:lnTo>
                <a:lnTo>
                  <a:pt x="0" y="14740"/>
                </a:lnTo>
                <a:lnTo>
                  <a:pt x="185" y="14630"/>
                </a:lnTo>
                <a:lnTo>
                  <a:pt x="475" y="14382"/>
                </a:lnTo>
                <a:lnTo>
                  <a:pt x="57" y="14615"/>
                </a:lnTo>
                <a:lnTo>
                  <a:pt x="0" y="14634"/>
                </a:lnTo>
                <a:lnTo>
                  <a:pt x="0" y="14588"/>
                </a:lnTo>
                <a:lnTo>
                  <a:pt x="38" y="14575"/>
                </a:lnTo>
                <a:cubicBezTo>
                  <a:pt x="199" y="14506"/>
                  <a:pt x="351" y="14421"/>
                  <a:pt x="498" y="14319"/>
                </a:cubicBezTo>
                <a:lnTo>
                  <a:pt x="720" y="14130"/>
                </a:lnTo>
                <a:lnTo>
                  <a:pt x="965" y="13823"/>
                </a:lnTo>
                <a:cubicBezTo>
                  <a:pt x="1027" y="13726"/>
                  <a:pt x="1073" y="13627"/>
                  <a:pt x="1105" y="13526"/>
                </a:cubicBezTo>
                <a:lnTo>
                  <a:pt x="1138" y="13368"/>
                </a:lnTo>
                <a:lnTo>
                  <a:pt x="1013" y="13523"/>
                </a:lnTo>
                <a:lnTo>
                  <a:pt x="835" y="13685"/>
                </a:lnTo>
                <a:lnTo>
                  <a:pt x="599" y="13980"/>
                </a:lnTo>
                <a:lnTo>
                  <a:pt x="0" y="14449"/>
                </a:lnTo>
                <a:lnTo>
                  <a:pt x="0" y="14393"/>
                </a:lnTo>
                <a:lnTo>
                  <a:pt x="567" y="13949"/>
                </a:lnTo>
                <a:lnTo>
                  <a:pt x="624" y="13877"/>
                </a:lnTo>
                <a:lnTo>
                  <a:pt x="604" y="13896"/>
                </a:lnTo>
                <a:cubicBezTo>
                  <a:pt x="462" y="14003"/>
                  <a:pt x="314" y="14093"/>
                  <a:pt x="159" y="14167"/>
                </a:cubicBezTo>
                <a:lnTo>
                  <a:pt x="0" y="14228"/>
                </a:lnTo>
                <a:lnTo>
                  <a:pt x="0" y="14180"/>
                </a:lnTo>
                <a:lnTo>
                  <a:pt x="138" y="14127"/>
                </a:lnTo>
                <a:cubicBezTo>
                  <a:pt x="291" y="14054"/>
                  <a:pt x="436" y="13966"/>
                  <a:pt x="575" y="13860"/>
                </a:cubicBezTo>
                <a:lnTo>
                  <a:pt x="805" y="13650"/>
                </a:lnTo>
                <a:lnTo>
                  <a:pt x="907" y="13524"/>
                </a:lnTo>
                <a:cubicBezTo>
                  <a:pt x="969" y="13428"/>
                  <a:pt x="1013" y="13329"/>
                  <a:pt x="1045" y="13229"/>
                </a:cubicBezTo>
                <a:lnTo>
                  <a:pt x="1082" y="13039"/>
                </a:lnTo>
                <a:lnTo>
                  <a:pt x="1069" y="13056"/>
                </a:lnTo>
                <a:lnTo>
                  <a:pt x="903" y="13219"/>
                </a:lnTo>
                <a:lnTo>
                  <a:pt x="890" y="13248"/>
                </a:lnTo>
                <a:cubicBezTo>
                  <a:pt x="696" y="13547"/>
                  <a:pt x="436" y="13812"/>
                  <a:pt x="132" y="14029"/>
                </a:cubicBezTo>
                <a:lnTo>
                  <a:pt x="0" y="14107"/>
                </a:lnTo>
                <a:lnTo>
                  <a:pt x="0" y="14044"/>
                </a:lnTo>
                <a:lnTo>
                  <a:pt x="517" y="13640"/>
                </a:lnTo>
                <a:lnTo>
                  <a:pt x="677" y="13440"/>
                </a:lnTo>
                <a:lnTo>
                  <a:pt x="261" y="13718"/>
                </a:lnTo>
                <a:lnTo>
                  <a:pt x="0" y="13831"/>
                </a:lnTo>
                <a:lnTo>
                  <a:pt x="0" y="13784"/>
                </a:lnTo>
                <a:lnTo>
                  <a:pt x="239" y="13680"/>
                </a:lnTo>
                <a:cubicBezTo>
                  <a:pt x="384" y="13604"/>
                  <a:pt x="521" y="13512"/>
                  <a:pt x="653" y="13404"/>
                </a:cubicBezTo>
                <a:lnTo>
                  <a:pt x="863" y="13198"/>
                </a:lnTo>
                <a:lnTo>
                  <a:pt x="986" y="12933"/>
                </a:lnTo>
                <a:lnTo>
                  <a:pt x="1031" y="12691"/>
                </a:lnTo>
                <a:lnTo>
                  <a:pt x="872" y="12861"/>
                </a:lnTo>
                <a:lnTo>
                  <a:pt x="831" y="12949"/>
                </a:lnTo>
                <a:cubicBezTo>
                  <a:pt x="641" y="13241"/>
                  <a:pt x="387" y="13500"/>
                  <a:pt x="89" y="13711"/>
                </a:cubicBezTo>
                <a:lnTo>
                  <a:pt x="0" y="13764"/>
                </a:lnTo>
                <a:lnTo>
                  <a:pt x="0" y="13694"/>
                </a:lnTo>
                <a:lnTo>
                  <a:pt x="467" y="13330"/>
                </a:lnTo>
                <a:lnTo>
                  <a:pt x="732" y="13000"/>
                </a:lnTo>
                <a:lnTo>
                  <a:pt x="362" y="13270"/>
                </a:lnTo>
                <a:lnTo>
                  <a:pt x="0" y="13445"/>
                </a:lnTo>
                <a:lnTo>
                  <a:pt x="0" y="13369"/>
                </a:lnTo>
                <a:lnTo>
                  <a:pt x="18" y="13357"/>
                </a:lnTo>
                <a:cubicBezTo>
                  <a:pt x="306" y="13154"/>
                  <a:pt x="550" y="12905"/>
                  <a:pt x="733" y="12625"/>
                </a:cubicBezTo>
                <a:lnTo>
                  <a:pt x="745" y="12599"/>
                </a:lnTo>
                <a:lnTo>
                  <a:pt x="464" y="12821"/>
                </a:lnTo>
                <a:cubicBezTo>
                  <a:pt x="330" y="12908"/>
                  <a:pt x="187" y="12985"/>
                  <a:pt x="31" y="13055"/>
                </a:cubicBezTo>
                <a:lnTo>
                  <a:pt x="28" y="13056"/>
                </a:lnTo>
                <a:lnTo>
                  <a:pt x="6" y="13075"/>
                </a:lnTo>
                <a:lnTo>
                  <a:pt x="0" y="13079"/>
                </a:lnTo>
                <a:lnTo>
                  <a:pt x="0" y="13020"/>
                </a:lnTo>
                <a:lnTo>
                  <a:pt x="365" y="12710"/>
                </a:lnTo>
                <a:cubicBezTo>
                  <a:pt x="482" y="12590"/>
                  <a:pt x="587" y="12462"/>
                  <a:pt x="676" y="12326"/>
                </a:cubicBezTo>
                <a:lnTo>
                  <a:pt x="723" y="12223"/>
                </a:lnTo>
                <a:lnTo>
                  <a:pt x="565" y="12373"/>
                </a:lnTo>
                <a:cubicBezTo>
                  <a:pt x="436" y="12466"/>
                  <a:pt x="300" y="12548"/>
                  <a:pt x="151" y="12624"/>
                </a:cubicBezTo>
                <a:lnTo>
                  <a:pt x="84" y="12652"/>
                </a:lnTo>
                <a:lnTo>
                  <a:pt x="0" y="12723"/>
                </a:lnTo>
                <a:lnTo>
                  <a:pt x="0" y="12641"/>
                </a:lnTo>
                <a:lnTo>
                  <a:pt x="60" y="12616"/>
                </a:lnTo>
                <a:lnTo>
                  <a:pt x="314" y="12401"/>
                </a:lnTo>
                <a:cubicBezTo>
                  <a:pt x="429" y="12284"/>
                  <a:pt x="531" y="12159"/>
                  <a:pt x="618" y="12027"/>
                </a:cubicBezTo>
                <a:lnTo>
                  <a:pt x="662" y="11929"/>
                </a:lnTo>
                <a:lnTo>
                  <a:pt x="272" y="12192"/>
                </a:lnTo>
                <a:lnTo>
                  <a:pt x="142" y="12253"/>
                </a:lnTo>
                <a:lnTo>
                  <a:pt x="0" y="12374"/>
                </a:lnTo>
                <a:lnTo>
                  <a:pt x="0" y="12273"/>
                </a:lnTo>
                <a:lnTo>
                  <a:pt x="108" y="12221"/>
                </a:lnTo>
                <a:lnTo>
                  <a:pt x="264" y="12090"/>
                </a:lnTo>
                <a:cubicBezTo>
                  <a:pt x="376" y="11977"/>
                  <a:pt x="475" y="11855"/>
                  <a:pt x="560" y="11726"/>
                </a:cubicBezTo>
                <a:lnTo>
                  <a:pt x="622" y="11590"/>
                </a:lnTo>
                <a:lnTo>
                  <a:pt x="394" y="11760"/>
                </a:lnTo>
                <a:lnTo>
                  <a:pt x="153" y="11890"/>
                </a:lnTo>
                <a:lnTo>
                  <a:pt x="0" y="12018"/>
                </a:lnTo>
                <a:lnTo>
                  <a:pt x="0" y="11921"/>
                </a:lnTo>
                <a:lnTo>
                  <a:pt x="127" y="11853"/>
                </a:lnTo>
                <a:lnTo>
                  <a:pt x="213" y="11781"/>
                </a:lnTo>
                <a:cubicBezTo>
                  <a:pt x="322" y="11671"/>
                  <a:pt x="419" y="11553"/>
                  <a:pt x="502" y="11428"/>
                </a:cubicBezTo>
                <a:lnTo>
                  <a:pt x="566" y="11283"/>
                </a:lnTo>
                <a:lnTo>
                  <a:pt x="481" y="11352"/>
                </a:lnTo>
                <a:lnTo>
                  <a:pt x="124" y="11563"/>
                </a:lnTo>
                <a:lnTo>
                  <a:pt x="0" y="11667"/>
                </a:lnTo>
                <a:lnTo>
                  <a:pt x="0" y="11576"/>
                </a:lnTo>
                <a:lnTo>
                  <a:pt x="68" y="11545"/>
                </a:lnTo>
                <a:lnTo>
                  <a:pt x="92" y="11531"/>
                </a:lnTo>
                <a:lnTo>
                  <a:pt x="164" y="11471"/>
                </a:lnTo>
                <a:cubicBezTo>
                  <a:pt x="270" y="11364"/>
                  <a:pt x="364" y="11249"/>
                  <a:pt x="445" y="11128"/>
                </a:cubicBezTo>
                <a:lnTo>
                  <a:pt x="516" y="10968"/>
                </a:lnTo>
                <a:lnTo>
                  <a:pt x="233" y="11167"/>
                </a:lnTo>
                <a:lnTo>
                  <a:pt x="90" y="11239"/>
                </a:lnTo>
                <a:lnTo>
                  <a:pt x="0" y="11315"/>
                </a:lnTo>
                <a:lnTo>
                  <a:pt x="0" y="11237"/>
                </a:lnTo>
                <a:lnTo>
                  <a:pt x="57" y="11207"/>
                </a:lnTo>
                <a:lnTo>
                  <a:pt x="113" y="11161"/>
                </a:lnTo>
                <a:cubicBezTo>
                  <a:pt x="217" y="11057"/>
                  <a:pt x="309" y="10946"/>
                  <a:pt x="387" y="10828"/>
                </a:cubicBezTo>
                <a:lnTo>
                  <a:pt x="441" y="10704"/>
                </a:lnTo>
                <a:lnTo>
                  <a:pt x="375" y="10752"/>
                </a:lnTo>
                <a:cubicBezTo>
                  <a:pt x="299" y="10800"/>
                  <a:pt x="221" y="10844"/>
                  <a:pt x="141" y="10884"/>
                </a:cubicBezTo>
                <a:lnTo>
                  <a:pt x="52" y="10916"/>
                </a:lnTo>
                <a:lnTo>
                  <a:pt x="0" y="10960"/>
                </a:lnTo>
                <a:lnTo>
                  <a:pt x="0" y="10888"/>
                </a:lnTo>
                <a:lnTo>
                  <a:pt x="30" y="10877"/>
                </a:lnTo>
                <a:lnTo>
                  <a:pt x="63" y="10850"/>
                </a:lnTo>
                <a:cubicBezTo>
                  <a:pt x="163" y="10750"/>
                  <a:pt x="253" y="10642"/>
                  <a:pt x="329" y="10528"/>
                </a:cubicBezTo>
                <a:lnTo>
                  <a:pt x="374" y="10424"/>
                </a:lnTo>
                <a:lnTo>
                  <a:pt x="290" y="10477"/>
                </a:lnTo>
                <a:lnTo>
                  <a:pt x="26" y="10583"/>
                </a:lnTo>
                <a:lnTo>
                  <a:pt x="0" y="10605"/>
                </a:lnTo>
                <a:lnTo>
                  <a:pt x="0" y="10548"/>
                </a:lnTo>
                <a:lnTo>
                  <a:pt x="5" y="10546"/>
                </a:lnTo>
                <a:lnTo>
                  <a:pt x="11" y="10541"/>
                </a:lnTo>
                <a:cubicBezTo>
                  <a:pt x="109" y="10443"/>
                  <a:pt x="196" y="10339"/>
                  <a:pt x="270" y="10229"/>
                </a:cubicBezTo>
                <a:lnTo>
                  <a:pt x="313" y="10128"/>
                </a:lnTo>
                <a:lnTo>
                  <a:pt x="0" y="10266"/>
                </a:lnTo>
                <a:lnTo>
                  <a:pt x="0" y="10186"/>
                </a:lnTo>
                <a:lnTo>
                  <a:pt x="213" y="9931"/>
                </a:lnTo>
                <a:lnTo>
                  <a:pt x="251" y="9841"/>
                </a:lnTo>
                <a:lnTo>
                  <a:pt x="16" y="9943"/>
                </a:lnTo>
                <a:lnTo>
                  <a:pt x="0" y="9947"/>
                </a:lnTo>
                <a:lnTo>
                  <a:pt x="0" y="9903"/>
                </a:lnTo>
                <a:lnTo>
                  <a:pt x="0" y="9903"/>
                </a:lnTo>
                <a:lnTo>
                  <a:pt x="276" y="9781"/>
                </a:lnTo>
                <a:lnTo>
                  <a:pt x="332" y="9647"/>
                </a:lnTo>
                <a:lnTo>
                  <a:pt x="338" y="9490"/>
                </a:lnTo>
                <a:lnTo>
                  <a:pt x="246" y="9528"/>
                </a:lnTo>
                <a:lnTo>
                  <a:pt x="193" y="9655"/>
                </a:lnTo>
                <a:lnTo>
                  <a:pt x="0" y="9885"/>
                </a:lnTo>
                <a:lnTo>
                  <a:pt x="0" y="9814"/>
                </a:lnTo>
                <a:lnTo>
                  <a:pt x="154" y="9629"/>
                </a:lnTo>
                <a:lnTo>
                  <a:pt x="186" y="9552"/>
                </a:lnTo>
                <a:lnTo>
                  <a:pt x="176" y="9556"/>
                </a:lnTo>
                <a:lnTo>
                  <a:pt x="0" y="9600"/>
                </a:lnTo>
                <a:lnTo>
                  <a:pt x="0" y="9555"/>
                </a:lnTo>
                <a:lnTo>
                  <a:pt x="160" y="9515"/>
                </a:lnTo>
                <a:lnTo>
                  <a:pt x="210" y="9495"/>
                </a:lnTo>
                <a:lnTo>
                  <a:pt x="272" y="9346"/>
                </a:lnTo>
                <a:lnTo>
                  <a:pt x="275" y="9248"/>
                </a:lnTo>
                <a:lnTo>
                  <a:pt x="255" y="9195"/>
                </a:lnTo>
                <a:lnTo>
                  <a:pt x="194" y="9211"/>
                </a:lnTo>
                <a:lnTo>
                  <a:pt x="134" y="9355"/>
                </a:lnTo>
                <a:lnTo>
                  <a:pt x="0" y="9515"/>
                </a:lnTo>
                <a:lnTo>
                  <a:pt x="0" y="9445"/>
                </a:lnTo>
                <a:lnTo>
                  <a:pt x="96" y="9330"/>
                </a:lnTo>
                <a:lnTo>
                  <a:pt x="140" y="9225"/>
                </a:lnTo>
                <a:lnTo>
                  <a:pt x="0" y="9260"/>
                </a:lnTo>
                <a:lnTo>
                  <a:pt x="0" y="9217"/>
                </a:lnTo>
                <a:lnTo>
                  <a:pt x="160" y="9176"/>
                </a:lnTo>
                <a:lnTo>
                  <a:pt x="206" y="9066"/>
                </a:lnTo>
                <a:lnTo>
                  <a:pt x="141" y="8898"/>
                </a:lnTo>
                <a:lnTo>
                  <a:pt x="75" y="9056"/>
                </a:lnTo>
                <a:lnTo>
                  <a:pt x="0" y="9145"/>
                </a:lnTo>
                <a:lnTo>
                  <a:pt x="0" y="9078"/>
                </a:lnTo>
                <a:lnTo>
                  <a:pt x="39" y="9031"/>
                </a:lnTo>
                <a:lnTo>
                  <a:pt x="90" y="8906"/>
                </a:lnTo>
                <a:lnTo>
                  <a:pt x="0" y="8925"/>
                </a:lnTo>
                <a:lnTo>
                  <a:pt x="0" y="8882"/>
                </a:lnTo>
                <a:lnTo>
                  <a:pt x="110" y="8858"/>
                </a:lnTo>
                <a:lnTo>
                  <a:pt x="118" y="8839"/>
                </a:lnTo>
                <a:lnTo>
                  <a:pt x="88" y="8762"/>
                </a:lnTo>
                <a:lnTo>
                  <a:pt x="58" y="8685"/>
                </a:lnTo>
                <a:lnTo>
                  <a:pt x="52" y="8670"/>
                </a:lnTo>
                <a:lnTo>
                  <a:pt x="17" y="8755"/>
                </a:lnTo>
                <a:lnTo>
                  <a:pt x="0" y="8776"/>
                </a:lnTo>
                <a:lnTo>
                  <a:pt x="0" y="8687"/>
                </a:lnTo>
                <a:lnTo>
                  <a:pt x="29" y="8614"/>
                </a:lnTo>
                <a:lnTo>
                  <a:pt x="16" y="8582"/>
                </a:lnTo>
                <a:lnTo>
                  <a:pt x="0" y="8584"/>
                </a:lnTo>
                <a:lnTo>
                  <a:pt x="0" y="7508"/>
                </a:lnTo>
                <a:lnTo>
                  <a:pt x="17" y="7505"/>
                </a:lnTo>
                <a:lnTo>
                  <a:pt x="13" y="7207"/>
                </a:lnTo>
                <a:lnTo>
                  <a:pt x="0" y="7209"/>
                </a:lnTo>
                <a:lnTo>
                  <a:pt x="0" y="7166"/>
                </a:lnTo>
                <a:lnTo>
                  <a:pt x="13" y="7164"/>
                </a:lnTo>
                <a:lnTo>
                  <a:pt x="11" y="6990"/>
                </a:lnTo>
                <a:lnTo>
                  <a:pt x="17" y="6913"/>
                </a:lnTo>
                <a:lnTo>
                  <a:pt x="23" y="6852"/>
                </a:lnTo>
                <a:lnTo>
                  <a:pt x="0" y="6854"/>
                </a:lnTo>
                <a:lnTo>
                  <a:pt x="0" y="6811"/>
                </a:lnTo>
                <a:lnTo>
                  <a:pt x="27" y="6809"/>
                </a:lnTo>
                <a:lnTo>
                  <a:pt x="54" y="6546"/>
                </a:lnTo>
                <a:lnTo>
                  <a:pt x="69" y="6492"/>
                </a:lnTo>
                <a:lnTo>
                  <a:pt x="0" y="6496"/>
                </a:lnTo>
                <a:lnTo>
                  <a:pt x="0" y="6452"/>
                </a:lnTo>
                <a:lnTo>
                  <a:pt x="81" y="6448"/>
                </a:lnTo>
                <a:lnTo>
                  <a:pt x="151" y="6187"/>
                </a:lnTo>
                <a:lnTo>
                  <a:pt x="176" y="6144"/>
                </a:lnTo>
                <a:lnTo>
                  <a:pt x="0" y="6160"/>
                </a:lnTo>
                <a:lnTo>
                  <a:pt x="0" y="6117"/>
                </a:lnTo>
                <a:lnTo>
                  <a:pt x="203" y="6098"/>
                </a:lnTo>
                <a:lnTo>
                  <a:pt x="314" y="5906"/>
                </a:lnTo>
                <a:lnTo>
                  <a:pt x="423" y="5770"/>
                </a:lnTo>
                <a:lnTo>
                  <a:pt x="72" y="5803"/>
                </a:lnTo>
                <a:lnTo>
                  <a:pt x="0" y="5936"/>
                </a:lnTo>
                <a:lnTo>
                  <a:pt x="0" y="5843"/>
                </a:lnTo>
                <a:lnTo>
                  <a:pt x="21" y="5803"/>
                </a:lnTo>
                <a:lnTo>
                  <a:pt x="0" y="5802"/>
                </a:lnTo>
                <a:lnTo>
                  <a:pt x="0" y="5761"/>
                </a:lnTo>
                <a:lnTo>
                  <a:pt x="43" y="5762"/>
                </a:lnTo>
                <a:lnTo>
                  <a:pt x="86" y="5683"/>
                </a:lnTo>
                <a:lnTo>
                  <a:pt x="271" y="5442"/>
                </a:lnTo>
                <a:lnTo>
                  <a:pt x="225" y="5446"/>
                </a:lnTo>
                <a:lnTo>
                  <a:pt x="0" y="5439"/>
                </a:lnTo>
                <a:lnTo>
                  <a:pt x="0" y="5396"/>
                </a:lnTo>
                <a:lnTo>
                  <a:pt x="222" y="5403"/>
                </a:lnTo>
                <a:lnTo>
                  <a:pt x="307" y="5394"/>
                </a:lnTo>
                <a:lnTo>
                  <a:pt x="425" y="5244"/>
                </a:lnTo>
                <a:lnTo>
                  <a:pt x="590" y="5065"/>
                </a:lnTo>
                <a:lnTo>
                  <a:pt x="392" y="5087"/>
                </a:lnTo>
                <a:lnTo>
                  <a:pt x="193" y="5081"/>
                </a:lnTo>
                <a:lnTo>
                  <a:pt x="94" y="5213"/>
                </a:lnTo>
                <a:lnTo>
                  <a:pt x="0" y="5342"/>
                </a:lnTo>
                <a:lnTo>
                  <a:pt x="0" y="5268"/>
                </a:lnTo>
                <a:lnTo>
                  <a:pt x="57" y="5188"/>
                </a:lnTo>
                <a:lnTo>
                  <a:pt x="139" y="5080"/>
                </a:lnTo>
                <a:lnTo>
                  <a:pt x="0" y="5076"/>
                </a:lnTo>
                <a:lnTo>
                  <a:pt x="0" y="5032"/>
                </a:lnTo>
                <a:lnTo>
                  <a:pt x="171" y="5037"/>
                </a:lnTo>
                <a:lnTo>
                  <a:pt x="179" y="5026"/>
                </a:lnTo>
                <a:cubicBezTo>
                  <a:pt x="240" y="4943"/>
                  <a:pt x="313" y="4860"/>
                  <a:pt x="396" y="4780"/>
                </a:cubicBezTo>
                <a:lnTo>
                  <a:pt x="461" y="4726"/>
                </a:lnTo>
                <a:lnTo>
                  <a:pt x="67" y="4715"/>
                </a:lnTo>
                <a:lnTo>
                  <a:pt x="0" y="4795"/>
                </a:lnTo>
                <a:lnTo>
                  <a:pt x="0" y="4725"/>
                </a:lnTo>
                <a:lnTo>
                  <a:pt x="9" y="4714"/>
                </a:lnTo>
                <a:lnTo>
                  <a:pt x="0" y="4714"/>
                </a:lnTo>
                <a:lnTo>
                  <a:pt x="0" y="4669"/>
                </a:lnTo>
                <a:lnTo>
                  <a:pt x="46" y="4670"/>
                </a:lnTo>
                <a:lnTo>
                  <a:pt x="141" y="4559"/>
                </a:lnTo>
                <a:lnTo>
                  <a:pt x="373" y="4361"/>
                </a:lnTo>
                <a:lnTo>
                  <a:pt x="207" y="4357"/>
                </a:lnTo>
                <a:lnTo>
                  <a:pt x="0" y="4414"/>
                </a:lnTo>
                <a:lnTo>
                  <a:pt x="0" y="4304"/>
                </a:lnTo>
                <a:lnTo>
                  <a:pt x="30" y="4308"/>
                </a:lnTo>
                <a:lnTo>
                  <a:pt x="34" y="4308"/>
                </a:lnTo>
                <a:lnTo>
                  <a:pt x="158" y="4267"/>
                </a:lnTo>
                <a:lnTo>
                  <a:pt x="42" y="4263"/>
                </a:lnTo>
                <a:lnTo>
                  <a:pt x="0" y="4300"/>
                </a:lnTo>
                <a:lnTo>
                  <a:pt x="0" y="4178"/>
                </a:lnTo>
                <a:lnTo>
                  <a:pt x="10" y="4167"/>
                </a:lnTo>
                <a:lnTo>
                  <a:pt x="42" y="3988"/>
                </a:lnTo>
                <a:lnTo>
                  <a:pt x="0" y="3967"/>
                </a:lnTo>
                <a:lnTo>
                  <a:pt x="0" y="3909"/>
                </a:lnTo>
                <a:lnTo>
                  <a:pt x="15" y="3923"/>
                </a:lnTo>
                <a:lnTo>
                  <a:pt x="40" y="3927"/>
                </a:lnTo>
                <a:lnTo>
                  <a:pt x="18" y="3860"/>
                </a:lnTo>
                <a:lnTo>
                  <a:pt x="0" y="3871"/>
                </a:lnTo>
                <a:lnTo>
                  <a:pt x="0" y="3821"/>
                </a:lnTo>
                <a:lnTo>
                  <a:pt x="5" y="3818"/>
                </a:lnTo>
                <a:lnTo>
                  <a:pt x="0" y="3802"/>
                </a:lnTo>
                <a:lnTo>
                  <a:pt x="0" y="3674"/>
                </a:lnTo>
                <a:lnTo>
                  <a:pt x="5" y="3681"/>
                </a:lnTo>
                <a:lnTo>
                  <a:pt x="42" y="3796"/>
                </a:lnTo>
                <a:lnTo>
                  <a:pt x="197" y="3705"/>
                </a:lnTo>
                <a:lnTo>
                  <a:pt x="123" y="3644"/>
                </a:lnTo>
                <a:lnTo>
                  <a:pt x="104" y="3627"/>
                </a:lnTo>
                <a:lnTo>
                  <a:pt x="78" y="3594"/>
                </a:lnTo>
                <a:lnTo>
                  <a:pt x="0" y="3583"/>
                </a:lnTo>
                <a:lnTo>
                  <a:pt x="0" y="3539"/>
                </a:lnTo>
                <a:lnTo>
                  <a:pt x="36" y="3544"/>
                </a:lnTo>
                <a:lnTo>
                  <a:pt x="0" y="3499"/>
                </a:lnTo>
                <a:lnTo>
                  <a:pt x="0" y="3418"/>
                </a:lnTo>
                <a:lnTo>
                  <a:pt x="186" y="3320"/>
                </a:lnTo>
                <a:lnTo>
                  <a:pt x="100" y="3211"/>
                </a:lnTo>
                <a:lnTo>
                  <a:pt x="0" y="3184"/>
                </a:lnTo>
                <a:lnTo>
                  <a:pt x="0" y="3142"/>
                </a:lnTo>
                <a:lnTo>
                  <a:pt x="37" y="3153"/>
                </a:lnTo>
                <a:lnTo>
                  <a:pt x="0" y="3120"/>
                </a:lnTo>
                <a:lnTo>
                  <a:pt x="0" y="3052"/>
                </a:lnTo>
                <a:lnTo>
                  <a:pt x="73" y="3013"/>
                </a:lnTo>
                <a:lnTo>
                  <a:pt x="134" y="2991"/>
                </a:lnTo>
                <a:lnTo>
                  <a:pt x="111" y="2926"/>
                </a:lnTo>
                <a:lnTo>
                  <a:pt x="139" y="2812"/>
                </a:lnTo>
                <a:lnTo>
                  <a:pt x="0" y="2774"/>
                </a:lnTo>
                <a:lnTo>
                  <a:pt x="0" y="2717"/>
                </a:lnTo>
                <a:lnTo>
                  <a:pt x="30" y="2706"/>
                </a:lnTo>
                <a:lnTo>
                  <a:pt x="0" y="2682"/>
                </a:lnTo>
                <a:lnTo>
                  <a:pt x="0" y="2627"/>
                </a:lnTo>
                <a:lnTo>
                  <a:pt x="80" y="2688"/>
                </a:lnTo>
                <a:lnTo>
                  <a:pt x="179" y="2651"/>
                </a:lnTo>
                <a:lnTo>
                  <a:pt x="339" y="2508"/>
                </a:lnTo>
                <a:lnTo>
                  <a:pt x="232" y="2428"/>
                </a:lnTo>
                <a:lnTo>
                  <a:pt x="167" y="2410"/>
                </a:lnTo>
                <a:lnTo>
                  <a:pt x="46" y="2454"/>
                </a:lnTo>
                <a:lnTo>
                  <a:pt x="0" y="2499"/>
                </a:lnTo>
                <a:lnTo>
                  <a:pt x="0" y="2439"/>
                </a:lnTo>
                <a:lnTo>
                  <a:pt x="3" y="2435"/>
                </a:lnTo>
                <a:lnTo>
                  <a:pt x="0" y="2437"/>
                </a:lnTo>
                <a:lnTo>
                  <a:pt x="0" y="2390"/>
                </a:lnTo>
                <a:lnTo>
                  <a:pt x="41" y="2375"/>
                </a:lnTo>
                <a:lnTo>
                  <a:pt x="0" y="2363"/>
                </a:lnTo>
                <a:lnTo>
                  <a:pt x="0" y="2318"/>
                </a:lnTo>
                <a:lnTo>
                  <a:pt x="109" y="2349"/>
                </a:lnTo>
                <a:lnTo>
                  <a:pt x="123" y="2344"/>
                </a:lnTo>
                <a:lnTo>
                  <a:pt x="53" y="2287"/>
                </a:lnTo>
                <a:lnTo>
                  <a:pt x="0" y="2292"/>
                </a:lnTo>
                <a:lnTo>
                  <a:pt x="0" y="2249"/>
                </a:lnTo>
                <a:lnTo>
                  <a:pt x="5" y="2247"/>
                </a:lnTo>
                <a:lnTo>
                  <a:pt x="0" y="2242"/>
                </a:lnTo>
                <a:lnTo>
                  <a:pt x="0" y="2144"/>
                </a:lnTo>
                <a:lnTo>
                  <a:pt x="94" y="2134"/>
                </a:lnTo>
                <a:lnTo>
                  <a:pt x="73" y="2124"/>
                </a:lnTo>
                <a:lnTo>
                  <a:pt x="20" y="2099"/>
                </a:lnTo>
                <a:lnTo>
                  <a:pt x="0" y="2107"/>
                </a:lnTo>
                <a:lnTo>
                  <a:pt x="0" y="1967"/>
                </a:lnTo>
                <a:lnTo>
                  <a:pt x="114" y="2000"/>
                </a:lnTo>
                <a:lnTo>
                  <a:pt x="134" y="2010"/>
                </a:lnTo>
                <a:lnTo>
                  <a:pt x="166" y="1998"/>
                </a:lnTo>
                <a:lnTo>
                  <a:pt x="0" y="1949"/>
                </a:lnTo>
                <a:lnTo>
                  <a:pt x="0" y="1905"/>
                </a:lnTo>
                <a:lnTo>
                  <a:pt x="232" y="1972"/>
                </a:lnTo>
                <a:lnTo>
                  <a:pt x="246" y="1967"/>
                </a:lnTo>
                <a:lnTo>
                  <a:pt x="23" y="1763"/>
                </a:lnTo>
                <a:lnTo>
                  <a:pt x="0" y="1772"/>
                </a:lnTo>
                <a:lnTo>
                  <a:pt x="0" y="1684"/>
                </a:lnTo>
                <a:lnTo>
                  <a:pt x="31" y="1713"/>
                </a:lnTo>
                <a:lnTo>
                  <a:pt x="58" y="1702"/>
                </a:lnTo>
                <a:lnTo>
                  <a:pt x="454" y="1616"/>
                </a:lnTo>
                <a:lnTo>
                  <a:pt x="242" y="1411"/>
                </a:lnTo>
                <a:lnTo>
                  <a:pt x="0" y="1466"/>
                </a:lnTo>
                <a:lnTo>
                  <a:pt x="0" y="1422"/>
                </a:lnTo>
                <a:lnTo>
                  <a:pt x="205" y="1376"/>
                </a:lnTo>
                <a:lnTo>
                  <a:pt x="0" y="1181"/>
                </a:lnTo>
                <a:lnTo>
                  <a:pt x="0" y="1119"/>
                </a:lnTo>
                <a:lnTo>
                  <a:pt x="0" y="1120"/>
                </a:lnTo>
                <a:lnTo>
                  <a:pt x="3" y="1123"/>
                </a:lnTo>
                <a:lnTo>
                  <a:pt x="450" y="1017"/>
                </a:lnTo>
                <a:lnTo>
                  <a:pt x="245" y="804"/>
                </a:lnTo>
                <a:lnTo>
                  <a:pt x="0" y="865"/>
                </a:lnTo>
                <a:lnTo>
                  <a:pt x="0" y="821"/>
                </a:lnTo>
                <a:lnTo>
                  <a:pt x="211" y="769"/>
                </a:lnTo>
                <a:lnTo>
                  <a:pt x="123" y="677"/>
                </a:lnTo>
                <a:cubicBezTo>
                  <a:pt x="85" y="638"/>
                  <a:pt x="48" y="599"/>
                  <a:pt x="10" y="559"/>
                </a:cubicBezTo>
                <a:lnTo>
                  <a:pt x="6" y="554"/>
                </a:lnTo>
                <a:lnTo>
                  <a:pt x="0" y="556"/>
                </a:lnTo>
                <a:lnTo>
                  <a:pt x="0" y="479"/>
                </a:lnTo>
                <a:lnTo>
                  <a:pt x="23" y="506"/>
                </a:lnTo>
                <a:lnTo>
                  <a:pt x="128" y="479"/>
                </a:lnTo>
                <a:lnTo>
                  <a:pt x="530" y="423"/>
                </a:lnTo>
                <a:lnTo>
                  <a:pt x="352" y="205"/>
                </a:lnTo>
                <a:lnTo>
                  <a:pt x="0" y="258"/>
                </a:lnTo>
                <a:lnTo>
                  <a:pt x="0" y="214"/>
                </a:lnTo>
                <a:lnTo>
                  <a:pt x="319" y="165"/>
                </a:lnTo>
                <a:close/>
              </a:path>
            </a:pathLst>
          </a:custGeom>
          <a:gradFill rotWithShape="1">
            <a:gsLst>
              <a:gs pos="0">
                <a:srgbClr val="FF7E00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25A305">
                  <a:alpha val="100000"/>
                </a:srgbClr>
              </a:gs>
            </a:gsLst>
            <a:lin ang="0" scaled="1"/>
          </a:gradFill>
          <a:ln w="15725" cap="rnd" cmpd="sng">
            <a:noFill/>
            <a:prstDash val="solid"/>
            <a:round/>
          </a:ln>
        </p:spPr>
      </p:sp>
      <p:sp>
        <p:nvSpPr>
          <p:cNvPr id="1048863" name="曲线"/>
          <p:cNvSpPr/>
          <p:nvPr/>
        </p:nvSpPr>
        <p:spPr>
          <a:xfrm rot="0" flipV="1">
            <a:off x="0" y="5605875"/>
            <a:ext cx="1200150" cy="1252123"/>
          </a:xfrm>
          <a:custGeom>
            <a:avLst/>
            <a:gdLst>
              <a:gd name="T1" fmla="*/ 0 w 21600"/>
              <a:gd name="T2" fmla="*/ -21600 h 21600"/>
              <a:gd name="T3" fmla="*/ 21600 w 21600"/>
              <a:gd name="T4" fmla="*/ 0 h 21600"/>
            </a:gdLst>
            <a:ahLst/>
            <a:rect l="T1" t="T2" r="T3" b="T4"/>
            <a:pathLst>
              <a:path w="21600" h="21600">
                <a:moveTo>
                  <a:pt x="1514" y="19906"/>
                </a:moveTo>
                <a:lnTo>
                  <a:pt x="1154" y="20224"/>
                </a:lnTo>
                <a:lnTo>
                  <a:pt x="1464" y="19970"/>
                </a:lnTo>
              </a:path>
              <a:path w="21600" h="21600">
                <a:moveTo>
                  <a:pt x="2305" y="19126"/>
                </a:moveTo>
                <a:lnTo>
                  <a:pt x="2233" y="19271"/>
                </a:lnTo>
                <a:lnTo>
                  <a:pt x="2294" y="19160"/>
                </a:lnTo>
              </a:path>
              <a:path w="21600" h="21600">
                <a:moveTo>
                  <a:pt x="373" y="19029"/>
                </a:moveTo>
                <a:lnTo>
                  <a:pt x="306" y="19069"/>
                </a:lnTo>
                <a:lnTo>
                  <a:pt x="316" y="19065"/>
                </a:lnTo>
              </a:path>
              <a:path w="21600" h="21600">
                <a:moveTo>
                  <a:pt x="906" y="18667"/>
                </a:moveTo>
                <a:lnTo>
                  <a:pt x="804" y="18756"/>
                </a:lnTo>
                <a:lnTo>
                  <a:pt x="828" y="18741"/>
                </a:lnTo>
              </a:path>
              <a:path w="21600" h="21600">
                <a:moveTo>
                  <a:pt x="704" y="18431"/>
                </a:moveTo>
                <a:lnTo>
                  <a:pt x="621" y="18486"/>
                </a:lnTo>
                <a:lnTo>
                  <a:pt x="686" y="18448"/>
                </a:lnTo>
              </a:path>
              <a:path w="21600" h="21600">
                <a:moveTo>
                  <a:pt x="1690" y="17823"/>
                </a:moveTo>
                <a:lnTo>
                  <a:pt x="1404" y="18193"/>
                </a:lnTo>
                <a:lnTo>
                  <a:pt x="1511" y="18091"/>
                </a:lnTo>
              </a:path>
              <a:path w="21600" h="21600">
                <a:moveTo>
                  <a:pt x="2808" y="16395"/>
                </a:moveTo>
                <a:lnTo>
                  <a:pt x="2808" y="16396"/>
                </a:lnTo>
                <a:lnTo>
                  <a:pt x="2799" y="16575"/>
                </a:lnTo>
                <a:lnTo>
                  <a:pt x="2807" y="16452"/>
                </a:lnTo>
              </a:path>
              <a:path w="21600" h="21600">
                <a:moveTo>
                  <a:pt x="2290" y="16217"/>
                </a:moveTo>
                <a:cubicBezTo>
                  <a:pt x="2272" y="16274"/>
                  <a:pt x="2252" y="16330"/>
                  <a:pt x="2233" y="16386"/>
                </a:cubicBezTo>
                <a:lnTo>
                  <a:pt x="2161" y="16547"/>
                </a:lnTo>
                <a:lnTo>
                  <a:pt x="2052" y="17062"/>
                </a:lnTo>
                <a:lnTo>
                  <a:pt x="1773" y="17701"/>
                </a:lnTo>
                <a:lnTo>
                  <a:pt x="1898" y="17515"/>
                </a:lnTo>
                <a:lnTo>
                  <a:pt x="2173" y="16914"/>
                </a:lnTo>
                <a:lnTo>
                  <a:pt x="2231" y="16659"/>
                </a:lnTo>
                <a:cubicBezTo>
                  <a:pt x="2255" y="16515"/>
                  <a:pt x="2275" y="16367"/>
                  <a:pt x="2290" y="16217"/>
                </a:cubicBezTo>
              </a:path>
              <a:path w="21600" h="21600">
                <a:moveTo>
                  <a:pt x="2613" y="15994"/>
                </a:moveTo>
                <a:lnTo>
                  <a:pt x="2542" y="16376"/>
                </a:lnTo>
                <a:lnTo>
                  <a:pt x="2450" y="17080"/>
                </a:lnTo>
                <a:lnTo>
                  <a:pt x="2511" y="16881"/>
                </a:lnTo>
                <a:cubicBezTo>
                  <a:pt x="2541" y="16744"/>
                  <a:pt x="2567" y="16604"/>
                  <a:pt x="2592" y="16451"/>
                </a:cubicBezTo>
                <a:cubicBezTo>
                  <a:pt x="2596" y="16426"/>
                  <a:pt x="2600" y="16402"/>
                  <a:pt x="2603" y="16377"/>
                </a:cubicBezTo>
              </a:path>
              <a:path w="21600" h="21600">
                <a:moveTo>
                  <a:pt x="2510" y="15951"/>
                </a:moveTo>
                <a:lnTo>
                  <a:pt x="2510" y="15955"/>
                </a:lnTo>
                <a:cubicBezTo>
                  <a:pt x="2490" y="16045"/>
                  <a:pt x="2468" y="16134"/>
                  <a:pt x="2446" y="16221"/>
                </a:cubicBezTo>
                <a:lnTo>
                  <a:pt x="2371" y="16808"/>
                </a:lnTo>
                <a:lnTo>
                  <a:pt x="2488" y="16413"/>
                </a:lnTo>
                <a:cubicBezTo>
                  <a:pt x="2492" y="16399"/>
                  <a:pt x="2495" y="16384"/>
                  <a:pt x="2498" y="16370"/>
                </a:cubicBezTo>
              </a:path>
              <a:path w="21600" h="21600">
                <a:moveTo>
                  <a:pt x="2206" y="15948"/>
                </a:moveTo>
                <a:lnTo>
                  <a:pt x="2104" y="16184"/>
                </a:lnTo>
                <a:lnTo>
                  <a:pt x="1994" y="16752"/>
                </a:lnTo>
                <a:lnTo>
                  <a:pt x="1896" y="17038"/>
                </a:lnTo>
                <a:lnTo>
                  <a:pt x="2118" y="16535"/>
                </a:lnTo>
                <a:lnTo>
                  <a:pt x="2154" y="16364"/>
                </a:lnTo>
                <a:cubicBezTo>
                  <a:pt x="2176" y="16228"/>
                  <a:pt x="2193" y="16089"/>
                  <a:pt x="2206" y="15948"/>
                </a:cubicBezTo>
              </a:path>
              <a:path w="21600" h="21600">
                <a:moveTo>
                  <a:pt x="2414" y="15771"/>
                </a:moveTo>
                <a:lnTo>
                  <a:pt x="2353" y="16012"/>
                </a:lnTo>
                <a:lnTo>
                  <a:pt x="2282" y="16602"/>
                </a:lnTo>
                <a:lnTo>
                  <a:pt x="2402" y="16216"/>
                </a:lnTo>
              </a:path>
              <a:path w="21600" h="21600">
                <a:moveTo>
                  <a:pt x="2716" y="15714"/>
                </a:moveTo>
                <a:lnTo>
                  <a:pt x="2650" y="16382"/>
                </a:lnTo>
                <a:lnTo>
                  <a:pt x="2529" y="17362"/>
                </a:lnTo>
                <a:lnTo>
                  <a:pt x="2534" y="17346"/>
                </a:lnTo>
                <a:cubicBezTo>
                  <a:pt x="2564" y="17209"/>
                  <a:pt x="2591" y="17068"/>
                  <a:pt x="2615" y="16915"/>
                </a:cubicBezTo>
                <a:cubicBezTo>
                  <a:pt x="2664" y="16598"/>
                  <a:pt x="2692" y="16278"/>
                  <a:pt x="2714" y="15962"/>
                </a:cubicBezTo>
                <a:cubicBezTo>
                  <a:pt x="2714" y="15911"/>
                  <a:pt x="2714" y="15860"/>
                  <a:pt x="2714" y="15809"/>
                </a:cubicBezTo>
              </a:path>
              <a:path w="21600" h="21600">
                <a:moveTo>
                  <a:pt x="2124" y="15669"/>
                </a:moveTo>
                <a:lnTo>
                  <a:pt x="2029" y="15882"/>
                </a:lnTo>
                <a:lnTo>
                  <a:pt x="1924" y="16468"/>
                </a:lnTo>
                <a:lnTo>
                  <a:pt x="1884" y="16587"/>
                </a:lnTo>
                <a:lnTo>
                  <a:pt x="1888" y="16581"/>
                </a:lnTo>
                <a:lnTo>
                  <a:pt x="2057" y="16182"/>
                </a:lnTo>
                <a:lnTo>
                  <a:pt x="2078" y="16072"/>
                </a:lnTo>
                <a:cubicBezTo>
                  <a:pt x="2097" y="15940"/>
                  <a:pt x="2112" y="15806"/>
                  <a:pt x="2124" y="15669"/>
                </a:cubicBezTo>
              </a:path>
              <a:path w="21600" h="21600">
                <a:moveTo>
                  <a:pt x="2318" y="15569"/>
                </a:moveTo>
                <a:lnTo>
                  <a:pt x="2266" y="15769"/>
                </a:lnTo>
                <a:lnTo>
                  <a:pt x="2203" y="16332"/>
                </a:lnTo>
                <a:lnTo>
                  <a:pt x="2310" y="16003"/>
                </a:lnTo>
              </a:path>
              <a:path w="21600" h="21600">
                <a:moveTo>
                  <a:pt x="2040" y="15384"/>
                </a:moveTo>
                <a:lnTo>
                  <a:pt x="1960" y="15557"/>
                </a:lnTo>
                <a:lnTo>
                  <a:pt x="1862" y="16152"/>
                </a:lnTo>
                <a:lnTo>
                  <a:pt x="1869" y="16141"/>
                </a:lnTo>
                <a:lnTo>
                  <a:pt x="1986" y="15861"/>
                </a:lnTo>
                <a:lnTo>
                  <a:pt x="2001" y="15778"/>
                </a:lnTo>
                <a:cubicBezTo>
                  <a:pt x="2017" y="15648"/>
                  <a:pt x="2030" y="15517"/>
                  <a:pt x="2040" y="15384"/>
                </a:cubicBezTo>
              </a:path>
              <a:path w="21600" h="21600">
                <a:moveTo>
                  <a:pt x="2226" y="15364"/>
                </a:moveTo>
                <a:lnTo>
                  <a:pt x="2204" y="15449"/>
                </a:lnTo>
                <a:cubicBezTo>
                  <a:pt x="2196" y="15470"/>
                  <a:pt x="2189" y="15491"/>
                  <a:pt x="2182" y="15512"/>
                </a:cubicBezTo>
                <a:lnTo>
                  <a:pt x="2132" y="16004"/>
                </a:lnTo>
                <a:lnTo>
                  <a:pt x="2175" y="15904"/>
                </a:lnTo>
                <a:cubicBezTo>
                  <a:pt x="2191" y="15858"/>
                  <a:pt x="2207" y="15810"/>
                  <a:pt x="2222" y="15762"/>
                </a:cubicBezTo>
              </a:path>
              <a:path w="21600" h="21600">
                <a:moveTo>
                  <a:pt x="1827" y="15344"/>
                </a:moveTo>
                <a:lnTo>
                  <a:pt x="1744" y="15502"/>
                </a:lnTo>
                <a:lnTo>
                  <a:pt x="1737" y="15558"/>
                </a:lnTo>
                <a:cubicBezTo>
                  <a:pt x="1688" y="15787"/>
                  <a:pt x="1608" y="16022"/>
                  <a:pt x="1469" y="16243"/>
                </a:cubicBezTo>
                <a:cubicBezTo>
                  <a:pt x="1351" y="16429"/>
                  <a:pt x="1213" y="16605"/>
                  <a:pt x="1059" y="16767"/>
                </a:cubicBezTo>
                <a:lnTo>
                  <a:pt x="699" y="17082"/>
                </a:lnTo>
                <a:lnTo>
                  <a:pt x="975" y="16870"/>
                </a:lnTo>
                <a:cubicBezTo>
                  <a:pt x="1192" y="16682"/>
                  <a:pt x="1387" y="16461"/>
                  <a:pt x="1556" y="16212"/>
                </a:cubicBezTo>
                <a:lnTo>
                  <a:pt x="1743" y="15894"/>
                </a:lnTo>
                <a:lnTo>
                  <a:pt x="1747" y="15883"/>
                </a:lnTo>
              </a:path>
              <a:path w="21600" h="21600">
                <a:moveTo>
                  <a:pt x="2614" y="15343"/>
                </a:moveTo>
                <a:lnTo>
                  <a:pt x="2592" y="15525"/>
                </a:lnTo>
                <a:lnTo>
                  <a:pt x="2565" y="15668"/>
                </a:lnTo>
                <a:lnTo>
                  <a:pt x="2560" y="16046"/>
                </a:lnTo>
                <a:cubicBezTo>
                  <a:pt x="2563" y="16026"/>
                  <a:pt x="2567" y="16006"/>
                  <a:pt x="2570" y="15985"/>
                </a:cubicBezTo>
                <a:lnTo>
                  <a:pt x="2614" y="15591"/>
                </a:lnTo>
                <a:lnTo>
                  <a:pt x="2614" y="15546"/>
                </a:lnTo>
              </a:path>
              <a:path w="21600" h="21600">
                <a:moveTo>
                  <a:pt x="2515" y="15334"/>
                </a:moveTo>
                <a:lnTo>
                  <a:pt x="2485" y="15491"/>
                </a:lnTo>
                <a:lnTo>
                  <a:pt x="2467" y="15562"/>
                </a:lnTo>
                <a:lnTo>
                  <a:pt x="2462" y="15964"/>
                </a:lnTo>
                <a:cubicBezTo>
                  <a:pt x="2464" y="15958"/>
                  <a:pt x="2464" y="15952"/>
                  <a:pt x="2466" y="15947"/>
                </a:cubicBezTo>
                <a:lnTo>
                  <a:pt x="2519" y="15671"/>
                </a:lnTo>
                <a:lnTo>
                  <a:pt x="2520" y="15633"/>
                </a:lnTo>
              </a:path>
              <a:path w="21600" h="21600">
                <a:moveTo>
                  <a:pt x="2420" y="15185"/>
                </a:moveTo>
                <a:lnTo>
                  <a:pt x="2371" y="15370"/>
                </a:lnTo>
                <a:lnTo>
                  <a:pt x="2368" y="15793"/>
                </a:lnTo>
                <a:lnTo>
                  <a:pt x="2419" y="15579"/>
                </a:lnTo>
                <a:lnTo>
                  <a:pt x="2425" y="15360"/>
                </a:lnTo>
              </a:path>
              <a:path w="21600" h="21600">
                <a:moveTo>
                  <a:pt x="2136" y="15125"/>
                </a:moveTo>
                <a:lnTo>
                  <a:pt x="2095" y="15244"/>
                </a:lnTo>
                <a:lnTo>
                  <a:pt x="2055" y="15697"/>
                </a:lnTo>
                <a:lnTo>
                  <a:pt x="2135" y="15503"/>
                </a:lnTo>
              </a:path>
              <a:path w="21600" h="21600">
                <a:moveTo>
                  <a:pt x="1959" y="15093"/>
                </a:moveTo>
                <a:lnTo>
                  <a:pt x="1891" y="15222"/>
                </a:lnTo>
                <a:lnTo>
                  <a:pt x="1807" y="15786"/>
                </a:lnTo>
                <a:lnTo>
                  <a:pt x="1823" y="15758"/>
                </a:lnTo>
                <a:lnTo>
                  <a:pt x="1916" y="15544"/>
                </a:lnTo>
                <a:lnTo>
                  <a:pt x="1926" y="15484"/>
                </a:lnTo>
                <a:cubicBezTo>
                  <a:pt x="1941" y="15355"/>
                  <a:pt x="1951" y="15225"/>
                  <a:pt x="1959" y="15093"/>
                </a:cubicBezTo>
              </a:path>
              <a:path w="21600" h="21600">
                <a:moveTo>
                  <a:pt x="1758" y="15027"/>
                </a:moveTo>
                <a:lnTo>
                  <a:pt x="1677" y="15182"/>
                </a:lnTo>
                <a:lnTo>
                  <a:pt x="1666" y="15273"/>
                </a:lnTo>
                <a:cubicBezTo>
                  <a:pt x="1644" y="15386"/>
                  <a:pt x="1613" y="15500"/>
                  <a:pt x="1571" y="15612"/>
                </a:cubicBezTo>
                <a:lnTo>
                  <a:pt x="1422" y="15914"/>
                </a:lnTo>
                <a:lnTo>
                  <a:pt x="1567" y="15743"/>
                </a:lnTo>
                <a:lnTo>
                  <a:pt x="1700" y="15480"/>
                </a:lnTo>
              </a:path>
              <a:path w="21600" h="21600">
                <a:moveTo>
                  <a:pt x="2325" y="15000"/>
                </a:moveTo>
                <a:lnTo>
                  <a:pt x="2279" y="15170"/>
                </a:lnTo>
                <a:lnTo>
                  <a:pt x="2279" y="15579"/>
                </a:lnTo>
                <a:lnTo>
                  <a:pt x="2322" y="15409"/>
                </a:lnTo>
                <a:lnTo>
                  <a:pt x="2328" y="15087"/>
                </a:lnTo>
              </a:path>
              <a:path w="21600" h="21600">
                <a:moveTo>
                  <a:pt x="2047" y="14864"/>
                </a:moveTo>
                <a:lnTo>
                  <a:pt x="2011" y="14967"/>
                </a:lnTo>
                <a:lnTo>
                  <a:pt x="1978" y="15403"/>
                </a:lnTo>
                <a:lnTo>
                  <a:pt x="2051" y="15234"/>
                </a:lnTo>
              </a:path>
              <a:path w="21600" h="21600">
                <a:moveTo>
                  <a:pt x="2232" y="14804"/>
                </a:moveTo>
                <a:lnTo>
                  <a:pt x="2186" y="14981"/>
                </a:lnTo>
                <a:lnTo>
                  <a:pt x="2185" y="14981"/>
                </a:lnTo>
                <a:lnTo>
                  <a:pt x="2189" y="15342"/>
                </a:lnTo>
                <a:lnTo>
                  <a:pt x="2228" y="15191"/>
                </a:lnTo>
                <a:lnTo>
                  <a:pt x="2233" y="14815"/>
                </a:lnTo>
              </a:path>
              <a:path w="21600" h="21600">
                <a:moveTo>
                  <a:pt x="1877" y="14803"/>
                </a:moveTo>
                <a:lnTo>
                  <a:pt x="1819" y="14912"/>
                </a:lnTo>
                <a:lnTo>
                  <a:pt x="1762" y="15359"/>
                </a:lnTo>
                <a:lnTo>
                  <a:pt x="1850" y="15186"/>
                </a:lnTo>
              </a:path>
              <a:path w="21600" h="21600">
                <a:moveTo>
                  <a:pt x="2511" y="14781"/>
                </a:moveTo>
                <a:lnTo>
                  <a:pt x="2464" y="15023"/>
                </a:lnTo>
                <a:lnTo>
                  <a:pt x="2461" y="15031"/>
                </a:lnTo>
                <a:lnTo>
                  <a:pt x="2469" y="15342"/>
                </a:lnTo>
                <a:lnTo>
                  <a:pt x="2513" y="15114"/>
                </a:lnTo>
              </a:path>
              <a:path w="21600" h="21600">
                <a:moveTo>
                  <a:pt x="1684" y="14725"/>
                </a:moveTo>
                <a:lnTo>
                  <a:pt x="1630" y="14827"/>
                </a:lnTo>
                <a:lnTo>
                  <a:pt x="1612" y="14851"/>
                </a:lnTo>
                <a:lnTo>
                  <a:pt x="1600" y="14978"/>
                </a:lnTo>
                <a:cubicBezTo>
                  <a:pt x="1579" y="15091"/>
                  <a:pt x="1550" y="15203"/>
                  <a:pt x="1509" y="15314"/>
                </a:cubicBezTo>
                <a:lnTo>
                  <a:pt x="1452" y="15432"/>
                </a:lnTo>
                <a:lnTo>
                  <a:pt x="1578" y="15274"/>
                </a:lnTo>
                <a:lnTo>
                  <a:pt x="1636" y="15161"/>
                </a:lnTo>
              </a:path>
              <a:path w="21600" h="21600">
                <a:moveTo>
                  <a:pt x="2409" y="14685"/>
                </a:moveTo>
                <a:lnTo>
                  <a:pt x="2365" y="14851"/>
                </a:lnTo>
                <a:lnTo>
                  <a:pt x="2374" y="15086"/>
                </a:lnTo>
                <a:lnTo>
                  <a:pt x="2373" y="15207"/>
                </a:lnTo>
                <a:lnTo>
                  <a:pt x="2416" y="15034"/>
                </a:lnTo>
                <a:lnTo>
                  <a:pt x="2415" y="14985"/>
                </a:lnTo>
              </a:path>
              <a:path w="21600" h="21600">
                <a:moveTo>
                  <a:pt x="2137" y="14608"/>
                </a:moveTo>
                <a:lnTo>
                  <a:pt x="2095" y="14728"/>
                </a:lnTo>
                <a:lnTo>
                  <a:pt x="2101" y="15093"/>
                </a:lnTo>
                <a:lnTo>
                  <a:pt x="2136" y="14988"/>
                </a:lnTo>
              </a:path>
              <a:path w="21600" h="21600">
                <a:moveTo>
                  <a:pt x="1958" y="14604"/>
                </a:moveTo>
                <a:lnTo>
                  <a:pt x="1927" y="14692"/>
                </a:lnTo>
                <a:lnTo>
                  <a:pt x="1902" y="15084"/>
                </a:lnTo>
                <a:lnTo>
                  <a:pt x="1965" y="14959"/>
                </a:lnTo>
              </a:path>
              <a:path w="21600" h="21600">
                <a:moveTo>
                  <a:pt x="2766" y="14590"/>
                </a:moveTo>
                <a:lnTo>
                  <a:pt x="2751" y="14762"/>
                </a:lnTo>
                <a:lnTo>
                  <a:pt x="2660" y="15576"/>
                </a:lnTo>
                <a:lnTo>
                  <a:pt x="2661" y="15906"/>
                </a:lnTo>
                <a:cubicBezTo>
                  <a:pt x="2661" y="15908"/>
                  <a:pt x="2661" y="15910"/>
                  <a:pt x="2661" y="15913"/>
                </a:cubicBezTo>
                <a:cubicBezTo>
                  <a:pt x="2687" y="15661"/>
                  <a:pt x="2706" y="15410"/>
                  <a:pt x="2724" y="15165"/>
                </a:cubicBezTo>
                <a:lnTo>
                  <a:pt x="2724" y="15163"/>
                </a:lnTo>
                <a:lnTo>
                  <a:pt x="2725" y="15101"/>
                </a:lnTo>
              </a:path>
              <a:path w="21600" h="21600">
                <a:moveTo>
                  <a:pt x="2638" y="14528"/>
                </a:moveTo>
                <a:lnTo>
                  <a:pt x="2568" y="15062"/>
                </a:lnTo>
                <a:lnTo>
                  <a:pt x="2559" y="15111"/>
                </a:lnTo>
                <a:lnTo>
                  <a:pt x="2560" y="15279"/>
                </a:lnTo>
                <a:lnTo>
                  <a:pt x="2562" y="15406"/>
                </a:lnTo>
                <a:lnTo>
                  <a:pt x="2616" y="14960"/>
                </a:lnTo>
                <a:lnTo>
                  <a:pt x="2616" y="14845"/>
                </a:lnTo>
              </a:path>
              <a:path w="21600" h="21600">
                <a:moveTo>
                  <a:pt x="2308" y="14515"/>
                </a:moveTo>
                <a:lnTo>
                  <a:pt x="2271" y="14655"/>
                </a:lnTo>
                <a:lnTo>
                  <a:pt x="2279" y="14812"/>
                </a:lnTo>
                <a:lnTo>
                  <a:pt x="2279" y="15000"/>
                </a:lnTo>
                <a:lnTo>
                  <a:pt x="2319" y="14847"/>
                </a:lnTo>
                <a:lnTo>
                  <a:pt x="2314" y="14713"/>
                </a:lnTo>
              </a:path>
              <a:path w="21600" h="21600">
                <a:moveTo>
                  <a:pt x="1796" y="14513"/>
                </a:moveTo>
                <a:lnTo>
                  <a:pt x="1739" y="14621"/>
                </a:lnTo>
                <a:lnTo>
                  <a:pt x="1691" y="15053"/>
                </a:lnTo>
                <a:lnTo>
                  <a:pt x="1775" y="14888"/>
                </a:lnTo>
              </a:path>
              <a:path w="21600" h="21600">
                <a:moveTo>
                  <a:pt x="1614" y="14401"/>
                </a:moveTo>
                <a:lnTo>
                  <a:pt x="1549" y="14503"/>
                </a:lnTo>
                <a:lnTo>
                  <a:pt x="1533" y="14691"/>
                </a:lnTo>
                <a:lnTo>
                  <a:pt x="1459" y="14977"/>
                </a:lnTo>
                <a:lnTo>
                  <a:pt x="1572" y="14828"/>
                </a:lnTo>
              </a:path>
              <a:path w="21600" h="21600">
                <a:moveTo>
                  <a:pt x="2042" y="14364"/>
                </a:moveTo>
                <a:lnTo>
                  <a:pt x="2004" y="14471"/>
                </a:lnTo>
                <a:lnTo>
                  <a:pt x="2015" y="14831"/>
                </a:lnTo>
                <a:lnTo>
                  <a:pt x="2046" y="14740"/>
                </a:lnTo>
              </a:path>
              <a:path w="21600" h="21600">
                <a:moveTo>
                  <a:pt x="2210" y="14356"/>
                </a:moveTo>
                <a:lnTo>
                  <a:pt x="2178" y="14483"/>
                </a:lnTo>
                <a:lnTo>
                  <a:pt x="2181" y="14539"/>
                </a:lnTo>
                <a:lnTo>
                  <a:pt x="2184" y="14811"/>
                </a:lnTo>
                <a:lnTo>
                  <a:pt x="2225" y="14655"/>
                </a:lnTo>
                <a:lnTo>
                  <a:pt x="2214" y="14442"/>
                </a:lnTo>
              </a:path>
              <a:path w="21600" h="21600">
                <a:moveTo>
                  <a:pt x="1870" y="14338"/>
                </a:moveTo>
                <a:lnTo>
                  <a:pt x="1844" y="14410"/>
                </a:lnTo>
                <a:lnTo>
                  <a:pt x="1826" y="14789"/>
                </a:lnTo>
                <a:lnTo>
                  <a:pt x="1881" y="14681"/>
                </a:lnTo>
              </a:path>
              <a:path w="21600" h="21600">
                <a:moveTo>
                  <a:pt x="1714" y="14221"/>
                </a:moveTo>
                <a:lnTo>
                  <a:pt x="1664" y="14314"/>
                </a:lnTo>
                <a:lnTo>
                  <a:pt x="1664" y="14320"/>
                </a:lnTo>
                <a:lnTo>
                  <a:pt x="1623" y="14740"/>
                </a:lnTo>
                <a:lnTo>
                  <a:pt x="1698" y="14594"/>
                </a:lnTo>
              </a:path>
              <a:path w="21600" h="21600">
                <a:moveTo>
                  <a:pt x="1439" y="14206"/>
                </a:moveTo>
                <a:lnTo>
                  <a:pt x="1355" y="14328"/>
                </a:lnTo>
                <a:lnTo>
                  <a:pt x="1331" y="14431"/>
                </a:lnTo>
                <a:cubicBezTo>
                  <a:pt x="1294" y="14537"/>
                  <a:pt x="1245" y="14642"/>
                  <a:pt x="1179" y="14744"/>
                </a:cubicBezTo>
                <a:cubicBezTo>
                  <a:pt x="964" y="15081"/>
                  <a:pt x="677" y="15378"/>
                  <a:pt x="340" y="15620"/>
                </a:cubicBezTo>
                <a:lnTo>
                  <a:pt x="107" y="15758"/>
                </a:lnTo>
                <a:lnTo>
                  <a:pt x="263" y="15691"/>
                </a:lnTo>
                <a:cubicBezTo>
                  <a:pt x="433" y="15597"/>
                  <a:pt x="597" y="15484"/>
                  <a:pt x="758" y="15350"/>
                </a:cubicBezTo>
                <a:cubicBezTo>
                  <a:pt x="879" y="15249"/>
                  <a:pt x="999" y="15135"/>
                  <a:pt x="1123" y="15001"/>
                </a:cubicBezTo>
                <a:lnTo>
                  <a:pt x="1328" y="14751"/>
                </a:lnTo>
                <a:lnTo>
                  <a:pt x="1347" y="14711"/>
                </a:lnTo>
                <a:cubicBezTo>
                  <a:pt x="1384" y="14606"/>
                  <a:pt x="1409" y="14499"/>
                  <a:pt x="1427" y="14392"/>
                </a:cubicBezTo>
              </a:path>
              <a:path w="21600" h="21600">
                <a:moveTo>
                  <a:pt x="2113" y="14163"/>
                </a:moveTo>
                <a:lnTo>
                  <a:pt x="2084" y="14244"/>
                </a:lnTo>
                <a:lnTo>
                  <a:pt x="2086" y="14266"/>
                </a:lnTo>
                <a:lnTo>
                  <a:pt x="2092" y="14603"/>
                </a:lnTo>
                <a:lnTo>
                  <a:pt x="2127" y="14499"/>
                </a:lnTo>
                <a:lnTo>
                  <a:pt x="2133" y="14477"/>
                </a:lnTo>
                <a:lnTo>
                  <a:pt x="2114" y="14168"/>
                </a:lnTo>
              </a:path>
              <a:path w="21600" h="21600">
                <a:moveTo>
                  <a:pt x="2713" y="14128"/>
                </a:moveTo>
                <a:lnTo>
                  <a:pt x="2710" y="14142"/>
                </a:lnTo>
                <a:lnTo>
                  <a:pt x="2707" y="14179"/>
                </a:lnTo>
              </a:path>
              <a:path w="21600" h="21600">
                <a:moveTo>
                  <a:pt x="2410" y="14125"/>
                </a:moveTo>
                <a:lnTo>
                  <a:pt x="2349" y="14359"/>
                </a:lnTo>
                <a:lnTo>
                  <a:pt x="2359" y="14694"/>
                </a:lnTo>
                <a:lnTo>
                  <a:pt x="2398" y="14547"/>
                </a:lnTo>
                <a:lnTo>
                  <a:pt x="2406" y="14504"/>
                </a:lnTo>
                <a:lnTo>
                  <a:pt x="2402" y="14313"/>
                </a:lnTo>
              </a:path>
              <a:path w="21600" h="21600">
                <a:moveTo>
                  <a:pt x="1947" y="14120"/>
                </a:moveTo>
                <a:lnTo>
                  <a:pt x="1915" y="14212"/>
                </a:lnTo>
                <a:lnTo>
                  <a:pt x="1929" y="14564"/>
                </a:lnTo>
                <a:lnTo>
                  <a:pt x="1955" y="14488"/>
                </a:lnTo>
              </a:path>
              <a:path w="21600" h="21600">
                <a:moveTo>
                  <a:pt x="1783" y="14066"/>
                </a:moveTo>
                <a:lnTo>
                  <a:pt x="1757" y="14128"/>
                </a:lnTo>
                <a:lnTo>
                  <a:pt x="1744" y="14504"/>
                </a:lnTo>
                <a:lnTo>
                  <a:pt x="1798" y="14399"/>
                </a:lnTo>
              </a:path>
              <a:path w="21600" h="21600">
                <a:moveTo>
                  <a:pt x="2538" y="14061"/>
                </a:moveTo>
                <a:lnTo>
                  <a:pt x="2527" y="14130"/>
                </a:lnTo>
                <a:lnTo>
                  <a:pt x="2451" y="14520"/>
                </a:lnTo>
                <a:lnTo>
                  <a:pt x="2457" y="14831"/>
                </a:lnTo>
                <a:lnTo>
                  <a:pt x="2504" y="14588"/>
                </a:lnTo>
                <a:lnTo>
                  <a:pt x="2512" y="14534"/>
                </a:lnTo>
              </a:path>
              <a:path w="21600" h="21600">
                <a:moveTo>
                  <a:pt x="1544" y="14054"/>
                </a:moveTo>
                <a:lnTo>
                  <a:pt x="1489" y="14133"/>
                </a:lnTo>
                <a:lnTo>
                  <a:pt x="1471" y="14399"/>
                </a:lnTo>
                <a:lnTo>
                  <a:pt x="1412" y="14635"/>
                </a:lnTo>
                <a:lnTo>
                  <a:pt x="1509" y="14481"/>
                </a:lnTo>
              </a:path>
              <a:path w="21600" h="21600">
                <a:moveTo>
                  <a:pt x="2767" y="14041"/>
                </a:moveTo>
                <a:lnTo>
                  <a:pt x="2734" y="14357"/>
                </a:lnTo>
                <a:lnTo>
                  <a:pt x="2662" y="14952"/>
                </a:lnTo>
                <a:lnTo>
                  <a:pt x="2661" y="15169"/>
                </a:lnTo>
                <a:lnTo>
                  <a:pt x="2707" y="14759"/>
                </a:lnTo>
                <a:cubicBezTo>
                  <a:pt x="2723" y="14577"/>
                  <a:pt x="2739" y="14388"/>
                  <a:pt x="2757" y="14203"/>
                </a:cubicBezTo>
                <a:lnTo>
                  <a:pt x="2760" y="14174"/>
                </a:lnTo>
                <a:cubicBezTo>
                  <a:pt x="2764" y="14147"/>
                  <a:pt x="2766" y="14124"/>
                  <a:pt x="2766" y="14099"/>
                </a:cubicBezTo>
              </a:path>
              <a:path w="21600" h="21600">
                <a:moveTo>
                  <a:pt x="2294" y="14028"/>
                </a:moveTo>
                <a:lnTo>
                  <a:pt x="2250" y="14202"/>
                </a:lnTo>
                <a:lnTo>
                  <a:pt x="2260" y="14439"/>
                </a:lnTo>
                <a:lnTo>
                  <a:pt x="2263" y="14507"/>
                </a:lnTo>
                <a:lnTo>
                  <a:pt x="2303" y="14357"/>
                </a:lnTo>
                <a:lnTo>
                  <a:pt x="2293" y="14052"/>
                </a:lnTo>
              </a:path>
              <a:path w="21600" h="21600">
                <a:moveTo>
                  <a:pt x="1631" y="13927"/>
                </a:moveTo>
                <a:lnTo>
                  <a:pt x="1588" y="13990"/>
                </a:lnTo>
                <a:lnTo>
                  <a:pt x="1587" y="14019"/>
                </a:lnTo>
                <a:lnTo>
                  <a:pt x="1587" y="14044"/>
                </a:lnTo>
                <a:lnTo>
                  <a:pt x="1557" y="14406"/>
                </a:lnTo>
                <a:lnTo>
                  <a:pt x="1601" y="14335"/>
                </a:lnTo>
                <a:lnTo>
                  <a:pt x="1622" y="14295"/>
                </a:lnTo>
              </a:path>
              <a:path w="21600" h="21600">
                <a:moveTo>
                  <a:pt x="2016" y="13927"/>
                </a:moveTo>
                <a:lnTo>
                  <a:pt x="1990" y="13999"/>
                </a:lnTo>
                <a:lnTo>
                  <a:pt x="2001" y="14354"/>
                </a:lnTo>
                <a:lnTo>
                  <a:pt x="2039" y="14242"/>
                </a:lnTo>
              </a:path>
              <a:path w="21600" h="21600">
                <a:moveTo>
                  <a:pt x="2191" y="13910"/>
                </a:moveTo>
                <a:lnTo>
                  <a:pt x="2155" y="14045"/>
                </a:lnTo>
                <a:lnTo>
                  <a:pt x="2152" y="14053"/>
                </a:lnTo>
                <a:lnTo>
                  <a:pt x="2158" y="14166"/>
                </a:lnTo>
                <a:lnTo>
                  <a:pt x="2169" y="14336"/>
                </a:lnTo>
                <a:lnTo>
                  <a:pt x="2204" y="14200"/>
                </a:lnTo>
              </a:path>
              <a:path w="21600" h="21600">
                <a:moveTo>
                  <a:pt x="1855" y="13891"/>
                </a:moveTo>
                <a:lnTo>
                  <a:pt x="1826" y="13960"/>
                </a:lnTo>
                <a:lnTo>
                  <a:pt x="1844" y="14294"/>
                </a:lnTo>
                <a:lnTo>
                  <a:pt x="1866" y="14230"/>
                </a:lnTo>
              </a:path>
              <a:path w="21600" h="21600">
                <a:moveTo>
                  <a:pt x="1373" y="13891"/>
                </a:moveTo>
                <a:lnTo>
                  <a:pt x="1301" y="13995"/>
                </a:lnTo>
                <a:lnTo>
                  <a:pt x="1269" y="14133"/>
                </a:lnTo>
                <a:cubicBezTo>
                  <a:pt x="1233" y="14239"/>
                  <a:pt x="1185" y="14343"/>
                  <a:pt x="1120" y="14444"/>
                </a:cubicBezTo>
                <a:cubicBezTo>
                  <a:pt x="1015" y="14608"/>
                  <a:pt x="891" y="14763"/>
                  <a:pt x="753" y="14907"/>
                </a:cubicBezTo>
                <a:lnTo>
                  <a:pt x="569" y="15066"/>
                </a:lnTo>
                <a:lnTo>
                  <a:pt x="813" y="14886"/>
                </a:lnTo>
                <a:cubicBezTo>
                  <a:pt x="925" y="14786"/>
                  <a:pt x="1039" y="14671"/>
                  <a:pt x="1160" y="14533"/>
                </a:cubicBezTo>
                <a:lnTo>
                  <a:pt x="1312" y="14309"/>
                </a:lnTo>
                <a:lnTo>
                  <a:pt x="1362" y="14101"/>
                </a:lnTo>
              </a:path>
              <a:path w="21600" h="21600">
                <a:moveTo>
                  <a:pt x="1694" y="13792"/>
                </a:moveTo>
                <a:lnTo>
                  <a:pt x="1674" y="13840"/>
                </a:lnTo>
                <a:lnTo>
                  <a:pt x="1666" y="14208"/>
                </a:lnTo>
                <a:lnTo>
                  <a:pt x="1714" y="14117"/>
                </a:lnTo>
              </a:path>
              <a:path w="21600" h="21600">
                <a:moveTo>
                  <a:pt x="1468" y="13752"/>
                </a:moveTo>
                <a:lnTo>
                  <a:pt x="1423" y="13818"/>
                </a:lnTo>
                <a:lnTo>
                  <a:pt x="1408" y="14110"/>
                </a:lnTo>
                <a:lnTo>
                  <a:pt x="1386" y="14200"/>
                </a:lnTo>
                <a:lnTo>
                  <a:pt x="1445" y="14113"/>
                </a:lnTo>
                <a:lnTo>
                  <a:pt x="1468" y="13764"/>
                </a:lnTo>
              </a:path>
              <a:path w="21600" h="21600">
                <a:moveTo>
                  <a:pt x="1921" y="13729"/>
                </a:moveTo>
                <a:lnTo>
                  <a:pt x="1897" y="13788"/>
                </a:lnTo>
                <a:lnTo>
                  <a:pt x="1910" y="14103"/>
                </a:lnTo>
                <a:lnTo>
                  <a:pt x="1945" y="14002"/>
                </a:lnTo>
                <a:lnTo>
                  <a:pt x="1945" y="13994"/>
                </a:lnTo>
              </a:path>
              <a:path w="21600" h="21600">
                <a:moveTo>
                  <a:pt x="2089" y="13722"/>
                </a:moveTo>
                <a:lnTo>
                  <a:pt x="2053" y="13822"/>
                </a:lnTo>
                <a:lnTo>
                  <a:pt x="2058" y="13893"/>
                </a:lnTo>
                <a:lnTo>
                  <a:pt x="2076" y="14134"/>
                </a:lnTo>
                <a:lnTo>
                  <a:pt x="2107" y="14045"/>
                </a:lnTo>
              </a:path>
              <a:path w="21600" h="21600">
                <a:moveTo>
                  <a:pt x="1549" y="13634"/>
                </a:moveTo>
                <a:lnTo>
                  <a:pt x="1514" y="13686"/>
                </a:lnTo>
                <a:lnTo>
                  <a:pt x="1514" y="13724"/>
                </a:lnTo>
                <a:lnTo>
                  <a:pt x="1514" y="13763"/>
                </a:lnTo>
                <a:lnTo>
                  <a:pt x="1496" y="14038"/>
                </a:lnTo>
                <a:lnTo>
                  <a:pt x="1546" y="13964"/>
                </a:lnTo>
              </a:path>
              <a:path w="21600" h="21600">
                <a:moveTo>
                  <a:pt x="1762" y="13632"/>
                </a:moveTo>
                <a:lnTo>
                  <a:pt x="1737" y="13692"/>
                </a:lnTo>
                <a:lnTo>
                  <a:pt x="1758" y="14020"/>
                </a:lnTo>
                <a:lnTo>
                  <a:pt x="1778" y="13970"/>
                </a:lnTo>
              </a:path>
              <a:path w="21600" h="21600">
                <a:moveTo>
                  <a:pt x="2645" y="13582"/>
                </a:moveTo>
                <a:lnTo>
                  <a:pt x="2592" y="13892"/>
                </a:lnTo>
                <a:lnTo>
                  <a:pt x="2586" y="14000"/>
                </a:lnTo>
              </a:path>
              <a:path w="21600" h="21600">
                <a:moveTo>
                  <a:pt x="1305" y="13575"/>
                </a:moveTo>
                <a:lnTo>
                  <a:pt x="1271" y="13624"/>
                </a:lnTo>
                <a:lnTo>
                  <a:pt x="1250" y="13649"/>
                </a:lnTo>
                <a:lnTo>
                  <a:pt x="1208" y="13839"/>
                </a:lnTo>
                <a:cubicBezTo>
                  <a:pt x="1173" y="13943"/>
                  <a:pt x="1126" y="14045"/>
                  <a:pt x="1061" y="14146"/>
                </a:cubicBezTo>
                <a:lnTo>
                  <a:pt x="797" y="14479"/>
                </a:lnTo>
                <a:lnTo>
                  <a:pt x="868" y="14422"/>
                </a:lnTo>
                <a:cubicBezTo>
                  <a:pt x="975" y="14322"/>
                  <a:pt x="1083" y="14205"/>
                  <a:pt x="1198" y="14066"/>
                </a:cubicBezTo>
                <a:lnTo>
                  <a:pt x="1259" y="13974"/>
                </a:lnTo>
                <a:lnTo>
                  <a:pt x="1298" y="13808"/>
                </a:lnTo>
              </a:path>
              <a:path w="21600" h="21600">
                <a:moveTo>
                  <a:pt x="1989" y="13536"/>
                </a:moveTo>
                <a:lnTo>
                  <a:pt x="1959" y="13633"/>
                </a:lnTo>
                <a:lnTo>
                  <a:pt x="1982" y="13895"/>
                </a:lnTo>
                <a:lnTo>
                  <a:pt x="2008" y="13818"/>
                </a:lnTo>
              </a:path>
              <a:path w="21600" h="21600">
                <a:moveTo>
                  <a:pt x="2762" y="13536"/>
                </a:moveTo>
                <a:lnTo>
                  <a:pt x="2737" y="13751"/>
                </a:lnTo>
                <a:lnTo>
                  <a:pt x="2762" y="13614"/>
                </a:lnTo>
              </a:path>
              <a:path w="21600" h="21600">
                <a:moveTo>
                  <a:pt x="1607" y="13521"/>
                </a:moveTo>
                <a:lnTo>
                  <a:pt x="1590" y="13555"/>
                </a:lnTo>
                <a:lnTo>
                  <a:pt x="1588" y="13902"/>
                </a:lnTo>
                <a:lnTo>
                  <a:pt x="1612" y="13866"/>
                </a:lnTo>
                <a:cubicBezTo>
                  <a:pt x="1618" y="13855"/>
                  <a:pt x="1624" y="13844"/>
                  <a:pt x="1630" y="13832"/>
                </a:cubicBezTo>
              </a:path>
              <a:path w="21600" h="21600">
                <a:moveTo>
                  <a:pt x="1825" y="13485"/>
                </a:moveTo>
                <a:lnTo>
                  <a:pt x="1804" y="13535"/>
                </a:lnTo>
                <a:lnTo>
                  <a:pt x="1821" y="13861"/>
                </a:lnTo>
                <a:lnTo>
                  <a:pt x="1851" y="13784"/>
                </a:lnTo>
                <a:lnTo>
                  <a:pt x="1849" y="13722"/>
                </a:lnTo>
              </a:path>
              <a:path w="21600" h="21600">
                <a:moveTo>
                  <a:pt x="1393" y="13448"/>
                </a:moveTo>
                <a:lnTo>
                  <a:pt x="1353" y="13506"/>
                </a:lnTo>
                <a:lnTo>
                  <a:pt x="1342" y="13816"/>
                </a:lnTo>
                <a:lnTo>
                  <a:pt x="1330" y="13870"/>
                </a:lnTo>
                <a:lnTo>
                  <a:pt x="1377" y="13799"/>
                </a:lnTo>
                <a:lnTo>
                  <a:pt x="1393" y="13482"/>
                </a:lnTo>
              </a:path>
              <a:path w="21600" h="21600">
                <a:moveTo>
                  <a:pt x="2310" y="13440"/>
                </a:moveTo>
                <a:lnTo>
                  <a:pt x="2268" y="13626"/>
                </a:lnTo>
                <a:lnTo>
                  <a:pt x="2232" y="13756"/>
                </a:lnTo>
                <a:lnTo>
                  <a:pt x="2232" y="13791"/>
                </a:lnTo>
                <a:lnTo>
                  <a:pt x="2243" y="14046"/>
                </a:lnTo>
                <a:lnTo>
                  <a:pt x="2300" y="13824"/>
                </a:lnTo>
              </a:path>
              <a:path w="21600" h="21600">
                <a:moveTo>
                  <a:pt x="1671" y="13394"/>
                </a:moveTo>
                <a:lnTo>
                  <a:pt x="1663" y="13414"/>
                </a:lnTo>
                <a:lnTo>
                  <a:pt x="1650" y="13438"/>
                </a:lnTo>
                <a:lnTo>
                  <a:pt x="1674" y="13744"/>
                </a:lnTo>
                <a:lnTo>
                  <a:pt x="1689" y="13708"/>
                </a:lnTo>
              </a:path>
              <a:path w="21600" h="21600">
                <a:moveTo>
                  <a:pt x="2191" y="13382"/>
                </a:moveTo>
                <a:lnTo>
                  <a:pt x="2141" y="13576"/>
                </a:lnTo>
                <a:lnTo>
                  <a:pt x="2128" y="13613"/>
                </a:lnTo>
                <a:lnTo>
                  <a:pt x="2144" y="13910"/>
                </a:lnTo>
                <a:lnTo>
                  <a:pt x="2186" y="13753"/>
                </a:lnTo>
              </a:path>
              <a:path w="21600" h="21600">
                <a:moveTo>
                  <a:pt x="1466" y="13342"/>
                </a:moveTo>
                <a:lnTo>
                  <a:pt x="1438" y="13383"/>
                </a:lnTo>
                <a:lnTo>
                  <a:pt x="1440" y="13432"/>
                </a:lnTo>
                <a:lnTo>
                  <a:pt x="1440" y="13482"/>
                </a:lnTo>
                <a:lnTo>
                  <a:pt x="1427" y="13725"/>
                </a:lnTo>
                <a:lnTo>
                  <a:pt x="1468" y="13665"/>
                </a:lnTo>
              </a:path>
              <a:path w="21600" h="21600">
                <a:moveTo>
                  <a:pt x="1895" y="13321"/>
                </a:moveTo>
                <a:lnTo>
                  <a:pt x="1862" y="13398"/>
                </a:lnTo>
                <a:lnTo>
                  <a:pt x="1891" y="13684"/>
                </a:lnTo>
                <a:lnTo>
                  <a:pt x="1913" y="13629"/>
                </a:lnTo>
                <a:lnTo>
                  <a:pt x="1912" y="13621"/>
                </a:lnTo>
              </a:path>
              <a:path w="21600" h="21600">
                <a:moveTo>
                  <a:pt x="2077" y="13251"/>
                </a:moveTo>
                <a:lnTo>
                  <a:pt x="2025" y="13419"/>
                </a:lnTo>
                <a:lnTo>
                  <a:pt x="2045" y="13710"/>
                </a:lnTo>
                <a:lnTo>
                  <a:pt x="2082" y="13604"/>
                </a:lnTo>
                <a:lnTo>
                  <a:pt x="2078" y="13528"/>
                </a:lnTo>
              </a:path>
              <a:path w="21600" h="21600">
                <a:moveTo>
                  <a:pt x="1731" y="13248"/>
                </a:moveTo>
                <a:lnTo>
                  <a:pt x="1711" y="13297"/>
                </a:lnTo>
                <a:lnTo>
                  <a:pt x="1731" y="13605"/>
                </a:lnTo>
                <a:lnTo>
                  <a:pt x="1758" y="13539"/>
                </a:lnTo>
                <a:lnTo>
                  <a:pt x="1754" y="13449"/>
                </a:lnTo>
              </a:path>
              <a:path w="21600" h="21600">
                <a:moveTo>
                  <a:pt x="1521" y="13246"/>
                </a:moveTo>
                <a:lnTo>
                  <a:pt x="1509" y="13268"/>
                </a:lnTo>
                <a:lnTo>
                  <a:pt x="1513" y="13598"/>
                </a:lnTo>
                <a:lnTo>
                  <a:pt x="1547" y="13547"/>
                </a:lnTo>
              </a:path>
              <a:path w="21600" h="21600">
                <a:moveTo>
                  <a:pt x="1237" y="13245"/>
                </a:moveTo>
                <a:lnTo>
                  <a:pt x="1201" y="13290"/>
                </a:lnTo>
                <a:lnTo>
                  <a:pt x="1148" y="13540"/>
                </a:lnTo>
                <a:cubicBezTo>
                  <a:pt x="1115" y="13643"/>
                  <a:pt x="1068" y="13745"/>
                  <a:pt x="1004" y="13845"/>
                </a:cubicBezTo>
                <a:lnTo>
                  <a:pt x="895" y="13982"/>
                </a:lnTo>
                <a:lnTo>
                  <a:pt x="923" y="13958"/>
                </a:lnTo>
                <a:lnTo>
                  <a:pt x="1208" y="13629"/>
                </a:lnTo>
                <a:lnTo>
                  <a:pt x="1233" y="13515"/>
                </a:lnTo>
              </a:path>
              <a:path w="21600" h="21600">
                <a:moveTo>
                  <a:pt x="1317" y="13145"/>
                </a:moveTo>
                <a:lnTo>
                  <a:pt x="1309" y="13156"/>
                </a:lnTo>
                <a:lnTo>
                  <a:pt x="1283" y="13189"/>
                </a:lnTo>
                <a:lnTo>
                  <a:pt x="1277" y="13525"/>
                </a:lnTo>
                <a:lnTo>
                  <a:pt x="1274" y="13541"/>
                </a:lnTo>
                <a:lnTo>
                  <a:pt x="1308" y="13490"/>
                </a:lnTo>
                <a:lnTo>
                  <a:pt x="1318" y="13198"/>
                </a:lnTo>
              </a:path>
              <a:path w="21600" h="21600">
                <a:moveTo>
                  <a:pt x="1579" y="13134"/>
                </a:moveTo>
                <a:lnTo>
                  <a:pt x="1562" y="13166"/>
                </a:lnTo>
                <a:lnTo>
                  <a:pt x="1590" y="13466"/>
                </a:lnTo>
                <a:lnTo>
                  <a:pt x="1601" y="13443"/>
                </a:lnTo>
              </a:path>
              <a:path w="21600" h="21600">
                <a:moveTo>
                  <a:pt x="1793" y="13096"/>
                </a:moveTo>
                <a:lnTo>
                  <a:pt x="1766" y="13161"/>
                </a:lnTo>
                <a:lnTo>
                  <a:pt x="1798" y="13440"/>
                </a:lnTo>
                <a:lnTo>
                  <a:pt x="1816" y="13397"/>
                </a:lnTo>
                <a:lnTo>
                  <a:pt x="1811" y="13347"/>
                </a:lnTo>
              </a:path>
              <a:path w="21600" h="21600">
                <a:moveTo>
                  <a:pt x="1967" y="13092"/>
                </a:moveTo>
                <a:lnTo>
                  <a:pt x="1934" y="13203"/>
                </a:lnTo>
                <a:lnTo>
                  <a:pt x="1952" y="13513"/>
                </a:lnTo>
                <a:lnTo>
                  <a:pt x="1981" y="13417"/>
                </a:lnTo>
                <a:lnTo>
                  <a:pt x="1971" y="13266"/>
                </a:lnTo>
              </a:path>
              <a:path w="21600" h="21600">
                <a:moveTo>
                  <a:pt x="2755" y="13079"/>
                </a:moveTo>
                <a:lnTo>
                  <a:pt x="2692" y="13558"/>
                </a:lnTo>
                <a:lnTo>
                  <a:pt x="2559" y="14508"/>
                </a:lnTo>
                <a:lnTo>
                  <a:pt x="2555" y="14588"/>
                </a:lnTo>
                <a:lnTo>
                  <a:pt x="2556" y="14814"/>
                </a:lnTo>
                <a:lnTo>
                  <a:pt x="2669" y="13952"/>
                </a:lnTo>
                <a:cubicBezTo>
                  <a:pt x="2693" y="13735"/>
                  <a:pt x="2718" y="13511"/>
                  <a:pt x="2746" y="13293"/>
                </a:cubicBezTo>
                <a:cubicBezTo>
                  <a:pt x="2748" y="13282"/>
                  <a:pt x="2750" y="13272"/>
                  <a:pt x="2751" y="13262"/>
                </a:cubicBezTo>
                <a:cubicBezTo>
                  <a:pt x="2755" y="13238"/>
                  <a:pt x="2758" y="13218"/>
                  <a:pt x="2757" y="13197"/>
                </a:cubicBezTo>
              </a:path>
              <a:path w="21600" h="21600">
                <a:moveTo>
                  <a:pt x="1384" y="13048"/>
                </a:moveTo>
                <a:lnTo>
                  <a:pt x="1360" y="13083"/>
                </a:lnTo>
                <a:lnTo>
                  <a:pt x="1362" y="13137"/>
                </a:lnTo>
                <a:lnTo>
                  <a:pt x="1363" y="13196"/>
                </a:lnTo>
                <a:lnTo>
                  <a:pt x="1356" y="13419"/>
                </a:lnTo>
                <a:lnTo>
                  <a:pt x="1392" y="13366"/>
                </a:lnTo>
              </a:path>
              <a:path w="21600" h="21600">
                <a:moveTo>
                  <a:pt x="1637" y="13020"/>
                </a:moveTo>
                <a:lnTo>
                  <a:pt x="1620" y="13054"/>
                </a:lnTo>
                <a:lnTo>
                  <a:pt x="1643" y="13352"/>
                </a:lnTo>
                <a:lnTo>
                  <a:pt x="1665" y="13299"/>
                </a:lnTo>
                <a:lnTo>
                  <a:pt x="1658" y="13177"/>
                </a:lnTo>
              </a:path>
              <a:path w="21600" h="21600">
                <a:moveTo>
                  <a:pt x="2944" y="13010"/>
                </a:moveTo>
                <a:lnTo>
                  <a:pt x="2916" y="13146"/>
                </a:lnTo>
                <a:lnTo>
                  <a:pt x="2843" y="13491"/>
                </a:lnTo>
                <a:lnTo>
                  <a:pt x="2842" y="13504"/>
                </a:lnTo>
                <a:lnTo>
                  <a:pt x="2818" y="13621"/>
                </a:lnTo>
                <a:lnTo>
                  <a:pt x="2816" y="13738"/>
                </a:lnTo>
                <a:lnTo>
                  <a:pt x="2842" y="13504"/>
                </a:lnTo>
                <a:lnTo>
                  <a:pt x="2916" y="13146"/>
                </a:lnTo>
                <a:lnTo>
                  <a:pt x="2944" y="13010"/>
                </a:lnTo>
              </a:path>
              <a:path w="21600" h="21600">
                <a:moveTo>
                  <a:pt x="1434" y="12970"/>
                </a:moveTo>
                <a:lnTo>
                  <a:pt x="1427" y="12983"/>
                </a:lnTo>
                <a:lnTo>
                  <a:pt x="1436" y="13300"/>
                </a:lnTo>
                <a:lnTo>
                  <a:pt x="1464" y="13260"/>
                </a:lnTo>
              </a:path>
              <a:path w="21600" h="21600">
                <a:moveTo>
                  <a:pt x="1168" y="12927"/>
                </a:moveTo>
                <a:lnTo>
                  <a:pt x="1144" y="12959"/>
                </a:lnTo>
                <a:lnTo>
                  <a:pt x="1086" y="13246"/>
                </a:lnTo>
                <a:lnTo>
                  <a:pt x="965" y="13505"/>
                </a:lnTo>
                <a:lnTo>
                  <a:pt x="979" y="13492"/>
                </a:lnTo>
                <a:lnTo>
                  <a:pt x="1158" y="13270"/>
                </a:lnTo>
                <a:lnTo>
                  <a:pt x="1168" y="13222"/>
                </a:lnTo>
              </a:path>
              <a:path w="21600" h="21600">
                <a:moveTo>
                  <a:pt x="1871" y="12907"/>
                </a:moveTo>
                <a:lnTo>
                  <a:pt x="1832" y="13002"/>
                </a:lnTo>
                <a:lnTo>
                  <a:pt x="1854" y="13305"/>
                </a:lnTo>
                <a:lnTo>
                  <a:pt x="1883" y="13234"/>
                </a:lnTo>
                <a:lnTo>
                  <a:pt x="1889" y="13215"/>
                </a:lnTo>
              </a:path>
              <a:path w="21600" h="21600">
                <a:moveTo>
                  <a:pt x="1695" y="12897"/>
                </a:moveTo>
                <a:lnTo>
                  <a:pt x="1677" y="12943"/>
                </a:lnTo>
                <a:lnTo>
                  <a:pt x="1674" y="12950"/>
                </a:lnTo>
                <a:lnTo>
                  <a:pt x="1702" y="13172"/>
                </a:lnTo>
                <a:lnTo>
                  <a:pt x="1704" y="13203"/>
                </a:lnTo>
                <a:lnTo>
                  <a:pt x="1721" y="13163"/>
                </a:lnTo>
                <a:lnTo>
                  <a:pt x="1710" y="13073"/>
                </a:lnTo>
              </a:path>
              <a:path w="21600" h="21600">
                <a:moveTo>
                  <a:pt x="1488" y="12867"/>
                </a:moveTo>
                <a:lnTo>
                  <a:pt x="1474" y="12893"/>
                </a:lnTo>
                <a:lnTo>
                  <a:pt x="1506" y="13185"/>
                </a:lnTo>
                <a:lnTo>
                  <a:pt x="1514" y="13169"/>
                </a:lnTo>
              </a:path>
              <a:path w="21600" h="21600">
                <a:moveTo>
                  <a:pt x="1240" y="12833"/>
                </a:moveTo>
                <a:lnTo>
                  <a:pt x="1214" y="12867"/>
                </a:lnTo>
                <a:lnTo>
                  <a:pt x="1214" y="13202"/>
                </a:lnTo>
                <a:lnTo>
                  <a:pt x="1239" y="13171"/>
                </a:lnTo>
                <a:lnTo>
                  <a:pt x="1243" y="12913"/>
                </a:lnTo>
                <a:lnTo>
                  <a:pt x="1240" y="12845"/>
                </a:lnTo>
              </a:path>
              <a:path w="21600" h="21600">
                <a:moveTo>
                  <a:pt x="1542" y="12763"/>
                </a:moveTo>
                <a:lnTo>
                  <a:pt x="1527" y="12791"/>
                </a:lnTo>
                <a:lnTo>
                  <a:pt x="1555" y="13088"/>
                </a:lnTo>
                <a:lnTo>
                  <a:pt x="1573" y="13053"/>
                </a:lnTo>
                <a:lnTo>
                  <a:pt x="1562" y="12904"/>
                </a:lnTo>
              </a:path>
              <a:path w="21600" h="21600">
                <a:moveTo>
                  <a:pt x="1301" y="12753"/>
                </a:moveTo>
                <a:lnTo>
                  <a:pt x="1281" y="12779"/>
                </a:lnTo>
                <a:lnTo>
                  <a:pt x="1285" y="12844"/>
                </a:lnTo>
                <a:lnTo>
                  <a:pt x="1288" y="12912"/>
                </a:lnTo>
                <a:lnTo>
                  <a:pt x="1284" y="13112"/>
                </a:lnTo>
                <a:lnTo>
                  <a:pt x="1314" y="13068"/>
                </a:lnTo>
              </a:path>
              <a:path w="21600" h="21600">
                <a:moveTo>
                  <a:pt x="1765" y="12714"/>
                </a:moveTo>
                <a:lnTo>
                  <a:pt x="1732" y="12800"/>
                </a:lnTo>
                <a:lnTo>
                  <a:pt x="1756" y="13069"/>
                </a:lnTo>
                <a:lnTo>
                  <a:pt x="1756" y="13076"/>
                </a:lnTo>
                <a:lnTo>
                  <a:pt x="1786" y="13003"/>
                </a:lnTo>
              </a:path>
              <a:path w="21600" h="21600">
                <a:moveTo>
                  <a:pt x="1346" y="12686"/>
                </a:moveTo>
                <a:lnTo>
                  <a:pt x="1342" y="12693"/>
                </a:lnTo>
                <a:lnTo>
                  <a:pt x="1356" y="13006"/>
                </a:lnTo>
                <a:lnTo>
                  <a:pt x="1380" y="12971"/>
                </a:lnTo>
              </a:path>
              <a:path w="21600" h="21600">
                <a:moveTo>
                  <a:pt x="2098" y="12663"/>
                </a:moveTo>
                <a:lnTo>
                  <a:pt x="2009" y="12954"/>
                </a:lnTo>
                <a:lnTo>
                  <a:pt x="2015" y="13266"/>
                </a:lnTo>
                <a:lnTo>
                  <a:pt x="2017" y="13299"/>
                </a:lnTo>
                <a:lnTo>
                  <a:pt x="2077" y="13103"/>
                </a:lnTo>
                <a:lnTo>
                  <a:pt x="2077" y="12884"/>
                </a:lnTo>
              </a:path>
              <a:path w="21600" h="21600">
                <a:moveTo>
                  <a:pt x="1594" y="12661"/>
                </a:moveTo>
                <a:lnTo>
                  <a:pt x="1578" y="12693"/>
                </a:lnTo>
                <a:lnTo>
                  <a:pt x="1607" y="12899"/>
                </a:lnTo>
                <a:lnTo>
                  <a:pt x="1613" y="12972"/>
                </a:lnTo>
                <a:lnTo>
                  <a:pt x="1627" y="12944"/>
                </a:lnTo>
                <a:lnTo>
                  <a:pt x="1609" y="12799"/>
                </a:lnTo>
              </a:path>
              <a:path w="21600" h="21600">
                <a:moveTo>
                  <a:pt x="2749" y="12628"/>
                </a:moveTo>
                <a:lnTo>
                  <a:pt x="2680" y="13103"/>
                </a:lnTo>
                <a:lnTo>
                  <a:pt x="2701" y="12984"/>
                </a:lnTo>
                <a:lnTo>
                  <a:pt x="2739" y="12866"/>
                </a:lnTo>
                <a:lnTo>
                  <a:pt x="2742" y="12839"/>
                </a:lnTo>
                <a:cubicBezTo>
                  <a:pt x="2744" y="12828"/>
                  <a:pt x="2746" y="12818"/>
                  <a:pt x="2748" y="12808"/>
                </a:cubicBezTo>
                <a:lnTo>
                  <a:pt x="2749" y="12796"/>
                </a:lnTo>
                <a:lnTo>
                  <a:pt x="2747" y="12696"/>
                </a:lnTo>
                <a:lnTo>
                  <a:pt x="2750" y="12655"/>
                </a:lnTo>
              </a:path>
              <a:path w="21600" h="21600">
                <a:moveTo>
                  <a:pt x="1098" y="12619"/>
                </a:moveTo>
                <a:lnTo>
                  <a:pt x="1088" y="12631"/>
                </a:lnTo>
                <a:lnTo>
                  <a:pt x="1088" y="12641"/>
                </a:lnTo>
                <a:cubicBezTo>
                  <a:pt x="1080" y="12743"/>
                  <a:pt x="1062" y="12846"/>
                  <a:pt x="1031" y="12947"/>
                </a:cubicBezTo>
                <a:lnTo>
                  <a:pt x="957" y="13105"/>
                </a:lnTo>
                <a:lnTo>
                  <a:pt x="1034" y="13029"/>
                </a:lnTo>
                <a:lnTo>
                  <a:pt x="1102" y="12939"/>
                </a:lnTo>
                <a:lnTo>
                  <a:pt x="1104" y="12928"/>
                </a:lnTo>
              </a:path>
              <a:path w="21600" h="21600">
                <a:moveTo>
                  <a:pt x="1961" y="12616"/>
                </a:moveTo>
                <a:lnTo>
                  <a:pt x="1910" y="12792"/>
                </a:lnTo>
                <a:lnTo>
                  <a:pt x="1927" y="13086"/>
                </a:lnTo>
                <a:lnTo>
                  <a:pt x="1965" y="12958"/>
                </a:lnTo>
                <a:lnTo>
                  <a:pt x="1960" y="12633"/>
                </a:lnTo>
              </a:path>
              <a:path w="21600" h="21600">
                <a:moveTo>
                  <a:pt x="1395" y="12593"/>
                </a:moveTo>
                <a:lnTo>
                  <a:pt x="1384" y="12614"/>
                </a:lnTo>
                <a:lnTo>
                  <a:pt x="1420" y="12904"/>
                </a:lnTo>
                <a:lnTo>
                  <a:pt x="1426" y="12892"/>
                </a:lnTo>
              </a:path>
              <a:path w="21600" h="21600">
                <a:moveTo>
                  <a:pt x="1163" y="12540"/>
                </a:moveTo>
                <a:lnTo>
                  <a:pt x="1141" y="12569"/>
                </a:lnTo>
                <a:lnTo>
                  <a:pt x="1147" y="12880"/>
                </a:lnTo>
                <a:lnTo>
                  <a:pt x="1168" y="12851"/>
                </a:lnTo>
                <a:lnTo>
                  <a:pt x="1168" y="12626"/>
                </a:lnTo>
                <a:lnTo>
                  <a:pt x="1164" y="12551"/>
                </a:lnTo>
              </a:path>
              <a:path w="21600" h="21600">
                <a:moveTo>
                  <a:pt x="1663" y="12529"/>
                </a:moveTo>
                <a:lnTo>
                  <a:pt x="1632" y="12588"/>
                </a:lnTo>
                <a:lnTo>
                  <a:pt x="1653" y="12793"/>
                </a:lnTo>
                <a:lnTo>
                  <a:pt x="1662" y="12859"/>
                </a:lnTo>
                <a:lnTo>
                  <a:pt x="1686" y="12797"/>
                </a:lnTo>
              </a:path>
              <a:path w="21600" h="21600">
                <a:moveTo>
                  <a:pt x="1847" y="12501"/>
                </a:moveTo>
                <a:lnTo>
                  <a:pt x="1804" y="12614"/>
                </a:lnTo>
                <a:lnTo>
                  <a:pt x="1825" y="12909"/>
                </a:lnTo>
                <a:lnTo>
                  <a:pt x="1852" y="12843"/>
                </a:lnTo>
                <a:lnTo>
                  <a:pt x="1865" y="12799"/>
                </a:lnTo>
              </a:path>
              <a:path w="21600" h="21600">
                <a:moveTo>
                  <a:pt x="2268" y="12497"/>
                </a:moveTo>
                <a:lnTo>
                  <a:pt x="2224" y="12698"/>
                </a:lnTo>
                <a:lnTo>
                  <a:pt x="2122" y="13108"/>
                </a:lnTo>
                <a:lnTo>
                  <a:pt x="2123" y="13461"/>
                </a:lnTo>
                <a:lnTo>
                  <a:pt x="2193" y="13188"/>
                </a:lnTo>
                <a:lnTo>
                  <a:pt x="2194" y="13135"/>
                </a:lnTo>
              </a:path>
              <a:path w="21600" h="21600">
                <a:moveTo>
                  <a:pt x="1445" y="12496"/>
                </a:moveTo>
                <a:lnTo>
                  <a:pt x="1434" y="12518"/>
                </a:lnTo>
                <a:lnTo>
                  <a:pt x="1466" y="12814"/>
                </a:lnTo>
                <a:lnTo>
                  <a:pt x="1480" y="12785"/>
                </a:lnTo>
                <a:lnTo>
                  <a:pt x="1467" y="12631"/>
                </a:lnTo>
              </a:path>
              <a:path w="21600" h="21600">
                <a:moveTo>
                  <a:pt x="1218" y="12467"/>
                </a:moveTo>
                <a:lnTo>
                  <a:pt x="1205" y="12485"/>
                </a:lnTo>
                <a:lnTo>
                  <a:pt x="1210" y="12549"/>
                </a:lnTo>
                <a:lnTo>
                  <a:pt x="1214" y="12623"/>
                </a:lnTo>
                <a:lnTo>
                  <a:pt x="1214" y="12791"/>
                </a:lnTo>
                <a:lnTo>
                  <a:pt x="1235" y="12762"/>
                </a:lnTo>
              </a:path>
              <a:path w="21600" h="21600">
                <a:moveTo>
                  <a:pt x="1259" y="12409"/>
                </a:moveTo>
                <a:lnTo>
                  <a:pt x="1258" y="12410"/>
                </a:lnTo>
                <a:lnTo>
                  <a:pt x="1277" y="12708"/>
                </a:lnTo>
                <a:lnTo>
                  <a:pt x="1296" y="12682"/>
                </a:lnTo>
              </a:path>
              <a:path w="21600" h="21600">
                <a:moveTo>
                  <a:pt x="1493" y="12404"/>
                </a:moveTo>
                <a:lnTo>
                  <a:pt x="1480" y="12429"/>
                </a:lnTo>
                <a:lnTo>
                  <a:pt x="1512" y="12625"/>
                </a:lnTo>
                <a:lnTo>
                  <a:pt x="1519" y="12708"/>
                </a:lnTo>
                <a:lnTo>
                  <a:pt x="1531" y="12686"/>
                </a:lnTo>
                <a:lnTo>
                  <a:pt x="1507" y="12522"/>
                </a:lnTo>
              </a:path>
              <a:path w="21600" h="21600">
                <a:moveTo>
                  <a:pt x="973" y="12367"/>
                </a:moveTo>
                <a:lnTo>
                  <a:pt x="824" y="12534"/>
                </a:lnTo>
                <a:lnTo>
                  <a:pt x="772" y="12647"/>
                </a:lnTo>
                <a:cubicBezTo>
                  <a:pt x="679" y="12789"/>
                  <a:pt x="571" y="12923"/>
                  <a:pt x="449" y="13048"/>
                </a:cubicBezTo>
                <a:lnTo>
                  <a:pt x="89" y="13354"/>
                </a:lnTo>
                <a:lnTo>
                  <a:pt x="339" y="13233"/>
                </a:lnTo>
                <a:cubicBezTo>
                  <a:pt x="477" y="13152"/>
                  <a:pt x="607" y="13057"/>
                  <a:pt x="732" y="12947"/>
                </a:cubicBezTo>
                <a:lnTo>
                  <a:pt x="832" y="12839"/>
                </a:lnTo>
                <a:lnTo>
                  <a:pt x="927" y="12635"/>
                </a:lnTo>
              </a:path>
              <a:path w="21600" h="21600">
                <a:moveTo>
                  <a:pt x="1738" y="12342"/>
                </a:moveTo>
                <a:lnTo>
                  <a:pt x="1701" y="12446"/>
                </a:lnTo>
                <a:lnTo>
                  <a:pt x="1723" y="12700"/>
                </a:lnTo>
                <a:lnTo>
                  <a:pt x="1758" y="12610"/>
                </a:lnTo>
              </a:path>
              <a:path w="21600" h="21600">
                <a:moveTo>
                  <a:pt x="1305" y="12338"/>
                </a:moveTo>
                <a:lnTo>
                  <a:pt x="1298" y="12349"/>
                </a:lnTo>
                <a:lnTo>
                  <a:pt x="1336" y="12621"/>
                </a:lnTo>
                <a:lnTo>
                  <a:pt x="1338" y="12616"/>
                </a:lnTo>
              </a:path>
              <a:path w="21600" h="21600">
                <a:moveTo>
                  <a:pt x="2737" y="12333"/>
                </a:moveTo>
                <a:lnTo>
                  <a:pt x="2688" y="12495"/>
                </a:lnTo>
                <a:lnTo>
                  <a:pt x="2644" y="12774"/>
                </a:lnTo>
                <a:cubicBezTo>
                  <a:pt x="2601" y="13065"/>
                  <a:pt x="2558" y="13365"/>
                  <a:pt x="2503" y="13665"/>
                </a:cubicBezTo>
                <a:lnTo>
                  <a:pt x="2466" y="13852"/>
                </a:lnTo>
                <a:lnTo>
                  <a:pt x="2448" y="14288"/>
                </a:lnTo>
                <a:lnTo>
                  <a:pt x="2481" y="14123"/>
                </a:lnTo>
                <a:cubicBezTo>
                  <a:pt x="2539" y="13799"/>
                  <a:pt x="2582" y="13473"/>
                  <a:pt x="2624" y="13158"/>
                </a:cubicBezTo>
                <a:cubicBezTo>
                  <a:pt x="2659" y="12904"/>
                  <a:pt x="2694" y="12640"/>
                  <a:pt x="2736" y="12384"/>
                </a:cubicBezTo>
                <a:lnTo>
                  <a:pt x="2739" y="12370"/>
                </a:lnTo>
              </a:path>
              <a:path w="21600" h="21600">
                <a:moveTo>
                  <a:pt x="1030" y="12304"/>
                </a:moveTo>
                <a:lnTo>
                  <a:pt x="1021" y="12313"/>
                </a:lnTo>
                <a:lnTo>
                  <a:pt x="1023" y="12346"/>
                </a:lnTo>
                <a:cubicBezTo>
                  <a:pt x="1016" y="12448"/>
                  <a:pt x="1000" y="12549"/>
                  <a:pt x="970" y="12650"/>
                </a:cubicBezTo>
                <a:lnTo>
                  <a:pt x="931" y="12734"/>
                </a:lnTo>
                <a:lnTo>
                  <a:pt x="1041" y="12617"/>
                </a:lnTo>
              </a:path>
              <a:path w="21600" h="21600">
                <a:moveTo>
                  <a:pt x="1555" y="12284"/>
                </a:moveTo>
                <a:lnTo>
                  <a:pt x="1531" y="12332"/>
                </a:lnTo>
                <a:lnTo>
                  <a:pt x="1553" y="12516"/>
                </a:lnTo>
                <a:lnTo>
                  <a:pt x="1567" y="12615"/>
                </a:lnTo>
                <a:lnTo>
                  <a:pt x="1586" y="12577"/>
                </a:lnTo>
              </a:path>
              <a:path w="21600" h="21600">
                <a:moveTo>
                  <a:pt x="1354" y="12263"/>
                </a:moveTo>
                <a:lnTo>
                  <a:pt x="1343" y="12280"/>
                </a:lnTo>
                <a:lnTo>
                  <a:pt x="1376" y="12543"/>
                </a:lnTo>
                <a:lnTo>
                  <a:pt x="1388" y="12519"/>
                </a:lnTo>
                <a:lnTo>
                  <a:pt x="1371" y="12358"/>
                </a:lnTo>
              </a:path>
              <a:path w="21600" h="21600">
                <a:moveTo>
                  <a:pt x="1086" y="12242"/>
                </a:moveTo>
                <a:lnTo>
                  <a:pt x="1074" y="12254"/>
                </a:lnTo>
                <a:lnTo>
                  <a:pt x="1085" y="12569"/>
                </a:lnTo>
                <a:lnTo>
                  <a:pt x="1089" y="12565"/>
                </a:lnTo>
                <a:lnTo>
                  <a:pt x="1097" y="12554"/>
                </a:lnTo>
                <a:lnTo>
                  <a:pt x="1093" y="12338"/>
                </a:lnTo>
                <a:lnTo>
                  <a:pt x="1087" y="12258"/>
                </a:lnTo>
              </a:path>
              <a:path w="21600" h="21600">
                <a:moveTo>
                  <a:pt x="1398" y="12189"/>
                </a:moveTo>
                <a:lnTo>
                  <a:pt x="1390" y="12205"/>
                </a:lnTo>
                <a:lnTo>
                  <a:pt x="1416" y="12351"/>
                </a:lnTo>
                <a:lnTo>
                  <a:pt x="1426" y="12444"/>
                </a:lnTo>
                <a:lnTo>
                  <a:pt x="1434" y="12427"/>
                </a:lnTo>
                <a:lnTo>
                  <a:pt x="1405" y="12245"/>
                </a:lnTo>
              </a:path>
              <a:path w="21600" h="21600">
                <a:moveTo>
                  <a:pt x="1181" y="12186"/>
                </a:moveTo>
                <a:lnTo>
                  <a:pt x="1199" y="12417"/>
                </a:lnTo>
                <a:lnTo>
                  <a:pt x="1213" y="12398"/>
                </a:lnTo>
              </a:path>
              <a:path w="21600" h="21600">
                <a:moveTo>
                  <a:pt x="1136" y="12185"/>
                </a:moveTo>
                <a:lnTo>
                  <a:pt x="1126" y="12197"/>
                </a:lnTo>
                <a:lnTo>
                  <a:pt x="1131" y="12258"/>
                </a:lnTo>
                <a:lnTo>
                  <a:pt x="1137" y="12337"/>
                </a:lnTo>
                <a:lnTo>
                  <a:pt x="1140" y="12496"/>
                </a:lnTo>
                <a:lnTo>
                  <a:pt x="1158" y="12472"/>
                </a:lnTo>
              </a:path>
              <a:path w="21600" h="21600">
                <a:moveTo>
                  <a:pt x="2741" y="12154"/>
                </a:moveTo>
                <a:lnTo>
                  <a:pt x="2738" y="12178"/>
                </a:lnTo>
                <a:lnTo>
                  <a:pt x="2741" y="12168"/>
                </a:lnTo>
              </a:path>
              <a:path w="21600" h="21600">
                <a:moveTo>
                  <a:pt x="1629" y="12143"/>
                </a:moveTo>
                <a:lnTo>
                  <a:pt x="1593" y="12211"/>
                </a:lnTo>
                <a:lnTo>
                  <a:pt x="1623" y="12503"/>
                </a:lnTo>
                <a:lnTo>
                  <a:pt x="1646" y="12458"/>
                </a:lnTo>
                <a:lnTo>
                  <a:pt x="1654" y="12435"/>
                </a:lnTo>
              </a:path>
              <a:path w="21600" h="21600">
                <a:moveTo>
                  <a:pt x="2813" y="12085"/>
                </a:moveTo>
                <a:lnTo>
                  <a:pt x="2794" y="12146"/>
                </a:lnTo>
                <a:lnTo>
                  <a:pt x="2794" y="12177"/>
                </a:lnTo>
              </a:path>
              <a:path w="21600" h="21600">
                <a:moveTo>
                  <a:pt x="1453" y="12074"/>
                </a:moveTo>
                <a:lnTo>
                  <a:pt x="1433" y="12115"/>
                </a:lnTo>
                <a:lnTo>
                  <a:pt x="1450" y="12238"/>
                </a:lnTo>
                <a:lnTo>
                  <a:pt x="1469" y="12359"/>
                </a:lnTo>
                <a:lnTo>
                  <a:pt x="1484" y="12330"/>
                </a:lnTo>
              </a:path>
              <a:path w="21600" h="21600">
                <a:moveTo>
                  <a:pt x="1214" y="12073"/>
                </a:moveTo>
                <a:lnTo>
                  <a:pt x="1212" y="12076"/>
                </a:lnTo>
                <a:lnTo>
                  <a:pt x="1233" y="12211"/>
                </a:lnTo>
              </a:path>
              <a:path w="21600" h="21600">
                <a:moveTo>
                  <a:pt x="913" y="12042"/>
                </a:moveTo>
                <a:lnTo>
                  <a:pt x="813" y="12137"/>
                </a:lnTo>
                <a:lnTo>
                  <a:pt x="715" y="12351"/>
                </a:lnTo>
                <a:cubicBezTo>
                  <a:pt x="624" y="12489"/>
                  <a:pt x="518" y="12620"/>
                  <a:pt x="399" y="12741"/>
                </a:cubicBezTo>
                <a:lnTo>
                  <a:pt x="183" y="12925"/>
                </a:lnTo>
                <a:lnTo>
                  <a:pt x="439" y="12786"/>
                </a:lnTo>
                <a:lnTo>
                  <a:pt x="787" y="12509"/>
                </a:lnTo>
                <a:lnTo>
                  <a:pt x="866" y="12337"/>
                </a:lnTo>
                <a:cubicBezTo>
                  <a:pt x="894" y="12239"/>
                  <a:pt x="908" y="12141"/>
                  <a:pt x="913" y="12042"/>
                </a:cubicBezTo>
              </a:path>
              <a:path w="21600" h="21600">
                <a:moveTo>
                  <a:pt x="1260" y="12002"/>
                </a:moveTo>
                <a:lnTo>
                  <a:pt x="1252" y="12014"/>
                </a:lnTo>
                <a:lnTo>
                  <a:pt x="1289" y="12283"/>
                </a:lnTo>
                <a:lnTo>
                  <a:pt x="1298" y="12271"/>
                </a:lnTo>
                <a:lnTo>
                  <a:pt x="1276" y="12085"/>
                </a:lnTo>
              </a:path>
              <a:path w="21600" h="21600">
                <a:moveTo>
                  <a:pt x="960" y="11998"/>
                </a:moveTo>
                <a:lnTo>
                  <a:pt x="956" y="12001"/>
                </a:lnTo>
                <a:lnTo>
                  <a:pt x="959" y="12047"/>
                </a:lnTo>
                <a:cubicBezTo>
                  <a:pt x="954" y="12148"/>
                  <a:pt x="939" y="12249"/>
                  <a:pt x="909" y="12350"/>
                </a:cubicBezTo>
                <a:lnTo>
                  <a:pt x="886" y="12400"/>
                </a:lnTo>
                <a:lnTo>
                  <a:pt x="976" y="12297"/>
                </a:lnTo>
              </a:path>
              <a:path w="21600" h="21600">
                <a:moveTo>
                  <a:pt x="1863" y="11994"/>
                </a:moveTo>
                <a:lnTo>
                  <a:pt x="1776" y="12236"/>
                </a:lnTo>
                <a:lnTo>
                  <a:pt x="1796" y="12510"/>
                </a:lnTo>
                <a:lnTo>
                  <a:pt x="1841" y="12393"/>
                </a:lnTo>
                <a:lnTo>
                  <a:pt x="1841" y="12382"/>
                </a:lnTo>
              </a:path>
              <a:path w="21600" h="21600">
                <a:moveTo>
                  <a:pt x="2213" y="11981"/>
                </a:moveTo>
                <a:lnTo>
                  <a:pt x="2205" y="12012"/>
                </a:lnTo>
                <a:lnTo>
                  <a:pt x="2205" y="12019"/>
                </a:lnTo>
              </a:path>
              <a:path w="21600" h="21600">
                <a:moveTo>
                  <a:pt x="1103" y="11963"/>
                </a:moveTo>
                <a:lnTo>
                  <a:pt x="1119" y="12133"/>
                </a:lnTo>
                <a:lnTo>
                  <a:pt x="1130" y="12121"/>
                </a:lnTo>
              </a:path>
              <a:path w="21600" h="21600">
                <a:moveTo>
                  <a:pt x="1010" y="11949"/>
                </a:moveTo>
                <a:lnTo>
                  <a:pt x="1002" y="11957"/>
                </a:lnTo>
                <a:lnTo>
                  <a:pt x="1018" y="12249"/>
                </a:lnTo>
                <a:lnTo>
                  <a:pt x="1027" y="12239"/>
                </a:lnTo>
                <a:lnTo>
                  <a:pt x="1020" y="12049"/>
                </a:lnTo>
                <a:lnTo>
                  <a:pt x="1012" y="11966"/>
                </a:lnTo>
              </a:path>
              <a:path w="21600" h="21600">
                <a:moveTo>
                  <a:pt x="1299" y="11941"/>
                </a:moveTo>
                <a:lnTo>
                  <a:pt x="1294" y="11949"/>
                </a:lnTo>
                <a:lnTo>
                  <a:pt x="1319" y="12078"/>
                </a:lnTo>
                <a:lnTo>
                  <a:pt x="1335" y="12213"/>
                </a:lnTo>
                <a:lnTo>
                  <a:pt x="1343" y="12200"/>
                </a:lnTo>
                <a:lnTo>
                  <a:pt x="1303" y="11966"/>
                </a:lnTo>
              </a:path>
              <a:path w="21600" h="21600">
                <a:moveTo>
                  <a:pt x="1519" y="11936"/>
                </a:moveTo>
                <a:lnTo>
                  <a:pt x="1490" y="11996"/>
                </a:lnTo>
                <a:lnTo>
                  <a:pt x="1522" y="12256"/>
                </a:lnTo>
                <a:lnTo>
                  <a:pt x="1547" y="12205"/>
                </a:lnTo>
              </a:path>
              <a:path w="21600" h="21600">
                <a:moveTo>
                  <a:pt x="2013" y="11935"/>
                </a:moveTo>
                <a:lnTo>
                  <a:pt x="1891" y="12388"/>
                </a:lnTo>
                <a:lnTo>
                  <a:pt x="1887" y="12396"/>
                </a:lnTo>
                <a:lnTo>
                  <a:pt x="1903" y="12666"/>
                </a:lnTo>
                <a:lnTo>
                  <a:pt x="1977" y="12410"/>
                </a:lnTo>
              </a:path>
              <a:path w="21600" h="21600">
                <a:moveTo>
                  <a:pt x="1731" y="11913"/>
                </a:moveTo>
                <a:lnTo>
                  <a:pt x="1701" y="12003"/>
                </a:lnTo>
                <a:lnTo>
                  <a:pt x="1668" y="12067"/>
                </a:lnTo>
                <a:lnTo>
                  <a:pt x="1691" y="12332"/>
                </a:lnTo>
                <a:lnTo>
                  <a:pt x="1730" y="12224"/>
                </a:lnTo>
                <a:lnTo>
                  <a:pt x="1723" y="12132"/>
                </a:lnTo>
              </a:path>
              <a:path w="21600" h="21600">
                <a:moveTo>
                  <a:pt x="1055" y="11907"/>
                </a:moveTo>
                <a:lnTo>
                  <a:pt x="1053" y="11909"/>
                </a:lnTo>
                <a:lnTo>
                  <a:pt x="1059" y="11962"/>
                </a:lnTo>
                <a:lnTo>
                  <a:pt x="1067" y="12045"/>
                </a:lnTo>
                <a:lnTo>
                  <a:pt x="1072" y="12187"/>
                </a:lnTo>
                <a:lnTo>
                  <a:pt x="1080" y="12178"/>
                </a:lnTo>
              </a:path>
              <a:path w="21600" h="21600">
                <a:moveTo>
                  <a:pt x="1352" y="11857"/>
                </a:moveTo>
                <a:lnTo>
                  <a:pt x="1336" y="11883"/>
                </a:lnTo>
                <a:lnTo>
                  <a:pt x="1347" y="11958"/>
                </a:lnTo>
                <a:lnTo>
                  <a:pt x="1377" y="12130"/>
                </a:lnTo>
                <a:lnTo>
                  <a:pt x="1387" y="12110"/>
                </a:lnTo>
              </a:path>
              <a:path w="21600" h="21600">
                <a:moveTo>
                  <a:pt x="2666" y="11832"/>
                </a:moveTo>
                <a:lnTo>
                  <a:pt x="2538" y="12284"/>
                </a:lnTo>
                <a:lnTo>
                  <a:pt x="2459" y="12736"/>
                </a:lnTo>
                <a:cubicBezTo>
                  <a:pt x="2442" y="12821"/>
                  <a:pt x="2428" y="12896"/>
                  <a:pt x="2414" y="12965"/>
                </a:cubicBezTo>
                <a:lnTo>
                  <a:pt x="2413" y="12969"/>
                </a:lnTo>
                <a:lnTo>
                  <a:pt x="2357" y="13389"/>
                </a:lnTo>
                <a:lnTo>
                  <a:pt x="2351" y="13625"/>
                </a:lnTo>
                <a:lnTo>
                  <a:pt x="2353" y="13614"/>
                </a:lnTo>
                <a:cubicBezTo>
                  <a:pt x="2380" y="13489"/>
                  <a:pt x="2407" y="13355"/>
                  <a:pt x="2437" y="13192"/>
                </a:cubicBezTo>
                <a:cubicBezTo>
                  <a:pt x="2487" y="12920"/>
                  <a:pt x="2530" y="12647"/>
                  <a:pt x="2572" y="12383"/>
                </a:cubicBezTo>
              </a:path>
              <a:path w="21600" h="21600">
                <a:moveTo>
                  <a:pt x="1226" y="11824"/>
                </a:moveTo>
                <a:lnTo>
                  <a:pt x="1243" y="11950"/>
                </a:lnTo>
                <a:lnTo>
                  <a:pt x="1248" y="11942"/>
                </a:lnTo>
              </a:path>
              <a:path w="21600" h="21600">
                <a:moveTo>
                  <a:pt x="1043" y="11820"/>
                </a:moveTo>
                <a:lnTo>
                  <a:pt x="1046" y="11848"/>
                </a:lnTo>
                <a:lnTo>
                  <a:pt x="1047" y="11846"/>
                </a:lnTo>
              </a:path>
              <a:path w="21600" h="21600">
                <a:moveTo>
                  <a:pt x="994" y="11801"/>
                </a:moveTo>
                <a:lnTo>
                  <a:pt x="999" y="11893"/>
                </a:lnTo>
                <a:lnTo>
                  <a:pt x="1004" y="11888"/>
                </a:lnTo>
              </a:path>
              <a:path w="21600" h="21600">
                <a:moveTo>
                  <a:pt x="894" y="11774"/>
                </a:moveTo>
                <a:lnTo>
                  <a:pt x="854" y="12034"/>
                </a:lnTo>
                <a:lnTo>
                  <a:pt x="909" y="11980"/>
                </a:lnTo>
              </a:path>
              <a:path w="21600" h="21600">
                <a:moveTo>
                  <a:pt x="1416" y="11759"/>
                </a:moveTo>
                <a:lnTo>
                  <a:pt x="1390" y="11799"/>
                </a:lnTo>
                <a:lnTo>
                  <a:pt x="1423" y="12036"/>
                </a:lnTo>
                <a:lnTo>
                  <a:pt x="1444" y="11992"/>
                </a:lnTo>
              </a:path>
              <a:path w="21600" h="21600">
                <a:moveTo>
                  <a:pt x="1605" y="11757"/>
                </a:moveTo>
                <a:lnTo>
                  <a:pt x="1557" y="11858"/>
                </a:lnTo>
                <a:lnTo>
                  <a:pt x="1585" y="12131"/>
                </a:lnTo>
                <a:lnTo>
                  <a:pt x="1622" y="12060"/>
                </a:lnTo>
                <a:lnTo>
                  <a:pt x="1606" y="11882"/>
                </a:lnTo>
              </a:path>
              <a:path w="21600" h="21600">
                <a:moveTo>
                  <a:pt x="1168" y="11757"/>
                </a:moveTo>
                <a:lnTo>
                  <a:pt x="1164" y="11762"/>
                </a:lnTo>
                <a:lnTo>
                  <a:pt x="1203" y="12014"/>
                </a:lnTo>
                <a:lnTo>
                  <a:pt x="1206" y="12009"/>
                </a:lnTo>
                <a:lnTo>
                  <a:pt x="1179" y="11813"/>
                </a:lnTo>
              </a:path>
              <a:path w="21600" h="21600">
                <a:moveTo>
                  <a:pt x="850" y="11751"/>
                </a:moveTo>
                <a:lnTo>
                  <a:pt x="746" y="11851"/>
                </a:lnTo>
                <a:lnTo>
                  <a:pt x="656" y="12049"/>
                </a:lnTo>
                <a:cubicBezTo>
                  <a:pt x="567" y="12183"/>
                  <a:pt x="464" y="12311"/>
                  <a:pt x="347" y="12429"/>
                </a:cubicBezTo>
                <a:lnTo>
                  <a:pt x="239" y="12521"/>
                </a:lnTo>
                <a:lnTo>
                  <a:pt x="539" y="12339"/>
                </a:lnTo>
                <a:lnTo>
                  <a:pt x="774" y="12111"/>
                </a:lnTo>
                <a:lnTo>
                  <a:pt x="807" y="12039"/>
                </a:lnTo>
              </a:path>
              <a:path w="21600" h="21600">
                <a:moveTo>
                  <a:pt x="1204" y="11707"/>
                </a:moveTo>
                <a:lnTo>
                  <a:pt x="1203" y="11707"/>
                </a:lnTo>
                <a:lnTo>
                  <a:pt x="1210" y="11738"/>
                </a:lnTo>
              </a:path>
              <a:path w="21600" h="21600">
                <a:moveTo>
                  <a:pt x="2739" y="11674"/>
                </a:moveTo>
                <a:lnTo>
                  <a:pt x="2617" y="12388"/>
                </a:lnTo>
                <a:cubicBezTo>
                  <a:pt x="2576" y="12652"/>
                  <a:pt x="2533" y="12925"/>
                  <a:pt x="2482" y="13198"/>
                </a:cubicBezTo>
                <a:cubicBezTo>
                  <a:pt x="2451" y="13361"/>
                  <a:pt x="2425" y="13496"/>
                  <a:pt x="2398" y="13621"/>
                </a:cubicBezTo>
                <a:lnTo>
                  <a:pt x="2345" y="13829"/>
                </a:lnTo>
                <a:lnTo>
                  <a:pt x="2339" y="14053"/>
                </a:lnTo>
                <a:lnTo>
                  <a:pt x="2344" y="14201"/>
                </a:lnTo>
                <a:lnTo>
                  <a:pt x="2375" y="14082"/>
                </a:lnTo>
                <a:lnTo>
                  <a:pt x="2421" y="13846"/>
                </a:lnTo>
                <a:lnTo>
                  <a:pt x="2430" y="13636"/>
                </a:lnTo>
                <a:cubicBezTo>
                  <a:pt x="2459" y="13314"/>
                  <a:pt x="2505" y="13017"/>
                  <a:pt x="2566" y="12739"/>
                </a:cubicBezTo>
                <a:lnTo>
                  <a:pt x="2644" y="12486"/>
                </a:lnTo>
                <a:lnTo>
                  <a:pt x="2731" y="11931"/>
                </a:lnTo>
                <a:cubicBezTo>
                  <a:pt x="2733" y="11919"/>
                  <a:pt x="2736" y="11908"/>
                  <a:pt x="2738" y="11899"/>
                </a:cubicBezTo>
                <a:lnTo>
                  <a:pt x="2743" y="11855"/>
                </a:lnTo>
                <a:lnTo>
                  <a:pt x="2743" y="11796"/>
                </a:lnTo>
              </a:path>
              <a:path w="21600" h="21600">
                <a:moveTo>
                  <a:pt x="936" y="11669"/>
                </a:moveTo>
                <a:lnTo>
                  <a:pt x="932" y="11673"/>
                </a:lnTo>
                <a:lnTo>
                  <a:pt x="951" y="11939"/>
                </a:lnTo>
                <a:lnTo>
                  <a:pt x="956" y="11934"/>
                </a:lnTo>
                <a:lnTo>
                  <a:pt x="947" y="11759"/>
                </a:lnTo>
                <a:lnTo>
                  <a:pt x="937" y="11673"/>
                </a:lnTo>
              </a:path>
              <a:path w="21600" h="21600">
                <a:moveTo>
                  <a:pt x="1149" y="11666"/>
                </a:moveTo>
                <a:lnTo>
                  <a:pt x="1154" y="11699"/>
                </a:lnTo>
                <a:lnTo>
                  <a:pt x="1156" y="11698"/>
                </a:lnTo>
              </a:path>
              <a:path w="21600" h="21600">
                <a:moveTo>
                  <a:pt x="1252" y="11635"/>
                </a:moveTo>
                <a:lnTo>
                  <a:pt x="1239" y="11657"/>
                </a:lnTo>
                <a:lnTo>
                  <a:pt x="1243" y="11679"/>
                </a:lnTo>
                <a:lnTo>
                  <a:pt x="1282" y="11888"/>
                </a:lnTo>
                <a:lnTo>
                  <a:pt x="1289" y="11878"/>
                </a:lnTo>
              </a:path>
              <a:path w="21600" h="21600">
                <a:moveTo>
                  <a:pt x="1488" y="11600"/>
                </a:moveTo>
                <a:lnTo>
                  <a:pt x="1453" y="11680"/>
                </a:lnTo>
                <a:lnTo>
                  <a:pt x="1481" y="11915"/>
                </a:lnTo>
                <a:lnTo>
                  <a:pt x="1511" y="11852"/>
                </a:lnTo>
                <a:lnTo>
                  <a:pt x="1488" y="11632"/>
                </a:lnTo>
              </a:path>
              <a:path w="21600" h="21600">
                <a:moveTo>
                  <a:pt x="925" y="11587"/>
                </a:moveTo>
                <a:lnTo>
                  <a:pt x="927" y="11611"/>
                </a:lnTo>
                <a:lnTo>
                  <a:pt x="928" y="11610"/>
                </a:lnTo>
              </a:path>
              <a:path w="21600" h="21600">
                <a:moveTo>
                  <a:pt x="2520" y="11576"/>
                </a:moveTo>
                <a:lnTo>
                  <a:pt x="2342" y="12259"/>
                </a:lnTo>
                <a:lnTo>
                  <a:pt x="2276" y="12825"/>
                </a:lnTo>
                <a:lnTo>
                  <a:pt x="2308" y="12682"/>
                </a:lnTo>
                <a:cubicBezTo>
                  <a:pt x="2338" y="12540"/>
                  <a:pt x="2367" y="12396"/>
                  <a:pt x="2393" y="12262"/>
                </a:cubicBezTo>
                <a:cubicBezTo>
                  <a:pt x="2434" y="12051"/>
                  <a:pt x="2472" y="11839"/>
                  <a:pt x="2508" y="11635"/>
                </a:cubicBezTo>
              </a:path>
              <a:path w="21600" h="21600">
                <a:moveTo>
                  <a:pt x="1309" y="11538"/>
                </a:moveTo>
                <a:lnTo>
                  <a:pt x="1288" y="11573"/>
                </a:lnTo>
                <a:lnTo>
                  <a:pt x="1326" y="11819"/>
                </a:lnTo>
                <a:lnTo>
                  <a:pt x="1344" y="11792"/>
                </a:lnTo>
              </a:path>
              <a:path w="21600" h="21600">
                <a:moveTo>
                  <a:pt x="1076" y="11503"/>
                </a:moveTo>
                <a:lnTo>
                  <a:pt x="1074" y="11505"/>
                </a:lnTo>
                <a:lnTo>
                  <a:pt x="1111" y="11721"/>
                </a:lnTo>
                <a:lnTo>
                  <a:pt x="1084" y="11539"/>
                </a:lnTo>
              </a:path>
              <a:path w="21600" h="21600">
                <a:moveTo>
                  <a:pt x="827" y="11491"/>
                </a:moveTo>
                <a:lnTo>
                  <a:pt x="792" y="11743"/>
                </a:lnTo>
                <a:lnTo>
                  <a:pt x="846" y="11690"/>
                </a:lnTo>
              </a:path>
              <a:path w="21600" h="21600">
                <a:moveTo>
                  <a:pt x="2829" y="11479"/>
                </a:moveTo>
                <a:lnTo>
                  <a:pt x="2787" y="11559"/>
                </a:lnTo>
                <a:lnTo>
                  <a:pt x="2789" y="11689"/>
                </a:lnTo>
              </a:path>
              <a:path w="21600" h="21600">
                <a:moveTo>
                  <a:pt x="785" y="11464"/>
                </a:moveTo>
                <a:lnTo>
                  <a:pt x="772" y="11477"/>
                </a:lnTo>
                <a:lnTo>
                  <a:pt x="699" y="11531"/>
                </a:lnTo>
                <a:lnTo>
                  <a:pt x="599" y="11752"/>
                </a:lnTo>
                <a:lnTo>
                  <a:pt x="299" y="12121"/>
                </a:lnTo>
                <a:lnTo>
                  <a:pt x="640" y="11891"/>
                </a:lnTo>
                <a:lnTo>
                  <a:pt x="711" y="11822"/>
                </a:lnTo>
                <a:lnTo>
                  <a:pt x="747" y="11741"/>
                </a:lnTo>
              </a:path>
              <a:path w="21600" h="21600">
                <a:moveTo>
                  <a:pt x="869" y="11452"/>
                </a:moveTo>
                <a:lnTo>
                  <a:pt x="874" y="11505"/>
                </a:lnTo>
                <a:lnTo>
                  <a:pt x="871" y="11467"/>
                </a:lnTo>
              </a:path>
              <a:path w="21600" h="21600">
                <a:moveTo>
                  <a:pt x="1376" y="11424"/>
                </a:moveTo>
                <a:lnTo>
                  <a:pt x="1346" y="11475"/>
                </a:lnTo>
                <a:lnTo>
                  <a:pt x="1381" y="11732"/>
                </a:lnTo>
                <a:lnTo>
                  <a:pt x="1384" y="11728"/>
                </a:lnTo>
                <a:lnTo>
                  <a:pt x="1406" y="11678"/>
                </a:lnTo>
              </a:path>
              <a:path w="21600" h="21600">
                <a:moveTo>
                  <a:pt x="1750" y="11410"/>
                </a:moveTo>
                <a:lnTo>
                  <a:pt x="1712" y="11534"/>
                </a:lnTo>
                <a:lnTo>
                  <a:pt x="1650" y="11663"/>
                </a:lnTo>
                <a:lnTo>
                  <a:pt x="1652" y="11882"/>
                </a:lnTo>
                <a:lnTo>
                  <a:pt x="1660" y="11981"/>
                </a:lnTo>
                <a:lnTo>
                  <a:pt x="1737" y="11749"/>
                </a:lnTo>
              </a:path>
              <a:path w="21600" h="21600">
                <a:moveTo>
                  <a:pt x="1150" y="11398"/>
                </a:moveTo>
                <a:lnTo>
                  <a:pt x="1142" y="11410"/>
                </a:lnTo>
                <a:lnTo>
                  <a:pt x="1191" y="11648"/>
                </a:lnTo>
                <a:lnTo>
                  <a:pt x="1193" y="11645"/>
                </a:lnTo>
              </a:path>
              <a:path w="21600" h="21600">
                <a:moveTo>
                  <a:pt x="1607" y="11330"/>
                </a:moveTo>
                <a:lnTo>
                  <a:pt x="1532" y="11500"/>
                </a:lnTo>
                <a:lnTo>
                  <a:pt x="1533" y="11630"/>
                </a:lnTo>
                <a:lnTo>
                  <a:pt x="1548" y="11774"/>
                </a:lnTo>
                <a:lnTo>
                  <a:pt x="1604" y="11657"/>
                </a:lnTo>
                <a:lnTo>
                  <a:pt x="1603" y="11427"/>
                </a:lnTo>
              </a:path>
              <a:path w="21600" h="21600">
                <a:moveTo>
                  <a:pt x="1204" y="11323"/>
                </a:moveTo>
                <a:lnTo>
                  <a:pt x="1186" y="11348"/>
                </a:lnTo>
                <a:lnTo>
                  <a:pt x="1227" y="11589"/>
                </a:lnTo>
                <a:lnTo>
                  <a:pt x="1241" y="11565"/>
                </a:lnTo>
              </a:path>
              <a:path w="21600" h="21600">
                <a:moveTo>
                  <a:pt x="4242" y="11289"/>
                </a:moveTo>
                <a:cubicBezTo>
                  <a:pt x="4100" y="11433"/>
                  <a:pt x="3968" y="11582"/>
                  <a:pt x="3846" y="11736"/>
                </a:cubicBezTo>
                <a:cubicBezTo>
                  <a:pt x="3825" y="11763"/>
                  <a:pt x="3804" y="11790"/>
                  <a:pt x="3783" y="11817"/>
                </a:cubicBezTo>
                <a:cubicBezTo>
                  <a:pt x="3922" y="11629"/>
                  <a:pt x="4075" y="11453"/>
                  <a:pt x="4242" y="11289"/>
                </a:cubicBezTo>
              </a:path>
              <a:path w="21600" h="21600">
                <a:moveTo>
                  <a:pt x="2725" y="11250"/>
                </a:moveTo>
                <a:lnTo>
                  <a:pt x="2619" y="11832"/>
                </a:lnTo>
                <a:lnTo>
                  <a:pt x="2647" y="11732"/>
                </a:lnTo>
                <a:lnTo>
                  <a:pt x="2700" y="11629"/>
                </a:lnTo>
                <a:lnTo>
                  <a:pt x="2727" y="11475"/>
                </a:lnTo>
                <a:lnTo>
                  <a:pt x="2732" y="11454"/>
                </a:lnTo>
              </a:path>
              <a:path w="21600" h="21600">
                <a:moveTo>
                  <a:pt x="1267" y="11234"/>
                </a:moveTo>
                <a:lnTo>
                  <a:pt x="1242" y="11270"/>
                </a:lnTo>
                <a:lnTo>
                  <a:pt x="1277" y="11503"/>
                </a:lnTo>
                <a:lnTo>
                  <a:pt x="1299" y="11466"/>
                </a:lnTo>
              </a:path>
              <a:path w="21600" h="21600">
                <a:moveTo>
                  <a:pt x="762" y="11227"/>
                </a:moveTo>
                <a:lnTo>
                  <a:pt x="733" y="11450"/>
                </a:lnTo>
                <a:lnTo>
                  <a:pt x="740" y="11445"/>
                </a:lnTo>
                <a:lnTo>
                  <a:pt x="782" y="11404"/>
                </a:lnTo>
              </a:path>
              <a:path w="21600" h="21600">
                <a:moveTo>
                  <a:pt x="1483" y="11222"/>
                </a:moveTo>
                <a:lnTo>
                  <a:pt x="1459" y="11282"/>
                </a:lnTo>
                <a:lnTo>
                  <a:pt x="1416" y="11355"/>
                </a:lnTo>
                <a:lnTo>
                  <a:pt x="1417" y="11379"/>
                </a:lnTo>
                <a:lnTo>
                  <a:pt x="1442" y="11595"/>
                </a:lnTo>
                <a:lnTo>
                  <a:pt x="1486" y="11495"/>
                </a:lnTo>
              </a:path>
              <a:path w="21600" h="21600">
                <a:moveTo>
                  <a:pt x="2687" y="11206"/>
                </a:moveTo>
                <a:lnTo>
                  <a:pt x="2607" y="11369"/>
                </a:lnTo>
                <a:lnTo>
                  <a:pt x="2553" y="11643"/>
                </a:lnTo>
                <a:cubicBezTo>
                  <a:pt x="2517" y="11848"/>
                  <a:pt x="2479" y="12059"/>
                  <a:pt x="2438" y="12271"/>
                </a:cubicBezTo>
                <a:cubicBezTo>
                  <a:pt x="2412" y="12405"/>
                  <a:pt x="2384" y="12549"/>
                  <a:pt x="2354" y="12691"/>
                </a:cubicBezTo>
                <a:cubicBezTo>
                  <a:pt x="2319" y="12858"/>
                  <a:pt x="2284" y="13013"/>
                  <a:pt x="2248" y="13160"/>
                </a:cubicBezTo>
                <a:lnTo>
                  <a:pt x="2239" y="13195"/>
                </a:lnTo>
                <a:lnTo>
                  <a:pt x="2235" y="13566"/>
                </a:lnTo>
                <a:lnTo>
                  <a:pt x="2331" y="13148"/>
                </a:lnTo>
                <a:lnTo>
                  <a:pt x="2368" y="12965"/>
                </a:lnTo>
                <a:lnTo>
                  <a:pt x="2431" y="12496"/>
                </a:lnTo>
                <a:lnTo>
                  <a:pt x="2494" y="12272"/>
                </a:lnTo>
                <a:lnTo>
                  <a:pt x="2541" y="12004"/>
                </a:lnTo>
              </a:path>
              <a:path w="21600" h="21600">
                <a:moveTo>
                  <a:pt x="1048" y="11157"/>
                </a:moveTo>
                <a:lnTo>
                  <a:pt x="1045" y="11161"/>
                </a:lnTo>
                <a:lnTo>
                  <a:pt x="1068" y="11262"/>
                </a:lnTo>
              </a:path>
              <a:path w="21600" h="21600">
                <a:moveTo>
                  <a:pt x="724" y="11157"/>
                </a:moveTo>
                <a:lnTo>
                  <a:pt x="644" y="11221"/>
                </a:lnTo>
                <a:lnTo>
                  <a:pt x="540" y="11451"/>
                </a:lnTo>
                <a:lnTo>
                  <a:pt x="277" y="11773"/>
                </a:lnTo>
                <a:lnTo>
                  <a:pt x="367" y="11725"/>
                </a:lnTo>
                <a:lnTo>
                  <a:pt x="659" y="11505"/>
                </a:lnTo>
                <a:lnTo>
                  <a:pt x="688" y="11442"/>
                </a:lnTo>
              </a:path>
              <a:path w="21600" h="21600">
                <a:moveTo>
                  <a:pt x="1097" y="11088"/>
                </a:moveTo>
                <a:lnTo>
                  <a:pt x="1084" y="11107"/>
                </a:lnTo>
                <a:lnTo>
                  <a:pt x="1130" y="11351"/>
                </a:lnTo>
                <a:lnTo>
                  <a:pt x="1140" y="11337"/>
                </a:lnTo>
              </a:path>
              <a:path w="21600" h="21600">
                <a:moveTo>
                  <a:pt x="1360" y="11081"/>
                </a:moveTo>
                <a:lnTo>
                  <a:pt x="1305" y="11178"/>
                </a:lnTo>
                <a:lnTo>
                  <a:pt x="1336" y="11403"/>
                </a:lnTo>
                <a:lnTo>
                  <a:pt x="1369" y="11346"/>
                </a:lnTo>
              </a:path>
              <a:path w="21600" h="21600">
                <a:moveTo>
                  <a:pt x="1987" y="11013"/>
                </a:moveTo>
                <a:lnTo>
                  <a:pt x="1883" y="11456"/>
                </a:lnTo>
                <a:lnTo>
                  <a:pt x="1783" y="11757"/>
                </a:lnTo>
                <a:lnTo>
                  <a:pt x="1769" y="12113"/>
                </a:lnTo>
                <a:lnTo>
                  <a:pt x="1841" y="11912"/>
                </a:lnTo>
                <a:lnTo>
                  <a:pt x="1875" y="11777"/>
                </a:lnTo>
                <a:lnTo>
                  <a:pt x="1891" y="11515"/>
                </a:lnTo>
              </a:path>
              <a:path w="21600" h="21600">
                <a:moveTo>
                  <a:pt x="1155" y="11006"/>
                </a:moveTo>
                <a:lnTo>
                  <a:pt x="1133" y="11038"/>
                </a:lnTo>
                <a:lnTo>
                  <a:pt x="1175" y="11287"/>
                </a:lnTo>
                <a:lnTo>
                  <a:pt x="1194" y="11260"/>
                </a:lnTo>
              </a:path>
              <a:path w="21600" h="21600">
                <a:moveTo>
                  <a:pt x="2540" y="10935"/>
                </a:moveTo>
                <a:lnTo>
                  <a:pt x="2418" y="11198"/>
                </a:lnTo>
                <a:lnTo>
                  <a:pt x="2390" y="11337"/>
                </a:lnTo>
                <a:lnTo>
                  <a:pt x="2366" y="11455"/>
                </a:lnTo>
                <a:cubicBezTo>
                  <a:pt x="2346" y="11555"/>
                  <a:pt x="2326" y="11655"/>
                  <a:pt x="2305" y="11755"/>
                </a:cubicBezTo>
                <a:cubicBezTo>
                  <a:pt x="2269" y="11931"/>
                  <a:pt x="2235" y="12089"/>
                  <a:pt x="2202" y="12234"/>
                </a:cubicBezTo>
                <a:lnTo>
                  <a:pt x="2172" y="12359"/>
                </a:lnTo>
                <a:lnTo>
                  <a:pt x="2121" y="12886"/>
                </a:lnTo>
                <a:lnTo>
                  <a:pt x="2121" y="12926"/>
                </a:lnTo>
                <a:lnTo>
                  <a:pt x="2181" y="12687"/>
                </a:lnTo>
                <a:cubicBezTo>
                  <a:pt x="2215" y="12541"/>
                  <a:pt x="2250" y="12384"/>
                  <a:pt x="2285" y="12215"/>
                </a:cubicBezTo>
                <a:cubicBezTo>
                  <a:pt x="2314" y="12076"/>
                  <a:pt x="2342" y="11936"/>
                  <a:pt x="2369" y="11797"/>
                </a:cubicBezTo>
                <a:cubicBezTo>
                  <a:pt x="2405" y="11620"/>
                  <a:pt x="2437" y="11446"/>
                  <a:pt x="2470" y="11273"/>
                </a:cubicBezTo>
              </a:path>
              <a:path w="21600" h="21600">
                <a:moveTo>
                  <a:pt x="703" y="10893"/>
                </a:moveTo>
                <a:lnTo>
                  <a:pt x="674" y="11139"/>
                </a:lnTo>
                <a:lnTo>
                  <a:pt x="720" y="11101"/>
                </a:lnTo>
              </a:path>
              <a:path w="21600" h="21600">
                <a:moveTo>
                  <a:pt x="1240" y="10887"/>
                </a:moveTo>
                <a:lnTo>
                  <a:pt x="1193" y="10953"/>
                </a:lnTo>
                <a:lnTo>
                  <a:pt x="1232" y="11206"/>
                </a:lnTo>
                <a:lnTo>
                  <a:pt x="1255" y="11173"/>
                </a:lnTo>
                <a:lnTo>
                  <a:pt x="1258" y="11168"/>
                </a:lnTo>
                <a:lnTo>
                  <a:pt x="1253" y="11132"/>
                </a:lnTo>
              </a:path>
              <a:path w="21600" h="21600">
                <a:moveTo>
                  <a:pt x="996" y="10879"/>
                </a:moveTo>
                <a:lnTo>
                  <a:pt x="988" y="10889"/>
                </a:lnTo>
                <a:lnTo>
                  <a:pt x="1033" y="11105"/>
                </a:lnTo>
                <a:lnTo>
                  <a:pt x="1037" y="11099"/>
                </a:lnTo>
              </a:path>
              <a:path w="21600" h="21600">
                <a:moveTo>
                  <a:pt x="659" y="10867"/>
                </a:moveTo>
                <a:lnTo>
                  <a:pt x="586" y="10918"/>
                </a:lnTo>
                <a:lnTo>
                  <a:pt x="483" y="11152"/>
                </a:lnTo>
                <a:lnTo>
                  <a:pt x="249" y="11437"/>
                </a:lnTo>
                <a:lnTo>
                  <a:pt x="467" y="11308"/>
                </a:lnTo>
                <a:lnTo>
                  <a:pt x="606" y="11195"/>
                </a:lnTo>
                <a:lnTo>
                  <a:pt x="628" y="11145"/>
                </a:lnTo>
              </a:path>
              <a:path w="21600" h="21600">
                <a:moveTo>
                  <a:pt x="1485" y="10841"/>
                </a:moveTo>
                <a:lnTo>
                  <a:pt x="1404" y="11003"/>
                </a:lnTo>
                <a:lnTo>
                  <a:pt x="1413" y="11272"/>
                </a:lnTo>
                <a:lnTo>
                  <a:pt x="1420" y="11260"/>
                </a:lnTo>
                <a:lnTo>
                  <a:pt x="1481" y="11107"/>
                </a:lnTo>
                <a:lnTo>
                  <a:pt x="1479" y="10902"/>
                </a:lnTo>
              </a:path>
              <a:path w="21600" h="21600">
                <a:moveTo>
                  <a:pt x="2711" y="10838"/>
                </a:moveTo>
                <a:lnTo>
                  <a:pt x="2640" y="11198"/>
                </a:lnTo>
                <a:lnTo>
                  <a:pt x="2717" y="11042"/>
                </a:lnTo>
                <a:lnTo>
                  <a:pt x="2718" y="11037"/>
                </a:lnTo>
                <a:lnTo>
                  <a:pt x="2718" y="11015"/>
                </a:lnTo>
                <a:lnTo>
                  <a:pt x="2719" y="11004"/>
                </a:lnTo>
              </a:path>
              <a:path w="21600" h="21600">
                <a:moveTo>
                  <a:pt x="1050" y="10814"/>
                </a:moveTo>
                <a:lnTo>
                  <a:pt x="1033" y="10835"/>
                </a:lnTo>
                <a:lnTo>
                  <a:pt x="1073" y="11047"/>
                </a:lnTo>
                <a:lnTo>
                  <a:pt x="1087" y="11027"/>
                </a:lnTo>
              </a:path>
              <a:path w="21600" h="21600">
                <a:moveTo>
                  <a:pt x="1652" y="10802"/>
                </a:moveTo>
                <a:lnTo>
                  <a:pt x="1527" y="11113"/>
                </a:lnTo>
                <a:lnTo>
                  <a:pt x="1530" y="11395"/>
                </a:lnTo>
                <a:lnTo>
                  <a:pt x="1612" y="11210"/>
                </a:lnTo>
                <a:lnTo>
                  <a:pt x="1620" y="11024"/>
                </a:lnTo>
              </a:path>
              <a:path w="21600" h="21600">
                <a:moveTo>
                  <a:pt x="2346" y="10770"/>
                </a:moveTo>
                <a:lnTo>
                  <a:pt x="2226" y="11044"/>
                </a:lnTo>
                <a:cubicBezTo>
                  <a:pt x="2159" y="11267"/>
                  <a:pt x="2107" y="11505"/>
                  <a:pt x="2070" y="11767"/>
                </a:cubicBezTo>
                <a:lnTo>
                  <a:pt x="2037" y="12199"/>
                </a:lnTo>
                <a:lnTo>
                  <a:pt x="2049" y="12160"/>
                </a:lnTo>
                <a:cubicBezTo>
                  <a:pt x="2120" y="11861"/>
                  <a:pt x="2186" y="11549"/>
                  <a:pt x="2241" y="11283"/>
                </a:cubicBezTo>
                <a:lnTo>
                  <a:pt x="2279" y="11096"/>
                </a:lnTo>
                <a:cubicBezTo>
                  <a:pt x="2294" y="11019"/>
                  <a:pt x="2310" y="10943"/>
                  <a:pt x="2326" y="10865"/>
                </a:cubicBezTo>
              </a:path>
              <a:path w="21600" h="21600">
                <a:moveTo>
                  <a:pt x="2906" y="10762"/>
                </a:moveTo>
                <a:lnTo>
                  <a:pt x="2767" y="11043"/>
                </a:lnTo>
                <a:lnTo>
                  <a:pt x="2777" y="11217"/>
                </a:lnTo>
                <a:lnTo>
                  <a:pt x="2820" y="10980"/>
                </a:lnTo>
              </a:path>
              <a:path w="21600" h="21600">
                <a:moveTo>
                  <a:pt x="1348" y="10733"/>
                </a:moveTo>
                <a:lnTo>
                  <a:pt x="1282" y="10827"/>
                </a:lnTo>
                <a:lnTo>
                  <a:pt x="1297" y="11100"/>
                </a:lnTo>
                <a:lnTo>
                  <a:pt x="1352" y="11004"/>
                </a:lnTo>
                <a:lnTo>
                  <a:pt x="1357" y="10993"/>
                </a:lnTo>
              </a:path>
              <a:path w="21600" h="21600">
                <a:moveTo>
                  <a:pt x="1124" y="10726"/>
                </a:moveTo>
                <a:lnTo>
                  <a:pt x="1087" y="10770"/>
                </a:lnTo>
                <a:lnTo>
                  <a:pt x="1122" y="10977"/>
                </a:lnTo>
                <a:lnTo>
                  <a:pt x="1146" y="10944"/>
                </a:lnTo>
                <a:lnTo>
                  <a:pt x="1136" y="10881"/>
                </a:lnTo>
              </a:path>
              <a:path w="21600" h="21600">
                <a:moveTo>
                  <a:pt x="2129" y="10671"/>
                </a:moveTo>
                <a:lnTo>
                  <a:pt x="2073" y="10809"/>
                </a:lnTo>
                <a:cubicBezTo>
                  <a:pt x="2012" y="11027"/>
                  <a:pt x="1967" y="11262"/>
                  <a:pt x="1936" y="11521"/>
                </a:cubicBezTo>
                <a:lnTo>
                  <a:pt x="1935" y="11542"/>
                </a:lnTo>
                <a:lnTo>
                  <a:pt x="2016" y="11223"/>
                </a:lnTo>
              </a:path>
              <a:path w="21600" h="21600">
                <a:moveTo>
                  <a:pt x="894" y="10662"/>
                </a:moveTo>
                <a:lnTo>
                  <a:pt x="892" y="10665"/>
                </a:lnTo>
                <a:lnTo>
                  <a:pt x="929" y="10829"/>
                </a:lnTo>
                <a:lnTo>
                  <a:pt x="931" y="10836"/>
                </a:lnTo>
              </a:path>
              <a:path w="21600" h="21600">
                <a:moveTo>
                  <a:pt x="636" y="10618"/>
                </a:moveTo>
                <a:lnTo>
                  <a:pt x="615" y="10843"/>
                </a:lnTo>
                <a:lnTo>
                  <a:pt x="656" y="10813"/>
                </a:lnTo>
              </a:path>
              <a:path w="21600" h="21600">
                <a:moveTo>
                  <a:pt x="945" y="10612"/>
                </a:moveTo>
                <a:lnTo>
                  <a:pt x="933" y="10624"/>
                </a:lnTo>
                <a:lnTo>
                  <a:pt x="976" y="10834"/>
                </a:lnTo>
                <a:lnTo>
                  <a:pt x="985" y="10823"/>
                </a:lnTo>
              </a:path>
              <a:path w="21600" h="21600">
                <a:moveTo>
                  <a:pt x="595" y="10595"/>
                </a:moveTo>
                <a:lnTo>
                  <a:pt x="529" y="10641"/>
                </a:lnTo>
                <a:lnTo>
                  <a:pt x="426" y="10852"/>
                </a:lnTo>
                <a:lnTo>
                  <a:pt x="189" y="11141"/>
                </a:lnTo>
                <a:lnTo>
                  <a:pt x="210" y="11130"/>
                </a:lnTo>
                <a:lnTo>
                  <a:pt x="551" y="10888"/>
                </a:lnTo>
                <a:lnTo>
                  <a:pt x="570" y="10846"/>
                </a:lnTo>
              </a:path>
              <a:path w="21600" h="21600">
                <a:moveTo>
                  <a:pt x="2699" y="10593"/>
                </a:moveTo>
                <a:lnTo>
                  <a:pt x="2622" y="10759"/>
                </a:lnTo>
                <a:lnTo>
                  <a:pt x="2513" y="11282"/>
                </a:lnTo>
                <a:lnTo>
                  <a:pt x="2414" y="11798"/>
                </a:lnTo>
                <a:lnTo>
                  <a:pt x="2492" y="11498"/>
                </a:lnTo>
                <a:lnTo>
                  <a:pt x="2563" y="11356"/>
                </a:lnTo>
                <a:lnTo>
                  <a:pt x="2700" y="10650"/>
                </a:lnTo>
                <a:lnTo>
                  <a:pt x="2698" y="10600"/>
                </a:lnTo>
              </a:path>
              <a:path w="21600" h="21600">
                <a:moveTo>
                  <a:pt x="1223" y="10575"/>
                </a:moveTo>
                <a:lnTo>
                  <a:pt x="1165" y="10673"/>
                </a:lnTo>
                <a:lnTo>
                  <a:pt x="1181" y="10876"/>
                </a:lnTo>
                <a:lnTo>
                  <a:pt x="1183" y="10890"/>
                </a:lnTo>
                <a:lnTo>
                  <a:pt x="1236" y="10814"/>
                </a:lnTo>
              </a:path>
              <a:path w="21600" h="21600">
                <a:moveTo>
                  <a:pt x="1930" y="10543"/>
                </a:moveTo>
                <a:lnTo>
                  <a:pt x="1918" y="10574"/>
                </a:lnTo>
                <a:lnTo>
                  <a:pt x="1901" y="10675"/>
                </a:lnTo>
              </a:path>
              <a:path w="21600" h="21600">
                <a:moveTo>
                  <a:pt x="1009" y="10536"/>
                </a:moveTo>
                <a:lnTo>
                  <a:pt x="983" y="10571"/>
                </a:lnTo>
                <a:lnTo>
                  <a:pt x="1022" y="10779"/>
                </a:lnTo>
                <a:lnTo>
                  <a:pt x="1041" y="10756"/>
                </a:lnTo>
                <a:lnTo>
                  <a:pt x="1019" y="10630"/>
                </a:lnTo>
              </a:path>
              <a:path w="21600" h="21600">
                <a:moveTo>
                  <a:pt x="1100" y="10415"/>
                </a:moveTo>
                <a:lnTo>
                  <a:pt x="1048" y="10484"/>
                </a:lnTo>
                <a:lnTo>
                  <a:pt x="1062" y="10625"/>
                </a:lnTo>
                <a:lnTo>
                  <a:pt x="1077" y="10712"/>
                </a:lnTo>
                <a:lnTo>
                  <a:pt x="1119" y="10662"/>
                </a:lnTo>
              </a:path>
              <a:path w="21600" h="21600">
                <a:moveTo>
                  <a:pt x="2694" y="10410"/>
                </a:moveTo>
                <a:lnTo>
                  <a:pt x="2661" y="10570"/>
                </a:lnTo>
                <a:lnTo>
                  <a:pt x="2700" y="10486"/>
                </a:lnTo>
              </a:path>
              <a:path w="21600" h="21600">
                <a:moveTo>
                  <a:pt x="835" y="10376"/>
                </a:moveTo>
                <a:lnTo>
                  <a:pt x="827" y="10384"/>
                </a:lnTo>
                <a:lnTo>
                  <a:pt x="879" y="10612"/>
                </a:lnTo>
                <a:lnTo>
                  <a:pt x="883" y="10608"/>
                </a:lnTo>
              </a:path>
              <a:path w="21600" h="21600">
                <a:moveTo>
                  <a:pt x="573" y="10349"/>
                </a:moveTo>
                <a:lnTo>
                  <a:pt x="578" y="10407"/>
                </a:lnTo>
                <a:lnTo>
                  <a:pt x="546" y="10573"/>
                </a:lnTo>
                <a:lnTo>
                  <a:pt x="596" y="10537"/>
                </a:lnTo>
              </a:path>
              <a:path w="21600" h="21600">
                <a:moveTo>
                  <a:pt x="1539" y="10337"/>
                </a:moveTo>
                <a:lnTo>
                  <a:pt x="1537" y="10344"/>
                </a:lnTo>
                <a:cubicBezTo>
                  <a:pt x="1502" y="10425"/>
                  <a:pt x="1470" y="10496"/>
                  <a:pt x="1439" y="10559"/>
                </a:cubicBezTo>
                <a:lnTo>
                  <a:pt x="1392" y="10651"/>
                </a:lnTo>
                <a:lnTo>
                  <a:pt x="1400" y="10907"/>
                </a:lnTo>
                <a:lnTo>
                  <a:pt x="1458" y="10794"/>
                </a:lnTo>
                <a:lnTo>
                  <a:pt x="1504" y="10667"/>
                </a:lnTo>
              </a:path>
              <a:path w="21600" h="21600">
                <a:moveTo>
                  <a:pt x="529" y="10326"/>
                </a:moveTo>
                <a:lnTo>
                  <a:pt x="517" y="10335"/>
                </a:lnTo>
                <a:lnTo>
                  <a:pt x="453" y="10375"/>
                </a:lnTo>
                <a:lnTo>
                  <a:pt x="367" y="10551"/>
                </a:lnTo>
                <a:lnTo>
                  <a:pt x="130" y="10839"/>
                </a:lnTo>
                <a:lnTo>
                  <a:pt x="349" y="10715"/>
                </a:lnTo>
                <a:lnTo>
                  <a:pt x="477" y="10623"/>
                </a:lnTo>
                <a:lnTo>
                  <a:pt x="511" y="10546"/>
                </a:lnTo>
              </a:path>
              <a:path w="21600" h="21600">
                <a:moveTo>
                  <a:pt x="1372" y="10320"/>
                </a:moveTo>
                <a:lnTo>
                  <a:pt x="1264" y="10505"/>
                </a:lnTo>
                <a:lnTo>
                  <a:pt x="1278" y="10754"/>
                </a:lnTo>
                <a:lnTo>
                  <a:pt x="1310" y="10709"/>
                </a:lnTo>
                <a:lnTo>
                  <a:pt x="1346" y="10638"/>
                </a:lnTo>
              </a:path>
              <a:path w="21600" h="21600">
                <a:moveTo>
                  <a:pt x="893" y="10317"/>
                </a:moveTo>
                <a:lnTo>
                  <a:pt x="873" y="10337"/>
                </a:lnTo>
                <a:lnTo>
                  <a:pt x="921" y="10570"/>
                </a:lnTo>
                <a:lnTo>
                  <a:pt x="934" y="10556"/>
                </a:lnTo>
                <a:lnTo>
                  <a:pt x="901" y="10380"/>
                </a:lnTo>
              </a:path>
              <a:path w="21600" h="21600">
                <a:moveTo>
                  <a:pt x="1221" y="10254"/>
                </a:moveTo>
                <a:lnTo>
                  <a:pt x="1141" y="10360"/>
                </a:lnTo>
                <a:lnTo>
                  <a:pt x="1159" y="10595"/>
                </a:lnTo>
                <a:lnTo>
                  <a:pt x="1218" y="10494"/>
                </a:lnTo>
                <a:lnTo>
                  <a:pt x="1213" y="10397"/>
                </a:lnTo>
              </a:path>
              <a:path w="21600" h="21600">
                <a:moveTo>
                  <a:pt x="2580" y="10235"/>
                </a:moveTo>
                <a:lnTo>
                  <a:pt x="2427" y="10583"/>
                </a:lnTo>
                <a:lnTo>
                  <a:pt x="2424" y="10597"/>
                </a:lnTo>
                <a:cubicBezTo>
                  <a:pt x="2406" y="10689"/>
                  <a:pt x="2387" y="10781"/>
                  <a:pt x="2368" y="10873"/>
                </a:cubicBezTo>
                <a:cubicBezTo>
                  <a:pt x="2352" y="10950"/>
                  <a:pt x="2336" y="11027"/>
                  <a:pt x="2320" y="11103"/>
                </a:cubicBezTo>
                <a:lnTo>
                  <a:pt x="2282" y="11290"/>
                </a:lnTo>
                <a:cubicBezTo>
                  <a:pt x="2228" y="11556"/>
                  <a:pt x="2162" y="11868"/>
                  <a:pt x="2090" y="12168"/>
                </a:cubicBezTo>
                <a:lnTo>
                  <a:pt x="2021" y="12406"/>
                </a:lnTo>
                <a:lnTo>
                  <a:pt x="2004" y="12635"/>
                </a:lnTo>
                <a:lnTo>
                  <a:pt x="2007" y="12819"/>
                </a:lnTo>
                <a:lnTo>
                  <a:pt x="2064" y="12628"/>
                </a:lnTo>
                <a:lnTo>
                  <a:pt x="2126" y="12367"/>
                </a:lnTo>
                <a:lnTo>
                  <a:pt x="2161" y="12004"/>
                </a:lnTo>
                <a:cubicBezTo>
                  <a:pt x="2204" y="11738"/>
                  <a:pt x="2263" y="11494"/>
                  <a:pt x="2338" y="11264"/>
                </a:cubicBezTo>
                <a:lnTo>
                  <a:pt x="2378" y="11177"/>
                </a:lnTo>
                <a:lnTo>
                  <a:pt x="2429" y="10924"/>
                </a:lnTo>
              </a:path>
              <a:path w="21600" h="21600">
                <a:moveTo>
                  <a:pt x="978" y="10230"/>
                </a:moveTo>
                <a:lnTo>
                  <a:pt x="933" y="10276"/>
                </a:lnTo>
                <a:lnTo>
                  <a:pt x="945" y="10373"/>
                </a:lnTo>
                <a:lnTo>
                  <a:pt x="971" y="10509"/>
                </a:lnTo>
                <a:lnTo>
                  <a:pt x="1002" y="10468"/>
                </a:lnTo>
              </a:path>
              <a:path w="21600" h="21600">
                <a:moveTo>
                  <a:pt x="728" y="10153"/>
                </a:moveTo>
                <a:lnTo>
                  <a:pt x="726" y="10156"/>
                </a:lnTo>
                <a:lnTo>
                  <a:pt x="761" y="10297"/>
                </a:lnTo>
              </a:path>
              <a:path w="21600" h="21600">
                <a:moveTo>
                  <a:pt x="12246" y="10131"/>
                </a:moveTo>
                <a:lnTo>
                  <a:pt x="12507" y="10185"/>
                </a:lnTo>
                <a:lnTo>
                  <a:pt x="12622" y="10181"/>
                </a:lnTo>
              </a:path>
              <a:path w="21600" h="21600">
                <a:moveTo>
                  <a:pt x="1078" y="10126"/>
                </a:moveTo>
                <a:lnTo>
                  <a:pt x="1076" y="10130"/>
                </a:lnTo>
                <a:lnTo>
                  <a:pt x="1018" y="10189"/>
                </a:lnTo>
                <a:lnTo>
                  <a:pt x="1041" y="10416"/>
                </a:lnTo>
                <a:lnTo>
                  <a:pt x="1094" y="10345"/>
                </a:lnTo>
                <a:lnTo>
                  <a:pt x="1078" y="10140"/>
                </a:lnTo>
              </a:path>
              <a:path w="21600" h="21600">
                <a:moveTo>
                  <a:pt x="515" y="10115"/>
                </a:moveTo>
                <a:lnTo>
                  <a:pt x="479" y="10309"/>
                </a:lnTo>
                <a:lnTo>
                  <a:pt x="491" y="10301"/>
                </a:lnTo>
                <a:lnTo>
                  <a:pt x="534" y="10269"/>
                </a:lnTo>
                <a:lnTo>
                  <a:pt x="535" y="10260"/>
                </a:lnTo>
              </a:path>
              <a:path w="21600" h="21600">
                <a:moveTo>
                  <a:pt x="779" y="10100"/>
                </a:moveTo>
                <a:lnTo>
                  <a:pt x="766" y="10114"/>
                </a:lnTo>
                <a:lnTo>
                  <a:pt x="816" y="10335"/>
                </a:lnTo>
                <a:lnTo>
                  <a:pt x="825" y="10327"/>
                </a:lnTo>
                <a:lnTo>
                  <a:pt x="783" y="10129"/>
                </a:lnTo>
              </a:path>
              <a:path w="21600" h="21600">
                <a:moveTo>
                  <a:pt x="465" y="10056"/>
                </a:moveTo>
                <a:lnTo>
                  <a:pt x="440" y="10072"/>
                </a:lnTo>
                <a:lnTo>
                  <a:pt x="381" y="10098"/>
                </a:lnTo>
                <a:lnTo>
                  <a:pt x="306" y="10252"/>
                </a:lnTo>
                <a:lnTo>
                  <a:pt x="91" y="10511"/>
                </a:lnTo>
                <a:lnTo>
                  <a:pt x="268" y="10440"/>
                </a:lnTo>
                <a:lnTo>
                  <a:pt x="405" y="10355"/>
                </a:lnTo>
                <a:lnTo>
                  <a:pt x="452" y="10247"/>
                </a:lnTo>
              </a:path>
              <a:path w="21600" h="21600">
                <a:moveTo>
                  <a:pt x="2686" y="10051"/>
                </a:moveTo>
                <a:lnTo>
                  <a:pt x="2652" y="10103"/>
                </a:lnTo>
                <a:lnTo>
                  <a:pt x="2471" y="10929"/>
                </a:lnTo>
                <a:lnTo>
                  <a:pt x="2454" y="11013"/>
                </a:lnTo>
                <a:lnTo>
                  <a:pt x="2579" y="10746"/>
                </a:lnTo>
                <a:lnTo>
                  <a:pt x="2682" y="10251"/>
                </a:lnTo>
                <a:lnTo>
                  <a:pt x="2676" y="10187"/>
                </a:lnTo>
                <a:lnTo>
                  <a:pt x="2690" y="10096"/>
                </a:lnTo>
              </a:path>
              <a:path w="21600" h="21600">
                <a:moveTo>
                  <a:pt x="2386" y="10041"/>
                </a:moveTo>
                <a:lnTo>
                  <a:pt x="2228" y="10429"/>
                </a:lnTo>
                <a:lnTo>
                  <a:pt x="2193" y="10602"/>
                </a:lnTo>
                <a:cubicBezTo>
                  <a:pt x="2148" y="10821"/>
                  <a:pt x="2107" y="11028"/>
                  <a:pt x="2063" y="11232"/>
                </a:cubicBezTo>
                <a:lnTo>
                  <a:pt x="1920" y="11795"/>
                </a:lnTo>
                <a:lnTo>
                  <a:pt x="1898" y="12191"/>
                </a:lnTo>
                <a:lnTo>
                  <a:pt x="2033" y="11691"/>
                </a:lnTo>
                <a:cubicBezTo>
                  <a:pt x="2098" y="11401"/>
                  <a:pt x="2162" y="11090"/>
                  <a:pt x="2218" y="10815"/>
                </a:cubicBezTo>
                <a:lnTo>
                  <a:pt x="2234" y="10736"/>
                </a:lnTo>
                <a:cubicBezTo>
                  <a:pt x="2257" y="10624"/>
                  <a:pt x="2280" y="10512"/>
                  <a:pt x="2304" y="10399"/>
                </a:cubicBezTo>
                <a:lnTo>
                  <a:pt x="2330" y="10274"/>
                </a:lnTo>
              </a:path>
              <a:path w="21600" h="21600">
                <a:moveTo>
                  <a:pt x="856" y="10020"/>
                </a:moveTo>
                <a:lnTo>
                  <a:pt x="819" y="10059"/>
                </a:lnTo>
                <a:lnTo>
                  <a:pt x="828" y="10122"/>
                </a:lnTo>
                <a:lnTo>
                  <a:pt x="863" y="10287"/>
                </a:lnTo>
                <a:lnTo>
                  <a:pt x="886" y="10263"/>
                </a:lnTo>
              </a:path>
              <a:path w="21600" h="21600">
                <a:moveTo>
                  <a:pt x="13638" y="9965"/>
                </a:moveTo>
                <a:cubicBezTo>
                  <a:pt x="13634" y="9969"/>
                  <a:pt x="13629" y="9973"/>
                  <a:pt x="13624" y="9976"/>
                </a:cubicBezTo>
                <a:cubicBezTo>
                  <a:pt x="13345" y="10200"/>
                  <a:pt x="12966" y="10285"/>
                  <a:pt x="12500" y="10229"/>
                </a:cubicBezTo>
                <a:lnTo>
                  <a:pt x="12043" y="10142"/>
                </a:lnTo>
                <a:lnTo>
                  <a:pt x="12042" y="10142"/>
                </a:lnTo>
                <a:lnTo>
                  <a:pt x="12042" y="10142"/>
                </a:lnTo>
                <a:lnTo>
                  <a:pt x="12043" y="10142"/>
                </a:lnTo>
                <a:lnTo>
                  <a:pt x="12365" y="10236"/>
                </a:lnTo>
                <a:cubicBezTo>
                  <a:pt x="12720" y="10323"/>
                  <a:pt x="13022" y="10323"/>
                  <a:pt x="13261" y="10233"/>
                </a:cubicBezTo>
                <a:cubicBezTo>
                  <a:pt x="13394" y="10183"/>
                  <a:pt x="13511" y="10105"/>
                  <a:pt x="13608" y="10000"/>
                </a:cubicBezTo>
                <a:cubicBezTo>
                  <a:pt x="13618" y="9989"/>
                  <a:pt x="13628" y="9977"/>
                  <a:pt x="13638" y="9965"/>
                </a:cubicBezTo>
              </a:path>
              <a:path w="21600" h="21600">
                <a:moveTo>
                  <a:pt x="3111" y="9929"/>
                </a:moveTo>
                <a:lnTo>
                  <a:pt x="3104" y="9938"/>
                </a:lnTo>
                <a:cubicBezTo>
                  <a:pt x="2997" y="10078"/>
                  <a:pt x="2892" y="10231"/>
                  <a:pt x="2789" y="10400"/>
                </a:cubicBezTo>
                <a:lnTo>
                  <a:pt x="2772" y="10436"/>
                </a:lnTo>
                <a:lnTo>
                  <a:pt x="2777" y="10487"/>
                </a:lnTo>
                <a:cubicBezTo>
                  <a:pt x="2782" y="10509"/>
                  <a:pt x="2777" y="10527"/>
                  <a:pt x="2770" y="10547"/>
                </a:cubicBezTo>
                <a:cubicBezTo>
                  <a:pt x="2767" y="10556"/>
                  <a:pt x="2764" y="10566"/>
                  <a:pt x="2761" y="10577"/>
                </a:cubicBezTo>
                <a:lnTo>
                  <a:pt x="2754" y="10614"/>
                </a:lnTo>
                <a:lnTo>
                  <a:pt x="2765" y="10744"/>
                </a:lnTo>
                <a:lnTo>
                  <a:pt x="2792" y="10589"/>
                </a:lnTo>
                <a:cubicBezTo>
                  <a:pt x="2833" y="10434"/>
                  <a:pt x="2895" y="10281"/>
                  <a:pt x="2975" y="10131"/>
                </a:cubicBezTo>
              </a:path>
              <a:path w="21600" h="21600">
                <a:moveTo>
                  <a:pt x="2164" y="9927"/>
                </a:moveTo>
                <a:lnTo>
                  <a:pt x="2034" y="10268"/>
                </a:lnTo>
                <a:lnTo>
                  <a:pt x="2029" y="10295"/>
                </a:lnTo>
                <a:cubicBezTo>
                  <a:pt x="1979" y="10561"/>
                  <a:pt x="1929" y="10790"/>
                  <a:pt x="1878" y="10992"/>
                </a:cubicBezTo>
                <a:lnTo>
                  <a:pt x="1812" y="11206"/>
                </a:lnTo>
                <a:lnTo>
                  <a:pt x="1801" y="11275"/>
                </a:lnTo>
                <a:lnTo>
                  <a:pt x="1789" y="11594"/>
                </a:lnTo>
                <a:lnTo>
                  <a:pt x="1839" y="11444"/>
                </a:lnTo>
                <a:cubicBezTo>
                  <a:pt x="1895" y="11243"/>
                  <a:pt x="1947" y="11017"/>
                  <a:pt x="2000" y="10755"/>
                </a:cubicBezTo>
                <a:cubicBezTo>
                  <a:pt x="2028" y="10615"/>
                  <a:pt x="2056" y="10472"/>
                  <a:pt x="2085" y="10327"/>
                </a:cubicBezTo>
              </a:path>
              <a:path w="21600" h="21600">
                <a:moveTo>
                  <a:pt x="947" y="9926"/>
                </a:moveTo>
                <a:lnTo>
                  <a:pt x="895" y="9979"/>
                </a:lnTo>
                <a:lnTo>
                  <a:pt x="926" y="10222"/>
                </a:lnTo>
                <a:lnTo>
                  <a:pt x="972" y="10174"/>
                </a:lnTo>
              </a:path>
              <a:path w="21600" h="21600">
                <a:moveTo>
                  <a:pt x="672" y="9909"/>
                </a:moveTo>
                <a:lnTo>
                  <a:pt x="666" y="9915"/>
                </a:lnTo>
                <a:lnTo>
                  <a:pt x="713" y="10105"/>
                </a:lnTo>
                <a:lnTo>
                  <a:pt x="716" y="10102"/>
                </a:lnTo>
              </a:path>
              <a:path w="21600" h="21600">
                <a:moveTo>
                  <a:pt x="1406" y="9908"/>
                </a:moveTo>
                <a:lnTo>
                  <a:pt x="1271" y="10167"/>
                </a:lnTo>
                <a:lnTo>
                  <a:pt x="1258" y="10397"/>
                </a:lnTo>
                <a:lnTo>
                  <a:pt x="1259" y="10424"/>
                </a:lnTo>
                <a:lnTo>
                  <a:pt x="1364" y="10245"/>
                </a:lnTo>
                <a:lnTo>
                  <a:pt x="1382" y="10204"/>
                </a:lnTo>
              </a:path>
              <a:path w="21600" h="21600">
                <a:moveTo>
                  <a:pt x="1242" y="9881"/>
                </a:moveTo>
                <a:lnTo>
                  <a:pt x="1126" y="10054"/>
                </a:lnTo>
                <a:lnTo>
                  <a:pt x="1124" y="10139"/>
                </a:lnTo>
                <a:lnTo>
                  <a:pt x="1135" y="10290"/>
                </a:lnTo>
                <a:lnTo>
                  <a:pt x="1198" y="10207"/>
                </a:lnTo>
                <a:lnTo>
                  <a:pt x="1226" y="10152"/>
                </a:lnTo>
              </a:path>
              <a:path w="21600" h="21600">
                <a:moveTo>
                  <a:pt x="11737" y="9847"/>
                </a:moveTo>
                <a:lnTo>
                  <a:pt x="11934" y="9910"/>
                </a:lnTo>
                <a:cubicBezTo>
                  <a:pt x="12097" y="9953"/>
                  <a:pt x="12248" y="9974"/>
                  <a:pt x="12385" y="9973"/>
                </a:cubicBezTo>
                <a:lnTo>
                  <a:pt x="12595" y="9935"/>
                </a:lnTo>
                <a:lnTo>
                  <a:pt x="12230" y="9950"/>
                </a:lnTo>
              </a:path>
              <a:path w="21600" h="21600">
                <a:moveTo>
                  <a:pt x="741" y="9846"/>
                </a:moveTo>
                <a:lnTo>
                  <a:pt x="711" y="9873"/>
                </a:lnTo>
                <a:lnTo>
                  <a:pt x="754" y="10062"/>
                </a:lnTo>
                <a:lnTo>
                  <a:pt x="771" y="10044"/>
                </a:lnTo>
              </a:path>
              <a:path w="21600" h="21600">
                <a:moveTo>
                  <a:pt x="450" y="9823"/>
                </a:moveTo>
                <a:lnTo>
                  <a:pt x="413" y="10031"/>
                </a:lnTo>
                <a:lnTo>
                  <a:pt x="410" y="10038"/>
                </a:lnTo>
                <a:lnTo>
                  <a:pt x="416" y="10035"/>
                </a:lnTo>
                <a:lnTo>
                  <a:pt x="469" y="10001"/>
                </a:lnTo>
                <a:lnTo>
                  <a:pt x="472" y="9961"/>
                </a:lnTo>
              </a:path>
              <a:path w="21600" h="21600">
                <a:moveTo>
                  <a:pt x="1089" y="9778"/>
                </a:moveTo>
                <a:lnTo>
                  <a:pt x="989" y="9882"/>
                </a:lnTo>
                <a:lnTo>
                  <a:pt x="989" y="9909"/>
                </a:lnTo>
                <a:lnTo>
                  <a:pt x="1012" y="10133"/>
                </a:lnTo>
                <a:lnTo>
                  <a:pt x="1040" y="10104"/>
                </a:lnTo>
                <a:lnTo>
                  <a:pt x="1081" y="10043"/>
                </a:lnTo>
              </a:path>
              <a:path w="21600" h="21600">
                <a:moveTo>
                  <a:pt x="400" y="9776"/>
                </a:moveTo>
                <a:lnTo>
                  <a:pt x="318" y="9811"/>
                </a:lnTo>
                <a:lnTo>
                  <a:pt x="249" y="9954"/>
                </a:lnTo>
                <a:lnTo>
                  <a:pt x="45" y="10199"/>
                </a:lnTo>
                <a:lnTo>
                  <a:pt x="338" y="10070"/>
                </a:lnTo>
                <a:lnTo>
                  <a:pt x="391" y="9946"/>
                </a:lnTo>
              </a:path>
              <a:path w="21600" h="21600">
                <a:moveTo>
                  <a:pt x="824" y="9769"/>
                </a:moveTo>
                <a:lnTo>
                  <a:pt x="781" y="9808"/>
                </a:lnTo>
                <a:lnTo>
                  <a:pt x="810" y="10003"/>
                </a:lnTo>
                <a:lnTo>
                  <a:pt x="848" y="9963"/>
                </a:lnTo>
              </a:path>
              <a:path w="21600" h="21600">
                <a:moveTo>
                  <a:pt x="561" y="9685"/>
                </a:moveTo>
                <a:lnTo>
                  <a:pt x="560" y="9686"/>
                </a:lnTo>
                <a:lnTo>
                  <a:pt x="573" y="9734"/>
                </a:lnTo>
              </a:path>
              <a:path w="21600" h="21600">
                <a:moveTo>
                  <a:pt x="1995" y="9682"/>
                </a:moveTo>
                <a:lnTo>
                  <a:pt x="1878" y="10015"/>
                </a:lnTo>
                <a:lnTo>
                  <a:pt x="1735" y="10594"/>
                </a:lnTo>
                <a:lnTo>
                  <a:pt x="1723" y="10625"/>
                </a:lnTo>
                <a:lnTo>
                  <a:pt x="1665" y="11029"/>
                </a:lnTo>
                <a:lnTo>
                  <a:pt x="1662" y="11095"/>
                </a:lnTo>
                <a:lnTo>
                  <a:pt x="1682" y="11050"/>
                </a:lnTo>
                <a:cubicBezTo>
                  <a:pt x="1816" y="10651"/>
                  <a:pt x="1903" y="10204"/>
                  <a:pt x="1970" y="9819"/>
                </a:cubicBezTo>
                <a:lnTo>
                  <a:pt x="1983" y="9745"/>
                </a:lnTo>
              </a:path>
              <a:path w="21600" h="21600">
                <a:moveTo>
                  <a:pt x="2594" y="9668"/>
                </a:moveTo>
                <a:lnTo>
                  <a:pt x="2475" y="9864"/>
                </a:lnTo>
                <a:lnTo>
                  <a:pt x="2375" y="10281"/>
                </a:lnTo>
                <a:lnTo>
                  <a:pt x="2349" y="10406"/>
                </a:lnTo>
                <a:cubicBezTo>
                  <a:pt x="2325" y="10518"/>
                  <a:pt x="2302" y="10630"/>
                  <a:pt x="2279" y="10743"/>
                </a:cubicBezTo>
                <a:lnTo>
                  <a:pt x="2263" y="10822"/>
                </a:lnTo>
                <a:lnTo>
                  <a:pt x="2251" y="10876"/>
                </a:lnTo>
                <a:lnTo>
                  <a:pt x="2390" y="10559"/>
                </a:lnTo>
              </a:path>
              <a:path w="21600" h="21600">
                <a:moveTo>
                  <a:pt x="946" y="9656"/>
                </a:moveTo>
                <a:lnTo>
                  <a:pt x="864" y="9731"/>
                </a:lnTo>
                <a:lnTo>
                  <a:pt x="888" y="9921"/>
                </a:lnTo>
                <a:lnTo>
                  <a:pt x="945" y="9861"/>
                </a:lnTo>
              </a:path>
              <a:path w="21600" h="21600">
                <a:moveTo>
                  <a:pt x="623" y="9642"/>
                </a:moveTo>
                <a:lnTo>
                  <a:pt x="602" y="9658"/>
                </a:lnTo>
                <a:lnTo>
                  <a:pt x="654" y="9865"/>
                </a:lnTo>
                <a:lnTo>
                  <a:pt x="662" y="9858"/>
                </a:lnTo>
              </a:path>
              <a:path w="21600" h="21600">
                <a:moveTo>
                  <a:pt x="3774" y="9619"/>
                </a:moveTo>
                <a:lnTo>
                  <a:pt x="3746" y="9640"/>
                </a:lnTo>
                <a:lnTo>
                  <a:pt x="3735" y="9652"/>
                </a:lnTo>
              </a:path>
              <a:path w="21600" h="21600">
                <a:moveTo>
                  <a:pt x="701" y="9583"/>
                </a:moveTo>
                <a:lnTo>
                  <a:pt x="664" y="9611"/>
                </a:lnTo>
                <a:lnTo>
                  <a:pt x="702" y="9821"/>
                </a:lnTo>
                <a:lnTo>
                  <a:pt x="733" y="9792"/>
                </a:lnTo>
              </a:path>
              <a:path w="21600" h="21600">
                <a:moveTo>
                  <a:pt x="382" y="9574"/>
                </a:moveTo>
                <a:lnTo>
                  <a:pt x="355" y="9733"/>
                </a:lnTo>
                <a:lnTo>
                  <a:pt x="347" y="9750"/>
                </a:lnTo>
                <a:lnTo>
                  <a:pt x="402" y="9726"/>
                </a:lnTo>
                <a:lnTo>
                  <a:pt x="406" y="9657"/>
                </a:lnTo>
              </a:path>
              <a:path w="21600" h="21600">
                <a:moveTo>
                  <a:pt x="2662" y="9563"/>
                </a:moveTo>
                <a:lnTo>
                  <a:pt x="2481" y="10350"/>
                </a:lnTo>
                <a:lnTo>
                  <a:pt x="2567" y="10152"/>
                </a:lnTo>
                <a:lnTo>
                  <a:pt x="2613" y="10081"/>
                </a:lnTo>
                <a:lnTo>
                  <a:pt x="2664" y="9848"/>
                </a:lnTo>
                <a:lnTo>
                  <a:pt x="2657" y="9775"/>
                </a:lnTo>
                <a:lnTo>
                  <a:pt x="2674" y="9652"/>
                </a:lnTo>
              </a:path>
              <a:path w="21600" h="21600">
                <a:moveTo>
                  <a:pt x="11419" y="9553"/>
                </a:moveTo>
                <a:lnTo>
                  <a:pt x="11503" y="9582"/>
                </a:lnTo>
                <a:lnTo>
                  <a:pt x="11658" y="9605"/>
                </a:lnTo>
              </a:path>
              <a:path w="21600" h="21600">
                <a:moveTo>
                  <a:pt x="806" y="9503"/>
                </a:moveTo>
                <a:lnTo>
                  <a:pt x="804" y="9505"/>
                </a:lnTo>
                <a:lnTo>
                  <a:pt x="742" y="9552"/>
                </a:lnTo>
                <a:lnTo>
                  <a:pt x="773" y="9755"/>
                </a:lnTo>
                <a:lnTo>
                  <a:pt x="817" y="9714"/>
                </a:lnTo>
                <a:lnTo>
                  <a:pt x="809" y="9654"/>
                </a:lnTo>
              </a:path>
              <a:path w="21600" h="21600">
                <a:moveTo>
                  <a:pt x="1291" y="9493"/>
                </a:moveTo>
                <a:lnTo>
                  <a:pt x="1179" y="9684"/>
                </a:lnTo>
                <a:lnTo>
                  <a:pt x="1136" y="9729"/>
                </a:lnTo>
                <a:lnTo>
                  <a:pt x="1129" y="9971"/>
                </a:lnTo>
                <a:lnTo>
                  <a:pt x="1247" y="9795"/>
                </a:lnTo>
                <a:lnTo>
                  <a:pt x="1256" y="9632"/>
                </a:lnTo>
              </a:path>
              <a:path w="21600" h="21600">
                <a:moveTo>
                  <a:pt x="1099" y="9475"/>
                </a:moveTo>
                <a:lnTo>
                  <a:pt x="1001" y="9604"/>
                </a:lnTo>
                <a:lnTo>
                  <a:pt x="989" y="9615"/>
                </a:lnTo>
                <a:lnTo>
                  <a:pt x="989" y="9816"/>
                </a:lnTo>
                <a:lnTo>
                  <a:pt x="1091" y="9708"/>
                </a:lnTo>
              </a:path>
              <a:path w="21600" h="21600">
                <a:moveTo>
                  <a:pt x="13586" y="9470"/>
                </a:moveTo>
                <a:cubicBezTo>
                  <a:pt x="13517" y="9551"/>
                  <a:pt x="13439" y="9627"/>
                  <a:pt x="13351" y="9696"/>
                </a:cubicBezTo>
                <a:cubicBezTo>
                  <a:pt x="13211" y="9806"/>
                  <a:pt x="13047" y="9883"/>
                  <a:pt x="12859" y="9925"/>
                </a:cubicBezTo>
                <a:lnTo>
                  <a:pt x="12800" y="9927"/>
                </a:lnTo>
                <a:lnTo>
                  <a:pt x="12774" y="9946"/>
                </a:lnTo>
                <a:cubicBezTo>
                  <a:pt x="12544" y="10037"/>
                  <a:pt x="12257" y="10039"/>
                  <a:pt x="11921" y="9951"/>
                </a:cubicBezTo>
                <a:cubicBezTo>
                  <a:pt x="11806" y="9921"/>
                  <a:pt x="11688" y="9884"/>
                  <a:pt x="11562" y="9836"/>
                </a:cubicBezTo>
                <a:lnTo>
                  <a:pt x="11185" y="9675"/>
                </a:lnTo>
                <a:lnTo>
                  <a:pt x="10960" y="9596"/>
                </a:lnTo>
                <a:cubicBezTo>
                  <a:pt x="11091" y="9660"/>
                  <a:pt x="11225" y="9724"/>
                  <a:pt x="11357" y="9785"/>
                </a:cubicBezTo>
                <a:cubicBezTo>
                  <a:pt x="11662" y="9922"/>
                  <a:pt x="11913" y="10014"/>
                  <a:pt x="12149" y="10073"/>
                </a:cubicBezTo>
                <a:cubicBezTo>
                  <a:pt x="12490" y="10159"/>
                  <a:pt x="12780" y="10158"/>
                  <a:pt x="13010" y="10070"/>
                </a:cubicBezTo>
                <a:cubicBezTo>
                  <a:pt x="13137" y="10020"/>
                  <a:pt x="13249" y="9943"/>
                  <a:pt x="13341" y="9840"/>
                </a:cubicBezTo>
                <a:cubicBezTo>
                  <a:pt x="13441" y="9728"/>
                  <a:pt x="13522" y="9604"/>
                  <a:pt x="13586" y="9470"/>
                </a:cubicBezTo>
              </a:path>
              <a:path w="21600" h="21600">
                <a:moveTo>
                  <a:pt x="2385" y="9466"/>
                </a:moveTo>
                <a:lnTo>
                  <a:pt x="2260" y="9688"/>
                </a:lnTo>
                <a:lnTo>
                  <a:pt x="2218" y="9890"/>
                </a:lnTo>
                <a:cubicBezTo>
                  <a:pt x="2187" y="10040"/>
                  <a:pt x="2158" y="10188"/>
                  <a:pt x="2130" y="10335"/>
                </a:cubicBezTo>
                <a:lnTo>
                  <a:pt x="2049" y="10747"/>
                </a:lnTo>
                <a:lnTo>
                  <a:pt x="2178" y="10431"/>
                </a:lnTo>
                <a:lnTo>
                  <a:pt x="2194" y="10349"/>
                </a:lnTo>
                <a:cubicBezTo>
                  <a:pt x="2222" y="10210"/>
                  <a:pt x="2251" y="10072"/>
                  <a:pt x="2280" y="9934"/>
                </a:cubicBezTo>
              </a:path>
              <a:path w="21600" h="21600">
                <a:moveTo>
                  <a:pt x="8849" y="9461"/>
                </a:moveTo>
                <a:cubicBezTo>
                  <a:pt x="8463" y="9479"/>
                  <a:pt x="8065" y="9545"/>
                  <a:pt x="7658" y="9660"/>
                </a:cubicBezTo>
                <a:cubicBezTo>
                  <a:pt x="7137" y="9807"/>
                  <a:pt x="6619" y="10031"/>
                  <a:pt x="6117" y="10326"/>
                </a:cubicBezTo>
                <a:cubicBezTo>
                  <a:pt x="5654" y="10598"/>
                  <a:pt x="5271" y="10857"/>
                  <a:pt x="4946" y="11120"/>
                </a:cubicBezTo>
                <a:cubicBezTo>
                  <a:pt x="4612" y="11391"/>
                  <a:pt x="4314" y="11683"/>
                  <a:pt x="4061" y="11989"/>
                </a:cubicBezTo>
                <a:cubicBezTo>
                  <a:pt x="3818" y="12283"/>
                  <a:pt x="3616" y="12596"/>
                  <a:pt x="3459" y="12917"/>
                </a:cubicBezTo>
                <a:cubicBezTo>
                  <a:pt x="3335" y="13171"/>
                  <a:pt x="3230" y="13443"/>
                  <a:pt x="3143" y="13732"/>
                </a:cubicBezTo>
                <a:lnTo>
                  <a:pt x="3028" y="14256"/>
                </a:lnTo>
                <a:lnTo>
                  <a:pt x="3143" y="13813"/>
                </a:lnTo>
                <a:cubicBezTo>
                  <a:pt x="3445" y="12934"/>
                  <a:pt x="3933" y="12179"/>
                  <a:pt x="4580" y="11598"/>
                </a:cubicBezTo>
                <a:cubicBezTo>
                  <a:pt x="5306" y="10947"/>
                  <a:pt x="6470" y="10090"/>
                  <a:pt x="7895" y="9708"/>
                </a:cubicBezTo>
                <a:cubicBezTo>
                  <a:pt x="8550" y="9533"/>
                  <a:pt x="9214" y="9484"/>
                  <a:pt x="9869" y="9562"/>
                </a:cubicBezTo>
                <a:lnTo>
                  <a:pt x="10346" y="9672"/>
                </a:lnTo>
                <a:lnTo>
                  <a:pt x="9969" y="9556"/>
                </a:lnTo>
                <a:cubicBezTo>
                  <a:pt x="9609" y="9475"/>
                  <a:pt x="9235" y="9444"/>
                  <a:pt x="8849" y="9461"/>
                </a:cubicBezTo>
              </a:path>
              <a:path w="21600" h="21600">
                <a:moveTo>
                  <a:pt x="2694" y="9422"/>
                </a:moveTo>
                <a:lnTo>
                  <a:pt x="2693" y="9427"/>
                </a:lnTo>
                <a:lnTo>
                  <a:pt x="2695" y="9425"/>
                </a:lnTo>
              </a:path>
              <a:path w="21600" h="21600">
                <a:moveTo>
                  <a:pt x="502" y="9404"/>
                </a:moveTo>
                <a:lnTo>
                  <a:pt x="487" y="9413"/>
                </a:lnTo>
                <a:lnTo>
                  <a:pt x="548" y="9641"/>
                </a:lnTo>
                <a:lnTo>
                  <a:pt x="550" y="9640"/>
                </a:lnTo>
                <a:lnTo>
                  <a:pt x="547" y="9629"/>
                </a:lnTo>
              </a:path>
              <a:path w="21600" h="21600">
                <a:moveTo>
                  <a:pt x="8787" y="9395"/>
                </a:moveTo>
                <a:cubicBezTo>
                  <a:pt x="8466" y="9413"/>
                  <a:pt x="8145" y="9462"/>
                  <a:pt x="7825" y="9541"/>
                </a:cubicBezTo>
                <a:cubicBezTo>
                  <a:pt x="6738" y="9814"/>
                  <a:pt x="5579" y="10451"/>
                  <a:pt x="4564" y="11334"/>
                </a:cubicBezTo>
                <a:cubicBezTo>
                  <a:pt x="3855" y="11949"/>
                  <a:pt x="3337" y="12778"/>
                  <a:pt x="3064" y="13732"/>
                </a:cubicBezTo>
                <a:cubicBezTo>
                  <a:pt x="3010" y="13923"/>
                  <a:pt x="2963" y="14123"/>
                  <a:pt x="2928" y="14324"/>
                </a:cubicBezTo>
                <a:cubicBezTo>
                  <a:pt x="2892" y="14527"/>
                  <a:pt x="2869" y="14731"/>
                  <a:pt x="2853" y="14922"/>
                </a:cubicBezTo>
                <a:lnTo>
                  <a:pt x="2831" y="15336"/>
                </a:lnTo>
                <a:lnTo>
                  <a:pt x="2844" y="15227"/>
                </a:lnTo>
                <a:lnTo>
                  <a:pt x="2900" y="14638"/>
                </a:lnTo>
                <a:cubicBezTo>
                  <a:pt x="2996" y="13996"/>
                  <a:pt x="3171" y="13411"/>
                  <a:pt x="3420" y="12899"/>
                </a:cubicBezTo>
                <a:cubicBezTo>
                  <a:pt x="3579" y="12575"/>
                  <a:pt x="3783" y="12259"/>
                  <a:pt x="4028" y="11962"/>
                </a:cubicBezTo>
                <a:cubicBezTo>
                  <a:pt x="4282" y="11654"/>
                  <a:pt x="4582" y="11360"/>
                  <a:pt x="4920" y="11087"/>
                </a:cubicBezTo>
                <a:cubicBezTo>
                  <a:pt x="5247" y="10823"/>
                  <a:pt x="5632" y="10562"/>
                  <a:pt x="6096" y="10290"/>
                </a:cubicBezTo>
                <a:cubicBezTo>
                  <a:pt x="6601" y="9993"/>
                  <a:pt x="7123" y="9767"/>
                  <a:pt x="7648" y="9619"/>
                </a:cubicBezTo>
                <a:cubicBezTo>
                  <a:pt x="8470" y="9387"/>
                  <a:pt x="9255" y="9352"/>
                  <a:pt x="9982" y="9514"/>
                </a:cubicBezTo>
                <a:cubicBezTo>
                  <a:pt x="10418" y="9612"/>
                  <a:pt x="10831" y="9791"/>
                  <a:pt x="11231" y="9964"/>
                </a:cubicBezTo>
                <a:cubicBezTo>
                  <a:pt x="11587" y="10119"/>
                  <a:pt x="11951" y="10277"/>
                  <a:pt x="12334" y="10378"/>
                </a:cubicBezTo>
                <a:cubicBezTo>
                  <a:pt x="12144" y="10321"/>
                  <a:pt x="11941" y="10246"/>
                  <a:pt x="11703" y="10145"/>
                </a:cubicBezTo>
                <a:cubicBezTo>
                  <a:pt x="11544" y="10078"/>
                  <a:pt x="11384" y="10006"/>
                  <a:pt x="11229" y="9937"/>
                </a:cubicBezTo>
                <a:lnTo>
                  <a:pt x="11084" y="9871"/>
                </a:lnTo>
                <a:cubicBezTo>
                  <a:pt x="10882" y="9781"/>
                  <a:pt x="10647" y="9678"/>
                  <a:pt x="10410" y="9596"/>
                </a:cubicBezTo>
                <a:cubicBezTo>
                  <a:pt x="10177" y="9516"/>
                  <a:pt x="9960" y="9463"/>
                  <a:pt x="9746" y="9434"/>
                </a:cubicBezTo>
                <a:cubicBezTo>
                  <a:pt x="9428" y="9390"/>
                  <a:pt x="9108" y="9377"/>
                  <a:pt x="8787" y="9395"/>
                </a:cubicBezTo>
              </a:path>
              <a:path w="21600" h="21600">
                <a:moveTo>
                  <a:pt x="10815" y="9371"/>
                </a:moveTo>
                <a:lnTo>
                  <a:pt x="10994" y="9463"/>
                </a:lnTo>
                <a:cubicBezTo>
                  <a:pt x="11271" y="9598"/>
                  <a:pt x="11501" y="9688"/>
                  <a:pt x="11719" y="9747"/>
                </a:cubicBezTo>
                <a:cubicBezTo>
                  <a:pt x="12031" y="9830"/>
                  <a:pt x="12295" y="9829"/>
                  <a:pt x="12506" y="9743"/>
                </a:cubicBezTo>
                <a:lnTo>
                  <a:pt x="12732" y="9576"/>
                </a:lnTo>
                <a:lnTo>
                  <a:pt x="12586" y="9643"/>
                </a:lnTo>
                <a:lnTo>
                  <a:pt x="12024" y="9668"/>
                </a:lnTo>
                <a:lnTo>
                  <a:pt x="11917" y="9688"/>
                </a:lnTo>
                <a:cubicBezTo>
                  <a:pt x="11787" y="9689"/>
                  <a:pt x="11644" y="9669"/>
                  <a:pt x="11490" y="9626"/>
                </a:cubicBezTo>
                <a:cubicBezTo>
                  <a:pt x="11384" y="9596"/>
                  <a:pt x="11276" y="9559"/>
                  <a:pt x="11160" y="9512"/>
                </a:cubicBezTo>
                <a:lnTo>
                  <a:pt x="10996" y="9437"/>
                </a:lnTo>
              </a:path>
              <a:path w="21600" h="21600">
                <a:moveTo>
                  <a:pt x="316" y="9362"/>
                </a:moveTo>
                <a:lnTo>
                  <a:pt x="270" y="9470"/>
                </a:lnTo>
                <a:lnTo>
                  <a:pt x="340" y="9441"/>
                </a:lnTo>
                <a:lnTo>
                  <a:pt x="341" y="9433"/>
                </a:lnTo>
                <a:lnTo>
                  <a:pt x="335" y="9415"/>
                </a:lnTo>
              </a:path>
              <a:path w="21600" h="21600">
                <a:moveTo>
                  <a:pt x="574" y="9361"/>
                </a:moveTo>
                <a:lnTo>
                  <a:pt x="544" y="9379"/>
                </a:lnTo>
                <a:lnTo>
                  <a:pt x="591" y="9610"/>
                </a:lnTo>
                <a:lnTo>
                  <a:pt x="615" y="9592"/>
                </a:lnTo>
              </a:path>
              <a:path w="21600" h="21600">
                <a:moveTo>
                  <a:pt x="946" y="9358"/>
                </a:moveTo>
                <a:lnTo>
                  <a:pt x="849" y="9458"/>
                </a:lnTo>
                <a:lnTo>
                  <a:pt x="854" y="9651"/>
                </a:lnTo>
                <a:lnTo>
                  <a:pt x="857" y="9677"/>
                </a:lnTo>
                <a:lnTo>
                  <a:pt x="946" y="9594"/>
                </a:lnTo>
              </a:path>
              <a:path w="21600" h="21600">
                <a:moveTo>
                  <a:pt x="668" y="9305"/>
                </a:moveTo>
                <a:lnTo>
                  <a:pt x="616" y="9336"/>
                </a:lnTo>
                <a:lnTo>
                  <a:pt x="656" y="9561"/>
                </a:lnTo>
                <a:lnTo>
                  <a:pt x="694" y="9532"/>
                </a:lnTo>
                <a:lnTo>
                  <a:pt x="672" y="9390"/>
                </a:lnTo>
              </a:path>
              <a:path w="21600" h="21600">
                <a:moveTo>
                  <a:pt x="1876" y="9271"/>
                </a:moveTo>
                <a:lnTo>
                  <a:pt x="1773" y="9591"/>
                </a:lnTo>
                <a:lnTo>
                  <a:pt x="1762" y="9652"/>
                </a:lnTo>
                <a:lnTo>
                  <a:pt x="1606" y="10131"/>
                </a:lnTo>
                <a:lnTo>
                  <a:pt x="1568" y="10490"/>
                </a:lnTo>
                <a:lnTo>
                  <a:pt x="1705" y="10111"/>
                </a:lnTo>
                <a:cubicBezTo>
                  <a:pt x="1757" y="9921"/>
                  <a:pt x="1800" y="9717"/>
                  <a:pt x="1838" y="9509"/>
                </a:cubicBezTo>
              </a:path>
              <a:path w="21600" h="21600">
                <a:moveTo>
                  <a:pt x="2183" y="9260"/>
                </a:moveTo>
                <a:lnTo>
                  <a:pt x="2081" y="9454"/>
                </a:lnTo>
                <a:lnTo>
                  <a:pt x="2027" y="9751"/>
                </a:lnTo>
                <a:lnTo>
                  <a:pt x="2014" y="9825"/>
                </a:lnTo>
                <a:cubicBezTo>
                  <a:pt x="1946" y="10212"/>
                  <a:pt x="1859" y="10661"/>
                  <a:pt x="1725" y="11062"/>
                </a:cubicBezTo>
                <a:lnTo>
                  <a:pt x="1657" y="11215"/>
                </a:lnTo>
                <a:lnTo>
                  <a:pt x="1648" y="11429"/>
                </a:lnTo>
                <a:lnTo>
                  <a:pt x="1649" y="11564"/>
                </a:lnTo>
                <a:lnTo>
                  <a:pt x="1671" y="11519"/>
                </a:lnTo>
                <a:lnTo>
                  <a:pt x="1766" y="11207"/>
                </a:lnTo>
                <a:lnTo>
                  <a:pt x="1874" y="10564"/>
                </a:lnTo>
                <a:lnTo>
                  <a:pt x="1992" y="10253"/>
                </a:lnTo>
                <a:lnTo>
                  <a:pt x="2031" y="10041"/>
                </a:lnTo>
                <a:cubicBezTo>
                  <a:pt x="2069" y="9837"/>
                  <a:pt x="2108" y="9627"/>
                  <a:pt x="2151" y="9416"/>
                </a:cubicBezTo>
              </a:path>
              <a:path w="21600" h="21600">
                <a:moveTo>
                  <a:pt x="799" y="9213"/>
                </a:moveTo>
                <a:lnTo>
                  <a:pt x="743" y="9260"/>
                </a:lnTo>
                <a:lnTo>
                  <a:pt x="712" y="9279"/>
                </a:lnTo>
                <a:lnTo>
                  <a:pt x="718" y="9387"/>
                </a:lnTo>
                <a:lnTo>
                  <a:pt x="735" y="9501"/>
                </a:lnTo>
                <a:lnTo>
                  <a:pt x="772" y="9473"/>
                </a:lnTo>
                <a:lnTo>
                  <a:pt x="804" y="9439"/>
                </a:lnTo>
              </a:path>
              <a:path w="21600" h="21600">
                <a:moveTo>
                  <a:pt x="4944" y="9146"/>
                </a:moveTo>
                <a:lnTo>
                  <a:pt x="4885" y="9176"/>
                </a:lnTo>
                <a:cubicBezTo>
                  <a:pt x="4661" y="9307"/>
                  <a:pt x="4456" y="9438"/>
                  <a:pt x="4277" y="9562"/>
                </a:cubicBezTo>
                <a:cubicBezTo>
                  <a:pt x="4009" y="9746"/>
                  <a:pt x="3774" y="9949"/>
                  <a:pt x="3575" y="10169"/>
                </a:cubicBezTo>
                <a:lnTo>
                  <a:pt x="3130" y="10811"/>
                </a:lnTo>
                <a:lnTo>
                  <a:pt x="3115" y="10831"/>
                </a:lnTo>
                <a:lnTo>
                  <a:pt x="3111" y="10838"/>
                </a:lnTo>
                <a:lnTo>
                  <a:pt x="3089" y="10871"/>
                </a:lnTo>
                <a:lnTo>
                  <a:pt x="3072" y="10913"/>
                </a:lnTo>
                <a:lnTo>
                  <a:pt x="3111" y="10838"/>
                </a:lnTo>
                <a:lnTo>
                  <a:pt x="3130" y="10811"/>
                </a:lnTo>
                <a:lnTo>
                  <a:pt x="3462" y="10369"/>
                </a:lnTo>
                <a:cubicBezTo>
                  <a:pt x="3582" y="10227"/>
                  <a:pt x="3706" y="10095"/>
                  <a:pt x="3836" y="9973"/>
                </a:cubicBezTo>
                <a:cubicBezTo>
                  <a:pt x="4152" y="9676"/>
                  <a:pt x="4530" y="9419"/>
                  <a:pt x="4863" y="9193"/>
                </a:cubicBezTo>
              </a:path>
              <a:path w="21600" h="21600">
                <a:moveTo>
                  <a:pt x="377" y="9146"/>
                </a:moveTo>
                <a:lnTo>
                  <a:pt x="366" y="9152"/>
                </a:lnTo>
                <a:lnTo>
                  <a:pt x="424" y="9351"/>
                </a:lnTo>
                <a:lnTo>
                  <a:pt x="419" y="9327"/>
                </a:lnTo>
              </a:path>
              <a:path w="21600" h="21600">
                <a:moveTo>
                  <a:pt x="2647" y="9144"/>
                </a:moveTo>
                <a:lnTo>
                  <a:pt x="2509" y="9720"/>
                </a:lnTo>
                <a:lnTo>
                  <a:pt x="2626" y="9528"/>
                </a:lnTo>
                <a:lnTo>
                  <a:pt x="2646" y="9444"/>
                </a:lnTo>
                <a:lnTo>
                  <a:pt x="2634" y="9362"/>
                </a:lnTo>
                <a:lnTo>
                  <a:pt x="2655" y="9193"/>
                </a:lnTo>
              </a:path>
              <a:path w="21600" h="21600">
                <a:moveTo>
                  <a:pt x="2603" y="9135"/>
                </a:moveTo>
                <a:lnTo>
                  <a:pt x="2469" y="9316"/>
                </a:lnTo>
                <a:lnTo>
                  <a:pt x="2467" y="9319"/>
                </a:lnTo>
                <a:lnTo>
                  <a:pt x="2328" y="9944"/>
                </a:lnTo>
                <a:lnTo>
                  <a:pt x="2278" y="10185"/>
                </a:lnTo>
                <a:lnTo>
                  <a:pt x="2384" y="9925"/>
                </a:lnTo>
                <a:lnTo>
                  <a:pt x="2433" y="9845"/>
                </a:lnTo>
              </a:path>
              <a:path w="21600" h="21600">
                <a:moveTo>
                  <a:pt x="229" y="9127"/>
                </a:moveTo>
                <a:lnTo>
                  <a:pt x="215" y="9162"/>
                </a:lnTo>
                <a:lnTo>
                  <a:pt x="240" y="9155"/>
                </a:lnTo>
              </a:path>
              <a:path w="21600" h="21600">
                <a:moveTo>
                  <a:pt x="10154" y="9123"/>
                </a:moveTo>
                <a:lnTo>
                  <a:pt x="10156" y="9124"/>
                </a:lnTo>
                <a:lnTo>
                  <a:pt x="10627" y="9351"/>
                </a:lnTo>
                <a:lnTo>
                  <a:pt x="10706" y="9391"/>
                </a:lnTo>
                <a:cubicBezTo>
                  <a:pt x="10859" y="9469"/>
                  <a:pt x="11018" y="9550"/>
                  <a:pt x="11175" y="9624"/>
                </a:cubicBezTo>
                <a:lnTo>
                  <a:pt x="11209" y="9638"/>
                </a:lnTo>
                <a:lnTo>
                  <a:pt x="11444" y="9727"/>
                </a:lnTo>
                <a:lnTo>
                  <a:pt x="11705" y="9786"/>
                </a:lnTo>
                <a:lnTo>
                  <a:pt x="11362" y="9673"/>
                </a:lnTo>
                <a:cubicBezTo>
                  <a:pt x="11241" y="9625"/>
                  <a:pt x="11113" y="9569"/>
                  <a:pt x="10973" y="9500"/>
                </a:cubicBezTo>
                <a:cubicBezTo>
                  <a:pt x="10817" y="9424"/>
                  <a:pt x="10660" y="9341"/>
                  <a:pt x="10508" y="9260"/>
                </a:cubicBezTo>
                <a:lnTo>
                  <a:pt x="10499" y="9255"/>
                </a:lnTo>
                <a:lnTo>
                  <a:pt x="10411" y="9223"/>
                </a:lnTo>
                <a:lnTo>
                  <a:pt x="10156" y="9124"/>
                </a:lnTo>
                <a:lnTo>
                  <a:pt x="10154" y="9123"/>
                </a:lnTo>
              </a:path>
              <a:path w="21600" h="21600">
                <a:moveTo>
                  <a:pt x="10597" y="9121"/>
                </a:moveTo>
                <a:lnTo>
                  <a:pt x="10631" y="9141"/>
                </a:lnTo>
                <a:cubicBezTo>
                  <a:pt x="10881" y="9274"/>
                  <a:pt x="11090" y="9362"/>
                  <a:pt x="11289" y="9419"/>
                </a:cubicBezTo>
                <a:cubicBezTo>
                  <a:pt x="11572" y="9501"/>
                  <a:pt x="11812" y="9499"/>
                  <a:pt x="12003" y="9415"/>
                </a:cubicBezTo>
                <a:lnTo>
                  <a:pt x="12056" y="9373"/>
                </a:lnTo>
                <a:lnTo>
                  <a:pt x="11689" y="9391"/>
                </a:lnTo>
                <a:lnTo>
                  <a:pt x="11493" y="9350"/>
                </a:lnTo>
                <a:lnTo>
                  <a:pt x="11451" y="9359"/>
                </a:lnTo>
                <a:cubicBezTo>
                  <a:pt x="11332" y="9360"/>
                  <a:pt x="11202" y="9340"/>
                  <a:pt x="11063" y="9298"/>
                </a:cubicBezTo>
                <a:cubicBezTo>
                  <a:pt x="10966" y="9269"/>
                  <a:pt x="10868" y="9233"/>
                  <a:pt x="10763" y="9186"/>
                </a:cubicBezTo>
                <a:lnTo>
                  <a:pt x="10720" y="9165"/>
                </a:lnTo>
              </a:path>
              <a:path w="21600" h="21600">
                <a:moveTo>
                  <a:pt x="1166" y="9112"/>
                </a:moveTo>
                <a:lnTo>
                  <a:pt x="1125" y="9174"/>
                </a:lnTo>
                <a:lnTo>
                  <a:pt x="990" y="9313"/>
                </a:lnTo>
                <a:lnTo>
                  <a:pt x="990" y="9545"/>
                </a:lnTo>
                <a:lnTo>
                  <a:pt x="1102" y="9396"/>
                </a:lnTo>
              </a:path>
              <a:path w="21600" h="21600">
                <a:moveTo>
                  <a:pt x="442" y="9109"/>
                </a:moveTo>
                <a:lnTo>
                  <a:pt x="418" y="9122"/>
                </a:lnTo>
                <a:lnTo>
                  <a:pt x="463" y="9318"/>
                </a:lnTo>
                <a:lnTo>
                  <a:pt x="475" y="9368"/>
                </a:lnTo>
                <a:lnTo>
                  <a:pt x="492" y="9357"/>
                </a:lnTo>
              </a:path>
              <a:path w="21600" h="21600">
                <a:moveTo>
                  <a:pt x="13384" y="9108"/>
                </a:moveTo>
                <a:cubicBezTo>
                  <a:pt x="13298" y="9219"/>
                  <a:pt x="13196" y="9324"/>
                  <a:pt x="13077" y="9416"/>
                </a:cubicBezTo>
                <a:lnTo>
                  <a:pt x="12861" y="9516"/>
                </a:lnTo>
                <a:lnTo>
                  <a:pt x="12842" y="9547"/>
                </a:lnTo>
                <a:cubicBezTo>
                  <a:pt x="12755" y="9651"/>
                  <a:pt x="12648" y="9731"/>
                  <a:pt x="12524" y="9781"/>
                </a:cubicBezTo>
                <a:cubicBezTo>
                  <a:pt x="12414" y="9827"/>
                  <a:pt x="12290" y="9850"/>
                  <a:pt x="12154" y="9851"/>
                </a:cubicBezTo>
                <a:lnTo>
                  <a:pt x="11710" y="9787"/>
                </a:lnTo>
                <a:lnTo>
                  <a:pt x="12235" y="9907"/>
                </a:lnTo>
                <a:lnTo>
                  <a:pt x="12786" y="9886"/>
                </a:lnTo>
                <a:lnTo>
                  <a:pt x="13073" y="9681"/>
                </a:lnTo>
                <a:cubicBezTo>
                  <a:pt x="13217" y="9514"/>
                  <a:pt x="13317" y="9320"/>
                  <a:pt x="13384" y="9108"/>
                </a:cubicBezTo>
              </a:path>
              <a:path w="21600" h="21600">
                <a:moveTo>
                  <a:pt x="2711" y="9105"/>
                </a:moveTo>
                <a:lnTo>
                  <a:pt x="2700" y="9198"/>
                </a:lnTo>
                <a:lnTo>
                  <a:pt x="2701" y="9204"/>
                </a:lnTo>
                <a:lnTo>
                  <a:pt x="2714" y="9168"/>
                </a:lnTo>
                <a:cubicBezTo>
                  <a:pt x="2720" y="9155"/>
                  <a:pt x="2722" y="9150"/>
                  <a:pt x="2720" y="9146"/>
                </a:cubicBezTo>
              </a:path>
              <a:path w="21600" h="21600">
                <a:moveTo>
                  <a:pt x="966" y="9068"/>
                </a:moveTo>
                <a:lnTo>
                  <a:pt x="947" y="9090"/>
                </a:lnTo>
                <a:lnTo>
                  <a:pt x="843" y="9177"/>
                </a:lnTo>
                <a:lnTo>
                  <a:pt x="848" y="9394"/>
                </a:lnTo>
                <a:lnTo>
                  <a:pt x="947" y="9292"/>
                </a:lnTo>
                <a:lnTo>
                  <a:pt x="947" y="9164"/>
                </a:lnTo>
              </a:path>
              <a:path w="21600" h="21600">
                <a:moveTo>
                  <a:pt x="7736" y="9063"/>
                </a:moveTo>
                <a:cubicBezTo>
                  <a:pt x="7708" y="9069"/>
                  <a:pt x="7679" y="9074"/>
                  <a:pt x="7651" y="9080"/>
                </a:cubicBezTo>
                <a:lnTo>
                  <a:pt x="7610" y="9093"/>
                </a:lnTo>
                <a:lnTo>
                  <a:pt x="7139" y="9205"/>
                </a:lnTo>
                <a:cubicBezTo>
                  <a:pt x="6635" y="9352"/>
                  <a:pt x="6120" y="9583"/>
                  <a:pt x="5648" y="9875"/>
                </a:cubicBezTo>
                <a:cubicBezTo>
                  <a:pt x="5939" y="9707"/>
                  <a:pt x="6254" y="9548"/>
                  <a:pt x="6589" y="9411"/>
                </a:cubicBezTo>
                <a:lnTo>
                  <a:pt x="7610" y="9093"/>
                </a:lnTo>
              </a:path>
              <a:path w="21600" h="21600">
                <a:moveTo>
                  <a:pt x="532" y="9058"/>
                </a:moveTo>
                <a:lnTo>
                  <a:pt x="484" y="9084"/>
                </a:lnTo>
                <a:lnTo>
                  <a:pt x="535" y="9332"/>
                </a:lnTo>
                <a:lnTo>
                  <a:pt x="565" y="9314"/>
                </a:lnTo>
                <a:lnTo>
                  <a:pt x="542" y="9183"/>
                </a:lnTo>
              </a:path>
              <a:path w="21600" h="21600">
                <a:moveTo>
                  <a:pt x="2675" y="9037"/>
                </a:moveTo>
                <a:lnTo>
                  <a:pt x="2673" y="9040"/>
                </a:lnTo>
                <a:lnTo>
                  <a:pt x="2674" y="9045"/>
                </a:lnTo>
              </a:path>
              <a:path w="21600" h="21600">
                <a:moveTo>
                  <a:pt x="8580" y="9022"/>
                </a:moveTo>
                <a:cubicBezTo>
                  <a:pt x="8269" y="9027"/>
                  <a:pt x="7960" y="9061"/>
                  <a:pt x="7662" y="9124"/>
                </a:cubicBezTo>
                <a:cubicBezTo>
                  <a:pt x="6323" y="9409"/>
                  <a:pt x="5187" y="10163"/>
                  <a:pt x="4470" y="10745"/>
                </a:cubicBezTo>
                <a:cubicBezTo>
                  <a:pt x="3759" y="11320"/>
                  <a:pt x="3254" y="12082"/>
                  <a:pt x="3009" y="12951"/>
                </a:cubicBezTo>
                <a:cubicBezTo>
                  <a:pt x="2959" y="13128"/>
                  <a:pt x="2918" y="13312"/>
                  <a:pt x="2888" y="13500"/>
                </a:cubicBezTo>
                <a:cubicBezTo>
                  <a:pt x="2864" y="13652"/>
                  <a:pt x="2846" y="13812"/>
                  <a:pt x="2835" y="13985"/>
                </a:cubicBezTo>
                <a:lnTo>
                  <a:pt x="2831" y="14096"/>
                </a:lnTo>
                <a:lnTo>
                  <a:pt x="2855" y="13952"/>
                </a:lnTo>
                <a:cubicBezTo>
                  <a:pt x="2858" y="13936"/>
                  <a:pt x="2860" y="13920"/>
                  <a:pt x="2863" y="13904"/>
                </a:cubicBezTo>
                <a:cubicBezTo>
                  <a:pt x="2896" y="13708"/>
                  <a:pt x="2939" y="13514"/>
                  <a:pt x="2992" y="13329"/>
                </a:cubicBezTo>
                <a:cubicBezTo>
                  <a:pt x="3254" y="12410"/>
                  <a:pt x="3770" y="11606"/>
                  <a:pt x="4487" y="11006"/>
                </a:cubicBezTo>
                <a:cubicBezTo>
                  <a:pt x="5209" y="10398"/>
                  <a:pt x="6359" y="9607"/>
                  <a:pt x="7733" y="9289"/>
                </a:cubicBezTo>
                <a:cubicBezTo>
                  <a:pt x="8349" y="9146"/>
                  <a:pt x="9007" y="9122"/>
                  <a:pt x="9637" y="9220"/>
                </a:cubicBezTo>
                <a:cubicBezTo>
                  <a:pt x="9850" y="9253"/>
                  <a:pt x="10064" y="9309"/>
                  <a:pt x="10290" y="9392"/>
                </a:cubicBezTo>
                <a:cubicBezTo>
                  <a:pt x="10519" y="9475"/>
                  <a:pt x="10739" y="9575"/>
                  <a:pt x="10945" y="9671"/>
                </a:cubicBezTo>
                <a:lnTo>
                  <a:pt x="11065" y="9727"/>
                </a:lnTo>
                <a:cubicBezTo>
                  <a:pt x="11173" y="9777"/>
                  <a:pt x="11283" y="9829"/>
                  <a:pt x="11394" y="9879"/>
                </a:cubicBezTo>
                <a:cubicBezTo>
                  <a:pt x="11572" y="9949"/>
                  <a:pt x="11753" y="10014"/>
                  <a:pt x="11938" y="10067"/>
                </a:cubicBezTo>
                <a:lnTo>
                  <a:pt x="12063" y="10093"/>
                </a:lnTo>
                <a:lnTo>
                  <a:pt x="11765" y="10000"/>
                </a:lnTo>
                <a:cubicBezTo>
                  <a:pt x="11633" y="9952"/>
                  <a:pt x="11493" y="9895"/>
                  <a:pt x="11340" y="9825"/>
                </a:cubicBezTo>
                <a:cubicBezTo>
                  <a:pt x="11181" y="9753"/>
                  <a:pt x="11020" y="9675"/>
                  <a:pt x="10865" y="9600"/>
                </a:cubicBezTo>
                <a:lnTo>
                  <a:pt x="10767" y="9551"/>
                </a:lnTo>
                <a:cubicBezTo>
                  <a:pt x="10596" y="9469"/>
                  <a:pt x="10415" y="9382"/>
                  <a:pt x="10231" y="9307"/>
                </a:cubicBezTo>
                <a:cubicBezTo>
                  <a:pt x="10069" y="9246"/>
                  <a:pt x="9903" y="9189"/>
                  <a:pt x="9736" y="9142"/>
                </a:cubicBezTo>
                <a:cubicBezTo>
                  <a:pt x="9661" y="9123"/>
                  <a:pt x="9587" y="9107"/>
                  <a:pt x="9513" y="9094"/>
                </a:cubicBezTo>
                <a:cubicBezTo>
                  <a:pt x="9206" y="9041"/>
                  <a:pt x="8892" y="9017"/>
                  <a:pt x="8580" y="9022"/>
                </a:cubicBezTo>
              </a:path>
              <a:path w="21600" h="21600">
                <a:moveTo>
                  <a:pt x="10258" y="9003"/>
                </a:moveTo>
                <a:lnTo>
                  <a:pt x="10309" y="9029"/>
                </a:lnTo>
                <a:lnTo>
                  <a:pt x="10354" y="9054"/>
                </a:lnTo>
                <a:cubicBezTo>
                  <a:pt x="10503" y="9137"/>
                  <a:pt x="10658" y="9223"/>
                  <a:pt x="10811" y="9301"/>
                </a:cubicBezTo>
                <a:lnTo>
                  <a:pt x="11027" y="9401"/>
                </a:lnTo>
                <a:lnTo>
                  <a:pt x="11175" y="9455"/>
                </a:lnTo>
                <a:cubicBezTo>
                  <a:pt x="11430" y="9535"/>
                  <a:pt x="11692" y="9598"/>
                  <a:pt x="11965" y="9626"/>
                </a:cubicBezTo>
                <a:lnTo>
                  <a:pt x="12012" y="9624"/>
                </a:lnTo>
                <a:lnTo>
                  <a:pt x="12253" y="9578"/>
                </a:lnTo>
                <a:cubicBezTo>
                  <a:pt x="12365" y="9531"/>
                  <a:pt x="12461" y="9457"/>
                  <a:pt x="12539" y="9360"/>
                </a:cubicBezTo>
                <a:lnTo>
                  <a:pt x="12618" y="9220"/>
                </a:lnTo>
                <a:lnTo>
                  <a:pt x="12312" y="9360"/>
                </a:lnTo>
                <a:lnTo>
                  <a:pt x="12127" y="9369"/>
                </a:lnTo>
                <a:lnTo>
                  <a:pt x="12021" y="9454"/>
                </a:lnTo>
                <a:cubicBezTo>
                  <a:pt x="11819" y="9542"/>
                  <a:pt x="11569" y="9544"/>
                  <a:pt x="11275" y="9460"/>
                </a:cubicBezTo>
                <a:cubicBezTo>
                  <a:pt x="11073" y="9402"/>
                  <a:pt x="10861" y="9313"/>
                  <a:pt x="10607" y="9178"/>
                </a:cubicBezTo>
                <a:lnTo>
                  <a:pt x="10361" y="9039"/>
                </a:lnTo>
              </a:path>
              <a:path w="21600" h="21600">
                <a:moveTo>
                  <a:pt x="652" y="8989"/>
                </a:moveTo>
                <a:lnTo>
                  <a:pt x="576" y="9032"/>
                </a:lnTo>
                <a:lnTo>
                  <a:pt x="588" y="9178"/>
                </a:lnTo>
                <a:lnTo>
                  <a:pt x="607" y="9288"/>
                </a:lnTo>
                <a:lnTo>
                  <a:pt x="665" y="9253"/>
                </a:lnTo>
              </a:path>
              <a:path w="21600" h="21600">
                <a:moveTo>
                  <a:pt x="2019" y="8978"/>
                </a:moveTo>
                <a:lnTo>
                  <a:pt x="1946" y="9127"/>
                </a:lnTo>
                <a:lnTo>
                  <a:pt x="1883" y="9517"/>
                </a:lnTo>
                <a:cubicBezTo>
                  <a:pt x="1845" y="9726"/>
                  <a:pt x="1802" y="9931"/>
                  <a:pt x="1750" y="10122"/>
                </a:cubicBezTo>
                <a:lnTo>
                  <a:pt x="1548" y="10680"/>
                </a:lnTo>
                <a:lnTo>
                  <a:pt x="1524" y="10904"/>
                </a:lnTo>
                <a:lnTo>
                  <a:pt x="1525" y="10998"/>
                </a:lnTo>
                <a:lnTo>
                  <a:pt x="1678" y="10616"/>
                </a:lnTo>
                <a:lnTo>
                  <a:pt x="1719" y="10331"/>
                </a:lnTo>
                <a:lnTo>
                  <a:pt x="1837" y="9994"/>
                </a:lnTo>
                <a:lnTo>
                  <a:pt x="1842" y="9976"/>
                </a:lnTo>
                <a:cubicBezTo>
                  <a:pt x="1884" y="9768"/>
                  <a:pt x="1920" y="9557"/>
                  <a:pt x="1954" y="9350"/>
                </a:cubicBezTo>
              </a:path>
              <a:path w="21600" h="21600">
                <a:moveTo>
                  <a:pt x="2384" y="8931"/>
                </a:moveTo>
                <a:lnTo>
                  <a:pt x="2278" y="9082"/>
                </a:lnTo>
                <a:lnTo>
                  <a:pt x="2259" y="9117"/>
                </a:lnTo>
                <a:lnTo>
                  <a:pt x="2195" y="9424"/>
                </a:lnTo>
                <a:lnTo>
                  <a:pt x="2082" y="10016"/>
                </a:lnTo>
                <a:lnTo>
                  <a:pt x="2201" y="9700"/>
                </a:lnTo>
                <a:lnTo>
                  <a:pt x="2216" y="9674"/>
                </a:lnTo>
                <a:lnTo>
                  <a:pt x="2259" y="9469"/>
                </a:lnTo>
              </a:path>
              <a:path w="21600" h="21600">
                <a:moveTo>
                  <a:pt x="1438" y="8927"/>
                </a:moveTo>
                <a:lnTo>
                  <a:pt x="1280" y="9233"/>
                </a:lnTo>
                <a:lnTo>
                  <a:pt x="1146" y="9412"/>
                </a:lnTo>
                <a:lnTo>
                  <a:pt x="1138" y="9659"/>
                </a:lnTo>
                <a:lnTo>
                  <a:pt x="1140" y="9658"/>
                </a:lnTo>
                <a:lnTo>
                  <a:pt x="1335" y="9326"/>
                </a:lnTo>
              </a:path>
              <a:path w="21600" h="21600">
                <a:moveTo>
                  <a:pt x="796" y="8907"/>
                </a:moveTo>
                <a:lnTo>
                  <a:pt x="696" y="8964"/>
                </a:lnTo>
                <a:lnTo>
                  <a:pt x="709" y="9227"/>
                </a:lnTo>
                <a:lnTo>
                  <a:pt x="714" y="9224"/>
                </a:lnTo>
                <a:lnTo>
                  <a:pt x="797" y="9155"/>
                </a:lnTo>
                <a:lnTo>
                  <a:pt x="792" y="8931"/>
                </a:lnTo>
              </a:path>
              <a:path w="21600" h="21600">
                <a:moveTo>
                  <a:pt x="12428" y="8900"/>
                </a:moveTo>
                <a:lnTo>
                  <a:pt x="12039" y="9077"/>
                </a:lnTo>
                <a:lnTo>
                  <a:pt x="12031" y="9077"/>
                </a:lnTo>
                <a:lnTo>
                  <a:pt x="11773" y="9291"/>
                </a:lnTo>
                <a:lnTo>
                  <a:pt x="11600" y="9328"/>
                </a:lnTo>
                <a:lnTo>
                  <a:pt x="11695" y="9347"/>
                </a:lnTo>
                <a:lnTo>
                  <a:pt x="12113" y="9327"/>
                </a:lnTo>
                <a:lnTo>
                  <a:pt x="12273" y="9200"/>
                </a:lnTo>
              </a:path>
              <a:path w="21600" h="21600">
                <a:moveTo>
                  <a:pt x="10335" y="8855"/>
                </a:moveTo>
                <a:lnTo>
                  <a:pt x="10579" y="8984"/>
                </a:lnTo>
                <a:cubicBezTo>
                  <a:pt x="10677" y="9029"/>
                  <a:pt x="10769" y="9065"/>
                  <a:pt x="10858" y="9093"/>
                </a:cubicBezTo>
                <a:cubicBezTo>
                  <a:pt x="10985" y="9132"/>
                  <a:pt x="11103" y="9152"/>
                  <a:pt x="11210" y="9151"/>
                </a:cubicBezTo>
                <a:lnTo>
                  <a:pt x="11409" y="9108"/>
                </a:lnTo>
                <a:lnTo>
                  <a:pt x="10990" y="9026"/>
                </a:lnTo>
                <a:lnTo>
                  <a:pt x="10979" y="9028"/>
                </a:lnTo>
                <a:cubicBezTo>
                  <a:pt x="10872" y="9029"/>
                  <a:pt x="10755" y="9009"/>
                  <a:pt x="10630" y="8969"/>
                </a:cubicBezTo>
                <a:lnTo>
                  <a:pt x="10433" y="8889"/>
                </a:lnTo>
              </a:path>
              <a:path w="21600" h="21600">
                <a:moveTo>
                  <a:pt x="1781" y="8853"/>
                </a:moveTo>
                <a:lnTo>
                  <a:pt x="1733" y="8959"/>
                </a:lnTo>
                <a:lnTo>
                  <a:pt x="1707" y="9084"/>
                </a:lnTo>
                <a:cubicBezTo>
                  <a:pt x="1678" y="9199"/>
                  <a:pt x="1646" y="9306"/>
                  <a:pt x="1612" y="9408"/>
                </a:cubicBezTo>
                <a:lnTo>
                  <a:pt x="1518" y="9656"/>
                </a:lnTo>
                <a:lnTo>
                  <a:pt x="1455" y="9872"/>
                </a:lnTo>
                <a:lnTo>
                  <a:pt x="1439" y="10072"/>
                </a:lnTo>
                <a:lnTo>
                  <a:pt x="1531" y="9859"/>
                </a:lnTo>
                <a:cubicBezTo>
                  <a:pt x="1608" y="9659"/>
                  <a:pt x="1672" y="9434"/>
                  <a:pt x="1727" y="9172"/>
                </a:cubicBezTo>
              </a:path>
              <a:path w="21600" h="21600">
                <a:moveTo>
                  <a:pt x="309" y="8846"/>
                </a:moveTo>
                <a:lnTo>
                  <a:pt x="289" y="8854"/>
                </a:lnTo>
                <a:lnTo>
                  <a:pt x="330" y="9019"/>
                </a:lnTo>
                <a:lnTo>
                  <a:pt x="354" y="9110"/>
                </a:lnTo>
                <a:lnTo>
                  <a:pt x="368" y="9102"/>
                </a:lnTo>
              </a:path>
              <a:path w="21600" h="21600">
                <a:moveTo>
                  <a:pt x="8475" y="8831"/>
                </a:moveTo>
                <a:cubicBezTo>
                  <a:pt x="8170" y="8830"/>
                  <a:pt x="7867" y="8857"/>
                  <a:pt x="7576" y="8914"/>
                </a:cubicBezTo>
                <a:cubicBezTo>
                  <a:pt x="6263" y="9167"/>
                  <a:pt x="5135" y="9889"/>
                  <a:pt x="4419" y="10449"/>
                </a:cubicBezTo>
                <a:cubicBezTo>
                  <a:pt x="3708" y="11002"/>
                  <a:pt x="3209" y="11731"/>
                  <a:pt x="2977" y="12557"/>
                </a:cubicBezTo>
                <a:cubicBezTo>
                  <a:pt x="2930" y="12726"/>
                  <a:pt x="2892" y="12904"/>
                  <a:pt x="2865" y="13085"/>
                </a:cubicBezTo>
                <a:lnTo>
                  <a:pt x="2858" y="13161"/>
                </a:lnTo>
                <a:lnTo>
                  <a:pt x="3111" y="12433"/>
                </a:lnTo>
                <a:cubicBezTo>
                  <a:pt x="3252" y="12115"/>
                  <a:pt x="3438" y="11804"/>
                  <a:pt x="3663" y="11511"/>
                </a:cubicBezTo>
                <a:cubicBezTo>
                  <a:pt x="3905" y="11194"/>
                  <a:pt x="4182" y="10902"/>
                  <a:pt x="4486" y="10642"/>
                </a:cubicBezTo>
                <a:cubicBezTo>
                  <a:pt x="4851" y="10331"/>
                  <a:pt x="5255" y="10068"/>
                  <a:pt x="5602" y="9852"/>
                </a:cubicBezTo>
                <a:cubicBezTo>
                  <a:pt x="6083" y="9552"/>
                  <a:pt x="6610" y="9315"/>
                  <a:pt x="7125" y="9165"/>
                </a:cubicBezTo>
                <a:cubicBezTo>
                  <a:pt x="7937" y="8925"/>
                  <a:pt x="8719" y="8879"/>
                  <a:pt x="9449" y="9026"/>
                </a:cubicBezTo>
                <a:cubicBezTo>
                  <a:pt x="9549" y="9047"/>
                  <a:pt x="9648" y="9071"/>
                  <a:pt x="9746" y="9099"/>
                </a:cubicBezTo>
                <a:cubicBezTo>
                  <a:pt x="9880" y="9133"/>
                  <a:pt x="10015" y="9176"/>
                  <a:pt x="10154" y="9230"/>
                </a:cubicBezTo>
                <a:cubicBezTo>
                  <a:pt x="10185" y="9242"/>
                  <a:pt x="10216" y="9254"/>
                  <a:pt x="10246" y="9266"/>
                </a:cubicBezTo>
                <a:cubicBezTo>
                  <a:pt x="10398" y="9324"/>
                  <a:pt x="10548" y="9384"/>
                  <a:pt x="10696" y="9444"/>
                </a:cubicBezTo>
                <a:lnTo>
                  <a:pt x="10770" y="9472"/>
                </a:lnTo>
                <a:lnTo>
                  <a:pt x="10684" y="9429"/>
                </a:lnTo>
                <a:lnTo>
                  <a:pt x="10605" y="9389"/>
                </a:lnTo>
                <a:cubicBezTo>
                  <a:pt x="10404" y="9288"/>
                  <a:pt x="10206" y="9190"/>
                  <a:pt x="10000" y="9106"/>
                </a:cubicBezTo>
                <a:cubicBezTo>
                  <a:pt x="9793" y="9021"/>
                  <a:pt x="9595" y="8961"/>
                  <a:pt x="9393" y="8922"/>
                </a:cubicBezTo>
                <a:cubicBezTo>
                  <a:pt x="9089" y="8863"/>
                  <a:pt x="8781" y="8833"/>
                  <a:pt x="8475" y="8831"/>
                </a:cubicBezTo>
              </a:path>
              <a:path w="21600" h="21600">
                <a:moveTo>
                  <a:pt x="392" y="8817"/>
                </a:moveTo>
                <a:lnTo>
                  <a:pt x="352" y="8831"/>
                </a:lnTo>
                <a:lnTo>
                  <a:pt x="409" y="9079"/>
                </a:lnTo>
                <a:lnTo>
                  <a:pt x="433" y="9065"/>
                </a:lnTo>
                <a:lnTo>
                  <a:pt x="403" y="8917"/>
                </a:lnTo>
              </a:path>
              <a:path w="21600" h="21600">
                <a:moveTo>
                  <a:pt x="13138" y="8799"/>
                </a:moveTo>
                <a:cubicBezTo>
                  <a:pt x="13045" y="8920"/>
                  <a:pt x="12935" y="9035"/>
                  <a:pt x="12803" y="9135"/>
                </a:cubicBezTo>
                <a:lnTo>
                  <a:pt x="12684" y="9190"/>
                </a:lnTo>
                <a:lnTo>
                  <a:pt x="12574" y="9388"/>
                </a:lnTo>
                <a:lnTo>
                  <a:pt x="12281" y="9613"/>
                </a:lnTo>
                <a:lnTo>
                  <a:pt x="12573" y="9600"/>
                </a:lnTo>
                <a:lnTo>
                  <a:pt x="12830" y="9482"/>
                </a:lnTo>
                <a:lnTo>
                  <a:pt x="13015" y="9183"/>
                </a:lnTo>
                <a:cubicBezTo>
                  <a:pt x="13070" y="9062"/>
                  <a:pt x="13110" y="8933"/>
                  <a:pt x="13138" y="8799"/>
                </a:cubicBezTo>
              </a:path>
              <a:path w="21600" h="21600">
                <a:moveTo>
                  <a:pt x="11775" y="8791"/>
                </a:moveTo>
                <a:lnTo>
                  <a:pt x="11767" y="8795"/>
                </a:lnTo>
                <a:lnTo>
                  <a:pt x="11431" y="8814"/>
                </a:lnTo>
                <a:lnTo>
                  <a:pt x="11269" y="8962"/>
                </a:lnTo>
                <a:lnTo>
                  <a:pt x="11091" y="9002"/>
                </a:lnTo>
                <a:lnTo>
                  <a:pt x="11423" y="9068"/>
                </a:lnTo>
                <a:lnTo>
                  <a:pt x="11529" y="9062"/>
                </a:lnTo>
                <a:lnTo>
                  <a:pt x="11738" y="8881"/>
                </a:lnTo>
              </a:path>
              <a:path w="21600" h="21600">
                <a:moveTo>
                  <a:pt x="10111" y="8780"/>
                </a:moveTo>
                <a:lnTo>
                  <a:pt x="10449" y="8981"/>
                </a:lnTo>
                <a:lnTo>
                  <a:pt x="10725" y="9120"/>
                </a:lnTo>
                <a:lnTo>
                  <a:pt x="10908" y="9184"/>
                </a:lnTo>
                <a:lnTo>
                  <a:pt x="11494" y="9306"/>
                </a:lnTo>
                <a:lnTo>
                  <a:pt x="11751" y="9252"/>
                </a:lnTo>
                <a:lnTo>
                  <a:pt x="11957" y="9081"/>
                </a:lnTo>
                <a:lnTo>
                  <a:pt x="11547" y="9103"/>
                </a:lnTo>
                <a:lnTo>
                  <a:pt x="11519" y="9127"/>
                </a:lnTo>
                <a:cubicBezTo>
                  <a:pt x="11337" y="9214"/>
                  <a:pt x="11110" y="9217"/>
                  <a:pt x="10844" y="9134"/>
                </a:cubicBezTo>
                <a:cubicBezTo>
                  <a:pt x="10661" y="9077"/>
                  <a:pt x="10470" y="8989"/>
                  <a:pt x="10243" y="8856"/>
                </a:cubicBezTo>
                <a:lnTo>
                  <a:pt x="10133" y="8787"/>
                </a:lnTo>
              </a:path>
              <a:path w="21600" h="21600">
                <a:moveTo>
                  <a:pt x="508" y="8772"/>
                </a:moveTo>
                <a:lnTo>
                  <a:pt x="495" y="8781"/>
                </a:lnTo>
                <a:lnTo>
                  <a:pt x="437" y="8801"/>
                </a:lnTo>
                <a:lnTo>
                  <a:pt x="449" y="8909"/>
                </a:lnTo>
                <a:lnTo>
                  <a:pt x="476" y="9041"/>
                </a:lnTo>
                <a:lnTo>
                  <a:pt x="528" y="9011"/>
                </a:lnTo>
              </a:path>
              <a:path w="21600" h="21600">
                <a:moveTo>
                  <a:pt x="8363" y="8748"/>
                </a:moveTo>
                <a:cubicBezTo>
                  <a:pt x="7882" y="8748"/>
                  <a:pt x="7386" y="8825"/>
                  <a:pt x="6878" y="8977"/>
                </a:cubicBezTo>
                <a:cubicBezTo>
                  <a:pt x="6367" y="9129"/>
                  <a:pt x="5850" y="9367"/>
                  <a:pt x="5381" y="9668"/>
                </a:cubicBezTo>
                <a:cubicBezTo>
                  <a:pt x="4959" y="9938"/>
                  <a:pt x="4613" y="10175"/>
                  <a:pt x="4300" y="10451"/>
                </a:cubicBezTo>
                <a:lnTo>
                  <a:pt x="4043" y="10732"/>
                </a:lnTo>
                <a:lnTo>
                  <a:pt x="3894" y="10868"/>
                </a:lnTo>
                <a:lnTo>
                  <a:pt x="3694" y="11116"/>
                </a:lnTo>
                <a:lnTo>
                  <a:pt x="3518" y="11309"/>
                </a:lnTo>
                <a:cubicBezTo>
                  <a:pt x="3305" y="11598"/>
                  <a:pt x="3131" y="11903"/>
                  <a:pt x="2999" y="12216"/>
                </a:cubicBezTo>
                <a:lnTo>
                  <a:pt x="2844" y="12691"/>
                </a:lnTo>
                <a:lnTo>
                  <a:pt x="2806" y="13125"/>
                </a:lnTo>
                <a:lnTo>
                  <a:pt x="2806" y="13237"/>
                </a:lnTo>
                <a:lnTo>
                  <a:pt x="2822" y="13080"/>
                </a:lnTo>
                <a:cubicBezTo>
                  <a:pt x="2849" y="12897"/>
                  <a:pt x="2887" y="12718"/>
                  <a:pt x="2935" y="12547"/>
                </a:cubicBezTo>
                <a:cubicBezTo>
                  <a:pt x="3052" y="12130"/>
                  <a:pt x="3237" y="11737"/>
                  <a:pt x="3482" y="11378"/>
                </a:cubicBezTo>
                <a:lnTo>
                  <a:pt x="3694" y="11116"/>
                </a:lnTo>
                <a:lnTo>
                  <a:pt x="4043" y="10732"/>
                </a:lnTo>
                <a:lnTo>
                  <a:pt x="4392" y="10416"/>
                </a:lnTo>
                <a:cubicBezTo>
                  <a:pt x="5111" y="9853"/>
                  <a:pt x="6247" y="9127"/>
                  <a:pt x="7569" y="8872"/>
                </a:cubicBezTo>
                <a:cubicBezTo>
                  <a:pt x="8157" y="8759"/>
                  <a:pt x="8791" y="8762"/>
                  <a:pt x="9403" y="8880"/>
                </a:cubicBezTo>
                <a:cubicBezTo>
                  <a:pt x="9426" y="8885"/>
                  <a:pt x="9448" y="8889"/>
                  <a:pt x="9470" y="8894"/>
                </a:cubicBezTo>
                <a:cubicBezTo>
                  <a:pt x="9373" y="8868"/>
                  <a:pt x="9274" y="8844"/>
                  <a:pt x="9174" y="8825"/>
                </a:cubicBezTo>
                <a:cubicBezTo>
                  <a:pt x="8910" y="8774"/>
                  <a:pt x="8639" y="8749"/>
                  <a:pt x="8363" y="8749"/>
                </a:cubicBezTo>
              </a:path>
              <a:path w="21600" h="21600">
                <a:moveTo>
                  <a:pt x="1250" y="8740"/>
                </a:moveTo>
                <a:lnTo>
                  <a:pt x="1249" y="8743"/>
                </a:lnTo>
                <a:lnTo>
                  <a:pt x="1023" y="9003"/>
                </a:lnTo>
                <a:lnTo>
                  <a:pt x="990" y="9168"/>
                </a:lnTo>
                <a:lnTo>
                  <a:pt x="990" y="9247"/>
                </a:lnTo>
                <a:lnTo>
                  <a:pt x="1088" y="9147"/>
                </a:lnTo>
                <a:lnTo>
                  <a:pt x="1195" y="8985"/>
                </a:lnTo>
              </a:path>
              <a:path w="21600" h="21600">
                <a:moveTo>
                  <a:pt x="1033" y="8723"/>
                </a:moveTo>
                <a:lnTo>
                  <a:pt x="892" y="8852"/>
                </a:lnTo>
                <a:lnTo>
                  <a:pt x="846" y="8879"/>
                </a:lnTo>
                <a:lnTo>
                  <a:pt x="837" y="8933"/>
                </a:lnTo>
                <a:lnTo>
                  <a:pt x="841" y="9118"/>
                </a:lnTo>
                <a:lnTo>
                  <a:pt x="914" y="9058"/>
                </a:lnTo>
                <a:lnTo>
                  <a:pt x="983" y="8977"/>
                </a:lnTo>
              </a:path>
              <a:path w="21600" h="21600">
                <a:moveTo>
                  <a:pt x="10177" y="8709"/>
                </a:moveTo>
                <a:lnTo>
                  <a:pt x="10381" y="8821"/>
                </a:lnTo>
                <a:lnTo>
                  <a:pt x="10446" y="8848"/>
                </a:lnTo>
                <a:lnTo>
                  <a:pt x="10638" y="8913"/>
                </a:lnTo>
                <a:lnTo>
                  <a:pt x="10991" y="8982"/>
                </a:lnTo>
                <a:lnTo>
                  <a:pt x="11249" y="8924"/>
                </a:lnTo>
                <a:lnTo>
                  <a:pt x="11365" y="8818"/>
                </a:lnTo>
                <a:lnTo>
                  <a:pt x="11150" y="8831"/>
                </a:lnTo>
                <a:lnTo>
                  <a:pt x="11008" y="8804"/>
                </a:lnTo>
                <a:lnTo>
                  <a:pt x="10743" y="8867"/>
                </a:lnTo>
                <a:cubicBezTo>
                  <a:pt x="10641" y="8869"/>
                  <a:pt x="10530" y="8849"/>
                  <a:pt x="10413" y="8810"/>
                </a:cubicBezTo>
              </a:path>
              <a:path w="21600" h="21600">
                <a:moveTo>
                  <a:pt x="10088" y="8708"/>
                </a:moveTo>
                <a:lnTo>
                  <a:pt x="10155" y="8750"/>
                </a:lnTo>
                <a:lnTo>
                  <a:pt x="10177" y="8757"/>
                </a:lnTo>
              </a:path>
              <a:path w="21600" h="21600">
                <a:moveTo>
                  <a:pt x="2628" y="8699"/>
                </a:moveTo>
                <a:lnTo>
                  <a:pt x="2511" y="9122"/>
                </a:lnTo>
                <a:lnTo>
                  <a:pt x="2492" y="9210"/>
                </a:lnTo>
                <a:lnTo>
                  <a:pt x="2627" y="9027"/>
                </a:lnTo>
                <a:lnTo>
                  <a:pt x="2614" y="8950"/>
                </a:lnTo>
                <a:lnTo>
                  <a:pt x="2637" y="8743"/>
                </a:lnTo>
              </a:path>
              <a:path w="21600" h="21600">
                <a:moveTo>
                  <a:pt x="2182" y="8699"/>
                </a:moveTo>
                <a:lnTo>
                  <a:pt x="2087" y="8841"/>
                </a:lnTo>
                <a:lnTo>
                  <a:pt x="1997" y="9359"/>
                </a:lnTo>
                <a:lnTo>
                  <a:pt x="1931" y="9725"/>
                </a:lnTo>
                <a:lnTo>
                  <a:pt x="2019" y="9474"/>
                </a:lnTo>
                <a:lnTo>
                  <a:pt x="2040" y="9435"/>
                </a:lnTo>
                <a:lnTo>
                  <a:pt x="2129" y="8949"/>
                </a:lnTo>
              </a:path>
              <a:path w="21600" h="21600">
                <a:moveTo>
                  <a:pt x="638" y="8692"/>
                </a:moveTo>
                <a:lnTo>
                  <a:pt x="552" y="8745"/>
                </a:lnTo>
                <a:lnTo>
                  <a:pt x="572" y="8986"/>
                </a:lnTo>
                <a:lnTo>
                  <a:pt x="650" y="8941"/>
                </a:lnTo>
                <a:lnTo>
                  <a:pt x="637" y="8697"/>
                </a:lnTo>
              </a:path>
              <a:path w="21600" h="21600">
                <a:moveTo>
                  <a:pt x="9786" y="8669"/>
                </a:moveTo>
                <a:lnTo>
                  <a:pt x="10152" y="8869"/>
                </a:lnTo>
                <a:lnTo>
                  <a:pt x="10182" y="8887"/>
                </a:lnTo>
                <a:lnTo>
                  <a:pt x="10378" y="8998"/>
                </a:lnTo>
                <a:lnTo>
                  <a:pt x="10418" y="9012"/>
                </a:lnTo>
                <a:lnTo>
                  <a:pt x="9989" y="8757"/>
                </a:lnTo>
                <a:lnTo>
                  <a:pt x="9972" y="8746"/>
                </a:lnTo>
                <a:lnTo>
                  <a:pt x="9917" y="8714"/>
                </a:lnTo>
                <a:lnTo>
                  <a:pt x="9878" y="8701"/>
                </a:lnTo>
              </a:path>
              <a:path w="21600" h="21600">
                <a:moveTo>
                  <a:pt x="10086" y="8658"/>
                </a:moveTo>
                <a:lnTo>
                  <a:pt x="10086" y="8658"/>
                </a:lnTo>
                <a:lnTo>
                  <a:pt x="10086" y="8658"/>
                </a:lnTo>
              </a:path>
              <a:path w="21600" h="21600">
                <a:moveTo>
                  <a:pt x="8374" y="8641"/>
                </a:moveTo>
                <a:cubicBezTo>
                  <a:pt x="8075" y="8633"/>
                  <a:pt x="7779" y="8654"/>
                  <a:pt x="7495" y="8703"/>
                </a:cubicBezTo>
                <a:cubicBezTo>
                  <a:pt x="6217" y="8924"/>
                  <a:pt x="5092" y="9613"/>
                  <a:pt x="4373" y="10152"/>
                </a:cubicBezTo>
                <a:cubicBezTo>
                  <a:pt x="3660" y="10687"/>
                  <a:pt x="3167" y="11382"/>
                  <a:pt x="2950" y="12164"/>
                </a:cubicBezTo>
                <a:lnTo>
                  <a:pt x="2919" y="12313"/>
                </a:lnTo>
                <a:lnTo>
                  <a:pt x="2957" y="12198"/>
                </a:lnTo>
                <a:cubicBezTo>
                  <a:pt x="3090" y="11883"/>
                  <a:pt x="3266" y="11575"/>
                  <a:pt x="3481" y="11283"/>
                </a:cubicBezTo>
                <a:cubicBezTo>
                  <a:pt x="3716" y="10963"/>
                  <a:pt x="3981" y="10672"/>
                  <a:pt x="4269" y="10418"/>
                </a:cubicBezTo>
                <a:cubicBezTo>
                  <a:pt x="4584" y="10140"/>
                  <a:pt x="4932" y="9902"/>
                  <a:pt x="5356" y="9631"/>
                </a:cubicBezTo>
                <a:cubicBezTo>
                  <a:pt x="5828" y="9328"/>
                  <a:pt x="6350" y="9088"/>
                  <a:pt x="6864" y="8935"/>
                </a:cubicBezTo>
                <a:cubicBezTo>
                  <a:pt x="7671" y="8693"/>
                  <a:pt x="8451" y="8641"/>
                  <a:pt x="9182" y="8781"/>
                </a:cubicBezTo>
                <a:cubicBezTo>
                  <a:pt x="9399" y="8823"/>
                  <a:pt x="9611" y="8884"/>
                  <a:pt x="9818" y="8954"/>
                </a:cubicBezTo>
                <a:lnTo>
                  <a:pt x="10124" y="9069"/>
                </a:lnTo>
                <a:lnTo>
                  <a:pt x="9865" y="8941"/>
                </a:lnTo>
                <a:cubicBezTo>
                  <a:pt x="9667" y="8855"/>
                  <a:pt x="9474" y="8793"/>
                  <a:pt x="9276" y="8750"/>
                </a:cubicBezTo>
                <a:cubicBezTo>
                  <a:pt x="8978" y="8686"/>
                  <a:pt x="8674" y="8649"/>
                  <a:pt x="8374" y="8641"/>
                </a:cubicBezTo>
              </a:path>
              <a:path w="21600" h="21600">
                <a:moveTo>
                  <a:pt x="2594" y="8641"/>
                </a:moveTo>
                <a:lnTo>
                  <a:pt x="2571" y="8664"/>
                </a:lnTo>
                <a:lnTo>
                  <a:pt x="2454" y="8830"/>
                </a:lnTo>
                <a:lnTo>
                  <a:pt x="2304" y="9477"/>
                </a:lnTo>
                <a:lnTo>
                  <a:pt x="2290" y="9542"/>
                </a:lnTo>
                <a:lnTo>
                  <a:pt x="2419" y="9314"/>
                </a:lnTo>
                <a:lnTo>
                  <a:pt x="2462" y="9120"/>
                </a:lnTo>
              </a:path>
              <a:path w="21600" h="21600">
                <a:moveTo>
                  <a:pt x="2697" y="8624"/>
                </a:moveTo>
                <a:lnTo>
                  <a:pt x="2691" y="8638"/>
                </a:lnTo>
                <a:lnTo>
                  <a:pt x="2680" y="8741"/>
                </a:lnTo>
                <a:lnTo>
                  <a:pt x="2688" y="8780"/>
                </a:lnTo>
                <a:lnTo>
                  <a:pt x="2695" y="8748"/>
                </a:lnTo>
                <a:cubicBezTo>
                  <a:pt x="2700" y="8733"/>
                  <a:pt x="2705" y="8722"/>
                  <a:pt x="2710" y="8713"/>
                </a:cubicBezTo>
                <a:cubicBezTo>
                  <a:pt x="2716" y="8700"/>
                  <a:pt x="2717" y="8697"/>
                  <a:pt x="2715" y="8695"/>
                </a:cubicBezTo>
              </a:path>
              <a:path w="21600" h="21600">
                <a:moveTo>
                  <a:pt x="1895" y="8604"/>
                </a:moveTo>
                <a:lnTo>
                  <a:pt x="1855" y="8691"/>
                </a:lnTo>
                <a:lnTo>
                  <a:pt x="1772" y="9180"/>
                </a:lnTo>
                <a:cubicBezTo>
                  <a:pt x="1717" y="9444"/>
                  <a:pt x="1652" y="9671"/>
                  <a:pt x="1574" y="9873"/>
                </a:cubicBezTo>
                <a:lnTo>
                  <a:pt x="1427" y="10214"/>
                </a:lnTo>
                <a:lnTo>
                  <a:pt x="1401" y="10530"/>
                </a:lnTo>
                <a:lnTo>
                  <a:pt x="1494" y="10326"/>
                </a:lnTo>
                <a:lnTo>
                  <a:pt x="1563" y="10114"/>
                </a:lnTo>
                <a:lnTo>
                  <a:pt x="1564" y="10098"/>
                </a:lnTo>
                <a:lnTo>
                  <a:pt x="1725" y="9595"/>
                </a:lnTo>
                <a:lnTo>
                  <a:pt x="1827" y="9074"/>
                </a:lnTo>
              </a:path>
              <a:path w="21600" h="21600">
                <a:moveTo>
                  <a:pt x="1602" y="8599"/>
                </a:moveTo>
                <a:lnTo>
                  <a:pt x="1514" y="8811"/>
                </a:lnTo>
                <a:lnTo>
                  <a:pt x="1454" y="9043"/>
                </a:lnTo>
                <a:lnTo>
                  <a:pt x="1530" y="8854"/>
                </a:lnTo>
              </a:path>
              <a:path w="21600" h="21600">
                <a:moveTo>
                  <a:pt x="12216" y="8592"/>
                </a:moveTo>
                <a:lnTo>
                  <a:pt x="11832" y="8765"/>
                </a:lnTo>
                <a:lnTo>
                  <a:pt x="11776" y="8905"/>
                </a:lnTo>
                <a:lnTo>
                  <a:pt x="11598" y="9059"/>
                </a:lnTo>
                <a:lnTo>
                  <a:pt x="12007" y="9037"/>
                </a:lnTo>
                <a:lnTo>
                  <a:pt x="12216" y="8592"/>
                </a:lnTo>
              </a:path>
              <a:path w="21600" h="21600">
                <a:moveTo>
                  <a:pt x="10052" y="8584"/>
                </a:moveTo>
                <a:lnTo>
                  <a:pt x="10180" y="8659"/>
                </a:lnTo>
                <a:cubicBezTo>
                  <a:pt x="10267" y="8703"/>
                  <a:pt x="10349" y="8738"/>
                  <a:pt x="10429" y="8765"/>
                </a:cubicBezTo>
                <a:cubicBezTo>
                  <a:pt x="10506" y="8792"/>
                  <a:pt x="10601" y="8815"/>
                  <a:pt x="10700" y="8820"/>
                </a:cubicBezTo>
                <a:lnTo>
                  <a:pt x="10889" y="8782"/>
                </a:lnTo>
                <a:lnTo>
                  <a:pt x="10360" y="8683"/>
                </a:lnTo>
                <a:lnTo>
                  <a:pt x="10297" y="8663"/>
                </a:lnTo>
                <a:lnTo>
                  <a:pt x="10198" y="8645"/>
                </a:lnTo>
                <a:lnTo>
                  <a:pt x="10091" y="8596"/>
                </a:lnTo>
              </a:path>
              <a:path w="21600" h="21600">
                <a:moveTo>
                  <a:pt x="5418" y="8566"/>
                </a:moveTo>
                <a:lnTo>
                  <a:pt x="5340" y="8598"/>
                </a:lnTo>
                <a:lnTo>
                  <a:pt x="5269" y="8640"/>
                </a:lnTo>
              </a:path>
              <a:path w="21600" h="21600">
                <a:moveTo>
                  <a:pt x="852" y="8560"/>
                </a:moveTo>
                <a:lnTo>
                  <a:pt x="687" y="8662"/>
                </a:lnTo>
                <a:lnTo>
                  <a:pt x="683" y="8699"/>
                </a:lnTo>
                <a:lnTo>
                  <a:pt x="694" y="8916"/>
                </a:lnTo>
                <a:lnTo>
                  <a:pt x="805" y="8853"/>
                </a:lnTo>
              </a:path>
              <a:path w="21600" h="21600">
                <a:moveTo>
                  <a:pt x="9001" y="8559"/>
                </a:moveTo>
                <a:lnTo>
                  <a:pt x="9372" y="8656"/>
                </a:lnTo>
                <a:lnTo>
                  <a:pt x="9157" y="8581"/>
                </a:lnTo>
              </a:path>
              <a:path w="21600" h="21600">
                <a:moveTo>
                  <a:pt x="2680" y="8554"/>
                </a:moveTo>
                <a:lnTo>
                  <a:pt x="2663" y="8571"/>
                </a:lnTo>
                <a:lnTo>
                  <a:pt x="2653" y="8609"/>
                </a:lnTo>
                <a:lnTo>
                  <a:pt x="2654" y="8618"/>
                </a:lnTo>
                <a:lnTo>
                  <a:pt x="2681" y="8558"/>
                </a:lnTo>
              </a:path>
              <a:path w="21600" h="21600">
                <a:moveTo>
                  <a:pt x="11218" y="8530"/>
                </a:moveTo>
                <a:lnTo>
                  <a:pt x="10879" y="8551"/>
                </a:lnTo>
                <a:lnTo>
                  <a:pt x="10856" y="8547"/>
                </a:lnTo>
                <a:lnTo>
                  <a:pt x="10767" y="8637"/>
                </a:lnTo>
                <a:lnTo>
                  <a:pt x="10587" y="8682"/>
                </a:lnTo>
                <a:lnTo>
                  <a:pt x="10998" y="8759"/>
                </a:lnTo>
                <a:lnTo>
                  <a:pt x="11205" y="8561"/>
                </a:lnTo>
              </a:path>
              <a:path w="21600" h="21600">
                <a:moveTo>
                  <a:pt x="248" y="8529"/>
                </a:moveTo>
                <a:lnTo>
                  <a:pt x="210" y="8542"/>
                </a:lnTo>
                <a:lnTo>
                  <a:pt x="278" y="8813"/>
                </a:lnTo>
                <a:lnTo>
                  <a:pt x="300" y="8806"/>
                </a:lnTo>
                <a:lnTo>
                  <a:pt x="265" y="8649"/>
                </a:lnTo>
              </a:path>
              <a:path w="21600" h="21600">
                <a:moveTo>
                  <a:pt x="12866" y="8523"/>
                </a:moveTo>
                <a:cubicBezTo>
                  <a:pt x="12772" y="8642"/>
                  <a:pt x="12660" y="8755"/>
                  <a:pt x="12529" y="8854"/>
                </a:cubicBezTo>
                <a:lnTo>
                  <a:pt x="12488" y="8873"/>
                </a:lnTo>
                <a:lnTo>
                  <a:pt x="12308" y="9225"/>
                </a:lnTo>
                <a:lnTo>
                  <a:pt x="12184" y="9324"/>
                </a:lnTo>
                <a:lnTo>
                  <a:pt x="12301" y="9318"/>
                </a:lnTo>
                <a:lnTo>
                  <a:pt x="12654" y="9157"/>
                </a:lnTo>
                <a:lnTo>
                  <a:pt x="12751" y="8988"/>
                </a:lnTo>
                <a:cubicBezTo>
                  <a:pt x="12805" y="8848"/>
                  <a:pt x="12844" y="8694"/>
                  <a:pt x="12866" y="8523"/>
                </a:cubicBezTo>
              </a:path>
              <a:path w="21600" h="21600">
                <a:moveTo>
                  <a:pt x="8137" y="8512"/>
                </a:moveTo>
                <a:cubicBezTo>
                  <a:pt x="7646" y="8512"/>
                  <a:pt x="7137" y="8591"/>
                  <a:pt x="6617" y="8749"/>
                </a:cubicBezTo>
                <a:cubicBezTo>
                  <a:pt x="6103" y="8906"/>
                  <a:pt x="5591" y="9147"/>
                  <a:pt x="5136" y="9447"/>
                </a:cubicBezTo>
                <a:cubicBezTo>
                  <a:pt x="4763" y="9693"/>
                  <a:pt x="4403" y="9938"/>
                  <a:pt x="4084" y="10227"/>
                </a:cubicBezTo>
                <a:cubicBezTo>
                  <a:pt x="3815" y="10472"/>
                  <a:pt x="3563" y="10760"/>
                  <a:pt x="3336" y="11081"/>
                </a:cubicBezTo>
                <a:lnTo>
                  <a:pt x="2898" y="11882"/>
                </a:lnTo>
                <a:lnTo>
                  <a:pt x="2823" y="12259"/>
                </a:lnTo>
                <a:lnTo>
                  <a:pt x="2794" y="12661"/>
                </a:lnTo>
                <a:lnTo>
                  <a:pt x="2795" y="12693"/>
                </a:lnTo>
                <a:lnTo>
                  <a:pt x="2800" y="12678"/>
                </a:lnTo>
                <a:lnTo>
                  <a:pt x="2801" y="12666"/>
                </a:lnTo>
                <a:cubicBezTo>
                  <a:pt x="2826" y="12490"/>
                  <a:pt x="2861" y="12318"/>
                  <a:pt x="2906" y="12154"/>
                </a:cubicBezTo>
                <a:cubicBezTo>
                  <a:pt x="3127" y="11364"/>
                  <a:pt x="3624" y="10660"/>
                  <a:pt x="4345" y="10119"/>
                </a:cubicBezTo>
                <a:cubicBezTo>
                  <a:pt x="5068" y="9577"/>
                  <a:pt x="6200" y="8884"/>
                  <a:pt x="7487" y="8662"/>
                </a:cubicBezTo>
                <a:cubicBezTo>
                  <a:pt x="8061" y="8562"/>
                  <a:pt x="8683" y="8579"/>
                  <a:pt x="9286" y="8709"/>
                </a:cubicBezTo>
                <a:cubicBezTo>
                  <a:pt x="9487" y="8752"/>
                  <a:pt x="9683" y="8815"/>
                  <a:pt x="9883" y="8902"/>
                </a:cubicBezTo>
                <a:cubicBezTo>
                  <a:pt x="10081" y="8987"/>
                  <a:pt x="10265" y="9083"/>
                  <a:pt x="10468" y="9191"/>
                </a:cubicBezTo>
                <a:lnTo>
                  <a:pt x="10506" y="9211"/>
                </a:lnTo>
                <a:lnTo>
                  <a:pt x="10632" y="9257"/>
                </a:lnTo>
                <a:lnTo>
                  <a:pt x="10330" y="9093"/>
                </a:lnTo>
                <a:lnTo>
                  <a:pt x="10286" y="9069"/>
                </a:lnTo>
                <a:lnTo>
                  <a:pt x="9939" y="8889"/>
                </a:lnTo>
                <a:lnTo>
                  <a:pt x="9538" y="8745"/>
                </a:lnTo>
                <a:cubicBezTo>
                  <a:pt x="9332" y="8678"/>
                  <a:pt x="9122" y="8619"/>
                  <a:pt x="8907" y="8580"/>
                </a:cubicBezTo>
                <a:cubicBezTo>
                  <a:pt x="8656" y="8535"/>
                  <a:pt x="8399" y="8512"/>
                  <a:pt x="8136" y="8512"/>
                </a:cubicBezTo>
              </a:path>
              <a:path w="21600" h="21600">
                <a:moveTo>
                  <a:pt x="356" y="8494"/>
                </a:moveTo>
                <a:lnTo>
                  <a:pt x="292" y="8515"/>
                </a:lnTo>
                <a:lnTo>
                  <a:pt x="310" y="8643"/>
                </a:lnTo>
                <a:lnTo>
                  <a:pt x="343" y="8791"/>
                </a:lnTo>
                <a:lnTo>
                  <a:pt x="388" y="8775"/>
                </a:lnTo>
              </a:path>
              <a:path w="21600" h="21600">
                <a:moveTo>
                  <a:pt x="11556" y="8485"/>
                </a:moveTo>
                <a:lnTo>
                  <a:pt x="11494" y="8513"/>
                </a:lnTo>
                <a:lnTo>
                  <a:pt x="11269" y="8527"/>
                </a:lnTo>
                <a:lnTo>
                  <a:pt x="11243" y="8586"/>
                </a:lnTo>
                <a:lnTo>
                  <a:pt x="11052" y="8769"/>
                </a:lnTo>
                <a:lnTo>
                  <a:pt x="11153" y="8788"/>
                </a:lnTo>
                <a:lnTo>
                  <a:pt x="11415" y="8773"/>
                </a:lnTo>
                <a:lnTo>
                  <a:pt x="11472" y="8720"/>
                </a:lnTo>
              </a:path>
              <a:path w="21600" h="21600">
                <a:moveTo>
                  <a:pt x="9709" y="8473"/>
                </a:moveTo>
                <a:lnTo>
                  <a:pt x="9835" y="8549"/>
                </a:lnTo>
                <a:lnTo>
                  <a:pt x="9841" y="8554"/>
                </a:lnTo>
                <a:lnTo>
                  <a:pt x="10007" y="8657"/>
                </a:lnTo>
                <a:lnTo>
                  <a:pt x="9745" y="8484"/>
                </a:lnTo>
              </a:path>
              <a:path w="21600" h="21600">
                <a:moveTo>
                  <a:pt x="8271" y="8455"/>
                </a:moveTo>
                <a:cubicBezTo>
                  <a:pt x="7977" y="8440"/>
                  <a:pt x="7688" y="8454"/>
                  <a:pt x="7411" y="8496"/>
                </a:cubicBezTo>
                <a:cubicBezTo>
                  <a:pt x="6162" y="8687"/>
                  <a:pt x="5043" y="9343"/>
                  <a:pt x="4324" y="9859"/>
                </a:cubicBezTo>
                <a:cubicBezTo>
                  <a:pt x="3788" y="10244"/>
                  <a:pt x="3381" y="10713"/>
                  <a:pt x="3125" y="11236"/>
                </a:cubicBezTo>
                <a:lnTo>
                  <a:pt x="2950" y="11694"/>
                </a:lnTo>
                <a:lnTo>
                  <a:pt x="3298" y="11057"/>
                </a:lnTo>
                <a:cubicBezTo>
                  <a:pt x="3527" y="10733"/>
                  <a:pt x="3781" y="10443"/>
                  <a:pt x="4053" y="10196"/>
                </a:cubicBezTo>
                <a:cubicBezTo>
                  <a:pt x="4374" y="9904"/>
                  <a:pt x="4736" y="9658"/>
                  <a:pt x="5110" y="9412"/>
                </a:cubicBezTo>
                <a:cubicBezTo>
                  <a:pt x="5569" y="9109"/>
                  <a:pt x="6086" y="8866"/>
                  <a:pt x="6604" y="8708"/>
                </a:cubicBezTo>
                <a:cubicBezTo>
                  <a:pt x="7208" y="8524"/>
                  <a:pt x="7797" y="8446"/>
                  <a:pt x="8361" y="8474"/>
                </a:cubicBezTo>
                <a:lnTo>
                  <a:pt x="8575" y="8498"/>
                </a:lnTo>
              </a:path>
              <a:path w="21600" h="21600">
                <a:moveTo>
                  <a:pt x="484" y="8452"/>
                </a:moveTo>
                <a:lnTo>
                  <a:pt x="401" y="8479"/>
                </a:lnTo>
                <a:lnTo>
                  <a:pt x="432" y="8759"/>
                </a:lnTo>
                <a:lnTo>
                  <a:pt x="479" y="8743"/>
                </a:lnTo>
                <a:lnTo>
                  <a:pt x="504" y="8727"/>
                </a:lnTo>
                <a:lnTo>
                  <a:pt x="482" y="8465"/>
                </a:lnTo>
              </a:path>
              <a:path w="21600" h="21600">
                <a:moveTo>
                  <a:pt x="9863" y="8425"/>
                </a:moveTo>
                <a:lnTo>
                  <a:pt x="9981" y="8498"/>
                </a:lnTo>
                <a:lnTo>
                  <a:pt x="10120" y="8561"/>
                </a:lnTo>
                <a:lnTo>
                  <a:pt x="10322" y="8626"/>
                </a:lnTo>
                <a:lnTo>
                  <a:pt x="10468" y="8657"/>
                </a:lnTo>
                <a:cubicBezTo>
                  <a:pt x="10560" y="8662"/>
                  <a:pt x="10656" y="8647"/>
                  <a:pt x="10745" y="8599"/>
                </a:cubicBezTo>
                <a:lnTo>
                  <a:pt x="10804" y="8538"/>
                </a:lnTo>
                <a:lnTo>
                  <a:pt x="10481" y="8481"/>
                </a:lnTo>
                <a:lnTo>
                  <a:pt x="10236" y="8537"/>
                </a:lnTo>
                <a:cubicBezTo>
                  <a:pt x="10143" y="8533"/>
                  <a:pt x="10054" y="8509"/>
                  <a:pt x="9982" y="8482"/>
                </a:cubicBezTo>
              </a:path>
              <a:path w="21600" h="21600">
                <a:moveTo>
                  <a:pt x="2647" y="8421"/>
                </a:moveTo>
                <a:lnTo>
                  <a:pt x="2644" y="8460"/>
                </a:lnTo>
                <a:lnTo>
                  <a:pt x="2650" y="8435"/>
                </a:lnTo>
              </a:path>
              <a:path w="21600" h="21600">
                <a:moveTo>
                  <a:pt x="2012" y="8417"/>
                </a:moveTo>
                <a:lnTo>
                  <a:pt x="1956" y="8505"/>
                </a:lnTo>
                <a:lnTo>
                  <a:pt x="1873" y="9082"/>
                </a:lnTo>
                <a:lnTo>
                  <a:pt x="1843" y="9235"/>
                </a:lnTo>
                <a:lnTo>
                  <a:pt x="1901" y="9118"/>
                </a:lnTo>
                <a:lnTo>
                  <a:pt x="1938" y="8883"/>
                </a:lnTo>
                <a:cubicBezTo>
                  <a:pt x="1957" y="8756"/>
                  <a:pt x="1978" y="8617"/>
                  <a:pt x="2002" y="8471"/>
                </a:cubicBezTo>
              </a:path>
              <a:path w="21600" h="21600">
                <a:moveTo>
                  <a:pt x="2380" y="8413"/>
                </a:moveTo>
                <a:lnTo>
                  <a:pt x="2354" y="8440"/>
                </a:lnTo>
                <a:lnTo>
                  <a:pt x="2248" y="8599"/>
                </a:lnTo>
                <a:lnTo>
                  <a:pt x="2172" y="8956"/>
                </a:lnTo>
                <a:lnTo>
                  <a:pt x="2109" y="9305"/>
                </a:lnTo>
                <a:lnTo>
                  <a:pt x="2218" y="9098"/>
                </a:lnTo>
                <a:lnTo>
                  <a:pt x="2237" y="9003"/>
                </a:lnTo>
              </a:path>
              <a:path w="21600" h="21600">
                <a:moveTo>
                  <a:pt x="1099" y="8385"/>
                </a:moveTo>
                <a:lnTo>
                  <a:pt x="1039" y="8445"/>
                </a:lnTo>
                <a:lnTo>
                  <a:pt x="902" y="8529"/>
                </a:lnTo>
                <a:lnTo>
                  <a:pt x="854" y="8825"/>
                </a:lnTo>
                <a:lnTo>
                  <a:pt x="862" y="8820"/>
                </a:lnTo>
                <a:lnTo>
                  <a:pt x="1047" y="8651"/>
                </a:lnTo>
              </a:path>
              <a:path w="21600" h="21600">
                <a:moveTo>
                  <a:pt x="678" y="8381"/>
                </a:moveTo>
                <a:lnTo>
                  <a:pt x="656" y="8395"/>
                </a:lnTo>
                <a:lnTo>
                  <a:pt x="531" y="8436"/>
                </a:lnTo>
                <a:lnTo>
                  <a:pt x="528" y="8465"/>
                </a:lnTo>
                <a:lnTo>
                  <a:pt x="548" y="8700"/>
                </a:lnTo>
                <a:lnTo>
                  <a:pt x="645" y="8640"/>
                </a:lnTo>
              </a:path>
              <a:path w="21600" h="21600">
                <a:moveTo>
                  <a:pt x="9241" y="8319"/>
                </a:moveTo>
                <a:lnTo>
                  <a:pt x="9478" y="8413"/>
                </a:lnTo>
                <a:lnTo>
                  <a:pt x="9933" y="8675"/>
                </a:lnTo>
                <a:lnTo>
                  <a:pt x="9977" y="8690"/>
                </a:lnTo>
                <a:lnTo>
                  <a:pt x="9816" y="8589"/>
                </a:lnTo>
                <a:lnTo>
                  <a:pt x="9809" y="8585"/>
                </a:lnTo>
                <a:lnTo>
                  <a:pt x="9528" y="8414"/>
                </a:lnTo>
              </a:path>
              <a:path w="21600" h="21600">
                <a:moveTo>
                  <a:pt x="11950" y="8309"/>
                </a:moveTo>
                <a:lnTo>
                  <a:pt x="11611" y="8460"/>
                </a:lnTo>
                <a:lnTo>
                  <a:pt x="11510" y="8743"/>
                </a:lnTo>
                <a:lnTo>
                  <a:pt x="11481" y="8769"/>
                </a:lnTo>
                <a:lnTo>
                  <a:pt x="11754" y="8753"/>
                </a:lnTo>
                <a:lnTo>
                  <a:pt x="11799" y="8733"/>
                </a:lnTo>
                <a:lnTo>
                  <a:pt x="11945" y="8374"/>
                </a:lnTo>
              </a:path>
              <a:path w="21600" h="21600">
                <a:moveTo>
                  <a:pt x="1738" y="8307"/>
                </a:moveTo>
                <a:lnTo>
                  <a:pt x="1707" y="8360"/>
                </a:lnTo>
                <a:lnTo>
                  <a:pt x="1688" y="8470"/>
                </a:lnTo>
                <a:cubicBezTo>
                  <a:pt x="1649" y="8622"/>
                  <a:pt x="1616" y="8748"/>
                  <a:pt x="1575" y="8869"/>
                </a:cubicBezTo>
                <a:cubicBezTo>
                  <a:pt x="1520" y="9034"/>
                  <a:pt x="1460" y="9182"/>
                  <a:pt x="1395" y="9318"/>
                </a:cubicBezTo>
                <a:lnTo>
                  <a:pt x="1374" y="9353"/>
                </a:lnTo>
                <a:lnTo>
                  <a:pt x="1300" y="9638"/>
                </a:lnTo>
                <a:lnTo>
                  <a:pt x="1297" y="9705"/>
                </a:lnTo>
                <a:lnTo>
                  <a:pt x="1475" y="9318"/>
                </a:lnTo>
                <a:cubicBezTo>
                  <a:pt x="1525" y="9189"/>
                  <a:pt x="1567" y="9053"/>
                  <a:pt x="1605" y="8925"/>
                </a:cubicBezTo>
                <a:cubicBezTo>
                  <a:pt x="1635" y="8825"/>
                  <a:pt x="1661" y="8719"/>
                  <a:pt x="1686" y="8604"/>
                </a:cubicBezTo>
              </a:path>
              <a:path w="21600" h="21600">
                <a:moveTo>
                  <a:pt x="9725" y="8299"/>
                </a:moveTo>
                <a:lnTo>
                  <a:pt x="9781" y="8336"/>
                </a:lnTo>
                <a:cubicBezTo>
                  <a:pt x="9856" y="8379"/>
                  <a:pt x="9928" y="8413"/>
                  <a:pt x="9998" y="8440"/>
                </a:cubicBezTo>
                <a:cubicBezTo>
                  <a:pt x="10066" y="8465"/>
                  <a:pt x="10148" y="8488"/>
                  <a:pt x="10234" y="8492"/>
                </a:cubicBezTo>
                <a:lnTo>
                  <a:pt x="10371" y="8462"/>
                </a:lnTo>
                <a:lnTo>
                  <a:pt x="10092" y="8412"/>
                </a:lnTo>
                <a:lnTo>
                  <a:pt x="9809" y="8325"/>
                </a:lnTo>
                <a:lnTo>
                  <a:pt x="9765" y="8314"/>
                </a:lnTo>
                <a:lnTo>
                  <a:pt x="9748" y="8306"/>
                </a:lnTo>
              </a:path>
              <a:path w="21600" h="21600">
                <a:moveTo>
                  <a:pt x="7908" y="8273"/>
                </a:moveTo>
                <a:lnTo>
                  <a:pt x="7909" y="8275"/>
                </a:lnTo>
                <a:cubicBezTo>
                  <a:pt x="7407" y="8275"/>
                  <a:pt x="6887" y="8357"/>
                  <a:pt x="6356" y="8522"/>
                </a:cubicBezTo>
                <a:cubicBezTo>
                  <a:pt x="5849" y="8678"/>
                  <a:pt x="5328" y="8929"/>
                  <a:pt x="4890" y="9228"/>
                </a:cubicBezTo>
                <a:cubicBezTo>
                  <a:pt x="4558" y="9454"/>
                  <a:pt x="4182" y="9709"/>
                  <a:pt x="3868" y="10004"/>
                </a:cubicBezTo>
                <a:cubicBezTo>
                  <a:pt x="3610" y="10246"/>
                  <a:pt x="3376" y="10525"/>
                  <a:pt x="3153" y="10855"/>
                </a:cubicBezTo>
                <a:lnTo>
                  <a:pt x="2927" y="11290"/>
                </a:lnTo>
                <a:lnTo>
                  <a:pt x="2892" y="11382"/>
                </a:lnTo>
                <a:cubicBezTo>
                  <a:pt x="2852" y="11528"/>
                  <a:pt x="2822" y="11683"/>
                  <a:pt x="2803" y="11843"/>
                </a:cubicBezTo>
                <a:lnTo>
                  <a:pt x="2795" y="11991"/>
                </a:lnTo>
                <a:lnTo>
                  <a:pt x="2803" y="11965"/>
                </a:lnTo>
                <a:lnTo>
                  <a:pt x="2856" y="11867"/>
                </a:lnTo>
                <a:lnTo>
                  <a:pt x="2877" y="11762"/>
                </a:lnTo>
                <a:cubicBezTo>
                  <a:pt x="3084" y="11012"/>
                  <a:pt x="3575" y="10342"/>
                  <a:pt x="4297" y="9823"/>
                </a:cubicBezTo>
                <a:cubicBezTo>
                  <a:pt x="5021" y="9303"/>
                  <a:pt x="6147" y="8643"/>
                  <a:pt x="7405" y="8451"/>
                </a:cubicBezTo>
                <a:cubicBezTo>
                  <a:pt x="7964" y="8366"/>
                  <a:pt x="8574" y="8395"/>
                  <a:pt x="9169" y="8537"/>
                </a:cubicBezTo>
                <a:cubicBezTo>
                  <a:pt x="9366" y="8584"/>
                  <a:pt x="9555" y="8650"/>
                  <a:pt x="9747" y="8738"/>
                </a:cubicBezTo>
                <a:lnTo>
                  <a:pt x="9968" y="8852"/>
                </a:lnTo>
                <a:lnTo>
                  <a:pt x="10144" y="8916"/>
                </a:lnTo>
                <a:lnTo>
                  <a:pt x="10127" y="8906"/>
                </a:lnTo>
                <a:cubicBezTo>
                  <a:pt x="9965" y="8812"/>
                  <a:pt x="9781" y="8705"/>
                  <a:pt x="9591" y="8613"/>
                </a:cubicBezTo>
                <a:lnTo>
                  <a:pt x="9250" y="8486"/>
                </a:lnTo>
                <a:lnTo>
                  <a:pt x="8731" y="8357"/>
                </a:lnTo>
                <a:lnTo>
                  <a:pt x="8552" y="8327"/>
                </a:lnTo>
              </a:path>
              <a:path w="21600" h="21600">
                <a:moveTo>
                  <a:pt x="6200" y="8268"/>
                </a:moveTo>
                <a:lnTo>
                  <a:pt x="6095" y="8293"/>
                </a:lnTo>
                <a:lnTo>
                  <a:pt x="5804" y="8411"/>
                </a:lnTo>
              </a:path>
              <a:path w="21600" h="21600">
                <a:moveTo>
                  <a:pt x="2609" y="8266"/>
                </a:moveTo>
                <a:lnTo>
                  <a:pt x="2493" y="8663"/>
                </a:lnTo>
                <a:lnTo>
                  <a:pt x="2482" y="8712"/>
                </a:lnTo>
                <a:lnTo>
                  <a:pt x="2535" y="8636"/>
                </a:lnTo>
                <a:lnTo>
                  <a:pt x="2601" y="8570"/>
                </a:lnTo>
                <a:lnTo>
                  <a:pt x="2594" y="8537"/>
                </a:lnTo>
                <a:lnTo>
                  <a:pt x="2616" y="8296"/>
                </a:lnTo>
              </a:path>
              <a:path w="21600" h="21600">
                <a:moveTo>
                  <a:pt x="12581" y="8266"/>
                </a:moveTo>
                <a:lnTo>
                  <a:pt x="12269" y="8561"/>
                </a:lnTo>
                <a:lnTo>
                  <a:pt x="12267" y="8585"/>
                </a:lnTo>
                <a:lnTo>
                  <a:pt x="12067" y="9018"/>
                </a:lnTo>
                <a:lnTo>
                  <a:pt x="12458" y="8840"/>
                </a:lnTo>
                <a:lnTo>
                  <a:pt x="12484" y="8790"/>
                </a:lnTo>
                <a:cubicBezTo>
                  <a:pt x="12536" y="8634"/>
                  <a:pt x="12568" y="8460"/>
                  <a:pt x="12581" y="8266"/>
                </a:cubicBezTo>
              </a:path>
              <a:path w="21600" h="21600">
                <a:moveTo>
                  <a:pt x="11000" y="8245"/>
                </a:moveTo>
                <a:lnTo>
                  <a:pt x="10708" y="8265"/>
                </a:lnTo>
                <a:lnTo>
                  <a:pt x="10539" y="8447"/>
                </a:lnTo>
                <a:lnTo>
                  <a:pt x="10841" y="8500"/>
                </a:lnTo>
                <a:lnTo>
                  <a:pt x="10938" y="8402"/>
                </a:lnTo>
              </a:path>
              <a:path w="21600" h="21600">
                <a:moveTo>
                  <a:pt x="14097" y="8237"/>
                </a:moveTo>
                <a:lnTo>
                  <a:pt x="14047" y="8546"/>
                </a:lnTo>
                <a:cubicBezTo>
                  <a:pt x="13987" y="8778"/>
                  <a:pt x="13882" y="9068"/>
                  <a:pt x="13696" y="9332"/>
                </a:cubicBezTo>
                <a:cubicBezTo>
                  <a:pt x="13623" y="9529"/>
                  <a:pt x="13519" y="9711"/>
                  <a:pt x="13377" y="9870"/>
                </a:cubicBezTo>
                <a:cubicBezTo>
                  <a:pt x="13280" y="9979"/>
                  <a:pt x="13163" y="10060"/>
                  <a:pt x="13028" y="10112"/>
                </a:cubicBezTo>
                <a:lnTo>
                  <a:pt x="12630" y="10181"/>
                </a:lnTo>
                <a:lnTo>
                  <a:pt x="13121" y="10165"/>
                </a:lnTo>
                <a:cubicBezTo>
                  <a:pt x="13303" y="10124"/>
                  <a:pt x="13462" y="10050"/>
                  <a:pt x="13597" y="9942"/>
                </a:cubicBezTo>
                <a:cubicBezTo>
                  <a:pt x="13669" y="9885"/>
                  <a:pt x="13734" y="9823"/>
                  <a:pt x="13793" y="9756"/>
                </a:cubicBezTo>
                <a:cubicBezTo>
                  <a:pt x="14025" y="9380"/>
                  <a:pt x="14108" y="8914"/>
                  <a:pt x="14110" y="8428"/>
                </a:cubicBezTo>
              </a:path>
              <a:path w="21600" h="21600">
                <a:moveTo>
                  <a:pt x="906" y="8230"/>
                </a:moveTo>
                <a:lnTo>
                  <a:pt x="728" y="8348"/>
                </a:lnTo>
                <a:lnTo>
                  <a:pt x="694" y="8610"/>
                </a:lnTo>
                <a:lnTo>
                  <a:pt x="861" y="8507"/>
                </a:lnTo>
              </a:path>
              <a:path w="21600" h="21600">
                <a:moveTo>
                  <a:pt x="10333" y="8226"/>
                </a:moveTo>
                <a:lnTo>
                  <a:pt x="10263" y="8306"/>
                </a:lnTo>
                <a:lnTo>
                  <a:pt x="10058" y="8356"/>
                </a:lnTo>
                <a:lnTo>
                  <a:pt x="10102" y="8370"/>
                </a:lnTo>
                <a:lnTo>
                  <a:pt x="10482" y="8437"/>
                </a:lnTo>
                <a:lnTo>
                  <a:pt x="10491" y="8435"/>
                </a:lnTo>
                <a:lnTo>
                  <a:pt x="10644" y="8270"/>
                </a:lnTo>
                <a:lnTo>
                  <a:pt x="10608" y="8272"/>
                </a:lnTo>
              </a:path>
              <a:path w="21600" h="21600">
                <a:moveTo>
                  <a:pt x="13795" y="8223"/>
                </a:moveTo>
                <a:lnTo>
                  <a:pt x="13785" y="8277"/>
                </a:lnTo>
                <a:cubicBezTo>
                  <a:pt x="13727" y="8490"/>
                  <a:pt x="13627" y="8755"/>
                  <a:pt x="13460" y="9002"/>
                </a:cubicBezTo>
                <a:cubicBezTo>
                  <a:pt x="13393" y="9264"/>
                  <a:pt x="13282" y="9505"/>
                  <a:pt x="13108" y="9707"/>
                </a:cubicBezTo>
                <a:lnTo>
                  <a:pt x="12888" y="9864"/>
                </a:lnTo>
                <a:lnTo>
                  <a:pt x="13322" y="9663"/>
                </a:lnTo>
                <a:cubicBezTo>
                  <a:pt x="13454" y="9560"/>
                  <a:pt x="13564" y="9439"/>
                  <a:pt x="13654" y="9311"/>
                </a:cubicBezTo>
                <a:cubicBezTo>
                  <a:pt x="13721" y="9130"/>
                  <a:pt x="13762" y="8936"/>
                  <a:pt x="13784" y="8735"/>
                </a:cubicBezTo>
              </a:path>
              <a:path w="21600" h="21600">
                <a:moveTo>
                  <a:pt x="2578" y="8205"/>
                </a:moveTo>
                <a:lnTo>
                  <a:pt x="2440" y="8349"/>
                </a:lnTo>
                <a:lnTo>
                  <a:pt x="2286" y="8990"/>
                </a:lnTo>
                <a:lnTo>
                  <a:pt x="2411" y="8812"/>
                </a:lnTo>
                <a:lnTo>
                  <a:pt x="2448" y="8653"/>
                </a:lnTo>
              </a:path>
              <a:path w="21600" h="21600">
                <a:moveTo>
                  <a:pt x="203" y="8205"/>
                </a:moveTo>
                <a:lnTo>
                  <a:pt x="141" y="8219"/>
                </a:lnTo>
                <a:lnTo>
                  <a:pt x="155" y="8300"/>
                </a:lnTo>
                <a:lnTo>
                  <a:pt x="198" y="8460"/>
                </a:lnTo>
                <a:lnTo>
                  <a:pt x="198" y="8495"/>
                </a:lnTo>
                <a:lnTo>
                  <a:pt x="199" y="8500"/>
                </a:lnTo>
                <a:lnTo>
                  <a:pt x="242" y="8486"/>
                </a:lnTo>
              </a:path>
              <a:path w="21600" h="21600">
                <a:moveTo>
                  <a:pt x="1804" y="8194"/>
                </a:moveTo>
                <a:lnTo>
                  <a:pt x="1800" y="8201"/>
                </a:lnTo>
                <a:lnTo>
                  <a:pt x="1796" y="8239"/>
                </a:lnTo>
                <a:cubicBezTo>
                  <a:pt x="1757" y="8506"/>
                  <a:pt x="1709" y="8734"/>
                  <a:pt x="1649" y="8936"/>
                </a:cubicBezTo>
                <a:cubicBezTo>
                  <a:pt x="1611" y="9064"/>
                  <a:pt x="1569" y="9202"/>
                  <a:pt x="1518" y="9332"/>
                </a:cubicBezTo>
                <a:cubicBezTo>
                  <a:pt x="1455" y="9493"/>
                  <a:pt x="1388" y="9639"/>
                  <a:pt x="1314" y="9772"/>
                </a:cubicBezTo>
                <a:lnTo>
                  <a:pt x="1291" y="9807"/>
                </a:lnTo>
                <a:lnTo>
                  <a:pt x="1277" y="10055"/>
                </a:lnTo>
                <a:lnTo>
                  <a:pt x="1421" y="9781"/>
                </a:lnTo>
                <a:lnTo>
                  <a:pt x="1477" y="9633"/>
                </a:lnTo>
                <a:lnTo>
                  <a:pt x="1653" y="9022"/>
                </a:lnTo>
                <a:lnTo>
                  <a:pt x="1688" y="8947"/>
                </a:lnTo>
                <a:lnTo>
                  <a:pt x="1739" y="8703"/>
                </a:lnTo>
              </a:path>
              <a:path w="21600" h="21600">
                <a:moveTo>
                  <a:pt x="9368" y="8188"/>
                </a:moveTo>
                <a:lnTo>
                  <a:pt x="9518" y="8285"/>
                </a:lnTo>
                <a:lnTo>
                  <a:pt x="9491" y="8265"/>
                </a:lnTo>
                <a:lnTo>
                  <a:pt x="9387" y="8194"/>
                </a:lnTo>
              </a:path>
              <a:path w="21600" h="21600">
                <a:moveTo>
                  <a:pt x="1434" y="8185"/>
                </a:moveTo>
                <a:lnTo>
                  <a:pt x="1371" y="8310"/>
                </a:lnTo>
                <a:cubicBezTo>
                  <a:pt x="1289" y="8439"/>
                  <a:pt x="1196" y="8558"/>
                  <a:pt x="1088" y="8672"/>
                </a:cubicBezTo>
                <a:lnTo>
                  <a:pt x="1087" y="8673"/>
                </a:lnTo>
                <a:lnTo>
                  <a:pt x="1040" y="8912"/>
                </a:lnTo>
                <a:lnTo>
                  <a:pt x="1210" y="8717"/>
                </a:lnTo>
                <a:lnTo>
                  <a:pt x="1285" y="8589"/>
                </a:lnTo>
                <a:lnTo>
                  <a:pt x="1289" y="8571"/>
                </a:lnTo>
              </a:path>
              <a:path w="21600" h="21600">
                <a:moveTo>
                  <a:pt x="2692" y="8184"/>
                </a:moveTo>
                <a:lnTo>
                  <a:pt x="2662" y="8247"/>
                </a:lnTo>
                <a:lnTo>
                  <a:pt x="2659" y="8282"/>
                </a:lnTo>
                <a:lnTo>
                  <a:pt x="2675" y="8346"/>
                </a:lnTo>
                <a:lnTo>
                  <a:pt x="2689" y="8295"/>
                </a:lnTo>
                <a:cubicBezTo>
                  <a:pt x="2694" y="8279"/>
                  <a:pt x="2700" y="8267"/>
                  <a:pt x="2705" y="8259"/>
                </a:cubicBezTo>
                <a:cubicBezTo>
                  <a:pt x="2707" y="8254"/>
                  <a:pt x="2710" y="8248"/>
                  <a:pt x="2710" y="8246"/>
                </a:cubicBezTo>
              </a:path>
              <a:path w="21600" h="21600">
                <a:moveTo>
                  <a:pt x="2169" y="8183"/>
                </a:moveTo>
                <a:lnTo>
                  <a:pt x="2139" y="8217"/>
                </a:lnTo>
                <a:lnTo>
                  <a:pt x="2077" y="8314"/>
                </a:lnTo>
                <a:lnTo>
                  <a:pt x="2048" y="8478"/>
                </a:lnTo>
                <a:cubicBezTo>
                  <a:pt x="2024" y="8624"/>
                  <a:pt x="2003" y="8763"/>
                  <a:pt x="1984" y="8890"/>
                </a:cubicBezTo>
                <a:lnTo>
                  <a:pt x="1970" y="8976"/>
                </a:lnTo>
                <a:lnTo>
                  <a:pt x="2044" y="8826"/>
                </a:lnTo>
                <a:lnTo>
                  <a:pt x="2046" y="8823"/>
                </a:lnTo>
                <a:lnTo>
                  <a:pt x="2106" y="8482"/>
                </a:lnTo>
              </a:path>
              <a:path w="21600" h="21600">
                <a:moveTo>
                  <a:pt x="331" y="8175"/>
                </a:moveTo>
                <a:lnTo>
                  <a:pt x="247" y="8194"/>
                </a:lnTo>
                <a:lnTo>
                  <a:pt x="286" y="8471"/>
                </a:lnTo>
                <a:lnTo>
                  <a:pt x="351" y="8450"/>
                </a:lnTo>
                <a:lnTo>
                  <a:pt x="327" y="8232"/>
                </a:lnTo>
              </a:path>
              <a:path w="21600" h="21600">
                <a:moveTo>
                  <a:pt x="11349" y="8173"/>
                </a:moveTo>
                <a:lnTo>
                  <a:pt x="11220" y="8230"/>
                </a:lnTo>
                <a:lnTo>
                  <a:pt x="11049" y="8242"/>
                </a:lnTo>
                <a:lnTo>
                  <a:pt x="10977" y="8424"/>
                </a:lnTo>
                <a:lnTo>
                  <a:pt x="10896" y="8507"/>
                </a:lnTo>
                <a:lnTo>
                  <a:pt x="11238" y="8485"/>
                </a:lnTo>
                <a:lnTo>
                  <a:pt x="11327" y="8286"/>
                </a:lnTo>
              </a:path>
              <a:path w="21600" h="21600">
                <a:moveTo>
                  <a:pt x="14395" y="8173"/>
                </a:moveTo>
                <a:lnTo>
                  <a:pt x="14303" y="8810"/>
                </a:lnTo>
                <a:cubicBezTo>
                  <a:pt x="14234" y="9098"/>
                  <a:pt x="14098" y="9477"/>
                  <a:pt x="13829" y="9782"/>
                </a:cubicBezTo>
                <a:cubicBezTo>
                  <a:pt x="13774" y="9869"/>
                  <a:pt x="13713" y="9951"/>
                  <a:pt x="13642" y="10028"/>
                </a:cubicBezTo>
                <a:cubicBezTo>
                  <a:pt x="13540" y="10138"/>
                  <a:pt x="13418" y="10220"/>
                  <a:pt x="13278" y="10272"/>
                </a:cubicBezTo>
                <a:cubicBezTo>
                  <a:pt x="13030" y="10365"/>
                  <a:pt x="12719" y="10367"/>
                  <a:pt x="12354" y="10278"/>
                </a:cubicBezTo>
                <a:cubicBezTo>
                  <a:pt x="12106" y="10217"/>
                  <a:pt x="11841" y="10123"/>
                  <a:pt x="11521" y="9984"/>
                </a:cubicBezTo>
                <a:cubicBezTo>
                  <a:pt x="11473" y="9963"/>
                  <a:pt x="11424" y="9941"/>
                  <a:pt x="11375" y="9919"/>
                </a:cubicBezTo>
                <a:cubicBezTo>
                  <a:pt x="11230" y="9862"/>
                  <a:pt x="11087" y="9802"/>
                  <a:pt x="10945" y="9742"/>
                </a:cubicBezTo>
                <a:cubicBezTo>
                  <a:pt x="10547" y="9576"/>
                  <a:pt x="10137" y="9403"/>
                  <a:pt x="9706" y="9311"/>
                </a:cubicBezTo>
                <a:cubicBezTo>
                  <a:pt x="8985" y="9158"/>
                  <a:pt x="8209" y="9198"/>
                  <a:pt x="7400" y="9432"/>
                </a:cubicBezTo>
                <a:cubicBezTo>
                  <a:pt x="6888" y="9579"/>
                  <a:pt x="6360" y="9812"/>
                  <a:pt x="5874" y="10106"/>
                </a:cubicBezTo>
                <a:cubicBezTo>
                  <a:pt x="5400" y="10392"/>
                  <a:pt x="5038" y="10643"/>
                  <a:pt x="4733" y="10896"/>
                </a:cubicBezTo>
                <a:cubicBezTo>
                  <a:pt x="4414" y="11160"/>
                  <a:pt x="4128" y="11451"/>
                  <a:pt x="3882" y="11761"/>
                </a:cubicBezTo>
                <a:cubicBezTo>
                  <a:pt x="3649" y="12053"/>
                  <a:pt x="3456" y="12364"/>
                  <a:pt x="3307" y="12682"/>
                </a:cubicBezTo>
                <a:cubicBezTo>
                  <a:pt x="3130" y="13063"/>
                  <a:pt x="2993" y="13491"/>
                  <a:pt x="2900" y="13958"/>
                </a:cubicBezTo>
                <a:cubicBezTo>
                  <a:pt x="2876" y="14109"/>
                  <a:pt x="2858" y="14265"/>
                  <a:pt x="2845" y="14436"/>
                </a:cubicBezTo>
                <a:lnTo>
                  <a:pt x="2832" y="14737"/>
                </a:lnTo>
                <a:lnTo>
                  <a:pt x="2884" y="14318"/>
                </a:lnTo>
                <a:cubicBezTo>
                  <a:pt x="2920" y="14115"/>
                  <a:pt x="2966" y="13914"/>
                  <a:pt x="3021" y="13721"/>
                </a:cubicBezTo>
                <a:cubicBezTo>
                  <a:pt x="3296" y="12759"/>
                  <a:pt x="3819" y="11923"/>
                  <a:pt x="4533" y="11303"/>
                </a:cubicBezTo>
                <a:cubicBezTo>
                  <a:pt x="5554" y="10415"/>
                  <a:pt x="6719" y="9774"/>
                  <a:pt x="7814" y="9499"/>
                </a:cubicBezTo>
                <a:cubicBezTo>
                  <a:pt x="8459" y="9340"/>
                  <a:pt x="9111" y="9303"/>
                  <a:pt x="9753" y="9392"/>
                </a:cubicBezTo>
                <a:cubicBezTo>
                  <a:pt x="9969" y="9421"/>
                  <a:pt x="10189" y="9475"/>
                  <a:pt x="10425" y="9556"/>
                </a:cubicBezTo>
                <a:cubicBezTo>
                  <a:pt x="10664" y="9638"/>
                  <a:pt x="10900" y="9742"/>
                  <a:pt x="11103" y="9832"/>
                </a:cubicBezTo>
                <a:lnTo>
                  <a:pt x="11248" y="9898"/>
                </a:lnTo>
                <a:cubicBezTo>
                  <a:pt x="11403" y="9967"/>
                  <a:pt x="11562" y="10039"/>
                  <a:pt x="11721" y="10106"/>
                </a:cubicBezTo>
                <a:cubicBezTo>
                  <a:pt x="12057" y="10248"/>
                  <a:pt x="12322" y="10338"/>
                  <a:pt x="12579" y="10400"/>
                </a:cubicBezTo>
                <a:cubicBezTo>
                  <a:pt x="12949" y="10488"/>
                  <a:pt x="13263" y="10487"/>
                  <a:pt x="13512" y="10396"/>
                </a:cubicBezTo>
                <a:cubicBezTo>
                  <a:pt x="13651" y="10346"/>
                  <a:pt x="13773" y="10266"/>
                  <a:pt x="13874" y="10160"/>
                </a:cubicBezTo>
                <a:cubicBezTo>
                  <a:pt x="14225" y="9791"/>
                  <a:pt x="14373" y="9301"/>
                  <a:pt x="14409" y="8765"/>
                </a:cubicBezTo>
              </a:path>
              <a:path w="21600" h="21600">
                <a:moveTo>
                  <a:pt x="9553" y="8153"/>
                </a:moveTo>
                <a:lnTo>
                  <a:pt x="9582" y="8174"/>
                </a:lnTo>
                <a:lnTo>
                  <a:pt x="9754" y="8262"/>
                </a:lnTo>
                <a:lnTo>
                  <a:pt x="9864" y="8296"/>
                </a:lnTo>
                <a:lnTo>
                  <a:pt x="10003" y="8329"/>
                </a:lnTo>
                <a:cubicBezTo>
                  <a:pt x="10082" y="8333"/>
                  <a:pt x="10165" y="8319"/>
                  <a:pt x="10240" y="8272"/>
                </a:cubicBezTo>
                <a:lnTo>
                  <a:pt x="10287" y="8219"/>
                </a:lnTo>
                <a:lnTo>
                  <a:pt x="9944" y="8162"/>
                </a:lnTo>
                <a:lnTo>
                  <a:pt x="9770" y="8207"/>
                </a:lnTo>
              </a:path>
              <a:path w="21600" h="21600">
                <a:moveTo>
                  <a:pt x="13484" y="8130"/>
                </a:moveTo>
                <a:lnTo>
                  <a:pt x="13404" y="8348"/>
                </a:lnTo>
                <a:cubicBezTo>
                  <a:pt x="13351" y="8468"/>
                  <a:pt x="13284" y="8592"/>
                  <a:pt x="13201" y="8712"/>
                </a:cubicBezTo>
                <a:cubicBezTo>
                  <a:pt x="13175" y="8868"/>
                  <a:pt x="13134" y="9018"/>
                  <a:pt x="13075" y="9158"/>
                </a:cubicBezTo>
                <a:lnTo>
                  <a:pt x="12900" y="9450"/>
                </a:lnTo>
                <a:lnTo>
                  <a:pt x="13048" y="9382"/>
                </a:lnTo>
                <a:cubicBezTo>
                  <a:pt x="13199" y="9265"/>
                  <a:pt x="13320" y="9128"/>
                  <a:pt x="13419" y="8984"/>
                </a:cubicBezTo>
                <a:cubicBezTo>
                  <a:pt x="13463" y="8807"/>
                  <a:pt x="13486" y="8620"/>
                  <a:pt x="13494" y="8429"/>
                </a:cubicBezTo>
              </a:path>
              <a:path w="21600" h="21600">
                <a:moveTo>
                  <a:pt x="514" y="8125"/>
                </a:moveTo>
                <a:lnTo>
                  <a:pt x="474" y="8141"/>
                </a:lnTo>
                <a:lnTo>
                  <a:pt x="377" y="8164"/>
                </a:lnTo>
                <a:lnTo>
                  <a:pt x="373" y="8229"/>
                </a:lnTo>
                <a:lnTo>
                  <a:pt x="396" y="8435"/>
                </a:lnTo>
                <a:lnTo>
                  <a:pt x="488" y="8405"/>
                </a:lnTo>
              </a:path>
              <a:path w="21600" h="21600">
                <a:moveTo>
                  <a:pt x="2670" y="8112"/>
                </a:moveTo>
                <a:lnTo>
                  <a:pt x="2652" y="8129"/>
                </a:lnTo>
                <a:lnTo>
                  <a:pt x="2647" y="8133"/>
                </a:lnTo>
                <a:lnTo>
                  <a:pt x="2634" y="8180"/>
                </a:lnTo>
                <a:lnTo>
                  <a:pt x="2639" y="8200"/>
                </a:lnTo>
                <a:lnTo>
                  <a:pt x="2674" y="8124"/>
                </a:lnTo>
              </a:path>
              <a:path w="21600" h="21600">
                <a:moveTo>
                  <a:pt x="1523" y="8104"/>
                </a:moveTo>
                <a:lnTo>
                  <a:pt x="1491" y="8161"/>
                </a:lnTo>
                <a:lnTo>
                  <a:pt x="1414" y="8366"/>
                </a:lnTo>
                <a:lnTo>
                  <a:pt x="1442" y="8318"/>
                </a:lnTo>
              </a:path>
              <a:path w="21600" h="21600">
                <a:moveTo>
                  <a:pt x="6910" y="8100"/>
                </a:moveTo>
                <a:lnTo>
                  <a:pt x="6899" y="8101"/>
                </a:lnTo>
                <a:lnTo>
                  <a:pt x="6865" y="8109"/>
                </a:lnTo>
              </a:path>
              <a:path w="21600" h="21600">
                <a:moveTo>
                  <a:pt x="8072" y="8074"/>
                </a:moveTo>
                <a:cubicBezTo>
                  <a:pt x="7790" y="8047"/>
                  <a:pt x="7513" y="8048"/>
                  <a:pt x="7250" y="8077"/>
                </a:cubicBezTo>
                <a:cubicBezTo>
                  <a:pt x="6357" y="8174"/>
                  <a:pt x="5511" y="8530"/>
                  <a:pt x="4840" y="8901"/>
                </a:cubicBezTo>
                <a:lnTo>
                  <a:pt x="4543" y="9080"/>
                </a:lnTo>
                <a:lnTo>
                  <a:pt x="4109" y="9393"/>
                </a:lnTo>
                <a:cubicBezTo>
                  <a:pt x="3948" y="9515"/>
                  <a:pt x="3795" y="9642"/>
                  <a:pt x="3652" y="9780"/>
                </a:cubicBezTo>
                <a:cubicBezTo>
                  <a:pt x="3531" y="9898"/>
                  <a:pt x="3415" y="10027"/>
                  <a:pt x="3302" y="10167"/>
                </a:cubicBezTo>
                <a:lnTo>
                  <a:pt x="3055" y="10512"/>
                </a:lnTo>
                <a:lnTo>
                  <a:pt x="3055" y="10512"/>
                </a:lnTo>
                <a:cubicBezTo>
                  <a:pt x="2973" y="10668"/>
                  <a:pt x="2910" y="10828"/>
                  <a:pt x="2866" y="10991"/>
                </a:cubicBezTo>
                <a:cubicBezTo>
                  <a:pt x="2828" y="11130"/>
                  <a:pt x="2801" y="11278"/>
                  <a:pt x="2786" y="11431"/>
                </a:cubicBezTo>
                <a:lnTo>
                  <a:pt x="2786" y="11464"/>
                </a:lnTo>
                <a:lnTo>
                  <a:pt x="2893" y="11259"/>
                </a:lnTo>
                <a:lnTo>
                  <a:pt x="3049" y="10854"/>
                </a:lnTo>
                <a:cubicBezTo>
                  <a:pt x="3301" y="10352"/>
                  <a:pt x="3709" y="9900"/>
                  <a:pt x="4252" y="9527"/>
                </a:cubicBezTo>
                <a:cubicBezTo>
                  <a:pt x="4975" y="9030"/>
                  <a:pt x="6095" y="8404"/>
                  <a:pt x="7324" y="8243"/>
                </a:cubicBezTo>
                <a:cubicBezTo>
                  <a:pt x="7597" y="8207"/>
                  <a:pt x="7883" y="8199"/>
                  <a:pt x="8174" y="8220"/>
                </a:cubicBezTo>
                <a:lnTo>
                  <a:pt x="8541" y="8282"/>
                </a:lnTo>
                <a:lnTo>
                  <a:pt x="8649" y="8293"/>
                </a:lnTo>
                <a:lnTo>
                  <a:pt x="8731" y="8313"/>
                </a:lnTo>
                <a:lnTo>
                  <a:pt x="9054" y="8367"/>
                </a:lnTo>
                <a:lnTo>
                  <a:pt x="9271" y="8448"/>
                </a:lnTo>
                <a:lnTo>
                  <a:pt x="9284" y="8451"/>
                </a:lnTo>
                <a:lnTo>
                  <a:pt x="9723" y="8603"/>
                </a:lnTo>
                <a:lnTo>
                  <a:pt x="9459" y="8451"/>
                </a:lnTo>
                <a:cubicBezTo>
                  <a:pt x="9284" y="8360"/>
                  <a:pt x="9110" y="8291"/>
                  <a:pt x="8926" y="8238"/>
                </a:cubicBezTo>
                <a:cubicBezTo>
                  <a:pt x="8641" y="8156"/>
                  <a:pt x="8354" y="8102"/>
                  <a:pt x="8072" y="8074"/>
                </a:cubicBezTo>
              </a:path>
              <a:path w="21600" h="21600">
                <a:moveTo>
                  <a:pt x="1711" y="8056"/>
                </a:moveTo>
                <a:lnTo>
                  <a:pt x="1630" y="8402"/>
                </a:lnTo>
                <a:lnTo>
                  <a:pt x="1607" y="8471"/>
                </a:lnTo>
                <a:lnTo>
                  <a:pt x="1646" y="8376"/>
                </a:lnTo>
                <a:lnTo>
                  <a:pt x="1660" y="8352"/>
                </a:lnTo>
              </a:path>
              <a:path w="21600" h="21600">
                <a:moveTo>
                  <a:pt x="721" y="8045"/>
                </a:moveTo>
                <a:lnTo>
                  <a:pt x="562" y="8107"/>
                </a:lnTo>
                <a:lnTo>
                  <a:pt x="535" y="8390"/>
                </a:lnTo>
                <a:lnTo>
                  <a:pt x="638" y="8356"/>
                </a:lnTo>
                <a:lnTo>
                  <a:pt x="685" y="8325"/>
                </a:lnTo>
              </a:path>
              <a:path w="21600" h="21600">
                <a:moveTo>
                  <a:pt x="1894" y="8041"/>
                </a:moveTo>
                <a:lnTo>
                  <a:pt x="1863" y="8093"/>
                </a:lnTo>
                <a:lnTo>
                  <a:pt x="1785" y="8713"/>
                </a:lnTo>
                <a:lnTo>
                  <a:pt x="1776" y="8755"/>
                </a:lnTo>
                <a:lnTo>
                  <a:pt x="1811" y="8679"/>
                </a:lnTo>
                <a:lnTo>
                  <a:pt x="1819" y="8626"/>
                </a:lnTo>
              </a:path>
              <a:path w="21600" h="21600">
                <a:moveTo>
                  <a:pt x="11670" y="8031"/>
                </a:moveTo>
                <a:lnTo>
                  <a:pt x="11398" y="8151"/>
                </a:lnTo>
                <a:lnTo>
                  <a:pt x="11370" y="8297"/>
                </a:lnTo>
                <a:lnTo>
                  <a:pt x="11289" y="8482"/>
                </a:lnTo>
                <a:lnTo>
                  <a:pt x="11481" y="8470"/>
                </a:lnTo>
                <a:lnTo>
                  <a:pt x="11577" y="8428"/>
                </a:lnTo>
                <a:lnTo>
                  <a:pt x="11668" y="8173"/>
                </a:lnTo>
              </a:path>
              <a:path w="21600" h="21600">
                <a:moveTo>
                  <a:pt x="12290" y="8014"/>
                </a:moveTo>
                <a:lnTo>
                  <a:pt x="11998" y="8280"/>
                </a:lnTo>
                <a:lnTo>
                  <a:pt x="11993" y="8365"/>
                </a:lnTo>
                <a:lnTo>
                  <a:pt x="11855" y="8708"/>
                </a:lnTo>
                <a:lnTo>
                  <a:pt x="12222" y="8543"/>
                </a:lnTo>
              </a:path>
              <a:path w="21600" h="21600">
                <a:moveTo>
                  <a:pt x="9381" y="8011"/>
                </a:moveTo>
                <a:lnTo>
                  <a:pt x="9385" y="8013"/>
                </a:lnTo>
                <a:cubicBezTo>
                  <a:pt x="9449" y="8056"/>
                  <a:pt x="9510" y="8089"/>
                  <a:pt x="9571" y="8115"/>
                </a:cubicBezTo>
                <a:cubicBezTo>
                  <a:pt x="9628" y="8139"/>
                  <a:pt x="9699" y="8161"/>
                  <a:pt x="9772" y="8165"/>
                </a:cubicBezTo>
                <a:lnTo>
                  <a:pt x="9849" y="8146"/>
                </a:lnTo>
                <a:lnTo>
                  <a:pt x="9824" y="8142"/>
                </a:lnTo>
              </a:path>
              <a:path w="21600" h="21600">
                <a:moveTo>
                  <a:pt x="1221" y="8006"/>
                </a:moveTo>
                <a:lnTo>
                  <a:pt x="1190" y="8041"/>
                </a:lnTo>
                <a:lnTo>
                  <a:pt x="956" y="8196"/>
                </a:lnTo>
                <a:lnTo>
                  <a:pt x="911" y="8476"/>
                </a:lnTo>
                <a:lnTo>
                  <a:pt x="1011" y="8415"/>
                </a:lnTo>
                <a:lnTo>
                  <a:pt x="1120" y="8305"/>
                </a:lnTo>
              </a:path>
              <a:path w="21600" h="21600">
                <a:moveTo>
                  <a:pt x="2353" y="7983"/>
                </a:moveTo>
                <a:lnTo>
                  <a:pt x="2227" y="8120"/>
                </a:lnTo>
                <a:lnTo>
                  <a:pt x="2148" y="8493"/>
                </a:lnTo>
                <a:lnTo>
                  <a:pt x="2106" y="8732"/>
                </a:lnTo>
                <a:lnTo>
                  <a:pt x="2207" y="8582"/>
                </a:lnTo>
                <a:lnTo>
                  <a:pt x="2216" y="8538"/>
                </a:lnTo>
              </a:path>
              <a:path w="21600" h="21600">
                <a:moveTo>
                  <a:pt x="2628" y="7972"/>
                </a:moveTo>
                <a:lnTo>
                  <a:pt x="2623" y="8051"/>
                </a:lnTo>
                <a:lnTo>
                  <a:pt x="2637" y="8002"/>
                </a:lnTo>
              </a:path>
              <a:path w="21600" h="21600">
                <a:moveTo>
                  <a:pt x="13181" y="7970"/>
                </a:moveTo>
                <a:lnTo>
                  <a:pt x="13135" y="8087"/>
                </a:lnTo>
                <a:cubicBezTo>
                  <a:pt x="13077" y="8208"/>
                  <a:pt x="13006" y="8334"/>
                  <a:pt x="12919" y="8455"/>
                </a:cubicBezTo>
                <a:cubicBezTo>
                  <a:pt x="12899" y="8647"/>
                  <a:pt x="12861" y="8820"/>
                  <a:pt x="12803" y="8975"/>
                </a:cubicBezTo>
                <a:lnTo>
                  <a:pt x="12719" y="9127"/>
                </a:lnTo>
                <a:lnTo>
                  <a:pt x="12776" y="9101"/>
                </a:lnTo>
                <a:cubicBezTo>
                  <a:pt x="12931" y="8983"/>
                  <a:pt x="13057" y="8843"/>
                  <a:pt x="13159" y="8697"/>
                </a:cubicBezTo>
                <a:cubicBezTo>
                  <a:pt x="13187" y="8529"/>
                  <a:pt x="13197" y="8353"/>
                  <a:pt x="13196" y="8176"/>
                </a:cubicBezTo>
              </a:path>
              <a:path w="21600" h="21600">
                <a:moveTo>
                  <a:pt x="10157" y="7963"/>
                </a:moveTo>
                <a:lnTo>
                  <a:pt x="10023" y="8130"/>
                </a:lnTo>
                <a:lnTo>
                  <a:pt x="10320" y="8180"/>
                </a:lnTo>
                <a:lnTo>
                  <a:pt x="10403" y="8083"/>
                </a:lnTo>
                <a:lnTo>
                  <a:pt x="10426" y="7985"/>
                </a:lnTo>
                <a:lnTo>
                  <a:pt x="10340" y="7991"/>
                </a:lnTo>
              </a:path>
              <a:path w="21600" h="21600">
                <a:moveTo>
                  <a:pt x="10767" y="7960"/>
                </a:moveTo>
                <a:lnTo>
                  <a:pt x="10469" y="7982"/>
                </a:lnTo>
                <a:lnTo>
                  <a:pt x="10443" y="8099"/>
                </a:lnTo>
                <a:lnTo>
                  <a:pt x="10366" y="8187"/>
                </a:lnTo>
                <a:lnTo>
                  <a:pt x="10612" y="8228"/>
                </a:lnTo>
                <a:lnTo>
                  <a:pt x="10676" y="8224"/>
                </a:lnTo>
              </a:path>
              <a:path w="21600" h="21600">
                <a:moveTo>
                  <a:pt x="9060" y="7915"/>
                </a:moveTo>
                <a:lnTo>
                  <a:pt x="9072" y="7922"/>
                </a:lnTo>
                <a:lnTo>
                  <a:pt x="9261" y="8051"/>
                </a:lnTo>
                <a:lnTo>
                  <a:pt x="9086" y="7923"/>
                </a:lnTo>
                <a:lnTo>
                  <a:pt x="9080" y="7922"/>
                </a:lnTo>
              </a:path>
              <a:path w="21600" h="21600">
                <a:moveTo>
                  <a:pt x="9815" y="7909"/>
                </a:moveTo>
                <a:lnTo>
                  <a:pt x="9764" y="7979"/>
                </a:lnTo>
                <a:lnTo>
                  <a:pt x="9605" y="8031"/>
                </a:lnTo>
                <a:lnTo>
                  <a:pt x="9834" y="8099"/>
                </a:lnTo>
                <a:lnTo>
                  <a:pt x="9955" y="8119"/>
                </a:lnTo>
                <a:lnTo>
                  <a:pt x="9989" y="8110"/>
                </a:lnTo>
                <a:lnTo>
                  <a:pt x="10113" y="7956"/>
                </a:lnTo>
              </a:path>
              <a:path w="21600" h="21600">
                <a:moveTo>
                  <a:pt x="1999" y="7906"/>
                </a:moveTo>
                <a:lnTo>
                  <a:pt x="1950" y="7961"/>
                </a:lnTo>
                <a:lnTo>
                  <a:pt x="1941" y="8036"/>
                </a:lnTo>
                <a:lnTo>
                  <a:pt x="1876" y="8546"/>
                </a:lnTo>
                <a:lnTo>
                  <a:pt x="1911" y="8491"/>
                </a:lnTo>
                <a:lnTo>
                  <a:pt x="1922" y="8415"/>
                </a:lnTo>
                <a:cubicBezTo>
                  <a:pt x="1936" y="8308"/>
                  <a:pt x="1955" y="8174"/>
                  <a:pt x="1978" y="8026"/>
                </a:cubicBezTo>
              </a:path>
              <a:path w="21600" h="21600">
                <a:moveTo>
                  <a:pt x="1785" y="7906"/>
                </a:moveTo>
                <a:lnTo>
                  <a:pt x="1728" y="8235"/>
                </a:lnTo>
                <a:lnTo>
                  <a:pt x="1755" y="8189"/>
                </a:lnTo>
              </a:path>
              <a:path w="21600" h="21600">
                <a:moveTo>
                  <a:pt x="13" y="7899"/>
                </a:moveTo>
                <a:lnTo>
                  <a:pt x="10" y="7899"/>
                </a:lnTo>
                <a:lnTo>
                  <a:pt x="11" y="7901"/>
                </a:lnTo>
                <a:lnTo>
                  <a:pt x="22" y="7929"/>
                </a:lnTo>
              </a:path>
              <a:path w="21600" h="21600">
                <a:moveTo>
                  <a:pt x="11085" y="7886"/>
                </a:moveTo>
                <a:lnTo>
                  <a:pt x="10949" y="7946"/>
                </a:lnTo>
                <a:lnTo>
                  <a:pt x="10816" y="7956"/>
                </a:lnTo>
                <a:lnTo>
                  <a:pt x="10724" y="8221"/>
                </a:lnTo>
                <a:lnTo>
                  <a:pt x="11017" y="8201"/>
                </a:lnTo>
                <a:lnTo>
                  <a:pt x="11054" y="8109"/>
                </a:lnTo>
              </a:path>
              <a:path w="21600" h="21600">
                <a:moveTo>
                  <a:pt x="994" y="7882"/>
                </a:moveTo>
                <a:lnTo>
                  <a:pt x="818" y="8008"/>
                </a:lnTo>
                <a:lnTo>
                  <a:pt x="769" y="8027"/>
                </a:lnTo>
                <a:lnTo>
                  <a:pt x="735" y="8292"/>
                </a:lnTo>
                <a:lnTo>
                  <a:pt x="915" y="8172"/>
                </a:lnTo>
                <a:lnTo>
                  <a:pt x="923" y="8119"/>
                </a:lnTo>
              </a:path>
              <a:path w="21600" h="21600">
                <a:moveTo>
                  <a:pt x="7164" y="7867"/>
                </a:moveTo>
                <a:cubicBezTo>
                  <a:pt x="6004" y="7968"/>
                  <a:pt x="4901" y="8524"/>
                  <a:pt x="4181" y="8972"/>
                </a:cubicBezTo>
                <a:lnTo>
                  <a:pt x="3709" y="9316"/>
                </a:lnTo>
                <a:lnTo>
                  <a:pt x="3682" y="9340"/>
                </a:lnTo>
                <a:lnTo>
                  <a:pt x="3305" y="9721"/>
                </a:lnTo>
                <a:cubicBezTo>
                  <a:pt x="3077" y="9996"/>
                  <a:pt x="2917" y="10294"/>
                  <a:pt x="2835" y="10599"/>
                </a:cubicBezTo>
                <a:lnTo>
                  <a:pt x="2780" y="10914"/>
                </a:lnTo>
                <a:lnTo>
                  <a:pt x="2932" y="10605"/>
                </a:lnTo>
                <a:lnTo>
                  <a:pt x="3011" y="10496"/>
                </a:lnTo>
                <a:lnTo>
                  <a:pt x="3011" y="10494"/>
                </a:lnTo>
                <a:cubicBezTo>
                  <a:pt x="3258" y="10019"/>
                  <a:pt x="3668" y="9582"/>
                  <a:pt x="4204" y="9232"/>
                </a:cubicBezTo>
                <a:lnTo>
                  <a:pt x="4529" y="9035"/>
                </a:lnTo>
                <a:lnTo>
                  <a:pt x="4583" y="8996"/>
                </a:lnTo>
                <a:lnTo>
                  <a:pt x="4616" y="8973"/>
                </a:lnTo>
                <a:cubicBezTo>
                  <a:pt x="5049" y="8670"/>
                  <a:pt x="5568" y="8415"/>
                  <a:pt x="6080" y="8253"/>
                </a:cubicBezTo>
                <a:cubicBezTo>
                  <a:pt x="6878" y="8001"/>
                  <a:pt x="7653" y="7933"/>
                  <a:pt x="8383" y="8049"/>
                </a:cubicBezTo>
                <a:cubicBezTo>
                  <a:pt x="8599" y="8084"/>
                  <a:pt x="8810" y="8137"/>
                  <a:pt x="9017" y="8199"/>
                </a:cubicBezTo>
                <a:lnTo>
                  <a:pt x="9365" y="8315"/>
                </a:lnTo>
                <a:lnTo>
                  <a:pt x="9319" y="8287"/>
                </a:lnTo>
                <a:cubicBezTo>
                  <a:pt x="9153" y="8196"/>
                  <a:pt x="8985" y="8124"/>
                  <a:pt x="8805" y="8068"/>
                </a:cubicBezTo>
                <a:cubicBezTo>
                  <a:pt x="8246" y="7892"/>
                  <a:pt x="7678" y="7822"/>
                  <a:pt x="7164" y="7867"/>
                </a:cubicBezTo>
              </a:path>
              <a:path w="21600" h="21600">
                <a:moveTo>
                  <a:pt x="177" y="7866"/>
                </a:moveTo>
                <a:lnTo>
                  <a:pt x="85" y="7884"/>
                </a:lnTo>
                <a:lnTo>
                  <a:pt x="127" y="8131"/>
                </a:lnTo>
                <a:lnTo>
                  <a:pt x="134" y="8158"/>
                </a:lnTo>
                <a:lnTo>
                  <a:pt x="135" y="8176"/>
                </a:lnTo>
                <a:lnTo>
                  <a:pt x="197" y="8161"/>
                </a:lnTo>
                <a:lnTo>
                  <a:pt x="174" y="7997"/>
                </a:lnTo>
              </a:path>
              <a:path w="21600" h="21600">
                <a:moveTo>
                  <a:pt x="1653" y="7866"/>
                </a:moveTo>
                <a:lnTo>
                  <a:pt x="1650" y="7872"/>
                </a:lnTo>
                <a:lnTo>
                  <a:pt x="1633" y="7945"/>
                </a:lnTo>
                <a:cubicBezTo>
                  <a:pt x="1590" y="8089"/>
                  <a:pt x="1541" y="8219"/>
                  <a:pt x="1485" y="8337"/>
                </a:cubicBezTo>
                <a:lnTo>
                  <a:pt x="1326" y="8609"/>
                </a:lnTo>
                <a:lnTo>
                  <a:pt x="1265" y="8879"/>
                </a:lnTo>
                <a:lnTo>
                  <a:pt x="1341" y="8765"/>
                </a:lnTo>
                <a:cubicBezTo>
                  <a:pt x="1466" y="8537"/>
                  <a:pt x="1564" y="8263"/>
                  <a:pt x="1642" y="7927"/>
                </a:cubicBezTo>
              </a:path>
              <a:path w="21600" h="21600">
                <a:moveTo>
                  <a:pt x="1703" y="7855"/>
                </a:moveTo>
                <a:lnTo>
                  <a:pt x="1687" y="7937"/>
                </a:lnTo>
                <a:cubicBezTo>
                  <a:pt x="1609" y="8277"/>
                  <a:pt x="1509" y="8554"/>
                  <a:pt x="1383" y="8785"/>
                </a:cubicBezTo>
                <a:lnTo>
                  <a:pt x="1236" y="9006"/>
                </a:lnTo>
                <a:lnTo>
                  <a:pt x="1168" y="9308"/>
                </a:lnTo>
                <a:lnTo>
                  <a:pt x="1240" y="9211"/>
                </a:lnTo>
                <a:cubicBezTo>
                  <a:pt x="1380" y="8989"/>
                  <a:pt x="1493" y="8720"/>
                  <a:pt x="1586" y="8391"/>
                </a:cubicBezTo>
                <a:cubicBezTo>
                  <a:pt x="1623" y="8259"/>
                  <a:pt x="1653" y="8121"/>
                  <a:pt x="1680" y="7991"/>
                </a:cubicBezTo>
              </a:path>
              <a:path w="21600" h="21600">
                <a:moveTo>
                  <a:pt x="12857" y="7839"/>
                </a:moveTo>
                <a:lnTo>
                  <a:pt x="12632" y="8200"/>
                </a:lnTo>
                <a:cubicBezTo>
                  <a:pt x="12623" y="8413"/>
                  <a:pt x="12592" y="8604"/>
                  <a:pt x="12538" y="8775"/>
                </a:cubicBezTo>
                <a:lnTo>
                  <a:pt x="12528" y="8794"/>
                </a:lnTo>
                <a:lnTo>
                  <a:pt x="12876" y="8438"/>
                </a:lnTo>
              </a:path>
              <a:path w="21600" h="21600">
                <a:moveTo>
                  <a:pt x="9454" y="7839"/>
                </a:moveTo>
                <a:lnTo>
                  <a:pt x="9336" y="7880"/>
                </a:lnTo>
                <a:lnTo>
                  <a:pt x="9170" y="7839"/>
                </a:lnTo>
                <a:lnTo>
                  <a:pt x="9184" y="7850"/>
                </a:lnTo>
                <a:cubicBezTo>
                  <a:pt x="9243" y="7892"/>
                  <a:pt x="9299" y="7925"/>
                  <a:pt x="9354" y="7951"/>
                </a:cubicBezTo>
                <a:cubicBezTo>
                  <a:pt x="9459" y="7998"/>
                  <a:pt x="9611" y="8036"/>
                  <a:pt x="9736" y="7946"/>
                </a:cubicBezTo>
                <a:lnTo>
                  <a:pt x="9768" y="7902"/>
                </a:lnTo>
                <a:lnTo>
                  <a:pt x="9561" y="7869"/>
                </a:lnTo>
              </a:path>
              <a:path w="21600" h="21600">
                <a:moveTo>
                  <a:pt x="2588" y="7837"/>
                </a:moveTo>
                <a:lnTo>
                  <a:pt x="2474" y="8208"/>
                </a:lnTo>
                <a:lnTo>
                  <a:pt x="2461" y="8265"/>
                </a:lnTo>
                <a:lnTo>
                  <a:pt x="2578" y="8143"/>
                </a:lnTo>
                <a:lnTo>
                  <a:pt x="2573" y="8123"/>
                </a:lnTo>
                <a:lnTo>
                  <a:pt x="2591" y="7848"/>
                </a:lnTo>
              </a:path>
              <a:path w="21600" h="21600">
                <a:moveTo>
                  <a:pt x="351" y="7831"/>
                </a:moveTo>
                <a:lnTo>
                  <a:pt x="223" y="7857"/>
                </a:lnTo>
                <a:lnTo>
                  <a:pt x="219" y="7996"/>
                </a:lnTo>
                <a:lnTo>
                  <a:pt x="241" y="8151"/>
                </a:lnTo>
                <a:lnTo>
                  <a:pt x="333" y="8129"/>
                </a:lnTo>
              </a:path>
              <a:path w="21600" h="21600">
                <a:moveTo>
                  <a:pt x="7454" y="7799"/>
                </a:moveTo>
                <a:lnTo>
                  <a:pt x="7454" y="7799"/>
                </a:lnTo>
                <a:cubicBezTo>
                  <a:pt x="6929" y="7799"/>
                  <a:pt x="6387" y="7889"/>
                  <a:pt x="5834" y="8066"/>
                </a:cubicBezTo>
                <a:cubicBezTo>
                  <a:pt x="5326" y="8229"/>
                  <a:pt x="4816" y="8485"/>
                  <a:pt x="4397" y="8788"/>
                </a:cubicBezTo>
                <a:lnTo>
                  <a:pt x="4323" y="8842"/>
                </a:lnTo>
                <a:lnTo>
                  <a:pt x="4767" y="8587"/>
                </a:lnTo>
                <a:cubicBezTo>
                  <a:pt x="5440" y="8235"/>
                  <a:pt x="6283" y="7902"/>
                  <a:pt x="7160" y="7825"/>
                </a:cubicBezTo>
                <a:cubicBezTo>
                  <a:pt x="7681" y="7779"/>
                  <a:pt x="8255" y="7849"/>
                  <a:pt x="8820" y="8027"/>
                </a:cubicBezTo>
                <a:cubicBezTo>
                  <a:pt x="9002" y="8084"/>
                  <a:pt x="9173" y="8157"/>
                  <a:pt x="9342" y="8249"/>
                </a:cubicBezTo>
                <a:lnTo>
                  <a:pt x="9549" y="8376"/>
                </a:lnTo>
                <a:lnTo>
                  <a:pt x="9611" y="8396"/>
                </a:lnTo>
                <a:lnTo>
                  <a:pt x="9212" y="8139"/>
                </a:lnTo>
                <a:lnTo>
                  <a:pt x="8740" y="7989"/>
                </a:lnTo>
                <a:cubicBezTo>
                  <a:pt x="8534" y="7930"/>
                  <a:pt x="8324" y="7879"/>
                  <a:pt x="8111" y="7847"/>
                </a:cubicBezTo>
                <a:cubicBezTo>
                  <a:pt x="7895" y="7815"/>
                  <a:pt x="7676" y="7799"/>
                  <a:pt x="7454" y="7799"/>
                </a:cubicBezTo>
              </a:path>
              <a:path w="21600" h="21600">
                <a:moveTo>
                  <a:pt x="2556" y="7790"/>
                </a:moveTo>
                <a:lnTo>
                  <a:pt x="2419" y="7912"/>
                </a:lnTo>
                <a:lnTo>
                  <a:pt x="2415" y="7916"/>
                </a:lnTo>
                <a:lnTo>
                  <a:pt x="2276" y="8477"/>
                </a:lnTo>
                <a:lnTo>
                  <a:pt x="2318" y="8414"/>
                </a:lnTo>
                <a:lnTo>
                  <a:pt x="2400" y="8328"/>
                </a:lnTo>
                <a:lnTo>
                  <a:pt x="2432" y="8196"/>
                </a:lnTo>
              </a:path>
              <a:path w="21600" h="21600">
                <a:moveTo>
                  <a:pt x="546" y="7788"/>
                </a:moveTo>
                <a:lnTo>
                  <a:pt x="527" y="7796"/>
                </a:lnTo>
                <a:lnTo>
                  <a:pt x="398" y="7822"/>
                </a:lnTo>
                <a:lnTo>
                  <a:pt x="380" y="8119"/>
                </a:lnTo>
                <a:lnTo>
                  <a:pt x="457" y="8101"/>
                </a:lnTo>
                <a:lnTo>
                  <a:pt x="519" y="8077"/>
                </a:lnTo>
              </a:path>
              <a:path w="21600" h="21600">
                <a:moveTo>
                  <a:pt x="11985" y="7772"/>
                </a:moveTo>
                <a:lnTo>
                  <a:pt x="11717" y="8006"/>
                </a:lnTo>
                <a:lnTo>
                  <a:pt x="11716" y="8167"/>
                </a:lnTo>
                <a:lnTo>
                  <a:pt x="11632" y="8403"/>
                </a:lnTo>
                <a:lnTo>
                  <a:pt x="11953" y="8260"/>
                </a:lnTo>
              </a:path>
              <a:path w="21600" h="21600">
                <a:moveTo>
                  <a:pt x="11379" y="7757"/>
                </a:moveTo>
                <a:lnTo>
                  <a:pt x="11133" y="7865"/>
                </a:lnTo>
                <a:lnTo>
                  <a:pt x="11098" y="8118"/>
                </a:lnTo>
                <a:lnTo>
                  <a:pt x="11066" y="8198"/>
                </a:lnTo>
                <a:lnTo>
                  <a:pt x="11208" y="8188"/>
                </a:lnTo>
                <a:lnTo>
                  <a:pt x="11359" y="8121"/>
                </a:lnTo>
                <a:lnTo>
                  <a:pt x="11387" y="7975"/>
                </a:lnTo>
              </a:path>
              <a:path w="21600" h="21600">
                <a:moveTo>
                  <a:pt x="2142" y="7744"/>
                </a:moveTo>
                <a:lnTo>
                  <a:pt x="2057" y="7839"/>
                </a:lnTo>
                <a:lnTo>
                  <a:pt x="2024" y="8033"/>
                </a:lnTo>
                <a:lnTo>
                  <a:pt x="1972" y="8395"/>
                </a:lnTo>
                <a:lnTo>
                  <a:pt x="2033" y="8298"/>
                </a:lnTo>
                <a:lnTo>
                  <a:pt x="2083" y="8016"/>
                </a:lnTo>
              </a:path>
              <a:path w="21600" h="21600">
                <a:moveTo>
                  <a:pt x="2690" y="7744"/>
                </a:moveTo>
                <a:lnTo>
                  <a:pt x="2641" y="7845"/>
                </a:lnTo>
                <a:lnTo>
                  <a:pt x="2662" y="7917"/>
                </a:lnTo>
                <a:lnTo>
                  <a:pt x="2685" y="7840"/>
                </a:lnTo>
                <a:cubicBezTo>
                  <a:pt x="2690" y="7823"/>
                  <a:pt x="2697" y="7811"/>
                  <a:pt x="2702" y="7803"/>
                </a:cubicBezTo>
                <a:cubicBezTo>
                  <a:pt x="2704" y="7799"/>
                  <a:pt x="2707" y="7795"/>
                  <a:pt x="2707" y="7793"/>
                </a:cubicBezTo>
              </a:path>
              <a:path w="21600" h="21600">
                <a:moveTo>
                  <a:pt x="1637" y="7723"/>
                </a:moveTo>
                <a:lnTo>
                  <a:pt x="1586" y="7886"/>
                </a:lnTo>
                <a:lnTo>
                  <a:pt x="1520" y="8015"/>
                </a:lnTo>
                <a:lnTo>
                  <a:pt x="1604" y="7861"/>
                </a:lnTo>
              </a:path>
              <a:path w="21600" h="21600">
                <a:moveTo>
                  <a:pt x="9032" y="7720"/>
                </a:moveTo>
                <a:lnTo>
                  <a:pt x="9138" y="7788"/>
                </a:lnTo>
                <a:cubicBezTo>
                  <a:pt x="9176" y="7807"/>
                  <a:pt x="9233" y="7829"/>
                  <a:pt x="9294" y="7835"/>
                </a:cubicBezTo>
                <a:lnTo>
                  <a:pt x="9368" y="7815"/>
                </a:lnTo>
              </a:path>
              <a:path w="21600" h="21600">
                <a:moveTo>
                  <a:pt x="792" y="7693"/>
                </a:moveTo>
                <a:lnTo>
                  <a:pt x="594" y="7770"/>
                </a:lnTo>
                <a:lnTo>
                  <a:pt x="567" y="8058"/>
                </a:lnTo>
                <a:lnTo>
                  <a:pt x="728" y="7996"/>
                </a:lnTo>
                <a:lnTo>
                  <a:pt x="741" y="7892"/>
                </a:lnTo>
              </a:path>
              <a:path w="21600" h="21600">
                <a:moveTo>
                  <a:pt x="9933" y="7692"/>
                </a:moveTo>
                <a:lnTo>
                  <a:pt x="9911" y="7778"/>
                </a:lnTo>
                <a:lnTo>
                  <a:pt x="9844" y="7869"/>
                </a:lnTo>
                <a:lnTo>
                  <a:pt x="10139" y="7916"/>
                </a:lnTo>
                <a:lnTo>
                  <a:pt x="10178" y="7704"/>
                </a:lnTo>
                <a:lnTo>
                  <a:pt x="10068" y="7712"/>
                </a:lnTo>
              </a:path>
              <a:path w="21600" h="21600">
                <a:moveTo>
                  <a:pt x="2670" y="7689"/>
                </a:moveTo>
                <a:lnTo>
                  <a:pt x="2620" y="7734"/>
                </a:lnTo>
                <a:lnTo>
                  <a:pt x="2614" y="7754"/>
                </a:lnTo>
                <a:lnTo>
                  <a:pt x="2623" y="7786"/>
                </a:lnTo>
                <a:lnTo>
                  <a:pt x="2671" y="7692"/>
                </a:lnTo>
              </a:path>
              <a:path w="21600" h="21600">
                <a:moveTo>
                  <a:pt x="10495" y="7678"/>
                </a:moveTo>
                <a:lnTo>
                  <a:pt x="10220" y="7700"/>
                </a:lnTo>
                <a:lnTo>
                  <a:pt x="10179" y="7922"/>
                </a:lnTo>
                <a:lnTo>
                  <a:pt x="10341" y="7948"/>
                </a:lnTo>
                <a:lnTo>
                  <a:pt x="10436" y="7941"/>
                </a:lnTo>
              </a:path>
              <a:path w="21600" h="21600">
                <a:moveTo>
                  <a:pt x="7082" y="7656"/>
                </a:moveTo>
                <a:cubicBezTo>
                  <a:pt x="6189" y="7713"/>
                  <a:pt x="5169" y="8065"/>
                  <a:pt x="4135" y="8675"/>
                </a:cubicBezTo>
                <a:cubicBezTo>
                  <a:pt x="3430" y="9090"/>
                  <a:pt x="2958" y="9633"/>
                  <a:pt x="2808" y="10205"/>
                </a:cubicBezTo>
                <a:lnTo>
                  <a:pt x="2789" y="10321"/>
                </a:lnTo>
                <a:lnTo>
                  <a:pt x="3068" y="9911"/>
                </a:lnTo>
                <a:cubicBezTo>
                  <a:pt x="3177" y="9770"/>
                  <a:pt x="3288" y="9642"/>
                  <a:pt x="3403" y="9526"/>
                </a:cubicBezTo>
                <a:lnTo>
                  <a:pt x="3660" y="9301"/>
                </a:lnTo>
                <a:lnTo>
                  <a:pt x="3666" y="9295"/>
                </a:lnTo>
                <a:lnTo>
                  <a:pt x="3670" y="9291"/>
                </a:lnTo>
                <a:lnTo>
                  <a:pt x="3826" y="9155"/>
                </a:lnTo>
                <a:cubicBezTo>
                  <a:pt x="3975" y="9038"/>
                  <a:pt x="4132" y="8925"/>
                  <a:pt x="4293" y="8809"/>
                </a:cubicBezTo>
                <a:lnTo>
                  <a:pt x="4370" y="8753"/>
                </a:lnTo>
                <a:cubicBezTo>
                  <a:pt x="4793" y="8447"/>
                  <a:pt x="5308" y="8188"/>
                  <a:pt x="5820" y="8024"/>
                </a:cubicBezTo>
                <a:cubicBezTo>
                  <a:pt x="6613" y="7769"/>
                  <a:pt x="7386" y="7695"/>
                  <a:pt x="8118" y="7804"/>
                </a:cubicBezTo>
                <a:cubicBezTo>
                  <a:pt x="8333" y="7837"/>
                  <a:pt x="8545" y="7888"/>
                  <a:pt x="8752" y="7947"/>
                </a:cubicBezTo>
                <a:lnTo>
                  <a:pt x="8923" y="8001"/>
                </a:lnTo>
                <a:lnTo>
                  <a:pt x="8689" y="7894"/>
                </a:lnTo>
                <a:cubicBezTo>
                  <a:pt x="8140" y="7706"/>
                  <a:pt x="7585" y="7623"/>
                  <a:pt x="7082" y="7656"/>
                </a:cubicBezTo>
              </a:path>
              <a:path w="21600" h="21600">
                <a:moveTo>
                  <a:pt x="12545" y="7650"/>
                </a:moveTo>
                <a:lnTo>
                  <a:pt x="12337" y="7962"/>
                </a:lnTo>
                <a:lnTo>
                  <a:pt x="12277" y="8492"/>
                </a:lnTo>
                <a:lnTo>
                  <a:pt x="12584" y="8191"/>
                </a:lnTo>
              </a:path>
              <a:path w="21600" h="21600">
                <a:moveTo>
                  <a:pt x="9628" y="7648"/>
                </a:moveTo>
                <a:lnTo>
                  <a:pt x="9518" y="7812"/>
                </a:lnTo>
                <a:lnTo>
                  <a:pt x="9569" y="7826"/>
                </a:lnTo>
                <a:lnTo>
                  <a:pt x="9797" y="7862"/>
                </a:lnTo>
                <a:lnTo>
                  <a:pt x="9869" y="7764"/>
                </a:lnTo>
                <a:lnTo>
                  <a:pt x="9879" y="7684"/>
                </a:lnTo>
              </a:path>
              <a:path w="21600" h="21600">
                <a:moveTo>
                  <a:pt x="2651" y="7634"/>
                </a:moveTo>
                <a:lnTo>
                  <a:pt x="2646" y="7651"/>
                </a:lnTo>
                <a:lnTo>
                  <a:pt x="2654" y="7643"/>
                </a:lnTo>
              </a:path>
              <a:path w="21600" h="21600">
                <a:moveTo>
                  <a:pt x="8660" y="7614"/>
                </a:moveTo>
                <a:lnTo>
                  <a:pt x="8936" y="7759"/>
                </a:lnTo>
                <a:lnTo>
                  <a:pt x="8802" y="7655"/>
                </a:lnTo>
              </a:path>
              <a:path w="21600" h="21600">
                <a:moveTo>
                  <a:pt x="10806" y="7607"/>
                </a:moveTo>
                <a:lnTo>
                  <a:pt x="10676" y="7664"/>
                </a:lnTo>
                <a:lnTo>
                  <a:pt x="10538" y="7675"/>
                </a:lnTo>
                <a:lnTo>
                  <a:pt x="10479" y="7937"/>
                </a:lnTo>
                <a:lnTo>
                  <a:pt x="10779" y="7915"/>
                </a:lnTo>
              </a:path>
              <a:path w="21600" h="21600">
                <a:moveTo>
                  <a:pt x="9294" y="7599"/>
                </a:moveTo>
                <a:lnTo>
                  <a:pt x="9262" y="7652"/>
                </a:lnTo>
                <a:lnTo>
                  <a:pt x="9131" y="7702"/>
                </a:lnTo>
                <a:lnTo>
                  <a:pt x="9449" y="7792"/>
                </a:lnTo>
                <a:lnTo>
                  <a:pt x="9482" y="7783"/>
                </a:lnTo>
                <a:lnTo>
                  <a:pt x="9576" y="7640"/>
                </a:lnTo>
              </a:path>
              <a:path w="21600" h="21600">
                <a:moveTo>
                  <a:pt x="2325" y="7567"/>
                </a:moveTo>
                <a:lnTo>
                  <a:pt x="2203" y="7678"/>
                </a:lnTo>
                <a:lnTo>
                  <a:pt x="2129" y="8025"/>
                </a:lnTo>
                <a:lnTo>
                  <a:pt x="2098" y="8195"/>
                </a:lnTo>
                <a:lnTo>
                  <a:pt x="2101" y="8190"/>
                </a:lnTo>
                <a:lnTo>
                  <a:pt x="2187" y="8097"/>
                </a:lnTo>
                <a:lnTo>
                  <a:pt x="2193" y="8072"/>
                </a:lnTo>
              </a:path>
              <a:path w="21600" h="21600">
                <a:moveTo>
                  <a:pt x="7239" y="7562"/>
                </a:moveTo>
                <a:cubicBezTo>
                  <a:pt x="6697" y="7562"/>
                  <a:pt x="6131" y="7655"/>
                  <a:pt x="5573" y="7838"/>
                </a:cubicBezTo>
                <a:cubicBezTo>
                  <a:pt x="5065" y="8004"/>
                  <a:pt x="4560" y="8263"/>
                  <a:pt x="4151" y="8568"/>
                </a:cubicBezTo>
                <a:lnTo>
                  <a:pt x="4041" y="8651"/>
                </a:lnTo>
                <a:cubicBezTo>
                  <a:pt x="3742" y="8873"/>
                  <a:pt x="3459" y="9082"/>
                  <a:pt x="3219" y="9333"/>
                </a:cubicBezTo>
                <a:cubicBezTo>
                  <a:pt x="3110" y="9447"/>
                  <a:pt x="3008" y="9570"/>
                  <a:pt x="2907" y="9709"/>
                </a:cubicBezTo>
                <a:lnTo>
                  <a:pt x="2760" y="9935"/>
                </a:lnTo>
                <a:lnTo>
                  <a:pt x="2758" y="9949"/>
                </a:lnTo>
                <a:lnTo>
                  <a:pt x="2770" y="10036"/>
                </a:lnTo>
                <a:cubicBezTo>
                  <a:pt x="2776" y="10057"/>
                  <a:pt x="2770" y="10075"/>
                  <a:pt x="2763" y="10094"/>
                </a:cubicBezTo>
                <a:cubicBezTo>
                  <a:pt x="2760" y="10103"/>
                  <a:pt x="2756" y="10112"/>
                  <a:pt x="2753" y="10124"/>
                </a:cubicBezTo>
                <a:lnTo>
                  <a:pt x="2744" y="10170"/>
                </a:lnTo>
                <a:lnTo>
                  <a:pt x="2753" y="10260"/>
                </a:lnTo>
                <a:lnTo>
                  <a:pt x="2764" y="10196"/>
                </a:lnTo>
                <a:cubicBezTo>
                  <a:pt x="2917" y="9613"/>
                  <a:pt x="3396" y="9060"/>
                  <a:pt x="4111" y="8639"/>
                </a:cubicBezTo>
                <a:cubicBezTo>
                  <a:pt x="5152" y="8026"/>
                  <a:pt x="6178" y="7672"/>
                  <a:pt x="7079" y="7614"/>
                </a:cubicBezTo>
                <a:cubicBezTo>
                  <a:pt x="7588" y="7581"/>
                  <a:pt x="8150" y="7665"/>
                  <a:pt x="8704" y="7855"/>
                </a:cubicBezTo>
                <a:cubicBezTo>
                  <a:pt x="8880" y="7915"/>
                  <a:pt x="9049" y="7993"/>
                  <a:pt x="9208" y="8085"/>
                </a:cubicBezTo>
                <a:lnTo>
                  <a:pt x="9228" y="8098"/>
                </a:lnTo>
                <a:lnTo>
                  <a:pt x="9263" y="8109"/>
                </a:lnTo>
                <a:lnTo>
                  <a:pt x="9047" y="7961"/>
                </a:lnTo>
                <a:lnTo>
                  <a:pt x="8782" y="7831"/>
                </a:lnTo>
                <a:lnTo>
                  <a:pt x="8473" y="7737"/>
                </a:lnTo>
                <a:cubicBezTo>
                  <a:pt x="8267" y="7681"/>
                  <a:pt x="8058" y="7633"/>
                  <a:pt x="7844" y="7603"/>
                </a:cubicBezTo>
                <a:cubicBezTo>
                  <a:pt x="7647" y="7576"/>
                  <a:pt x="7445" y="7562"/>
                  <a:pt x="7239" y="7562"/>
                </a:cubicBezTo>
              </a:path>
              <a:path w="21600" h="21600">
                <a:moveTo>
                  <a:pt x="1882" y="7562"/>
                </a:moveTo>
                <a:lnTo>
                  <a:pt x="1866" y="7581"/>
                </a:lnTo>
                <a:lnTo>
                  <a:pt x="1811" y="8094"/>
                </a:lnTo>
                <a:lnTo>
                  <a:pt x="1818" y="8081"/>
                </a:lnTo>
                <a:lnTo>
                  <a:pt x="1867" y="7698"/>
                </a:lnTo>
              </a:path>
              <a:path w="21600" h="21600">
                <a:moveTo>
                  <a:pt x="17" y="7549"/>
                </a:moveTo>
                <a:lnTo>
                  <a:pt x="6" y="7551"/>
                </a:lnTo>
                <a:lnTo>
                  <a:pt x="13" y="7677"/>
                </a:lnTo>
                <a:lnTo>
                  <a:pt x="19" y="7696"/>
                </a:lnTo>
              </a:path>
              <a:path w="21600" h="21600">
                <a:moveTo>
                  <a:pt x="11677" y="7532"/>
                </a:moveTo>
                <a:cubicBezTo>
                  <a:pt x="11604" y="7602"/>
                  <a:pt x="11523" y="7670"/>
                  <a:pt x="11435" y="7732"/>
                </a:cubicBezTo>
                <a:lnTo>
                  <a:pt x="11422" y="7738"/>
                </a:lnTo>
                <a:lnTo>
                  <a:pt x="11432" y="7971"/>
                </a:lnTo>
                <a:lnTo>
                  <a:pt x="11408" y="8100"/>
                </a:lnTo>
                <a:lnTo>
                  <a:pt x="11670" y="7983"/>
                </a:lnTo>
              </a:path>
              <a:path w="21600" h="21600">
                <a:moveTo>
                  <a:pt x="185" y="7519"/>
                </a:moveTo>
                <a:lnTo>
                  <a:pt x="61" y="7541"/>
                </a:lnTo>
                <a:lnTo>
                  <a:pt x="64" y="7760"/>
                </a:lnTo>
                <a:lnTo>
                  <a:pt x="77" y="7840"/>
                </a:lnTo>
                <a:lnTo>
                  <a:pt x="178" y="7820"/>
                </a:lnTo>
              </a:path>
              <a:path w="21600" h="21600">
                <a:moveTo>
                  <a:pt x="2608" y="7513"/>
                </a:moveTo>
                <a:lnTo>
                  <a:pt x="2602" y="7640"/>
                </a:lnTo>
                <a:lnTo>
                  <a:pt x="2626" y="7564"/>
                </a:lnTo>
              </a:path>
              <a:path w="21600" h="21600">
                <a:moveTo>
                  <a:pt x="8961" y="7509"/>
                </a:moveTo>
                <a:lnTo>
                  <a:pt x="8864" y="7551"/>
                </a:lnTo>
                <a:lnTo>
                  <a:pt x="8844" y="7545"/>
                </a:lnTo>
                <a:lnTo>
                  <a:pt x="8917" y="7618"/>
                </a:lnTo>
                <a:lnTo>
                  <a:pt x="8922" y="7623"/>
                </a:lnTo>
                <a:lnTo>
                  <a:pt x="8924" y="7624"/>
                </a:lnTo>
                <a:lnTo>
                  <a:pt x="9064" y="7671"/>
                </a:lnTo>
                <a:cubicBezTo>
                  <a:pt x="9119" y="7676"/>
                  <a:pt x="9178" y="7666"/>
                  <a:pt x="9230" y="7620"/>
                </a:cubicBezTo>
                <a:lnTo>
                  <a:pt x="9249" y="7587"/>
                </a:lnTo>
              </a:path>
              <a:path w="21600" h="21600">
                <a:moveTo>
                  <a:pt x="1146" y="7492"/>
                </a:moveTo>
                <a:lnTo>
                  <a:pt x="977" y="7621"/>
                </a:lnTo>
                <a:lnTo>
                  <a:pt x="844" y="7673"/>
                </a:lnTo>
                <a:lnTo>
                  <a:pt x="785" y="7902"/>
                </a:lnTo>
                <a:lnTo>
                  <a:pt x="775" y="7978"/>
                </a:lnTo>
                <a:lnTo>
                  <a:pt x="798" y="7969"/>
                </a:lnTo>
                <a:lnTo>
                  <a:pt x="1013" y="7815"/>
                </a:lnTo>
                <a:lnTo>
                  <a:pt x="1045" y="7709"/>
                </a:lnTo>
              </a:path>
              <a:path w="21600" h="21600">
                <a:moveTo>
                  <a:pt x="11076" y="7489"/>
                </a:moveTo>
                <a:lnTo>
                  <a:pt x="10852" y="7587"/>
                </a:lnTo>
                <a:lnTo>
                  <a:pt x="10824" y="7912"/>
                </a:lnTo>
                <a:lnTo>
                  <a:pt x="10935" y="7904"/>
                </a:lnTo>
                <a:lnTo>
                  <a:pt x="11093" y="7835"/>
                </a:lnTo>
                <a:lnTo>
                  <a:pt x="11101" y="7776"/>
                </a:lnTo>
              </a:path>
              <a:path w="21600" h="21600">
                <a:moveTo>
                  <a:pt x="372" y="7486"/>
                </a:moveTo>
                <a:lnTo>
                  <a:pt x="231" y="7511"/>
                </a:lnTo>
                <a:lnTo>
                  <a:pt x="224" y="7811"/>
                </a:lnTo>
                <a:lnTo>
                  <a:pt x="354" y="7785"/>
                </a:lnTo>
              </a:path>
              <a:path w="21600" h="21600">
                <a:moveTo>
                  <a:pt x="3980" y="7478"/>
                </a:moveTo>
                <a:lnTo>
                  <a:pt x="3940" y="7494"/>
                </a:lnTo>
                <a:cubicBezTo>
                  <a:pt x="3413" y="7731"/>
                  <a:pt x="3032" y="8019"/>
                  <a:pt x="2831" y="8326"/>
                </a:cubicBezTo>
                <a:lnTo>
                  <a:pt x="2821" y="8348"/>
                </a:lnTo>
                <a:lnTo>
                  <a:pt x="2856" y="8313"/>
                </a:lnTo>
                <a:cubicBezTo>
                  <a:pt x="2971" y="8211"/>
                  <a:pt x="3093" y="8112"/>
                  <a:pt x="3218" y="8011"/>
                </a:cubicBezTo>
                <a:cubicBezTo>
                  <a:pt x="3274" y="7966"/>
                  <a:pt x="3329" y="7922"/>
                  <a:pt x="3384" y="7876"/>
                </a:cubicBezTo>
              </a:path>
              <a:path w="21600" h="21600">
                <a:moveTo>
                  <a:pt x="1668" y="7474"/>
                </a:moveTo>
                <a:lnTo>
                  <a:pt x="1492" y="7877"/>
                </a:lnTo>
                <a:cubicBezTo>
                  <a:pt x="1417" y="8012"/>
                  <a:pt x="1330" y="8136"/>
                  <a:pt x="1228" y="8255"/>
                </a:cubicBezTo>
                <a:lnTo>
                  <a:pt x="1160" y="8323"/>
                </a:lnTo>
                <a:lnTo>
                  <a:pt x="1149" y="8356"/>
                </a:lnTo>
                <a:lnTo>
                  <a:pt x="1105" y="8579"/>
                </a:lnTo>
                <a:lnTo>
                  <a:pt x="1332" y="8288"/>
                </a:lnTo>
                <a:cubicBezTo>
                  <a:pt x="1412" y="8161"/>
                  <a:pt x="1482" y="8024"/>
                  <a:pt x="1543" y="7872"/>
                </a:cubicBezTo>
                <a:cubicBezTo>
                  <a:pt x="1591" y="7751"/>
                  <a:pt x="1632" y="7621"/>
                  <a:pt x="1667" y="7478"/>
                </a:cubicBezTo>
              </a:path>
              <a:path w="21600" h="21600">
                <a:moveTo>
                  <a:pt x="1557" y="7461"/>
                </a:moveTo>
                <a:lnTo>
                  <a:pt x="1489" y="7545"/>
                </a:lnTo>
                <a:lnTo>
                  <a:pt x="1419" y="7682"/>
                </a:lnTo>
              </a:path>
              <a:path w="21600" h="21600">
                <a:moveTo>
                  <a:pt x="1972" y="7459"/>
                </a:moveTo>
                <a:lnTo>
                  <a:pt x="1955" y="7476"/>
                </a:lnTo>
                <a:lnTo>
                  <a:pt x="1934" y="7500"/>
                </a:lnTo>
                <a:lnTo>
                  <a:pt x="1912" y="7705"/>
                </a:lnTo>
                <a:lnTo>
                  <a:pt x="1878" y="7981"/>
                </a:lnTo>
                <a:lnTo>
                  <a:pt x="1885" y="7968"/>
                </a:lnTo>
                <a:lnTo>
                  <a:pt x="1906" y="7944"/>
                </a:lnTo>
                <a:lnTo>
                  <a:pt x="1967" y="7487"/>
                </a:lnTo>
              </a:path>
              <a:path w="21600" h="21600">
                <a:moveTo>
                  <a:pt x="8751" y="7453"/>
                </a:moveTo>
                <a:lnTo>
                  <a:pt x="8766" y="7469"/>
                </a:lnTo>
                <a:lnTo>
                  <a:pt x="8787" y="7489"/>
                </a:lnTo>
                <a:lnTo>
                  <a:pt x="8834" y="7506"/>
                </a:lnTo>
                <a:lnTo>
                  <a:pt x="8884" y="7489"/>
                </a:lnTo>
              </a:path>
              <a:path w="21600" h="21600">
                <a:moveTo>
                  <a:pt x="6999" y="7451"/>
                </a:moveTo>
                <a:cubicBezTo>
                  <a:pt x="6117" y="7487"/>
                  <a:pt x="5137" y="7800"/>
                  <a:pt x="4086" y="8384"/>
                </a:cubicBezTo>
                <a:cubicBezTo>
                  <a:pt x="3381" y="8775"/>
                  <a:pt x="2917" y="9284"/>
                  <a:pt x="2778" y="9817"/>
                </a:cubicBezTo>
                <a:lnTo>
                  <a:pt x="2776" y="9829"/>
                </a:lnTo>
                <a:lnTo>
                  <a:pt x="2871" y="9683"/>
                </a:lnTo>
                <a:cubicBezTo>
                  <a:pt x="2973" y="9543"/>
                  <a:pt x="3077" y="9418"/>
                  <a:pt x="3186" y="9304"/>
                </a:cubicBezTo>
                <a:cubicBezTo>
                  <a:pt x="3429" y="9049"/>
                  <a:pt x="3713" y="8839"/>
                  <a:pt x="4013" y="8616"/>
                </a:cubicBezTo>
                <a:lnTo>
                  <a:pt x="4124" y="8534"/>
                </a:lnTo>
                <a:cubicBezTo>
                  <a:pt x="4537" y="8226"/>
                  <a:pt x="5046" y="7964"/>
                  <a:pt x="5559" y="7796"/>
                </a:cubicBezTo>
                <a:cubicBezTo>
                  <a:pt x="6337" y="7542"/>
                  <a:pt x="7130" y="7460"/>
                  <a:pt x="7852" y="7560"/>
                </a:cubicBezTo>
                <a:lnTo>
                  <a:pt x="8338" y="7664"/>
                </a:lnTo>
                <a:lnTo>
                  <a:pt x="7767" y="7507"/>
                </a:lnTo>
                <a:cubicBezTo>
                  <a:pt x="7503" y="7460"/>
                  <a:pt x="7244" y="7441"/>
                  <a:pt x="6999" y="7451"/>
                </a:cubicBezTo>
              </a:path>
              <a:path w="21600" h="21600">
                <a:moveTo>
                  <a:pt x="606" y="7443"/>
                </a:moveTo>
                <a:lnTo>
                  <a:pt x="599" y="7446"/>
                </a:lnTo>
                <a:lnTo>
                  <a:pt x="418" y="7478"/>
                </a:lnTo>
                <a:lnTo>
                  <a:pt x="401" y="7776"/>
                </a:lnTo>
                <a:lnTo>
                  <a:pt x="510" y="7754"/>
                </a:lnTo>
                <a:lnTo>
                  <a:pt x="551" y="7738"/>
                </a:lnTo>
                <a:lnTo>
                  <a:pt x="558" y="7667"/>
                </a:lnTo>
                <a:lnTo>
                  <a:pt x="562" y="7644"/>
                </a:lnTo>
              </a:path>
              <a:path w="21600" h="21600">
                <a:moveTo>
                  <a:pt x="4804" y="7442"/>
                </a:moveTo>
                <a:lnTo>
                  <a:pt x="4763" y="7456"/>
                </a:lnTo>
                <a:cubicBezTo>
                  <a:pt x="4511" y="7552"/>
                  <a:pt x="4253" y="7664"/>
                  <a:pt x="3989" y="7792"/>
                </a:cubicBezTo>
                <a:cubicBezTo>
                  <a:pt x="3462" y="8048"/>
                  <a:pt x="3076" y="8360"/>
                  <a:pt x="2868" y="8694"/>
                </a:cubicBezTo>
                <a:lnTo>
                  <a:pt x="2829" y="8783"/>
                </a:lnTo>
                <a:lnTo>
                  <a:pt x="3093" y="8527"/>
                </a:lnTo>
                <a:cubicBezTo>
                  <a:pt x="3215" y="8422"/>
                  <a:pt x="3345" y="8320"/>
                  <a:pt x="3477" y="8216"/>
                </a:cubicBezTo>
                <a:cubicBezTo>
                  <a:pt x="3528" y="8176"/>
                  <a:pt x="3579" y="8136"/>
                  <a:pt x="3631" y="8095"/>
                </a:cubicBezTo>
                <a:cubicBezTo>
                  <a:pt x="3824" y="7941"/>
                  <a:pt x="4049" y="7796"/>
                  <a:pt x="4288" y="7667"/>
                </a:cubicBezTo>
              </a:path>
              <a:path w="21600" h="21600">
                <a:moveTo>
                  <a:pt x="12232" y="7441"/>
                </a:moveTo>
                <a:lnTo>
                  <a:pt x="12028" y="7725"/>
                </a:lnTo>
                <a:lnTo>
                  <a:pt x="12001" y="8216"/>
                </a:lnTo>
                <a:lnTo>
                  <a:pt x="12290" y="7946"/>
                </a:lnTo>
              </a:path>
              <a:path w="21600" h="21600">
                <a:moveTo>
                  <a:pt x="9687" y="7418"/>
                </a:moveTo>
                <a:lnTo>
                  <a:pt x="9649" y="7608"/>
                </a:lnTo>
                <a:lnTo>
                  <a:pt x="9885" y="7642"/>
                </a:lnTo>
                <a:lnTo>
                  <a:pt x="9914" y="7423"/>
                </a:lnTo>
                <a:lnTo>
                  <a:pt x="9798" y="7433"/>
                </a:lnTo>
              </a:path>
              <a:path w="21600" h="21600">
                <a:moveTo>
                  <a:pt x="2569" y="7405"/>
                </a:moveTo>
                <a:lnTo>
                  <a:pt x="2448" y="7782"/>
                </a:lnTo>
                <a:lnTo>
                  <a:pt x="2435" y="7838"/>
                </a:lnTo>
                <a:lnTo>
                  <a:pt x="2556" y="7730"/>
                </a:lnTo>
                <a:lnTo>
                  <a:pt x="2551" y="7711"/>
                </a:lnTo>
                <a:cubicBezTo>
                  <a:pt x="2540" y="7620"/>
                  <a:pt x="2544" y="7533"/>
                  <a:pt x="2561" y="7456"/>
                </a:cubicBezTo>
                <a:lnTo>
                  <a:pt x="2577" y="7427"/>
                </a:lnTo>
              </a:path>
              <a:path w="21600" h="21600">
                <a:moveTo>
                  <a:pt x="3507" y="7404"/>
                </a:moveTo>
                <a:lnTo>
                  <a:pt x="3219" y="7556"/>
                </a:lnTo>
                <a:cubicBezTo>
                  <a:pt x="3127" y="7621"/>
                  <a:pt x="3045" y="7687"/>
                  <a:pt x="2974" y="7754"/>
                </a:cubicBezTo>
                <a:lnTo>
                  <a:pt x="2839" y="7910"/>
                </a:lnTo>
                <a:lnTo>
                  <a:pt x="2963" y="7804"/>
                </a:lnTo>
                <a:cubicBezTo>
                  <a:pt x="3021" y="7756"/>
                  <a:pt x="3079" y="7707"/>
                  <a:pt x="3137" y="7657"/>
                </a:cubicBezTo>
              </a:path>
              <a:path w="21600" h="21600">
                <a:moveTo>
                  <a:pt x="10231" y="7397"/>
                </a:moveTo>
                <a:lnTo>
                  <a:pt x="9980" y="7418"/>
                </a:lnTo>
                <a:lnTo>
                  <a:pt x="9977" y="7517"/>
                </a:lnTo>
                <a:lnTo>
                  <a:pt x="9943" y="7651"/>
                </a:lnTo>
                <a:lnTo>
                  <a:pt x="10071" y="7670"/>
                </a:lnTo>
                <a:lnTo>
                  <a:pt x="10186" y="7661"/>
                </a:lnTo>
                <a:lnTo>
                  <a:pt x="10233" y="7410"/>
                </a:lnTo>
              </a:path>
              <a:path w="21600" h="21600">
                <a:moveTo>
                  <a:pt x="9390" y="7377"/>
                </a:moveTo>
                <a:lnTo>
                  <a:pt x="9378" y="7457"/>
                </a:lnTo>
                <a:lnTo>
                  <a:pt x="9317" y="7559"/>
                </a:lnTo>
                <a:lnTo>
                  <a:pt x="9600" y="7600"/>
                </a:lnTo>
                <a:lnTo>
                  <a:pt x="9638" y="7411"/>
                </a:lnTo>
              </a:path>
              <a:path w="21600" h="21600">
                <a:moveTo>
                  <a:pt x="2533" y="7377"/>
                </a:moveTo>
                <a:lnTo>
                  <a:pt x="2493" y="7413"/>
                </a:lnTo>
                <a:lnTo>
                  <a:pt x="2385" y="7512"/>
                </a:lnTo>
                <a:lnTo>
                  <a:pt x="2249" y="8029"/>
                </a:lnTo>
                <a:lnTo>
                  <a:pt x="2376" y="7891"/>
                </a:lnTo>
                <a:lnTo>
                  <a:pt x="2406" y="7772"/>
                </a:lnTo>
              </a:path>
              <a:path w="21600" h="21600">
                <a:moveTo>
                  <a:pt x="8358" y="7346"/>
                </a:moveTo>
                <a:lnTo>
                  <a:pt x="8779" y="7584"/>
                </a:lnTo>
                <a:lnTo>
                  <a:pt x="8636" y="7465"/>
                </a:lnTo>
                <a:lnTo>
                  <a:pt x="8509" y="7388"/>
                </a:lnTo>
              </a:path>
              <a:path w="21600" h="21600">
                <a:moveTo>
                  <a:pt x="10500" y="7340"/>
                </a:moveTo>
                <a:lnTo>
                  <a:pt x="10403" y="7382"/>
                </a:lnTo>
                <a:lnTo>
                  <a:pt x="10271" y="7393"/>
                </a:lnTo>
                <a:lnTo>
                  <a:pt x="10274" y="7410"/>
                </a:lnTo>
                <a:lnTo>
                  <a:pt x="10228" y="7658"/>
                </a:lnTo>
                <a:lnTo>
                  <a:pt x="10505" y="7636"/>
                </a:lnTo>
                <a:lnTo>
                  <a:pt x="10520" y="7567"/>
                </a:lnTo>
              </a:path>
              <a:path w="21600" h="21600">
                <a:moveTo>
                  <a:pt x="9090" y="7337"/>
                </a:moveTo>
                <a:lnTo>
                  <a:pt x="9015" y="7480"/>
                </a:lnTo>
                <a:lnTo>
                  <a:pt x="9272" y="7549"/>
                </a:lnTo>
                <a:lnTo>
                  <a:pt x="9333" y="7445"/>
                </a:lnTo>
                <a:lnTo>
                  <a:pt x="9344" y="7371"/>
                </a:lnTo>
              </a:path>
              <a:path w="21600" h="21600">
                <a:moveTo>
                  <a:pt x="2108" y="7331"/>
                </a:moveTo>
                <a:lnTo>
                  <a:pt x="2028" y="7406"/>
                </a:lnTo>
                <a:lnTo>
                  <a:pt x="2013" y="7493"/>
                </a:lnTo>
                <a:lnTo>
                  <a:pt x="1961" y="7882"/>
                </a:lnTo>
                <a:lnTo>
                  <a:pt x="2013" y="7823"/>
                </a:lnTo>
                <a:lnTo>
                  <a:pt x="2060" y="7550"/>
                </a:lnTo>
              </a:path>
              <a:path w="21600" h="21600">
                <a:moveTo>
                  <a:pt x="913" y="7323"/>
                </a:moveTo>
                <a:lnTo>
                  <a:pt x="658" y="7423"/>
                </a:lnTo>
                <a:lnTo>
                  <a:pt x="608" y="7652"/>
                </a:lnTo>
                <a:lnTo>
                  <a:pt x="603" y="7675"/>
                </a:lnTo>
                <a:lnTo>
                  <a:pt x="599" y="7720"/>
                </a:lnTo>
                <a:lnTo>
                  <a:pt x="806" y="7640"/>
                </a:lnTo>
                <a:lnTo>
                  <a:pt x="848" y="7476"/>
                </a:lnTo>
              </a:path>
              <a:path w="21600" h="21600">
                <a:moveTo>
                  <a:pt x="7014" y="7323"/>
                </a:moveTo>
                <a:lnTo>
                  <a:pt x="7013" y="7323"/>
                </a:lnTo>
                <a:cubicBezTo>
                  <a:pt x="6461" y="7323"/>
                  <a:pt x="5883" y="7420"/>
                  <a:pt x="5312" y="7610"/>
                </a:cubicBezTo>
                <a:cubicBezTo>
                  <a:pt x="4804" y="7779"/>
                  <a:pt x="4304" y="8042"/>
                  <a:pt x="3905" y="8348"/>
                </a:cubicBezTo>
                <a:cubicBezTo>
                  <a:pt x="3860" y="8383"/>
                  <a:pt x="3815" y="8418"/>
                  <a:pt x="3770" y="8452"/>
                </a:cubicBezTo>
                <a:cubicBezTo>
                  <a:pt x="3490" y="8666"/>
                  <a:pt x="3226" y="8868"/>
                  <a:pt x="3003" y="9109"/>
                </a:cubicBezTo>
                <a:lnTo>
                  <a:pt x="2751" y="9427"/>
                </a:lnTo>
                <a:lnTo>
                  <a:pt x="2745" y="9466"/>
                </a:lnTo>
                <a:lnTo>
                  <a:pt x="2765" y="9581"/>
                </a:lnTo>
                <a:cubicBezTo>
                  <a:pt x="2771" y="9602"/>
                  <a:pt x="2765" y="9619"/>
                  <a:pt x="2758" y="9636"/>
                </a:cubicBezTo>
                <a:cubicBezTo>
                  <a:pt x="2755" y="9645"/>
                  <a:pt x="2751" y="9655"/>
                  <a:pt x="2747" y="9667"/>
                </a:cubicBezTo>
                <a:lnTo>
                  <a:pt x="2730" y="9744"/>
                </a:lnTo>
                <a:lnTo>
                  <a:pt x="2738" y="9797"/>
                </a:lnTo>
                <a:lnTo>
                  <a:pt x="2901" y="9402"/>
                </a:lnTo>
                <a:cubicBezTo>
                  <a:pt x="3127" y="9007"/>
                  <a:pt x="3527" y="8641"/>
                  <a:pt x="4064" y="8343"/>
                </a:cubicBezTo>
                <a:cubicBezTo>
                  <a:pt x="5121" y="7756"/>
                  <a:pt x="6109" y="7440"/>
                  <a:pt x="6997" y="7405"/>
                </a:cubicBezTo>
                <a:cubicBezTo>
                  <a:pt x="7495" y="7385"/>
                  <a:pt x="8045" y="7481"/>
                  <a:pt x="8587" y="7684"/>
                </a:cubicBezTo>
                <a:lnTo>
                  <a:pt x="8812" y="7794"/>
                </a:lnTo>
                <a:lnTo>
                  <a:pt x="8978" y="7845"/>
                </a:lnTo>
                <a:lnTo>
                  <a:pt x="8912" y="7796"/>
                </a:lnTo>
                <a:cubicBezTo>
                  <a:pt x="8772" y="7703"/>
                  <a:pt x="8618" y="7622"/>
                  <a:pt x="8454" y="7555"/>
                </a:cubicBezTo>
                <a:lnTo>
                  <a:pt x="8441" y="7551"/>
                </a:lnTo>
                <a:lnTo>
                  <a:pt x="8212" y="7484"/>
                </a:lnTo>
                <a:cubicBezTo>
                  <a:pt x="8005" y="7431"/>
                  <a:pt x="7794" y="7386"/>
                  <a:pt x="7580" y="7358"/>
                </a:cubicBezTo>
                <a:cubicBezTo>
                  <a:pt x="7396" y="7334"/>
                  <a:pt x="7206" y="7323"/>
                  <a:pt x="7014" y="7323"/>
                </a:cubicBezTo>
              </a:path>
              <a:path w="21600" h="21600">
                <a:moveTo>
                  <a:pt x="1670" y="7322"/>
                </a:moveTo>
                <a:lnTo>
                  <a:pt x="1658" y="7336"/>
                </a:lnTo>
                <a:lnTo>
                  <a:pt x="1617" y="7448"/>
                </a:lnTo>
                <a:cubicBezTo>
                  <a:pt x="1549" y="7588"/>
                  <a:pt x="1467" y="7717"/>
                  <a:pt x="1371" y="7841"/>
                </a:cubicBezTo>
                <a:lnTo>
                  <a:pt x="1296" y="7924"/>
                </a:lnTo>
                <a:lnTo>
                  <a:pt x="1293" y="7930"/>
                </a:lnTo>
                <a:lnTo>
                  <a:pt x="1190" y="8235"/>
                </a:lnTo>
                <a:lnTo>
                  <a:pt x="1196" y="8229"/>
                </a:lnTo>
                <a:cubicBezTo>
                  <a:pt x="1395" y="7996"/>
                  <a:pt x="1538" y="7741"/>
                  <a:pt x="1644" y="7425"/>
                </a:cubicBezTo>
              </a:path>
              <a:path w="21600" h="21600">
                <a:moveTo>
                  <a:pt x="2687" y="7312"/>
                </a:moveTo>
                <a:lnTo>
                  <a:pt x="2626" y="7432"/>
                </a:lnTo>
                <a:lnTo>
                  <a:pt x="2648" y="7492"/>
                </a:lnTo>
                <a:lnTo>
                  <a:pt x="2680" y="7385"/>
                </a:lnTo>
                <a:cubicBezTo>
                  <a:pt x="2687" y="7368"/>
                  <a:pt x="2694" y="7356"/>
                  <a:pt x="2699" y="7348"/>
                </a:cubicBezTo>
                <a:cubicBezTo>
                  <a:pt x="2700" y="7346"/>
                  <a:pt x="2702" y="7344"/>
                  <a:pt x="2703" y="7343"/>
                </a:cubicBezTo>
              </a:path>
              <a:path w="21600" h="21600">
                <a:moveTo>
                  <a:pt x="11362" y="7292"/>
                </a:moveTo>
                <a:cubicBezTo>
                  <a:pt x="11300" y="7348"/>
                  <a:pt x="11233" y="7402"/>
                  <a:pt x="11161" y="7452"/>
                </a:cubicBezTo>
                <a:lnTo>
                  <a:pt x="11118" y="7471"/>
                </a:lnTo>
                <a:lnTo>
                  <a:pt x="11146" y="7771"/>
                </a:lnTo>
                <a:lnTo>
                  <a:pt x="11140" y="7814"/>
                </a:lnTo>
                <a:lnTo>
                  <a:pt x="11378" y="7710"/>
                </a:lnTo>
              </a:path>
              <a:path w="21600" h="21600">
                <a:moveTo>
                  <a:pt x="8786" y="7267"/>
                </a:moveTo>
                <a:lnTo>
                  <a:pt x="8761" y="7322"/>
                </a:lnTo>
                <a:lnTo>
                  <a:pt x="8665" y="7368"/>
                </a:lnTo>
                <a:lnTo>
                  <a:pt x="8690" y="7392"/>
                </a:lnTo>
                <a:lnTo>
                  <a:pt x="8957" y="7464"/>
                </a:lnTo>
                <a:lnTo>
                  <a:pt x="8979" y="7457"/>
                </a:lnTo>
                <a:lnTo>
                  <a:pt x="9044" y="7330"/>
                </a:lnTo>
                <a:lnTo>
                  <a:pt x="9026" y="7328"/>
                </a:lnTo>
              </a:path>
              <a:path w="21600" h="21600">
                <a:moveTo>
                  <a:pt x="2661" y="7262"/>
                </a:moveTo>
                <a:lnTo>
                  <a:pt x="2597" y="7320"/>
                </a:lnTo>
                <a:lnTo>
                  <a:pt x="2592" y="7335"/>
                </a:lnTo>
                <a:lnTo>
                  <a:pt x="2606" y="7373"/>
                </a:lnTo>
                <a:lnTo>
                  <a:pt x="2664" y="7267"/>
                </a:lnTo>
              </a:path>
              <a:path w="21600" h="21600">
                <a:moveTo>
                  <a:pt x="11908" y="7242"/>
                </a:moveTo>
                <a:lnTo>
                  <a:pt x="11720" y="7487"/>
                </a:lnTo>
                <a:lnTo>
                  <a:pt x="11717" y="7946"/>
                </a:lnTo>
                <a:lnTo>
                  <a:pt x="11983" y="7710"/>
                </a:lnTo>
              </a:path>
              <a:path w="21600" h="21600">
                <a:moveTo>
                  <a:pt x="6917" y="7240"/>
                </a:moveTo>
                <a:cubicBezTo>
                  <a:pt x="6061" y="7254"/>
                  <a:pt x="5093" y="7539"/>
                  <a:pt x="4039" y="8087"/>
                </a:cubicBezTo>
                <a:cubicBezTo>
                  <a:pt x="3511" y="8362"/>
                  <a:pt x="3122" y="8698"/>
                  <a:pt x="2907" y="9058"/>
                </a:cubicBezTo>
                <a:lnTo>
                  <a:pt x="2815" y="9273"/>
                </a:lnTo>
                <a:lnTo>
                  <a:pt x="2968" y="9080"/>
                </a:lnTo>
                <a:cubicBezTo>
                  <a:pt x="3194" y="8835"/>
                  <a:pt x="3460" y="8632"/>
                  <a:pt x="3741" y="8417"/>
                </a:cubicBezTo>
                <a:cubicBezTo>
                  <a:pt x="3786" y="8382"/>
                  <a:pt x="3831" y="8348"/>
                  <a:pt x="3877" y="8313"/>
                </a:cubicBezTo>
                <a:cubicBezTo>
                  <a:pt x="4279" y="8003"/>
                  <a:pt x="4783" y="7738"/>
                  <a:pt x="5297" y="7568"/>
                </a:cubicBezTo>
                <a:cubicBezTo>
                  <a:pt x="6073" y="7309"/>
                  <a:pt x="6864" y="7221"/>
                  <a:pt x="7584" y="7315"/>
                </a:cubicBezTo>
                <a:lnTo>
                  <a:pt x="7952" y="7388"/>
                </a:lnTo>
                <a:lnTo>
                  <a:pt x="7775" y="7338"/>
                </a:lnTo>
                <a:cubicBezTo>
                  <a:pt x="7513" y="7277"/>
                  <a:pt x="7220" y="7236"/>
                  <a:pt x="6917" y="7240"/>
                </a:cubicBezTo>
              </a:path>
              <a:path w="21600" h="21600">
                <a:moveTo>
                  <a:pt x="13385" y="7234"/>
                </a:moveTo>
                <a:lnTo>
                  <a:pt x="13349" y="7437"/>
                </a:lnTo>
                <a:cubicBezTo>
                  <a:pt x="13325" y="7548"/>
                  <a:pt x="13298" y="7649"/>
                  <a:pt x="13268" y="7746"/>
                </a:cubicBezTo>
                <a:lnTo>
                  <a:pt x="13219" y="7871"/>
                </a:lnTo>
                <a:lnTo>
                  <a:pt x="13239" y="8101"/>
                </a:lnTo>
                <a:cubicBezTo>
                  <a:pt x="13244" y="8273"/>
                  <a:pt x="13238" y="8443"/>
                  <a:pt x="13217" y="8607"/>
                </a:cubicBezTo>
                <a:cubicBezTo>
                  <a:pt x="13283" y="8502"/>
                  <a:pt x="13336" y="8395"/>
                  <a:pt x="13380" y="8292"/>
                </a:cubicBezTo>
                <a:lnTo>
                  <a:pt x="13481" y="8012"/>
                </a:lnTo>
                <a:lnTo>
                  <a:pt x="13475" y="7848"/>
                </a:lnTo>
                <a:cubicBezTo>
                  <a:pt x="13457" y="7653"/>
                  <a:pt x="13428" y="7461"/>
                  <a:pt x="13394" y="7275"/>
                </a:cubicBezTo>
              </a:path>
              <a:path w="21600" h="21600">
                <a:moveTo>
                  <a:pt x="10762" y="7227"/>
                </a:moveTo>
                <a:lnTo>
                  <a:pt x="10542" y="7322"/>
                </a:lnTo>
                <a:lnTo>
                  <a:pt x="10563" y="7566"/>
                </a:lnTo>
                <a:lnTo>
                  <a:pt x="10548" y="7632"/>
                </a:lnTo>
                <a:lnTo>
                  <a:pt x="10663" y="7623"/>
                </a:lnTo>
                <a:lnTo>
                  <a:pt x="10807" y="7561"/>
                </a:lnTo>
              </a:path>
              <a:path w="21600" h="21600">
                <a:moveTo>
                  <a:pt x="13084" y="7216"/>
                </a:moveTo>
                <a:lnTo>
                  <a:pt x="13010" y="7477"/>
                </a:lnTo>
                <a:lnTo>
                  <a:pt x="12898" y="7746"/>
                </a:lnTo>
                <a:lnTo>
                  <a:pt x="12928" y="8365"/>
                </a:lnTo>
                <a:cubicBezTo>
                  <a:pt x="13001" y="8256"/>
                  <a:pt x="13061" y="8144"/>
                  <a:pt x="13110" y="8036"/>
                </a:cubicBezTo>
                <a:lnTo>
                  <a:pt x="13173" y="7871"/>
                </a:lnTo>
                <a:lnTo>
                  <a:pt x="13156" y="7639"/>
                </a:lnTo>
              </a:path>
              <a:path w="21600" h="21600">
                <a:moveTo>
                  <a:pt x="2633" y="7207"/>
                </a:moveTo>
                <a:lnTo>
                  <a:pt x="2624" y="7236"/>
                </a:lnTo>
                <a:lnTo>
                  <a:pt x="2640" y="7222"/>
                </a:lnTo>
              </a:path>
              <a:path w="21600" h="21600">
                <a:moveTo>
                  <a:pt x="3223" y="7202"/>
                </a:moveTo>
                <a:lnTo>
                  <a:pt x="3177" y="7228"/>
                </a:lnTo>
                <a:lnTo>
                  <a:pt x="3000" y="7360"/>
                </a:lnTo>
              </a:path>
              <a:path w="21600" h="21600">
                <a:moveTo>
                  <a:pt x="8495" y="7193"/>
                </a:moveTo>
                <a:lnTo>
                  <a:pt x="8567" y="7268"/>
                </a:lnTo>
                <a:lnTo>
                  <a:pt x="8601" y="7306"/>
                </a:lnTo>
                <a:lnTo>
                  <a:pt x="8628" y="7332"/>
                </a:lnTo>
                <a:lnTo>
                  <a:pt x="8727" y="7294"/>
                </a:lnTo>
                <a:lnTo>
                  <a:pt x="8744" y="7256"/>
                </a:lnTo>
              </a:path>
              <a:path w="21600" h="21600">
                <a:moveTo>
                  <a:pt x="13672" y="7184"/>
                </a:moveTo>
                <a:lnTo>
                  <a:pt x="13663" y="7330"/>
                </a:lnTo>
                <a:cubicBezTo>
                  <a:pt x="13631" y="7594"/>
                  <a:pt x="13588" y="7810"/>
                  <a:pt x="13529" y="8010"/>
                </a:cubicBezTo>
                <a:lnTo>
                  <a:pt x="13525" y="8019"/>
                </a:lnTo>
                <a:lnTo>
                  <a:pt x="13541" y="8336"/>
                </a:lnTo>
                <a:cubicBezTo>
                  <a:pt x="13538" y="8520"/>
                  <a:pt x="13522" y="8700"/>
                  <a:pt x="13489" y="8873"/>
                </a:cubicBezTo>
                <a:cubicBezTo>
                  <a:pt x="13613" y="8663"/>
                  <a:pt x="13692" y="8446"/>
                  <a:pt x="13742" y="8267"/>
                </a:cubicBezTo>
                <a:lnTo>
                  <a:pt x="13787" y="8017"/>
                </a:lnTo>
                <a:lnTo>
                  <a:pt x="13728" y="7477"/>
                </a:lnTo>
              </a:path>
              <a:path w="21600" h="21600">
                <a:moveTo>
                  <a:pt x="12764" y="7182"/>
                </a:moveTo>
                <a:lnTo>
                  <a:pt x="12756" y="7211"/>
                </a:lnTo>
                <a:cubicBezTo>
                  <a:pt x="12716" y="7321"/>
                  <a:pt x="12664" y="7445"/>
                  <a:pt x="12596" y="7573"/>
                </a:cubicBezTo>
                <a:lnTo>
                  <a:pt x="12588" y="7585"/>
                </a:lnTo>
                <a:lnTo>
                  <a:pt x="12635" y="8123"/>
                </a:lnTo>
                <a:cubicBezTo>
                  <a:pt x="12717" y="8010"/>
                  <a:pt x="12784" y="7893"/>
                  <a:pt x="12839" y="7781"/>
                </a:cubicBezTo>
                <a:lnTo>
                  <a:pt x="12854" y="7744"/>
                </a:lnTo>
                <a:lnTo>
                  <a:pt x="12849" y="7577"/>
                </a:lnTo>
              </a:path>
              <a:path w="21600" h="21600">
                <a:moveTo>
                  <a:pt x="197" y="7178"/>
                </a:moveTo>
                <a:lnTo>
                  <a:pt x="71" y="7202"/>
                </a:lnTo>
                <a:lnTo>
                  <a:pt x="58" y="7203"/>
                </a:lnTo>
                <a:lnTo>
                  <a:pt x="61" y="7497"/>
                </a:lnTo>
                <a:lnTo>
                  <a:pt x="187" y="7475"/>
                </a:lnTo>
                <a:lnTo>
                  <a:pt x="193" y="7214"/>
                </a:lnTo>
              </a:path>
              <a:path w="21600" h="21600">
                <a:moveTo>
                  <a:pt x="2293" y="7156"/>
                </a:moveTo>
                <a:lnTo>
                  <a:pt x="2247" y="7198"/>
                </a:lnTo>
                <a:lnTo>
                  <a:pt x="2167" y="7274"/>
                </a:lnTo>
                <a:lnTo>
                  <a:pt x="2106" y="7558"/>
                </a:lnTo>
                <a:lnTo>
                  <a:pt x="2072" y="7756"/>
                </a:lnTo>
                <a:lnTo>
                  <a:pt x="2152" y="7665"/>
                </a:lnTo>
                <a:lnTo>
                  <a:pt x="2160" y="7658"/>
                </a:lnTo>
                <a:lnTo>
                  <a:pt x="2171" y="7607"/>
                </a:lnTo>
              </a:path>
              <a:path w="21600" h="21600">
                <a:moveTo>
                  <a:pt x="9419" y="7140"/>
                </a:moveTo>
                <a:lnTo>
                  <a:pt x="9421" y="7175"/>
                </a:lnTo>
                <a:lnTo>
                  <a:pt x="9397" y="7335"/>
                </a:lnTo>
                <a:lnTo>
                  <a:pt x="9647" y="7369"/>
                </a:lnTo>
                <a:lnTo>
                  <a:pt x="9652" y="7345"/>
                </a:lnTo>
                <a:lnTo>
                  <a:pt x="9649" y="7142"/>
                </a:lnTo>
                <a:lnTo>
                  <a:pt x="9527" y="7153"/>
                </a:lnTo>
              </a:path>
              <a:path w="21600" h="21600">
                <a:moveTo>
                  <a:pt x="429" y="7134"/>
                </a:moveTo>
                <a:lnTo>
                  <a:pt x="245" y="7169"/>
                </a:lnTo>
                <a:lnTo>
                  <a:pt x="239" y="7220"/>
                </a:lnTo>
                <a:lnTo>
                  <a:pt x="232" y="7467"/>
                </a:lnTo>
                <a:lnTo>
                  <a:pt x="375" y="7441"/>
                </a:lnTo>
                <a:lnTo>
                  <a:pt x="381" y="7398"/>
                </a:lnTo>
              </a:path>
              <a:path w="21600" h="21600">
                <a:moveTo>
                  <a:pt x="9924" y="7118"/>
                </a:moveTo>
                <a:lnTo>
                  <a:pt x="9697" y="7138"/>
                </a:lnTo>
                <a:lnTo>
                  <a:pt x="9700" y="7353"/>
                </a:lnTo>
                <a:lnTo>
                  <a:pt x="9696" y="7376"/>
                </a:lnTo>
                <a:lnTo>
                  <a:pt x="9800" y="7390"/>
                </a:lnTo>
                <a:lnTo>
                  <a:pt x="9920" y="7380"/>
                </a:lnTo>
                <a:lnTo>
                  <a:pt x="9941" y="7219"/>
                </a:lnTo>
              </a:path>
              <a:path w="21600" h="21600">
                <a:moveTo>
                  <a:pt x="1865" y="7118"/>
                </a:moveTo>
                <a:lnTo>
                  <a:pt x="1863" y="7120"/>
                </a:lnTo>
                <a:lnTo>
                  <a:pt x="1842" y="7373"/>
                </a:lnTo>
                <a:lnTo>
                  <a:pt x="1843" y="7357"/>
                </a:lnTo>
              </a:path>
              <a:path w="21600" h="21600">
                <a:moveTo>
                  <a:pt x="9130" y="7103"/>
                </a:moveTo>
                <a:lnTo>
                  <a:pt x="9111" y="7296"/>
                </a:lnTo>
                <a:lnTo>
                  <a:pt x="9351" y="7328"/>
                </a:lnTo>
                <a:lnTo>
                  <a:pt x="9374" y="7170"/>
                </a:lnTo>
                <a:lnTo>
                  <a:pt x="9371" y="7134"/>
                </a:lnTo>
              </a:path>
              <a:path w="21600" h="21600">
                <a:moveTo>
                  <a:pt x="2579" y="7102"/>
                </a:moveTo>
                <a:lnTo>
                  <a:pt x="2578" y="7237"/>
                </a:lnTo>
                <a:lnTo>
                  <a:pt x="2605" y="7152"/>
                </a:lnTo>
              </a:path>
              <a:path w="21600" h="21600">
                <a:moveTo>
                  <a:pt x="8302" y="7092"/>
                </a:moveTo>
                <a:lnTo>
                  <a:pt x="8308" y="7100"/>
                </a:lnTo>
                <a:lnTo>
                  <a:pt x="8310" y="7101"/>
                </a:lnTo>
                <a:lnTo>
                  <a:pt x="8305" y="7095"/>
                </a:lnTo>
              </a:path>
              <a:path w="21600" h="21600">
                <a:moveTo>
                  <a:pt x="14576" y="7087"/>
                </a:moveTo>
                <a:lnTo>
                  <a:pt x="14638" y="7600"/>
                </a:lnTo>
                <a:cubicBezTo>
                  <a:pt x="14659" y="7869"/>
                  <a:pt x="14664" y="8116"/>
                  <a:pt x="14652" y="8355"/>
                </a:cubicBezTo>
                <a:cubicBezTo>
                  <a:pt x="14639" y="8615"/>
                  <a:pt x="14608" y="8851"/>
                  <a:pt x="14559" y="9077"/>
                </a:cubicBezTo>
                <a:cubicBezTo>
                  <a:pt x="14480" y="9436"/>
                  <a:pt x="14300" y="9931"/>
                  <a:pt x="13896" y="10257"/>
                </a:cubicBezTo>
                <a:cubicBezTo>
                  <a:pt x="13617" y="10483"/>
                  <a:pt x="13237" y="10568"/>
                  <a:pt x="12769" y="10508"/>
                </a:cubicBezTo>
                <a:lnTo>
                  <a:pt x="12091" y="10341"/>
                </a:lnTo>
                <a:lnTo>
                  <a:pt x="12099" y="10344"/>
                </a:lnTo>
                <a:cubicBezTo>
                  <a:pt x="12327" y="10431"/>
                  <a:pt x="12558" y="10508"/>
                  <a:pt x="12794" y="10563"/>
                </a:cubicBezTo>
                <a:cubicBezTo>
                  <a:pt x="13393" y="10703"/>
                  <a:pt x="13847" y="10621"/>
                  <a:pt x="14141" y="10320"/>
                </a:cubicBezTo>
                <a:cubicBezTo>
                  <a:pt x="14965" y="9480"/>
                  <a:pt x="14719" y="7951"/>
                  <a:pt x="14600" y="7216"/>
                </a:cubicBezTo>
              </a:path>
              <a:path w="21600" h="21600">
                <a:moveTo>
                  <a:pt x="6788" y="7084"/>
                </a:moveTo>
                <a:cubicBezTo>
                  <a:pt x="6225" y="7084"/>
                  <a:pt x="5633" y="7185"/>
                  <a:pt x="5051" y="7382"/>
                </a:cubicBezTo>
                <a:cubicBezTo>
                  <a:pt x="4550" y="7552"/>
                  <a:pt x="4042" y="7824"/>
                  <a:pt x="3660" y="8128"/>
                </a:cubicBezTo>
                <a:cubicBezTo>
                  <a:pt x="3608" y="8169"/>
                  <a:pt x="3557" y="8209"/>
                  <a:pt x="3506" y="8249"/>
                </a:cubicBezTo>
                <a:cubicBezTo>
                  <a:pt x="3242" y="8456"/>
                  <a:pt x="2993" y="8652"/>
                  <a:pt x="2787" y="8886"/>
                </a:cubicBezTo>
                <a:lnTo>
                  <a:pt x="2781" y="8894"/>
                </a:lnTo>
                <a:lnTo>
                  <a:pt x="2734" y="9002"/>
                </a:lnTo>
                <a:lnTo>
                  <a:pt x="2760" y="9130"/>
                </a:lnTo>
                <a:cubicBezTo>
                  <a:pt x="2768" y="9151"/>
                  <a:pt x="2760" y="9167"/>
                  <a:pt x="2753" y="9184"/>
                </a:cubicBezTo>
                <a:cubicBezTo>
                  <a:pt x="2750" y="9192"/>
                  <a:pt x="2746" y="9202"/>
                  <a:pt x="2742" y="9214"/>
                </a:cubicBezTo>
                <a:lnTo>
                  <a:pt x="2719" y="9313"/>
                </a:lnTo>
                <a:lnTo>
                  <a:pt x="2728" y="9364"/>
                </a:lnTo>
                <a:lnTo>
                  <a:pt x="2866" y="9039"/>
                </a:lnTo>
                <a:cubicBezTo>
                  <a:pt x="3085" y="8670"/>
                  <a:pt x="3481" y="8328"/>
                  <a:pt x="4017" y="8048"/>
                </a:cubicBezTo>
                <a:cubicBezTo>
                  <a:pt x="5078" y="7496"/>
                  <a:pt x="6053" y="7210"/>
                  <a:pt x="6916" y="7196"/>
                </a:cubicBezTo>
                <a:cubicBezTo>
                  <a:pt x="7377" y="7189"/>
                  <a:pt x="7813" y="7287"/>
                  <a:pt x="8158" y="7400"/>
                </a:cubicBezTo>
                <a:lnTo>
                  <a:pt x="8462" y="7511"/>
                </a:lnTo>
                <a:lnTo>
                  <a:pt x="8659" y="7568"/>
                </a:lnTo>
                <a:lnTo>
                  <a:pt x="8334" y="7385"/>
                </a:lnTo>
                <a:cubicBezTo>
                  <a:pt x="8245" y="7345"/>
                  <a:pt x="8143" y="7304"/>
                  <a:pt x="8032" y="7264"/>
                </a:cubicBezTo>
                <a:lnTo>
                  <a:pt x="7918" y="7228"/>
                </a:lnTo>
                <a:lnTo>
                  <a:pt x="7313" y="7114"/>
                </a:lnTo>
                <a:cubicBezTo>
                  <a:pt x="7142" y="7094"/>
                  <a:pt x="6967" y="7084"/>
                  <a:pt x="6788" y="7084"/>
                </a:cubicBezTo>
              </a:path>
              <a:path w="21600" h="21600">
                <a:moveTo>
                  <a:pt x="1706" y="7081"/>
                </a:moveTo>
                <a:lnTo>
                  <a:pt x="1515" y="7425"/>
                </a:lnTo>
                <a:cubicBezTo>
                  <a:pt x="1463" y="7498"/>
                  <a:pt x="1404" y="7568"/>
                  <a:pt x="1341" y="7634"/>
                </a:cubicBezTo>
                <a:lnTo>
                  <a:pt x="1052" y="7840"/>
                </a:lnTo>
                <a:lnTo>
                  <a:pt x="967" y="8129"/>
                </a:lnTo>
                <a:lnTo>
                  <a:pt x="965" y="8139"/>
                </a:lnTo>
                <a:lnTo>
                  <a:pt x="1159" y="8010"/>
                </a:lnTo>
                <a:lnTo>
                  <a:pt x="1260" y="7899"/>
                </a:lnTo>
                <a:lnTo>
                  <a:pt x="1452" y="7522"/>
                </a:lnTo>
                <a:lnTo>
                  <a:pt x="1619" y="7315"/>
                </a:lnTo>
              </a:path>
              <a:path w="21600" h="21600">
                <a:moveTo>
                  <a:pt x="714" y="7079"/>
                </a:moveTo>
                <a:lnTo>
                  <a:pt x="478" y="7124"/>
                </a:lnTo>
                <a:lnTo>
                  <a:pt x="427" y="7403"/>
                </a:lnTo>
                <a:lnTo>
                  <a:pt x="422" y="7433"/>
                </a:lnTo>
                <a:lnTo>
                  <a:pt x="586" y="7404"/>
                </a:lnTo>
                <a:lnTo>
                  <a:pt x="618" y="7392"/>
                </a:lnTo>
                <a:lnTo>
                  <a:pt x="651" y="7242"/>
                </a:lnTo>
              </a:path>
              <a:path w="21600" h="21600">
                <a:moveTo>
                  <a:pt x="10191" y="7073"/>
                </a:moveTo>
                <a:lnTo>
                  <a:pt x="10129" y="7100"/>
                </a:lnTo>
                <a:lnTo>
                  <a:pt x="9968" y="7114"/>
                </a:lnTo>
                <a:lnTo>
                  <a:pt x="9987" y="7219"/>
                </a:lnTo>
                <a:lnTo>
                  <a:pt x="9981" y="7375"/>
                </a:lnTo>
                <a:lnTo>
                  <a:pt x="10226" y="7354"/>
                </a:lnTo>
              </a:path>
              <a:path w="21600" h="21600">
                <a:moveTo>
                  <a:pt x="8844" y="7067"/>
                </a:moveTo>
                <a:lnTo>
                  <a:pt x="8845" y="7134"/>
                </a:lnTo>
                <a:lnTo>
                  <a:pt x="8804" y="7226"/>
                </a:lnTo>
                <a:lnTo>
                  <a:pt x="9034" y="7285"/>
                </a:lnTo>
                <a:lnTo>
                  <a:pt x="9066" y="7289"/>
                </a:lnTo>
                <a:lnTo>
                  <a:pt x="9068" y="7285"/>
                </a:lnTo>
                <a:lnTo>
                  <a:pt x="9085" y="7098"/>
                </a:lnTo>
              </a:path>
              <a:path w="21600" h="21600">
                <a:moveTo>
                  <a:pt x="11039" y="7058"/>
                </a:moveTo>
                <a:cubicBezTo>
                  <a:pt x="10991" y="7097"/>
                  <a:pt x="10941" y="7136"/>
                  <a:pt x="10887" y="7172"/>
                </a:cubicBezTo>
                <a:lnTo>
                  <a:pt x="10804" y="7209"/>
                </a:lnTo>
                <a:lnTo>
                  <a:pt x="10849" y="7542"/>
                </a:lnTo>
                <a:lnTo>
                  <a:pt x="11073" y="7445"/>
                </a:lnTo>
              </a:path>
              <a:path w="21600" h="21600">
                <a:moveTo>
                  <a:pt x="7971" y="7057"/>
                </a:moveTo>
                <a:lnTo>
                  <a:pt x="8238" y="7174"/>
                </a:lnTo>
                <a:lnTo>
                  <a:pt x="8403" y="7274"/>
                </a:lnTo>
                <a:lnTo>
                  <a:pt x="8358" y="7235"/>
                </a:lnTo>
                <a:lnTo>
                  <a:pt x="8327" y="7196"/>
                </a:lnTo>
                <a:lnTo>
                  <a:pt x="8253" y="7172"/>
                </a:lnTo>
                <a:lnTo>
                  <a:pt x="8198" y="7117"/>
                </a:lnTo>
              </a:path>
              <a:path w="21600" h="21600">
                <a:moveTo>
                  <a:pt x="12447" y="7046"/>
                </a:moveTo>
                <a:lnTo>
                  <a:pt x="12318" y="7321"/>
                </a:lnTo>
                <a:lnTo>
                  <a:pt x="12270" y="7388"/>
                </a:lnTo>
                <a:lnTo>
                  <a:pt x="12332" y="7892"/>
                </a:lnTo>
                <a:lnTo>
                  <a:pt x="12539" y="7570"/>
                </a:lnTo>
                <a:lnTo>
                  <a:pt x="12525" y="7375"/>
                </a:lnTo>
              </a:path>
              <a:path w="21600" h="21600">
                <a:moveTo>
                  <a:pt x="11583" y="7039"/>
                </a:moveTo>
                <a:lnTo>
                  <a:pt x="11402" y="7259"/>
                </a:lnTo>
                <a:lnTo>
                  <a:pt x="11420" y="7686"/>
                </a:lnTo>
                <a:lnTo>
                  <a:pt x="11669" y="7475"/>
                </a:lnTo>
              </a:path>
              <a:path w="21600" h="21600">
                <a:moveTo>
                  <a:pt x="1945" y="7039"/>
                </a:moveTo>
                <a:lnTo>
                  <a:pt x="1915" y="7068"/>
                </a:lnTo>
                <a:lnTo>
                  <a:pt x="1889" y="7359"/>
                </a:lnTo>
                <a:lnTo>
                  <a:pt x="1874" y="7502"/>
                </a:lnTo>
                <a:lnTo>
                  <a:pt x="1890" y="7483"/>
                </a:lnTo>
                <a:lnTo>
                  <a:pt x="1890" y="7479"/>
                </a:lnTo>
              </a:path>
              <a:path w="21600" h="21600">
                <a:moveTo>
                  <a:pt x="8204" y="7034"/>
                </a:moveTo>
                <a:lnTo>
                  <a:pt x="8191" y="7043"/>
                </a:lnTo>
                <a:lnTo>
                  <a:pt x="8191" y="7043"/>
                </a:lnTo>
                <a:lnTo>
                  <a:pt x="8209" y="7060"/>
                </a:lnTo>
                <a:lnTo>
                  <a:pt x="8230" y="7074"/>
                </a:lnTo>
              </a:path>
              <a:path w="21600" h="21600">
                <a:moveTo>
                  <a:pt x="6832" y="7032"/>
                </a:moveTo>
                <a:cubicBezTo>
                  <a:pt x="6625" y="7030"/>
                  <a:pt x="6410" y="7044"/>
                  <a:pt x="6187" y="7075"/>
                </a:cubicBezTo>
                <a:lnTo>
                  <a:pt x="6083" y="7096"/>
                </a:lnTo>
                <a:lnTo>
                  <a:pt x="6197" y="7076"/>
                </a:lnTo>
                <a:cubicBezTo>
                  <a:pt x="6389" y="7054"/>
                  <a:pt x="6579" y="7042"/>
                  <a:pt x="6766" y="7041"/>
                </a:cubicBezTo>
                <a:lnTo>
                  <a:pt x="7281" y="7070"/>
                </a:lnTo>
                <a:lnTo>
                  <a:pt x="7267" y="7067"/>
                </a:lnTo>
                <a:cubicBezTo>
                  <a:pt x="7126" y="7046"/>
                  <a:pt x="6981" y="7033"/>
                  <a:pt x="6832" y="7032"/>
                </a:cubicBezTo>
              </a:path>
              <a:path w="21600" h="21600">
                <a:moveTo>
                  <a:pt x="8564" y="7010"/>
                </a:moveTo>
                <a:lnTo>
                  <a:pt x="8512" y="7152"/>
                </a:lnTo>
                <a:lnTo>
                  <a:pt x="8762" y="7216"/>
                </a:lnTo>
                <a:lnTo>
                  <a:pt x="8801" y="7126"/>
                </a:lnTo>
                <a:lnTo>
                  <a:pt x="8800" y="7062"/>
                </a:lnTo>
                <a:lnTo>
                  <a:pt x="8757" y="7057"/>
                </a:lnTo>
              </a:path>
              <a:path w="21600" h="21600">
                <a:moveTo>
                  <a:pt x="8155" y="6989"/>
                </a:moveTo>
                <a:lnTo>
                  <a:pt x="8169" y="7010"/>
                </a:lnTo>
                <a:lnTo>
                  <a:pt x="8177" y="7004"/>
                </a:lnTo>
              </a:path>
              <a:path w="21600" h="21600">
                <a:moveTo>
                  <a:pt x="2541" y="6986"/>
                </a:moveTo>
                <a:lnTo>
                  <a:pt x="2464" y="7211"/>
                </a:lnTo>
                <a:lnTo>
                  <a:pt x="2406" y="7433"/>
                </a:lnTo>
                <a:lnTo>
                  <a:pt x="2462" y="7381"/>
                </a:lnTo>
                <a:lnTo>
                  <a:pt x="2537" y="7314"/>
                </a:lnTo>
                <a:lnTo>
                  <a:pt x="2531" y="7298"/>
                </a:lnTo>
                <a:cubicBezTo>
                  <a:pt x="2518" y="7213"/>
                  <a:pt x="2519" y="7134"/>
                  <a:pt x="2534" y="7064"/>
                </a:cubicBezTo>
                <a:lnTo>
                  <a:pt x="2554" y="7028"/>
                </a:lnTo>
              </a:path>
              <a:path w="21600" h="21600">
                <a:moveTo>
                  <a:pt x="2496" y="6980"/>
                </a:moveTo>
                <a:lnTo>
                  <a:pt x="2430" y="7029"/>
                </a:lnTo>
                <a:lnTo>
                  <a:pt x="2356" y="7098"/>
                </a:lnTo>
                <a:lnTo>
                  <a:pt x="2220" y="7603"/>
                </a:lnTo>
                <a:lnTo>
                  <a:pt x="2346" y="7488"/>
                </a:lnTo>
                <a:lnTo>
                  <a:pt x="2422" y="7196"/>
                </a:lnTo>
              </a:path>
              <a:path w="21600" h="21600">
                <a:moveTo>
                  <a:pt x="10463" y="6956"/>
                </a:moveTo>
                <a:lnTo>
                  <a:pt x="10230" y="7056"/>
                </a:lnTo>
                <a:lnTo>
                  <a:pt x="10266" y="7351"/>
                </a:lnTo>
                <a:lnTo>
                  <a:pt x="10390" y="7341"/>
                </a:lnTo>
                <a:lnTo>
                  <a:pt x="10496" y="7295"/>
                </a:lnTo>
                <a:lnTo>
                  <a:pt x="10469" y="6980"/>
                </a:lnTo>
              </a:path>
              <a:path w="21600" h="21600">
                <a:moveTo>
                  <a:pt x="13934" y="6948"/>
                </a:moveTo>
                <a:lnTo>
                  <a:pt x="13910" y="7586"/>
                </a:lnTo>
                <a:lnTo>
                  <a:pt x="13835" y="8002"/>
                </a:lnTo>
                <a:lnTo>
                  <a:pt x="13837" y="8019"/>
                </a:lnTo>
                <a:cubicBezTo>
                  <a:pt x="13866" y="8415"/>
                  <a:pt x="13849" y="8808"/>
                  <a:pt x="13750" y="9161"/>
                </a:cubicBezTo>
                <a:cubicBezTo>
                  <a:pt x="13876" y="8944"/>
                  <a:pt x="13954" y="8720"/>
                  <a:pt x="14001" y="8535"/>
                </a:cubicBezTo>
                <a:lnTo>
                  <a:pt x="14083" y="8032"/>
                </a:lnTo>
                <a:lnTo>
                  <a:pt x="14060" y="7693"/>
                </a:lnTo>
                <a:cubicBezTo>
                  <a:pt x="14029" y="7449"/>
                  <a:pt x="13987" y="7208"/>
                  <a:pt x="13942" y="6980"/>
                </a:cubicBezTo>
              </a:path>
              <a:path w="21600" h="21600">
                <a:moveTo>
                  <a:pt x="8276" y="6941"/>
                </a:moveTo>
                <a:lnTo>
                  <a:pt x="8273" y="6952"/>
                </a:lnTo>
                <a:lnTo>
                  <a:pt x="8347" y="7037"/>
                </a:lnTo>
                <a:lnTo>
                  <a:pt x="8439" y="7134"/>
                </a:lnTo>
                <a:lnTo>
                  <a:pt x="8461" y="7139"/>
                </a:lnTo>
                <a:lnTo>
                  <a:pt x="8474" y="7131"/>
                </a:lnTo>
                <a:lnTo>
                  <a:pt x="8521" y="7000"/>
                </a:lnTo>
              </a:path>
              <a:path w="21600" h="21600">
                <a:moveTo>
                  <a:pt x="2073" y="6915"/>
                </a:moveTo>
                <a:lnTo>
                  <a:pt x="2002" y="6983"/>
                </a:lnTo>
                <a:lnTo>
                  <a:pt x="2000" y="6985"/>
                </a:lnTo>
                <a:lnTo>
                  <a:pt x="1992" y="7033"/>
                </a:lnTo>
                <a:lnTo>
                  <a:pt x="1943" y="7425"/>
                </a:lnTo>
                <a:lnTo>
                  <a:pt x="1985" y="7386"/>
                </a:lnTo>
                <a:lnTo>
                  <a:pt x="2037" y="7083"/>
                </a:lnTo>
              </a:path>
              <a:path w="21600" h="21600">
                <a:moveTo>
                  <a:pt x="1138" y="6913"/>
                </a:moveTo>
                <a:lnTo>
                  <a:pt x="766" y="7068"/>
                </a:lnTo>
                <a:lnTo>
                  <a:pt x="696" y="7250"/>
                </a:lnTo>
                <a:lnTo>
                  <a:pt x="669" y="7372"/>
                </a:lnTo>
                <a:lnTo>
                  <a:pt x="937" y="7267"/>
                </a:lnTo>
                <a:lnTo>
                  <a:pt x="1018" y="7077"/>
                </a:lnTo>
              </a:path>
              <a:path w="21600" h="21600">
                <a:moveTo>
                  <a:pt x="8098" y="6898"/>
                </a:moveTo>
                <a:lnTo>
                  <a:pt x="8126" y="6918"/>
                </a:lnTo>
                <a:lnTo>
                  <a:pt x="8116" y="6902"/>
                </a:lnTo>
              </a:path>
              <a:path w="21600" h="21600">
                <a:moveTo>
                  <a:pt x="12127" y="6896"/>
                </a:moveTo>
                <a:lnTo>
                  <a:pt x="12041" y="7069"/>
                </a:lnTo>
                <a:lnTo>
                  <a:pt x="11946" y="7193"/>
                </a:lnTo>
                <a:lnTo>
                  <a:pt x="12024" y="7663"/>
                </a:lnTo>
                <a:lnTo>
                  <a:pt x="12225" y="7374"/>
                </a:lnTo>
                <a:lnTo>
                  <a:pt x="12203" y="7180"/>
                </a:lnTo>
              </a:path>
              <a:path w="21600" h="21600">
                <a:moveTo>
                  <a:pt x="7986" y="6871"/>
                </a:moveTo>
                <a:lnTo>
                  <a:pt x="8069" y="6974"/>
                </a:lnTo>
                <a:lnTo>
                  <a:pt x="8094" y="6985"/>
                </a:lnTo>
                <a:lnTo>
                  <a:pt x="8049" y="6919"/>
                </a:lnTo>
                <a:lnTo>
                  <a:pt x="8044" y="6912"/>
                </a:lnTo>
                <a:lnTo>
                  <a:pt x="7987" y="6871"/>
                </a:lnTo>
              </a:path>
              <a:path w="21600" h="21600">
                <a:moveTo>
                  <a:pt x="2645" y="6869"/>
                </a:moveTo>
                <a:lnTo>
                  <a:pt x="2569" y="6926"/>
                </a:lnTo>
                <a:lnTo>
                  <a:pt x="2584" y="6975"/>
                </a:lnTo>
              </a:path>
              <a:path w="21600" h="21600">
                <a:moveTo>
                  <a:pt x="2687" y="6869"/>
                </a:moveTo>
                <a:lnTo>
                  <a:pt x="2601" y="7031"/>
                </a:lnTo>
                <a:lnTo>
                  <a:pt x="2614" y="7074"/>
                </a:lnTo>
                <a:lnTo>
                  <a:pt x="2624" y="7094"/>
                </a:lnTo>
                <a:lnTo>
                  <a:pt x="2676" y="6931"/>
                </a:lnTo>
                <a:cubicBezTo>
                  <a:pt x="2683" y="6912"/>
                  <a:pt x="2691" y="6901"/>
                  <a:pt x="2697" y="6893"/>
                </a:cubicBezTo>
                <a:cubicBezTo>
                  <a:pt x="2697" y="6893"/>
                  <a:pt x="2698" y="6892"/>
                  <a:pt x="2698" y="6892"/>
                </a:cubicBezTo>
              </a:path>
              <a:path w="21600" h="21600">
                <a:moveTo>
                  <a:pt x="9124" y="6858"/>
                </a:moveTo>
                <a:lnTo>
                  <a:pt x="9140" y="6997"/>
                </a:lnTo>
                <a:lnTo>
                  <a:pt x="9134" y="7061"/>
                </a:lnTo>
                <a:lnTo>
                  <a:pt x="9368" y="7091"/>
                </a:lnTo>
                <a:lnTo>
                  <a:pt x="9353" y="6865"/>
                </a:lnTo>
                <a:lnTo>
                  <a:pt x="9257" y="6874"/>
                </a:lnTo>
              </a:path>
              <a:path w="21600" h="21600">
                <a:moveTo>
                  <a:pt x="6566" y="6846"/>
                </a:moveTo>
                <a:cubicBezTo>
                  <a:pt x="6277" y="6846"/>
                  <a:pt x="5982" y="6872"/>
                  <a:pt x="5685" y="6924"/>
                </a:cubicBezTo>
                <a:lnTo>
                  <a:pt x="4888" y="7130"/>
                </a:lnTo>
                <a:lnTo>
                  <a:pt x="4764" y="7167"/>
                </a:lnTo>
                <a:lnTo>
                  <a:pt x="4054" y="7482"/>
                </a:lnTo>
                <a:cubicBezTo>
                  <a:pt x="3819" y="7611"/>
                  <a:pt x="3600" y="7756"/>
                  <a:pt x="3414" y="7909"/>
                </a:cubicBezTo>
                <a:cubicBezTo>
                  <a:pt x="3359" y="7955"/>
                  <a:pt x="3303" y="8000"/>
                  <a:pt x="3248" y="8045"/>
                </a:cubicBezTo>
                <a:cubicBezTo>
                  <a:pt x="3123" y="8145"/>
                  <a:pt x="3002" y="8243"/>
                  <a:pt x="2888" y="8345"/>
                </a:cubicBezTo>
                <a:lnTo>
                  <a:pt x="2768" y="8465"/>
                </a:lnTo>
                <a:lnTo>
                  <a:pt x="2728" y="8556"/>
                </a:lnTo>
                <a:lnTo>
                  <a:pt x="2758" y="8678"/>
                </a:lnTo>
                <a:cubicBezTo>
                  <a:pt x="2766" y="8698"/>
                  <a:pt x="2759" y="8714"/>
                  <a:pt x="2751" y="8730"/>
                </a:cubicBezTo>
                <a:cubicBezTo>
                  <a:pt x="2748" y="8737"/>
                  <a:pt x="2743" y="8746"/>
                  <a:pt x="2739" y="8759"/>
                </a:cubicBezTo>
                <a:lnTo>
                  <a:pt x="2709" y="8884"/>
                </a:lnTo>
                <a:lnTo>
                  <a:pt x="2714" y="8909"/>
                </a:lnTo>
                <a:lnTo>
                  <a:pt x="2742" y="8871"/>
                </a:lnTo>
                <a:lnTo>
                  <a:pt x="2828" y="8674"/>
                </a:lnTo>
                <a:cubicBezTo>
                  <a:pt x="3040" y="8332"/>
                  <a:pt x="3433" y="8013"/>
                  <a:pt x="3969" y="7753"/>
                </a:cubicBezTo>
                <a:cubicBezTo>
                  <a:pt x="5032" y="7237"/>
                  <a:pt x="5996" y="6978"/>
                  <a:pt x="6833" y="6987"/>
                </a:cubicBezTo>
                <a:cubicBezTo>
                  <a:pt x="7134" y="6990"/>
                  <a:pt x="7423" y="7039"/>
                  <a:pt x="7683" y="7108"/>
                </a:cubicBezTo>
                <a:lnTo>
                  <a:pt x="7944" y="7189"/>
                </a:lnTo>
                <a:lnTo>
                  <a:pt x="7955" y="7191"/>
                </a:lnTo>
                <a:lnTo>
                  <a:pt x="8376" y="7307"/>
                </a:lnTo>
                <a:lnTo>
                  <a:pt x="8216" y="7210"/>
                </a:lnTo>
                <a:cubicBezTo>
                  <a:pt x="8129" y="7168"/>
                  <a:pt x="8030" y="7124"/>
                  <a:pt x="7921" y="7081"/>
                </a:cubicBezTo>
                <a:lnTo>
                  <a:pt x="7586" y="6965"/>
                </a:lnTo>
                <a:lnTo>
                  <a:pt x="7048" y="6871"/>
                </a:lnTo>
                <a:cubicBezTo>
                  <a:pt x="6890" y="6854"/>
                  <a:pt x="6729" y="6846"/>
                  <a:pt x="6566" y="6846"/>
                </a:cubicBezTo>
              </a:path>
              <a:path w="21600" h="21600">
                <a:moveTo>
                  <a:pt x="9603" y="6841"/>
                </a:moveTo>
                <a:lnTo>
                  <a:pt x="9401" y="6860"/>
                </a:lnTo>
                <a:lnTo>
                  <a:pt x="9416" y="7097"/>
                </a:lnTo>
                <a:lnTo>
                  <a:pt x="9530" y="7111"/>
                </a:lnTo>
                <a:lnTo>
                  <a:pt x="9648" y="7100"/>
                </a:lnTo>
                <a:lnTo>
                  <a:pt x="9647" y="7042"/>
                </a:lnTo>
              </a:path>
              <a:path w="21600" h="21600">
                <a:moveTo>
                  <a:pt x="245" y="6835"/>
                </a:moveTo>
                <a:lnTo>
                  <a:pt x="237" y="6836"/>
                </a:lnTo>
                <a:lnTo>
                  <a:pt x="68" y="6849"/>
                </a:lnTo>
                <a:lnTo>
                  <a:pt x="61" y="6915"/>
                </a:lnTo>
                <a:lnTo>
                  <a:pt x="55" y="6992"/>
                </a:lnTo>
                <a:lnTo>
                  <a:pt x="57" y="7161"/>
                </a:lnTo>
                <a:lnTo>
                  <a:pt x="66" y="7160"/>
                </a:lnTo>
                <a:lnTo>
                  <a:pt x="203" y="7134"/>
                </a:lnTo>
              </a:path>
              <a:path w="21600" h="21600">
                <a:moveTo>
                  <a:pt x="1694" y="6832"/>
                </a:moveTo>
                <a:lnTo>
                  <a:pt x="1493" y="7036"/>
                </a:lnTo>
                <a:cubicBezTo>
                  <a:pt x="1410" y="7127"/>
                  <a:pt x="1335" y="7220"/>
                  <a:pt x="1273" y="7321"/>
                </a:cubicBezTo>
                <a:lnTo>
                  <a:pt x="1261" y="7349"/>
                </a:lnTo>
                <a:lnTo>
                  <a:pt x="1457" y="7198"/>
                </a:lnTo>
                <a:cubicBezTo>
                  <a:pt x="1517" y="7131"/>
                  <a:pt x="1571" y="7060"/>
                  <a:pt x="1619" y="6985"/>
                </a:cubicBezTo>
              </a:path>
              <a:path w="21600" h="21600">
                <a:moveTo>
                  <a:pt x="11256" y="6826"/>
                </a:moveTo>
                <a:lnTo>
                  <a:pt x="11078" y="7026"/>
                </a:lnTo>
                <a:lnTo>
                  <a:pt x="11114" y="7427"/>
                </a:lnTo>
                <a:lnTo>
                  <a:pt x="11134" y="7418"/>
                </a:lnTo>
                <a:cubicBezTo>
                  <a:pt x="11214" y="7363"/>
                  <a:pt x="11287" y="7303"/>
                  <a:pt x="11354" y="7241"/>
                </a:cubicBezTo>
              </a:path>
              <a:path w="21600" h="21600">
                <a:moveTo>
                  <a:pt x="8840" y="6826"/>
                </a:moveTo>
                <a:lnTo>
                  <a:pt x="8843" y="7024"/>
                </a:lnTo>
                <a:lnTo>
                  <a:pt x="9090" y="7055"/>
                </a:lnTo>
                <a:lnTo>
                  <a:pt x="9096" y="6991"/>
                </a:lnTo>
                <a:lnTo>
                  <a:pt x="9079" y="6853"/>
                </a:lnTo>
              </a:path>
              <a:path w="21600" h="21600">
                <a:moveTo>
                  <a:pt x="10708" y="6823"/>
                </a:moveTo>
                <a:cubicBezTo>
                  <a:pt x="10677" y="6847"/>
                  <a:pt x="10645" y="6869"/>
                  <a:pt x="10612" y="6892"/>
                </a:cubicBezTo>
                <a:lnTo>
                  <a:pt x="10504" y="6938"/>
                </a:lnTo>
                <a:lnTo>
                  <a:pt x="10509" y="6961"/>
                </a:lnTo>
                <a:lnTo>
                  <a:pt x="10538" y="7277"/>
                </a:lnTo>
                <a:lnTo>
                  <a:pt x="10756" y="7183"/>
                </a:lnTo>
              </a:path>
              <a:path w="21600" h="21600">
                <a:moveTo>
                  <a:pt x="9870" y="6812"/>
                </a:moveTo>
                <a:lnTo>
                  <a:pt x="9857" y="6817"/>
                </a:lnTo>
                <a:lnTo>
                  <a:pt x="9651" y="6837"/>
                </a:lnTo>
                <a:lnTo>
                  <a:pt x="9696" y="7044"/>
                </a:lnTo>
                <a:lnTo>
                  <a:pt x="9697" y="7096"/>
                </a:lnTo>
                <a:lnTo>
                  <a:pt x="9916" y="7077"/>
                </a:lnTo>
              </a:path>
              <a:path w="21600" h="21600">
                <a:moveTo>
                  <a:pt x="8563" y="6794"/>
                </a:moveTo>
                <a:lnTo>
                  <a:pt x="8577" y="6969"/>
                </a:lnTo>
                <a:lnTo>
                  <a:pt x="8766" y="7015"/>
                </a:lnTo>
                <a:lnTo>
                  <a:pt x="8799" y="7019"/>
                </a:lnTo>
                <a:lnTo>
                  <a:pt x="8795" y="6820"/>
                </a:lnTo>
              </a:path>
              <a:path w="21600" h="21600">
                <a:moveTo>
                  <a:pt x="1768" y="6782"/>
                </a:moveTo>
                <a:lnTo>
                  <a:pt x="1656" y="7009"/>
                </a:lnTo>
                <a:cubicBezTo>
                  <a:pt x="1606" y="7086"/>
                  <a:pt x="1550" y="7160"/>
                  <a:pt x="1489" y="7228"/>
                </a:cubicBezTo>
                <a:lnTo>
                  <a:pt x="1221" y="7434"/>
                </a:lnTo>
                <a:lnTo>
                  <a:pt x="1087" y="7724"/>
                </a:lnTo>
                <a:lnTo>
                  <a:pt x="1072" y="7773"/>
                </a:lnTo>
                <a:lnTo>
                  <a:pt x="1308" y="7604"/>
                </a:lnTo>
                <a:cubicBezTo>
                  <a:pt x="1370" y="7541"/>
                  <a:pt x="1427" y="7472"/>
                  <a:pt x="1478" y="7400"/>
                </a:cubicBezTo>
                <a:cubicBezTo>
                  <a:pt x="1566" y="7274"/>
                  <a:pt x="1640" y="7142"/>
                  <a:pt x="1701" y="6999"/>
                </a:cubicBezTo>
              </a:path>
              <a:path w="21600" h="21600">
                <a:moveTo>
                  <a:pt x="533" y="6775"/>
                </a:moveTo>
                <a:lnTo>
                  <a:pt x="293" y="6825"/>
                </a:lnTo>
                <a:lnTo>
                  <a:pt x="251" y="7124"/>
                </a:lnTo>
                <a:lnTo>
                  <a:pt x="438" y="7089"/>
                </a:lnTo>
                <a:lnTo>
                  <a:pt x="452" y="7009"/>
                </a:lnTo>
              </a:path>
              <a:path w="21600" h="21600">
                <a:moveTo>
                  <a:pt x="8024" y="6766"/>
                </a:moveTo>
                <a:lnTo>
                  <a:pt x="8024" y="6766"/>
                </a:lnTo>
                <a:lnTo>
                  <a:pt x="8024" y="6766"/>
                </a:lnTo>
              </a:path>
              <a:path w="21600" h="21600">
                <a:moveTo>
                  <a:pt x="7528" y="6758"/>
                </a:moveTo>
                <a:lnTo>
                  <a:pt x="7832" y="6866"/>
                </a:lnTo>
                <a:lnTo>
                  <a:pt x="7979" y="6936"/>
                </a:lnTo>
                <a:lnTo>
                  <a:pt x="7958" y="6911"/>
                </a:lnTo>
                <a:lnTo>
                  <a:pt x="7943" y="6885"/>
                </a:lnTo>
                <a:lnTo>
                  <a:pt x="7933" y="6894"/>
                </a:lnTo>
                <a:cubicBezTo>
                  <a:pt x="7896" y="6899"/>
                  <a:pt x="7857" y="6880"/>
                  <a:pt x="7821" y="6841"/>
                </a:cubicBezTo>
                <a:lnTo>
                  <a:pt x="7814" y="6829"/>
                </a:lnTo>
              </a:path>
              <a:path w="21600" h="21600">
                <a:moveTo>
                  <a:pt x="2257" y="6753"/>
                </a:moveTo>
                <a:lnTo>
                  <a:pt x="2183" y="6810"/>
                </a:lnTo>
                <a:lnTo>
                  <a:pt x="2133" y="6858"/>
                </a:lnTo>
                <a:lnTo>
                  <a:pt x="2082" y="7090"/>
                </a:lnTo>
                <a:lnTo>
                  <a:pt x="2041" y="7333"/>
                </a:lnTo>
                <a:lnTo>
                  <a:pt x="2124" y="7254"/>
                </a:lnTo>
                <a:lnTo>
                  <a:pt x="2148" y="7142"/>
                </a:lnTo>
              </a:path>
              <a:path w="21600" h="21600">
                <a:moveTo>
                  <a:pt x="8310" y="6744"/>
                </a:moveTo>
                <a:lnTo>
                  <a:pt x="8313" y="6813"/>
                </a:lnTo>
                <a:lnTo>
                  <a:pt x="8288" y="6899"/>
                </a:lnTo>
                <a:lnTo>
                  <a:pt x="8533" y="6958"/>
                </a:lnTo>
                <a:lnTo>
                  <a:pt x="8520" y="6789"/>
                </a:lnTo>
                <a:lnTo>
                  <a:pt x="8491" y="6785"/>
                </a:lnTo>
              </a:path>
              <a:path w="21600" h="21600">
                <a:moveTo>
                  <a:pt x="2625" y="6743"/>
                </a:moveTo>
                <a:lnTo>
                  <a:pt x="2585" y="6860"/>
                </a:lnTo>
                <a:lnTo>
                  <a:pt x="2656" y="6807"/>
                </a:lnTo>
              </a:path>
              <a:path w="21600" h="21600">
                <a:moveTo>
                  <a:pt x="11805" y="6741"/>
                </a:moveTo>
                <a:lnTo>
                  <a:pt x="11761" y="6824"/>
                </a:lnTo>
                <a:lnTo>
                  <a:pt x="11624" y="6989"/>
                </a:lnTo>
                <a:lnTo>
                  <a:pt x="11714" y="7431"/>
                </a:lnTo>
                <a:lnTo>
                  <a:pt x="11899" y="7184"/>
                </a:lnTo>
                <a:lnTo>
                  <a:pt x="11856" y="6914"/>
                </a:lnTo>
              </a:path>
              <a:path w="21600" h="21600">
                <a:moveTo>
                  <a:pt x="7905" y="6729"/>
                </a:moveTo>
                <a:lnTo>
                  <a:pt x="7908" y="6736"/>
                </a:lnTo>
                <a:lnTo>
                  <a:pt x="7946" y="6802"/>
                </a:lnTo>
                <a:lnTo>
                  <a:pt x="7965" y="6812"/>
                </a:lnTo>
                <a:lnTo>
                  <a:pt x="7968" y="6808"/>
                </a:lnTo>
                <a:lnTo>
                  <a:pt x="7972" y="6787"/>
                </a:lnTo>
                <a:lnTo>
                  <a:pt x="7965" y="6774"/>
                </a:lnTo>
              </a:path>
              <a:path w="21600" h="21600">
                <a:moveTo>
                  <a:pt x="10131" y="6701"/>
                </a:moveTo>
                <a:lnTo>
                  <a:pt x="9913" y="6793"/>
                </a:lnTo>
                <a:lnTo>
                  <a:pt x="9961" y="7073"/>
                </a:lnTo>
                <a:lnTo>
                  <a:pt x="10117" y="7059"/>
                </a:lnTo>
                <a:lnTo>
                  <a:pt x="10186" y="7029"/>
                </a:lnTo>
                <a:lnTo>
                  <a:pt x="10156" y="6791"/>
                </a:lnTo>
              </a:path>
              <a:path w="21600" h="21600">
                <a:moveTo>
                  <a:pt x="909" y="6698"/>
                </a:moveTo>
                <a:lnTo>
                  <a:pt x="585" y="6765"/>
                </a:lnTo>
                <a:lnTo>
                  <a:pt x="497" y="7015"/>
                </a:lnTo>
                <a:lnTo>
                  <a:pt x="486" y="7080"/>
                </a:lnTo>
                <a:lnTo>
                  <a:pt x="732" y="7033"/>
                </a:lnTo>
                <a:lnTo>
                  <a:pt x="801" y="6854"/>
                </a:lnTo>
              </a:path>
              <a:path w="21600" h="21600">
                <a:moveTo>
                  <a:pt x="7736" y="6685"/>
                </a:moveTo>
                <a:lnTo>
                  <a:pt x="7730" y="6691"/>
                </a:lnTo>
                <a:lnTo>
                  <a:pt x="7742" y="6697"/>
                </a:lnTo>
              </a:path>
              <a:path w="21600" h="21600">
                <a:moveTo>
                  <a:pt x="8043" y="6684"/>
                </a:moveTo>
                <a:lnTo>
                  <a:pt x="8112" y="6772"/>
                </a:lnTo>
                <a:lnTo>
                  <a:pt x="8124" y="6781"/>
                </a:lnTo>
                <a:lnTo>
                  <a:pt x="8211" y="6881"/>
                </a:lnTo>
                <a:lnTo>
                  <a:pt x="8245" y="6889"/>
                </a:lnTo>
                <a:lnTo>
                  <a:pt x="8267" y="6809"/>
                </a:lnTo>
                <a:lnTo>
                  <a:pt x="8264" y="6734"/>
                </a:lnTo>
              </a:path>
              <a:path w="21600" h="21600">
                <a:moveTo>
                  <a:pt x="7863" y="6643"/>
                </a:moveTo>
                <a:lnTo>
                  <a:pt x="7867" y="6651"/>
                </a:lnTo>
                <a:lnTo>
                  <a:pt x="7887" y="6662"/>
                </a:lnTo>
                <a:lnTo>
                  <a:pt x="7912" y="6681"/>
                </a:lnTo>
                <a:lnTo>
                  <a:pt x="7895" y="6652"/>
                </a:lnTo>
                <a:lnTo>
                  <a:pt x="7894" y="6650"/>
                </a:lnTo>
              </a:path>
              <a:path w="21600" h="21600">
                <a:moveTo>
                  <a:pt x="7762" y="6641"/>
                </a:moveTo>
                <a:lnTo>
                  <a:pt x="7761" y="6652"/>
                </a:lnTo>
                <a:lnTo>
                  <a:pt x="7785" y="6706"/>
                </a:lnTo>
                <a:lnTo>
                  <a:pt x="7798" y="6725"/>
                </a:lnTo>
                <a:lnTo>
                  <a:pt x="7874" y="6765"/>
                </a:lnTo>
                <a:lnTo>
                  <a:pt x="7868" y="6756"/>
                </a:lnTo>
                <a:lnTo>
                  <a:pt x="7831" y="6680"/>
                </a:lnTo>
              </a:path>
              <a:path w="21600" h="21600">
                <a:moveTo>
                  <a:pt x="2574" y="6639"/>
                </a:moveTo>
                <a:lnTo>
                  <a:pt x="2550" y="6681"/>
                </a:lnTo>
                <a:lnTo>
                  <a:pt x="2554" y="6814"/>
                </a:lnTo>
                <a:lnTo>
                  <a:pt x="2597" y="6687"/>
                </a:lnTo>
              </a:path>
              <a:path w="21600" h="21600">
                <a:moveTo>
                  <a:pt x="10921" y="6614"/>
                </a:moveTo>
                <a:lnTo>
                  <a:pt x="10747" y="6795"/>
                </a:lnTo>
                <a:lnTo>
                  <a:pt x="10798" y="7165"/>
                </a:lnTo>
                <a:lnTo>
                  <a:pt x="10861" y="7137"/>
                </a:lnTo>
                <a:cubicBezTo>
                  <a:pt x="10920" y="7097"/>
                  <a:pt x="10976" y="7053"/>
                  <a:pt x="11029" y="7009"/>
                </a:cubicBezTo>
              </a:path>
              <a:path w="21600" h="21600">
                <a:moveTo>
                  <a:pt x="6492" y="6613"/>
                </a:moveTo>
                <a:lnTo>
                  <a:pt x="6223" y="6616"/>
                </a:lnTo>
                <a:lnTo>
                  <a:pt x="5838" y="6651"/>
                </a:lnTo>
                <a:lnTo>
                  <a:pt x="5388" y="6719"/>
                </a:lnTo>
                <a:cubicBezTo>
                  <a:pt x="5158" y="6768"/>
                  <a:pt x="4919" y="6832"/>
                  <a:pt x="4670" y="6912"/>
                </a:cubicBezTo>
                <a:lnTo>
                  <a:pt x="4079" y="7131"/>
                </a:lnTo>
                <a:lnTo>
                  <a:pt x="3795" y="7259"/>
                </a:lnTo>
                <a:cubicBezTo>
                  <a:pt x="3563" y="7389"/>
                  <a:pt x="3348" y="7535"/>
                  <a:pt x="3167" y="7689"/>
                </a:cubicBezTo>
                <a:cubicBezTo>
                  <a:pt x="3109" y="7739"/>
                  <a:pt x="3051" y="7788"/>
                  <a:pt x="2992" y="7836"/>
                </a:cubicBezTo>
                <a:lnTo>
                  <a:pt x="2761" y="8035"/>
                </a:lnTo>
                <a:lnTo>
                  <a:pt x="2722" y="8118"/>
                </a:lnTo>
                <a:lnTo>
                  <a:pt x="2755" y="8228"/>
                </a:lnTo>
                <a:cubicBezTo>
                  <a:pt x="2765" y="8248"/>
                  <a:pt x="2756" y="8264"/>
                  <a:pt x="2749" y="8279"/>
                </a:cubicBezTo>
                <a:cubicBezTo>
                  <a:pt x="2745" y="8286"/>
                  <a:pt x="2740" y="8295"/>
                  <a:pt x="2736" y="8308"/>
                </a:cubicBezTo>
                <a:lnTo>
                  <a:pt x="2699" y="8441"/>
                </a:lnTo>
                <a:lnTo>
                  <a:pt x="2705" y="8465"/>
                </a:lnTo>
                <a:lnTo>
                  <a:pt x="2737" y="8432"/>
                </a:lnTo>
                <a:lnTo>
                  <a:pt x="2792" y="8309"/>
                </a:lnTo>
                <a:cubicBezTo>
                  <a:pt x="2998" y="7993"/>
                  <a:pt x="3386" y="7698"/>
                  <a:pt x="3923" y="7457"/>
                </a:cubicBezTo>
                <a:cubicBezTo>
                  <a:pt x="4194" y="7335"/>
                  <a:pt x="4454" y="7230"/>
                  <a:pt x="4706" y="7142"/>
                </a:cubicBezTo>
                <a:lnTo>
                  <a:pt x="4725" y="7136"/>
                </a:lnTo>
                <a:lnTo>
                  <a:pt x="4775" y="7113"/>
                </a:lnTo>
                <a:cubicBezTo>
                  <a:pt x="4967" y="7047"/>
                  <a:pt x="5160" y="6991"/>
                  <a:pt x="5354" y="6946"/>
                </a:cubicBezTo>
                <a:lnTo>
                  <a:pt x="5371" y="6943"/>
                </a:lnTo>
                <a:lnTo>
                  <a:pt x="5435" y="6924"/>
                </a:lnTo>
                <a:cubicBezTo>
                  <a:pt x="5904" y="6811"/>
                  <a:pt x="6341" y="6763"/>
                  <a:pt x="6752" y="6778"/>
                </a:cubicBezTo>
                <a:cubicBezTo>
                  <a:pt x="6900" y="6783"/>
                  <a:pt x="7044" y="6800"/>
                  <a:pt x="7183" y="6825"/>
                </a:cubicBezTo>
                <a:lnTo>
                  <a:pt x="7583" y="6921"/>
                </a:lnTo>
                <a:lnTo>
                  <a:pt x="7689" y="6939"/>
                </a:lnTo>
                <a:lnTo>
                  <a:pt x="8112" y="7049"/>
                </a:lnTo>
                <a:lnTo>
                  <a:pt x="8098" y="7040"/>
                </a:lnTo>
                <a:cubicBezTo>
                  <a:pt x="7928" y="6952"/>
                  <a:pt x="7713" y="6854"/>
                  <a:pt x="7468" y="6773"/>
                </a:cubicBezTo>
                <a:lnTo>
                  <a:pt x="7154" y="6688"/>
                </a:lnTo>
                <a:lnTo>
                  <a:pt x="6780" y="6626"/>
                </a:lnTo>
              </a:path>
              <a:path w="21600" h="21600">
                <a:moveTo>
                  <a:pt x="1788" y="6609"/>
                </a:moveTo>
                <a:lnTo>
                  <a:pt x="1639" y="6822"/>
                </a:lnTo>
                <a:cubicBezTo>
                  <a:pt x="1503" y="6987"/>
                  <a:pt x="1334" y="7126"/>
                  <a:pt x="1138" y="7235"/>
                </a:cubicBezTo>
                <a:lnTo>
                  <a:pt x="971" y="7300"/>
                </a:lnTo>
                <a:lnTo>
                  <a:pt x="892" y="7486"/>
                </a:lnTo>
                <a:lnTo>
                  <a:pt x="858" y="7620"/>
                </a:lnTo>
                <a:lnTo>
                  <a:pt x="957" y="7581"/>
                </a:lnTo>
                <a:lnTo>
                  <a:pt x="1185" y="7406"/>
                </a:lnTo>
                <a:lnTo>
                  <a:pt x="1235" y="7299"/>
                </a:lnTo>
                <a:cubicBezTo>
                  <a:pt x="1362" y="7094"/>
                  <a:pt x="1540" y="6920"/>
                  <a:pt x="1728" y="6736"/>
                </a:cubicBezTo>
                <a:lnTo>
                  <a:pt x="1755" y="6709"/>
                </a:lnTo>
                <a:lnTo>
                  <a:pt x="1787" y="6644"/>
                </a:lnTo>
              </a:path>
              <a:path w="21600" h="21600">
                <a:moveTo>
                  <a:pt x="2456" y="6601"/>
                </a:moveTo>
                <a:lnTo>
                  <a:pt x="2318" y="6707"/>
                </a:lnTo>
                <a:lnTo>
                  <a:pt x="2194" y="7152"/>
                </a:lnTo>
                <a:lnTo>
                  <a:pt x="2184" y="7197"/>
                </a:lnTo>
                <a:lnTo>
                  <a:pt x="2216" y="7167"/>
                </a:lnTo>
                <a:lnTo>
                  <a:pt x="2315" y="7076"/>
                </a:lnTo>
                <a:lnTo>
                  <a:pt x="2403" y="6748"/>
                </a:lnTo>
              </a:path>
              <a:path w="21600" h="21600">
                <a:moveTo>
                  <a:pt x="1931" y="6595"/>
                </a:moveTo>
                <a:lnTo>
                  <a:pt x="1899" y="6627"/>
                </a:lnTo>
                <a:lnTo>
                  <a:pt x="1872" y="7009"/>
                </a:lnTo>
                <a:lnTo>
                  <a:pt x="1868" y="7053"/>
                </a:lnTo>
                <a:lnTo>
                  <a:pt x="1871" y="7051"/>
                </a:lnTo>
                <a:lnTo>
                  <a:pt x="1874" y="7012"/>
                </a:lnTo>
              </a:path>
              <a:path w="21600" h="21600">
                <a:moveTo>
                  <a:pt x="10375" y="6588"/>
                </a:moveTo>
                <a:cubicBezTo>
                  <a:pt x="10363" y="6596"/>
                  <a:pt x="10351" y="6604"/>
                  <a:pt x="10339" y="6612"/>
                </a:cubicBezTo>
                <a:lnTo>
                  <a:pt x="10169" y="6684"/>
                </a:lnTo>
                <a:lnTo>
                  <a:pt x="10195" y="6775"/>
                </a:lnTo>
                <a:lnTo>
                  <a:pt x="10224" y="7013"/>
                </a:lnTo>
                <a:lnTo>
                  <a:pt x="10453" y="6915"/>
                </a:lnTo>
              </a:path>
              <a:path w="21600" h="21600">
                <a:moveTo>
                  <a:pt x="7608" y="6585"/>
                </a:moveTo>
                <a:lnTo>
                  <a:pt x="7640" y="6649"/>
                </a:lnTo>
                <a:lnTo>
                  <a:pt x="7648" y="6655"/>
                </a:lnTo>
                <a:lnTo>
                  <a:pt x="7694" y="6675"/>
                </a:lnTo>
                <a:lnTo>
                  <a:pt x="7715" y="6648"/>
                </a:lnTo>
                <a:lnTo>
                  <a:pt x="7691" y="6604"/>
                </a:lnTo>
              </a:path>
              <a:path w="21600" h="21600">
                <a:moveTo>
                  <a:pt x="8817" y="6577"/>
                </a:moveTo>
                <a:lnTo>
                  <a:pt x="8836" y="6647"/>
                </a:lnTo>
                <a:lnTo>
                  <a:pt x="8839" y="6782"/>
                </a:lnTo>
                <a:lnTo>
                  <a:pt x="9074" y="6809"/>
                </a:lnTo>
                <a:lnTo>
                  <a:pt x="9055" y="6650"/>
                </a:lnTo>
                <a:lnTo>
                  <a:pt x="9036" y="6591"/>
                </a:lnTo>
                <a:lnTo>
                  <a:pt x="8989" y="6595"/>
                </a:lnTo>
              </a:path>
              <a:path w="21600" h="21600">
                <a:moveTo>
                  <a:pt x="11479" y="6576"/>
                </a:moveTo>
                <a:lnTo>
                  <a:pt x="11293" y="6785"/>
                </a:lnTo>
                <a:lnTo>
                  <a:pt x="11393" y="7203"/>
                </a:lnTo>
                <a:lnTo>
                  <a:pt x="11572" y="6982"/>
                </a:lnTo>
                <a:lnTo>
                  <a:pt x="11516" y="6699"/>
                </a:lnTo>
              </a:path>
              <a:path w="21600" h="21600">
                <a:moveTo>
                  <a:pt x="9276" y="6568"/>
                </a:moveTo>
                <a:lnTo>
                  <a:pt x="9079" y="6587"/>
                </a:lnTo>
                <a:lnTo>
                  <a:pt x="9100" y="6651"/>
                </a:lnTo>
                <a:lnTo>
                  <a:pt x="9119" y="6814"/>
                </a:lnTo>
                <a:lnTo>
                  <a:pt x="9258" y="6830"/>
                </a:lnTo>
                <a:lnTo>
                  <a:pt x="9344" y="6822"/>
                </a:lnTo>
              </a:path>
              <a:path w="21600" h="21600">
                <a:moveTo>
                  <a:pt x="4796" y="6558"/>
                </a:moveTo>
                <a:lnTo>
                  <a:pt x="4268" y="6699"/>
                </a:lnTo>
                <a:lnTo>
                  <a:pt x="4153" y="6752"/>
                </a:lnTo>
                <a:lnTo>
                  <a:pt x="4410" y="6662"/>
                </a:lnTo>
              </a:path>
              <a:path w="21600" h="21600">
                <a:moveTo>
                  <a:pt x="7771" y="6557"/>
                </a:moveTo>
                <a:lnTo>
                  <a:pt x="7769" y="6577"/>
                </a:lnTo>
                <a:lnTo>
                  <a:pt x="7771" y="6578"/>
                </a:lnTo>
                <a:lnTo>
                  <a:pt x="7782" y="6580"/>
                </a:lnTo>
              </a:path>
              <a:path w="21600" h="21600">
                <a:moveTo>
                  <a:pt x="8545" y="6549"/>
                </a:moveTo>
                <a:lnTo>
                  <a:pt x="8560" y="6749"/>
                </a:lnTo>
                <a:lnTo>
                  <a:pt x="8794" y="6776"/>
                </a:lnTo>
                <a:lnTo>
                  <a:pt x="8791" y="6646"/>
                </a:lnTo>
                <a:lnTo>
                  <a:pt x="8771" y="6572"/>
                </a:lnTo>
              </a:path>
              <a:path w="21600" h="21600">
                <a:moveTo>
                  <a:pt x="2528" y="6546"/>
                </a:moveTo>
                <a:lnTo>
                  <a:pt x="2524" y="6550"/>
                </a:lnTo>
                <a:lnTo>
                  <a:pt x="2447" y="6761"/>
                </a:lnTo>
                <a:lnTo>
                  <a:pt x="2378" y="7017"/>
                </a:lnTo>
                <a:lnTo>
                  <a:pt x="2398" y="6999"/>
                </a:lnTo>
                <a:lnTo>
                  <a:pt x="2518" y="6909"/>
                </a:lnTo>
                <a:lnTo>
                  <a:pt x="2511" y="6886"/>
                </a:lnTo>
                <a:cubicBezTo>
                  <a:pt x="2495" y="6808"/>
                  <a:pt x="2493" y="6736"/>
                  <a:pt x="2506" y="6672"/>
                </a:cubicBezTo>
                <a:lnTo>
                  <a:pt x="2552" y="6596"/>
                </a:lnTo>
              </a:path>
              <a:path w="21600" h="21600">
                <a:moveTo>
                  <a:pt x="9539" y="6543"/>
                </a:moveTo>
                <a:lnTo>
                  <a:pt x="9325" y="6564"/>
                </a:lnTo>
                <a:lnTo>
                  <a:pt x="9392" y="6818"/>
                </a:lnTo>
                <a:lnTo>
                  <a:pt x="9594" y="6799"/>
                </a:lnTo>
              </a:path>
              <a:path w="21600" h="21600">
                <a:moveTo>
                  <a:pt x="12925" y="6537"/>
                </a:moveTo>
                <a:lnTo>
                  <a:pt x="12921" y="6562"/>
                </a:lnTo>
                <a:cubicBezTo>
                  <a:pt x="12905" y="6652"/>
                  <a:pt x="12884" y="6757"/>
                  <a:pt x="12857" y="6868"/>
                </a:cubicBezTo>
                <a:lnTo>
                  <a:pt x="12793" y="7086"/>
                </a:lnTo>
                <a:lnTo>
                  <a:pt x="12888" y="7525"/>
                </a:lnTo>
                <a:lnTo>
                  <a:pt x="12894" y="7647"/>
                </a:lnTo>
                <a:lnTo>
                  <a:pt x="12968" y="7464"/>
                </a:lnTo>
                <a:cubicBezTo>
                  <a:pt x="12999" y="7371"/>
                  <a:pt x="13027" y="7275"/>
                  <a:pt x="13052" y="7168"/>
                </a:cubicBezTo>
                <a:lnTo>
                  <a:pt x="13064" y="7105"/>
                </a:lnTo>
                <a:lnTo>
                  <a:pt x="12952" y="6628"/>
                </a:lnTo>
              </a:path>
              <a:path w="21600" h="21600">
                <a:moveTo>
                  <a:pt x="8296" y="6523"/>
                </a:moveTo>
                <a:lnTo>
                  <a:pt x="8303" y="6551"/>
                </a:lnTo>
                <a:lnTo>
                  <a:pt x="8308" y="6699"/>
                </a:lnTo>
                <a:lnTo>
                  <a:pt x="8498" y="6742"/>
                </a:lnTo>
                <a:lnTo>
                  <a:pt x="8516" y="6744"/>
                </a:lnTo>
                <a:lnTo>
                  <a:pt x="8500" y="6544"/>
                </a:lnTo>
              </a:path>
              <a:path w="21600" h="21600">
                <a:moveTo>
                  <a:pt x="2038" y="6510"/>
                </a:moveTo>
                <a:lnTo>
                  <a:pt x="1983" y="6553"/>
                </a:lnTo>
                <a:lnTo>
                  <a:pt x="1922" y="7001"/>
                </a:lnTo>
                <a:lnTo>
                  <a:pt x="1957" y="6966"/>
                </a:lnTo>
                <a:lnTo>
                  <a:pt x="2015" y="6617"/>
                </a:lnTo>
              </a:path>
              <a:path w="21600" h="21600">
                <a:moveTo>
                  <a:pt x="7503" y="6505"/>
                </a:moveTo>
                <a:lnTo>
                  <a:pt x="7496" y="6514"/>
                </a:lnTo>
                <a:lnTo>
                  <a:pt x="7542" y="6524"/>
                </a:lnTo>
                <a:lnTo>
                  <a:pt x="7541" y="6522"/>
                </a:lnTo>
              </a:path>
              <a:path w="21600" h="21600">
                <a:moveTo>
                  <a:pt x="7794" y="6504"/>
                </a:moveTo>
                <a:lnTo>
                  <a:pt x="7800" y="6516"/>
                </a:lnTo>
                <a:lnTo>
                  <a:pt x="7816" y="6528"/>
                </a:lnTo>
                <a:lnTo>
                  <a:pt x="7807" y="6515"/>
                </a:lnTo>
              </a:path>
              <a:path w="21600" h="21600">
                <a:moveTo>
                  <a:pt x="12617" y="6500"/>
                </a:moveTo>
                <a:lnTo>
                  <a:pt x="12495" y="6944"/>
                </a:lnTo>
                <a:lnTo>
                  <a:pt x="12480" y="6976"/>
                </a:lnTo>
                <a:lnTo>
                  <a:pt x="12566" y="7331"/>
                </a:lnTo>
                <a:lnTo>
                  <a:pt x="12580" y="7494"/>
                </a:lnTo>
                <a:lnTo>
                  <a:pt x="12709" y="7197"/>
                </a:lnTo>
                <a:lnTo>
                  <a:pt x="12743" y="7083"/>
                </a:lnTo>
                <a:lnTo>
                  <a:pt x="12620" y="6510"/>
                </a:lnTo>
              </a:path>
              <a:path w="21600" h="21600">
                <a:moveTo>
                  <a:pt x="7219" y="6494"/>
                </a:moveTo>
                <a:lnTo>
                  <a:pt x="7385" y="6545"/>
                </a:lnTo>
                <a:lnTo>
                  <a:pt x="7585" y="6629"/>
                </a:lnTo>
                <a:lnTo>
                  <a:pt x="7562" y="6574"/>
                </a:lnTo>
                <a:lnTo>
                  <a:pt x="7468" y="6552"/>
                </a:lnTo>
                <a:lnTo>
                  <a:pt x="7458" y="6566"/>
                </a:lnTo>
                <a:lnTo>
                  <a:pt x="7429" y="6543"/>
                </a:lnTo>
              </a:path>
              <a:path w="21600" h="21600">
                <a:moveTo>
                  <a:pt x="7693" y="6494"/>
                </a:moveTo>
                <a:lnTo>
                  <a:pt x="7722" y="6566"/>
                </a:lnTo>
                <a:lnTo>
                  <a:pt x="7724" y="6567"/>
                </a:lnTo>
                <a:lnTo>
                  <a:pt x="7730" y="6516"/>
                </a:lnTo>
              </a:path>
              <a:path w="21600" h="21600">
                <a:moveTo>
                  <a:pt x="2665" y="6490"/>
                </a:moveTo>
                <a:lnTo>
                  <a:pt x="2653" y="6500"/>
                </a:lnTo>
                <a:lnTo>
                  <a:pt x="2600" y="6593"/>
                </a:lnTo>
                <a:lnTo>
                  <a:pt x="2617" y="6629"/>
                </a:lnTo>
              </a:path>
              <a:path w="21600" h="21600">
                <a:moveTo>
                  <a:pt x="347" y="6476"/>
                </a:moveTo>
                <a:lnTo>
                  <a:pt x="114" y="6490"/>
                </a:lnTo>
                <a:lnTo>
                  <a:pt x="98" y="6550"/>
                </a:lnTo>
                <a:lnTo>
                  <a:pt x="72" y="6806"/>
                </a:lnTo>
                <a:lnTo>
                  <a:pt x="233" y="6794"/>
                </a:lnTo>
                <a:lnTo>
                  <a:pt x="252" y="6790"/>
                </a:lnTo>
                <a:lnTo>
                  <a:pt x="254" y="6775"/>
                </a:lnTo>
              </a:path>
              <a:path w="21600" h="21600">
                <a:moveTo>
                  <a:pt x="8030" y="6474"/>
                </a:moveTo>
                <a:lnTo>
                  <a:pt x="8045" y="6640"/>
                </a:lnTo>
                <a:lnTo>
                  <a:pt x="8262" y="6689"/>
                </a:lnTo>
                <a:lnTo>
                  <a:pt x="8256" y="6557"/>
                </a:lnTo>
                <a:lnTo>
                  <a:pt x="8248" y="6517"/>
                </a:lnTo>
                <a:lnTo>
                  <a:pt x="8226" y="6515"/>
                </a:lnTo>
              </a:path>
              <a:path w="21600" h="21600">
                <a:moveTo>
                  <a:pt x="2632" y="6467"/>
                </a:moveTo>
                <a:lnTo>
                  <a:pt x="2563" y="6519"/>
                </a:lnTo>
                <a:lnTo>
                  <a:pt x="2579" y="6552"/>
                </a:lnTo>
              </a:path>
              <a:path w="21600" h="21600">
                <a:moveTo>
                  <a:pt x="7420" y="6467"/>
                </a:moveTo>
                <a:lnTo>
                  <a:pt x="7427" y="6490"/>
                </a:lnTo>
                <a:lnTo>
                  <a:pt x="7434" y="6499"/>
                </a:lnTo>
                <a:lnTo>
                  <a:pt x="7457" y="6505"/>
                </a:lnTo>
                <a:lnTo>
                  <a:pt x="7464" y="6487"/>
                </a:lnTo>
                <a:lnTo>
                  <a:pt x="7464" y="6487"/>
                </a:lnTo>
              </a:path>
              <a:path w="21600" h="21600">
                <a:moveTo>
                  <a:pt x="13202" y="6460"/>
                </a:moveTo>
                <a:lnTo>
                  <a:pt x="13166" y="6817"/>
                </a:lnTo>
                <a:lnTo>
                  <a:pt x="13109" y="7103"/>
                </a:lnTo>
                <a:lnTo>
                  <a:pt x="13194" y="7585"/>
                </a:lnTo>
                <a:lnTo>
                  <a:pt x="13211" y="7774"/>
                </a:lnTo>
                <a:lnTo>
                  <a:pt x="13227" y="7732"/>
                </a:lnTo>
                <a:cubicBezTo>
                  <a:pt x="13257" y="7637"/>
                  <a:pt x="13283" y="7536"/>
                  <a:pt x="13307" y="7427"/>
                </a:cubicBezTo>
                <a:lnTo>
                  <a:pt x="13361" y="7121"/>
                </a:lnTo>
                <a:lnTo>
                  <a:pt x="13281" y="6745"/>
                </a:lnTo>
              </a:path>
              <a:path w="21600" h="21600">
                <a:moveTo>
                  <a:pt x="9790" y="6451"/>
                </a:moveTo>
                <a:lnTo>
                  <a:pt x="9585" y="6532"/>
                </a:lnTo>
                <a:lnTo>
                  <a:pt x="9642" y="6794"/>
                </a:lnTo>
                <a:lnTo>
                  <a:pt x="9843" y="6775"/>
                </a:lnTo>
                <a:lnTo>
                  <a:pt x="9863" y="6767"/>
                </a:lnTo>
                <a:lnTo>
                  <a:pt x="9828" y="6567"/>
                </a:lnTo>
              </a:path>
              <a:path w="21600" h="21600">
                <a:moveTo>
                  <a:pt x="12304" y="6449"/>
                </a:moveTo>
                <a:lnTo>
                  <a:pt x="12237" y="6676"/>
                </a:lnTo>
                <a:lnTo>
                  <a:pt x="12158" y="6835"/>
                </a:lnTo>
                <a:lnTo>
                  <a:pt x="12240" y="7141"/>
                </a:lnTo>
                <a:lnTo>
                  <a:pt x="12262" y="7321"/>
                </a:lnTo>
                <a:lnTo>
                  <a:pt x="12288" y="7284"/>
                </a:lnTo>
                <a:lnTo>
                  <a:pt x="12430" y="6976"/>
                </a:lnTo>
              </a:path>
              <a:path w="21600" h="21600">
                <a:moveTo>
                  <a:pt x="7510" y="6448"/>
                </a:moveTo>
                <a:lnTo>
                  <a:pt x="7510" y="6461"/>
                </a:lnTo>
                <a:lnTo>
                  <a:pt x="7517" y="6464"/>
                </a:lnTo>
              </a:path>
              <a:path w="21600" h="21600">
                <a:moveTo>
                  <a:pt x="5368" y="6434"/>
                </a:moveTo>
                <a:lnTo>
                  <a:pt x="5200" y="6450"/>
                </a:lnTo>
                <a:lnTo>
                  <a:pt x="5096" y="6477"/>
                </a:lnTo>
              </a:path>
              <a:path w="21600" h="21600">
                <a:moveTo>
                  <a:pt x="7832" y="6432"/>
                </a:moveTo>
                <a:lnTo>
                  <a:pt x="7856" y="6455"/>
                </a:lnTo>
                <a:lnTo>
                  <a:pt x="7943" y="6575"/>
                </a:lnTo>
                <a:lnTo>
                  <a:pt x="7990" y="6618"/>
                </a:lnTo>
                <a:lnTo>
                  <a:pt x="7997" y="6627"/>
                </a:lnTo>
                <a:lnTo>
                  <a:pt x="7982" y="6463"/>
                </a:lnTo>
              </a:path>
              <a:path w="21600" h="21600">
                <a:moveTo>
                  <a:pt x="1796" y="6402"/>
                </a:moveTo>
                <a:lnTo>
                  <a:pt x="1789" y="6414"/>
                </a:lnTo>
                <a:cubicBezTo>
                  <a:pt x="1658" y="6587"/>
                  <a:pt x="1492" y="6732"/>
                  <a:pt x="1298" y="6846"/>
                </a:cubicBezTo>
                <a:lnTo>
                  <a:pt x="1218" y="6879"/>
                </a:lnTo>
                <a:lnTo>
                  <a:pt x="1058" y="7097"/>
                </a:lnTo>
                <a:lnTo>
                  <a:pt x="995" y="7244"/>
                </a:lnTo>
                <a:lnTo>
                  <a:pt x="1116" y="7197"/>
                </a:lnTo>
                <a:cubicBezTo>
                  <a:pt x="1308" y="7091"/>
                  <a:pt x="1473" y="6955"/>
                  <a:pt x="1605" y="6795"/>
                </a:cubicBezTo>
                <a:cubicBezTo>
                  <a:pt x="1663" y="6725"/>
                  <a:pt x="1715" y="6650"/>
                  <a:pt x="1760" y="6572"/>
                </a:cubicBezTo>
                <a:lnTo>
                  <a:pt x="1793" y="6496"/>
                </a:lnTo>
              </a:path>
              <a:path w="21600" h="21600">
                <a:moveTo>
                  <a:pt x="10579" y="6401"/>
                </a:moveTo>
                <a:lnTo>
                  <a:pt x="10412" y="6558"/>
                </a:lnTo>
                <a:lnTo>
                  <a:pt x="10494" y="6897"/>
                </a:lnTo>
                <a:lnTo>
                  <a:pt x="10587" y="6857"/>
                </a:lnTo>
                <a:cubicBezTo>
                  <a:pt x="10625" y="6832"/>
                  <a:pt x="10662" y="6805"/>
                  <a:pt x="10697" y="6778"/>
                </a:cubicBezTo>
              </a:path>
              <a:path w="21600" h="21600">
                <a:moveTo>
                  <a:pt x="6585" y="6400"/>
                </a:moveTo>
                <a:cubicBezTo>
                  <a:pt x="5573" y="6308"/>
                  <a:pt x="4538" y="6643"/>
                  <a:pt x="3847" y="6903"/>
                </a:cubicBezTo>
                <a:lnTo>
                  <a:pt x="3547" y="7031"/>
                </a:lnTo>
                <a:lnTo>
                  <a:pt x="3538" y="7035"/>
                </a:lnTo>
                <a:cubicBezTo>
                  <a:pt x="3308" y="7167"/>
                  <a:pt x="3098" y="7315"/>
                  <a:pt x="2922" y="7470"/>
                </a:cubicBezTo>
                <a:lnTo>
                  <a:pt x="2749" y="7619"/>
                </a:lnTo>
                <a:lnTo>
                  <a:pt x="2717" y="7687"/>
                </a:lnTo>
                <a:lnTo>
                  <a:pt x="2748" y="7775"/>
                </a:lnTo>
                <a:cubicBezTo>
                  <a:pt x="2759" y="7795"/>
                  <a:pt x="2750" y="7811"/>
                  <a:pt x="2742" y="7824"/>
                </a:cubicBezTo>
                <a:cubicBezTo>
                  <a:pt x="2738" y="7831"/>
                  <a:pt x="2733" y="7840"/>
                  <a:pt x="2729" y="7853"/>
                </a:cubicBezTo>
                <a:lnTo>
                  <a:pt x="2686" y="7999"/>
                </a:lnTo>
                <a:lnTo>
                  <a:pt x="2697" y="8033"/>
                </a:lnTo>
                <a:lnTo>
                  <a:pt x="2728" y="8005"/>
                </a:lnTo>
                <a:lnTo>
                  <a:pt x="2757" y="7944"/>
                </a:lnTo>
                <a:cubicBezTo>
                  <a:pt x="2955" y="7654"/>
                  <a:pt x="3340" y="7383"/>
                  <a:pt x="3877" y="7161"/>
                </a:cubicBezTo>
                <a:lnTo>
                  <a:pt x="4036" y="7103"/>
                </a:lnTo>
                <a:lnTo>
                  <a:pt x="4514" y="6886"/>
                </a:lnTo>
                <a:cubicBezTo>
                  <a:pt x="4896" y="6753"/>
                  <a:pt x="5283" y="6660"/>
                  <a:pt x="5665" y="6609"/>
                </a:cubicBezTo>
                <a:lnTo>
                  <a:pt x="6037" y="6580"/>
                </a:lnTo>
                <a:lnTo>
                  <a:pt x="6052" y="6577"/>
                </a:lnTo>
                <a:lnTo>
                  <a:pt x="6069" y="6577"/>
                </a:lnTo>
                <a:lnTo>
                  <a:pt x="6234" y="6564"/>
                </a:lnTo>
                <a:lnTo>
                  <a:pt x="6448" y="6572"/>
                </a:lnTo>
                <a:lnTo>
                  <a:pt x="6671" y="6569"/>
                </a:lnTo>
                <a:lnTo>
                  <a:pt x="6753" y="6583"/>
                </a:lnTo>
                <a:lnTo>
                  <a:pt x="6786" y="6584"/>
                </a:lnTo>
                <a:cubicBezTo>
                  <a:pt x="7002" y="6605"/>
                  <a:pt x="7214" y="6642"/>
                  <a:pt x="7423" y="6688"/>
                </a:cubicBezTo>
                <a:lnTo>
                  <a:pt x="7786" y="6777"/>
                </a:lnTo>
                <a:lnTo>
                  <a:pt x="7778" y="6762"/>
                </a:lnTo>
                <a:lnTo>
                  <a:pt x="7704" y="6724"/>
                </a:lnTo>
                <a:lnTo>
                  <a:pt x="7700" y="6722"/>
                </a:lnTo>
                <a:lnTo>
                  <a:pt x="7694" y="6728"/>
                </a:lnTo>
                <a:lnTo>
                  <a:pt x="7649" y="6701"/>
                </a:lnTo>
                <a:lnTo>
                  <a:pt x="7370" y="6584"/>
                </a:lnTo>
                <a:cubicBezTo>
                  <a:pt x="7132" y="6497"/>
                  <a:pt x="6865" y="6426"/>
                  <a:pt x="6585" y="6400"/>
                </a:cubicBezTo>
              </a:path>
              <a:path w="21600" h="21600">
                <a:moveTo>
                  <a:pt x="7539" y="6400"/>
                </a:moveTo>
                <a:lnTo>
                  <a:pt x="7544" y="6416"/>
                </a:lnTo>
                <a:lnTo>
                  <a:pt x="7569" y="6488"/>
                </a:lnTo>
                <a:lnTo>
                  <a:pt x="7614" y="6509"/>
                </a:lnTo>
                <a:lnTo>
                  <a:pt x="7663" y="6536"/>
                </a:lnTo>
                <a:lnTo>
                  <a:pt x="7641" y="6483"/>
                </a:lnTo>
                <a:lnTo>
                  <a:pt x="7630" y="6455"/>
                </a:lnTo>
              </a:path>
              <a:path w="21600" h="21600">
                <a:moveTo>
                  <a:pt x="737" y="6399"/>
                </a:moveTo>
                <a:lnTo>
                  <a:pt x="406" y="6472"/>
                </a:lnTo>
                <a:lnTo>
                  <a:pt x="395" y="6473"/>
                </a:lnTo>
                <a:lnTo>
                  <a:pt x="300" y="6780"/>
                </a:lnTo>
                <a:lnTo>
                  <a:pt x="550" y="6729"/>
                </a:lnTo>
                <a:lnTo>
                  <a:pt x="583" y="6633"/>
                </a:lnTo>
              </a:path>
              <a:path w="21600" h="21600">
                <a:moveTo>
                  <a:pt x="7653" y="6394"/>
                </a:moveTo>
                <a:lnTo>
                  <a:pt x="7667" y="6428"/>
                </a:lnTo>
                <a:lnTo>
                  <a:pt x="7723" y="6462"/>
                </a:lnTo>
                <a:lnTo>
                  <a:pt x="7697" y="6417"/>
                </a:lnTo>
                <a:lnTo>
                  <a:pt x="7676" y="6398"/>
                </a:lnTo>
              </a:path>
              <a:path w="21600" h="21600">
                <a:moveTo>
                  <a:pt x="11137" y="6389"/>
                </a:moveTo>
                <a:lnTo>
                  <a:pt x="10957" y="6576"/>
                </a:lnTo>
                <a:lnTo>
                  <a:pt x="11068" y="6975"/>
                </a:lnTo>
                <a:lnTo>
                  <a:pt x="11244" y="6774"/>
                </a:lnTo>
                <a:lnTo>
                  <a:pt x="11186" y="6527"/>
                </a:lnTo>
              </a:path>
              <a:path w="21600" h="21600">
                <a:moveTo>
                  <a:pt x="7588" y="6380"/>
                </a:moveTo>
                <a:lnTo>
                  <a:pt x="7604" y="6389"/>
                </a:lnTo>
                <a:lnTo>
                  <a:pt x="7601" y="6382"/>
                </a:lnTo>
              </a:path>
              <a:path w="21600" h="21600">
                <a:moveTo>
                  <a:pt x="11989" y="6377"/>
                </a:moveTo>
                <a:lnTo>
                  <a:pt x="11978" y="6414"/>
                </a:lnTo>
                <a:lnTo>
                  <a:pt x="11835" y="6683"/>
                </a:lnTo>
                <a:lnTo>
                  <a:pt x="11895" y="6883"/>
                </a:lnTo>
                <a:lnTo>
                  <a:pt x="11936" y="7134"/>
                </a:lnTo>
                <a:lnTo>
                  <a:pt x="12011" y="7034"/>
                </a:lnTo>
                <a:lnTo>
                  <a:pt x="12111" y="6833"/>
                </a:lnTo>
              </a:path>
              <a:path w="21600" h="21600">
                <a:moveTo>
                  <a:pt x="2212" y="6373"/>
                </a:moveTo>
                <a:lnTo>
                  <a:pt x="2095" y="6465"/>
                </a:lnTo>
                <a:lnTo>
                  <a:pt x="2060" y="6626"/>
                </a:lnTo>
                <a:lnTo>
                  <a:pt x="2012" y="6913"/>
                </a:lnTo>
                <a:lnTo>
                  <a:pt x="2090" y="6839"/>
                </a:lnTo>
                <a:lnTo>
                  <a:pt x="2125" y="6676"/>
                </a:lnTo>
              </a:path>
              <a:path w="21600" h="21600">
                <a:moveTo>
                  <a:pt x="10034" y="6353"/>
                </a:moveTo>
                <a:lnTo>
                  <a:pt x="9832" y="6434"/>
                </a:lnTo>
                <a:lnTo>
                  <a:pt x="9872" y="6553"/>
                </a:lnTo>
                <a:lnTo>
                  <a:pt x="9905" y="6749"/>
                </a:lnTo>
                <a:lnTo>
                  <a:pt x="10119" y="6658"/>
                </a:lnTo>
              </a:path>
              <a:path w="21600" h="21600">
                <a:moveTo>
                  <a:pt x="7384" y="6336"/>
                </a:moveTo>
                <a:lnTo>
                  <a:pt x="7405" y="6413"/>
                </a:lnTo>
                <a:lnTo>
                  <a:pt x="7464" y="6440"/>
                </a:lnTo>
                <a:lnTo>
                  <a:pt x="7466" y="6357"/>
                </a:lnTo>
                <a:lnTo>
                  <a:pt x="7454" y="6351"/>
                </a:lnTo>
              </a:path>
              <a:path w="21600" h="21600">
                <a:moveTo>
                  <a:pt x="2608" y="6317"/>
                </a:moveTo>
                <a:lnTo>
                  <a:pt x="2551" y="6474"/>
                </a:lnTo>
                <a:lnTo>
                  <a:pt x="2659" y="6392"/>
                </a:lnTo>
              </a:path>
              <a:path w="21600" h="21600">
                <a:moveTo>
                  <a:pt x="7257" y="6308"/>
                </a:moveTo>
                <a:lnTo>
                  <a:pt x="7258" y="6327"/>
                </a:lnTo>
                <a:lnTo>
                  <a:pt x="7255" y="6347"/>
                </a:lnTo>
                <a:lnTo>
                  <a:pt x="7285" y="6357"/>
                </a:lnTo>
                <a:lnTo>
                  <a:pt x="7353" y="6389"/>
                </a:lnTo>
                <a:lnTo>
                  <a:pt x="7336" y="6325"/>
                </a:lnTo>
              </a:path>
              <a:path w="21600" h="21600">
                <a:moveTo>
                  <a:pt x="7208" y="6297"/>
                </a:moveTo>
                <a:lnTo>
                  <a:pt x="7212" y="6327"/>
                </a:lnTo>
                <a:cubicBezTo>
                  <a:pt x="7212" y="6327"/>
                  <a:pt x="7212" y="6327"/>
                  <a:pt x="7212" y="6326"/>
                </a:cubicBezTo>
                <a:lnTo>
                  <a:pt x="7210" y="6298"/>
                </a:lnTo>
              </a:path>
              <a:path w="21600" h="21600">
                <a:moveTo>
                  <a:pt x="8941" y="6294"/>
                </a:moveTo>
                <a:lnTo>
                  <a:pt x="8743" y="6312"/>
                </a:lnTo>
                <a:lnTo>
                  <a:pt x="8804" y="6532"/>
                </a:lnTo>
                <a:lnTo>
                  <a:pt x="8988" y="6551"/>
                </a:lnTo>
                <a:lnTo>
                  <a:pt x="9022" y="6548"/>
                </a:lnTo>
              </a:path>
              <a:path w="21600" h="21600">
                <a:moveTo>
                  <a:pt x="13466" y="6292"/>
                </a:moveTo>
                <a:lnTo>
                  <a:pt x="13468" y="6393"/>
                </a:lnTo>
                <a:cubicBezTo>
                  <a:pt x="13462" y="6640"/>
                  <a:pt x="13444" y="6863"/>
                  <a:pt x="13413" y="7075"/>
                </a:cubicBezTo>
                <a:lnTo>
                  <a:pt x="13406" y="7115"/>
                </a:lnTo>
                <a:lnTo>
                  <a:pt x="13433" y="7238"/>
                </a:lnTo>
                <a:cubicBezTo>
                  <a:pt x="13466" y="7414"/>
                  <a:pt x="13494" y="7597"/>
                  <a:pt x="13514" y="7781"/>
                </a:cubicBezTo>
                <a:lnTo>
                  <a:pt x="13518" y="7866"/>
                </a:lnTo>
                <a:lnTo>
                  <a:pt x="13562" y="7686"/>
                </a:lnTo>
                <a:cubicBezTo>
                  <a:pt x="13584" y="7575"/>
                  <a:pt x="13602" y="7456"/>
                  <a:pt x="13618" y="7325"/>
                </a:cubicBezTo>
                <a:lnTo>
                  <a:pt x="13637" y="7003"/>
                </a:lnTo>
                <a:lnTo>
                  <a:pt x="13611" y="6863"/>
                </a:lnTo>
              </a:path>
              <a:path w="21600" h="21600">
                <a:moveTo>
                  <a:pt x="8483" y="6292"/>
                </a:moveTo>
                <a:lnTo>
                  <a:pt x="8537" y="6455"/>
                </a:lnTo>
                <a:lnTo>
                  <a:pt x="8541" y="6504"/>
                </a:lnTo>
                <a:lnTo>
                  <a:pt x="8758" y="6527"/>
                </a:lnTo>
                <a:lnTo>
                  <a:pt x="8698" y="6312"/>
                </a:lnTo>
              </a:path>
              <a:path w="21600" h="21600">
                <a:moveTo>
                  <a:pt x="1799" y="6272"/>
                </a:moveTo>
                <a:lnTo>
                  <a:pt x="1692" y="6370"/>
                </a:lnTo>
                <a:cubicBezTo>
                  <a:pt x="1634" y="6431"/>
                  <a:pt x="1576" y="6490"/>
                  <a:pt x="1519" y="6548"/>
                </a:cubicBezTo>
                <a:lnTo>
                  <a:pt x="1268" y="6812"/>
                </a:lnTo>
                <a:lnTo>
                  <a:pt x="1274" y="6810"/>
                </a:lnTo>
                <a:cubicBezTo>
                  <a:pt x="1464" y="6698"/>
                  <a:pt x="1625" y="6557"/>
                  <a:pt x="1752" y="6389"/>
                </a:cubicBezTo>
                <a:lnTo>
                  <a:pt x="1798" y="6317"/>
                </a:lnTo>
              </a:path>
              <a:path w="21600" h="21600">
                <a:moveTo>
                  <a:pt x="9197" y="6272"/>
                </a:moveTo>
                <a:lnTo>
                  <a:pt x="8986" y="6290"/>
                </a:lnTo>
                <a:lnTo>
                  <a:pt x="9066" y="6544"/>
                </a:lnTo>
                <a:lnTo>
                  <a:pt x="9265" y="6525"/>
                </a:lnTo>
              </a:path>
              <a:path w="21600" h="21600">
                <a:moveTo>
                  <a:pt x="7498" y="6270"/>
                </a:moveTo>
                <a:lnTo>
                  <a:pt x="7514" y="6319"/>
                </a:lnTo>
                <a:lnTo>
                  <a:pt x="7581" y="6334"/>
                </a:lnTo>
                <a:lnTo>
                  <a:pt x="7579" y="6327"/>
                </a:lnTo>
                <a:lnTo>
                  <a:pt x="7576" y="6321"/>
                </a:lnTo>
              </a:path>
              <a:path w="21600" h="21600">
                <a:moveTo>
                  <a:pt x="8242" y="6269"/>
                </a:moveTo>
                <a:lnTo>
                  <a:pt x="8287" y="6477"/>
                </a:lnTo>
                <a:lnTo>
                  <a:pt x="8497" y="6500"/>
                </a:lnTo>
                <a:lnTo>
                  <a:pt x="8493" y="6451"/>
                </a:lnTo>
                <a:lnTo>
                  <a:pt x="8438" y="6288"/>
                </a:lnTo>
              </a:path>
              <a:path w="21600" h="21600">
                <a:moveTo>
                  <a:pt x="7599" y="6268"/>
                </a:moveTo>
                <a:lnTo>
                  <a:pt x="7610" y="6290"/>
                </a:lnTo>
                <a:lnTo>
                  <a:pt x="7634" y="6307"/>
                </a:lnTo>
                <a:lnTo>
                  <a:pt x="7629" y="6298"/>
                </a:lnTo>
              </a:path>
              <a:path w="21600" h="21600">
                <a:moveTo>
                  <a:pt x="14094" y="6267"/>
                </a:moveTo>
                <a:lnTo>
                  <a:pt x="14112" y="6384"/>
                </a:lnTo>
                <a:cubicBezTo>
                  <a:pt x="14141" y="6621"/>
                  <a:pt x="14164" y="6869"/>
                  <a:pt x="14174" y="7119"/>
                </a:cubicBezTo>
                <a:cubicBezTo>
                  <a:pt x="14184" y="7380"/>
                  <a:pt x="14179" y="7617"/>
                  <a:pt x="14160" y="7844"/>
                </a:cubicBezTo>
                <a:lnTo>
                  <a:pt x="14130" y="8031"/>
                </a:lnTo>
                <a:lnTo>
                  <a:pt x="14152" y="8288"/>
                </a:lnTo>
                <a:cubicBezTo>
                  <a:pt x="14164" y="8733"/>
                  <a:pt x="14115" y="9168"/>
                  <a:pt x="13953" y="9542"/>
                </a:cubicBezTo>
                <a:cubicBezTo>
                  <a:pt x="14114" y="9292"/>
                  <a:pt x="14206" y="9020"/>
                  <a:pt x="14259" y="8801"/>
                </a:cubicBezTo>
                <a:cubicBezTo>
                  <a:pt x="14311" y="8584"/>
                  <a:pt x="14344" y="8354"/>
                  <a:pt x="14361" y="8096"/>
                </a:cubicBezTo>
                <a:lnTo>
                  <a:pt x="14361" y="7734"/>
                </a:lnTo>
                <a:lnTo>
                  <a:pt x="14270" y="7098"/>
                </a:lnTo>
                <a:cubicBezTo>
                  <a:pt x="14226" y="6850"/>
                  <a:pt x="14169" y="6602"/>
                  <a:pt x="14114" y="6361"/>
                </a:cubicBezTo>
              </a:path>
              <a:path w="21600" h="21600">
                <a:moveTo>
                  <a:pt x="11660" y="6252"/>
                </a:moveTo>
                <a:lnTo>
                  <a:pt x="11508" y="6525"/>
                </a:lnTo>
                <a:lnTo>
                  <a:pt x="11567" y="6708"/>
                </a:lnTo>
                <a:lnTo>
                  <a:pt x="11613" y="6931"/>
                </a:lnTo>
                <a:lnTo>
                  <a:pt x="11730" y="6786"/>
                </a:lnTo>
                <a:lnTo>
                  <a:pt x="11787" y="6679"/>
                </a:lnTo>
              </a:path>
              <a:path w="21600" h="21600">
                <a:moveTo>
                  <a:pt x="7252" y="6249"/>
                </a:moveTo>
                <a:lnTo>
                  <a:pt x="7253" y="6263"/>
                </a:lnTo>
                <a:lnTo>
                  <a:pt x="7297" y="6272"/>
                </a:lnTo>
              </a:path>
              <a:path w="21600" h="21600">
                <a:moveTo>
                  <a:pt x="7983" y="6245"/>
                </a:moveTo>
                <a:lnTo>
                  <a:pt x="8023" y="6395"/>
                </a:lnTo>
                <a:lnTo>
                  <a:pt x="8026" y="6428"/>
                </a:lnTo>
                <a:lnTo>
                  <a:pt x="8230" y="6472"/>
                </a:lnTo>
                <a:lnTo>
                  <a:pt x="8238" y="6472"/>
                </a:lnTo>
                <a:lnTo>
                  <a:pt x="8192" y="6265"/>
                </a:lnTo>
                <a:lnTo>
                  <a:pt x="8192" y="6265"/>
                </a:lnTo>
              </a:path>
              <a:path w="21600" h="21600">
                <a:moveTo>
                  <a:pt x="6932" y="6237"/>
                </a:moveTo>
                <a:lnTo>
                  <a:pt x="7167" y="6317"/>
                </a:lnTo>
                <a:lnTo>
                  <a:pt x="7162" y="6288"/>
                </a:lnTo>
              </a:path>
              <a:path w="21600" h="21600">
                <a:moveTo>
                  <a:pt x="2552" y="6237"/>
                </a:moveTo>
                <a:lnTo>
                  <a:pt x="2521" y="6287"/>
                </a:lnTo>
                <a:lnTo>
                  <a:pt x="2530" y="6398"/>
                </a:lnTo>
                <a:lnTo>
                  <a:pt x="2576" y="6271"/>
                </a:lnTo>
              </a:path>
              <a:path w="21600" h="21600">
                <a:moveTo>
                  <a:pt x="7197" y="6222"/>
                </a:moveTo>
                <a:lnTo>
                  <a:pt x="7201" y="6251"/>
                </a:lnTo>
                <a:lnTo>
                  <a:pt x="7206" y="6252"/>
                </a:lnTo>
                <a:lnTo>
                  <a:pt x="7204" y="6225"/>
                </a:lnTo>
              </a:path>
              <a:path w="21600" h="21600">
                <a:moveTo>
                  <a:pt x="2416" y="6213"/>
                </a:moveTo>
                <a:lnTo>
                  <a:pt x="2274" y="6325"/>
                </a:lnTo>
                <a:lnTo>
                  <a:pt x="2170" y="6685"/>
                </a:lnTo>
                <a:lnTo>
                  <a:pt x="2149" y="6782"/>
                </a:lnTo>
                <a:lnTo>
                  <a:pt x="2152" y="6779"/>
                </a:lnTo>
                <a:lnTo>
                  <a:pt x="2276" y="6684"/>
                </a:lnTo>
                <a:lnTo>
                  <a:pt x="2385" y="6297"/>
                </a:lnTo>
              </a:path>
              <a:path w="21600" h="21600">
                <a:moveTo>
                  <a:pt x="1330" y="6208"/>
                </a:moveTo>
                <a:lnTo>
                  <a:pt x="1092" y="6320"/>
                </a:lnTo>
                <a:lnTo>
                  <a:pt x="800" y="6385"/>
                </a:lnTo>
                <a:lnTo>
                  <a:pt x="625" y="6650"/>
                </a:lnTo>
                <a:lnTo>
                  <a:pt x="601" y="6718"/>
                </a:lnTo>
                <a:lnTo>
                  <a:pt x="912" y="6654"/>
                </a:lnTo>
                <a:lnTo>
                  <a:pt x="953" y="6636"/>
                </a:lnTo>
                <a:lnTo>
                  <a:pt x="999" y="6570"/>
                </a:lnTo>
                <a:cubicBezTo>
                  <a:pt x="1075" y="6479"/>
                  <a:pt x="1159" y="6390"/>
                  <a:pt x="1245" y="6299"/>
                </a:cubicBezTo>
              </a:path>
              <a:path w="21600" h="21600">
                <a:moveTo>
                  <a:pt x="9439" y="6199"/>
                </a:moveTo>
                <a:lnTo>
                  <a:pt x="9246" y="6266"/>
                </a:lnTo>
                <a:lnTo>
                  <a:pt x="9314" y="6520"/>
                </a:lnTo>
                <a:lnTo>
                  <a:pt x="9529" y="6500"/>
                </a:lnTo>
                <a:lnTo>
                  <a:pt x="9498" y="6356"/>
                </a:lnTo>
              </a:path>
              <a:path w="21600" h="21600">
                <a:moveTo>
                  <a:pt x="10795" y="6198"/>
                </a:moveTo>
                <a:lnTo>
                  <a:pt x="10616" y="6366"/>
                </a:lnTo>
                <a:lnTo>
                  <a:pt x="10736" y="6746"/>
                </a:lnTo>
                <a:lnTo>
                  <a:pt x="10907" y="6565"/>
                </a:lnTo>
                <a:lnTo>
                  <a:pt x="10841" y="6325"/>
                </a:lnTo>
              </a:path>
              <a:path w="21600" h="21600">
                <a:moveTo>
                  <a:pt x="7717" y="6195"/>
                </a:moveTo>
                <a:lnTo>
                  <a:pt x="7746" y="6331"/>
                </a:lnTo>
                <a:lnTo>
                  <a:pt x="7774" y="6375"/>
                </a:lnTo>
                <a:lnTo>
                  <a:pt x="7978" y="6418"/>
                </a:lnTo>
                <a:lnTo>
                  <a:pt x="7976" y="6396"/>
                </a:lnTo>
                <a:lnTo>
                  <a:pt x="7929" y="6237"/>
                </a:lnTo>
              </a:path>
              <a:path w="21600" h="21600">
                <a:moveTo>
                  <a:pt x="10234" y="6183"/>
                </a:moveTo>
                <a:lnTo>
                  <a:pt x="10069" y="6327"/>
                </a:lnTo>
                <a:lnTo>
                  <a:pt x="10157" y="6642"/>
                </a:lnTo>
                <a:lnTo>
                  <a:pt x="10313" y="6575"/>
                </a:lnTo>
                <a:cubicBezTo>
                  <a:pt x="10329" y="6565"/>
                  <a:pt x="10345" y="6554"/>
                  <a:pt x="10361" y="6542"/>
                </a:cubicBezTo>
              </a:path>
              <a:path w="21600" h="21600">
                <a:moveTo>
                  <a:pt x="5768" y="6176"/>
                </a:moveTo>
                <a:cubicBezTo>
                  <a:pt x="5033" y="6222"/>
                  <a:pt x="4321" y="6434"/>
                  <a:pt x="3800" y="6610"/>
                </a:cubicBezTo>
                <a:cubicBezTo>
                  <a:pt x="3669" y="6655"/>
                  <a:pt x="3548" y="6702"/>
                  <a:pt x="3437" y="6750"/>
                </a:cubicBezTo>
                <a:lnTo>
                  <a:pt x="3202" y="6868"/>
                </a:lnTo>
                <a:lnTo>
                  <a:pt x="2801" y="7159"/>
                </a:lnTo>
                <a:lnTo>
                  <a:pt x="2727" y="7232"/>
                </a:lnTo>
                <a:lnTo>
                  <a:pt x="2711" y="7263"/>
                </a:lnTo>
                <a:lnTo>
                  <a:pt x="2742" y="7324"/>
                </a:lnTo>
                <a:cubicBezTo>
                  <a:pt x="2755" y="7344"/>
                  <a:pt x="2744" y="7361"/>
                  <a:pt x="2737" y="7372"/>
                </a:cubicBezTo>
                <a:cubicBezTo>
                  <a:pt x="2732" y="7379"/>
                  <a:pt x="2727" y="7387"/>
                  <a:pt x="2723" y="7400"/>
                </a:cubicBezTo>
                <a:lnTo>
                  <a:pt x="2673" y="7562"/>
                </a:lnTo>
                <a:lnTo>
                  <a:pt x="2690" y="7611"/>
                </a:lnTo>
                <a:lnTo>
                  <a:pt x="2711" y="7593"/>
                </a:lnTo>
                <a:lnTo>
                  <a:pt x="2733" y="7573"/>
                </a:lnTo>
                <a:lnTo>
                  <a:pt x="2759" y="7523"/>
                </a:lnTo>
                <a:cubicBezTo>
                  <a:pt x="2881" y="7375"/>
                  <a:pt x="3054" y="7246"/>
                  <a:pt x="3244" y="7136"/>
                </a:cubicBezTo>
                <a:lnTo>
                  <a:pt x="3458" y="7037"/>
                </a:lnTo>
                <a:lnTo>
                  <a:pt x="3513" y="6998"/>
                </a:lnTo>
                <a:cubicBezTo>
                  <a:pt x="3746" y="6865"/>
                  <a:pt x="3997" y="6748"/>
                  <a:pt x="4252" y="6658"/>
                </a:cubicBezTo>
                <a:cubicBezTo>
                  <a:pt x="5011" y="6387"/>
                  <a:pt x="5795" y="6277"/>
                  <a:pt x="6519" y="6339"/>
                </a:cubicBezTo>
                <a:cubicBezTo>
                  <a:pt x="6735" y="6357"/>
                  <a:pt x="6947" y="6392"/>
                  <a:pt x="7156" y="6435"/>
                </a:cubicBezTo>
                <a:lnTo>
                  <a:pt x="7381" y="6487"/>
                </a:lnTo>
                <a:lnTo>
                  <a:pt x="7368" y="6443"/>
                </a:lnTo>
                <a:lnTo>
                  <a:pt x="7272" y="6398"/>
                </a:lnTo>
                <a:lnTo>
                  <a:pt x="7235" y="6386"/>
                </a:lnTo>
                <a:lnTo>
                  <a:pt x="7221" y="6399"/>
                </a:lnTo>
                <a:cubicBezTo>
                  <a:pt x="7214" y="6399"/>
                  <a:pt x="7204" y="6397"/>
                  <a:pt x="7195" y="6389"/>
                </a:cubicBezTo>
                <a:lnTo>
                  <a:pt x="7185" y="6369"/>
                </a:lnTo>
                <a:lnTo>
                  <a:pt x="6904" y="6273"/>
                </a:lnTo>
                <a:cubicBezTo>
                  <a:pt x="6776" y="6238"/>
                  <a:pt x="6642" y="6210"/>
                  <a:pt x="6504" y="6194"/>
                </a:cubicBezTo>
                <a:cubicBezTo>
                  <a:pt x="6260" y="6164"/>
                  <a:pt x="6013" y="6161"/>
                  <a:pt x="5768" y="6176"/>
                </a:cubicBezTo>
              </a:path>
              <a:path w="21600" h="21600">
                <a:moveTo>
                  <a:pt x="7610" y="6173"/>
                </a:moveTo>
                <a:lnTo>
                  <a:pt x="7612" y="6178"/>
                </a:lnTo>
                <a:lnTo>
                  <a:pt x="7682" y="6251"/>
                </a:lnTo>
                <a:lnTo>
                  <a:pt x="7668" y="6185"/>
                </a:lnTo>
              </a:path>
              <a:path w="21600" h="21600">
                <a:moveTo>
                  <a:pt x="7344" y="6171"/>
                </a:moveTo>
                <a:lnTo>
                  <a:pt x="7352" y="6206"/>
                </a:lnTo>
                <a:lnTo>
                  <a:pt x="7363" y="6258"/>
                </a:lnTo>
                <a:lnTo>
                  <a:pt x="7363" y="6258"/>
                </a:lnTo>
                <a:lnTo>
                  <a:pt x="7459" y="6306"/>
                </a:lnTo>
                <a:lnTo>
                  <a:pt x="7439" y="6231"/>
                </a:lnTo>
                <a:lnTo>
                  <a:pt x="7377" y="6190"/>
                </a:lnTo>
              </a:path>
              <a:path w="21600" h="21600">
                <a:moveTo>
                  <a:pt x="7466" y="6156"/>
                </a:moveTo>
                <a:lnTo>
                  <a:pt x="7479" y="6204"/>
                </a:lnTo>
                <a:lnTo>
                  <a:pt x="7536" y="6242"/>
                </a:lnTo>
                <a:lnTo>
                  <a:pt x="7506" y="6181"/>
                </a:lnTo>
              </a:path>
              <a:path w="21600" h="21600">
                <a:moveTo>
                  <a:pt x="5607" y="6152"/>
                </a:moveTo>
                <a:lnTo>
                  <a:pt x="4958" y="6212"/>
                </a:lnTo>
                <a:cubicBezTo>
                  <a:pt x="4641" y="6270"/>
                  <a:pt x="4322" y="6357"/>
                  <a:pt x="4007" y="6471"/>
                </a:cubicBezTo>
                <a:lnTo>
                  <a:pt x="3833" y="6553"/>
                </a:lnTo>
                <a:lnTo>
                  <a:pt x="4363" y="6387"/>
                </a:lnTo>
                <a:cubicBezTo>
                  <a:pt x="4574" y="6327"/>
                  <a:pt x="4801" y="6271"/>
                  <a:pt x="5036" y="6226"/>
                </a:cubicBezTo>
              </a:path>
              <a:path w="21600" h="21600">
                <a:moveTo>
                  <a:pt x="7003" y="6145"/>
                </a:moveTo>
                <a:lnTo>
                  <a:pt x="7006" y="6163"/>
                </a:lnTo>
                <a:lnTo>
                  <a:pt x="7008" y="6209"/>
                </a:lnTo>
                <a:lnTo>
                  <a:pt x="7156" y="6241"/>
                </a:lnTo>
                <a:lnTo>
                  <a:pt x="7150" y="6201"/>
                </a:lnTo>
              </a:path>
              <a:path w="21600" h="21600">
                <a:moveTo>
                  <a:pt x="2507" y="6142"/>
                </a:moveTo>
                <a:lnTo>
                  <a:pt x="2486" y="6158"/>
                </a:lnTo>
                <a:lnTo>
                  <a:pt x="2429" y="6311"/>
                </a:lnTo>
                <a:lnTo>
                  <a:pt x="2338" y="6637"/>
                </a:lnTo>
                <a:lnTo>
                  <a:pt x="2484" y="6526"/>
                </a:lnTo>
                <a:lnTo>
                  <a:pt x="2498" y="6486"/>
                </a:lnTo>
                <a:lnTo>
                  <a:pt x="2492" y="6474"/>
                </a:lnTo>
                <a:cubicBezTo>
                  <a:pt x="2473" y="6403"/>
                  <a:pt x="2468" y="6338"/>
                  <a:pt x="2478" y="6281"/>
                </a:cubicBezTo>
                <a:lnTo>
                  <a:pt x="2532" y="6199"/>
                </a:lnTo>
              </a:path>
              <a:path w="21600" h="21600">
                <a:moveTo>
                  <a:pt x="1800" y="6137"/>
                </a:moveTo>
                <a:lnTo>
                  <a:pt x="1458" y="6458"/>
                </a:lnTo>
                <a:lnTo>
                  <a:pt x="985" y="6669"/>
                </a:lnTo>
                <a:lnTo>
                  <a:pt x="842" y="6874"/>
                </a:lnTo>
                <a:lnTo>
                  <a:pt x="788" y="7013"/>
                </a:lnTo>
                <a:lnTo>
                  <a:pt x="1187" y="6846"/>
                </a:lnTo>
                <a:lnTo>
                  <a:pt x="1229" y="6790"/>
                </a:lnTo>
                <a:cubicBezTo>
                  <a:pt x="1308" y="6698"/>
                  <a:pt x="1396" y="6609"/>
                  <a:pt x="1486" y="6518"/>
                </a:cubicBezTo>
                <a:cubicBezTo>
                  <a:pt x="1543" y="6460"/>
                  <a:pt x="1601" y="6401"/>
                  <a:pt x="1658" y="6341"/>
                </a:cubicBezTo>
                <a:lnTo>
                  <a:pt x="1799" y="6211"/>
                </a:lnTo>
              </a:path>
              <a:path w="21600" h="21600">
                <a:moveTo>
                  <a:pt x="5901" y="6125"/>
                </a:moveTo>
                <a:lnTo>
                  <a:pt x="5813" y="6133"/>
                </a:lnTo>
                <a:lnTo>
                  <a:pt x="6289" y="6145"/>
                </a:lnTo>
                <a:lnTo>
                  <a:pt x="6251" y="6140"/>
                </a:lnTo>
                <a:cubicBezTo>
                  <a:pt x="6137" y="6131"/>
                  <a:pt x="6020" y="6127"/>
                  <a:pt x="5902" y="6127"/>
                </a:cubicBezTo>
              </a:path>
              <a:path w="21600" h="21600">
                <a:moveTo>
                  <a:pt x="2629" y="6123"/>
                </a:moveTo>
                <a:lnTo>
                  <a:pt x="2617" y="6131"/>
                </a:lnTo>
                <a:lnTo>
                  <a:pt x="2577" y="6196"/>
                </a:lnTo>
                <a:lnTo>
                  <a:pt x="2583" y="6208"/>
                </a:lnTo>
                <a:lnTo>
                  <a:pt x="2593" y="6223"/>
                </a:lnTo>
              </a:path>
              <a:path w="21600" h="21600">
                <a:moveTo>
                  <a:pt x="7344" y="6121"/>
                </a:moveTo>
                <a:lnTo>
                  <a:pt x="7401" y="6152"/>
                </a:lnTo>
                <a:lnTo>
                  <a:pt x="7418" y="6163"/>
                </a:lnTo>
                <a:lnTo>
                  <a:pt x="7405" y="6133"/>
                </a:lnTo>
              </a:path>
              <a:path w="21600" h="21600">
                <a:moveTo>
                  <a:pt x="9680" y="6115"/>
                </a:moveTo>
                <a:lnTo>
                  <a:pt x="9485" y="6183"/>
                </a:lnTo>
                <a:lnTo>
                  <a:pt x="9545" y="6345"/>
                </a:lnTo>
                <a:lnTo>
                  <a:pt x="9576" y="6489"/>
                </a:lnTo>
                <a:lnTo>
                  <a:pt x="9776" y="6408"/>
                </a:lnTo>
              </a:path>
              <a:path w="21600" h="21600">
                <a:moveTo>
                  <a:pt x="557" y="6108"/>
                </a:moveTo>
                <a:lnTo>
                  <a:pt x="229" y="6139"/>
                </a:lnTo>
                <a:lnTo>
                  <a:pt x="192" y="6202"/>
                </a:lnTo>
                <a:lnTo>
                  <a:pt x="126" y="6445"/>
                </a:lnTo>
                <a:lnTo>
                  <a:pt x="360" y="6432"/>
                </a:lnTo>
                <a:lnTo>
                  <a:pt x="367" y="6408"/>
                </a:lnTo>
                <a:cubicBezTo>
                  <a:pt x="413" y="6309"/>
                  <a:pt x="473" y="6217"/>
                  <a:pt x="542" y="6126"/>
                </a:cubicBezTo>
              </a:path>
              <a:path w="21600" h="21600">
                <a:moveTo>
                  <a:pt x="7228" y="6108"/>
                </a:moveTo>
                <a:lnTo>
                  <a:pt x="7245" y="6165"/>
                </a:lnTo>
                <a:lnTo>
                  <a:pt x="7248" y="6200"/>
                </a:lnTo>
                <a:lnTo>
                  <a:pt x="7312" y="6232"/>
                </a:lnTo>
                <a:lnTo>
                  <a:pt x="7309" y="6216"/>
                </a:lnTo>
                <a:lnTo>
                  <a:pt x="7292" y="6143"/>
                </a:lnTo>
              </a:path>
              <a:path w="21600" h="21600">
                <a:moveTo>
                  <a:pt x="11326" y="6107"/>
                </a:moveTo>
                <a:lnTo>
                  <a:pt x="11195" y="6328"/>
                </a:lnTo>
                <a:lnTo>
                  <a:pt x="11172" y="6352"/>
                </a:lnTo>
                <a:lnTo>
                  <a:pt x="11224" y="6500"/>
                </a:lnTo>
                <a:lnTo>
                  <a:pt x="11280" y="6733"/>
                </a:lnTo>
                <a:lnTo>
                  <a:pt x="11449" y="6540"/>
                </a:lnTo>
                <a:lnTo>
                  <a:pt x="11462" y="6518"/>
                </a:lnTo>
                <a:lnTo>
                  <a:pt x="11410" y="6346"/>
                </a:lnTo>
              </a:path>
              <a:path w="21600" h="21600">
                <a:moveTo>
                  <a:pt x="2004" y="6096"/>
                </a:moveTo>
                <a:lnTo>
                  <a:pt x="2001" y="6098"/>
                </a:lnTo>
                <a:lnTo>
                  <a:pt x="1990" y="6153"/>
                </a:lnTo>
                <a:lnTo>
                  <a:pt x="1950" y="6245"/>
                </a:lnTo>
                <a:lnTo>
                  <a:pt x="1937" y="6296"/>
                </a:lnTo>
                <a:lnTo>
                  <a:pt x="1905" y="6549"/>
                </a:lnTo>
                <a:lnTo>
                  <a:pt x="1904" y="6562"/>
                </a:lnTo>
                <a:lnTo>
                  <a:pt x="1905" y="6560"/>
                </a:lnTo>
                <a:lnTo>
                  <a:pt x="1940" y="6529"/>
                </a:lnTo>
                <a:lnTo>
                  <a:pt x="1992" y="6151"/>
                </a:lnTo>
              </a:path>
              <a:path w="21600" h="21600">
                <a:moveTo>
                  <a:pt x="2601" y="6095"/>
                </a:moveTo>
                <a:lnTo>
                  <a:pt x="2545" y="6123"/>
                </a:lnTo>
                <a:lnTo>
                  <a:pt x="2560" y="6157"/>
                </a:lnTo>
              </a:path>
              <a:path w="21600" h="21600">
                <a:moveTo>
                  <a:pt x="7180" y="6088"/>
                </a:moveTo>
                <a:lnTo>
                  <a:pt x="7184" y="6131"/>
                </a:lnTo>
                <a:lnTo>
                  <a:pt x="7190" y="6171"/>
                </a:lnTo>
                <a:lnTo>
                  <a:pt x="7200" y="6176"/>
                </a:lnTo>
                <a:lnTo>
                  <a:pt x="7199" y="6173"/>
                </a:lnTo>
                <a:lnTo>
                  <a:pt x="7181" y="6088"/>
                </a:lnTo>
              </a:path>
              <a:path w="21600" h="21600">
                <a:moveTo>
                  <a:pt x="7444" y="6069"/>
                </a:moveTo>
                <a:lnTo>
                  <a:pt x="7450" y="6094"/>
                </a:lnTo>
                <a:lnTo>
                  <a:pt x="7460" y="6100"/>
                </a:lnTo>
                <a:lnTo>
                  <a:pt x="7466" y="6101"/>
                </a:lnTo>
                <a:lnTo>
                  <a:pt x="7458" y="6085"/>
                </a:lnTo>
              </a:path>
              <a:path w="21600" h="21600">
                <a:moveTo>
                  <a:pt x="7319" y="6062"/>
                </a:moveTo>
                <a:lnTo>
                  <a:pt x="7321" y="6072"/>
                </a:lnTo>
                <a:lnTo>
                  <a:pt x="7340" y="6076"/>
                </a:lnTo>
              </a:path>
              <a:path w="21600" h="21600">
                <a:moveTo>
                  <a:pt x="6999" y="6051"/>
                </a:moveTo>
                <a:lnTo>
                  <a:pt x="6999" y="6068"/>
                </a:lnTo>
                <a:lnTo>
                  <a:pt x="6998" y="6098"/>
                </a:lnTo>
                <a:lnTo>
                  <a:pt x="7143" y="6153"/>
                </a:lnTo>
                <a:lnTo>
                  <a:pt x="7141" y="6134"/>
                </a:lnTo>
                <a:lnTo>
                  <a:pt x="7135" y="6084"/>
                </a:lnTo>
                <a:lnTo>
                  <a:pt x="7134" y="6079"/>
                </a:lnTo>
              </a:path>
              <a:path w="21600" h="21600">
                <a:moveTo>
                  <a:pt x="8610" y="6021"/>
                </a:moveTo>
                <a:lnTo>
                  <a:pt x="8445" y="6035"/>
                </a:lnTo>
                <a:lnTo>
                  <a:pt x="8396" y="6031"/>
                </a:lnTo>
                <a:lnTo>
                  <a:pt x="8468" y="6248"/>
                </a:lnTo>
                <a:lnTo>
                  <a:pt x="8685" y="6268"/>
                </a:lnTo>
                <a:lnTo>
                  <a:pt x="8629" y="6067"/>
                </a:lnTo>
              </a:path>
              <a:path w="21600" h="21600">
                <a:moveTo>
                  <a:pt x="8144" y="6010"/>
                </a:moveTo>
                <a:lnTo>
                  <a:pt x="8227" y="6225"/>
                </a:lnTo>
                <a:lnTo>
                  <a:pt x="8423" y="6243"/>
                </a:lnTo>
                <a:lnTo>
                  <a:pt x="8350" y="6027"/>
                </a:lnTo>
              </a:path>
              <a:path w="21600" h="21600">
                <a:moveTo>
                  <a:pt x="6784" y="6008"/>
                </a:moveTo>
                <a:lnTo>
                  <a:pt x="6783" y="6013"/>
                </a:lnTo>
                <a:lnTo>
                  <a:pt x="6781" y="6022"/>
                </a:lnTo>
                <a:lnTo>
                  <a:pt x="6823" y="6032"/>
                </a:lnTo>
                <a:lnTo>
                  <a:pt x="6946" y="6079"/>
                </a:lnTo>
                <a:lnTo>
                  <a:pt x="6938" y="6039"/>
                </a:lnTo>
              </a:path>
              <a:path w="21600" h="21600">
                <a:moveTo>
                  <a:pt x="8848" y="6002"/>
                </a:moveTo>
                <a:lnTo>
                  <a:pt x="8655" y="6018"/>
                </a:lnTo>
                <a:lnTo>
                  <a:pt x="8674" y="6063"/>
                </a:lnTo>
                <a:lnTo>
                  <a:pt x="8732" y="6270"/>
                </a:lnTo>
                <a:lnTo>
                  <a:pt x="8928" y="6253"/>
                </a:lnTo>
              </a:path>
              <a:path w="21600" h="21600">
                <a:moveTo>
                  <a:pt x="10444" y="6001"/>
                </a:moveTo>
                <a:lnTo>
                  <a:pt x="10271" y="6151"/>
                </a:lnTo>
                <a:lnTo>
                  <a:pt x="10400" y="6516"/>
                </a:lnTo>
                <a:lnTo>
                  <a:pt x="10566" y="6358"/>
                </a:lnTo>
                <a:lnTo>
                  <a:pt x="10494" y="6130"/>
                </a:lnTo>
              </a:path>
              <a:path w="21600" h="21600">
                <a:moveTo>
                  <a:pt x="6999" y="5992"/>
                </a:moveTo>
                <a:lnTo>
                  <a:pt x="6999" y="6007"/>
                </a:lnTo>
                <a:lnTo>
                  <a:pt x="7072" y="6022"/>
                </a:lnTo>
              </a:path>
              <a:path w="21600" h="21600">
                <a:moveTo>
                  <a:pt x="7899" y="5989"/>
                </a:moveTo>
                <a:lnTo>
                  <a:pt x="7946" y="6100"/>
                </a:lnTo>
                <a:lnTo>
                  <a:pt x="7972" y="6200"/>
                </a:lnTo>
                <a:lnTo>
                  <a:pt x="8175" y="6220"/>
                </a:lnTo>
                <a:lnTo>
                  <a:pt x="8091" y="6005"/>
                </a:lnTo>
              </a:path>
              <a:path w="21600" h="21600">
                <a:moveTo>
                  <a:pt x="1092" y="5984"/>
                </a:moveTo>
                <a:lnTo>
                  <a:pt x="629" y="6094"/>
                </a:lnTo>
                <a:lnTo>
                  <a:pt x="580" y="6151"/>
                </a:lnTo>
                <a:cubicBezTo>
                  <a:pt x="513" y="6240"/>
                  <a:pt x="454" y="6331"/>
                  <a:pt x="410" y="6427"/>
                </a:cubicBezTo>
                <a:lnTo>
                  <a:pt x="409" y="6427"/>
                </a:lnTo>
                <a:lnTo>
                  <a:pt x="772" y="6347"/>
                </a:lnTo>
                <a:lnTo>
                  <a:pt x="1005" y="6080"/>
                </a:lnTo>
              </a:path>
              <a:path w="21600" h="21600">
                <a:moveTo>
                  <a:pt x="7191" y="5982"/>
                </a:moveTo>
                <a:lnTo>
                  <a:pt x="7210" y="6048"/>
                </a:lnTo>
                <a:lnTo>
                  <a:pt x="7218" y="6052"/>
                </a:lnTo>
                <a:lnTo>
                  <a:pt x="7241" y="6056"/>
                </a:lnTo>
                <a:lnTo>
                  <a:pt x="7273" y="6063"/>
                </a:lnTo>
                <a:lnTo>
                  <a:pt x="7265" y="6029"/>
                </a:lnTo>
              </a:path>
              <a:path w="21600" h="21600">
                <a:moveTo>
                  <a:pt x="9876" y="5978"/>
                </a:moveTo>
                <a:lnTo>
                  <a:pt x="9792" y="6049"/>
                </a:lnTo>
                <a:cubicBezTo>
                  <a:pt x="9769" y="6065"/>
                  <a:pt x="9745" y="6079"/>
                  <a:pt x="9721" y="6092"/>
                </a:cubicBezTo>
                <a:lnTo>
                  <a:pt x="9818" y="6391"/>
                </a:lnTo>
                <a:lnTo>
                  <a:pt x="10017" y="6310"/>
                </a:lnTo>
              </a:path>
              <a:path w="21600" h="21600">
                <a:moveTo>
                  <a:pt x="2174" y="5974"/>
                </a:moveTo>
                <a:lnTo>
                  <a:pt x="2060" y="6056"/>
                </a:lnTo>
                <a:lnTo>
                  <a:pt x="2037" y="6157"/>
                </a:lnTo>
                <a:lnTo>
                  <a:pt x="1993" y="6482"/>
                </a:lnTo>
                <a:lnTo>
                  <a:pt x="2057" y="6425"/>
                </a:lnTo>
                <a:lnTo>
                  <a:pt x="2104" y="6211"/>
                </a:lnTo>
              </a:path>
              <a:path w="21600" h="21600">
                <a:moveTo>
                  <a:pt x="7652" y="5965"/>
                </a:moveTo>
                <a:lnTo>
                  <a:pt x="7684" y="6042"/>
                </a:lnTo>
                <a:lnTo>
                  <a:pt x="7707" y="6149"/>
                </a:lnTo>
                <a:lnTo>
                  <a:pt x="7915" y="6190"/>
                </a:lnTo>
                <a:lnTo>
                  <a:pt x="7855" y="5986"/>
                </a:lnTo>
                <a:lnTo>
                  <a:pt x="7688" y="5972"/>
                </a:lnTo>
              </a:path>
              <a:path w="21600" h="21600">
                <a:moveTo>
                  <a:pt x="6514" y="5961"/>
                </a:moveTo>
                <a:lnTo>
                  <a:pt x="6711" y="6006"/>
                </a:lnTo>
                <a:lnTo>
                  <a:pt x="6710" y="6005"/>
                </a:lnTo>
                <a:lnTo>
                  <a:pt x="6707" y="5992"/>
                </a:lnTo>
                <a:lnTo>
                  <a:pt x="6617" y="5974"/>
                </a:lnTo>
              </a:path>
              <a:path w="21600" h="21600">
                <a:moveTo>
                  <a:pt x="12441" y="5950"/>
                </a:moveTo>
                <a:lnTo>
                  <a:pt x="12423" y="6048"/>
                </a:lnTo>
                <a:lnTo>
                  <a:pt x="12329" y="6365"/>
                </a:lnTo>
                <a:lnTo>
                  <a:pt x="12335" y="6380"/>
                </a:lnTo>
                <a:lnTo>
                  <a:pt x="12461" y="6898"/>
                </a:lnTo>
                <a:lnTo>
                  <a:pt x="12592" y="6422"/>
                </a:lnTo>
              </a:path>
              <a:path w="21600" h="21600">
                <a:moveTo>
                  <a:pt x="10982" y="5949"/>
                </a:moveTo>
                <a:lnTo>
                  <a:pt x="10857" y="6140"/>
                </a:lnTo>
                <a:lnTo>
                  <a:pt x="10831" y="6165"/>
                </a:lnTo>
                <a:lnTo>
                  <a:pt x="10881" y="6301"/>
                </a:lnTo>
                <a:lnTo>
                  <a:pt x="10944" y="6527"/>
                </a:lnTo>
                <a:lnTo>
                  <a:pt x="11120" y="6341"/>
                </a:lnTo>
              </a:path>
              <a:path w="21600" h="21600">
                <a:moveTo>
                  <a:pt x="9082" y="5946"/>
                </a:moveTo>
                <a:lnTo>
                  <a:pt x="8915" y="5996"/>
                </a:lnTo>
                <a:lnTo>
                  <a:pt x="8893" y="5998"/>
                </a:lnTo>
                <a:lnTo>
                  <a:pt x="8972" y="6249"/>
                </a:lnTo>
                <a:lnTo>
                  <a:pt x="9186" y="6230"/>
                </a:lnTo>
                <a:lnTo>
                  <a:pt x="9158" y="6125"/>
                </a:lnTo>
              </a:path>
              <a:path w="21600" h="21600">
                <a:moveTo>
                  <a:pt x="5718" y="5944"/>
                </a:moveTo>
                <a:cubicBezTo>
                  <a:pt x="5014" y="5964"/>
                  <a:pt x="4318" y="6143"/>
                  <a:pt x="3750" y="6314"/>
                </a:cubicBezTo>
                <a:cubicBezTo>
                  <a:pt x="3402" y="6418"/>
                  <a:pt x="3124" y="6538"/>
                  <a:pt x="2926" y="6666"/>
                </a:cubicBezTo>
                <a:lnTo>
                  <a:pt x="2721" y="6838"/>
                </a:lnTo>
                <a:lnTo>
                  <a:pt x="2737" y="6870"/>
                </a:lnTo>
                <a:cubicBezTo>
                  <a:pt x="2752" y="6890"/>
                  <a:pt x="2740" y="6908"/>
                  <a:pt x="2733" y="6917"/>
                </a:cubicBezTo>
                <a:cubicBezTo>
                  <a:pt x="2728" y="6923"/>
                  <a:pt x="2723" y="6931"/>
                  <a:pt x="2718" y="6944"/>
                </a:cubicBezTo>
                <a:lnTo>
                  <a:pt x="2652" y="7149"/>
                </a:lnTo>
                <a:lnTo>
                  <a:pt x="2676" y="7195"/>
                </a:lnTo>
                <a:lnTo>
                  <a:pt x="2720" y="7163"/>
                </a:lnTo>
                <a:lnTo>
                  <a:pt x="2720" y="7163"/>
                </a:lnTo>
                <a:cubicBezTo>
                  <a:pt x="2839" y="7028"/>
                  <a:pt x="3010" y="6912"/>
                  <a:pt x="3198" y="6813"/>
                </a:cubicBezTo>
                <a:lnTo>
                  <a:pt x="3211" y="6807"/>
                </a:lnTo>
                <a:lnTo>
                  <a:pt x="3256" y="6775"/>
                </a:lnTo>
                <a:cubicBezTo>
                  <a:pt x="3485" y="6641"/>
                  <a:pt x="3736" y="6523"/>
                  <a:pt x="3991" y="6431"/>
                </a:cubicBezTo>
                <a:cubicBezTo>
                  <a:pt x="4745" y="6157"/>
                  <a:pt x="5528" y="6041"/>
                  <a:pt x="6253" y="6095"/>
                </a:cubicBezTo>
                <a:cubicBezTo>
                  <a:pt x="6469" y="6111"/>
                  <a:pt x="6681" y="6144"/>
                  <a:pt x="6890" y="6183"/>
                </a:cubicBezTo>
                <a:lnTo>
                  <a:pt x="6957" y="6198"/>
                </a:lnTo>
                <a:lnTo>
                  <a:pt x="6953" y="6175"/>
                </a:lnTo>
                <a:lnTo>
                  <a:pt x="6953" y="6126"/>
                </a:lnTo>
                <a:lnTo>
                  <a:pt x="6812" y="6073"/>
                </a:lnTo>
                <a:lnTo>
                  <a:pt x="6758" y="6061"/>
                </a:lnTo>
                <a:lnTo>
                  <a:pt x="6751" y="6071"/>
                </a:lnTo>
                <a:lnTo>
                  <a:pt x="6743" y="6057"/>
                </a:lnTo>
                <a:lnTo>
                  <a:pt x="6420" y="5983"/>
                </a:lnTo>
                <a:cubicBezTo>
                  <a:pt x="6188" y="5948"/>
                  <a:pt x="5953" y="5937"/>
                  <a:pt x="5718" y="5944"/>
                </a:cubicBezTo>
              </a:path>
              <a:path w="21600" h="21600">
                <a:moveTo>
                  <a:pt x="12132" y="5931"/>
                </a:moveTo>
                <a:lnTo>
                  <a:pt x="12014" y="6299"/>
                </a:lnTo>
                <a:lnTo>
                  <a:pt x="12141" y="6772"/>
                </a:lnTo>
                <a:lnTo>
                  <a:pt x="12195" y="6662"/>
                </a:lnTo>
                <a:lnTo>
                  <a:pt x="12282" y="6368"/>
                </a:lnTo>
              </a:path>
              <a:path w="21600" h="21600">
                <a:moveTo>
                  <a:pt x="7279" y="5927"/>
                </a:moveTo>
                <a:lnTo>
                  <a:pt x="7302" y="5991"/>
                </a:lnTo>
                <a:lnTo>
                  <a:pt x="7305" y="6002"/>
                </a:lnTo>
                <a:lnTo>
                  <a:pt x="7366" y="6040"/>
                </a:lnTo>
                <a:lnTo>
                  <a:pt x="7336" y="5972"/>
                </a:lnTo>
              </a:path>
              <a:path w="21600" h="21600">
                <a:moveTo>
                  <a:pt x="7412" y="5921"/>
                </a:moveTo>
                <a:lnTo>
                  <a:pt x="7449" y="5967"/>
                </a:lnTo>
                <a:lnTo>
                  <a:pt x="7457" y="5983"/>
                </a:lnTo>
                <a:lnTo>
                  <a:pt x="7579" y="6123"/>
                </a:lnTo>
                <a:lnTo>
                  <a:pt x="7658" y="6139"/>
                </a:lnTo>
                <a:lnTo>
                  <a:pt x="7639" y="6049"/>
                </a:lnTo>
                <a:lnTo>
                  <a:pt x="7599" y="5955"/>
                </a:lnTo>
              </a:path>
              <a:path w="21600" h="21600">
                <a:moveTo>
                  <a:pt x="6799" y="5908"/>
                </a:moveTo>
                <a:lnTo>
                  <a:pt x="6790" y="5964"/>
                </a:lnTo>
                <a:lnTo>
                  <a:pt x="6925" y="5992"/>
                </a:lnTo>
                <a:lnTo>
                  <a:pt x="6911" y="5955"/>
                </a:lnTo>
              </a:path>
              <a:path w="21600" h="21600">
                <a:moveTo>
                  <a:pt x="12733" y="5892"/>
                </a:moveTo>
                <a:lnTo>
                  <a:pt x="12671" y="6305"/>
                </a:lnTo>
                <a:lnTo>
                  <a:pt x="12640" y="6419"/>
                </a:lnTo>
                <a:lnTo>
                  <a:pt x="12665" y="6499"/>
                </a:lnTo>
                <a:lnTo>
                  <a:pt x="12771" y="6987"/>
                </a:lnTo>
                <a:lnTo>
                  <a:pt x="12809" y="6857"/>
                </a:lnTo>
                <a:cubicBezTo>
                  <a:pt x="12836" y="6747"/>
                  <a:pt x="12857" y="6643"/>
                  <a:pt x="12874" y="6554"/>
                </a:cubicBezTo>
                <a:lnTo>
                  <a:pt x="12890" y="6421"/>
                </a:lnTo>
                <a:lnTo>
                  <a:pt x="12743" y="5925"/>
                </a:lnTo>
              </a:path>
              <a:path w="21600" h="21600">
                <a:moveTo>
                  <a:pt x="1801" y="5891"/>
                </a:moveTo>
                <a:lnTo>
                  <a:pt x="1620" y="6072"/>
                </a:lnTo>
                <a:lnTo>
                  <a:pt x="1439" y="6157"/>
                </a:lnTo>
                <a:lnTo>
                  <a:pt x="1279" y="6328"/>
                </a:lnTo>
                <a:cubicBezTo>
                  <a:pt x="1194" y="6418"/>
                  <a:pt x="1111" y="6506"/>
                  <a:pt x="1036" y="6595"/>
                </a:cubicBezTo>
                <a:lnTo>
                  <a:pt x="1032" y="6601"/>
                </a:lnTo>
                <a:lnTo>
                  <a:pt x="1435" y="6423"/>
                </a:lnTo>
                <a:lnTo>
                  <a:pt x="1800" y="6080"/>
                </a:lnTo>
                <a:lnTo>
                  <a:pt x="1801" y="5896"/>
                </a:lnTo>
              </a:path>
              <a:path w="21600" h="21600">
                <a:moveTo>
                  <a:pt x="2050" y="5887"/>
                </a:moveTo>
                <a:lnTo>
                  <a:pt x="2035" y="5926"/>
                </a:lnTo>
                <a:lnTo>
                  <a:pt x="2014" y="6034"/>
                </a:lnTo>
                <a:lnTo>
                  <a:pt x="2018" y="6031"/>
                </a:lnTo>
              </a:path>
              <a:path w="21600" h="21600">
                <a:moveTo>
                  <a:pt x="5682" y="5884"/>
                </a:moveTo>
                <a:lnTo>
                  <a:pt x="5683" y="5884"/>
                </a:lnTo>
                <a:lnTo>
                  <a:pt x="4718" y="5975"/>
                </a:lnTo>
                <a:cubicBezTo>
                  <a:pt x="4393" y="6035"/>
                  <a:pt x="4067" y="6125"/>
                  <a:pt x="3747" y="6243"/>
                </a:cubicBezTo>
                <a:lnTo>
                  <a:pt x="3551" y="6336"/>
                </a:lnTo>
                <a:lnTo>
                  <a:pt x="3735" y="6273"/>
                </a:lnTo>
                <a:cubicBezTo>
                  <a:pt x="4306" y="6101"/>
                  <a:pt x="5008" y="5921"/>
                  <a:pt x="5717" y="5901"/>
                </a:cubicBezTo>
                <a:lnTo>
                  <a:pt x="6293" y="5933"/>
                </a:lnTo>
                <a:lnTo>
                  <a:pt x="5984" y="5894"/>
                </a:lnTo>
                <a:lnTo>
                  <a:pt x="5683" y="5884"/>
                </a:lnTo>
                <a:lnTo>
                  <a:pt x="5683" y="5884"/>
                </a:lnTo>
              </a:path>
              <a:path w="21600" h="21600">
                <a:moveTo>
                  <a:pt x="1912" y="5882"/>
                </a:moveTo>
                <a:lnTo>
                  <a:pt x="1910" y="5897"/>
                </a:lnTo>
                <a:lnTo>
                  <a:pt x="1910" y="5952"/>
                </a:lnTo>
              </a:path>
              <a:path w="21600" h="21600">
                <a:moveTo>
                  <a:pt x="6719" y="5875"/>
                </a:moveTo>
                <a:lnTo>
                  <a:pt x="6743" y="5955"/>
                </a:lnTo>
                <a:lnTo>
                  <a:pt x="6747" y="5956"/>
                </a:lnTo>
                <a:lnTo>
                  <a:pt x="6756" y="5890"/>
                </a:lnTo>
                <a:lnTo>
                  <a:pt x="6721" y="5876"/>
                </a:lnTo>
              </a:path>
              <a:path w="21600" h="21600">
                <a:moveTo>
                  <a:pt x="9318" y="5875"/>
                </a:moveTo>
                <a:lnTo>
                  <a:pt x="9128" y="5932"/>
                </a:lnTo>
                <a:lnTo>
                  <a:pt x="9207" y="6117"/>
                </a:lnTo>
                <a:lnTo>
                  <a:pt x="9236" y="6225"/>
                </a:lnTo>
                <a:lnTo>
                  <a:pt x="9424" y="6159"/>
                </a:lnTo>
              </a:path>
              <a:path w="21600" h="21600">
                <a:moveTo>
                  <a:pt x="7159" y="5874"/>
                </a:moveTo>
                <a:lnTo>
                  <a:pt x="7172" y="5918"/>
                </a:lnTo>
                <a:lnTo>
                  <a:pt x="7245" y="5964"/>
                </a:lnTo>
                <a:lnTo>
                  <a:pt x="7217" y="5885"/>
                </a:lnTo>
              </a:path>
              <a:path w="21600" h="21600">
                <a:moveTo>
                  <a:pt x="2594" y="5874"/>
                </a:moveTo>
                <a:lnTo>
                  <a:pt x="2520" y="6068"/>
                </a:lnTo>
                <a:lnTo>
                  <a:pt x="2527" y="6084"/>
                </a:lnTo>
                <a:lnTo>
                  <a:pt x="2671" y="6013"/>
                </a:lnTo>
                <a:lnTo>
                  <a:pt x="2686" y="5989"/>
                </a:lnTo>
              </a:path>
              <a:path w="21600" h="21600">
                <a:moveTo>
                  <a:pt x="11813" y="5873"/>
                </a:moveTo>
                <a:lnTo>
                  <a:pt x="11720" y="6146"/>
                </a:lnTo>
                <a:lnTo>
                  <a:pt x="11691" y="6198"/>
                </a:lnTo>
                <a:lnTo>
                  <a:pt x="11817" y="6621"/>
                </a:lnTo>
                <a:lnTo>
                  <a:pt x="11936" y="6395"/>
                </a:lnTo>
                <a:lnTo>
                  <a:pt x="11968" y="6295"/>
                </a:lnTo>
                <a:lnTo>
                  <a:pt x="11962" y="6275"/>
                </a:lnTo>
              </a:path>
              <a:path w="21600" h="21600">
                <a:moveTo>
                  <a:pt x="2359" y="5865"/>
                </a:moveTo>
                <a:lnTo>
                  <a:pt x="2251" y="5919"/>
                </a:lnTo>
                <a:lnTo>
                  <a:pt x="2235" y="5931"/>
                </a:lnTo>
                <a:lnTo>
                  <a:pt x="2148" y="6223"/>
                </a:lnTo>
                <a:lnTo>
                  <a:pt x="2115" y="6374"/>
                </a:lnTo>
                <a:lnTo>
                  <a:pt x="2169" y="6325"/>
                </a:lnTo>
                <a:lnTo>
                  <a:pt x="2240" y="6276"/>
                </a:lnTo>
              </a:path>
              <a:path w="21600" h="21600">
                <a:moveTo>
                  <a:pt x="7079" y="5860"/>
                </a:moveTo>
                <a:lnTo>
                  <a:pt x="7106" y="5876"/>
                </a:lnTo>
                <a:lnTo>
                  <a:pt x="7104" y="5864"/>
                </a:lnTo>
              </a:path>
              <a:path w="21600" h="21600">
                <a:moveTo>
                  <a:pt x="6995" y="5858"/>
                </a:moveTo>
                <a:lnTo>
                  <a:pt x="7000" y="5942"/>
                </a:lnTo>
                <a:lnTo>
                  <a:pt x="7000" y="5944"/>
                </a:lnTo>
                <a:lnTo>
                  <a:pt x="7091" y="5982"/>
                </a:lnTo>
                <a:lnTo>
                  <a:pt x="7123" y="6000"/>
                </a:lnTo>
                <a:lnTo>
                  <a:pt x="7114" y="5933"/>
                </a:lnTo>
              </a:path>
              <a:path w="21600" h="21600">
                <a:moveTo>
                  <a:pt x="1774" y="5857"/>
                </a:moveTo>
                <a:lnTo>
                  <a:pt x="1692" y="5917"/>
                </a:lnTo>
                <a:lnTo>
                  <a:pt x="1537" y="6063"/>
                </a:lnTo>
                <a:lnTo>
                  <a:pt x="1594" y="6037"/>
                </a:lnTo>
              </a:path>
              <a:path w="21600" h="21600">
                <a:moveTo>
                  <a:pt x="6917" y="5829"/>
                </a:moveTo>
                <a:lnTo>
                  <a:pt x="6954" y="5921"/>
                </a:lnTo>
                <a:lnTo>
                  <a:pt x="6950" y="5836"/>
                </a:lnTo>
              </a:path>
              <a:path w="21600" h="21600">
                <a:moveTo>
                  <a:pt x="7145" y="5826"/>
                </a:moveTo>
                <a:lnTo>
                  <a:pt x="7145" y="5827"/>
                </a:lnTo>
                <a:lnTo>
                  <a:pt x="7147" y="5827"/>
                </a:lnTo>
              </a:path>
              <a:path w="21600" h="21600">
                <a:moveTo>
                  <a:pt x="6497" y="5817"/>
                </a:moveTo>
                <a:lnTo>
                  <a:pt x="6502" y="5828"/>
                </a:lnTo>
                <a:cubicBezTo>
                  <a:pt x="6508" y="5841"/>
                  <a:pt x="6513" y="5851"/>
                  <a:pt x="6516" y="5856"/>
                </a:cubicBezTo>
                <a:cubicBezTo>
                  <a:pt x="6519" y="5851"/>
                  <a:pt x="6521" y="5846"/>
                  <a:pt x="6525" y="5838"/>
                </a:cubicBezTo>
                <a:lnTo>
                  <a:pt x="6529" y="5825"/>
                </a:lnTo>
              </a:path>
              <a:path w="21600" h="21600">
                <a:moveTo>
                  <a:pt x="2547" y="5817"/>
                </a:moveTo>
                <a:lnTo>
                  <a:pt x="2492" y="5898"/>
                </a:lnTo>
                <a:lnTo>
                  <a:pt x="2503" y="5982"/>
                </a:lnTo>
                <a:lnTo>
                  <a:pt x="2560" y="5832"/>
                </a:lnTo>
              </a:path>
              <a:path w="21600" h="21600">
                <a:moveTo>
                  <a:pt x="7238" y="5810"/>
                </a:moveTo>
                <a:lnTo>
                  <a:pt x="7250" y="5843"/>
                </a:lnTo>
                <a:lnTo>
                  <a:pt x="7255" y="5847"/>
                </a:lnTo>
                <a:lnTo>
                  <a:pt x="7285" y="5852"/>
                </a:lnTo>
                <a:lnTo>
                  <a:pt x="7277" y="5843"/>
                </a:lnTo>
              </a:path>
              <a:path w="21600" h="21600">
                <a:moveTo>
                  <a:pt x="6813" y="5810"/>
                </a:moveTo>
                <a:lnTo>
                  <a:pt x="6805" y="5863"/>
                </a:lnTo>
                <a:lnTo>
                  <a:pt x="6890" y="5898"/>
                </a:lnTo>
                <a:lnTo>
                  <a:pt x="6860" y="5819"/>
                </a:lnTo>
              </a:path>
              <a:path w="21600" h="21600">
                <a:moveTo>
                  <a:pt x="10087" y="5800"/>
                </a:moveTo>
                <a:lnTo>
                  <a:pt x="9913" y="5947"/>
                </a:lnTo>
                <a:lnTo>
                  <a:pt x="10057" y="6284"/>
                </a:lnTo>
                <a:lnTo>
                  <a:pt x="10220" y="6141"/>
                </a:lnTo>
                <a:lnTo>
                  <a:pt x="10157" y="5964"/>
                </a:lnTo>
              </a:path>
              <a:path w="21600" h="21600">
                <a:moveTo>
                  <a:pt x="11490" y="5800"/>
                </a:moveTo>
                <a:lnTo>
                  <a:pt x="11461" y="5880"/>
                </a:lnTo>
                <a:lnTo>
                  <a:pt x="11356" y="6057"/>
                </a:lnTo>
                <a:lnTo>
                  <a:pt x="11489" y="6468"/>
                </a:lnTo>
                <a:lnTo>
                  <a:pt x="11643" y="6193"/>
                </a:lnTo>
                <a:lnTo>
                  <a:pt x="11632" y="6157"/>
                </a:lnTo>
              </a:path>
              <a:path w="21600" h="21600">
                <a:moveTo>
                  <a:pt x="10636" y="5791"/>
                </a:moveTo>
                <a:lnTo>
                  <a:pt x="10561" y="5899"/>
                </a:lnTo>
                <a:lnTo>
                  <a:pt x="10480" y="5969"/>
                </a:lnTo>
                <a:lnTo>
                  <a:pt x="10534" y="6106"/>
                </a:lnTo>
                <a:lnTo>
                  <a:pt x="10603" y="6323"/>
                </a:lnTo>
                <a:lnTo>
                  <a:pt x="10780" y="6155"/>
                </a:lnTo>
                <a:lnTo>
                  <a:pt x="10737" y="6037"/>
                </a:lnTo>
                <a:cubicBezTo>
                  <a:pt x="10703" y="5949"/>
                  <a:pt x="10671" y="5871"/>
                  <a:pt x="10643" y="5805"/>
                </a:cubicBezTo>
              </a:path>
              <a:path w="21600" h="21600">
                <a:moveTo>
                  <a:pt x="6685" y="5786"/>
                </a:moveTo>
                <a:lnTo>
                  <a:pt x="6702" y="5825"/>
                </a:lnTo>
                <a:lnTo>
                  <a:pt x="6736" y="5834"/>
                </a:lnTo>
                <a:lnTo>
                  <a:pt x="6762" y="5845"/>
                </a:lnTo>
                <a:lnTo>
                  <a:pt x="6768" y="5801"/>
                </a:lnTo>
              </a:path>
              <a:path w="21600" h="21600">
                <a:moveTo>
                  <a:pt x="2523" y="5782"/>
                </a:moveTo>
                <a:lnTo>
                  <a:pt x="2417" y="5835"/>
                </a:lnTo>
                <a:lnTo>
                  <a:pt x="2409" y="5857"/>
                </a:lnTo>
                <a:lnTo>
                  <a:pt x="2300" y="6234"/>
                </a:lnTo>
                <a:lnTo>
                  <a:pt x="2447" y="6131"/>
                </a:lnTo>
                <a:lnTo>
                  <a:pt x="2472" y="6065"/>
                </a:lnTo>
                <a:lnTo>
                  <a:pt x="2471" y="6062"/>
                </a:lnTo>
                <a:cubicBezTo>
                  <a:pt x="2448" y="5997"/>
                  <a:pt x="2440" y="5939"/>
                  <a:pt x="2449" y="5889"/>
                </a:cubicBezTo>
                <a:lnTo>
                  <a:pt x="2525" y="5784"/>
                </a:lnTo>
              </a:path>
              <a:path w="21600" h="21600">
                <a:moveTo>
                  <a:pt x="6593" y="5768"/>
                </a:moveTo>
                <a:lnTo>
                  <a:pt x="6585" y="5794"/>
                </a:lnTo>
                <a:lnTo>
                  <a:pt x="6648" y="5811"/>
                </a:lnTo>
                <a:lnTo>
                  <a:pt x="6632" y="5776"/>
                </a:lnTo>
              </a:path>
              <a:path w="21600" h="21600">
                <a:moveTo>
                  <a:pt x="9523" y="5768"/>
                </a:moveTo>
                <a:lnTo>
                  <a:pt x="9520" y="5771"/>
                </a:lnTo>
                <a:cubicBezTo>
                  <a:pt x="9470" y="5802"/>
                  <a:pt x="9418" y="5831"/>
                  <a:pt x="9363" y="5857"/>
                </a:cubicBezTo>
                <a:lnTo>
                  <a:pt x="9470" y="6143"/>
                </a:lnTo>
                <a:lnTo>
                  <a:pt x="9665" y="6074"/>
                </a:lnTo>
              </a:path>
              <a:path w="21600" h="21600">
                <a:moveTo>
                  <a:pt x="6818" y="5765"/>
                </a:moveTo>
                <a:lnTo>
                  <a:pt x="6818" y="5766"/>
                </a:lnTo>
                <a:lnTo>
                  <a:pt x="6823" y="5766"/>
                </a:lnTo>
              </a:path>
              <a:path w="21600" h="21600">
                <a:moveTo>
                  <a:pt x="2585" y="5765"/>
                </a:moveTo>
                <a:lnTo>
                  <a:pt x="2580" y="5768"/>
                </a:lnTo>
                <a:lnTo>
                  <a:pt x="2573" y="5778"/>
                </a:lnTo>
                <a:lnTo>
                  <a:pt x="2574" y="5780"/>
                </a:lnTo>
                <a:lnTo>
                  <a:pt x="2578" y="5785"/>
                </a:lnTo>
              </a:path>
              <a:path w="21600" h="21600">
                <a:moveTo>
                  <a:pt x="13008" y="5752"/>
                </a:moveTo>
                <a:lnTo>
                  <a:pt x="13004" y="5909"/>
                </a:lnTo>
                <a:lnTo>
                  <a:pt x="12939" y="6426"/>
                </a:lnTo>
                <a:lnTo>
                  <a:pt x="12996" y="6617"/>
                </a:lnTo>
                <a:lnTo>
                  <a:pt x="13086" y="6997"/>
                </a:lnTo>
                <a:lnTo>
                  <a:pt x="13122" y="6811"/>
                </a:lnTo>
                <a:lnTo>
                  <a:pt x="13170" y="6343"/>
                </a:lnTo>
                <a:lnTo>
                  <a:pt x="13086" y="6037"/>
                </a:lnTo>
              </a:path>
              <a:path w="21600" h="21600">
                <a:moveTo>
                  <a:pt x="8041" y="5745"/>
                </a:moveTo>
                <a:lnTo>
                  <a:pt x="8126" y="5964"/>
                </a:lnTo>
                <a:lnTo>
                  <a:pt x="8335" y="5982"/>
                </a:lnTo>
                <a:lnTo>
                  <a:pt x="8285" y="5834"/>
                </a:lnTo>
                <a:lnTo>
                  <a:pt x="8245" y="5750"/>
                </a:lnTo>
                <a:lnTo>
                  <a:pt x="8175" y="5755"/>
                </a:lnTo>
              </a:path>
              <a:path w="21600" h="21600">
                <a:moveTo>
                  <a:pt x="6468" y="5745"/>
                </a:moveTo>
                <a:lnTo>
                  <a:pt x="6472" y="5754"/>
                </a:lnTo>
                <a:lnTo>
                  <a:pt x="6476" y="5766"/>
                </a:lnTo>
                <a:lnTo>
                  <a:pt x="6541" y="5783"/>
                </a:lnTo>
                <a:lnTo>
                  <a:pt x="6548" y="5760"/>
                </a:lnTo>
              </a:path>
              <a:path w="21600" h="21600">
                <a:moveTo>
                  <a:pt x="8487" y="5731"/>
                </a:moveTo>
                <a:lnTo>
                  <a:pt x="8289" y="5746"/>
                </a:lnTo>
                <a:lnTo>
                  <a:pt x="8331" y="5834"/>
                </a:lnTo>
                <a:lnTo>
                  <a:pt x="8381" y="5986"/>
                </a:lnTo>
                <a:lnTo>
                  <a:pt x="8448" y="5991"/>
                </a:lnTo>
                <a:lnTo>
                  <a:pt x="8592" y="5980"/>
                </a:lnTo>
              </a:path>
              <a:path w="21600" h="21600">
                <a:moveTo>
                  <a:pt x="1963" y="5729"/>
                </a:moveTo>
                <a:lnTo>
                  <a:pt x="1961" y="5731"/>
                </a:lnTo>
                <a:lnTo>
                  <a:pt x="1961" y="5746"/>
                </a:lnTo>
              </a:path>
              <a:path w="21600" h="21600">
                <a:moveTo>
                  <a:pt x="7787" y="5727"/>
                </a:moveTo>
                <a:lnTo>
                  <a:pt x="7879" y="5944"/>
                </a:lnTo>
                <a:lnTo>
                  <a:pt x="8074" y="5960"/>
                </a:lnTo>
                <a:lnTo>
                  <a:pt x="7989" y="5742"/>
                </a:lnTo>
              </a:path>
              <a:path w="21600" h="21600">
                <a:moveTo>
                  <a:pt x="13652" y="5726"/>
                </a:moveTo>
                <a:lnTo>
                  <a:pt x="13674" y="5931"/>
                </a:lnTo>
                <a:cubicBezTo>
                  <a:pt x="13693" y="6154"/>
                  <a:pt x="13705" y="6390"/>
                  <a:pt x="13704" y="6633"/>
                </a:cubicBezTo>
                <a:lnTo>
                  <a:pt x="13682" y="7019"/>
                </a:lnTo>
                <a:lnTo>
                  <a:pt x="13814" y="7867"/>
                </a:lnTo>
                <a:lnTo>
                  <a:pt x="13865" y="7582"/>
                </a:lnTo>
                <a:cubicBezTo>
                  <a:pt x="13888" y="7362"/>
                  <a:pt x="13897" y="7131"/>
                  <a:pt x="13892" y="6876"/>
                </a:cubicBezTo>
                <a:lnTo>
                  <a:pt x="13883" y="6726"/>
                </a:lnTo>
                <a:lnTo>
                  <a:pt x="13774" y="6258"/>
                </a:lnTo>
              </a:path>
              <a:path w="21600" h="21600">
                <a:moveTo>
                  <a:pt x="6988" y="5722"/>
                </a:moveTo>
                <a:lnTo>
                  <a:pt x="6992" y="5798"/>
                </a:lnTo>
                <a:lnTo>
                  <a:pt x="7092" y="5817"/>
                </a:lnTo>
                <a:lnTo>
                  <a:pt x="7075" y="5780"/>
                </a:lnTo>
              </a:path>
              <a:path w="21600" h="21600">
                <a:moveTo>
                  <a:pt x="6608" y="5719"/>
                </a:moveTo>
                <a:lnTo>
                  <a:pt x="6606" y="5725"/>
                </a:lnTo>
                <a:lnTo>
                  <a:pt x="6611" y="5726"/>
                </a:lnTo>
              </a:path>
              <a:path w="21600" h="21600">
                <a:moveTo>
                  <a:pt x="6318" y="5719"/>
                </a:moveTo>
                <a:lnTo>
                  <a:pt x="6305" y="5728"/>
                </a:lnTo>
                <a:lnTo>
                  <a:pt x="6345" y="5731"/>
                </a:lnTo>
                <a:lnTo>
                  <a:pt x="6423" y="5752"/>
                </a:lnTo>
                <a:lnTo>
                  <a:pt x="6416" y="5735"/>
                </a:lnTo>
                <a:lnTo>
                  <a:pt x="6350" y="5722"/>
                </a:lnTo>
              </a:path>
              <a:path w="21600" h="21600">
                <a:moveTo>
                  <a:pt x="5665" y="5715"/>
                </a:moveTo>
                <a:cubicBezTo>
                  <a:pt x="4990" y="5713"/>
                  <a:pt x="4307" y="5861"/>
                  <a:pt x="3702" y="6019"/>
                </a:cubicBezTo>
                <a:cubicBezTo>
                  <a:pt x="3354" y="6110"/>
                  <a:pt x="3079" y="6214"/>
                  <a:pt x="2883" y="6326"/>
                </a:cubicBezTo>
                <a:lnTo>
                  <a:pt x="2729" y="6442"/>
                </a:lnTo>
                <a:lnTo>
                  <a:pt x="2727" y="6467"/>
                </a:lnTo>
                <a:cubicBezTo>
                  <a:pt x="2722" y="6473"/>
                  <a:pt x="2716" y="6480"/>
                  <a:pt x="2711" y="6493"/>
                </a:cubicBezTo>
                <a:lnTo>
                  <a:pt x="2645" y="6684"/>
                </a:lnTo>
                <a:lnTo>
                  <a:pt x="2692" y="6780"/>
                </a:lnTo>
                <a:lnTo>
                  <a:pt x="2998" y="6552"/>
                </a:lnTo>
                <a:cubicBezTo>
                  <a:pt x="3225" y="6416"/>
                  <a:pt x="3474" y="6297"/>
                  <a:pt x="3730" y="6202"/>
                </a:cubicBezTo>
                <a:cubicBezTo>
                  <a:pt x="4480" y="5926"/>
                  <a:pt x="5260" y="5804"/>
                  <a:pt x="5987" y="5851"/>
                </a:cubicBezTo>
                <a:cubicBezTo>
                  <a:pt x="6203" y="5864"/>
                  <a:pt x="6415" y="5894"/>
                  <a:pt x="6624" y="5931"/>
                </a:cubicBezTo>
                <a:lnTo>
                  <a:pt x="6693" y="5945"/>
                </a:lnTo>
                <a:lnTo>
                  <a:pt x="6669" y="5862"/>
                </a:lnTo>
                <a:lnTo>
                  <a:pt x="6573" y="5837"/>
                </a:lnTo>
                <a:lnTo>
                  <a:pt x="6567" y="5856"/>
                </a:lnTo>
                <a:cubicBezTo>
                  <a:pt x="6556" y="5881"/>
                  <a:pt x="6544" y="5909"/>
                  <a:pt x="6518" y="5909"/>
                </a:cubicBezTo>
                <a:cubicBezTo>
                  <a:pt x="6494" y="5909"/>
                  <a:pt x="6480" y="5887"/>
                  <a:pt x="6461" y="5847"/>
                </a:cubicBezTo>
                <a:lnTo>
                  <a:pt x="6443" y="5803"/>
                </a:lnTo>
                <a:lnTo>
                  <a:pt x="6336" y="5774"/>
                </a:lnTo>
                <a:cubicBezTo>
                  <a:pt x="6115" y="5734"/>
                  <a:pt x="5891" y="5716"/>
                  <a:pt x="5665" y="5715"/>
                </a:cubicBezTo>
              </a:path>
              <a:path w="21600" h="21600">
                <a:moveTo>
                  <a:pt x="6820" y="5711"/>
                </a:moveTo>
                <a:lnTo>
                  <a:pt x="6820" y="5720"/>
                </a:lnTo>
                <a:lnTo>
                  <a:pt x="6824" y="5721"/>
                </a:lnTo>
              </a:path>
              <a:path w="21600" h="21600">
                <a:moveTo>
                  <a:pt x="7545" y="5709"/>
                </a:moveTo>
                <a:lnTo>
                  <a:pt x="7632" y="5916"/>
                </a:lnTo>
                <a:lnTo>
                  <a:pt x="7696" y="5928"/>
                </a:lnTo>
                <a:lnTo>
                  <a:pt x="7840" y="5940"/>
                </a:lnTo>
                <a:lnTo>
                  <a:pt x="7742" y="5724"/>
                </a:lnTo>
              </a:path>
              <a:path w="21600" h="21600">
                <a:moveTo>
                  <a:pt x="6649" y="5705"/>
                </a:moveTo>
                <a:lnTo>
                  <a:pt x="6663" y="5736"/>
                </a:lnTo>
                <a:lnTo>
                  <a:pt x="6772" y="5757"/>
                </a:lnTo>
                <a:lnTo>
                  <a:pt x="6773" y="5749"/>
                </a:lnTo>
              </a:path>
              <a:path w="21600" h="21600">
                <a:moveTo>
                  <a:pt x="904" y="5699"/>
                </a:moveTo>
                <a:lnTo>
                  <a:pt x="740" y="5740"/>
                </a:lnTo>
                <a:lnTo>
                  <a:pt x="483" y="5764"/>
                </a:lnTo>
                <a:lnTo>
                  <a:pt x="352" y="5928"/>
                </a:lnTo>
                <a:lnTo>
                  <a:pt x="256" y="6093"/>
                </a:lnTo>
                <a:lnTo>
                  <a:pt x="566" y="6065"/>
                </a:lnTo>
                <a:lnTo>
                  <a:pt x="601" y="6056"/>
                </a:lnTo>
                <a:lnTo>
                  <a:pt x="768" y="5857"/>
                </a:lnTo>
              </a:path>
              <a:path w="21600" h="21600">
                <a:moveTo>
                  <a:pt x="7108" y="5699"/>
                </a:moveTo>
                <a:lnTo>
                  <a:pt x="7125" y="5756"/>
                </a:lnTo>
                <a:lnTo>
                  <a:pt x="7185" y="5796"/>
                </a:lnTo>
                <a:lnTo>
                  <a:pt x="7170" y="5752"/>
                </a:lnTo>
              </a:path>
              <a:path w="21600" h="21600">
                <a:moveTo>
                  <a:pt x="2474" y="5692"/>
                </a:moveTo>
                <a:lnTo>
                  <a:pt x="2441" y="5774"/>
                </a:lnTo>
                <a:lnTo>
                  <a:pt x="2502" y="5743"/>
                </a:lnTo>
              </a:path>
              <a:path w="21600" h="21600">
                <a:moveTo>
                  <a:pt x="8717" y="5691"/>
                </a:moveTo>
                <a:lnTo>
                  <a:pt x="8587" y="5723"/>
                </a:lnTo>
                <a:lnTo>
                  <a:pt x="8534" y="5728"/>
                </a:lnTo>
                <a:lnTo>
                  <a:pt x="8638" y="5976"/>
                </a:lnTo>
                <a:lnTo>
                  <a:pt x="8834" y="5960"/>
                </a:lnTo>
                <a:lnTo>
                  <a:pt x="8812" y="5891"/>
                </a:lnTo>
              </a:path>
              <a:path w="21600" h="21600">
                <a:moveTo>
                  <a:pt x="11152" y="5686"/>
                </a:moveTo>
                <a:lnTo>
                  <a:pt x="11012" y="5902"/>
                </a:lnTo>
                <a:lnTo>
                  <a:pt x="11014" y="5906"/>
                </a:lnTo>
                <a:lnTo>
                  <a:pt x="11155" y="6304"/>
                </a:lnTo>
                <a:lnTo>
                  <a:pt x="11165" y="6293"/>
                </a:lnTo>
                <a:lnTo>
                  <a:pt x="11307" y="6053"/>
                </a:lnTo>
                <a:lnTo>
                  <a:pt x="11302" y="6038"/>
                </a:lnTo>
              </a:path>
              <a:path w="21600" h="21600">
                <a:moveTo>
                  <a:pt x="7305" y="5680"/>
                </a:moveTo>
                <a:lnTo>
                  <a:pt x="7390" y="5872"/>
                </a:lnTo>
                <a:lnTo>
                  <a:pt x="7579" y="5907"/>
                </a:lnTo>
                <a:lnTo>
                  <a:pt x="7494" y="5705"/>
                </a:lnTo>
                <a:lnTo>
                  <a:pt x="7422" y="5700"/>
                </a:lnTo>
              </a:path>
              <a:path w="21600" h="21600">
                <a:moveTo>
                  <a:pt x="2040" y="5673"/>
                </a:moveTo>
                <a:lnTo>
                  <a:pt x="2026" y="5680"/>
                </a:lnTo>
                <a:lnTo>
                  <a:pt x="2016" y="5787"/>
                </a:lnTo>
                <a:lnTo>
                  <a:pt x="2018" y="5785"/>
                </a:lnTo>
              </a:path>
              <a:path w="21600" h="21600">
                <a:moveTo>
                  <a:pt x="7213" y="5664"/>
                </a:moveTo>
                <a:lnTo>
                  <a:pt x="7249" y="5716"/>
                </a:lnTo>
                <a:lnTo>
                  <a:pt x="7295" y="5773"/>
                </a:lnTo>
                <a:lnTo>
                  <a:pt x="7247" y="5670"/>
                </a:lnTo>
              </a:path>
              <a:path w="21600" h="21600">
                <a:moveTo>
                  <a:pt x="1805" y="5660"/>
                </a:moveTo>
                <a:lnTo>
                  <a:pt x="1781" y="5685"/>
                </a:lnTo>
                <a:cubicBezTo>
                  <a:pt x="1634" y="5787"/>
                  <a:pt x="1459" y="5874"/>
                  <a:pt x="1257" y="5944"/>
                </a:cubicBezTo>
                <a:lnTo>
                  <a:pt x="1168" y="5966"/>
                </a:lnTo>
                <a:lnTo>
                  <a:pt x="1040" y="6107"/>
                </a:lnTo>
                <a:lnTo>
                  <a:pt x="845" y="6331"/>
                </a:lnTo>
                <a:lnTo>
                  <a:pt x="1076" y="6279"/>
                </a:lnTo>
                <a:lnTo>
                  <a:pt x="1410" y="6123"/>
                </a:lnTo>
                <a:lnTo>
                  <a:pt x="1411" y="6122"/>
                </a:lnTo>
                <a:cubicBezTo>
                  <a:pt x="1484" y="6042"/>
                  <a:pt x="1568" y="5962"/>
                  <a:pt x="1661" y="5885"/>
                </a:cubicBezTo>
                <a:lnTo>
                  <a:pt x="1803" y="5782"/>
                </a:lnTo>
              </a:path>
              <a:path w="21600" h="21600">
                <a:moveTo>
                  <a:pt x="7116" y="5648"/>
                </a:moveTo>
                <a:lnTo>
                  <a:pt x="7140" y="5668"/>
                </a:lnTo>
                <a:lnTo>
                  <a:pt x="7137" y="5661"/>
                </a:lnTo>
                <a:lnTo>
                  <a:pt x="7131" y="5650"/>
                </a:lnTo>
              </a:path>
              <a:path w="21600" h="21600">
                <a:moveTo>
                  <a:pt x="5465" y="5643"/>
                </a:moveTo>
                <a:cubicBezTo>
                  <a:pt x="4817" y="5643"/>
                  <a:pt x="4138" y="5770"/>
                  <a:pt x="3485" y="6015"/>
                </a:cubicBezTo>
                <a:lnTo>
                  <a:pt x="3359" y="6077"/>
                </a:lnTo>
                <a:lnTo>
                  <a:pt x="3690" y="5977"/>
                </a:lnTo>
                <a:cubicBezTo>
                  <a:pt x="4299" y="5818"/>
                  <a:pt x="4986" y="5668"/>
                  <a:pt x="5668" y="5672"/>
                </a:cubicBezTo>
                <a:lnTo>
                  <a:pt x="6259" y="5723"/>
                </a:lnTo>
                <a:lnTo>
                  <a:pt x="6243" y="5710"/>
                </a:lnTo>
                <a:lnTo>
                  <a:pt x="5716" y="5650"/>
                </a:lnTo>
                <a:cubicBezTo>
                  <a:pt x="5633" y="5646"/>
                  <a:pt x="5548" y="5644"/>
                  <a:pt x="5463" y="5644"/>
                </a:cubicBezTo>
              </a:path>
              <a:path w="21600" h="21600">
                <a:moveTo>
                  <a:pt x="6374" y="5642"/>
                </a:moveTo>
                <a:lnTo>
                  <a:pt x="6357" y="5679"/>
                </a:lnTo>
                <a:lnTo>
                  <a:pt x="6359" y="5679"/>
                </a:lnTo>
                <a:lnTo>
                  <a:pt x="6396" y="5686"/>
                </a:lnTo>
              </a:path>
              <a:path w="21600" h="21600">
                <a:moveTo>
                  <a:pt x="10285" y="5634"/>
                </a:moveTo>
                <a:lnTo>
                  <a:pt x="10123" y="5770"/>
                </a:lnTo>
                <a:lnTo>
                  <a:pt x="10197" y="5943"/>
                </a:lnTo>
                <a:lnTo>
                  <a:pt x="10256" y="6110"/>
                </a:lnTo>
                <a:lnTo>
                  <a:pt x="10427" y="5960"/>
                </a:lnTo>
                <a:lnTo>
                  <a:pt x="10394" y="5875"/>
                </a:lnTo>
                <a:cubicBezTo>
                  <a:pt x="10363" y="5800"/>
                  <a:pt x="10335" y="5737"/>
                  <a:pt x="10313" y="5688"/>
                </a:cubicBezTo>
              </a:path>
              <a:path w="21600" h="21600">
                <a:moveTo>
                  <a:pt x="6837" y="5632"/>
                </a:moveTo>
                <a:lnTo>
                  <a:pt x="6882" y="5742"/>
                </a:lnTo>
                <a:lnTo>
                  <a:pt x="6907" y="5751"/>
                </a:lnTo>
                <a:lnTo>
                  <a:pt x="6946" y="5776"/>
                </a:lnTo>
                <a:lnTo>
                  <a:pt x="6942" y="5691"/>
                </a:lnTo>
                <a:lnTo>
                  <a:pt x="6903" y="5666"/>
                </a:lnTo>
              </a:path>
              <a:path w="21600" h="21600">
                <a:moveTo>
                  <a:pt x="8949" y="5631"/>
                </a:moveTo>
                <a:lnTo>
                  <a:pt x="8760" y="5679"/>
                </a:lnTo>
                <a:lnTo>
                  <a:pt x="8857" y="5884"/>
                </a:lnTo>
                <a:lnTo>
                  <a:pt x="8880" y="5956"/>
                </a:lnTo>
                <a:lnTo>
                  <a:pt x="8910" y="5953"/>
                </a:lnTo>
                <a:lnTo>
                  <a:pt x="9065" y="5907"/>
                </a:lnTo>
              </a:path>
              <a:path w="21600" h="21600">
                <a:moveTo>
                  <a:pt x="6974" y="5624"/>
                </a:moveTo>
                <a:lnTo>
                  <a:pt x="6983" y="5662"/>
                </a:lnTo>
                <a:lnTo>
                  <a:pt x="7037" y="5698"/>
                </a:lnTo>
                <a:lnTo>
                  <a:pt x="7005" y="5629"/>
                </a:lnTo>
              </a:path>
              <a:path w="21600" h="21600">
                <a:moveTo>
                  <a:pt x="6412" y="5620"/>
                </a:moveTo>
                <a:lnTo>
                  <a:pt x="6443" y="5682"/>
                </a:lnTo>
                <a:lnTo>
                  <a:pt x="6449" y="5696"/>
                </a:lnTo>
                <a:lnTo>
                  <a:pt x="6561" y="5717"/>
                </a:lnTo>
                <a:lnTo>
                  <a:pt x="6572" y="5677"/>
                </a:lnTo>
              </a:path>
              <a:path w="21600" h="21600">
                <a:moveTo>
                  <a:pt x="6899" y="5611"/>
                </a:moveTo>
                <a:lnTo>
                  <a:pt x="6927" y="5626"/>
                </a:lnTo>
                <a:lnTo>
                  <a:pt x="6930" y="5627"/>
                </a:lnTo>
                <a:lnTo>
                  <a:pt x="6927" y="5616"/>
                </a:lnTo>
              </a:path>
              <a:path w="21600" h="21600">
                <a:moveTo>
                  <a:pt x="9719" y="5607"/>
                </a:moveTo>
                <a:lnTo>
                  <a:pt x="9559" y="5738"/>
                </a:lnTo>
                <a:lnTo>
                  <a:pt x="9704" y="6052"/>
                </a:lnTo>
                <a:cubicBezTo>
                  <a:pt x="9726" y="6040"/>
                  <a:pt x="9746" y="6028"/>
                  <a:pt x="9766" y="6015"/>
                </a:cubicBezTo>
                <a:lnTo>
                  <a:pt x="9859" y="5937"/>
                </a:lnTo>
              </a:path>
              <a:path w="21600" h="21600">
                <a:moveTo>
                  <a:pt x="7078" y="5597"/>
                </a:moveTo>
                <a:lnTo>
                  <a:pt x="7078" y="5597"/>
                </a:lnTo>
                <a:lnTo>
                  <a:pt x="7079" y="5598"/>
                </a:lnTo>
              </a:path>
              <a:path w="21600" h="21600">
                <a:moveTo>
                  <a:pt x="6643" y="5567"/>
                </a:moveTo>
                <a:lnTo>
                  <a:pt x="6636" y="5624"/>
                </a:lnTo>
                <a:lnTo>
                  <a:pt x="6628" y="5651"/>
                </a:lnTo>
                <a:lnTo>
                  <a:pt x="6774" y="5704"/>
                </a:lnTo>
                <a:lnTo>
                  <a:pt x="6778" y="5602"/>
                </a:lnTo>
                <a:lnTo>
                  <a:pt x="6778" y="5602"/>
                </a:lnTo>
                <a:lnTo>
                  <a:pt x="6745" y="5585"/>
                </a:lnTo>
                <a:lnTo>
                  <a:pt x="6701" y="5577"/>
                </a:lnTo>
              </a:path>
              <a:path w="21600" h="21600">
                <a:moveTo>
                  <a:pt x="6585" y="5557"/>
                </a:moveTo>
                <a:lnTo>
                  <a:pt x="6595" y="5580"/>
                </a:lnTo>
                <a:lnTo>
                  <a:pt x="6598" y="5559"/>
                </a:lnTo>
              </a:path>
              <a:path w="21600" h="21600">
                <a:moveTo>
                  <a:pt x="6194" y="5556"/>
                </a:moveTo>
                <a:lnTo>
                  <a:pt x="6248" y="5661"/>
                </a:lnTo>
                <a:lnTo>
                  <a:pt x="6254" y="5667"/>
                </a:lnTo>
                <a:lnTo>
                  <a:pt x="6308" y="5673"/>
                </a:lnTo>
                <a:lnTo>
                  <a:pt x="6311" y="5670"/>
                </a:lnTo>
                <a:lnTo>
                  <a:pt x="6344" y="5596"/>
                </a:lnTo>
                <a:lnTo>
                  <a:pt x="6253" y="5563"/>
                </a:lnTo>
              </a:path>
              <a:path w="21600" h="21600">
                <a:moveTo>
                  <a:pt x="1907" y="5551"/>
                </a:moveTo>
                <a:lnTo>
                  <a:pt x="1907" y="5551"/>
                </a:lnTo>
                <a:lnTo>
                  <a:pt x="1907" y="5553"/>
                </a:lnTo>
              </a:path>
              <a:path w="21600" h="21600">
                <a:moveTo>
                  <a:pt x="10802" y="5548"/>
                </a:moveTo>
                <a:lnTo>
                  <a:pt x="10665" y="5748"/>
                </a:lnTo>
                <a:lnTo>
                  <a:pt x="10685" y="5788"/>
                </a:lnTo>
                <a:cubicBezTo>
                  <a:pt x="10713" y="5854"/>
                  <a:pt x="10744" y="5931"/>
                  <a:pt x="10778" y="6017"/>
                </a:cubicBezTo>
                <a:lnTo>
                  <a:pt x="10815" y="6121"/>
                </a:lnTo>
                <a:lnTo>
                  <a:pt x="10829" y="6108"/>
                </a:lnTo>
                <a:lnTo>
                  <a:pt x="10963" y="5901"/>
                </a:lnTo>
              </a:path>
              <a:path w="21600" h="21600">
                <a:moveTo>
                  <a:pt x="2304" y="5537"/>
                </a:moveTo>
                <a:lnTo>
                  <a:pt x="2172" y="5605"/>
                </a:lnTo>
                <a:lnTo>
                  <a:pt x="2126" y="5755"/>
                </a:lnTo>
                <a:lnTo>
                  <a:pt x="2074" y="5991"/>
                </a:lnTo>
                <a:lnTo>
                  <a:pt x="2195" y="5904"/>
                </a:lnTo>
              </a:path>
              <a:path w="21600" h="21600">
                <a:moveTo>
                  <a:pt x="9154" y="5534"/>
                </a:moveTo>
                <a:lnTo>
                  <a:pt x="8994" y="5614"/>
                </a:lnTo>
                <a:lnTo>
                  <a:pt x="9112" y="5893"/>
                </a:lnTo>
                <a:lnTo>
                  <a:pt x="9304" y="5834"/>
                </a:lnTo>
              </a:path>
              <a:path w="21600" h="21600">
                <a:moveTo>
                  <a:pt x="2051" y="5534"/>
                </a:moveTo>
                <a:lnTo>
                  <a:pt x="2038" y="5593"/>
                </a:lnTo>
                <a:lnTo>
                  <a:pt x="2049" y="5582"/>
                </a:lnTo>
              </a:path>
              <a:path w="21600" h="21600">
                <a:moveTo>
                  <a:pt x="6424" y="5529"/>
                </a:moveTo>
                <a:lnTo>
                  <a:pt x="6405" y="5572"/>
                </a:lnTo>
                <a:lnTo>
                  <a:pt x="6569" y="5630"/>
                </a:lnTo>
                <a:lnTo>
                  <a:pt x="6533" y="5548"/>
                </a:lnTo>
              </a:path>
              <a:path w="21600" h="21600">
                <a:moveTo>
                  <a:pt x="6361" y="5518"/>
                </a:moveTo>
                <a:lnTo>
                  <a:pt x="6370" y="5537"/>
                </a:lnTo>
                <a:lnTo>
                  <a:pt x="6378" y="5521"/>
                </a:lnTo>
              </a:path>
              <a:path w="21600" h="21600">
                <a:moveTo>
                  <a:pt x="6949" y="5508"/>
                </a:moveTo>
                <a:lnTo>
                  <a:pt x="6954" y="5530"/>
                </a:lnTo>
                <a:lnTo>
                  <a:pt x="6962" y="5536"/>
                </a:lnTo>
              </a:path>
              <a:path w="21600" h="21600">
                <a:moveTo>
                  <a:pt x="6823" y="5491"/>
                </a:moveTo>
                <a:lnTo>
                  <a:pt x="6827" y="5514"/>
                </a:lnTo>
                <a:lnTo>
                  <a:pt x="6825" y="5554"/>
                </a:lnTo>
                <a:lnTo>
                  <a:pt x="6917" y="5570"/>
                </a:lnTo>
                <a:lnTo>
                  <a:pt x="6914" y="5556"/>
                </a:lnTo>
              </a:path>
              <a:path w="21600" h="21600">
                <a:moveTo>
                  <a:pt x="6555" y="5488"/>
                </a:moveTo>
                <a:lnTo>
                  <a:pt x="6564" y="5509"/>
                </a:lnTo>
                <a:lnTo>
                  <a:pt x="6603" y="5516"/>
                </a:lnTo>
                <a:lnTo>
                  <a:pt x="6604" y="5512"/>
                </a:lnTo>
                <a:lnTo>
                  <a:pt x="6560" y="5490"/>
                </a:lnTo>
              </a:path>
              <a:path w="21600" h="21600">
                <a:moveTo>
                  <a:pt x="5612" y="5486"/>
                </a:moveTo>
                <a:cubicBezTo>
                  <a:pt x="4962" y="5461"/>
                  <a:pt x="4293" y="5581"/>
                  <a:pt x="3653" y="5722"/>
                </a:cubicBezTo>
                <a:cubicBezTo>
                  <a:pt x="3307" y="5799"/>
                  <a:pt x="3034" y="5887"/>
                  <a:pt x="2842" y="5983"/>
                </a:cubicBezTo>
                <a:lnTo>
                  <a:pt x="2693" y="6081"/>
                </a:lnTo>
                <a:lnTo>
                  <a:pt x="2625" y="6269"/>
                </a:lnTo>
                <a:lnTo>
                  <a:pt x="2693" y="6366"/>
                </a:lnTo>
                <a:lnTo>
                  <a:pt x="2740" y="6329"/>
                </a:lnTo>
                <a:cubicBezTo>
                  <a:pt x="2965" y="6192"/>
                  <a:pt x="3213" y="6071"/>
                  <a:pt x="3469" y="5975"/>
                </a:cubicBezTo>
                <a:cubicBezTo>
                  <a:pt x="4214" y="5696"/>
                  <a:pt x="4993" y="5568"/>
                  <a:pt x="5721" y="5607"/>
                </a:cubicBezTo>
                <a:lnTo>
                  <a:pt x="6198" y="5661"/>
                </a:lnTo>
                <a:lnTo>
                  <a:pt x="6150" y="5568"/>
                </a:lnTo>
                <a:lnTo>
                  <a:pt x="6141" y="5550"/>
                </a:lnTo>
                <a:lnTo>
                  <a:pt x="6111" y="5546"/>
                </a:lnTo>
                <a:lnTo>
                  <a:pt x="6050" y="5578"/>
                </a:lnTo>
                <a:lnTo>
                  <a:pt x="5973" y="5529"/>
                </a:lnTo>
              </a:path>
              <a:path w="21600" h="21600">
                <a:moveTo>
                  <a:pt x="6164" y="5483"/>
                </a:moveTo>
                <a:lnTo>
                  <a:pt x="6160" y="5491"/>
                </a:lnTo>
                <a:lnTo>
                  <a:pt x="6171" y="5510"/>
                </a:lnTo>
                <a:lnTo>
                  <a:pt x="6264" y="5522"/>
                </a:lnTo>
                <a:lnTo>
                  <a:pt x="6324" y="5543"/>
                </a:lnTo>
                <a:lnTo>
                  <a:pt x="6307" y="5508"/>
                </a:lnTo>
              </a:path>
              <a:path w="21600" h="21600">
                <a:moveTo>
                  <a:pt x="1982" y="5471"/>
                </a:moveTo>
                <a:lnTo>
                  <a:pt x="1961" y="5493"/>
                </a:lnTo>
                <a:lnTo>
                  <a:pt x="1965" y="5607"/>
                </a:lnTo>
                <a:lnTo>
                  <a:pt x="1964" y="5664"/>
                </a:lnTo>
                <a:lnTo>
                  <a:pt x="1966" y="5662"/>
                </a:lnTo>
                <a:lnTo>
                  <a:pt x="1971" y="5659"/>
                </a:lnTo>
                <a:lnTo>
                  <a:pt x="1975" y="5655"/>
                </a:lnTo>
                <a:lnTo>
                  <a:pt x="1984" y="5616"/>
                </a:lnTo>
              </a:path>
              <a:path w="21600" h="21600">
                <a:moveTo>
                  <a:pt x="2444" y="5465"/>
                </a:moveTo>
                <a:lnTo>
                  <a:pt x="2361" y="5507"/>
                </a:lnTo>
                <a:lnTo>
                  <a:pt x="2253" y="5869"/>
                </a:lnTo>
                <a:lnTo>
                  <a:pt x="2380" y="5805"/>
                </a:lnTo>
                <a:lnTo>
                  <a:pt x="2448" y="5634"/>
                </a:lnTo>
                <a:lnTo>
                  <a:pt x="2420" y="5500"/>
                </a:lnTo>
              </a:path>
              <a:path w="21600" h="21600">
                <a:moveTo>
                  <a:pt x="7673" y="5460"/>
                </a:moveTo>
                <a:lnTo>
                  <a:pt x="7768" y="5682"/>
                </a:lnTo>
                <a:lnTo>
                  <a:pt x="7971" y="5697"/>
                </a:lnTo>
                <a:lnTo>
                  <a:pt x="7938" y="5611"/>
                </a:lnTo>
                <a:lnTo>
                  <a:pt x="7864" y="5472"/>
                </a:lnTo>
              </a:path>
              <a:path w="21600" h="21600">
                <a:moveTo>
                  <a:pt x="5972" y="5458"/>
                </a:moveTo>
                <a:lnTo>
                  <a:pt x="5991" y="5489"/>
                </a:lnTo>
                <a:lnTo>
                  <a:pt x="6100" y="5502"/>
                </a:lnTo>
                <a:lnTo>
                  <a:pt x="6108" y="5489"/>
                </a:lnTo>
                <a:lnTo>
                  <a:pt x="6098" y="5472"/>
                </a:lnTo>
                <a:lnTo>
                  <a:pt x="6085" y="5470"/>
                </a:lnTo>
              </a:path>
              <a:path w="21600" h="21600">
                <a:moveTo>
                  <a:pt x="6456" y="5454"/>
                </a:moveTo>
                <a:lnTo>
                  <a:pt x="6454" y="5464"/>
                </a:lnTo>
                <a:lnTo>
                  <a:pt x="6443" y="5488"/>
                </a:lnTo>
                <a:lnTo>
                  <a:pt x="6512" y="5500"/>
                </a:lnTo>
                <a:lnTo>
                  <a:pt x="6499" y="5469"/>
                </a:lnTo>
              </a:path>
              <a:path w="21600" h="21600">
                <a:moveTo>
                  <a:pt x="8101" y="5448"/>
                </a:moveTo>
                <a:lnTo>
                  <a:pt x="7918" y="5473"/>
                </a:lnTo>
                <a:lnTo>
                  <a:pt x="7981" y="5593"/>
                </a:lnTo>
                <a:lnTo>
                  <a:pt x="8023" y="5701"/>
                </a:lnTo>
                <a:lnTo>
                  <a:pt x="8177" y="5712"/>
                </a:lnTo>
                <a:lnTo>
                  <a:pt x="8225" y="5708"/>
                </a:lnTo>
              </a:path>
              <a:path w="21600" h="21600">
                <a:moveTo>
                  <a:pt x="6748" y="5446"/>
                </a:moveTo>
                <a:lnTo>
                  <a:pt x="6779" y="5504"/>
                </a:lnTo>
                <a:lnTo>
                  <a:pt x="6773" y="5460"/>
                </a:lnTo>
              </a:path>
              <a:path w="21600" h="21600">
                <a:moveTo>
                  <a:pt x="9914" y="5445"/>
                </a:moveTo>
                <a:lnTo>
                  <a:pt x="9755" y="5577"/>
                </a:lnTo>
                <a:lnTo>
                  <a:pt x="9895" y="5906"/>
                </a:lnTo>
                <a:lnTo>
                  <a:pt x="10070" y="5759"/>
                </a:lnTo>
                <a:lnTo>
                  <a:pt x="10060" y="5737"/>
                </a:lnTo>
                <a:cubicBezTo>
                  <a:pt x="10031" y="5670"/>
                  <a:pt x="10004" y="5614"/>
                  <a:pt x="9982" y="5569"/>
                </a:cubicBezTo>
              </a:path>
              <a:path w="21600" h="21600">
                <a:moveTo>
                  <a:pt x="7426" y="5445"/>
                </a:moveTo>
                <a:lnTo>
                  <a:pt x="7454" y="5493"/>
                </a:lnTo>
                <a:lnTo>
                  <a:pt x="7526" y="5664"/>
                </a:lnTo>
                <a:lnTo>
                  <a:pt x="7722" y="5679"/>
                </a:lnTo>
                <a:lnTo>
                  <a:pt x="7625" y="5463"/>
                </a:lnTo>
                <a:lnTo>
                  <a:pt x="7621" y="5457"/>
                </a:lnTo>
              </a:path>
              <a:path w="21600" h="21600">
                <a:moveTo>
                  <a:pt x="1801" y="5439"/>
                </a:moveTo>
                <a:lnTo>
                  <a:pt x="1735" y="5473"/>
                </a:lnTo>
                <a:cubicBezTo>
                  <a:pt x="1628" y="5544"/>
                  <a:pt x="1529" y="5619"/>
                  <a:pt x="1439" y="5696"/>
                </a:cubicBezTo>
                <a:lnTo>
                  <a:pt x="1220" y="5910"/>
                </a:lnTo>
                <a:lnTo>
                  <a:pt x="1240" y="5905"/>
                </a:lnTo>
                <a:cubicBezTo>
                  <a:pt x="1438" y="5836"/>
                  <a:pt x="1610" y="5751"/>
                  <a:pt x="1754" y="5650"/>
                </a:cubicBezTo>
                <a:lnTo>
                  <a:pt x="1803" y="5598"/>
                </a:lnTo>
                <a:lnTo>
                  <a:pt x="1802" y="5513"/>
                </a:lnTo>
              </a:path>
              <a:path w="21600" h="21600">
                <a:moveTo>
                  <a:pt x="6964" y="5433"/>
                </a:moveTo>
                <a:lnTo>
                  <a:pt x="6967" y="5438"/>
                </a:lnTo>
                <a:lnTo>
                  <a:pt x="6972" y="5441"/>
                </a:lnTo>
                <a:lnTo>
                  <a:pt x="6969" y="5437"/>
                </a:lnTo>
              </a:path>
              <a:path w="21600" h="21600">
                <a:moveTo>
                  <a:pt x="2577" y="5431"/>
                </a:moveTo>
                <a:lnTo>
                  <a:pt x="2495" y="5637"/>
                </a:lnTo>
                <a:lnTo>
                  <a:pt x="2542" y="5723"/>
                </a:lnTo>
                <a:lnTo>
                  <a:pt x="2615" y="5687"/>
                </a:lnTo>
                <a:lnTo>
                  <a:pt x="2660" y="5567"/>
                </a:lnTo>
                <a:cubicBezTo>
                  <a:pt x="2666" y="5553"/>
                  <a:pt x="2673" y="5544"/>
                  <a:pt x="2679" y="5537"/>
                </a:cubicBezTo>
              </a:path>
              <a:path w="21600" h="21600">
                <a:moveTo>
                  <a:pt x="7189" y="5430"/>
                </a:moveTo>
                <a:lnTo>
                  <a:pt x="7216" y="5479"/>
                </a:lnTo>
                <a:lnTo>
                  <a:pt x="7284" y="5633"/>
                </a:lnTo>
                <a:lnTo>
                  <a:pt x="7428" y="5657"/>
                </a:lnTo>
                <a:lnTo>
                  <a:pt x="7475" y="5661"/>
                </a:lnTo>
                <a:lnTo>
                  <a:pt x="7411" y="5508"/>
                </a:lnTo>
                <a:lnTo>
                  <a:pt x="7373" y="5442"/>
                </a:lnTo>
              </a:path>
              <a:path w="21600" h="21600">
                <a:moveTo>
                  <a:pt x="11957" y="5424"/>
                </a:moveTo>
                <a:lnTo>
                  <a:pt x="11927" y="5538"/>
                </a:lnTo>
                <a:lnTo>
                  <a:pt x="11836" y="5807"/>
                </a:lnTo>
                <a:lnTo>
                  <a:pt x="11990" y="6224"/>
                </a:lnTo>
                <a:lnTo>
                  <a:pt x="12107" y="5859"/>
                </a:lnTo>
                <a:lnTo>
                  <a:pt x="12051" y="5698"/>
                </a:lnTo>
              </a:path>
              <a:path w="21600" h="21600">
                <a:moveTo>
                  <a:pt x="2027" y="5423"/>
                </a:moveTo>
                <a:lnTo>
                  <a:pt x="2024" y="5426"/>
                </a:lnTo>
                <a:lnTo>
                  <a:pt x="2024" y="5436"/>
                </a:lnTo>
              </a:path>
              <a:path w="21600" h="21600">
                <a:moveTo>
                  <a:pt x="2532" y="5419"/>
                </a:moveTo>
                <a:lnTo>
                  <a:pt x="2511" y="5430"/>
                </a:lnTo>
                <a:lnTo>
                  <a:pt x="2511" y="5430"/>
                </a:lnTo>
                <a:cubicBezTo>
                  <a:pt x="2480" y="5459"/>
                  <a:pt x="2469" y="5484"/>
                  <a:pt x="2466" y="5505"/>
                </a:cubicBezTo>
                <a:lnTo>
                  <a:pt x="2478" y="5558"/>
                </a:lnTo>
              </a:path>
              <a:path w="21600" h="21600">
                <a:moveTo>
                  <a:pt x="8328" y="5417"/>
                </a:moveTo>
                <a:lnTo>
                  <a:pt x="8145" y="5442"/>
                </a:lnTo>
                <a:lnTo>
                  <a:pt x="8270" y="5705"/>
                </a:lnTo>
                <a:lnTo>
                  <a:pt x="8470" y="5689"/>
                </a:lnTo>
                <a:lnTo>
                  <a:pt x="8457" y="5660"/>
                </a:lnTo>
              </a:path>
              <a:path w="21600" h="21600">
                <a:moveTo>
                  <a:pt x="7027" y="5408"/>
                </a:moveTo>
                <a:lnTo>
                  <a:pt x="7059" y="5458"/>
                </a:lnTo>
                <a:lnTo>
                  <a:pt x="7073" y="5470"/>
                </a:lnTo>
                <a:lnTo>
                  <a:pt x="7177" y="5614"/>
                </a:lnTo>
                <a:lnTo>
                  <a:pt x="7225" y="5623"/>
                </a:lnTo>
                <a:lnTo>
                  <a:pt x="7133" y="5424"/>
                </a:lnTo>
              </a:path>
              <a:path w="21600" h="21600">
                <a:moveTo>
                  <a:pt x="10450" y="5408"/>
                </a:moveTo>
                <a:lnTo>
                  <a:pt x="10316" y="5595"/>
                </a:lnTo>
                <a:lnTo>
                  <a:pt x="10355" y="5669"/>
                </a:lnTo>
                <a:cubicBezTo>
                  <a:pt x="10377" y="5718"/>
                  <a:pt x="10404" y="5781"/>
                  <a:pt x="10435" y="5854"/>
                </a:cubicBezTo>
                <a:lnTo>
                  <a:pt x="10464" y="5927"/>
                </a:lnTo>
                <a:lnTo>
                  <a:pt x="10534" y="5866"/>
                </a:lnTo>
                <a:lnTo>
                  <a:pt x="10615" y="5748"/>
                </a:lnTo>
              </a:path>
              <a:path w="21600" h="21600">
                <a:moveTo>
                  <a:pt x="6466" y="5405"/>
                </a:moveTo>
                <a:lnTo>
                  <a:pt x="6465" y="5408"/>
                </a:lnTo>
                <a:lnTo>
                  <a:pt x="6468" y="5409"/>
                </a:lnTo>
              </a:path>
              <a:path w="21600" h="21600">
                <a:moveTo>
                  <a:pt x="6303" y="5402"/>
                </a:moveTo>
                <a:lnTo>
                  <a:pt x="6337" y="5469"/>
                </a:lnTo>
                <a:lnTo>
                  <a:pt x="6396" y="5480"/>
                </a:lnTo>
                <a:lnTo>
                  <a:pt x="6409" y="5451"/>
                </a:lnTo>
                <a:lnTo>
                  <a:pt x="6411" y="5439"/>
                </a:lnTo>
              </a:path>
              <a:path w="21600" h="21600">
                <a:moveTo>
                  <a:pt x="5248" y="5401"/>
                </a:moveTo>
                <a:lnTo>
                  <a:pt x="5249" y="5401"/>
                </a:lnTo>
                <a:lnTo>
                  <a:pt x="4238" y="5499"/>
                </a:lnTo>
                <a:cubicBezTo>
                  <a:pt x="3898" y="5564"/>
                  <a:pt x="3557" y="5660"/>
                  <a:pt x="3224" y="5787"/>
                </a:cubicBezTo>
                <a:lnTo>
                  <a:pt x="3183" y="5807"/>
                </a:lnTo>
                <a:lnTo>
                  <a:pt x="3257" y="5780"/>
                </a:lnTo>
                <a:cubicBezTo>
                  <a:pt x="3386" y="5742"/>
                  <a:pt x="3518" y="5709"/>
                  <a:pt x="3644" y="5681"/>
                </a:cubicBezTo>
                <a:cubicBezTo>
                  <a:pt x="4288" y="5539"/>
                  <a:pt x="4961" y="5418"/>
                  <a:pt x="5617" y="5444"/>
                </a:cubicBezTo>
                <a:lnTo>
                  <a:pt x="5937" y="5482"/>
                </a:lnTo>
                <a:lnTo>
                  <a:pt x="5918" y="5453"/>
                </a:lnTo>
                <a:lnTo>
                  <a:pt x="5451" y="5406"/>
                </a:lnTo>
                <a:lnTo>
                  <a:pt x="5249" y="5401"/>
                </a:lnTo>
                <a:lnTo>
                  <a:pt x="5249" y="5401"/>
                </a:lnTo>
              </a:path>
              <a:path w="21600" h="21600">
                <a:moveTo>
                  <a:pt x="9354" y="5401"/>
                </a:moveTo>
                <a:lnTo>
                  <a:pt x="9244" y="5489"/>
                </a:lnTo>
                <a:lnTo>
                  <a:pt x="9193" y="5515"/>
                </a:lnTo>
                <a:lnTo>
                  <a:pt x="9345" y="5817"/>
                </a:lnTo>
                <a:cubicBezTo>
                  <a:pt x="9397" y="5792"/>
                  <a:pt x="9446" y="5765"/>
                  <a:pt x="9493" y="5735"/>
                </a:cubicBezTo>
                <a:lnTo>
                  <a:pt x="9504" y="5726"/>
                </a:lnTo>
              </a:path>
              <a:path w="21600" h="21600">
                <a:moveTo>
                  <a:pt x="6664" y="5399"/>
                </a:moveTo>
                <a:lnTo>
                  <a:pt x="6653" y="5485"/>
                </a:lnTo>
                <a:lnTo>
                  <a:pt x="6739" y="5529"/>
                </a:lnTo>
                <a:lnTo>
                  <a:pt x="6671" y="5403"/>
                </a:lnTo>
              </a:path>
              <a:path w="21600" h="21600">
                <a:moveTo>
                  <a:pt x="11637" y="5398"/>
                </a:moveTo>
                <a:lnTo>
                  <a:pt x="11513" y="5737"/>
                </a:lnTo>
                <a:lnTo>
                  <a:pt x="11673" y="6139"/>
                </a:lnTo>
                <a:lnTo>
                  <a:pt x="11679" y="6128"/>
                </a:lnTo>
                <a:lnTo>
                  <a:pt x="11789" y="5806"/>
                </a:lnTo>
                <a:lnTo>
                  <a:pt x="11706" y="5582"/>
                </a:lnTo>
              </a:path>
              <a:path w="21600" h="21600">
                <a:moveTo>
                  <a:pt x="739" y="5394"/>
                </a:moveTo>
                <a:lnTo>
                  <a:pt x="331" y="5436"/>
                </a:lnTo>
                <a:lnTo>
                  <a:pt x="329" y="5439"/>
                </a:lnTo>
                <a:cubicBezTo>
                  <a:pt x="257" y="5529"/>
                  <a:pt x="186" y="5616"/>
                  <a:pt x="125" y="5705"/>
                </a:cubicBezTo>
                <a:lnTo>
                  <a:pt x="96" y="5759"/>
                </a:lnTo>
                <a:lnTo>
                  <a:pt x="459" y="5725"/>
                </a:lnTo>
                <a:lnTo>
                  <a:pt x="530" y="5636"/>
                </a:lnTo>
                <a:cubicBezTo>
                  <a:pt x="577" y="5581"/>
                  <a:pt x="625" y="5523"/>
                  <a:pt x="672" y="5464"/>
                </a:cubicBezTo>
              </a:path>
              <a:path w="21600" h="21600">
                <a:moveTo>
                  <a:pt x="5876" y="5386"/>
                </a:moveTo>
                <a:lnTo>
                  <a:pt x="5839" y="5401"/>
                </a:lnTo>
                <a:lnTo>
                  <a:pt x="5888" y="5406"/>
                </a:lnTo>
              </a:path>
              <a:path w="21600" h="21600">
                <a:moveTo>
                  <a:pt x="8570" y="5383"/>
                </a:moveTo>
                <a:lnTo>
                  <a:pt x="8374" y="5410"/>
                </a:lnTo>
                <a:lnTo>
                  <a:pt x="8503" y="5653"/>
                </a:lnTo>
                <a:lnTo>
                  <a:pt x="8517" y="5686"/>
                </a:lnTo>
                <a:lnTo>
                  <a:pt x="8579" y="5681"/>
                </a:lnTo>
                <a:lnTo>
                  <a:pt x="8698" y="5651"/>
                </a:lnTo>
              </a:path>
              <a:path w="21600" h="21600">
                <a:moveTo>
                  <a:pt x="12259" y="5381"/>
                </a:moveTo>
                <a:lnTo>
                  <a:pt x="12175" y="5796"/>
                </a:lnTo>
                <a:lnTo>
                  <a:pt x="12155" y="5859"/>
                </a:lnTo>
                <a:lnTo>
                  <a:pt x="12304" y="6293"/>
                </a:lnTo>
                <a:lnTo>
                  <a:pt x="12380" y="6040"/>
                </a:lnTo>
                <a:lnTo>
                  <a:pt x="12411" y="5859"/>
                </a:lnTo>
                <a:lnTo>
                  <a:pt x="12396" y="5812"/>
                </a:lnTo>
              </a:path>
              <a:path w="21600" h="21600">
                <a:moveTo>
                  <a:pt x="1913" y="5381"/>
                </a:moveTo>
                <a:lnTo>
                  <a:pt x="1900" y="5387"/>
                </a:lnTo>
                <a:lnTo>
                  <a:pt x="1899" y="5394"/>
                </a:lnTo>
                <a:lnTo>
                  <a:pt x="1904" y="5491"/>
                </a:lnTo>
                <a:lnTo>
                  <a:pt x="1916" y="5478"/>
                </a:lnTo>
                <a:lnTo>
                  <a:pt x="1916" y="5476"/>
                </a:lnTo>
              </a:path>
              <a:path w="21600" h="21600">
                <a:moveTo>
                  <a:pt x="6228" y="5377"/>
                </a:moveTo>
                <a:lnTo>
                  <a:pt x="6188" y="5443"/>
                </a:lnTo>
                <a:lnTo>
                  <a:pt x="6283" y="5460"/>
                </a:lnTo>
                <a:lnTo>
                  <a:pt x="6244" y="5382"/>
                </a:lnTo>
              </a:path>
              <a:path w="21600" h="21600">
                <a:moveTo>
                  <a:pt x="6805" y="5373"/>
                </a:moveTo>
                <a:lnTo>
                  <a:pt x="6815" y="5433"/>
                </a:lnTo>
                <a:lnTo>
                  <a:pt x="6831" y="5442"/>
                </a:lnTo>
                <a:lnTo>
                  <a:pt x="6900" y="5492"/>
                </a:lnTo>
                <a:lnTo>
                  <a:pt x="6887" y="5431"/>
                </a:lnTo>
                <a:lnTo>
                  <a:pt x="6814" y="5375"/>
                </a:lnTo>
              </a:path>
              <a:path w="21600" h="21600">
                <a:moveTo>
                  <a:pt x="1801" y="5370"/>
                </a:moveTo>
                <a:lnTo>
                  <a:pt x="1421" y="5569"/>
                </a:lnTo>
                <a:lnTo>
                  <a:pt x="986" y="5678"/>
                </a:lnTo>
                <a:lnTo>
                  <a:pt x="954" y="5710"/>
                </a:lnTo>
                <a:cubicBezTo>
                  <a:pt x="904" y="5771"/>
                  <a:pt x="853" y="5829"/>
                  <a:pt x="803" y="5886"/>
                </a:cubicBezTo>
                <a:lnTo>
                  <a:pt x="675" y="6039"/>
                </a:lnTo>
                <a:lnTo>
                  <a:pt x="1141" y="5928"/>
                </a:lnTo>
                <a:lnTo>
                  <a:pt x="1164" y="5903"/>
                </a:lnTo>
                <a:cubicBezTo>
                  <a:pt x="1304" y="5742"/>
                  <a:pt x="1491" y="5584"/>
                  <a:pt x="1708" y="5440"/>
                </a:cubicBezTo>
                <a:lnTo>
                  <a:pt x="1801" y="5391"/>
                </a:lnTo>
              </a:path>
              <a:path w="21600" h="21600">
                <a:moveTo>
                  <a:pt x="6699" y="5357"/>
                </a:moveTo>
                <a:lnTo>
                  <a:pt x="6708" y="5373"/>
                </a:lnTo>
                <a:lnTo>
                  <a:pt x="6764" y="5405"/>
                </a:lnTo>
                <a:lnTo>
                  <a:pt x="6758" y="5366"/>
                </a:lnTo>
              </a:path>
              <a:path w="21600" h="21600">
                <a:moveTo>
                  <a:pt x="1980" y="5345"/>
                </a:moveTo>
                <a:lnTo>
                  <a:pt x="1977" y="5347"/>
                </a:lnTo>
                <a:lnTo>
                  <a:pt x="1968" y="5422"/>
                </a:lnTo>
                <a:lnTo>
                  <a:pt x="1981" y="5409"/>
                </a:lnTo>
              </a:path>
              <a:path w="21600" h="21600">
                <a:moveTo>
                  <a:pt x="6076" y="5343"/>
                </a:moveTo>
                <a:lnTo>
                  <a:pt x="6127" y="5433"/>
                </a:lnTo>
                <a:lnTo>
                  <a:pt x="6140" y="5435"/>
                </a:lnTo>
                <a:lnTo>
                  <a:pt x="6184" y="5362"/>
                </a:lnTo>
                <a:lnTo>
                  <a:pt x="6169" y="5357"/>
                </a:lnTo>
              </a:path>
              <a:path w="21600" h="21600">
                <a:moveTo>
                  <a:pt x="11307" y="5340"/>
                </a:moveTo>
                <a:lnTo>
                  <a:pt x="11202" y="5610"/>
                </a:lnTo>
                <a:lnTo>
                  <a:pt x="11182" y="5640"/>
                </a:lnTo>
                <a:lnTo>
                  <a:pt x="11336" y="6004"/>
                </a:lnTo>
                <a:lnTo>
                  <a:pt x="11421" y="5860"/>
                </a:lnTo>
                <a:lnTo>
                  <a:pt x="11465" y="5738"/>
                </a:lnTo>
                <a:lnTo>
                  <a:pt x="11357" y="5465"/>
                </a:lnTo>
              </a:path>
              <a:path w="21600" h="21600">
                <a:moveTo>
                  <a:pt x="5949" y="5324"/>
                </a:moveTo>
                <a:lnTo>
                  <a:pt x="5915" y="5369"/>
                </a:lnTo>
                <a:lnTo>
                  <a:pt x="5942" y="5411"/>
                </a:lnTo>
                <a:lnTo>
                  <a:pt x="6071" y="5425"/>
                </a:lnTo>
                <a:lnTo>
                  <a:pt x="6020" y="5334"/>
                </a:lnTo>
              </a:path>
              <a:path w="21600" h="21600">
                <a:moveTo>
                  <a:pt x="6484" y="5323"/>
                </a:moveTo>
                <a:lnTo>
                  <a:pt x="6479" y="5342"/>
                </a:lnTo>
                <a:lnTo>
                  <a:pt x="6526" y="5422"/>
                </a:lnTo>
                <a:lnTo>
                  <a:pt x="6530" y="5430"/>
                </a:lnTo>
                <a:lnTo>
                  <a:pt x="6579" y="5447"/>
                </a:lnTo>
                <a:lnTo>
                  <a:pt x="6610" y="5463"/>
                </a:lnTo>
                <a:lnTo>
                  <a:pt x="6621" y="5375"/>
                </a:lnTo>
                <a:lnTo>
                  <a:pt x="6546" y="5333"/>
                </a:lnTo>
              </a:path>
              <a:path w="21600" h="21600">
                <a:moveTo>
                  <a:pt x="2129" y="5314"/>
                </a:moveTo>
                <a:lnTo>
                  <a:pt x="2103" y="5341"/>
                </a:lnTo>
                <a:lnTo>
                  <a:pt x="2097" y="5493"/>
                </a:lnTo>
                <a:lnTo>
                  <a:pt x="2104" y="5479"/>
                </a:lnTo>
              </a:path>
              <a:path w="21600" h="21600">
                <a:moveTo>
                  <a:pt x="5880" y="5313"/>
                </a:moveTo>
                <a:lnTo>
                  <a:pt x="5891" y="5331"/>
                </a:lnTo>
                <a:lnTo>
                  <a:pt x="5901" y="5317"/>
                </a:lnTo>
              </a:path>
              <a:path w="21600" h="21600">
                <a:moveTo>
                  <a:pt x="1910" y="5313"/>
                </a:moveTo>
                <a:lnTo>
                  <a:pt x="1908" y="5314"/>
                </a:lnTo>
                <a:lnTo>
                  <a:pt x="1906" y="5336"/>
                </a:lnTo>
                <a:lnTo>
                  <a:pt x="1911" y="5333"/>
                </a:lnTo>
              </a:path>
              <a:path w="21600" h="21600">
                <a:moveTo>
                  <a:pt x="2053" y="5307"/>
                </a:moveTo>
                <a:lnTo>
                  <a:pt x="2022" y="5323"/>
                </a:lnTo>
                <a:lnTo>
                  <a:pt x="2023" y="5364"/>
                </a:lnTo>
                <a:lnTo>
                  <a:pt x="2045" y="5340"/>
                </a:lnTo>
              </a:path>
              <a:path w="21600" h="21600">
                <a:moveTo>
                  <a:pt x="8773" y="5299"/>
                </a:moveTo>
                <a:lnTo>
                  <a:pt x="8613" y="5371"/>
                </a:lnTo>
                <a:lnTo>
                  <a:pt x="8741" y="5640"/>
                </a:lnTo>
                <a:lnTo>
                  <a:pt x="8931" y="5592"/>
                </a:lnTo>
              </a:path>
              <a:path w="21600" h="21600">
                <a:moveTo>
                  <a:pt x="13225" y="5293"/>
                </a:moveTo>
                <a:lnTo>
                  <a:pt x="13237" y="5471"/>
                </a:lnTo>
                <a:cubicBezTo>
                  <a:pt x="13245" y="5683"/>
                  <a:pt x="13246" y="5912"/>
                  <a:pt x="13234" y="6149"/>
                </a:cubicBezTo>
                <a:lnTo>
                  <a:pt x="13215" y="6337"/>
                </a:lnTo>
                <a:lnTo>
                  <a:pt x="13325" y="6736"/>
                </a:lnTo>
                <a:lnTo>
                  <a:pt x="13377" y="6981"/>
                </a:lnTo>
                <a:lnTo>
                  <a:pt x="13425" y="6391"/>
                </a:lnTo>
                <a:lnTo>
                  <a:pt x="13419" y="6106"/>
                </a:lnTo>
                <a:lnTo>
                  <a:pt x="13239" y="5389"/>
                </a:lnTo>
              </a:path>
              <a:path w="21600" h="21600">
                <a:moveTo>
                  <a:pt x="6276" y="5290"/>
                </a:moveTo>
                <a:lnTo>
                  <a:pt x="6272" y="5305"/>
                </a:lnTo>
                <a:lnTo>
                  <a:pt x="6262" y="5321"/>
                </a:lnTo>
                <a:lnTo>
                  <a:pt x="6273" y="5343"/>
                </a:lnTo>
                <a:lnTo>
                  <a:pt x="6421" y="5393"/>
                </a:lnTo>
                <a:lnTo>
                  <a:pt x="6431" y="5346"/>
                </a:lnTo>
                <a:lnTo>
                  <a:pt x="6411" y="5311"/>
                </a:lnTo>
              </a:path>
              <a:path w="21600" h="21600">
                <a:moveTo>
                  <a:pt x="5709" y="5288"/>
                </a:moveTo>
                <a:lnTo>
                  <a:pt x="5742" y="5331"/>
                </a:lnTo>
                <a:cubicBezTo>
                  <a:pt x="5771" y="5359"/>
                  <a:pt x="5795" y="5371"/>
                  <a:pt x="5817" y="5371"/>
                </a:cubicBezTo>
                <a:lnTo>
                  <a:pt x="5855" y="5353"/>
                </a:lnTo>
                <a:lnTo>
                  <a:pt x="5824" y="5305"/>
                </a:lnTo>
              </a:path>
              <a:path w="21600" h="21600">
                <a:moveTo>
                  <a:pt x="6791" y="5281"/>
                </a:moveTo>
                <a:lnTo>
                  <a:pt x="6795" y="5304"/>
                </a:lnTo>
                <a:lnTo>
                  <a:pt x="6834" y="5334"/>
                </a:lnTo>
                <a:lnTo>
                  <a:pt x="6856" y="5337"/>
                </a:lnTo>
              </a:path>
              <a:path w="21600" h="21600">
                <a:moveTo>
                  <a:pt x="5987" y="5275"/>
                </a:moveTo>
                <a:lnTo>
                  <a:pt x="5982" y="5282"/>
                </a:lnTo>
                <a:lnTo>
                  <a:pt x="5991" y="5283"/>
                </a:lnTo>
              </a:path>
              <a:path w="21600" h="21600">
                <a:moveTo>
                  <a:pt x="10974" y="5268"/>
                </a:moveTo>
                <a:lnTo>
                  <a:pt x="10943" y="5344"/>
                </a:lnTo>
                <a:lnTo>
                  <a:pt x="10832" y="5505"/>
                </a:lnTo>
                <a:lnTo>
                  <a:pt x="10992" y="5856"/>
                </a:lnTo>
                <a:lnTo>
                  <a:pt x="11132" y="5639"/>
                </a:lnTo>
                <a:lnTo>
                  <a:pt x="11008" y="5347"/>
                </a:lnTo>
              </a:path>
              <a:path w="21600" h="21600">
                <a:moveTo>
                  <a:pt x="2449" y="5265"/>
                </a:moveTo>
                <a:lnTo>
                  <a:pt x="2391" y="5407"/>
                </a:lnTo>
                <a:lnTo>
                  <a:pt x="2378" y="5450"/>
                </a:lnTo>
                <a:lnTo>
                  <a:pt x="2495" y="5389"/>
                </a:lnTo>
                <a:lnTo>
                  <a:pt x="2503" y="5378"/>
                </a:lnTo>
                <a:lnTo>
                  <a:pt x="2520" y="5369"/>
                </a:lnTo>
              </a:path>
              <a:path w="21600" h="21600">
                <a:moveTo>
                  <a:pt x="12548" y="5265"/>
                </a:moveTo>
                <a:lnTo>
                  <a:pt x="12533" y="5424"/>
                </a:lnTo>
                <a:lnTo>
                  <a:pt x="12458" y="5853"/>
                </a:lnTo>
                <a:lnTo>
                  <a:pt x="12614" y="6341"/>
                </a:lnTo>
                <a:lnTo>
                  <a:pt x="12626" y="6297"/>
                </a:lnTo>
                <a:lnTo>
                  <a:pt x="12703" y="5789"/>
                </a:lnTo>
              </a:path>
              <a:path w="21600" h="21600">
                <a:moveTo>
                  <a:pt x="10094" y="5264"/>
                </a:moveTo>
                <a:lnTo>
                  <a:pt x="10029" y="5351"/>
                </a:lnTo>
                <a:lnTo>
                  <a:pt x="9949" y="5417"/>
                </a:lnTo>
                <a:lnTo>
                  <a:pt x="10024" y="5552"/>
                </a:lnTo>
                <a:cubicBezTo>
                  <a:pt x="10045" y="5596"/>
                  <a:pt x="10071" y="5652"/>
                  <a:pt x="10101" y="5718"/>
                </a:cubicBezTo>
                <a:lnTo>
                  <a:pt x="10105" y="5728"/>
                </a:lnTo>
                <a:lnTo>
                  <a:pt x="10260" y="5597"/>
                </a:lnTo>
                <a:lnTo>
                  <a:pt x="10264" y="5593"/>
                </a:lnTo>
              </a:path>
              <a:path w="21600" h="21600">
                <a:moveTo>
                  <a:pt x="6661" y="5264"/>
                </a:moveTo>
                <a:lnTo>
                  <a:pt x="6663" y="5291"/>
                </a:lnTo>
                <a:lnTo>
                  <a:pt x="6673" y="5309"/>
                </a:lnTo>
                <a:lnTo>
                  <a:pt x="6744" y="5320"/>
                </a:lnTo>
                <a:lnTo>
                  <a:pt x="6709" y="5293"/>
                </a:lnTo>
              </a:path>
              <a:path w="21600" h="21600">
                <a:moveTo>
                  <a:pt x="5525" y="5260"/>
                </a:moveTo>
                <a:cubicBezTo>
                  <a:pt x="4872" y="5218"/>
                  <a:pt x="4203" y="5322"/>
                  <a:pt x="3604" y="5430"/>
                </a:cubicBezTo>
                <a:cubicBezTo>
                  <a:pt x="3259" y="5492"/>
                  <a:pt x="2988" y="5565"/>
                  <a:pt x="2799" y="5644"/>
                </a:cubicBezTo>
                <a:lnTo>
                  <a:pt x="2648" y="5729"/>
                </a:lnTo>
                <a:lnTo>
                  <a:pt x="2612" y="5826"/>
                </a:lnTo>
                <a:lnTo>
                  <a:pt x="2728" y="5968"/>
                </a:lnTo>
                <a:lnTo>
                  <a:pt x="2727" y="5985"/>
                </a:lnTo>
                <a:lnTo>
                  <a:pt x="3208" y="5747"/>
                </a:lnTo>
                <a:cubicBezTo>
                  <a:pt x="3948" y="5465"/>
                  <a:pt x="4725" y="5332"/>
                  <a:pt x="5455" y="5362"/>
                </a:cubicBezTo>
                <a:lnTo>
                  <a:pt x="5776" y="5395"/>
                </a:lnTo>
                <a:lnTo>
                  <a:pt x="5709" y="5360"/>
                </a:lnTo>
                <a:lnTo>
                  <a:pt x="5647" y="5278"/>
                </a:lnTo>
              </a:path>
              <a:path w="21600" h="21600">
                <a:moveTo>
                  <a:pt x="9536" y="5254"/>
                </a:moveTo>
                <a:lnTo>
                  <a:pt x="9390" y="5371"/>
                </a:lnTo>
                <a:lnTo>
                  <a:pt x="9540" y="5696"/>
                </a:lnTo>
                <a:lnTo>
                  <a:pt x="9700" y="5564"/>
                </a:lnTo>
                <a:lnTo>
                  <a:pt x="9653" y="5452"/>
                </a:lnTo>
              </a:path>
              <a:path w="21600" h="21600">
                <a:moveTo>
                  <a:pt x="6023" y="5249"/>
                </a:moveTo>
                <a:lnTo>
                  <a:pt x="6046" y="5291"/>
                </a:lnTo>
                <a:lnTo>
                  <a:pt x="6182" y="5312"/>
                </a:lnTo>
                <a:lnTo>
                  <a:pt x="6208" y="5321"/>
                </a:lnTo>
                <a:lnTo>
                  <a:pt x="6211" y="5317"/>
                </a:lnTo>
                <a:lnTo>
                  <a:pt x="6190" y="5276"/>
                </a:lnTo>
              </a:path>
              <a:path w="21600" h="21600">
                <a:moveTo>
                  <a:pt x="1417" y="5241"/>
                </a:moveTo>
                <a:lnTo>
                  <a:pt x="909" y="5377"/>
                </a:lnTo>
                <a:lnTo>
                  <a:pt x="805" y="5388"/>
                </a:lnTo>
                <a:lnTo>
                  <a:pt x="707" y="5490"/>
                </a:lnTo>
                <a:cubicBezTo>
                  <a:pt x="660" y="5549"/>
                  <a:pt x="612" y="5607"/>
                  <a:pt x="565" y="5663"/>
                </a:cubicBezTo>
                <a:lnTo>
                  <a:pt x="519" y="5720"/>
                </a:lnTo>
                <a:lnTo>
                  <a:pt x="733" y="5700"/>
                </a:lnTo>
                <a:lnTo>
                  <a:pt x="957" y="5643"/>
                </a:lnTo>
                <a:lnTo>
                  <a:pt x="1155" y="5442"/>
                </a:lnTo>
              </a:path>
              <a:path w="21600" h="21600">
                <a:moveTo>
                  <a:pt x="2200" y="5238"/>
                </a:moveTo>
                <a:lnTo>
                  <a:pt x="2182" y="5257"/>
                </a:lnTo>
                <a:lnTo>
                  <a:pt x="2167" y="5361"/>
                </a:lnTo>
                <a:lnTo>
                  <a:pt x="2171" y="5353"/>
                </a:lnTo>
                <a:lnTo>
                  <a:pt x="2196" y="5278"/>
                </a:lnTo>
              </a:path>
              <a:path w="21600" h="21600">
                <a:moveTo>
                  <a:pt x="6296" y="5225"/>
                </a:moveTo>
                <a:lnTo>
                  <a:pt x="6289" y="5248"/>
                </a:lnTo>
                <a:lnTo>
                  <a:pt x="6382" y="5263"/>
                </a:lnTo>
                <a:lnTo>
                  <a:pt x="6378" y="5256"/>
                </a:lnTo>
              </a:path>
              <a:path w="21600" h="21600">
                <a:moveTo>
                  <a:pt x="5819" y="5217"/>
                </a:moveTo>
                <a:lnTo>
                  <a:pt x="5847" y="5261"/>
                </a:lnTo>
                <a:lnTo>
                  <a:pt x="5933" y="5274"/>
                </a:lnTo>
                <a:lnTo>
                  <a:pt x="5960" y="5239"/>
                </a:lnTo>
                <a:lnTo>
                  <a:pt x="5821" y="5217"/>
                </a:lnTo>
              </a:path>
              <a:path w="21600" h="21600">
                <a:moveTo>
                  <a:pt x="5699" y="5206"/>
                </a:moveTo>
                <a:lnTo>
                  <a:pt x="5695" y="5211"/>
                </a:lnTo>
                <a:lnTo>
                  <a:pt x="5659" y="5222"/>
                </a:lnTo>
                <a:lnTo>
                  <a:pt x="5668" y="5235"/>
                </a:lnTo>
                <a:lnTo>
                  <a:pt x="5791" y="5253"/>
                </a:lnTo>
                <a:lnTo>
                  <a:pt x="5765" y="5212"/>
                </a:lnTo>
              </a:path>
              <a:path w="21600" h="21600">
                <a:moveTo>
                  <a:pt x="8983" y="5199"/>
                </a:moveTo>
                <a:lnTo>
                  <a:pt x="8970" y="5210"/>
                </a:lnTo>
                <a:lnTo>
                  <a:pt x="8814" y="5280"/>
                </a:lnTo>
                <a:lnTo>
                  <a:pt x="8975" y="5576"/>
                </a:lnTo>
                <a:lnTo>
                  <a:pt x="9135" y="5496"/>
                </a:lnTo>
                <a:lnTo>
                  <a:pt x="8995" y="5217"/>
                </a:lnTo>
              </a:path>
              <a:path w="21600" h="21600">
                <a:moveTo>
                  <a:pt x="6779" y="5196"/>
                </a:moveTo>
                <a:lnTo>
                  <a:pt x="6781" y="5215"/>
                </a:lnTo>
                <a:lnTo>
                  <a:pt x="6798" y="5229"/>
                </a:lnTo>
              </a:path>
              <a:path w="21600" h="21600">
                <a:moveTo>
                  <a:pt x="5548" y="5193"/>
                </a:moveTo>
                <a:lnTo>
                  <a:pt x="5578" y="5206"/>
                </a:lnTo>
                <a:lnTo>
                  <a:pt x="5590" y="5203"/>
                </a:lnTo>
                <a:lnTo>
                  <a:pt x="5586" y="5196"/>
                </a:lnTo>
              </a:path>
              <a:path w="21600" h="21600">
                <a:moveTo>
                  <a:pt x="7712" y="5186"/>
                </a:moveTo>
                <a:lnTo>
                  <a:pt x="7636" y="5195"/>
                </a:lnTo>
                <a:lnTo>
                  <a:pt x="7521" y="5189"/>
                </a:lnTo>
                <a:lnTo>
                  <a:pt x="7650" y="5416"/>
                </a:lnTo>
                <a:lnTo>
                  <a:pt x="7840" y="5428"/>
                </a:lnTo>
              </a:path>
              <a:path w="21600" h="21600">
                <a:moveTo>
                  <a:pt x="2063" y="5185"/>
                </a:moveTo>
                <a:lnTo>
                  <a:pt x="2021" y="5223"/>
                </a:lnTo>
                <a:lnTo>
                  <a:pt x="2022" y="5275"/>
                </a:lnTo>
                <a:lnTo>
                  <a:pt x="2062" y="5254"/>
                </a:lnTo>
                <a:lnTo>
                  <a:pt x="2064" y="5207"/>
                </a:lnTo>
              </a:path>
              <a:path w="21600" h="21600">
                <a:moveTo>
                  <a:pt x="6182" y="5182"/>
                </a:moveTo>
                <a:lnTo>
                  <a:pt x="6217" y="5237"/>
                </a:lnTo>
                <a:lnTo>
                  <a:pt x="6242" y="5241"/>
                </a:lnTo>
                <a:lnTo>
                  <a:pt x="6252" y="5208"/>
                </a:lnTo>
              </a:path>
              <a:path w="21600" h="21600">
                <a:moveTo>
                  <a:pt x="7273" y="5176"/>
                </a:moveTo>
                <a:lnTo>
                  <a:pt x="7401" y="5400"/>
                </a:lnTo>
                <a:lnTo>
                  <a:pt x="7596" y="5412"/>
                </a:lnTo>
                <a:lnTo>
                  <a:pt x="7467" y="5186"/>
                </a:lnTo>
              </a:path>
              <a:path w="21600" h="21600">
                <a:moveTo>
                  <a:pt x="6510" y="5172"/>
                </a:moveTo>
                <a:lnTo>
                  <a:pt x="6510" y="5197"/>
                </a:lnTo>
                <a:lnTo>
                  <a:pt x="6498" y="5256"/>
                </a:lnTo>
                <a:lnTo>
                  <a:pt x="6562" y="5292"/>
                </a:lnTo>
                <a:lnTo>
                  <a:pt x="6615" y="5300"/>
                </a:lnTo>
                <a:lnTo>
                  <a:pt x="6564" y="5204"/>
                </a:lnTo>
              </a:path>
              <a:path w="21600" h="21600">
                <a:moveTo>
                  <a:pt x="5736" y="5166"/>
                </a:moveTo>
                <a:lnTo>
                  <a:pt x="5736" y="5166"/>
                </a:lnTo>
                <a:lnTo>
                  <a:pt x="5737" y="5166"/>
                </a:lnTo>
              </a:path>
              <a:path w="21600" h="21600">
                <a:moveTo>
                  <a:pt x="7041" y="5164"/>
                </a:moveTo>
                <a:lnTo>
                  <a:pt x="7164" y="5385"/>
                </a:lnTo>
                <a:lnTo>
                  <a:pt x="7347" y="5397"/>
                </a:lnTo>
                <a:lnTo>
                  <a:pt x="7220" y="5173"/>
                </a:lnTo>
              </a:path>
              <a:path w="21600" h="21600">
                <a:moveTo>
                  <a:pt x="10626" y="5162"/>
                </a:moveTo>
                <a:lnTo>
                  <a:pt x="10480" y="5366"/>
                </a:lnTo>
                <a:lnTo>
                  <a:pt x="10644" y="5705"/>
                </a:lnTo>
                <a:lnTo>
                  <a:pt x="10782" y="5504"/>
                </a:lnTo>
                <a:lnTo>
                  <a:pt x="10658" y="5230"/>
                </a:lnTo>
              </a:path>
              <a:path w="21600" h="21600">
                <a:moveTo>
                  <a:pt x="7935" y="5160"/>
                </a:moveTo>
                <a:lnTo>
                  <a:pt x="7761" y="5180"/>
                </a:lnTo>
                <a:lnTo>
                  <a:pt x="7895" y="5431"/>
                </a:lnTo>
                <a:lnTo>
                  <a:pt x="7906" y="5432"/>
                </a:lnTo>
                <a:lnTo>
                  <a:pt x="8082" y="5408"/>
                </a:lnTo>
              </a:path>
              <a:path w="21600" h="21600">
                <a:moveTo>
                  <a:pt x="2146" y="5159"/>
                </a:moveTo>
                <a:lnTo>
                  <a:pt x="2127" y="5219"/>
                </a:lnTo>
                <a:lnTo>
                  <a:pt x="2144" y="5211"/>
                </a:lnTo>
                <a:lnTo>
                  <a:pt x="2147" y="5192"/>
                </a:lnTo>
              </a:path>
              <a:path w="21600" h="21600">
                <a:moveTo>
                  <a:pt x="6652" y="5159"/>
                </a:moveTo>
                <a:lnTo>
                  <a:pt x="6656" y="5209"/>
                </a:lnTo>
                <a:lnTo>
                  <a:pt x="6733" y="5256"/>
                </a:lnTo>
                <a:lnTo>
                  <a:pt x="6743" y="5263"/>
                </a:lnTo>
                <a:lnTo>
                  <a:pt x="6738" y="5235"/>
                </a:lnTo>
              </a:path>
              <a:path w="21600" h="21600">
                <a:moveTo>
                  <a:pt x="5036" y="5159"/>
                </a:moveTo>
                <a:lnTo>
                  <a:pt x="5036" y="5159"/>
                </a:lnTo>
                <a:lnTo>
                  <a:pt x="3999" y="5260"/>
                </a:lnTo>
                <a:lnTo>
                  <a:pt x="3491" y="5407"/>
                </a:lnTo>
                <a:lnTo>
                  <a:pt x="3597" y="5384"/>
                </a:lnTo>
                <a:cubicBezTo>
                  <a:pt x="3999" y="5312"/>
                  <a:pt x="4433" y="5241"/>
                  <a:pt x="4872" y="5215"/>
                </a:cubicBezTo>
                <a:lnTo>
                  <a:pt x="5493" y="5214"/>
                </a:lnTo>
                <a:lnTo>
                  <a:pt x="5459" y="5199"/>
                </a:lnTo>
                <a:lnTo>
                  <a:pt x="5445" y="5184"/>
                </a:lnTo>
                <a:lnTo>
                  <a:pt x="5187" y="5161"/>
                </a:lnTo>
                <a:lnTo>
                  <a:pt x="5036" y="5159"/>
                </a:lnTo>
                <a:lnTo>
                  <a:pt x="5036" y="5159"/>
                </a:lnTo>
              </a:path>
              <a:path w="21600" h="21600">
                <a:moveTo>
                  <a:pt x="6317" y="5154"/>
                </a:moveTo>
                <a:lnTo>
                  <a:pt x="6309" y="5183"/>
                </a:lnTo>
                <a:lnTo>
                  <a:pt x="6342" y="5196"/>
                </a:lnTo>
              </a:path>
              <a:path w="21600" h="21600">
                <a:moveTo>
                  <a:pt x="6854" y="5151"/>
                </a:moveTo>
                <a:lnTo>
                  <a:pt x="6920" y="5265"/>
                </a:lnTo>
                <a:lnTo>
                  <a:pt x="6957" y="5301"/>
                </a:lnTo>
                <a:lnTo>
                  <a:pt x="6995" y="5359"/>
                </a:lnTo>
                <a:lnTo>
                  <a:pt x="7111" y="5377"/>
                </a:lnTo>
                <a:lnTo>
                  <a:pt x="7101" y="5355"/>
                </a:lnTo>
                <a:lnTo>
                  <a:pt x="6982" y="5161"/>
                </a:lnTo>
                <a:lnTo>
                  <a:pt x="6890" y="5156"/>
                </a:lnTo>
              </a:path>
              <a:path w="21600" h="21600">
                <a:moveTo>
                  <a:pt x="6084" y="5146"/>
                </a:moveTo>
                <a:lnTo>
                  <a:pt x="6037" y="5208"/>
                </a:lnTo>
                <a:lnTo>
                  <a:pt x="6159" y="5227"/>
                </a:lnTo>
                <a:lnTo>
                  <a:pt x="6113" y="5156"/>
                </a:lnTo>
                <a:lnTo>
                  <a:pt x="6089" y="5146"/>
                </a:lnTo>
              </a:path>
              <a:path w="21600" h="21600">
                <a:moveTo>
                  <a:pt x="8176" y="5132"/>
                </a:moveTo>
                <a:lnTo>
                  <a:pt x="7980" y="5155"/>
                </a:lnTo>
                <a:lnTo>
                  <a:pt x="8126" y="5402"/>
                </a:lnTo>
                <a:lnTo>
                  <a:pt x="8307" y="5377"/>
                </a:lnTo>
              </a:path>
              <a:path w="21600" h="21600">
                <a:moveTo>
                  <a:pt x="2396" y="5127"/>
                </a:moveTo>
                <a:lnTo>
                  <a:pt x="2304" y="5176"/>
                </a:lnTo>
                <a:lnTo>
                  <a:pt x="2190" y="5547"/>
                </a:lnTo>
                <a:lnTo>
                  <a:pt x="2321" y="5479"/>
                </a:lnTo>
                <a:lnTo>
                  <a:pt x="2348" y="5390"/>
                </a:lnTo>
                <a:lnTo>
                  <a:pt x="2422" y="5210"/>
                </a:lnTo>
              </a:path>
              <a:path w="21600" h="21600">
                <a:moveTo>
                  <a:pt x="6681" y="5127"/>
                </a:moveTo>
                <a:lnTo>
                  <a:pt x="6728" y="5168"/>
                </a:lnTo>
                <a:lnTo>
                  <a:pt x="6728" y="5165"/>
                </a:lnTo>
                <a:lnTo>
                  <a:pt x="6712" y="5131"/>
                </a:lnTo>
              </a:path>
              <a:path w="21600" h="21600">
                <a:moveTo>
                  <a:pt x="5951" y="5122"/>
                </a:moveTo>
                <a:lnTo>
                  <a:pt x="5993" y="5196"/>
                </a:lnTo>
                <a:lnTo>
                  <a:pt x="6037" y="5137"/>
                </a:lnTo>
              </a:path>
              <a:path w="21600" h="21600">
                <a:moveTo>
                  <a:pt x="6564" y="5110"/>
                </a:moveTo>
                <a:lnTo>
                  <a:pt x="6568" y="5116"/>
                </a:lnTo>
                <a:lnTo>
                  <a:pt x="6600" y="5175"/>
                </a:lnTo>
                <a:lnTo>
                  <a:pt x="6609" y="5180"/>
                </a:lnTo>
                <a:lnTo>
                  <a:pt x="6603" y="5116"/>
                </a:lnTo>
                <a:lnTo>
                  <a:pt x="6602" y="5115"/>
                </a:lnTo>
              </a:path>
              <a:path w="21600" h="21600">
                <a:moveTo>
                  <a:pt x="6508" y="5107"/>
                </a:moveTo>
                <a:lnTo>
                  <a:pt x="6509" y="5119"/>
                </a:lnTo>
                <a:lnTo>
                  <a:pt x="6522" y="5127"/>
                </a:lnTo>
              </a:path>
              <a:path w="21600" h="21600">
                <a:moveTo>
                  <a:pt x="9725" y="5102"/>
                </a:moveTo>
                <a:lnTo>
                  <a:pt x="9572" y="5225"/>
                </a:lnTo>
                <a:lnTo>
                  <a:pt x="9694" y="5433"/>
                </a:lnTo>
                <a:lnTo>
                  <a:pt x="9737" y="5534"/>
                </a:lnTo>
                <a:lnTo>
                  <a:pt x="9893" y="5406"/>
                </a:lnTo>
              </a:path>
              <a:path w="21600" h="21600">
                <a:moveTo>
                  <a:pt x="5801" y="5096"/>
                </a:moveTo>
                <a:lnTo>
                  <a:pt x="5767" y="5133"/>
                </a:lnTo>
                <a:lnTo>
                  <a:pt x="5790" y="5171"/>
                </a:lnTo>
                <a:lnTo>
                  <a:pt x="5827" y="5174"/>
                </a:lnTo>
                <a:lnTo>
                  <a:pt x="5940" y="5192"/>
                </a:lnTo>
                <a:lnTo>
                  <a:pt x="5913" y="5144"/>
                </a:lnTo>
                <a:lnTo>
                  <a:pt x="5890" y="5112"/>
                </a:lnTo>
              </a:path>
              <a:path w="21600" h="21600">
                <a:moveTo>
                  <a:pt x="2469" y="5095"/>
                </a:moveTo>
                <a:lnTo>
                  <a:pt x="2444" y="5103"/>
                </a:lnTo>
                <a:lnTo>
                  <a:pt x="2437" y="5112"/>
                </a:lnTo>
                <a:lnTo>
                  <a:pt x="2448" y="5146"/>
                </a:lnTo>
              </a:path>
              <a:path w="21600" h="21600">
                <a:moveTo>
                  <a:pt x="5736" y="5084"/>
                </a:moveTo>
                <a:lnTo>
                  <a:pt x="5743" y="5096"/>
                </a:lnTo>
                <a:lnTo>
                  <a:pt x="5752" y="5087"/>
                </a:lnTo>
              </a:path>
              <a:path w="21600" h="21600">
                <a:moveTo>
                  <a:pt x="1799" y="5080"/>
                </a:moveTo>
                <a:lnTo>
                  <a:pt x="1744" y="5109"/>
                </a:lnTo>
                <a:lnTo>
                  <a:pt x="1587" y="5195"/>
                </a:lnTo>
                <a:lnTo>
                  <a:pt x="1577" y="5198"/>
                </a:lnTo>
                <a:lnTo>
                  <a:pt x="1478" y="5251"/>
                </a:lnTo>
                <a:cubicBezTo>
                  <a:pt x="1373" y="5322"/>
                  <a:pt x="1275" y="5397"/>
                  <a:pt x="1187" y="5474"/>
                </a:cubicBezTo>
                <a:lnTo>
                  <a:pt x="1041" y="5622"/>
                </a:lnTo>
                <a:lnTo>
                  <a:pt x="1403" y="5531"/>
                </a:lnTo>
                <a:lnTo>
                  <a:pt x="1800" y="5323"/>
                </a:lnTo>
              </a:path>
              <a:path w="21600" h="21600">
                <a:moveTo>
                  <a:pt x="6340" y="5078"/>
                </a:moveTo>
                <a:lnTo>
                  <a:pt x="6335" y="5097"/>
                </a:lnTo>
                <a:lnTo>
                  <a:pt x="6407" y="5220"/>
                </a:lnTo>
                <a:lnTo>
                  <a:pt x="6454" y="5238"/>
                </a:lnTo>
                <a:lnTo>
                  <a:pt x="6464" y="5192"/>
                </a:lnTo>
                <a:lnTo>
                  <a:pt x="6463" y="5143"/>
                </a:lnTo>
                <a:lnTo>
                  <a:pt x="6385" y="5095"/>
                </a:lnTo>
                <a:lnTo>
                  <a:pt x="6345" y="5079"/>
                </a:lnTo>
              </a:path>
              <a:path w="21600" h="21600">
                <a:moveTo>
                  <a:pt x="6644" y="5065"/>
                </a:moveTo>
                <a:lnTo>
                  <a:pt x="6645" y="5079"/>
                </a:lnTo>
                <a:lnTo>
                  <a:pt x="6662" y="5081"/>
                </a:lnTo>
              </a:path>
              <a:path w="21600" h="21600">
                <a:moveTo>
                  <a:pt x="9155" y="5064"/>
                </a:moveTo>
                <a:lnTo>
                  <a:pt x="9018" y="5172"/>
                </a:lnTo>
                <a:lnTo>
                  <a:pt x="9034" y="5197"/>
                </a:lnTo>
                <a:lnTo>
                  <a:pt x="9174" y="5476"/>
                </a:lnTo>
                <a:lnTo>
                  <a:pt x="9219" y="5454"/>
                </a:lnTo>
                <a:lnTo>
                  <a:pt x="9335" y="5360"/>
                </a:lnTo>
                <a:lnTo>
                  <a:pt x="9323" y="5335"/>
                </a:lnTo>
              </a:path>
              <a:path w="21600" h="21600">
                <a:moveTo>
                  <a:pt x="8379" y="5057"/>
                </a:moveTo>
                <a:lnTo>
                  <a:pt x="8221" y="5121"/>
                </a:lnTo>
                <a:lnTo>
                  <a:pt x="8354" y="5371"/>
                </a:lnTo>
                <a:lnTo>
                  <a:pt x="8549" y="5344"/>
                </a:lnTo>
              </a:path>
              <a:path w="21600" h="21600">
                <a:moveTo>
                  <a:pt x="5537" y="5049"/>
                </a:moveTo>
                <a:lnTo>
                  <a:pt x="5611" y="5155"/>
                </a:lnTo>
                <a:lnTo>
                  <a:pt x="5683" y="5162"/>
                </a:lnTo>
                <a:lnTo>
                  <a:pt x="5713" y="5129"/>
                </a:lnTo>
                <a:lnTo>
                  <a:pt x="5678" y="5074"/>
                </a:lnTo>
              </a:path>
              <a:path w="21600" h="21600">
                <a:moveTo>
                  <a:pt x="6124" y="5047"/>
                </a:moveTo>
                <a:lnTo>
                  <a:pt x="6113" y="5074"/>
                </a:lnTo>
                <a:lnTo>
                  <a:pt x="6142" y="5120"/>
                </a:lnTo>
                <a:lnTo>
                  <a:pt x="6265" y="5166"/>
                </a:lnTo>
                <a:lnTo>
                  <a:pt x="6285" y="5098"/>
                </a:lnTo>
                <a:lnTo>
                  <a:pt x="6267" y="5068"/>
                </a:lnTo>
                <a:lnTo>
                  <a:pt x="6175" y="5055"/>
                </a:lnTo>
              </a:path>
              <a:path w="21600" h="21600">
                <a:moveTo>
                  <a:pt x="2632" y="5047"/>
                </a:moveTo>
                <a:lnTo>
                  <a:pt x="2526" y="5078"/>
                </a:lnTo>
                <a:lnTo>
                  <a:pt x="2470" y="5214"/>
                </a:lnTo>
                <a:lnTo>
                  <a:pt x="2472" y="5219"/>
                </a:lnTo>
                <a:lnTo>
                  <a:pt x="2560" y="5348"/>
                </a:lnTo>
                <a:lnTo>
                  <a:pt x="2653" y="5112"/>
                </a:lnTo>
                <a:cubicBezTo>
                  <a:pt x="2659" y="5101"/>
                  <a:pt x="2665" y="5092"/>
                  <a:pt x="2671" y="5086"/>
                </a:cubicBezTo>
              </a:path>
              <a:path w="21600" h="21600">
                <a:moveTo>
                  <a:pt x="5846" y="5047"/>
                </a:moveTo>
                <a:lnTo>
                  <a:pt x="5836" y="5057"/>
                </a:lnTo>
                <a:lnTo>
                  <a:pt x="5856" y="5061"/>
                </a:lnTo>
              </a:path>
              <a:path w="21600" h="21600">
                <a:moveTo>
                  <a:pt x="5481" y="5047"/>
                </a:moveTo>
                <a:lnTo>
                  <a:pt x="5480" y="5048"/>
                </a:lnTo>
                <a:lnTo>
                  <a:pt x="5402" y="5069"/>
                </a:lnTo>
                <a:lnTo>
                  <a:pt x="5468" y="5143"/>
                </a:lnTo>
                <a:lnTo>
                  <a:pt x="5553" y="5150"/>
                </a:lnTo>
              </a:path>
              <a:path w="21600" h="21600">
                <a:moveTo>
                  <a:pt x="6510" y="5034"/>
                </a:moveTo>
                <a:lnTo>
                  <a:pt x="6530" y="5063"/>
                </a:lnTo>
                <a:lnTo>
                  <a:pt x="6544" y="5065"/>
                </a:lnTo>
              </a:path>
              <a:path w="21600" h="21600">
                <a:moveTo>
                  <a:pt x="10267" y="5031"/>
                </a:moveTo>
                <a:lnTo>
                  <a:pt x="10124" y="5223"/>
                </a:lnTo>
                <a:lnTo>
                  <a:pt x="10294" y="5551"/>
                </a:lnTo>
                <a:lnTo>
                  <a:pt x="10429" y="5363"/>
                </a:lnTo>
                <a:lnTo>
                  <a:pt x="10307" y="5111"/>
                </a:lnTo>
              </a:path>
              <a:path w="21600" h="21600">
                <a:moveTo>
                  <a:pt x="1892" y="5030"/>
                </a:moveTo>
                <a:lnTo>
                  <a:pt x="1882" y="5035"/>
                </a:lnTo>
                <a:lnTo>
                  <a:pt x="1885" y="5104"/>
                </a:lnTo>
                <a:lnTo>
                  <a:pt x="1893" y="5037"/>
                </a:lnTo>
              </a:path>
              <a:path w="21600" h="21600">
                <a:moveTo>
                  <a:pt x="5366" y="5027"/>
                </a:moveTo>
                <a:lnTo>
                  <a:pt x="5372" y="5035"/>
                </a:lnTo>
                <a:lnTo>
                  <a:pt x="5395" y="5028"/>
                </a:lnTo>
              </a:path>
              <a:path w="21600" h="21600">
                <a:moveTo>
                  <a:pt x="2220" y="5027"/>
                </a:moveTo>
                <a:lnTo>
                  <a:pt x="2193" y="5066"/>
                </a:lnTo>
                <a:lnTo>
                  <a:pt x="2191" y="5068"/>
                </a:lnTo>
                <a:lnTo>
                  <a:pt x="2191" y="5184"/>
                </a:lnTo>
                <a:lnTo>
                  <a:pt x="2200" y="5174"/>
                </a:lnTo>
                <a:lnTo>
                  <a:pt x="2207" y="5160"/>
                </a:lnTo>
              </a:path>
              <a:path w="21600" h="21600">
                <a:moveTo>
                  <a:pt x="5303" y="5026"/>
                </a:moveTo>
                <a:lnTo>
                  <a:pt x="5308" y="5028"/>
                </a:lnTo>
                <a:lnTo>
                  <a:pt x="5306" y="5026"/>
                </a:lnTo>
              </a:path>
              <a:path w="21600" h="21600">
                <a:moveTo>
                  <a:pt x="4746" y="5014"/>
                </a:moveTo>
                <a:cubicBezTo>
                  <a:pt x="4305" y="5030"/>
                  <a:pt x="3889" y="5088"/>
                  <a:pt x="3558" y="5134"/>
                </a:cubicBezTo>
                <a:cubicBezTo>
                  <a:pt x="3442" y="5150"/>
                  <a:pt x="3339" y="5167"/>
                  <a:pt x="3246" y="5184"/>
                </a:cubicBezTo>
                <a:lnTo>
                  <a:pt x="3118" y="5210"/>
                </a:lnTo>
                <a:lnTo>
                  <a:pt x="2703" y="5331"/>
                </a:lnTo>
                <a:lnTo>
                  <a:pt x="2595" y="5387"/>
                </a:lnTo>
                <a:lnTo>
                  <a:pt x="2722" y="5516"/>
                </a:lnTo>
                <a:cubicBezTo>
                  <a:pt x="2729" y="5522"/>
                  <a:pt x="2733" y="5529"/>
                  <a:pt x="2733" y="5537"/>
                </a:cubicBezTo>
                <a:cubicBezTo>
                  <a:pt x="2733" y="5549"/>
                  <a:pt x="2726" y="5556"/>
                  <a:pt x="2720" y="5561"/>
                </a:cubicBezTo>
                <a:cubicBezTo>
                  <a:pt x="2715" y="5566"/>
                  <a:pt x="2709" y="5572"/>
                  <a:pt x="2703" y="5585"/>
                </a:cubicBezTo>
                <a:lnTo>
                  <a:pt x="2676" y="5656"/>
                </a:lnTo>
                <a:lnTo>
                  <a:pt x="2947" y="5519"/>
                </a:lnTo>
                <a:cubicBezTo>
                  <a:pt x="3681" y="5234"/>
                  <a:pt x="4456" y="5096"/>
                  <a:pt x="5188" y="5118"/>
                </a:cubicBezTo>
                <a:lnTo>
                  <a:pt x="5403" y="5137"/>
                </a:lnTo>
                <a:lnTo>
                  <a:pt x="5354" y="5082"/>
                </a:lnTo>
                <a:lnTo>
                  <a:pt x="5342" y="5085"/>
                </a:lnTo>
                <a:cubicBezTo>
                  <a:pt x="5298" y="5083"/>
                  <a:pt x="5255" y="5067"/>
                  <a:pt x="5210" y="5036"/>
                </a:cubicBezTo>
                <a:lnTo>
                  <a:pt x="5197" y="5024"/>
                </a:lnTo>
              </a:path>
              <a:path w="21600" h="21600">
                <a:moveTo>
                  <a:pt x="5879" y="5011"/>
                </a:moveTo>
                <a:lnTo>
                  <a:pt x="5879" y="5012"/>
                </a:lnTo>
                <a:lnTo>
                  <a:pt x="5921" y="5072"/>
                </a:lnTo>
                <a:lnTo>
                  <a:pt x="6057" y="5096"/>
                </a:lnTo>
                <a:lnTo>
                  <a:pt x="6064" y="5079"/>
                </a:lnTo>
                <a:lnTo>
                  <a:pt x="6035" y="5034"/>
                </a:lnTo>
              </a:path>
              <a:path w="21600" h="21600">
                <a:moveTo>
                  <a:pt x="2588" y="5004"/>
                </a:moveTo>
                <a:lnTo>
                  <a:pt x="2549" y="5023"/>
                </a:lnTo>
                <a:lnTo>
                  <a:pt x="2547" y="5028"/>
                </a:lnTo>
                <a:lnTo>
                  <a:pt x="2597" y="5013"/>
                </a:lnTo>
              </a:path>
              <a:path w="21600" h="21600">
                <a:moveTo>
                  <a:pt x="6144" y="4995"/>
                </a:moveTo>
                <a:lnTo>
                  <a:pt x="6139" y="5007"/>
                </a:lnTo>
                <a:lnTo>
                  <a:pt x="6181" y="5013"/>
                </a:lnTo>
                <a:lnTo>
                  <a:pt x="6191" y="5014"/>
                </a:lnTo>
              </a:path>
              <a:path w="21600" h="21600">
                <a:moveTo>
                  <a:pt x="1965" y="4991"/>
                </a:moveTo>
                <a:lnTo>
                  <a:pt x="1944" y="5002"/>
                </a:lnTo>
                <a:lnTo>
                  <a:pt x="1938" y="5050"/>
                </a:lnTo>
                <a:lnTo>
                  <a:pt x="1950" y="5186"/>
                </a:lnTo>
                <a:lnTo>
                  <a:pt x="1950" y="5205"/>
                </a:lnTo>
                <a:lnTo>
                  <a:pt x="1973" y="5101"/>
                </a:lnTo>
              </a:path>
              <a:path w="21600" h="21600">
                <a:moveTo>
                  <a:pt x="5669" y="4981"/>
                </a:moveTo>
                <a:lnTo>
                  <a:pt x="5679" y="4995"/>
                </a:lnTo>
                <a:lnTo>
                  <a:pt x="5704" y="5034"/>
                </a:lnTo>
                <a:lnTo>
                  <a:pt x="5787" y="5049"/>
                </a:lnTo>
                <a:lnTo>
                  <a:pt x="5821" y="5011"/>
                </a:lnTo>
                <a:lnTo>
                  <a:pt x="5816" y="5002"/>
                </a:lnTo>
              </a:path>
              <a:path w="21600" h="21600">
                <a:moveTo>
                  <a:pt x="8577" y="4976"/>
                </a:moveTo>
                <a:lnTo>
                  <a:pt x="8421" y="5040"/>
                </a:lnTo>
                <a:lnTo>
                  <a:pt x="8592" y="5331"/>
                </a:lnTo>
                <a:lnTo>
                  <a:pt x="8751" y="5259"/>
                </a:lnTo>
                <a:lnTo>
                  <a:pt x="8664" y="5099"/>
                </a:lnTo>
              </a:path>
              <a:path w="21600" h="21600">
                <a:moveTo>
                  <a:pt x="2049" y="4967"/>
                </a:moveTo>
                <a:lnTo>
                  <a:pt x="2017" y="5112"/>
                </a:lnTo>
                <a:lnTo>
                  <a:pt x="2020" y="5142"/>
                </a:lnTo>
                <a:lnTo>
                  <a:pt x="2020" y="5144"/>
                </a:lnTo>
                <a:lnTo>
                  <a:pt x="2058" y="5101"/>
                </a:lnTo>
              </a:path>
              <a:path w="21600" h="21600">
                <a:moveTo>
                  <a:pt x="5569" y="4966"/>
                </a:moveTo>
                <a:lnTo>
                  <a:pt x="5529" y="5003"/>
                </a:lnTo>
                <a:lnTo>
                  <a:pt x="5647" y="5024"/>
                </a:lnTo>
                <a:lnTo>
                  <a:pt x="5643" y="5018"/>
                </a:lnTo>
                <a:lnTo>
                  <a:pt x="5610" y="4972"/>
                </a:lnTo>
              </a:path>
              <a:path w="21600" h="21600">
                <a:moveTo>
                  <a:pt x="1252" y="4961"/>
                </a:moveTo>
                <a:lnTo>
                  <a:pt x="1074" y="5012"/>
                </a:lnTo>
                <a:lnTo>
                  <a:pt x="656" y="5058"/>
                </a:lnTo>
                <a:lnTo>
                  <a:pt x="462" y="5270"/>
                </a:lnTo>
                <a:lnTo>
                  <a:pt x="368" y="5388"/>
                </a:lnTo>
                <a:lnTo>
                  <a:pt x="785" y="5346"/>
                </a:lnTo>
                <a:lnTo>
                  <a:pt x="902" y="5223"/>
                </a:lnTo>
                <a:cubicBezTo>
                  <a:pt x="989" y="5144"/>
                  <a:pt x="1087" y="5067"/>
                  <a:pt x="1193" y="4994"/>
                </a:cubicBezTo>
              </a:path>
              <a:path w="21600" h="21600">
                <a:moveTo>
                  <a:pt x="5473" y="4958"/>
                </a:moveTo>
                <a:lnTo>
                  <a:pt x="5489" y="4981"/>
                </a:lnTo>
                <a:lnTo>
                  <a:pt x="5511" y="4961"/>
                </a:lnTo>
              </a:path>
              <a:path w="21600" h="21600">
                <a:moveTo>
                  <a:pt x="6356" y="4953"/>
                </a:moveTo>
                <a:lnTo>
                  <a:pt x="6353" y="5034"/>
                </a:lnTo>
                <a:lnTo>
                  <a:pt x="6365" y="5039"/>
                </a:lnTo>
                <a:lnTo>
                  <a:pt x="6461" y="5053"/>
                </a:lnTo>
                <a:lnTo>
                  <a:pt x="6461" y="5035"/>
                </a:lnTo>
                <a:lnTo>
                  <a:pt x="6432" y="4993"/>
                </a:lnTo>
              </a:path>
              <a:path w="21600" h="21600">
                <a:moveTo>
                  <a:pt x="6032" y="4948"/>
                </a:moveTo>
                <a:lnTo>
                  <a:pt x="6063" y="4996"/>
                </a:lnTo>
                <a:lnTo>
                  <a:pt x="6095" y="5000"/>
                </a:lnTo>
                <a:lnTo>
                  <a:pt x="6103" y="4978"/>
                </a:lnTo>
              </a:path>
              <a:path w="21600" h="21600">
                <a:moveTo>
                  <a:pt x="5298" y="4945"/>
                </a:moveTo>
                <a:lnTo>
                  <a:pt x="5329" y="4983"/>
                </a:lnTo>
                <a:lnTo>
                  <a:pt x="5425" y="4985"/>
                </a:lnTo>
                <a:lnTo>
                  <a:pt x="5440" y="4987"/>
                </a:lnTo>
                <a:lnTo>
                  <a:pt x="5416" y="4954"/>
                </a:lnTo>
              </a:path>
              <a:path w="21600" h="21600">
                <a:moveTo>
                  <a:pt x="5169" y="4935"/>
                </a:moveTo>
                <a:lnTo>
                  <a:pt x="5215" y="4980"/>
                </a:lnTo>
                <a:lnTo>
                  <a:pt x="5269" y="4981"/>
                </a:lnTo>
                <a:lnTo>
                  <a:pt x="5236" y="4940"/>
                </a:lnTo>
              </a:path>
              <a:path w="21600" h="21600">
                <a:moveTo>
                  <a:pt x="6505" y="4932"/>
                </a:moveTo>
                <a:lnTo>
                  <a:pt x="6506" y="4982"/>
                </a:lnTo>
                <a:lnTo>
                  <a:pt x="6531" y="4996"/>
                </a:lnTo>
                <a:lnTo>
                  <a:pt x="6598" y="5054"/>
                </a:lnTo>
                <a:lnTo>
                  <a:pt x="6595" y="5018"/>
                </a:lnTo>
              </a:path>
              <a:path w="21600" h="21600">
                <a:moveTo>
                  <a:pt x="6613" y="4930"/>
                </a:moveTo>
                <a:lnTo>
                  <a:pt x="6638" y="4994"/>
                </a:lnTo>
                <a:lnTo>
                  <a:pt x="6638" y="4997"/>
                </a:lnTo>
                <a:lnTo>
                  <a:pt x="6662" y="5020"/>
                </a:lnTo>
                <a:lnTo>
                  <a:pt x="6628" y="4944"/>
                </a:lnTo>
              </a:path>
              <a:path w="21600" h="21600">
                <a:moveTo>
                  <a:pt x="2903" y="4923"/>
                </a:moveTo>
                <a:lnTo>
                  <a:pt x="2751" y="4952"/>
                </a:lnTo>
                <a:lnTo>
                  <a:pt x="2635" y="4985"/>
                </a:lnTo>
                <a:lnTo>
                  <a:pt x="2649" y="4998"/>
                </a:lnTo>
              </a:path>
              <a:path w="21600" h="21600">
                <a:moveTo>
                  <a:pt x="5933" y="4921"/>
                </a:moveTo>
                <a:lnTo>
                  <a:pt x="5908" y="4973"/>
                </a:lnTo>
                <a:lnTo>
                  <a:pt x="6005" y="4987"/>
                </a:lnTo>
                <a:lnTo>
                  <a:pt x="5967" y="4929"/>
                </a:lnTo>
              </a:path>
              <a:path w="21600" h="21600">
                <a:moveTo>
                  <a:pt x="9340" y="4919"/>
                </a:moveTo>
                <a:lnTo>
                  <a:pt x="9191" y="5037"/>
                </a:lnTo>
                <a:lnTo>
                  <a:pt x="9364" y="5315"/>
                </a:lnTo>
                <a:lnTo>
                  <a:pt x="9372" y="5331"/>
                </a:lnTo>
                <a:lnTo>
                  <a:pt x="9514" y="5216"/>
                </a:lnTo>
              </a:path>
              <a:path w="21600" h="21600">
                <a:moveTo>
                  <a:pt x="11463" y="4918"/>
                </a:moveTo>
                <a:lnTo>
                  <a:pt x="11430" y="5023"/>
                </a:lnTo>
                <a:lnTo>
                  <a:pt x="11423" y="5042"/>
                </a:lnTo>
                <a:lnTo>
                  <a:pt x="11331" y="5279"/>
                </a:lnTo>
                <a:lnTo>
                  <a:pt x="11399" y="5449"/>
                </a:lnTo>
                <a:lnTo>
                  <a:pt x="11488" y="5675"/>
                </a:lnTo>
                <a:lnTo>
                  <a:pt x="11613" y="5334"/>
                </a:lnTo>
                <a:lnTo>
                  <a:pt x="11471" y="4953"/>
                </a:lnTo>
              </a:path>
              <a:path w="21600" h="21600">
                <a:moveTo>
                  <a:pt x="6175" y="4916"/>
                </a:moveTo>
                <a:lnTo>
                  <a:pt x="6160" y="4954"/>
                </a:lnTo>
                <a:lnTo>
                  <a:pt x="6212" y="4975"/>
                </a:lnTo>
                <a:lnTo>
                  <a:pt x="6188" y="4934"/>
                </a:lnTo>
              </a:path>
              <a:path w="21600" h="21600">
                <a:moveTo>
                  <a:pt x="1882" y="4916"/>
                </a:moveTo>
                <a:lnTo>
                  <a:pt x="1878" y="4959"/>
                </a:lnTo>
                <a:lnTo>
                  <a:pt x="1879" y="4984"/>
                </a:lnTo>
                <a:lnTo>
                  <a:pt x="1888" y="4979"/>
                </a:lnTo>
              </a:path>
              <a:path w="21600" h="21600">
                <a:moveTo>
                  <a:pt x="4824" y="4916"/>
                </a:moveTo>
                <a:lnTo>
                  <a:pt x="4824" y="4916"/>
                </a:lnTo>
                <a:cubicBezTo>
                  <a:pt x="4474" y="4916"/>
                  <a:pt x="4117" y="4952"/>
                  <a:pt x="3760" y="5022"/>
                </a:cubicBezTo>
                <a:lnTo>
                  <a:pt x="3494" y="5100"/>
                </a:lnTo>
                <a:lnTo>
                  <a:pt x="3551" y="5090"/>
                </a:lnTo>
                <a:cubicBezTo>
                  <a:pt x="3884" y="5044"/>
                  <a:pt x="4302" y="4986"/>
                  <a:pt x="4746" y="4970"/>
                </a:cubicBezTo>
                <a:lnTo>
                  <a:pt x="5150" y="4979"/>
                </a:lnTo>
                <a:lnTo>
                  <a:pt x="5100" y="4930"/>
                </a:lnTo>
                <a:lnTo>
                  <a:pt x="4922" y="4916"/>
                </a:lnTo>
                <a:cubicBezTo>
                  <a:pt x="4889" y="4916"/>
                  <a:pt x="4857" y="4916"/>
                  <a:pt x="4824" y="4916"/>
                </a:cubicBezTo>
              </a:path>
              <a:path w="21600" h="21600">
                <a:moveTo>
                  <a:pt x="2302" y="4911"/>
                </a:moveTo>
                <a:lnTo>
                  <a:pt x="2271" y="4955"/>
                </a:lnTo>
                <a:lnTo>
                  <a:pt x="2262" y="5046"/>
                </a:lnTo>
                <a:lnTo>
                  <a:pt x="2266" y="5037"/>
                </a:lnTo>
              </a:path>
              <a:path w="21600" h="21600">
                <a:moveTo>
                  <a:pt x="7116" y="4904"/>
                </a:moveTo>
                <a:lnTo>
                  <a:pt x="7122" y="4912"/>
                </a:lnTo>
                <a:lnTo>
                  <a:pt x="7248" y="5133"/>
                </a:lnTo>
                <a:lnTo>
                  <a:pt x="7443" y="5143"/>
                </a:lnTo>
                <a:lnTo>
                  <a:pt x="7379" y="5031"/>
                </a:lnTo>
                <a:lnTo>
                  <a:pt x="7296" y="4912"/>
                </a:lnTo>
              </a:path>
              <a:path w="21600" h="21600">
                <a:moveTo>
                  <a:pt x="7525" y="4900"/>
                </a:moveTo>
                <a:lnTo>
                  <a:pt x="7366" y="4915"/>
                </a:lnTo>
                <a:lnTo>
                  <a:pt x="7352" y="4914"/>
                </a:lnTo>
                <a:lnTo>
                  <a:pt x="7420" y="5012"/>
                </a:lnTo>
                <a:lnTo>
                  <a:pt x="7496" y="5146"/>
                </a:lnTo>
                <a:lnTo>
                  <a:pt x="7635" y="5153"/>
                </a:lnTo>
                <a:lnTo>
                  <a:pt x="7688" y="5147"/>
                </a:lnTo>
              </a:path>
              <a:path w="21600" h="21600">
                <a:moveTo>
                  <a:pt x="11130" y="4898"/>
                </a:moveTo>
                <a:lnTo>
                  <a:pt x="10998" y="5211"/>
                </a:lnTo>
                <a:lnTo>
                  <a:pt x="11050" y="5331"/>
                </a:lnTo>
                <a:lnTo>
                  <a:pt x="11162" y="5593"/>
                </a:lnTo>
                <a:lnTo>
                  <a:pt x="11162" y="5593"/>
                </a:lnTo>
                <a:lnTo>
                  <a:pt x="11283" y="5282"/>
                </a:lnTo>
              </a:path>
              <a:path w="21600" h="21600">
                <a:moveTo>
                  <a:pt x="2145" y="4895"/>
                </a:moveTo>
                <a:lnTo>
                  <a:pt x="2091" y="4924"/>
                </a:lnTo>
                <a:lnTo>
                  <a:pt x="2099" y="5054"/>
                </a:lnTo>
                <a:lnTo>
                  <a:pt x="2145" y="5001"/>
                </a:lnTo>
              </a:path>
              <a:path w="21600" h="21600">
                <a:moveTo>
                  <a:pt x="6862" y="4894"/>
                </a:moveTo>
                <a:lnTo>
                  <a:pt x="6980" y="5055"/>
                </a:lnTo>
                <a:lnTo>
                  <a:pt x="7017" y="5121"/>
                </a:lnTo>
                <a:lnTo>
                  <a:pt x="7195" y="5130"/>
                </a:lnTo>
                <a:lnTo>
                  <a:pt x="7082" y="4933"/>
                </a:lnTo>
                <a:lnTo>
                  <a:pt x="7059" y="4902"/>
                </a:lnTo>
              </a:path>
              <a:path w="21600" h="21600">
                <a:moveTo>
                  <a:pt x="9900" y="4893"/>
                </a:moveTo>
                <a:lnTo>
                  <a:pt x="9760" y="5073"/>
                </a:lnTo>
                <a:lnTo>
                  <a:pt x="9927" y="5377"/>
                </a:lnTo>
                <a:lnTo>
                  <a:pt x="9994" y="5322"/>
                </a:lnTo>
                <a:lnTo>
                  <a:pt x="10070" y="5219"/>
                </a:lnTo>
                <a:lnTo>
                  <a:pt x="9953" y="4991"/>
                </a:lnTo>
              </a:path>
              <a:path w="21600" h="21600">
                <a:moveTo>
                  <a:pt x="5796" y="4892"/>
                </a:moveTo>
                <a:lnTo>
                  <a:pt x="5846" y="4964"/>
                </a:lnTo>
                <a:lnTo>
                  <a:pt x="5862" y="4966"/>
                </a:lnTo>
                <a:lnTo>
                  <a:pt x="5865" y="4964"/>
                </a:lnTo>
                <a:lnTo>
                  <a:pt x="5889" y="4912"/>
                </a:lnTo>
              </a:path>
              <a:path w="21600" h="21600">
                <a:moveTo>
                  <a:pt x="1957" y="4889"/>
                </a:moveTo>
                <a:lnTo>
                  <a:pt x="1950" y="4945"/>
                </a:lnTo>
                <a:lnTo>
                  <a:pt x="1961" y="4939"/>
                </a:lnTo>
              </a:path>
              <a:path w="21600" h="21600">
                <a:moveTo>
                  <a:pt x="6658" y="4885"/>
                </a:moveTo>
                <a:lnTo>
                  <a:pt x="6724" y="4962"/>
                </a:lnTo>
                <a:lnTo>
                  <a:pt x="6759" y="5030"/>
                </a:lnTo>
                <a:lnTo>
                  <a:pt x="6820" y="5104"/>
                </a:lnTo>
                <a:lnTo>
                  <a:pt x="6894" y="5114"/>
                </a:lnTo>
                <a:lnTo>
                  <a:pt x="6956" y="5118"/>
                </a:lnTo>
                <a:lnTo>
                  <a:pt x="6817" y="4892"/>
                </a:lnTo>
              </a:path>
              <a:path w="21600" h="21600">
                <a:moveTo>
                  <a:pt x="6359" y="4883"/>
                </a:moveTo>
                <a:lnTo>
                  <a:pt x="6358" y="4905"/>
                </a:lnTo>
                <a:lnTo>
                  <a:pt x="6382" y="4918"/>
                </a:lnTo>
              </a:path>
              <a:path w="21600" h="21600">
                <a:moveTo>
                  <a:pt x="2235" y="4879"/>
                </a:moveTo>
                <a:lnTo>
                  <a:pt x="2225" y="4911"/>
                </a:lnTo>
                <a:lnTo>
                  <a:pt x="2233" y="4902"/>
                </a:lnTo>
              </a:path>
              <a:path w="21600" h="21600">
                <a:moveTo>
                  <a:pt x="11788" y="4877"/>
                </a:moveTo>
                <a:lnTo>
                  <a:pt x="11755" y="5013"/>
                </a:lnTo>
                <a:cubicBezTo>
                  <a:pt x="11731" y="5107"/>
                  <a:pt x="11706" y="5196"/>
                  <a:pt x="11679" y="5283"/>
                </a:cubicBezTo>
                <a:lnTo>
                  <a:pt x="11660" y="5334"/>
                </a:lnTo>
                <a:lnTo>
                  <a:pt x="11747" y="5567"/>
                </a:lnTo>
                <a:lnTo>
                  <a:pt x="11811" y="5740"/>
                </a:lnTo>
                <a:lnTo>
                  <a:pt x="11884" y="5526"/>
                </a:lnTo>
                <a:lnTo>
                  <a:pt x="11930" y="5347"/>
                </a:lnTo>
                <a:lnTo>
                  <a:pt x="11824" y="5040"/>
                </a:lnTo>
              </a:path>
              <a:path w="21600" h="21600">
                <a:moveTo>
                  <a:pt x="7766" y="4877"/>
                </a:moveTo>
                <a:lnTo>
                  <a:pt x="7576" y="4895"/>
                </a:lnTo>
                <a:lnTo>
                  <a:pt x="7739" y="5141"/>
                </a:lnTo>
                <a:lnTo>
                  <a:pt x="7912" y="5122"/>
                </a:lnTo>
              </a:path>
              <a:path w="21600" h="21600">
                <a:moveTo>
                  <a:pt x="8767" y="4874"/>
                </a:moveTo>
                <a:lnTo>
                  <a:pt x="8696" y="4928"/>
                </a:lnTo>
                <a:lnTo>
                  <a:pt x="8620" y="4959"/>
                </a:lnTo>
                <a:lnTo>
                  <a:pt x="8704" y="5078"/>
                </a:lnTo>
                <a:lnTo>
                  <a:pt x="8792" y="5241"/>
                </a:lnTo>
                <a:lnTo>
                  <a:pt x="8945" y="5172"/>
                </a:lnTo>
                <a:lnTo>
                  <a:pt x="8958" y="5162"/>
                </a:lnTo>
              </a:path>
              <a:path w="21600" h="21600">
                <a:moveTo>
                  <a:pt x="6503" y="4869"/>
                </a:moveTo>
                <a:lnTo>
                  <a:pt x="6503" y="4869"/>
                </a:lnTo>
                <a:lnTo>
                  <a:pt x="6564" y="4927"/>
                </a:lnTo>
                <a:lnTo>
                  <a:pt x="6543" y="4874"/>
                </a:lnTo>
              </a:path>
              <a:path w="21600" h="21600">
                <a:moveTo>
                  <a:pt x="6194" y="4868"/>
                </a:moveTo>
                <a:lnTo>
                  <a:pt x="6227" y="4913"/>
                </a:lnTo>
                <a:lnTo>
                  <a:pt x="6280" y="5004"/>
                </a:lnTo>
                <a:lnTo>
                  <a:pt x="6306" y="5015"/>
                </a:lnTo>
                <a:lnTo>
                  <a:pt x="6310" y="4929"/>
                </a:lnTo>
              </a:path>
              <a:path w="21600" h="21600">
                <a:moveTo>
                  <a:pt x="5677" y="4866"/>
                </a:moveTo>
                <a:lnTo>
                  <a:pt x="5623" y="4917"/>
                </a:lnTo>
                <a:lnTo>
                  <a:pt x="5635" y="4933"/>
                </a:lnTo>
                <a:lnTo>
                  <a:pt x="5783" y="4955"/>
                </a:lnTo>
                <a:lnTo>
                  <a:pt x="5730" y="4878"/>
                </a:lnTo>
              </a:path>
              <a:path w="21600" h="21600">
                <a:moveTo>
                  <a:pt x="6380" y="4853"/>
                </a:moveTo>
                <a:lnTo>
                  <a:pt x="6453" y="4955"/>
                </a:lnTo>
                <a:lnTo>
                  <a:pt x="6459" y="4958"/>
                </a:lnTo>
                <a:lnTo>
                  <a:pt x="6457" y="4887"/>
                </a:lnTo>
                <a:lnTo>
                  <a:pt x="6428" y="4859"/>
                </a:lnTo>
              </a:path>
              <a:path w="21600" h="21600">
                <a:moveTo>
                  <a:pt x="2284" y="4845"/>
                </a:moveTo>
                <a:lnTo>
                  <a:pt x="2282" y="4845"/>
                </a:lnTo>
                <a:lnTo>
                  <a:pt x="2282" y="4846"/>
                </a:lnTo>
              </a:path>
              <a:path w="21600" h="21600">
                <a:moveTo>
                  <a:pt x="10791" y="4843"/>
                </a:moveTo>
                <a:lnTo>
                  <a:pt x="10687" y="5077"/>
                </a:lnTo>
                <a:lnTo>
                  <a:pt x="10657" y="5120"/>
                </a:lnTo>
                <a:lnTo>
                  <a:pt x="10699" y="5211"/>
                </a:lnTo>
                <a:lnTo>
                  <a:pt x="10812" y="5460"/>
                </a:lnTo>
                <a:lnTo>
                  <a:pt x="10905" y="5325"/>
                </a:lnTo>
                <a:lnTo>
                  <a:pt x="10951" y="5214"/>
                </a:lnTo>
              </a:path>
              <a:path w="21600" h="21600">
                <a:moveTo>
                  <a:pt x="5569" y="4843"/>
                </a:moveTo>
                <a:lnTo>
                  <a:pt x="5597" y="4882"/>
                </a:lnTo>
                <a:lnTo>
                  <a:pt x="5626" y="4855"/>
                </a:lnTo>
              </a:path>
              <a:path w="21600" h="21600">
                <a:moveTo>
                  <a:pt x="2421" y="4838"/>
                </a:moveTo>
                <a:lnTo>
                  <a:pt x="2373" y="4950"/>
                </a:lnTo>
                <a:lnTo>
                  <a:pt x="2322" y="5117"/>
                </a:lnTo>
                <a:lnTo>
                  <a:pt x="2403" y="5075"/>
                </a:lnTo>
                <a:lnTo>
                  <a:pt x="2412" y="5052"/>
                </a:lnTo>
                <a:lnTo>
                  <a:pt x="2514" y="4986"/>
                </a:lnTo>
                <a:lnTo>
                  <a:pt x="2530" y="4947"/>
                </a:lnTo>
              </a:path>
              <a:path w="21600" h="21600">
                <a:moveTo>
                  <a:pt x="5327" y="4834"/>
                </a:moveTo>
                <a:lnTo>
                  <a:pt x="5262" y="4885"/>
                </a:lnTo>
                <a:lnTo>
                  <a:pt x="5251" y="4888"/>
                </a:lnTo>
                <a:lnTo>
                  <a:pt x="5261" y="4900"/>
                </a:lnTo>
                <a:lnTo>
                  <a:pt x="5385" y="4909"/>
                </a:lnTo>
              </a:path>
              <a:path w="21600" h="21600">
                <a:moveTo>
                  <a:pt x="6219" y="4832"/>
                </a:moveTo>
                <a:lnTo>
                  <a:pt x="6312" y="4881"/>
                </a:lnTo>
                <a:lnTo>
                  <a:pt x="6313" y="4844"/>
                </a:lnTo>
              </a:path>
              <a:path w="21600" h="21600">
                <a:moveTo>
                  <a:pt x="7965" y="4815"/>
                </a:moveTo>
                <a:lnTo>
                  <a:pt x="7813" y="4871"/>
                </a:lnTo>
                <a:lnTo>
                  <a:pt x="7957" y="5116"/>
                </a:lnTo>
                <a:lnTo>
                  <a:pt x="8152" y="5094"/>
                </a:lnTo>
                <a:cubicBezTo>
                  <a:pt x="8103" y="5015"/>
                  <a:pt x="8054" y="4938"/>
                  <a:pt x="8004" y="4864"/>
                </a:cubicBezTo>
              </a:path>
              <a:path w="21600" h="21600">
                <a:moveTo>
                  <a:pt x="2207" y="4810"/>
                </a:moveTo>
                <a:lnTo>
                  <a:pt x="2190" y="4827"/>
                </a:lnTo>
                <a:lnTo>
                  <a:pt x="2203" y="4823"/>
                </a:lnTo>
              </a:path>
              <a:path w="21600" h="21600">
                <a:moveTo>
                  <a:pt x="5990" y="4803"/>
                </a:moveTo>
                <a:lnTo>
                  <a:pt x="5968" y="4849"/>
                </a:lnTo>
                <a:lnTo>
                  <a:pt x="5994" y="4889"/>
                </a:lnTo>
                <a:lnTo>
                  <a:pt x="6018" y="4894"/>
                </a:lnTo>
                <a:lnTo>
                  <a:pt x="6119" y="4937"/>
                </a:lnTo>
                <a:lnTo>
                  <a:pt x="6144" y="4874"/>
                </a:lnTo>
                <a:lnTo>
                  <a:pt x="6107" y="4823"/>
                </a:lnTo>
                <a:lnTo>
                  <a:pt x="6095" y="4817"/>
                </a:lnTo>
              </a:path>
              <a:path w="21600" h="21600">
                <a:moveTo>
                  <a:pt x="5368" y="4801"/>
                </a:moveTo>
                <a:lnTo>
                  <a:pt x="5361" y="4806"/>
                </a:lnTo>
                <a:lnTo>
                  <a:pt x="5424" y="4888"/>
                </a:lnTo>
                <a:lnTo>
                  <a:pt x="5442" y="4913"/>
                </a:lnTo>
                <a:lnTo>
                  <a:pt x="5554" y="4922"/>
                </a:lnTo>
                <a:lnTo>
                  <a:pt x="5565" y="4911"/>
                </a:lnTo>
                <a:lnTo>
                  <a:pt x="5506" y="4830"/>
                </a:lnTo>
                <a:lnTo>
                  <a:pt x="5373" y="4801"/>
                </a:lnTo>
              </a:path>
              <a:path w="21600" h="21600">
                <a:moveTo>
                  <a:pt x="5934" y="4796"/>
                </a:moveTo>
                <a:lnTo>
                  <a:pt x="5940" y="4805"/>
                </a:lnTo>
                <a:lnTo>
                  <a:pt x="5944" y="4797"/>
                </a:lnTo>
              </a:path>
              <a:path w="21600" h="21600">
                <a:moveTo>
                  <a:pt x="1797" y="4793"/>
                </a:moveTo>
                <a:lnTo>
                  <a:pt x="1751" y="4820"/>
                </a:lnTo>
                <a:lnTo>
                  <a:pt x="1438" y="4909"/>
                </a:lnTo>
                <a:lnTo>
                  <a:pt x="1220" y="5027"/>
                </a:lnTo>
                <a:cubicBezTo>
                  <a:pt x="1116" y="5099"/>
                  <a:pt x="1019" y="5175"/>
                  <a:pt x="933" y="5253"/>
                </a:cubicBezTo>
                <a:lnTo>
                  <a:pt x="851" y="5339"/>
                </a:lnTo>
                <a:lnTo>
                  <a:pt x="899" y="5334"/>
                </a:lnTo>
                <a:lnTo>
                  <a:pt x="1557" y="5158"/>
                </a:lnTo>
                <a:lnTo>
                  <a:pt x="1728" y="5067"/>
                </a:lnTo>
                <a:lnTo>
                  <a:pt x="1798" y="5028"/>
                </a:lnTo>
              </a:path>
              <a:path w="21600" h="21600">
                <a:moveTo>
                  <a:pt x="5170" y="4789"/>
                </a:moveTo>
                <a:lnTo>
                  <a:pt x="5221" y="4851"/>
                </a:lnTo>
                <a:lnTo>
                  <a:pt x="5243" y="4846"/>
                </a:lnTo>
                <a:lnTo>
                  <a:pt x="5301" y="4800"/>
                </a:lnTo>
                <a:lnTo>
                  <a:pt x="5299" y="4797"/>
                </a:lnTo>
              </a:path>
              <a:path w="21600" h="21600">
                <a:moveTo>
                  <a:pt x="5025" y="4780"/>
                </a:moveTo>
                <a:lnTo>
                  <a:pt x="5106" y="4874"/>
                </a:lnTo>
                <a:lnTo>
                  <a:pt x="5108" y="4877"/>
                </a:lnTo>
                <a:lnTo>
                  <a:pt x="5110" y="4877"/>
                </a:lnTo>
                <a:lnTo>
                  <a:pt x="5172" y="4863"/>
                </a:lnTo>
                <a:lnTo>
                  <a:pt x="5109" y="4785"/>
                </a:lnTo>
              </a:path>
              <a:path w="21600" h="21600">
                <a:moveTo>
                  <a:pt x="10447" y="4776"/>
                </a:moveTo>
                <a:lnTo>
                  <a:pt x="10430" y="4812"/>
                </a:lnTo>
                <a:lnTo>
                  <a:pt x="10297" y="4991"/>
                </a:lnTo>
                <a:lnTo>
                  <a:pt x="10347" y="5091"/>
                </a:lnTo>
                <a:lnTo>
                  <a:pt x="10458" y="5321"/>
                </a:lnTo>
                <a:lnTo>
                  <a:pt x="10605" y="5116"/>
                </a:lnTo>
              </a:path>
              <a:path w="21600" h="21600">
                <a:moveTo>
                  <a:pt x="4909" y="4773"/>
                </a:moveTo>
                <a:lnTo>
                  <a:pt x="4984" y="4837"/>
                </a:lnTo>
                <a:lnTo>
                  <a:pt x="5026" y="4851"/>
                </a:lnTo>
                <a:lnTo>
                  <a:pt x="4963" y="4777"/>
                </a:lnTo>
              </a:path>
              <a:path w="21600" h="21600">
                <a:moveTo>
                  <a:pt x="5752" y="4772"/>
                </a:moveTo>
                <a:lnTo>
                  <a:pt x="5734" y="4803"/>
                </a:lnTo>
                <a:lnTo>
                  <a:pt x="5759" y="4839"/>
                </a:lnTo>
                <a:lnTo>
                  <a:pt x="5909" y="4871"/>
                </a:lnTo>
                <a:lnTo>
                  <a:pt x="5918" y="4852"/>
                </a:lnTo>
                <a:lnTo>
                  <a:pt x="5878" y="4789"/>
                </a:lnTo>
              </a:path>
              <a:path w="21600" h="21600">
                <a:moveTo>
                  <a:pt x="4729" y="4763"/>
                </a:moveTo>
                <a:cubicBezTo>
                  <a:pt x="4301" y="4762"/>
                  <a:pt x="3882" y="4802"/>
                  <a:pt x="3509" y="4838"/>
                </a:cubicBezTo>
                <a:lnTo>
                  <a:pt x="3215" y="4874"/>
                </a:lnTo>
                <a:lnTo>
                  <a:pt x="2683" y="5032"/>
                </a:lnTo>
                <a:lnTo>
                  <a:pt x="2714" y="5062"/>
                </a:lnTo>
                <a:cubicBezTo>
                  <a:pt x="2723" y="5068"/>
                  <a:pt x="2727" y="5075"/>
                  <a:pt x="2728" y="5084"/>
                </a:cubicBezTo>
                <a:cubicBezTo>
                  <a:pt x="2728" y="5096"/>
                  <a:pt x="2719" y="5103"/>
                  <a:pt x="2714" y="5107"/>
                </a:cubicBezTo>
                <a:cubicBezTo>
                  <a:pt x="2708" y="5111"/>
                  <a:pt x="2702" y="5116"/>
                  <a:pt x="2696" y="5129"/>
                </a:cubicBezTo>
                <a:lnTo>
                  <a:pt x="2621" y="5319"/>
                </a:lnTo>
                <a:lnTo>
                  <a:pt x="2720" y="5269"/>
                </a:lnTo>
                <a:cubicBezTo>
                  <a:pt x="2814" y="5235"/>
                  <a:pt x="2931" y="5203"/>
                  <a:pt x="3069" y="5173"/>
                </a:cubicBezTo>
                <a:lnTo>
                  <a:pt x="3138" y="5161"/>
                </a:lnTo>
                <a:lnTo>
                  <a:pt x="3802" y="4970"/>
                </a:lnTo>
                <a:cubicBezTo>
                  <a:pt x="4178" y="4900"/>
                  <a:pt x="4555" y="4867"/>
                  <a:pt x="4922" y="4874"/>
                </a:cubicBezTo>
                <a:lnTo>
                  <a:pt x="4971" y="4878"/>
                </a:lnTo>
                <a:lnTo>
                  <a:pt x="4959" y="4874"/>
                </a:lnTo>
                <a:lnTo>
                  <a:pt x="4834" y="4769"/>
                </a:lnTo>
              </a:path>
              <a:path w="21600" h="21600">
                <a:moveTo>
                  <a:pt x="12799" y="4762"/>
                </a:moveTo>
                <a:lnTo>
                  <a:pt x="12801" y="5114"/>
                </a:lnTo>
                <a:cubicBezTo>
                  <a:pt x="12796" y="5307"/>
                  <a:pt x="12785" y="5487"/>
                  <a:pt x="12767" y="5666"/>
                </a:cubicBezTo>
                <a:lnTo>
                  <a:pt x="12749" y="5787"/>
                </a:lnTo>
                <a:lnTo>
                  <a:pt x="12786" y="5913"/>
                </a:lnTo>
                <a:lnTo>
                  <a:pt x="12904" y="6311"/>
                </a:lnTo>
                <a:lnTo>
                  <a:pt x="12955" y="5905"/>
                </a:lnTo>
                <a:lnTo>
                  <a:pt x="12965" y="5591"/>
                </a:lnTo>
                <a:lnTo>
                  <a:pt x="12886" y="5301"/>
                </a:lnTo>
              </a:path>
              <a:path w="21600" h="21600">
                <a:moveTo>
                  <a:pt x="9531" y="4752"/>
                </a:moveTo>
                <a:lnTo>
                  <a:pt x="9492" y="4800"/>
                </a:lnTo>
                <a:lnTo>
                  <a:pt x="9376" y="4891"/>
                </a:lnTo>
                <a:lnTo>
                  <a:pt x="9550" y="5188"/>
                </a:lnTo>
                <a:lnTo>
                  <a:pt x="9704" y="5064"/>
                </a:lnTo>
                <a:lnTo>
                  <a:pt x="9597" y="4868"/>
                </a:lnTo>
              </a:path>
              <a:path w="21600" h="21600">
                <a:moveTo>
                  <a:pt x="8157" y="4746"/>
                </a:moveTo>
                <a:lnTo>
                  <a:pt x="8009" y="4799"/>
                </a:lnTo>
                <a:lnTo>
                  <a:pt x="8042" y="4841"/>
                </a:lnTo>
                <a:cubicBezTo>
                  <a:pt x="8095" y="4919"/>
                  <a:pt x="8147" y="5000"/>
                  <a:pt x="8197" y="5084"/>
                </a:cubicBezTo>
                <a:lnTo>
                  <a:pt x="8357" y="5019"/>
                </a:lnTo>
                <a:lnTo>
                  <a:pt x="8334" y="4981"/>
                </a:lnTo>
              </a:path>
              <a:path w="21600" h="21600">
                <a:moveTo>
                  <a:pt x="2614" y="4744"/>
                </a:moveTo>
                <a:lnTo>
                  <a:pt x="2445" y="4796"/>
                </a:lnTo>
                <a:lnTo>
                  <a:pt x="2448" y="4802"/>
                </a:lnTo>
                <a:lnTo>
                  <a:pt x="2549" y="4901"/>
                </a:lnTo>
              </a:path>
              <a:path w="21600" h="21600">
                <a:moveTo>
                  <a:pt x="5442" y="4742"/>
                </a:moveTo>
                <a:lnTo>
                  <a:pt x="5414" y="4765"/>
                </a:lnTo>
                <a:lnTo>
                  <a:pt x="5467" y="4776"/>
                </a:lnTo>
              </a:path>
              <a:path w="21600" h="21600">
                <a:moveTo>
                  <a:pt x="5493" y="4738"/>
                </a:moveTo>
                <a:lnTo>
                  <a:pt x="5530" y="4790"/>
                </a:lnTo>
                <a:lnTo>
                  <a:pt x="5665" y="4819"/>
                </a:lnTo>
                <a:lnTo>
                  <a:pt x="5680" y="4805"/>
                </a:lnTo>
                <a:lnTo>
                  <a:pt x="5649" y="4759"/>
                </a:lnTo>
              </a:path>
              <a:path w="21600" h="21600">
                <a:moveTo>
                  <a:pt x="8949" y="4734"/>
                </a:moveTo>
                <a:lnTo>
                  <a:pt x="8802" y="4847"/>
                </a:lnTo>
                <a:lnTo>
                  <a:pt x="8993" y="5135"/>
                </a:lnTo>
                <a:lnTo>
                  <a:pt x="9131" y="5026"/>
                </a:lnTo>
              </a:path>
              <a:path w="21600" h="21600">
                <a:moveTo>
                  <a:pt x="12097" y="4729"/>
                </a:moveTo>
                <a:lnTo>
                  <a:pt x="12064" y="4943"/>
                </a:lnTo>
                <a:cubicBezTo>
                  <a:pt x="12043" y="5057"/>
                  <a:pt x="12021" y="5161"/>
                  <a:pt x="11999" y="5259"/>
                </a:cubicBezTo>
                <a:lnTo>
                  <a:pt x="11977" y="5345"/>
                </a:lnTo>
                <a:lnTo>
                  <a:pt x="12094" y="5683"/>
                </a:lnTo>
                <a:lnTo>
                  <a:pt x="12130" y="5787"/>
                </a:lnTo>
                <a:lnTo>
                  <a:pt x="12131" y="5783"/>
                </a:lnTo>
                <a:lnTo>
                  <a:pt x="12230" y="5292"/>
                </a:lnTo>
                <a:lnTo>
                  <a:pt x="12177" y="5127"/>
                </a:lnTo>
              </a:path>
              <a:path w="21600" h="21600">
                <a:moveTo>
                  <a:pt x="6206" y="4727"/>
                </a:moveTo>
                <a:lnTo>
                  <a:pt x="6199" y="4789"/>
                </a:lnTo>
                <a:lnTo>
                  <a:pt x="6305" y="4802"/>
                </a:lnTo>
                <a:lnTo>
                  <a:pt x="6285" y="4772"/>
                </a:lnTo>
              </a:path>
              <a:path w="21600" h="21600">
                <a:moveTo>
                  <a:pt x="6465" y="4720"/>
                </a:moveTo>
                <a:lnTo>
                  <a:pt x="6469" y="4730"/>
                </a:lnTo>
                <a:lnTo>
                  <a:pt x="6483" y="4741"/>
                </a:lnTo>
              </a:path>
              <a:path w="21600" h="21600">
                <a:moveTo>
                  <a:pt x="5054" y="4719"/>
                </a:moveTo>
                <a:lnTo>
                  <a:pt x="5047" y="4724"/>
                </a:lnTo>
                <a:lnTo>
                  <a:pt x="4995" y="4734"/>
                </a:lnTo>
                <a:lnTo>
                  <a:pt x="5070" y="4739"/>
                </a:lnTo>
              </a:path>
              <a:path w="21600" h="21600">
                <a:moveTo>
                  <a:pt x="6031" y="4718"/>
                </a:moveTo>
                <a:lnTo>
                  <a:pt x="6030" y="4719"/>
                </a:lnTo>
                <a:lnTo>
                  <a:pt x="6025" y="4731"/>
                </a:lnTo>
                <a:lnTo>
                  <a:pt x="6050" y="4744"/>
                </a:lnTo>
              </a:path>
              <a:path w="21600" h="21600">
                <a:moveTo>
                  <a:pt x="5878" y="4715"/>
                </a:moveTo>
                <a:lnTo>
                  <a:pt x="5905" y="4751"/>
                </a:lnTo>
                <a:lnTo>
                  <a:pt x="5906" y="4751"/>
                </a:lnTo>
                <a:lnTo>
                  <a:pt x="5916" y="4753"/>
                </a:lnTo>
                <a:lnTo>
                  <a:pt x="5963" y="4759"/>
                </a:lnTo>
                <a:lnTo>
                  <a:pt x="5967" y="4750"/>
                </a:lnTo>
                <a:lnTo>
                  <a:pt x="5921" y="4726"/>
                </a:lnTo>
              </a:path>
              <a:path w="21600" h="21600">
                <a:moveTo>
                  <a:pt x="1795" y="4715"/>
                </a:moveTo>
                <a:lnTo>
                  <a:pt x="1610" y="4815"/>
                </a:lnTo>
                <a:lnTo>
                  <a:pt x="1731" y="4781"/>
                </a:lnTo>
                <a:lnTo>
                  <a:pt x="1796" y="4743"/>
                </a:lnTo>
              </a:path>
              <a:path w="21600" h="21600">
                <a:moveTo>
                  <a:pt x="1933" y="4714"/>
                </a:moveTo>
                <a:lnTo>
                  <a:pt x="1911" y="4727"/>
                </a:lnTo>
                <a:lnTo>
                  <a:pt x="1918" y="4814"/>
                </a:lnTo>
                <a:lnTo>
                  <a:pt x="1925" y="4751"/>
                </a:lnTo>
              </a:path>
              <a:path w="21600" h="21600">
                <a:moveTo>
                  <a:pt x="5288" y="4711"/>
                </a:moveTo>
                <a:lnTo>
                  <a:pt x="5321" y="4754"/>
                </a:lnTo>
                <a:lnTo>
                  <a:pt x="5355" y="4756"/>
                </a:lnTo>
                <a:lnTo>
                  <a:pt x="5394" y="4725"/>
                </a:lnTo>
                <a:lnTo>
                  <a:pt x="5291" y="4712"/>
                </a:lnTo>
              </a:path>
              <a:path w="21600" h="21600">
                <a:moveTo>
                  <a:pt x="6366" y="4709"/>
                </a:moveTo>
                <a:lnTo>
                  <a:pt x="6364" y="4765"/>
                </a:lnTo>
                <a:lnTo>
                  <a:pt x="6440" y="4809"/>
                </a:lnTo>
                <a:lnTo>
                  <a:pt x="6451" y="4819"/>
                </a:lnTo>
                <a:lnTo>
                  <a:pt x="6434" y="4770"/>
                </a:lnTo>
              </a:path>
              <a:path w="21600" h="21600">
                <a:moveTo>
                  <a:pt x="5097" y="4699"/>
                </a:moveTo>
                <a:lnTo>
                  <a:pt x="5132" y="4742"/>
                </a:lnTo>
                <a:lnTo>
                  <a:pt x="5263" y="4750"/>
                </a:lnTo>
                <a:lnTo>
                  <a:pt x="5230" y="4708"/>
                </a:lnTo>
              </a:path>
              <a:path w="21600" h="21600">
                <a:moveTo>
                  <a:pt x="5796" y="4694"/>
                </a:moveTo>
                <a:lnTo>
                  <a:pt x="5774" y="4734"/>
                </a:lnTo>
                <a:lnTo>
                  <a:pt x="5844" y="4743"/>
                </a:lnTo>
                <a:lnTo>
                  <a:pt x="5809" y="4697"/>
                </a:lnTo>
              </a:path>
              <a:path w="21600" h="21600">
                <a:moveTo>
                  <a:pt x="2328" y="4693"/>
                </a:moveTo>
                <a:lnTo>
                  <a:pt x="2291" y="4729"/>
                </a:lnTo>
                <a:lnTo>
                  <a:pt x="2292" y="4744"/>
                </a:lnTo>
                <a:lnTo>
                  <a:pt x="2287" y="4797"/>
                </a:lnTo>
                <a:lnTo>
                  <a:pt x="2323" y="4786"/>
                </a:lnTo>
              </a:path>
              <a:path w="21600" h="21600">
                <a:moveTo>
                  <a:pt x="4947" y="4690"/>
                </a:moveTo>
                <a:lnTo>
                  <a:pt x="4953" y="4697"/>
                </a:lnTo>
                <a:lnTo>
                  <a:pt x="4979" y="4692"/>
                </a:lnTo>
              </a:path>
              <a:path w="21600" h="21600">
                <a:moveTo>
                  <a:pt x="2437" y="4687"/>
                </a:moveTo>
                <a:lnTo>
                  <a:pt x="2432" y="4689"/>
                </a:lnTo>
                <a:lnTo>
                  <a:pt x="2419" y="4718"/>
                </a:lnTo>
                <a:lnTo>
                  <a:pt x="2415" y="4734"/>
                </a:lnTo>
                <a:lnTo>
                  <a:pt x="2416" y="4735"/>
                </a:lnTo>
              </a:path>
              <a:path w="21600" h="21600">
                <a:moveTo>
                  <a:pt x="4807" y="4681"/>
                </a:moveTo>
                <a:lnTo>
                  <a:pt x="4823" y="4697"/>
                </a:lnTo>
                <a:lnTo>
                  <a:pt x="4876" y="4712"/>
                </a:lnTo>
                <a:lnTo>
                  <a:pt x="4903" y="4707"/>
                </a:lnTo>
                <a:lnTo>
                  <a:pt x="4884" y="4686"/>
                </a:lnTo>
              </a:path>
              <a:path w="21600" h="21600">
                <a:moveTo>
                  <a:pt x="1861" y="4679"/>
                </a:moveTo>
                <a:lnTo>
                  <a:pt x="1858" y="4681"/>
                </a:lnTo>
                <a:lnTo>
                  <a:pt x="1859" y="4697"/>
                </a:lnTo>
              </a:path>
              <a:path w="21600" h="21600">
                <a:moveTo>
                  <a:pt x="4614" y="4671"/>
                </a:moveTo>
                <a:lnTo>
                  <a:pt x="4614" y="4673"/>
                </a:lnTo>
                <a:cubicBezTo>
                  <a:pt x="4255" y="4673"/>
                  <a:pt x="3888" y="4710"/>
                  <a:pt x="3523" y="4782"/>
                </a:cubicBezTo>
                <a:lnTo>
                  <a:pt x="3471" y="4798"/>
                </a:lnTo>
                <a:lnTo>
                  <a:pt x="3504" y="4794"/>
                </a:lnTo>
                <a:cubicBezTo>
                  <a:pt x="3691" y="4776"/>
                  <a:pt x="3890" y="4756"/>
                  <a:pt x="4096" y="4742"/>
                </a:cubicBezTo>
                <a:lnTo>
                  <a:pt x="4730" y="4718"/>
                </a:lnTo>
                <a:lnTo>
                  <a:pt x="4710" y="4712"/>
                </a:lnTo>
                <a:lnTo>
                  <a:pt x="4654" y="4671"/>
                </a:lnTo>
              </a:path>
              <a:path w="21600" h="21600">
                <a:moveTo>
                  <a:pt x="8362" y="4671"/>
                </a:moveTo>
                <a:lnTo>
                  <a:pt x="8201" y="4730"/>
                </a:lnTo>
                <a:lnTo>
                  <a:pt x="8373" y="4958"/>
                </a:lnTo>
                <a:lnTo>
                  <a:pt x="8399" y="5003"/>
                </a:lnTo>
                <a:lnTo>
                  <a:pt x="8552" y="4941"/>
                </a:lnTo>
              </a:path>
              <a:path w="21600" h="21600">
                <a:moveTo>
                  <a:pt x="6212" y="4663"/>
                </a:moveTo>
                <a:lnTo>
                  <a:pt x="6211" y="4678"/>
                </a:lnTo>
                <a:lnTo>
                  <a:pt x="6230" y="4689"/>
                </a:lnTo>
              </a:path>
              <a:path w="21600" h="21600">
                <a:moveTo>
                  <a:pt x="2134" y="4662"/>
                </a:moveTo>
                <a:lnTo>
                  <a:pt x="2084" y="4815"/>
                </a:lnTo>
                <a:lnTo>
                  <a:pt x="2087" y="4863"/>
                </a:lnTo>
                <a:lnTo>
                  <a:pt x="2144" y="4809"/>
                </a:lnTo>
                <a:lnTo>
                  <a:pt x="2144" y="4753"/>
                </a:lnTo>
              </a:path>
              <a:path w="21600" h="21600">
                <a:moveTo>
                  <a:pt x="1133" y="4661"/>
                </a:moveTo>
                <a:lnTo>
                  <a:pt x="559" y="4729"/>
                </a:lnTo>
                <a:lnTo>
                  <a:pt x="529" y="4728"/>
                </a:lnTo>
                <a:lnTo>
                  <a:pt x="429" y="4811"/>
                </a:lnTo>
                <a:lnTo>
                  <a:pt x="226" y="5039"/>
                </a:lnTo>
                <a:lnTo>
                  <a:pt x="389" y="5044"/>
                </a:lnTo>
                <a:lnTo>
                  <a:pt x="635" y="5017"/>
                </a:lnTo>
                <a:lnTo>
                  <a:pt x="648" y="5002"/>
                </a:lnTo>
                <a:cubicBezTo>
                  <a:pt x="734" y="4922"/>
                  <a:pt x="830" y="4845"/>
                  <a:pt x="934" y="4771"/>
                </a:cubicBezTo>
              </a:path>
              <a:path w="21600" h="21600">
                <a:moveTo>
                  <a:pt x="2029" y="4659"/>
                </a:moveTo>
                <a:lnTo>
                  <a:pt x="1989" y="4682"/>
                </a:lnTo>
                <a:lnTo>
                  <a:pt x="1984" y="4702"/>
                </a:lnTo>
                <a:lnTo>
                  <a:pt x="1986" y="4717"/>
                </a:lnTo>
                <a:lnTo>
                  <a:pt x="1990" y="4769"/>
                </a:lnTo>
                <a:lnTo>
                  <a:pt x="2002" y="4917"/>
                </a:lnTo>
                <a:lnTo>
                  <a:pt x="2016" y="4909"/>
                </a:lnTo>
                <a:lnTo>
                  <a:pt x="2037" y="4816"/>
                </a:lnTo>
                <a:lnTo>
                  <a:pt x="2040" y="4807"/>
                </a:lnTo>
                <a:lnTo>
                  <a:pt x="2032" y="4680"/>
                </a:lnTo>
              </a:path>
              <a:path w="21600" h="21600">
                <a:moveTo>
                  <a:pt x="10082" y="4658"/>
                </a:moveTo>
                <a:lnTo>
                  <a:pt x="9931" y="4853"/>
                </a:lnTo>
                <a:lnTo>
                  <a:pt x="9993" y="4970"/>
                </a:lnTo>
                <a:lnTo>
                  <a:pt x="10101" y="5178"/>
                </a:lnTo>
                <a:lnTo>
                  <a:pt x="10244" y="4986"/>
                </a:lnTo>
              </a:path>
              <a:path w="21600" h="21600">
                <a:moveTo>
                  <a:pt x="5630" y="4653"/>
                </a:moveTo>
                <a:lnTo>
                  <a:pt x="5678" y="4721"/>
                </a:lnTo>
                <a:lnTo>
                  <a:pt x="5726" y="4728"/>
                </a:lnTo>
                <a:lnTo>
                  <a:pt x="5751" y="4683"/>
                </a:lnTo>
              </a:path>
              <a:path w="21600" h="21600">
                <a:moveTo>
                  <a:pt x="1934" y="4643"/>
                </a:moveTo>
                <a:lnTo>
                  <a:pt x="1919" y="4647"/>
                </a:lnTo>
                <a:lnTo>
                  <a:pt x="1910" y="4652"/>
                </a:lnTo>
                <a:lnTo>
                  <a:pt x="1908" y="4679"/>
                </a:lnTo>
                <a:lnTo>
                  <a:pt x="1936" y="4662"/>
                </a:lnTo>
              </a:path>
              <a:path w="21600" h="21600">
                <a:moveTo>
                  <a:pt x="6044" y="4635"/>
                </a:moveTo>
                <a:lnTo>
                  <a:pt x="6041" y="4657"/>
                </a:lnTo>
                <a:lnTo>
                  <a:pt x="6130" y="4780"/>
                </a:lnTo>
                <a:lnTo>
                  <a:pt x="6155" y="4783"/>
                </a:lnTo>
                <a:lnTo>
                  <a:pt x="6163" y="4703"/>
                </a:lnTo>
              </a:path>
              <a:path w="21600" h="21600">
                <a:moveTo>
                  <a:pt x="5174" y="4635"/>
                </a:moveTo>
                <a:lnTo>
                  <a:pt x="5136" y="4661"/>
                </a:lnTo>
                <a:lnTo>
                  <a:pt x="5197" y="4665"/>
                </a:lnTo>
              </a:path>
              <a:path w="21600" h="21600">
                <a:moveTo>
                  <a:pt x="5558" y="4634"/>
                </a:moveTo>
                <a:lnTo>
                  <a:pt x="5536" y="4666"/>
                </a:lnTo>
                <a:lnTo>
                  <a:pt x="5497" y="4698"/>
                </a:lnTo>
                <a:lnTo>
                  <a:pt x="5618" y="4713"/>
                </a:lnTo>
                <a:lnTo>
                  <a:pt x="5581" y="4659"/>
                </a:lnTo>
                <a:lnTo>
                  <a:pt x="5562" y="4635"/>
                </a:lnTo>
              </a:path>
              <a:path w="21600" h="21600">
                <a:moveTo>
                  <a:pt x="6916" y="4631"/>
                </a:moveTo>
                <a:lnTo>
                  <a:pt x="7086" y="4862"/>
                </a:lnTo>
                <a:lnTo>
                  <a:pt x="7267" y="4870"/>
                </a:lnTo>
                <a:lnTo>
                  <a:pt x="7103" y="4636"/>
                </a:lnTo>
                <a:lnTo>
                  <a:pt x="7096" y="4637"/>
                </a:lnTo>
              </a:path>
              <a:path w="21600" h="21600">
                <a:moveTo>
                  <a:pt x="6665" y="4624"/>
                </a:moveTo>
                <a:lnTo>
                  <a:pt x="6832" y="4852"/>
                </a:lnTo>
                <a:lnTo>
                  <a:pt x="7029" y="4860"/>
                </a:lnTo>
                <a:lnTo>
                  <a:pt x="6860" y="4630"/>
                </a:lnTo>
              </a:path>
              <a:path w="21600" h="21600">
                <a:moveTo>
                  <a:pt x="2647" y="4623"/>
                </a:moveTo>
                <a:lnTo>
                  <a:pt x="2557" y="4642"/>
                </a:lnTo>
                <a:lnTo>
                  <a:pt x="2495" y="4665"/>
                </a:lnTo>
                <a:lnTo>
                  <a:pt x="2461" y="4745"/>
                </a:lnTo>
                <a:lnTo>
                  <a:pt x="2635" y="4692"/>
                </a:lnTo>
                <a:lnTo>
                  <a:pt x="2649" y="4658"/>
                </a:lnTo>
                <a:cubicBezTo>
                  <a:pt x="2654" y="4649"/>
                  <a:pt x="2659" y="4641"/>
                  <a:pt x="2664" y="4636"/>
                </a:cubicBezTo>
              </a:path>
              <a:path w="21600" h="21600">
                <a:moveTo>
                  <a:pt x="2011" y="4619"/>
                </a:moveTo>
                <a:lnTo>
                  <a:pt x="2002" y="4622"/>
                </a:lnTo>
                <a:lnTo>
                  <a:pt x="2002" y="4624"/>
                </a:lnTo>
              </a:path>
              <a:path w="21600" h="21600">
                <a:moveTo>
                  <a:pt x="7338" y="4619"/>
                </a:moveTo>
                <a:lnTo>
                  <a:pt x="7155" y="4632"/>
                </a:lnTo>
                <a:lnTo>
                  <a:pt x="7323" y="4872"/>
                </a:lnTo>
                <a:lnTo>
                  <a:pt x="7363" y="4874"/>
                </a:lnTo>
                <a:lnTo>
                  <a:pt x="7499" y="4862"/>
                </a:lnTo>
                <a:lnTo>
                  <a:pt x="7346" y="4629"/>
                </a:lnTo>
                <a:cubicBezTo>
                  <a:pt x="7343" y="4626"/>
                  <a:pt x="7341" y="4622"/>
                  <a:pt x="7338" y="4619"/>
                </a:cubicBezTo>
              </a:path>
              <a:path w="21600" h="21600">
                <a:moveTo>
                  <a:pt x="6489" y="4619"/>
                </a:moveTo>
                <a:lnTo>
                  <a:pt x="6492" y="4623"/>
                </a:lnTo>
                <a:lnTo>
                  <a:pt x="6513" y="4675"/>
                </a:lnTo>
                <a:lnTo>
                  <a:pt x="6608" y="4790"/>
                </a:lnTo>
                <a:lnTo>
                  <a:pt x="6632" y="4844"/>
                </a:lnTo>
                <a:lnTo>
                  <a:pt x="6792" y="4850"/>
                </a:lnTo>
                <a:lnTo>
                  <a:pt x="6758" y="4795"/>
                </a:lnTo>
                <a:lnTo>
                  <a:pt x="6625" y="4623"/>
                </a:lnTo>
              </a:path>
              <a:path w="21600" h="21600">
                <a:moveTo>
                  <a:pt x="2102" y="4617"/>
                </a:moveTo>
                <a:lnTo>
                  <a:pt x="2071" y="4635"/>
                </a:lnTo>
                <a:lnTo>
                  <a:pt x="2076" y="4678"/>
                </a:lnTo>
                <a:lnTo>
                  <a:pt x="2077" y="4692"/>
                </a:lnTo>
              </a:path>
              <a:path w="21600" h="21600">
                <a:moveTo>
                  <a:pt x="6353" y="4614"/>
                </a:moveTo>
                <a:lnTo>
                  <a:pt x="6362" y="4644"/>
                </a:lnTo>
                <a:lnTo>
                  <a:pt x="6404" y="4678"/>
                </a:lnTo>
                <a:lnTo>
                  <a:pt x="6386" y="4625"/>
                </a:lnTo>
                <a:lnTo>
                  <a:pt x="6377" y="4615"/>
                </a:lnTo>
              </a:path>
              <a:path w="21600" h="21600">
                <a:moveTo>
                  <a:pt x="6219" y="4600"/>
                </a:moveTo>
                <a:lnTo>
                  <a:pt x="6216" y="4624"/>
                </a:lnTo>
                <a:lnTo>
                  <a:pt x="6286" y="4721"/>
                </a:lnTo>
                <a:lnTo>
                  <a:pt x="6318" y="4739"/>
                </a:lnTo>
                <a:lnTo>
                  <a:pt x="6321" y="4671"/>
                </a:lnTo>
                <a:lnTo>
                  <a:pt x="6319" y="4666"/>
                </a:lnTo>
                <a:lnTo>
                  <a:pt x="6249" y="4603"/>
                </a:lnTo>
              </a:path>
              <a:path w="21600" h="21600">
                <a:moveTo>
                  <a:pt x="2403" y="4593"/>
                </a:moveTo>
                <a:lnTo>
                  <a:pt x="2377" y="4632"/>
                </a:lnTo>
                <a:lnTo>
                  <a:pt x="2374" y="4682"/>
                </a:lnTo>
                <a:lnTo>
                  <a:pt x="2378" y="4673"/>
                </a:lnTo>
                <a:lnTo>
                  <a:pt x="2384" y="4670"/>
                </a:lnTo>
              </a:path>
              <a:path w="21600" h="21600">
                <a:moveTo>
                  <a:pt x="5386" y="4591"/>
                </a:moveTo>
                <a:lnTo>
                  <a:pt x="5450" y="4680"/>
                </a:lnTo>
                <a:lnTo>
                  <a:pt x="5502" y="4638"/>
                </a:lnTo>
                <a:lnTo>
                  <a:pt x="5512" y="4623"/>
                </a:lnTo>
              </a:path>
              <a:path w="21600" h="21600">
                <a:moveTo>
                  <a:pt x="9141" y="4587"/>
                </a:moveTo>
                <a:lnTo>
                  <a:pt x="8985" y="4707"/>
                </a:lnTo>
                <a:lnTo>
                  <a:pt x="9167" y="4998"/>
                </a:lnTo>
                <a:lnTo>
                  <a:pt x="9317" y="4880"/>
                </a:lnTo>
                <a:lnTo>
                  <a:pt x="9239" y="4747"/>
                </a:lnTo>
              </a:path>
              <a:path w="21600" h="21600">
                <a:moveTo>
                  <a:pt x="4615" y="4586"/>
                </a:moveTo>
                <a:lnTo>
                  <a:pt x="4678" y="4632"/>
                </a:lnTo>
                <a:lnTo>
                  <a:pt x="4699" y="4633"/>
                </a:lnTo>
                <a:lnTo>
                  <a:pt x="4657" y="4589"/>
                </a:lnTo>
                <a:lnTo>
                  <a:pt x="4640" y="4592"/>
                </a:lnTo>
              </a:path>
              <a:path w="21600" h="21600">
                <a:moveTo>
                  <a:pt x="6053" y="4581"/>
                </a:moveTo>
                <a:lnTo>
                  <a:pt x="6052" y="4588"/>
                </a:lnTo>
                <a:lnTo>
                  <a:pt x="6168" y="4654"/>
                </a:lnTo>
                <a:lnTo>
                  <a:pt x="6173" y="4610"/>
                </a:lnTo>
                <a:lnTo>
                  <a:pt x="6160" y="4593"/>
                </a:lnTo>
              </a:path>
              <a:path w="21600" h="21600">
                <a:moveTo>
                  <a:pt x="7532" y="4581"/>
                </a:moveTo>
                <a:lnTo>
                  <a:pt x="7390" y="4613"/>
                </a:lnTo>
                <a:lnTo>
                  <a:pt x="7551" y="4857"/>
                </a:lnTo>
                <a:lnTo>
                  <a:pt x="7738" y="4840"/>
                </a:lnTo>
                <a:cubicBezTo>
                  <a:pt x="7717" y="4809"/>
                  <a:pt x="7695" y="4777"/>
                  <a:pt x="7674" y="4747"/>
                </a:cubicBezTo>
              </a:path>
              <a:path w="21600" h="21600">
                <a:moveTo>
                  <a:pt x="3026" y="4573"/>
                </a:moveTo>
                <a:lnTo>
                  <a:pt x="2872" y="4589"/>
                </a:lnTo>
                <a:lnTo>
                  <a:pt x="2708" y="4612"/>
                </a:lnTo>
                <a:lnTo>
                  <a:pt x="2709" y="4613"/>
                </a:lnTo>
                <a:cubicBezTo>
                  <a:pt x="2713" y="4615"/>
                  <a:pt x="2724" y="4621"/>
                  <a:pt x="2724" y="4635"/>
                </a:cubicBezTo>
                <a:cubicBezTo>
                  <a:pt x="2724" y="4648"/>
                  <a:pt x="2714" y="4655"/>
                  <a:pt x="2709" y="4658"/>
                </a:cubicBezTo>
                <a:lnTo>
                  <a:pt x="2695" y="4674"/>
                </a:lnTo>
              </a:path>
              <a:path w="21600" h="21600">
                <a:moveTo>
                  <a:pt x="5266" y="4569"/>
                </a:moveTo>
                <a:lnTo>
                  <a:pt x="5210" y="4609"/>
                </a:lnTo>
                <a:lnTo>
                  <a:pt x="5255" y="4668"/>
                </a:lnTo>
                <a:lnTo>
                  <a:pt x="5294" y="4671"/>
                </a:lnTo>
                <a:lnTo>
                  <a:pt x="5401" y="4685"/>
                </a:lnTo>
                <a:lnTo>
                  <a:pt x="5321" y="4575"/>
                </a:lnTo>
                <a:lnTo>
                  <a:pt x="5320" y="4575"/>
                </a:lnTo>
              </a:path>
              <a:path w="21600" h="21600">
                <a:moveTo>
                  <a:pt x="4782" y="4567"/>
                </a:moveTo>
                <a:lnTo>
                  <a:pt x="4711" y="4579"/>
                </a:lnTo>
                <a:lnTo>
                  <a:pt x="4766" y="4638"/>
                </a:lnTo>
                <a:lnTo>
                  <a:pt x="4847" y="4643"/>
                </a:lnTo>
              </a:path>
              <a:path w="21600" h="21600">
                <a:moveTo>
                  <a:pt x="1853" y="4566"/>
                </a:moveTo>
                <a:lnTo>
                  <a:pt x="1852" y="4572"/>
                </a:lnTo>
                <a:lnTo>
                  <a:pt x="1855" y="4634"/>
                </a:lnTo>
                <a:lnTo>
                  <a:pt x="1858" y="4632"/>
                </a:lnTo>
              </a:path>
              <a:path w="21600" h="21600">
                <a:moveTo>
                  <a:pt x="2335" y="4562"/>
                </a:moveTo>
                <a:lnTo>
                  <a:pt x="2307" y="4651"/>
                </a:lnTo>
                <a:lnTo>
                  <a:pt x="2314" y="4644"/>
                </a:lnTo>
                <a:lnTo>
                  <a:pt x="2332" y="4617"/>
                </a:lnTo>
              </a:path>
              <a:path w="21600" h="21600">
                <a:moveTo>
                  <a:pt x="5872" y="4561"/>
                </a:moveTo>
                <a:lnTo>
                  <a:pt x="5824" y="4645"/>
                </a:lnTo>
                <a:lnTo>
                  <a:pt x="5835" y="4659"/>
                </a:lnTo>
                <a:lnTo>
                  <a:pt x="5936" y="4685"/>
                </a:lnTo>
                <a:lnTo>
                  <a:pt x="5986" y="4711"/>
                </a:lnTo>
                <a:lnTo>
                  <a:pt x="5988" y="4706"/>
                </a:lnTo>
                <a:lnTo>
                  <a:pt x="5994" y="4668"/>
                </a:lnTo>
                <a:lnTo>
                  <a:pt x="5921" y="4567"/>
                </a:lnTo>
              </a:path>
              <a:path w="21600" h="21600">
                <a:moveTo>
                  <a:pt x="5172" y="4560"/>
                </a:moveTo>
                <a:lnTo>
                  <a:pt x="5182" y="4574"/>
                </a:lnTo>
                <a:lnTo>
                  <a:pt x="5198" y="4563"/>
                </a:lnTo>
              </a:path>
              <a:path w="21600" h="21600">
                <a:moveTo>
                  <a:pt x="2017" y="4556"/>
                </a:moveTo>
                <a:lnTo>
                  <a:pt x="2013" y="4574"/>
                </a:lnTo>
                <a:lnTo>
                  <a:pt x="2019" y="4572"/>
                </a:lnTo>
              </a:path>
              <a:path w="21600" h="21600">
                <a:moveTo>
                  <a:pt x="8553" y="4551"/>
                </a:moveTo>
                <a:lnTo>
                  <a:pt x="8421" y="4650"/>
                </a:lnTo>
                <a:lnTo>
                  <a:pt x="8405" y="4655"/>
                </a:lnTo>
                <a:lnTo>
                  <a:pt x="8595" y="4924"/>
                </a:lnTo>
                <a:lnTo>
                  <a:pt x="8672" y="4893"/>
                </a:lnTo>
                <a:lnTo>
                  <a:pt x="8743" y="4838"/>
                </a:lnTo>
              </a:path>
              <a:path w="21600" h="21600">
                <a:moveTo>
                  <a:pt x="2545" y="4549"/>
                </a:moveTo>
                <a:lnTo>
                  <a:pt x="2520" y="4608"/>
                </a:lnTo>
                <a:lnTo>
                  <a:pt x="2599" y="4588"/>
                </a:lnTo>
              </a:path>
              <a:path w="21600" h="21600">
                <a:moveTo>
                  <a:pt x="2238" y="4549"/>
                </a:moveTo>
                <a:lnTo>
                  <a:pt x="2198" y="4561"/>
                </a:lnTo>
                <a:lnTo>
                  <a:pt x="2170" y="4577"/>
                </a:lnTo>
                <a:lnTo>
                  <a:pt x="2188" y="4751"/>
                </a:lnTo>
                <a:lnTo>
                  <a:pt x="2189" y="4766"/>
                </a:lnTo>
                <a:lnTo>
                  <a:pt x="2236" y="4720"/>
                </a:lnTo>
                <a:lnTo>
                  <a:pt x="2245" y="4690"/>
                </a:lnTo>
              </a:path>
              <a:path w="21600" h="21600">
                <a:moveTo>
                  <a:pt x="5748" y="4547"/>
                </a:moveTo>
                <a:lnTo>
                  <a:pt x="5795" y="4607"/>
                </a:lnTo>
                <a:lnTo>
                  <a:pt x="5824" y="4556"/>
                </a:lnTo>
              </a:path>
              <a:path w="21600" h="21600">
                <a:moveTo>
                  <a:pt x="4966" y="4540"/>
                </a:moveTo>
                <a:lnTo>
                  <a:pt x="5061" y="4656"/>
                </a:lnTo>
                <a:lnTo>
                  <a:pt x="5065" y="4656"/>
                </a:lnTo>
                <a:lnTo>
                  <a:pt x="5146" y="4599"/>
                </a:lnTo>
                <a:lnTo>
                  <a:pt x="5112" y="4554"/>
                </a:lnTo>
              </a:path>
              <a:path w="21600" h="21600">
                <a:moveTo>
                  <a:pt x="6155" y="4538"/>
                </a:moveTo>
                <a:lnTo>
                  <a:pt x="6163" y="4549"/>
                </a:lnTo>
                <a:lnTo>
                  <a:pt x="6177" y="4551"/>
                </a:lnTo>
              </a:path>
              <a:path w="21600" h="21600">
                <a:moveTo>
                  <a:pt x="1923" y="4536"/>
                </a:moveTo>
                <a:lnTo>
                  <a:pt x="1916" y="4604"/>
                </a:lnTo>
                <a:lnTo>
                  <a:pt x="1930" y="4600"/>
                </a:lnTo>
              </a:path>
              <a:path w="21600" h="21600">
                <a:moveTo>
                  <a:pt x="7741" y="4535"/>
                </a:moveTo>
                <a:lnTo>
                  <a:pt x="7583" y="4570"/>
                </a:lnTo>
                <a:lnTo>
                  <a:pt x="7713" y="4721"/>
                </a:lnTo>
                <a:cubicBezTo>
                  <a:pt x="7738" y="4757"/>
                  <a:pt x="7763" y="4793"/>
                  <a:pt x="7788" y="4830"/>
                </a:cubicBezTo>
                <a:lnTo>
                  <a:pt x="7934" y="4777"/>
                </a:lnTo>
              </a:path>
              <a:path w="21600" h="21600">
                <a:moveTo>
                  <a:pt x="5624" y="4533"/>
                </a:moveTo>
                <a:lnTo>
                  <a:pt x="5587" y="4590"/>
                </a:lnTo>
                <a:lnTo>
                  <a:pt x="5589" y="4593"/>
                </a:lnTo>
                <a:lnTo>
                  <a:pt x="5593" y="4598"/>
                </a:lnTo>
                <a:lnTo>
                  <a:pt x="5766" y="4642"/>
                </a:lnTo>
                <a:lnTo>
                  <a:pt x="5688" y="4541"/>
                </a:lnTo>
                <a:lnTo>
                  <a:pt x="5628" y="4534"/>
                </a:lnTo>
              </a:path>
              <a:path w="21600" h="21600">
                <a:moveTo>
                  <a:pt x="9708" y="4531"/>
                </a:moveTo>
                <a:lnTo>
                  <a:pt x="9560" y="4715"/>
                </a:lnTo>
                <a:lnTo>
                  <a:pt x="9636" y="4848"/>
                </a:lnTo>
                <a:lnTo>
                  <a:pt x="9737" y="5032"/>
                </a:lnTo>
                <a:lnTo>
                  <a:pt x="9878" y="4851"/>
                </a:lnTo>
              </a:path>
              <a:path w="21600" h="21600">
                <a:moveTo>
                  <a:pt x="2296" y="4531"/>
                </a:moveTo>
                <a:lnTo>
                  <a:pt x="2281" y="4536"/>
                </a:lnTo>
                <a:lnTo>
                  <a:pt x="2283" y="4571"/>
                </a:lnTo>
              </a:path>
              <a:path w="21600" h="21600">
                <a:moveTo>
                  <a:pt x="4875" y="4531"/>
                </a:moveTo>
                <a:lnTo>
                  <a:pt x="4832" y="4557"/>
                </a:lnTo>
                <a:lnTo>
                  <a:pt x="4909" y="4647"/>
                </a:lnTo>
                <a:lnTo>
                  <a:pt x="5000" y="4652"/>
                </a:lnTo>
                <a:lnTo>
                  <a:pt x="4902" y="4533"/>
                </a:lnTo>
              </a:path>
              <a:path w="21600" h="21600">
                <a:moveTo>
                  <a:pt x="5531" y="4523"/>
                </a:moveTo>
                <a:lnTo>
                  <a:pt x="5557" y="4555"/>
                </a:lnTo>
                <a:lnTo>
                  <a:pt x="5575" y="4528"/>
                </a:lnTo>
              </a:path>
              <a:path w="21600" h="21600">
                <a:moveTo>
                  <a:pt x="2505" y="4521"/>
                </a:moveTo>
                <a:lnTo>
                  <a:pt x="2456" y="4634"/>
                </a:lnTo>
                <a:lnTo>
                  <a:pt x="2461" y="4631"/>
                </a:lnTo>
                <a:lnTo>
                  <a:pt x="2508" y="4522"/>
                </a:lnTo>
              </a:path>
              <a:path w="21600" h="21600">
                <a:moveTo>
                  <a:pt x="4648" y="4513"/>
                </a:moveTo>
                <a:lnTo>
                  <a:pt x="4676" y="4543"/>
                </a:lnTo>
                <a:lnTo>
                  <a:pt x="4749" y="4530"/>
                </a:lnTo>
                <a:lnTo>
                  <a:pt x="4738" y="4517"/>
                </a:lnTo>
                <a:lnTo>
                  <a:pt x="4703" y="4514"/>
                </a:lnTo>
              </a:path>
              <a:path w="21600" h="21600">
                <a:moveTo>
                  <a:pt x="4530" y="4513"/>
                </a:moveTo>
                <a:lnTo>
                  <a:pt x="4541" y="4524"/>
                </a:lnTo>
                <a:lnTo>
                  <a:pt x="4612" y="4541"/>
                </a:lnTo>
                <a:lnTo>
                  <a:pt x="4586" y="4513"/>
                </a:lnTo>
              </a:path>
              <a:path w="21600" h="21600">
                <a:moveTo>
                  <a:pt x="4096" y="4512"/>
                </a:moveTo>
                <a:cubicBezTo>
                  <a:pt x="3899" y="4518"/>
                  <a:pt x="3708" y="4528"/>
                  <a:pt x="3528" y="4538"/>
                </a:cubicBezTo>
                <a:lnTo>
                  <a:pt x="3460" y="4541"/>
                </a:lnTo>
                <a:lnTo>
                  <a:pt x="3233" y="4556"/>
                </a:lnTo>
                <a:lnTo>
                  <a:pt x="2671" y="4727"/>
                </a:lnTo>
                <a:lnTo>
                  <a:pt x="2585" y="4936"/>
                </a:lnTo>
                <a:lnTo>
                  <a:pt x="2600" y="4950"/>
                </a:lnTo>
                <a:lnTo>
                  <a:pt x="2670" y="4927"/>
                </a:lnTo>
                <a:cubicBezTo>
                  <a:pt x="2751" y="4904"/>
                  <a:pt x="2857" y="4880"/>
                  <a:pt x="2994" y="4858"/>
                </a:cubicBezTo>
                <a:lnTo>
                  <a:pt x="3218" y="4830"/>
                </a:lnTo>
                <a:lnTo>
                  <a:pt x="3534" y="4736"/>
                </a:lnTo>
                <a:lnTo>
                  <a:pt x="4606" y="4635"/>
                </a:lnTo>
                <a:lnTo>
                  <a:pt x="4538" y="4585"/>
                </a:lnTo>
                <a:lnTo>
                  <a:pt x="4513" y="4560"/>
                </a:lnTo>
                <a:lnTo>
                  <a:pt x="4459" y="4547"/>
                </a:lnTo>
                <a:lnTo>
                  <a:pt x="4407" y="4513"/>
                </a:lnTo>
              </a:path>
              <a:path w="21600" h="21600">
                <a:moveTo>
                  <a:pt x="5358" y="4503"/>
                </a:moveTo>
                <a:lnTo>
                  <a:pt x="5354" y="4508"/>
                </a:lnTo>
                <a:lnTo>
                  <a:pt x="5335" y="4521"/>
                </a:lnTo>
                <a:lnTo>
                  <a:pt x="5335" y="4521"/>
                </a:lnTo>
                <a:lnTo>
                  <a:pt x="5346" y="4536"/>
                </a:lnTo>
                <a:lnTo>
                  <a:pt x="5516" y="4579"/>
                </a:lnTo>
                <a:lnTo>
                  <a:pt x="5464" y="4515"/>
                </a:lnTo>
              </a:path>
              <a:path w="21600" h="21600">
                <a:moveTo>
                  <a:pt x="2412" y="4495"/>
                </a:moveTo>
                <a:lnTo>
                  <a:pt x="2384" y="4504"/>
                </a:lnTo>
                <a:lnTo>
                  <a:pt x="2382" y="4541"/>
                </a:lnTo>
              </a:path>
              <a:path w="21600" h="21600">
                <a:moveTo>
                  <a:pt x="6069" y="4488"/>
                </a:moveTo>
                <a:lnTo>
                  <a:pt x="6060" y="4538"/>
                </a:lnTo>
                <a:lnTo>
                  <a:pt x="6120" y="4545"/>
                </a:lnTo>
                <a:lnTo>
                  <a:pt x="6080" y="4494"/>
                </a:lnTo>
              </a:path>
              <a:path w="21600" h="21600">
                <a:moveTo>
                  <a:pt x="1789" y="4484"/>
                </a:moveTo>
                <a:lnTo>
                  <a:pt x="1250" y="4645"/>
                </a:lnTo>
                <a:lnTo>
                  <a:pt x="962" y="4804"/>
                </a:lnTo>
                <a:lnTo>
                  <a:pt x="709" y="5008"/>
                </a:lnTo>
                <a:lnTo>
                  <a:pt x="1065" y="4969"/>
                </a:lnTo>
                <a:lnTo>
                  <a:pt x="1425" y="4868"/>
                </a:lnTo>
                <a:lnTo>
                  <a:pt x="1794" y="4667"/>
                </a:lnTo>
              </a:path>
              <a:path w="21600" h="21600">
                <a:moveTo>
                  <a:pt x="6223" y="4479"/>
                </a:moveTo>
                <a:lnTo>
                  <a:pt x="6229" y="4504"/>
                </a:lnTo>
                <a:lnTo>
                  <a:pt x="6226" y="4536"/>
                </a:lnTo>
                <a:lnTo>
                  <a:pt x="6255" y="4560"/>
                </a:lnTo>
                <a:lnTo>
                  <a:pt x="6291" y="4564"/>
                </a:lnTo>
                <a:lnTo>
                  <a:pt x="6280" y="4526"/>
                </a:lnTo>
              </a:path>
              <a:path w="21600" h="21600">
                <a:moveTo>
                  <a:pt x="5693" y="4476"/>
                </a:moveTo>
                <a:lnTo>
                  <a:pt x="5711" y="4499"/>
                </a:lnTo>
                <a:lnTo>
                  <a:pt x="5809" y="4510"/>
                </a:lnTo>
              </a:path>
              <a:path w="21600" h="21600">
                <a:moveTo>
                  <a:pt x="5105" y="4473"/>
                </a:moveTo>
                <a:lnTo>
                  <a:pt x="5135" y="4513"/>
                </a:lnTo>
                <a:lnTo>
                  <a:pt x="5252" y="4524"/>
                </a:lnTo>
                <a:lnTo>
                  <a:pt x="5271" y="4511"/>
                </a:lnTo>
                <a:lnTo>
                  <a:pt x="5253" y="4490"/>
                </a:lnTo>
              </a:path>
              <a:path w="21600" h="21600">
                <a:moveTo>
                  <a:pt x="2317" y="4468"/>
                </a:moveTo>
                <a:lnTo>
                  <a:pt x="2300" y="4485"/>
                </a:lnTo>
                <a:lnTo>
                  <a:pt x="2311" y="4482"/>
                </a:lnTo>
                <a:lnTo>
                  <a:pt x="2311" y="4481"/>
                </a:lnTo>
              </a:path>
              <a:path w="21600" h="21600">
                <a:moveTo>
                  <a:pt x="4986" y="4461"/>
                </a:moveTo>
                <a:lnTo>
                  <a:pt x="4935" y="4493"/>
                </a:lnTo>
                <a:lnTo>
                  <a:pt x="5075" y="4507"/>
                </a:lnTo>
                <a:lnTo>
                  <a:pt x="5044" y="4466"/>
                </a:lnTo>
                <a:lnTo>
                  <a:pt x="5017" y="4463"/>
                </a:lnTo>
              </a:path>
              <a:path w="21600" h="21600">
                <a:moveTo>
                  <a:pt x="7942" y="4460"/>
                </a:moveTo>
                <a:lnTo>
                  <a:pt x="7800" y="4522"/>
                </a:lnTo>
                <a:lnTo>
                  <a:pt x="7789" y="4525"/>
                </a:lnTo>
                <a:lnTo>
                  <a:pt x="7979" y="4761"/>
                </a:lnTo>
                <a:lnTo>
                  <a:pt x="8128" y="4708"/>
                </a:lnTo>
              </a:path>
              <a:path w="21600" h="21600">
                <a:moveTo>
                  <a:pt x="2536" y="4457"/>
                </a:moveTo>
                <a:lnTo>
                  <a:pt x="2520" y="4462"/>
                </a:lnTo>
                <a:lnTo>
                  <a:pt x="2518" y="4473"/>
                </a:lnTo>
                <a:lnTo>
                  <a:pt x="2525" y="4481"/>
                </a:lnTo>
              </a:path>
              <a:path w="21600" h="21600">
                <a:moveTo>
                  <a:pt x="4898" y="4457"/>
                </a:moveTo>
                <a:lnTo>
                  <a:pt x="4903" y="4463"/>
                </a:lnTo>
                <a:lnTo>
                  <a:pt x="4912" y="4457"/>
                </a:lnTo>
              </a:path>
              <a:path w="21600" h="21600">
                <a:moveTo>
                  <a:pt x="4737" y="4448"/>
                </a:moveTo>
                <a:lnTo>
                  <a:pt x="4761" y="4476"/>
                </a:lnTo>
                <a:lnTo>
                  <a:pt x="4863" y="4486"/>
                </a:lnTo>
                <a:lnTo>
                  <a:pt x="4836" y="4453"/>
                </a:lnTo>
              </a:path>
              <a:path w="21600" h="21600">
                <a:moveTo>
                  <a:pt x="5404" y="4441"/>
                </a:moveTo>
                <a:lnTo>
                  <a:pt x="5388" y="4462"/>
                </a:lnTo>
                <a:lnTo>
                  <a:pt x="5425" y="4466"/>
                </a:lnTo>
              </a:path>
              <a:path w="21600" h="21600">
                <a:moveTo>
                  <a:pt x="4578" y="4439"/>
                </a:moveTo>
                <a:lnTo>
                  <a:pt x="4607" y="4470"/>
                </a:lnTo>
                <a:lnTo>
                  <a:pt x="4698" y="4470"/>
                </a:lnTo>
                <a:lnTo>
                  <a:pt x="4676" y="4445"/>
                </a:lnTo>
              </a:path>
              <a:path w="21600" h="21600">
                <a:moveTo>
                  <a:pt x="4293" y="4437"/>
                </a:moveTo>
                <a:lnTo>
                  <a:pt x="3918" y="4476"/>
                </a:lnTo>
                <a:lnTo>
                  <a:pt x="4096" y="4468"/>
                </a:lnTo>
                <a:lnTo>
                  <a:pt x="4341" y="4469"/>
                </a:lnTo>
              </a:path>
              <a:path w="21600" h="21600">
                <a:moveTo>
                  <a:pt x="4447" y="4432"/>
                </a:moveTo>
                <a:lnTo>
                  <a:pt x="4485" y="4469"/>
                </a:lnTo>
                <a:lnTo>
                  <a:pt x="4544" y="4470"/>
                </a:lnTo>
                <a:lnTo>
                  <a:pt x="4528" y="4453"/>
                </a:lnTo>
                <a:lnTo>
                  <a:pt x="4512" y="4436"/>
                </a:lnTo>
              </a:path>
              <a:path w="21600" h="21600">
                <a:moveTo>
                  <a:pt x="4372" y="4429"/>
                </a:moveTo>
                <a:lnTo>
                  <a:pt x="4361" y="4430"/>
                </a:lnTo>
                <a:lnTo>
                  <a:pt x="4417" y="4467"/>
                </a:lnTo>
                <a:lnTo>
                  <a:pt x="4377" y="4429"/>
                </a:lnTo>
              </a:path>
              <a:path w="21600" h="21600">
                <a:moveTo>
                  <a:pt x="2392" y="4416"/>
                </a:moveTo>
                <a:lnTo>
                  <a:pt x="2388" y="4425"/>
                </a:lnTo>
                <a:lnTo>
                  <a:pt x="2387" y="4459"/>
                </a:lnTo>
                <a:lnTo>
                  <a:pt x="2425" y="4447"/>
                </a:lnTo>
                <a:lnTo>
                  <a:pt x="2393" y="4417"/>
                </a:lnTo>
              </a:path>
              <a:path w="21600" h="21600">
                <a:moveTo>
                  <a:pt x="8741" y="4410"/>
                </a:moveTo>
                <a:lnTo>
                  <a:pt x="8588" y="4525"/>
                </a:lnTo>
                <a:lnTo>
                  <a:pt x="8778" y="4811"/>
                </a:lnTo>
                <a:lnTo>
                  <a:pt x="8926" y="4698"/>
                </a:lnTo>
                <a:lnTo>
                  <a:pt x="8880" y="4624"/>
                </a:lnTo>
              </a:path>
              <a:path w="21600" h="21600">
                <a:moveTo>
                  <a:pt x="5434" y="4401"/>
                </a:moveTo>
                <a:lnTo>
                  <a:pt x="5433" y="4403"/>
                </a:lnTo>
                <a:lnTo>
                  <a:pt x="5491" y="4473"/>
                </a:lnTo>
                <a:lnTo>
                  <a:pt x="5602" y="4486"/>
                </a:lnTo>
                <a:lnTo>
                  <a:pt x="5622" y="4456"/>
                </a:lnTo>
                <a:lnTo>
                  <a:pt x="5622" y="4455"/>
                </a:lnTo>
              </a:path>
              <a:path w="21600" h="21600">
                <a:moveTo>
                  <a:pt x="1998" y="4396"/>
                </a:moveTo>
                <a:lnTo>
                  <a:pt x="1954" y="4423"/>
                </a:lnTo>
                <a:lnTo>
                  <a:pt x="1968" y="4558"/>
                </a:lnTo>
                <a:lnTo>
                  <a:pt x="2000" y="4417"/>
                </a:lnTo>
              </a:path>
              <a:path w="21600" h="21600">
                <a:moveTo>
                  <a:pt x="5910" y="4396"/>
                </a:moveTo>
                <a:lnTo>
                  <a:pt x="5896" y="4458"/>
                </a:lnTo>
                <a:lnTo>
                  <a:pt x="5945" y="4525"/>
                </a:lnTo>
                <a:lnTo>
                  <a:pt x="6017" y="4533"/>
                </a:lnTo>
                <a:lnTo>
                  <a:pt x="6028" y="4464"/>
                </a:lnTo>
              </a:path>
              <a:path w="21600" h="21600">
                <a:moveTo>
                  <a:pt x="9332" y="4395"/>
                </a:moveTo>
                <a:lnTo>
                  <a:pt x="9226" y="4522"/>
                </a:lnTo>
                <a:lnTo>
                  <a:pt x="9178" y="4559"/>
                </a:lnTo>
                <a:lnTo>
                  <a:pt x="9279" y="4724"/>
                </a:lnTo>
                <a:lnTo>
                  <a:pt x="9353" y="4852"/>
                </a:lnTo>
                <a:lnTo>
                  <a:pt x="9459" y="4768"/>
                </a:lnTo>
                <a:lnTo>
                  <a:pt x="9506" y="4710"/>
                </a:lnTo>
                <a:lnTo>
                  <a:pt x="9348" y="4431"/>
                </a:lnTo>
              </a:path>
              <a:path w="21600" h="21600">
                <a:moveTo>
                  <a:pt x="4626" y="4388"/>
                </a:moveTo>
                <a:lnTo>
                  <a:pt x="4614" y="4395"/>
                </a:lnTo>
                <a:lnTo>
                  <a:pt x="4605" y="4397"/>
                </a:lnTo>
                <a:lnTo>
                  <a:pt x="4634" y="4398"/>
                </a:lnTo>
              </a:path>
              <a:path w="21600" h="21600">
                <a:moveTo>
                  <a:pt x="1786" y="4379"/>
                </a:moveTo>
                <a:lnTo>
                  <a:pt x="1658" y="4419"/>
                </a:lnTo>
                <a:lnTo>
                  <a:pt x="1434" y="4543"/>
                </a:lnTo>
                <a:lnTo>
                  <a:pt x="1787" y="4438"/>
                </a:lnTo>
              </a:path>
              <a:path w="21600" h="21600">
                <a:moveTo>
                  <a:pt x="6201" y="4378"/>
                </a:moveTo>
                <a:lnTo>
                  <a:pt x="6208" y="4411"/>
                </a:lnTo>
                <a:lnTo>
                  <a:pt x="6256" y="4447"/>
                </a:lnTo>
              </a:path>
              <a:path w="21600" h="21600">
                <a:moveTo>
                  <a:pt x="10984" y="4377"/>
                </a:moveTo>
                <a:lnTo>
                  <a:pt x="10936" y="4512"/>
                </a:lnTo>
                <a:lnTo>
                  <a:pt x="10910" y="4576"/>
                </a:lnTo>
                <a:lnTo>
                  <a:pt x="10816" y="4788"/>
                </a:lnTo>
                <a:lnTo>
                  <a:pt x="10975" y="5157"/>
                </a:lnTo>
                <a:lnTo>
                  <a:pt x="11109" y="4836"/>
                </a:lnTo>
              </a:path>
              <a:path w="21600" h="21600">
                <a:moveTo>
                  <a:pt x="2229" y="4372"/>
                </a:moveTo>
                <a:lnTo>
                  <a:pt x="2180" y="4521"/>
                </a:lnTo>
                <a:lnTo>
                  <a:pt x="2233" y="4491"/>
                </a:lnTo>
                <a:lnTo>
                  <a:pt x="2235" y="4489"/>
                </a:lnTo>
              </a:path>
              <a:path w="21600" h="21600">
                <a:moveTo>
                  <a:pt x="8148" y="4369"/>
                </a:moveTo>
                <a:lnTo>
                  <a:pt x="7984" y="4441"/>
                </a:lnTo>
                <a:lnTo>
                  <a:pt x="8172" y="4692"/>
                </a:lnTo>
                <a:lnTo>
                  <a:pt x="8335" y="4634"/>
                </a:lnTo>
                <a:lnTo>
                  <a:pt x="8151" y="4374"/>
                </a:lnTo>
              </a:path>
              <a:path w="21600" h="21600">
                <a:moveTo>
                  <a:pt x="6089" y="4369"/>
                </a:moveTo>
                <a:lnTo>
                  <a:pt x="6078" y="4431"/>
                </a:lnTo>
                <a:lnTo>
                  <a:pt x="6085" y="4440"/>
                </a:lnTo>
                <a:lnTo>
                  <a:pt x="6149" y="4475"/>
                </a:lnTo>
                <a:lnTo>
                  <a:pt x="6182" y="4502"/>
                </a:lnTo>
                <a:lnTo>
                  <a:pt x="6167" y="4433"/>
                </a:lnTo>
              </a:path>
              <a:path w="21600" h="21600">
                <a:moveTo>
                  <a:pt x="10641" y="4368"/>
                </a:moveTo>
                <a:lnTo>
                  <a:pt x="10473" y="4722"/>
                </a:lnTo>
                <a:lnTo>
                  <a:pt x="10635" y="5074"/>
                </a:lnTo>
                <a:lnTo>
                  <a:pt x="10646" y="5059"/>
                </a:lnTo>
                <a:lnTo>
                  <a:pt x="10767" y="4787"/>
                </a:lnTo>
                <a:lnTo>
                  <a:pt x="10763" y="4778"/>
                </a:lnTo>
              </a:path>
              <a:path w="21600" h="21600">
                <a:moveTo>
                  <a:pt x="5145" y="4362"/>
                </a:moveTo>
                <a:lnTo>
                  <a:pt x="5059" y="4416"/>
                </a:lnTo>
                <a:lnTo>
                  <a:pt x="5067" y="4424"/>
                </a:lnTo>
                <a:lnTo>
                  <a:pt x="5212" y="4441"/>
                </a:lnTo>
              </a:path>
              <a:path w="21600" h="21600">
                <a:moveTo>
                  <a:pt x="6884" y="4353"/>
                </a:moveTo>
                <a:cubicBezTo>
                  <a:pt x="6865" y="4354"/>
                  <a:pt x="6845" y="4355"/>
                  <a:pt x="6825" y="4356"/>
                </a:cubicBezTo>
                <a:lnTo>
                  <a:pt x="6711" y="4354"/>
                </a:lnTo>
                <a:lnTo>
                  <a:pt x="6722" y="4366"/>
                </a:lnTo>
                <a:lnTo>
                  <a:pt x="6884" y="4586"/>
                </a:lnTo>
                <a:lnTo>
                  <a:pt x="7072" y="4592"/>
                </a:lnTo>
                <a:lnTo>
                  <a:pt x="7015" y="4511"/>
                </a:lnTo>
                <a:cubicBezTo>
                  <a:pt x="6972" y="4457"/>
                  <a:pt x="6929" y="4404"/>
                  <a:pt x="6884" y="4353"/>
                </a:cubicBezTo>
              </a:path>
              <a:path w="21600" h="21600">
                <a:moveTo>
                  <a:pt x="6465" y="4349"/>
                </a:moveTo>
                <a:lnTo>
                  <a:pt x="6633" y="4579"/>
                </a:lnTo>
                <a:lnTo>
                  <a:pt x="6827" y="4585"/>
                </a:lnTo>
                <a:lnTo>
                  <a:pt x="6686" y="4392"/>
                </a:lnTo>
                <a:lnTo>
                  <a:pt x="6649" y="4353"/>
                </a:lnTo>
              </a:path>
              <a:path w="21600" h="21600">
                <a:moveTo>
                  <a:pt x="6303" y="4346"/>
                </a:moveTo>
                <a:lnTo>
                  <a:pt x="6376" y="4452"/>
                </a:lnTo>
                <a:lnTo>
                  <a:pt x="6385" y="4481"/>
                </a:lnTo>
                <a:lnTo>
                  <a:pt x="6455" y="4574"/>
                </a:lnTo>
                <a:lnTo>
                  <a:pt x="6590" y="4578"/>
                </a:lnTo>
                <a:lnTo>
                  <a:pt x="6412" y="4348"/>
                </a:lnTo>
              </a:path>
              <a:path w="21600" h="21600">
                <a:moveTo>
                  <a:pt x="1896" y="4344"/>
                </a:moveTo>
                <a:lnTo>
                  <a:pt x="1876" y="4351"/>
                </a:lnTo>
                <a:lnTo>
                  <a:pt x="1882" y="4410"/>
                </a:lnTo>
                <a:lnTo>
                  <a:pt x="1889" y="4408"/>
                </a:lnTo>
              </a:path>
              <a:path w="21600" h="21600">
                <a:moveTo>
                  <a:pt x="6116" y="4342"/>
                </a:moveTo>
                <a:lnTo>
                  <a:pt x="6153" y="4370"/>
                </a:lnTo>
                <a:lnTo>
                  <a:pt x="6147" y="4343"/>
                </a:lnTo>
              </a:path>
              <a:path w="21600" h="21600">
                <a:moveTo>
                  <a:pt x="5183" y="4341"/>
                </a:moveTo>
                <a:lnTo>
                  <a:pt x="5274" y="4448"/>
                </a:lnTo>
                <a:lnTo>
                  <a:pt x="5336" y="4456"/>
                </a:lnTo>
                <a:lnTo>
                  <a:pt x="5375" y="4404"/>
                </a:lnTo>
                <a:lnTo>
                  <a:pt x="5353" y="4378"/>
                </a:lnTo>
                <a:lnTo>
                  <a:pt x="5266" y="4352"/>
                </a:lnTo>
              </a:path>
              <a:path w="21600" h="21600">
                <a:moveTo>
                  <a:pt x="11320" y="4339"/>
                </a:moveTo>
                <a:lnTo>
                  <a:pt x="11181" y="4769"/>
                </a:lnTo>
                <a:lnTo>
                  <a:pt x="11165" y="4812"/>
                </a:lnTo>
                <a:lnTo>
                  <a:pt x="11155" y="4837"/>
                </a:lnTo>
                <a:lnTo>
                  <a:pt x="11159" y="4853"/>
                </a:lnTo>
                <a:lnTo>
                  <a:pt x="11307" y="5221"/>
                </a:lnTo>
                <a:lnTo>
                  <a:pt x="11381" y="5030"/>
                </a:lnTo>
                <a:lnTo>
                  <a:pt x="11388" y="5012"/>
                </a:lnTo>
                <a:lnTo>
                  <a:pt x="11442" y="4836"/>
                </a:lnTo>
              </a:path>
              <a:path w="21600" h="21600">
                <a:moveTo>
                  <a:pt x="2446" y="4337"/>
                </a:moveTo>
                <a:lnTo>
                  <a:pt x="2413" y="4371"/>
                </a:lnTo>
                <a:lnTo>
                  <a:pt x="2412" y="4371"/>
                </a:lnTo>
                <a:lnTo>
                  <a:pt x="2426" y="4389"/>
                </a:lnTo>
                <a:lnTo>
                  <a:pt x="2445" y="4406"/>
                </a:lnTo>
              </a:path>
              <a:path w="21600" h="21600">
                <a:moveTo>
                  <a:pt x="2099" y="4335"/>
                </a:moveTo>
                <a:lnTo>
                  <a:pt x="2062" y="4357"/>
                </a:lnTo>
                <a:lnTo>
                  <a:pt x="2060" y="4362"/>
                </a:lnTo>
                <a:lnTo>
                  <a:pt x="2046" y="4426"/>
                </a:lnTo>
                <a:lnTo>
                  <a:pt x="2062" y="4559"/>
                </a:lnTo>
                <a:lnTo>
                  <a:pt x="2121" y="4541"/>
                </a:lnTo>
              </a:path>
              <a:path w="21600" h="21600">
                <a:moveTo>
                  <a:pt x="6009" y="4334"/>
                </a:moveTo>
                <a:lnTo>
                  <a:pt x="6042" y="4380"/>
                </a:lnTo>
                <a:lnTo>
                  <a:pt x="6048" y="4342"/>
                </a:lnTo>
                <a:lnTo>
                  <a:pt x="6047" y="4338"/>
                </a:lnTo>
              </a:path>
              <a:path w="21600" h="21600">
                <a:moveTo>
                  <a:pt x="7077" y="4329"/>
                </a:moveTo>
                <a:lnTo>
                  <a:pt x="6942" y="4351"/>
                </a:lnTo>
                <a:cubicBezTo>
                  <a:pt x="6980" y="4396"/>
                  <a:pt x="7017" y="4441"/>
                  <a:pt x="7053" y="4487"/>
                </a:cubicBezTo>
                <a:lnTo>
                  <a:pt x="7126" y="4591"/>
                </a:lnTo>
                <a:lnTo>
                  <a:pt x="7307" y="4578"/>
                </a:lnTo>
              </a:path>
              <a:path w="21600" h="21600">
                <a:moveTo>
                  <a:pt x="4734" y="4328"/>
                </a:moveTo>
                <a:lnTo>
                  <a:pt x="4665" y="4366"/>
                </a:lnTo>
                <a:lnTo>
                  <a:pt x="4689" y="4392"/>
                </a:lnTo>
                <a:lnTo>
                  <a:pt x="4697" y="4401"/>
                </a:lnTo>
                <a:lnTo>
                  <a:pt x="4798" y="4407"/>
                </a:lnTo>
              </a:path>
              <a:path w="21600" h="21600">
                <a:moveTo>
                  <a:pt x="5733" y="4327"/>
                </a:moveTo>
                <a:lnTo>
                  <a:pt x="5712" y="4400"/>
                </a:lnTo>
                <a:lnTo>
                  <a:pt x="5693" y="4429"/>
                </a:lnTo>
                <a:lnTo>
                  <a:pt x="5846" y="4474"/>
                </a:lnTo>
                <a:lnTo>
                  <a:pt x="5848" y="4466"/>
                </a:lnTo>
                <a:lnTo>
                  <a:pt x="5806" y="4408"/>
                </a:lnTo>
              </a:path>
              <a:path w="21600" h="21600">
                <a:moveTo>
                  <a:pt x="5790" y="4326"/>
                </a:moveTo>
                <a:lnTo>
                  <a:pt x="5841" y="4382"/>
                </a:lnTo>
                <a:lnTo>
                  <a:pt x="5861" y="4410"/>
                </a:lnTo>
                <a:lnTo>
                  <a:pt x="5870" y="4372"/>
                </a:lnTo>
              </a:path>
              <a:path w="21600" h="21600">
                <a:moveTo>
                  <a:pt x="5926" y="4326"/>
                </a:moveTo>
                <a:lnTo>
                  <a:pt x="5921" y="4349"/>
                </a:lnTo>
                <a:lnTo>
                  <a:pt x="5997" y="4391"/>
                </a:lnTo>
                <a:lnTo>
                  <a:pt x="5945" y="4328"/>
                </a:lnTo>
              </a:path>
              <a:path w="21600" h="21600">
                <a:moveTo>
                  <a:pt x="1072" y="4325"/>
                </a:moveTo>
                <a:lnTo>
                  <a:pt x="742" y="4368"/>
                </a:lnTo>
                <a:lnTo>
                  <a:pt x="443" y="4362"/>
                </a:lnTo>
                <a:lnTo>
                  <a:pt x="175" y="4590"/>
                </a:lnTo>
                <a:lnTo>
                  <a:pt x="105" y="4672"/>
                </a:lnTo>
                <a:lnTo>
                  <a:pt x="513" y="4683"/>
                </a:lnTo>
                <a:lnTo>
                  <a:pt x="675" y="4548"/>
                </a:lnTo>
              </a:path>
              <a:path w="21600" h="21600">
                <a:moveTo>
                  <a:pt x="5867" y="4320"/>
                </a:moveTo>
                <a:lnTo>
                  <a:pt x="5880" y="4327"/>
                </a:lnTo>
                <a:lnTo>
                  <a:pt x="5881" y="4321"/>
                </a:lnTo>
              </a:path>
              <a:path w="21600" h="21600">
                <a:moveTo>
                  <a:pt x="1988" y="4315"/>
                </a:moveTo>
                <a:lnTo>
                  <a:pt x="1945" y="4329"/>
                </a:lnTo>
                <a:lnTo>
                  <a:pt x="1944" y="4340"/>
                </a:lnTo>
                <a:lnTo>
                  <a:pt x="1948" y="4374"/>
                </a:lnTo>
                <a:lnTo>
                  <a:pt x="1992" y="4347"/>
                </a:lnTo>
                <a:lnTo>
                  <a:pt x="1988" y="4317"/>
                </a:lnTo>
              </a:path>
              <a:path w="21600" h="21600">
                <a:moveTo>
                  <a:pt x="10285" y="4315"/>
                </a:moveTo>
                <a:lnTo>
                  <a:pt x="10170" y="4545"/>
                </a:lnTo>
                <a:lnTo>
                  <a:pt x="10113" y="4618"/>
                </a:lnTo>
                <a:lnTo>
                  <a:pt x="10275" y="4945"/>
                </a:lnTo>
                <a:lnTo>
                  <a:pt x="10389" y="4792"/>
                </a:lnTo>
                <a:lnTo>
                  <a:pt x="10422" y="4721"/>
                </a:lnTo>
                <a:lnTo>
                  <a:pt x="10409" y="4693"/>
                </a:lnTo>
              </a:path>
              <a:path w="21600" h="21600">
                <a:moveTo>
                  <a:pt x="4967" y="4311"/>
                </a:moveTo>
                <a:lnTo>
                  <a:pt x="5030" y="4383"/>
                </a:lnTo>
                <a:lnTo>
                  <a:pt x="5113" y="4331"/>
                </a:lnTo>
              </a:path>
              <a:path w="21600" h="21600">
                <a:moveTo>
                  <a:pt x="5506" y="4305"/>
                </a:moveTo>
                <a:lnTo>
                  <a:pt x="5463" y="4363"/>
                </a:lnTo>
                <a:lnTo>
                  <a:pt x="5575" y="4395"/>
                </a:lnTo>
              </a:path>
              <a:path w="21600" h="21600">
                <a:moveTo>
                  <a:pt x="2031" y="4302"/>
                </a:moveTo>
                <a:lnTo>
                  <a:pt x="2031" y="4302"/>
                </a:lnTo>
                <a:lnTo>
                  <a:pt x="2031" y="4302"/>
                </a:lnTo>
              </a:path>
              <a:path w="21600" h="21600">
                <a:moveTo>
                  <a:pt x="7286" y="4293"/>
                </a:moveTo>
                <a:lnTo>
                  <a:pt x="7141" y="4317"/>
                </a:lnTo>
                <a:lnTo>
                  <a:pt x="7360" y="4572"/>
                </a:lnTo>
                <a:lnTo>
                  <a:pt x="7499" y="4542"/>
                </a:lnTo>
              </a:path>
              <a:path w="21600" h="21600">
                <a:moveTo>
                  <a:pt x="2513" y="4293"/>
                </a:moveTo>
                <a:lnTo>
                  <a:pt x="2492" y="4296"/>
                </a:lnTo>
                <a:lnTo>
                  <a:pt x="2491" y="4375"/>
                </a:lnTo>
                <a:lnTo>
                  <a:pt x="2497" y="4366"/>
                </a:lnTo>
              </a:path>
              <a:path w="21600" h="21600">
                <a:moveTo>
                  <a:pt x="4804" y="4288"/>
                </a:moveTo>
                <a:lnTo>
                  <a:pt x="4774" y="4305"/>
                </a:lnTo>
                <a:lnTo>
                  <a:pt x="4860" y="4410"/>
                </a:lnTo>
                <a:lnTo>
                  <a:pt x="4977" y="4417"/>
                </a:lnTo>
                <a:lnTo>
                  <a:pt x="4993" y="4407"/>
                </a:lnTo>
                <a:lnTo>
                  <a:pt x="4900" y="4302"/>
                </a:lnTo>
              </a:path>
              <a:path w="21600" h="21600">
                <a:moveTo>
                  <a:pt x="5548" y="4288"/>
                </a:moveTo>
                <a:lnTo>
                  <a:pt x="5647" y="4416"/>
                </a:lnTo>
                <a:lnTo>
                  <a:pt x="5649" y="4417"/>
                </a:lnTo>
                <a:lnTo>
                  <a:pt x="5672" y="4382"/>
                </a:lnTo>
                <a:lnTo>
                  <a:pt x="5694" y="4303"/>
                </a:lnTo>
              </a:path>
              <a:path w="21600" h="21600">
                <a:moveTo>
                  <a:pt x="2094" y="4282"/>
                </a:moveTo>
                <a:lnTo>
                  <a:pt x="2086" y="4284"/>
                </a:lnTo>
                <a:lnTo>
                  <a:pt x="2084" y="4291"/>
                </a:lnTo>
                <a:lnTo>
                  <a:pt x="2094" y="4285"/>
                </a:lnTo>
              </a:path>
              <a:path w="21600" h="21600">
                <a:moveTo>
                  <a:pt x="2611" y="4281"/>
                </a:moveTo>
                <a:lnTo>
                  <a:pt x="2580" y="4283"/>
                </a:lnTo>
                <a:lnTo>
                  <a:pt x="2540" y="4384"/>
                </a:lnTo>
                <a:lnTo>
                  <a:pt x="2536" y="4390"/>
                </a:lnTo>
                <a:lnTo>
                  <a:pt x="2531" y="4414"/>
                </a:lnTo>
                <a:lnTo>
                  <a:pt x="2557" y="4406"/>
                </a:lnTo>
              </a:path>
              <a:path w="21600" h="21600">
                <a:moveTo>
                  <a:pt x="4574" y="4266"/>
                </a:moveTo>
                <a:lnTo>
                  <a:pt x="4637" y="4334"/>
                </a:lnTo>
                <a:lnTo>
                  <a:pt x="4707" y="4295"/>
                </a:lnTo>
                <a:lnTo>
                  <a:pt x="4688" y="4272"/>
                </a:lnTo>
                <a:lnTo>
                  <a:pt x="4675" y="4271"/>
                </a:lnTo>
              </a:path>
              <a:path w="21600" h="21600">
                <a:moveTo>
                  <a:pt x="5320" y="4265"/>
                </a:moveTo>
                <a:lnTo>
                  <a:pt x="5380" y="4339"/>
                </a:lnTo>
                <a:lnTo>
                  <a:pt x="5416" y="4349"/>
                </a:lnTo>
                <a:lnTo>
                  <a:pt x="5468" y="4280"/>
                </a:lnTo>
                <a:lnTo>
                  <a:pt x="5384" y="4272"/>
                </a:lnTo>
              </a:path>
              <a:path w="21600" h="21600">
                <a:moveTo>
                  <a:pt x="2217" y="4263"/>
                </a:moveTo>
                <a:lnTo>
                  <a:pt x="2142" y="4309"/>
                </a:lnTo>
                <a:lnTo>
                  <a:pt x="2157" y="4448"/>
                </a:lnTo>
              </a:path>
              <a:path w="21600" h="21600">
                <a:moveTo>
                  <a:pt x="4203" y="4260"/>
                </a:moveTo>
                <a:lnTo>
                  <a:pt x="4173" y="4264"/>
                </a:lnTo>
                <a:lnTo>
                  <a:pt x="4157" y="4261"/>
                </a:lnTo>
                <a:lnTo>
                  <a:pt x="4257" y="4351"/>
                </a:lnTo>
                <a:lnTo>
                  <a:pt x="4308" y="4362"/>
                </a:lnTo>
              </a:path>
              <a:path w="21600" h="21600">
                <a:moveTo>
                  <a:pt x="5956" y="4260"/>
                </a:moveTo>
                <a:lnTo>
                  <a:pt x="5976" y="4288"/>
                </a:lnTo>
                <a:lnTo>
                  <a:pt x="5992" y="4290"/>
                </a:lnTo>
              </a:path>
              <a:path w="21600" h="21600">
                <a:moveTo>
                  <a:pt x="4405" y="4259"/>
                </a:moveTo>
                <a:lnTo>
                  <a:pt x="4510" y="4368"/>
                </a:lnTo>
                <a:lnTo>
                  <a:pt x="4596" y="4355"/>
                </a:lnTo>
                <a:lnTo>
                  <a:pt x="4512" y="4263"/>
                </a:lnTo>
              </a:path>
              <a:path w="21600" h="21600">
                <a:moveTo>
                  <a:pt x="5245" y="4257"/>
                </a:moveTo>
                <a:lnTo>
                  <a:pt x="5210" y="4299"/>
                </a:lnTo>
                <a:lnTo>
                  <a:pt x="5278" y="4309"/>
                </a:lnTo>
                <a:lnTo>
                  <a:pt x="5304" y="4316"/>
                </a:lnTo>
                <a:lnTo>
                  <a:pt x="5257" y="4259"/>
                </a:lnTo>
              </a:path>
              <a:path w="21600" h="21600">
                <a:moveTo>
                  <a:pt x="8951" y="4253"/>
                </a:moveTo>
                <a:lnTo>
                  <a:pt x="8777" y="4383"/>
                </a:lnTo>
                <a:lnTo>
                  <a:pt x="8918" y="4600"/>
                </a:lnTo>
                <a:lnTo>
                  <a:pt x="8962" y="4670"/>
                </a:lnTo>
                <a:lnTo>
                  <a:pt x="9119" y="4550"/>
                </a:lnTo>
                <a:lnTo>
                  <a:pt x="8994" y="4346"/>
                </a:lnTo>
              </a:path>
              <a:path w="21600" h="21600">
                <a:moveTo>
                  <a:pt x="4261" y="4252"/>
                </a:moveTo>
                <a:lnTo>
                  <a:pt x="4393" y="4380"/>
                </a:lnTo>
                <a:lnTo>
                  <a:pt x="4409" y="4384"/>
                </a:lnTo>
                <a:lnTo>
                  <a:pt x="4455" y="4377"/>
                </a:lnTo>
                <a:lnTo>
                  <a:pt x="4339" y="4256"/>
                </a:lnTo>
              </a:path>
              <a:path w="21600" h="21600">
                <a:moveTo>
                  <a:pt x="3148" y="4252"/>
                </a:moveTo>
                <a:lnTo>
                  <a:pt x="3105" y="4253"/>
                </a:lnTo>
                <a:cubicBezTo>
                  <a:pt x="3014" y="4255"/>
                  <a:pt x="2934" y="4258"/>
                  <a:pt x="2865" y="4262"/>
                </a:cubicBezTo>
                <a:lnTo>
                  <a:pt x="2662" y="4277"/>
                </a:lnTo>
                <a:lnTo>
                  <a:pt x="2614" y="4389"/>
                </a:lnTo>
                <a:lnTo>
                  <a:pt x="3002" y="4269"/>
                </a:lnTo>
              </a:path>
              <a:path w="21600" h="21600">
                <a:moveTo>
                  <a:pt x="9928" y="4248"/>
                </a:moveTo>
                <a:lnTo>
                  <a:pt x="9911" y="4279"/>
                </a:lnTo>
                <a:lnTo>
                  <a:pt x="9740" y="4491"/>
                </a:lnTo>
                <a:lnTo>
                  <a:pt x="9744" y="4500"/>
                </a:lnTo>
                <a:lnTo>
                  <a:pt x="9909" y="4811"/>
                </a:lnTo>
                <a:lnTo>
                  <a:pt x="10060" y="4615"/>
                </a:lnTo>
                <a:lnTo>
                  <a:pt x="10056" y="4606"/>
                </a:lnTo>
              </a:path>
              <a:path w="21600" h="21600">
                <a:moveTo>
                  <a:pt x="3983" y="4245"/>
                </a:moveTo>
                <a:lnTo>
                  <a:pt x="3577" y="4246"/>
                </a:lnTo>
                <a:lnTo>
                  <a:pt x="3011" y="4310"/>
                </a:lnTo>
                <a:lnTo>
                  <a:pt x="2592" y="4440"/>
                </a:lnTo>
                <a:lnTo>
                  <a:pt x="2562" y="4509"/>
                </a:lnTo>
                <a:lnTo>
                  <a:pt x="2658" y="4577"/>
                </a:lnTo>
                <a:lnTo>
                  <a:pt x="2822" y="4550"/>
                </a:lnTo>
                <a:cubicBezTo>
                  <a:pt x="2899" y="4541"/>
                  <a:pt x="2989" y="4531"/>
                  <a:pt x="3094" y="4522"/>
                </a:cubicBezTo>
                <a:lnTo>
                  <a:pt x="3225" y="4513"/>
                </a:lnTo>
                <a:lnTo>
                  <a:pt x="3278" y="4497"/>
                </a:lnTo>
                <a:lnTo>
                  <a:pt x="4245" y="4399"/>
                </a:lnTo>
                <a:lnTo>
                  <a:pt x="4234" y="4389"/>
                </a:lnTo>
                <a:lnTo>
                  <a:pt x="4208" y="4384"/>
                </a:lnTo>
                <a:cubicBezTo>
                  <a:pt x="4145" y="4358"/>
                  <a:pt x="4082" y="4320"/>
                  <a:pt x="4006" y="4264"/>
                </a:cubicBezTo>
              </a:path>
              <a:path w="21600" h="21600">
                <a:moveTo>
                  <a:pt x="4073" y="4245"/>
                </a:moveTo>
                <a:lnTo>
                  <a:pt x="4060" y="4245"/>
                </a:lnTo>
                <a:lnTo>
                  <a:pt x="4097" y="4266"/>
                </a:lnTo>
              </a:path>
              <a:path w="21600" h="21600">
                <a:moveTo>
                  <a:pt x="5099" y="4242"/>
                </a:moveTo>
                <a:lnTo>
                  <a:pt x="5139" y="4290"/>
                </a:lnTo>
                <a:lnTo>
                  <a:pt x="5159" y="4292"/>
                </a:lnTo>
                <a:lnTo>
                  <a:pt x="5193" y="4252"/>
                </a:lnTo>
              </a:path>
              <a:path w="21600" h="21600">
                <a:moveTo>
                  <a:pt x="7506" y="4242"/>
                </a:moveTo>
                <a:lnTo>
                  <a:pt x="7451" y="4265"/>
                </a:lnTo>
                <a:lnTo>
                  <a:pt x="7339" y="4284"/>
                </a:lnTo>
                <a:lnTo>
                  <a:pt x="7550" y="4531"/>
                </a:lnTo>
                <a:lnTo>
                  <a:pt x="7710" y="4497"/>
                </a:lnTo>
              </a:path>
              <a:path w="21600" h="21600">
                <a:moveTo>
                  <a:pt x="560" y="4242"/>
                </a:moveTo>
                <a:lnTo>
                  <a:pt x="404" y="4284"/>
                </a:lnTo>
                <a:lnTo>
                  <a:pt x="325" y="4320"/>
                </a:lnTo>
                <a:lnTo>
                  <a:pt x="423" y="4320"/>
                </a:lnTo>
              </a:path>
              <a:path w="21600" h="21600">
                <a:moveTo>
                  <a:pt x="6075" y="4239"/>
                </a:moveTo>
                <a:lnTo>
                  <a:pt x="6085" y="4299"/>
                </a:lnTo>
                <a:lnTo>
                  <a:pt x="6093" y="4300"/>
                </a:lnTo>
                <a:lnTo>
                  <a:pt x="6137" y="4301"/>
                </a:lnTo>
                <a:lnTo>
                  <a:pt x="6137" y="4298"/>
                </a:lnTo>
                <a:lnTo>
                  <a:pt x="6111" y="4265"/>
                </a:lnTo>
              </a:path>
              <a:path w="21600" h="21600">
                <a:moveTo>
                  <a:pt x="5554" y="4239"/>
                </a:moveTo>
                <a:lnTo>
                  <a:pt x="5553" y="4242"/>
                </a:lnTo>
                <a:lnTo>
                  <a:pt x="5550" y="4246"/>
                </a:lnTo>
                <a:lnTo>
                  <a:pt x="5585" y="4249"/>
                </a:lnTo>
              </a:path>
              <a:path w="21600" h="21600">
                <a:moveTo>
                  <a:pt x="8333" y="4234"/>
                </a:moveTo>
                <a:lnTo>
                  <a:pt x="8184" y="4343"/>
                </a:lnTo>
                <a:lnTo>
                  <a:pt x="8188" y="4348"/>
                </a:lnTo>
                <a:lnTo>
                  <a:pt x="8379" y="4618"/>
                </a:lnTo>
                <a:lnTo>
                  <a:pt x="8399" y="4611"/>
                </a:lnTo>
                <a:lnTo>
                  <a:pt x="8528" y="4514"/>
                </a:lnTo>
                <a:lnTo>
                  <a:pt x="8518" y="4499"/>
                </a:lnTo>
              </a:path>
              <a:path w="21600" h="21600">
                <a:moveTo>
                  <a:pt x="1886" y="4230"/>
                </a:moveTo>
                <a:lnTo>
                  <a:pt x="1879" y="4305"/>
                </a:lnTo>
                <a:lnTo>
                  <a:pt x="1895" y="4300"/>
                </a:lnTo>
              </a:path>
              <a:path w="21600" h="21600">
                <a:moveTo>
                  <a:pt x="4919" y="4224"/>
                </a:moveTo>
                <a:lnTo>
                  <a:pt x="4899" y="4235"/>
                </a:lnTo>
                <a:lnTo>
                  <a:pt x="4921" y="4259"/>
                </a:lnTo>
                <a:lnTo>
                  <a:pt x="5076" y="4281"/>
                </a:lnTo>
                <a:lnTo>
                  <a:pt x="5038" y="4236"/>
                </a:lnTo>
              </a:path>
              <a:path w="21600" h="21600">
                <a:moveTo>
                  <a:pt x="5490" y="4218"/>
                </a:moveTo>
                <a:lnTo>
                  <a:pt x="5504" y="4232"/>
                </a:lnTo>
                <a:lnTo>
                  <a:pt x="5510" y="4224"/>
                </a:lnTo>
              </a:path>
              <a:path w="21600" h="21600">
                <a:moveTo>
                  <a:pt x="4692" y="4206"/>
                </a:moveTo>
                <a:lnTo>
                  <a:pt x="4712" y="4230"/>
                </a:lnTo>
                <a:lnTo>
                  <a:pt x="4800" y="4242"/>
                </a:lnTo>
                <a:lnTo>
                  <a:pt x="4832" y="4224"/>
                </a:lnTo>
                <a:lnTo>
                  <a:pt x="4822" y="4214"/>
                </a:lnTo>
                <a:lnTo>
                  <a:pt x="4799" y="4211"/>
                </a:lnTo>
              </a:path>
              <a:path w="21600" h="21600">
                <a:moveTo>
                  <a:pt x="2339" y="4205"/>
                </a:moveTo>
                <a:lnTo>
                  <a:pt x="2286" y="4221"/>
                </a:lnTo>
                <a:lnTo>
                  <a:pt x="2276" y="4227"/>
                </a:lnTo>
                <a:lnTo>
                  <a:pt x="2264" y="4263"/>
                </a:lnTo>
                <a:lnTo>
                  <a:pt x="2268" y="4294"/>
                </a:lnTo>
                <a:lnTo>
                  <a:pt x="2276" y="4446"/>
                </a:lnTo>
                <a:lnTo>
                  <a:pt x="2345" y="4376"/>
                </a:lnTo>
                <a:lnTo>
                  <a:pt x="2347" y="4349"/>
                </a:lnTo>
                <a:lnTo>
                  <a:pt x="2334" y="4330"/>
                </a:lnTo>
                <a:cubicBezTo>
                  <a:pt x="2332" y="4322"/>
                  <a:pt x="2333" y="4310"/>
                  <a:pt x="2344" y="4298"/>
                </a:cubicBezTo>
                <a:lnTo>
                  <a:pt x="2349" y="4295"/>
                </a:lnTo>
              </a:path>
              <a:path w="21600" h="21600">
                <a:moveTo>
                  <a:pt x="4457" y="4203"/>
                </a:moveTo>
                <a:lnTo>
                  <a:pt x="4434" y="4215"/>
                </a:lnTo>
                <a:lnTo>
                  <a:pt x="4469" y="4217"/>
                </a:lnTo>
              </a:path>
              <a:path w="21600" h="21600">
                <a:moveTo>
                  <a:pt x="4512" y="4198"/>
                </a:moveTo>
                <a:lnTo>
                  <a:pt x="4532" y="4219"/>
                </a:lnTo>
                <a:lnTo>
                  <a:pt x="4649" y="4225"/>
                </a:lnTo>
                <a:lnTo>
                  <a:pt x="4632" y="4203"/>
                </a:lnTo>
              </a:path>
              <a:path w="21600" h="21600">
                <a:moveTo>
                  <a:pt x="1971" y="4195"/>
                </a:moveTo>
                <a:lnTo>
                  <a:pt x="1951" y="4282"/>
                </a:lnTo>
                <a:lnTo>
                  <a:pt x="1982" y="4272"/>
                </a:lnTo>
                <a:lnTo>
                  <a:pt x="1979" y="4254"/>
                </a:lnTo>
              </a:path>
              <a:path w="21600" h="21600">
                <a:moveTo>
                  <a:pt x="12387" y="4194"/>
                </a:moveTo>
                <a:lnTo>
                  <a:pt x="12362" y="4660"/>
                </a:lnTo>
                <a:cubicBezTo>
                  <a:pt x="12346" y="4842"/>
                  <a:pt x="12325" y="5015"/>
                  <a:pt x="12298" y="5186"/>
                </a:cubicBezTo>
                <a:lnTo>
                  <a:pt x="12277" y="5290"/>
                </a:lnTo>
                <a:lnTo>
                  <a:pt x="12428" y="5762"/>
                </a:lnTo>
                <a:lnTo>
                  <a:pt x="12488" y="5420"/>
                </a:lnTo>
                <a:lnTo>
                  <a:pt x="12516" y="5120"/>
                </a:lnTo>
                <a:lnTo>
                  <a:pt x="12394" y="4446"/>
                </a:lnTo>
              </a:path>
              <a:path w="21600" h="21600">
                <a:moveTo>
                  <a:pt x="4339" y="4190"/>
                </a:moveTo>
                <a:lnTo>
                  <a:pt x="4346" y="4197"/>
                </a:lnTo>
                <a:lnTo>
                  <a:pt x="4381" y="4192"/>
                </a:lnTo>
              </a:path>
              <a:path w="21600" h="21600">
                <a:moveTo>
                  <a:pt x="4125" y="4184"/>
                </a:moveTo>
                <a:lnTo>
                  <a:pt x="4123" y="4184"/>
                </a:lnTo>
                <a:lnTo>
                  <a:pt x="4077" y="4189"/>
                </a:lnTo>
                <a:lnTo>
                  <a:pt x="4089" y="4200"/>
                </a:lnTo>
                <a:lnTo>
                  <a:pt x="4095" y="4200"/>
                </a:lnTo>
                <a:lnTo>
                  <a:pt x="4143" y="4202"/>
                </a:lnTo>
              </a:path>
              <a:path w="21600" h="21600">
                <a:moveTo>
                  <a:pt x="4201" y="4183"/>
                </a:moveTo>
                <a:lnTo>
                  <a:pt x="4201" y="4184"/>
                </a:lnTo>
                <a:lnTo>
                  <a:pt x="4191" y="4184"/>
                </a:lnTo>
                <a:lnTo>
                  <a:pt x="4212" y="4205"/>
                </a:lnTo>
                <a:lnTo>
                  <a:pt x="4268" y="4208"/>
                </a:lnTo>
                <a:lnTo>
                  <a:pt x="4290" y="4204"/>
                </a:lnTo>
                <a:lnTo>
                  <a:pt x="4273" y="4187"/>
                </a:lnTo>
              </a:path>
              <a:path w="21600" h="21600">
                <a:moveTo>
                  <a:pt x="4991" y="4181"/>
                </a:moveTo>
                <a:lnTo>
                  <a:pt x="4987" y="4185"/>
                </a:lnTo>
                <a:lnTo>
                  <a:pt x="4982" y="4188"/>
                </a:lnTo>
                <a:lnTo>
                  <a:pt x="4999" y="4190"/>
                </a:lnTo>
              </a:path>
              <a:path w="21600" h="21600">
                <a:moveTo>
                  <a:pt x="2448" y="4170"/>
                </a:moveTo>
                <a:lnTo>
                  <a:pt x="2383" y="4191"/>
                </a:lnTo>
                <a:lnTo>
                  <a:pt x="2392" y="4272"/>
                </a:lnTo>
                <a:lnTo>
                  <a:pt x="2406" y="4269"/>
                </a:lnTo>
                <a:lnTo>
                  <a:pt x="2448" y="4176"/>
                </a:lnTo>
              </a:path>
              <a:path w="21600" h="21600">
                <a:moveTo>
                  <a:pt x="2625" y="4167"/>
                </a:moveTo>
                <a:lnTo>
                  <a:pt x="2598" y="4236"/>
                </a:lnTo>
                <a:lnTo>
                  <a:pt x="2632" y="4232"/>
                </a:lnTo>
                <a:lnTo>
                  <a:pt x="2644" y="4205"/>
                </a:lnTo>
                <a:cubicBezTo>
                  <a:pt x="2647" y="4197"/>
                  <a:pt x="2652" y="4191"/>
                  <a:pt x="2656" y="4186"/>
                </a:cubicBezTo>
              </a:path>
              <a:path w="21600" h="21600">
                <a:moveTo>
                  <a:pt x="1784" y="4164"/>
                </a:moveTo>
                <a:lnTo>
                  <a:pt x="1408" y="4282"/>
                </a:lnTo>
                <a:lnTo>
                  <a:pt x="1187" y="4311"/>
                </a:lnTo>
                <a:lnTo>
                  <a:pt x="705" y="4581"/>
                </a:lnTo>
                <a:lnTo>
                  <a:pt x="586" y="4680"/>
                </a:lnTo>
                <a:lnTo>
                  <a:pt x="1232" y="4604"/>
                </a:lnTo>
                <a:lnTo>
                  <a:pt x="1241" y="4601"/>
                </a:lnTo>
                <a:lnTo>
                  <a:pt x="1640" y="4380"/>
                </a:lnTo>
                <a:lnTo>
                  <a:pt x="1784" y="4335"/>
                </a:lnTo>
                <a:lnTo>
                  <a:pt x="1781" y="4203"/>
                </a:lnTo>
              </a:path>
              <a:path w="21600" h="21600">
                <a:moveTo>
                  <a:pt x="5325" y="4163"/>
                </a:moveTo>
                <a:lnTo>
                  <a:pt x="5280" y="4216"/>
                </a:lnTo>
                <a:lnTo>
                  <a:pt x="5282" y="4219"/>
                </a:lnTo>
                <a:lnTo>
                  <a:pt x="5389" y="4230"/>
                </a:lnTo>
                <a:lnTo>
                  <a:pt x="5447" y="4235"/>
                </a:lnTo>
                <a:lnTo>
                  <a:pt x="5402" y="4188"/>
                </a:lnTo>
              </a:path>
              <a:path w="21600" h="21600">
                <a:moveTo>
                  <a:pt x="5581" y="4159"/>
                </a:moveTo>
                <a:lnTo>
                  <a:pt x="5567" y="4200"/>
                </a:lnTo>
                <a:lnTo>
                  <a:pt x="5640" y="4224"/>
                </a:lnTo>
              </a:path>
              <a:path w="21600" h="21600">
                <a:moveTo>
                  <a:pt x="7710" y="4158"/>
                </a:moveTo>
                <a:lnTo>
                  <a:pt x="7548" y="4224"/>
                </a:lnTo>
                <a:lnTo>
                  <a:pt x="7759" y="4487"/>
                </a:lnTo>
                <a:lnTo>
                  <a:pt x="7774" y="4484"/>
                </a:lnTo>
                <a:lnTo>
                  <a:pt x="7914" y="4423"/>
                </a:lnTo>
                <a:lnTo>
                  <a:pt x="7781" y="4246"/>
                </a:lnTo>
              </a:path>
              <a:path w="21600" h="21600">
                <a:moveTo>
                  <a:pt x="5782" y="4157"/>
                </a:moveTo>
                <a:lnTo>
                  <a:pt x="5752" y="4261"/>
                </a:lnTo>
                <a:lnTo>
                  <a:pt x="5772" y="4268"/>
                </a:lnTo>
                <a:lnTo>
                  <a:pt x="5890" y="4280"/>
                </a:lnTo>
                <a:lnTo>
                  <a:pt x="5894" y="4264"/>
                </a:lnTo>
                <a:lnTo>
                  <a:pt x="5827" y="4180"/>
                </a:lnTo>
              </a:path>
              <a:path w="21600" h="21600">
                <a:moveTo>
                  <a:pt x="5956" y="4153"/>
                </a:moveTo>
                <a:lnTo>
                  <a:pt x="5959" y="4180"/>
                </a:lnTo>
                <a:lnTo>
                  <a:pt x="5950" y="4218"/>
                </a:lnTo>
                <a:lnTo>
                  <a:pt x="6038" y="4284"/>
                </a:lnTo>
                <a:lnTo>
                  <a:pt x="6024" y="4202"/>
                </a:lnTo>
              </a:path>
              <a:path w="21600" h="21600">
                <a:moveTo>
                  <a:pt x="380" y="4151"/>
                </a:moveTo>
                <a:lnTo>
                  <a:pt x="302" y="4227"/>
                </a:lnTo>
                <a:lnTo>
                  <a:pt x="327" y="4221"/>
                </a:lnTo>
                <a:lnTo>
                  <a:pt x="513" y="4158"/>
                </a:lnTo>
                <a:lnTo>
                  <a:pt x="390" y="4156"/>
                </a:lnTo>
              </a:path>
              <a:path w="21600" h="21600">
                <a:moveTo>
                  <a:pt x="11654" y="4151"/>
                </a:moveTo>
                <a:lnTo>
                  <a:pt x="11594" y="4458"/>
                </a:lnTo>
                <a:cubicBezTo>
                  <a:pt x="11575" y="4534"/>
                  <a:pt x="11552" y="4622"/>
                  <a:pt x="11524" y="4718"/>
                </a:cubicBezTo>
                <a:lnTo>
                  <a:pt x="11488" y="4836"/>
                </a:lnTo>
                <a:lnTo>
                  <a:pt x="11513" y="4940"/>
                </a:lnTo>
                <a:lnTo>
                  <a:pt x="11636" y="5270"/>
                </a:lnTo>
                <a:lnTo>
                  <a:pt x="11637" y="5268"/>
                </a:lnTo>
                <a:cubicBezTo>
                  <a:pt x="11663" y="5182"/>
                  <a:pt x="11688" y="5094"/>
                  <a:pt x="11713" y="5000"/>
                </a:cubicBezTo>
                <a:lnTo>
                  <a:pt x="11766" y="4779"/>
                </a:lnTo>
                <a:lnTo>
                  <a:pt x="11664" y="4324"/>
                </a:lnTo>
              </a:path>
              <a:path w="21600" h="21600">
                <a:moveTo>
                  <a:pt x="2535" y="4143"/>
                </a:moveTo>
                <a:lnTo>
                  <a:pt x="2511" y="4150"/>
                </a:lnTo>
                <a:lnTo>
                  <a:pt x="2493" y="4191"/>
                </a:lnTo>
                <a:lnTo>
                  <a:pt x="2493" y="4211"/>
                </a:lnTo>
              </a:path>
              <a:path w="21600" h="21600">
                <a:moveTo>
                  <a:pt x="4578" y="4142"/>
                </a:moveTo>
                <a:lnTo>
                  <a:pt x="4547" y="4158"/>
                </a:lnTo>
                <a:lnTo>
                  <a:pt x="4595" y="4160"/>
                </a:lnTo>
              </a:path>
              <a:path w="21600" h="21600">
                <a:moveTo>
                  <a:pt x="9550" y="4133"/>
                </a:moveTo>
                <a:lnTo>
                  <a:pt x="9364" y="4356"/>
                </a:lnTo>
                <a:lnTo>
                  <a:pt x="9388" y="4413"/>
                </a:lnTo>
                <a:lnTo>
                  <a:pt x="9536" y="4672"/>
                </a:lnTo>
                <a:lnTo>
                  <a:pt x="9688" y="4484"/>
                </a:lnTo>
              </a:path>
              <a:path w="21600" h="21600">
                <a:moveTo>
                  <a:pt x="5204" y="4124"/>
                </a:moveTo>
                <a:lnTo>
                  <a:pt x="5251" y="4182"/>
                </a:lnTo>
                <a:lnTo>
                  <a:pt x="5280" y="4148"/>
                </a:lnTo>
                <a:lnTo>
                  <a:pt x="5216" y="4126"/>
                </a:lnTo>
              </a:path>
              <a:path w="21600" h="21600">
                <a:moveTo>
                  <a:pt x="1941" y="4114"/>
                </a:moveTo>
                <a:lnTo>
                  <a:pt x="1915" y="4123"/>
                </a:lnTo>
                <a:lnTo>
                  <a:pt x="1924" y="4189"/>
                </a:lnTo>
              </a:path>
              <a:path w="21600" h="21600">
                <a:moveTo>
                  <a:pt x="6053" y="4111"/>
                </a:moveTo>
                <a:lnTo>
                  <a:pt x="6055" y="4123"/>
                </a:lnTo>
                <a:lnTo>
                  <a:pt x="6062" y="4129"/>
                </a:lnTo>
                <a:lnTo>
                  <a:pt x="6104" y="4179"/>
                </a:lnTo>
              </a:path>
              <a:path w="21600" h="21600">
                <a:moveTo>
                  <a:pt x="2448" y="4110"/>
                </a:moveTo>
                <a:lnTo>
                  <a:pt x="2429" y="4131"/>
                </a:lnTo>
                <a:lnTo>
                  <a:pt x="2448" y="4125"/>
                </a:lnTo>
              </a:path>
              <a:path w="21600" h="21600">
                <a:moveTo>
                  <a:pt x="5067" y="4099"/>
                </a:moveTo>
                <a:lnTo>
                  <a:pt x="5021" y="4149"/>
                </a:lnTo>
                <a:lnTo>
                  <a:pt x="5060" y="4196"/>
                </a:lnTo>
                <a:lnTo>
                  <a:pt x="5220" y="4212"/>
                </a:lnTo>
                <a:lnTo>
                  <a:pt x="5170" y="4151"/>
                </a:lnTo>
                <a:lnTo>
                  <a:pt x="5130" y="4111"/>
                </a:lnTo>
              </a:path>
              <a:path w="21600" h="21600">
                <a:moveTo>
                  <a:pt x="260" y="4093"/>
                </a:moveTo>
                <a:lnTo>
                  <a:pt x="188" y="4135"/>
                </a:lnTo>
                <a:lnTo>
                  <a:pt x="87" y="4223"/>
                </a:lnTo>
                <a:lnTo>
                  <a:pt x="239" y="4229"/>
                </a:lnTo>
                <a:lnTo>
                  <a:pt x="340" y="4132"/>
                </a:lnTo>
              </a:path>
              <a:path w="21600" h="21600">
                <a:moveTo>
                  <a:pt x="5948" y="4091"/>
                </a:moveTo>
                <a:lnTo>
                  <a:pt x="5948" y="4093"/>
                </a:lnTo>
                <a:lnTo>
                  <a:pt x="5961" y="4102"/>
                </a:lnTo>
              </a:path>
              <a:path w="21600" h="21600">
                <a:moveTo>
                  <a:pt x="4026" y="4088"/>
                </a:moveTo>
                <a:lnTo>
                  <a:pt x="3971" y="4094"/>
                </a:lnTo>
                <a:lnTo>
                  <a:pt x="4035" y="4152"/>
                </a:lnTo>
                <a:lnTo>
                  <a:pt x="4086" y="4146"/>
                </a:lnTo>
              </a:path>
              <a:path w="21600" h="21600">
                <a:moveTo>
                  <a:pt x="3851" y="4082"/>
                </a:moveTo>
                <a:lnTo>
                  <a:pt x="3950" y="4161"/>
                </a:lnTo>
                <a:lnTo>
                  <a:pt x="3976" y="4158"/>
                </a:lnTo>
                <a:lnTo>
                  <a:pt x="3901" y="4091"/>
                </a:lnTo>
              </a:path>
              <a:path w="21600" h="21600">
                <a:moveTo>
                  <a:pt x="4962" y="4080"/>
                </a:moveTo>
                <a:lnTo>
                  <a:pt x="4993" y="4117"/>
                </a:lnTo>
                <a:lnTo>
                  <a:pt x="5018" y="4090"/>
                </a:lnTo>
              </a:path>
              <a:path w="21600" h="21600">
                <a:moveTo>
                  <a:pt x="2324" y="4079"/>
                </a:moveTo>
                <a:lnTo>
                  <a:pt x="2297" y="4162"/>
                </a:lnTo>
                <a:lnTo>
                  <a:pt x="2331" y="4141"/>
                </a:lnTo>
              </a:path>
              <a:path w="21600" h="21600">
                <a:moveTo>
                  <a:pt x="4703" y="4078"/>
                </a:moveTo>
                <a:lnTo>
                  <a:pt x="4620" y="4120"/>
                </a:lnTo>
                <a:lnTo>
                  <a:pt x="4633" y="4133"/>
                </a:lnTo>
                <a:lnTo>
                  <a:pt x="4656" y="4162"/>
                </a:lnTo>
                <a:lnTo>
                  <a:pt x="4765" y="4166"/>
                </a:lnTo>
                <a:lnTo>
                  <a:pt x="4782" y="4168"/>
                </a:lnTo>
              </a:path>
              <a:path w="21600" h="21600">
                <a:moveTo>
                  <a:pt x="8548" y="4077"/>
                </a:moveTo>
                <a:lnTo>
                  <a:pt x="8368" y="4209"/>
                </a:lnTo>
                <a:lnTo>
                  <a:pt x="8555" y="4475"/>
                </a:lnTo>
                <a:lnTo>
                  <a:pt x="8563" y="4488"/>
                </a:lnTo>
                <a:lnTo>
                  <a:pt x="8716" y="4373"/>
                </a:lnTo>
                <a:lnTo>
                  <a:pt x="8641" y="4258"/>
                </a:lnTo>
              </a:path>
              <a:path w="21600" h="21600">
                <a:moveTo>
                  <a:pt x="6217" y="4077"/>
                </a:moveTo>
                <a:lnTo>
                  <a:pt x="6392" y="4249"/>
                </a:lnTo>
                <a:lnTo>
                  <a:pt x="6434" y="4306"/>
                </a:lnTo>
                <a:lnTo>
                  <a:pt x="6610" y="4310"/>
                </a:lnTo>
                <a:lnTo>
                  <a:pt x="6399" y="4082"/>
                </a:lnTo>
              </a:path>
              <a:path w="21600" h="21600">
                <a:moveTo>
                  <a:pt x="5610" y="4076"/>
                </a:moveTo>
                <a:lnTo>
                  <a:pt x="5598" y="4112"/>
                </a:lnTo>
                <a:lnTo>
                  <a:pt x="5712" y="4239"/>
                </a:lnTo>
                <a:lnTo>
                  <a:pt x="5742" y="4136"/>
                </a:lnTo>
                <a:lnTo>
                  <a:pt x="5673" y="4099"/>
                </a:lnTo>
              </a:path>
              <a:path w="21600" h="21600">
                <a:moveTo>
                  <a:pt x="2064" y="4076"/>
                </a:moveTo>
                <a:lnTo>
                  <a:pt x="2001" y="4096"/>
                </a:lnTo>
                <a:lnTo>
                  <a:pt x="2024" y="4250"/>
                </a:lnTo>
                <a:lnTo>
                  <a:pt x="2025" y="4259"/>
                </a:lnTo>
                <a:lnTo>
                  <a:pt x="2048" y="4251"/>
                </a:lnTo>
                <a:lnTo>
                  <a:pt x="2078" y="4161"/>
                </a:lnTo>
              </a:path>
              <a:path w="21600" h="21600">
                <a:moveTo>
                  <a:pt x="6130" y="4075"/>
                </a:moveTo>
                <a:lnTo>
                  <a:pt x="6260" y="4281"/>
                </a:lnTo>
                <a:lnTo>
                  <a:pt x="6262" y="4287"/>
                </a:lnTo>
                <a:lnTo>
                  <a:pt x="6273" y="4303"/>
                </a:lnTo>
                <a:lnTo>
                  <a:pt x="6379" y="4305"/>
                </a:lnTo>
                <a:lnTo>
                  <a:pt x="6356" y="4276"/>
                </a:lnTo>
                <a:lnTo>
                  <a:pt x="6149" y="4075"/>
                </a:lnTo>
              </a:path>
              <a:path w="21600" h="21600">
                <a:moveTo>
                  <a:pt x="4162" y="4071"/>
                </a:moveTo>
                <a:lnTo>
                  <a:pt x="4085" y="4081"/>
                </a:lnTo>
                <a:lnTo>
                  <a:pt x="4148" y="4143"/>
                </a:lnTo>
                <a:lnTo>
                  <a:pt x="4234" y="4146"/>
                </a:lnTo>
              </a:path>
              <a:path w="21600" h="21600">
                <a:moveTo>
                  <a:pt x="5996" y="4071"/>
                </a:moveTo>
                <a:lnTo>
                  <a:pt x="6002" y="4077"/>
                </a:lnTo>
                <a:lnTo>
                  <a:pt x="6001" y="4071"/>
                </a:lnTo>
              </a:path>
              <a:path w="21600" h="21600">
                <a:moveTo>
                  <a:pt x="6601" y="4070"/>
                </a:moveTo>
                <a:lnTo>
                  <a:pt x="6556" y="4076"/>
                </a:lnTo>
                <a:cubicBezTo>
                  <a:pt x="6524" y="4078"/>
                  <a:pt x="6492" y="4079"/>
                  <a:pt x="6461" y="4081"/>
                </a:cubicBezTo>
                <a:lnTo>
                  <a:pt x="6672" y="4311"/>
                </a:lnTo>
                <a:lnTo>
                  <a:pt x="6824" y="4314"/>
                </a:lnTo>
                <a:cubicBezTo>
                  <a:pt x="6832" y="4314"/>
                  <a:pt x="6840" y="4313"/>
                  <a:pt x="6849" y="4312"/>
                </a:cubicBezTo>
              </a:path>
              <a:path w="21600" h="21600">
                <a:moveTo>
                  <a:pt x="1782" y="4068"/>
                </a:moveTo>
                <a:lnTo>
                  <a:pt x="1398" y="4192"/>
                </a:lnTo>
                <a:lnTo>
                  <a:pt x="1288" y="4254"/>
                </a:lnTo>
                <a:lnTo>
                  <a:pt x="1399" y="4239"/>
                </a:lnTo>
                <a:lnTo>
                  <a:pt x="1784" y="4118"/>
                </a:lnTo>
              </a:path>
              <a:path w="21600" h="21600">
                <a:moveTo>
                  <a:pt x="5807" y="4066"/>
                </a:moveTo>
                <a:lnTo>
                  <a:pt x="5801" y="4089"/>
                </a:lnTo>
                <a:lnTo>
                  <a:pt x="5855" y="4146"/>
                </a:lnTo>
                <a:lnTo>
                  <a:pt x="5911" y="4188"/>
                </a:lnTo>
                <a:lnTo>
                  <a:pt x="5913" y="4178"/>
                </a:lnTo>
                <a:lnTo>
                  <a:pt x="5906" y="4117"/>
                </a:lnTo>
                <a:lnTo>
                  <a:pt x="5836" y="4067"/>
                </a:lnTo>
              </a:path>
              <a:path w="21600" h="21600">
                <a:moveTo>
                  <a:pt x="5693" y="4060"/>
                </a:moveTo>
                <a:lnTo>
                  <a:pt x="5732" y="4079"/>
                </a:lnTo>
                <a:lnTo>
                  <a:pt x="5715" y="4062"/>
                </a:lnTo>
              </a:path>
              <a:path w="21600" h="21600">
                <a:moveTo>
                  <a:pt x="7918" y="4059"/>
                </a:moveTo>
                <a:lnTo>
                  <a:pt x="7876" y="4089"/>
                </a:lnTo>
                <a:lnTo>
                  <a:pt x="7753" y="4140"/>
                </a:lnTo>
                <a:lnTo>
                  <a:pt x="7817" y="4219"/>
                </a:lnTo>
                <a:lnTo>
                  <a:pt x="7956" y="4404"/>
                </a:lnTo>
                <a:lnTo>
                  <a:pt x="8121" y="4333"/>
                </a:lnTo>
                <a:lnTo>
                  <a:pt x="7934" y="4085"/>
                </a:lnTo>
              </a:path>
              <a:path w="21600" h="21600">
                <a:moveTo>
                  <a:pt x="5542" y="4050"/>
                </a:moveTo>
                <a:lnTo>
                  <a:pt x="5563" y="4074"/>
                </a:lnTo>
                <a:lnTo>
                  <a:pt x="5568" y="4060"/>
                </a:lnTo>
              </a:path>
              <a:path w="21600" h="21600">
                <a:moveTo>
                  <a:pt x="2115" y="4048"/>
                </a:moveTo>
                <a:lnTo>
                  <a:pt x="2106" y="4054"/>
                </a:lnTo>
                <a:lnTo>
                  <a:pt x="2108" y="4068"/>
                </a:lnTo>
              </a:path>
              <a:path w="21600" h="21600">
                <a:moveTo>
                  <a:pt x="4768" y="4045"/>
                </a:moveTo>
                <a:lnTo>
                  <a:pt x="4743" y="4058"/>
                </a:lnTo>
                <a:lnTo>
                  <a:pt x="4846" y="4174"/>
                </a:lnTo>
                <a:lnTo>
                  <a:pt x="4910" y="4181"/>
                </a:lnTo>
                <a:lnTo>
                  <a:pt x="4960" y="4153"/>
                </a:lnTo>
                <a:lnTo>
                  <a:pt x="4964" y="4148"/>
                </a:lnTo>
                <a:lnTo>
                  <a:pt x="4896" y="4068"/>
                </a:lnTo>
              </a:path>
              <a:path w="21600" h="21600">
                <a:moveTo>
                  <a:pt x="1858" y="4044"/>
                </a:moveTo>
                <a:lnTo>
                  <a:pt x="1850" y="4046"/>
                </a:lnTo>
                <a:lnTo>
                  <a:pt x="1854" y="4085"/>
                </a:lnTo>
              </a:path>
              <a:path w="21600" h="21600">
                <a:moveTo>
                  <a:pt x="782" y="4042"/>
                </a:moveTo>
                <a:lnTo>
                  <a:pt x="724" y="4096"/>
                </a:lnTo>
                <a:lnTo>
                  <a:pt x="760" y="4086"/>
                </a:lnTo>
                <a:lnTo>
                  <a:pt x="864" y="4050"/>
                </a:lnTo>
                <a:lnTo>
                  <a:pt x="801" y="4051"/>
                </a:lnTo>
              </a:path>
              <a:path w="21600" h="21600">
                <a:moveTo>
                  <a:pt x="6810" y="4039"/>
                </a:moveTo>
                <a:lnTo>
                  <a:pt x="6654" y="4062"/>
                </a:lnTo>
                <a:lnTo>
                  <a:pt x="6904" y="4309"/>
                </a:lnTo>
                <a:lnTo>
                  <a:pt x="7039" y="4287"/>
                </a:lnTo>
              </a:path>
              <a:path w="21600" h="21600">
                <a:moveTo>
                  <a:pt x="2562" y="4037"/>
                </a:moveTo>
                <a:lnTo>
                  <a:pt x="2549" y="4064"/>
                </a:lnTo>
                <a:lnTo>
                  <a:pt x="2561" y="4071"/>
                </a:lnTo>
              </a:path>
              <a:path w="21600" h="21600">
                <a:moveTo>
                  <a:pt x="5412" y="4035"/>
                </a:moveTo>
                <a:lnTo>
                  <a:pt x="5394" y="4080"/>
                </a:lnTo>
                <a:lnTo>
                  <a:pt x="5378" y="4099"/>
                </a:lnTo>
                <a:lnTo>
                  <a:pt x="5431" y="4155"/>
                </a:lnTo>
                <a:lnTo>
                  <a:pt x="5525" y="4186"/>
                </a:lnTo>
                <a:lnTo>
                  <a:pt x="5547" y="4121"/>
                </a:lnTo>
                <a:lnTo>
                  <a:pt x="5474" y="4041"/>
                </a:lnTo>
              </a:path>
              <a:path w="21600" h="21600">
                <a:moveTo>
                  <a:pt x="6101" y="4028"/>
                </a:moveTo>
                <a:lnTo>
                  <a:pt x="6102" y="4030"/>
                </a:lnTo>
                <a:lnTo>
                  <a:pt x="6104" y="4033"/>
                </a:lnTo>
                <a:lnTo>
                  <a:pt x="6106" y="4033"/>
                </a:lnTo>
              </a:path>
              <a:path w="21600" h="21600">
                <a:moveTo>
                  <a:pt x="5308" y="4026"/>
                </a:moveTo>
                <a:lnTo>
                  <a:pt x="5348" y="4067"/>
                </a:lnTo>
                <a:lnTo>
                  <a:pt x="5355" y="4059"/>
                </a:lnTo>
                <a:lnTo>
                  <a:pt x="5366" y="4031"/>
                </a:lnTo>
              </a:path>
              <a:path w="21600" h="21600">
                <a:moveTo>
                  <a:pt x="4286" y="4021"/>
                </a:moveTo>
                <a:lnTo>
                  <a:pt x="4211" y="4056"/>
                </a:lnTo>
                <a:lnTo>
                  <a:pt x="4300" y="4148"/>
                </a:lnTo>
                <a:lnTo>
                  <a:pt x="4411" y="4153"/>
                </a:lnTo>
                <a:lnTo>
                  <a:pt x="4316" y="4049"/>
                </a:lnTo>
              </a:path>
              <a:path w="21600" h="21600">
                <a:moveTo>
                  <a:pt x="4519" y="4017"/>
                </a:moveTo>
                <a:lnTo>
                  <a:pt x="4589" y="4088"/>
                </a:lnTo>
                <a:lnTo>
                  <a:pt x="4673" y="4045"/>
                </a:lnTo>
                <a:lnTo>
                  <a:pt x="4656" y="4025"/>
                </a:lnTo>
              </a:path>
              <a:path w="21600" h="21600">
                <a:moveTo>
                  <a:pt x="1944" y="4016"/>
                </a:moveTo>
                <a:lnTo>
                  <a:pt x="1906" y="4028"/>
                </a:lnTo>
                <a:lnTo>
                  <a:pt x="1905" y="4042"/>
                </a:lnTo>
                <a:lnTo>
                  <a:pt x="1909" y="4078"/>
                </a:lnTo>
                <a:lnTo>
                  <a:pt x="1951" y="4065"/>
                </a:lnTo>
              </a:path>
              <a:path w="21600" h="21600">
                <a:moveTo>
                  <a:pt x="5939" y="4015"/>
                </a:moveTo>
                <a:lnTo>
                  <a:pt x="5940" y="4021"/>
                </a:lnTo>
                <a:lnTo>
                  <a:pt x="5947" y="4028"/>
                </a:lnTo>
                <a:lnTo>
                  <a:pt x="5956" y="4029"/>
                </a:lnTo>
              </a:path>
              <a:path w="21600" h="21600">
                <a:moveTo>
                  <a:pt x="5148" y="4012"/>
                </a:moveTo>
                <a:lnTo>
                  <a:pt x="5124" y="4039"/>
                </a:lnTo>
                <a:lnTo>
                  <a:pt x="5160" y="4075"/>
                </a:lnTo>
                <a:lnTo>
                  <a:pt x="5223" y="4086"/>
                </a:lnTo>
                <a:lnTo>
                  <a:pt x="5308" y="4115"/>
                </a:lnTo>
                <a:lnTo>
                  <a:pt x="5319" y="4101"/>
                </a:lnTo>
                <a:lnTo>
                  <a:pt x="5242" y="4020"/>
                </a:lnTo>
              </a:path>
              <a:path w="21600" h="21600">
                <a:moveTo>
                  <a:pt x="5092" y="4008"/>
                </a:moveTo>
                <a:lnTo>
                  <a:pt x="5093" y="4009"/>
                </a:lnTo>
                <a:lnTo>
                  <a:pt x="5094" y="4008"/>
                </a:lnTo>
              </a:path>
              <a:path w="21600" h="21600">
                <a:moveTo>
                  <a:pt x="9166" y="4007"/>
                </a:moveTo>
                <a:lnTo>
                  <a:pt x="8984" y="4217"/>
                </a:lnTo>
                <a:lnTo>
                  <a:pt x="9035" y="4325"/>
                </a:lnTo>
                <a:lnTo>
                  <a:pt x="9155" y="4522"/>
                </a:lnTo>
                <a:lnTo>
                  <a:pt x="9193" y="4493"/>
                </a:lnTo>
                <a:lnTo>
                  <a:pt x="9313" y="4350"/>
                </a:lnTo>
              </a:path>
              <a:path w="21600" h="21600">
                <a:moveTo>
                  <a:pt x="82" y="4007"/>
                </a:moveTo>
                <a:lnTo>
                  <a:pt x="48" y="4186"/>
                </a:lnTo>
                <a:lnTo>
                  <a:pt x="14" y="4220"/>
                </a:lnTo>
                <a:lnTo>
                  <a:pt x="23" y="4221"/>
                </a:lnTo>
                <a:lnTo>
                  <a:pt x="158" y="4102"/>
                </a:lnTo>
                <a:lnTo>
                  <a:pt x="213" y="4070"/>
                </a:lnTo>
              </a:path>
              <a:path w="21600" h="21600">
                <a:moveTo>
                  <a:pt x="2181" y="4006"/>
                </a:moveTo>
                <a:lnTo>
                  <a:pt x="2177" y="4009"/>
                </a:lnTo>
                <a:lnTo>
                  <a:pt x="2124" y="4168"/>
                </a:lnTo>
                <a:lnTo>
                  <a:pt x="2131" y="4210"/>
                </a:lnTo>
                <a:lnTo>
                  <a:pt x="2133" y="4224"/>
                </a:lnTo>
                <a:lnTo>
                  <a:pt x="2210" y="4200"/>
                </a:lnTo>
              </a:path>
              <a:path w="21600" h="21600">
                <a:moveTo>
                  <a:pt x="7040" y="4006"/>
                </a:moveTo>
                <a:lnTo>
                  <a:pt x="6876" y="4030"/>
                </a:lnTo>
                <a:lnTo>
                  <a:pt x="7017" y="4173"/>
                </a:lnTo>
                <a:lnTo>
                  <a:pt x="7106" y="4276"/>
                </a:lnTo>
                <a:lnTo>
                  <a:pt x="7252" y="4253"/>
                </a:lnTo>
              </a:path>
              <a:path w="21600" h="21600">
                <a:moveTo>
                  <a:pt x="4333" y="4005"/>
                </a:moveTo>
                <a:lnTo>
                  <a:pt x="4357" y="4027"/>
                </a:lnTo>
                <a:lnTo>
                  <a:pt x="4468" y="4149"/>
                </a:lnTo>
                <a:lnTo>
                  <a:pt x="4547" y="4109"/>
                </a:lnTo>
                <a:lnTo>
                  <a:pt x="4453" y="4012"/>
                </a:lnTo>
              </a:path>
              <a:path w="21600" h="21600">
                <a:moveTo>
                  <a:pt x="4831" y="4001"/>
                </a:moveTo>
                <a:lnTo>
                  <a:pt x="4818" y="4014"/>
                </a:lnTo>
                <a:lnTo>
                  <a:pt x="4851" y="4020"/>
                </a:lnTo>
              </a:path>
              <a:path w="21600" h="21600">
                <a:moveTo>
                  <a:pt x="833" y="3995"/>
                </a:moveTo>
                <a:lnTo>
                  <a:pt x="819" y="4008"/>
                </a:lnTo>
                <a:lnTo>
                  <a:pt x="972" y="4007"/>
                </a:lnTo>
                <a:lnTo>
                  <a:pt x="993" y="3995"/>
                </a:lnTo>
              </a:path>
              <a:path w="21600" h="21600">
                <a:moveTo>
                  <a:pt x="4886" y="3994"/>
                </a:moveTo>
                <a:lnTo>
                  <a:pt x="4903" y="4011"/>
                </a:lnTo>
                <a:lnTo>
                  <a:pt x="4921" y="4032"/>
                </a:lnTo>
                <a:lnTo>
                  <a:pt x="5050" y="4055"/>
                </a:lnTo>
                <a:lnTo>
                  <a:pt x="5062" y="4043"/>
                </a:lnTo>
                <a:lnTo>
                  <a:pt x="5023" y="4003"/>
                </a:lnTo>
              </a:path>
              <a:path w="21600" h="21600">
                <a:moveTo>
                  <a:pt x="2360" y="3994"/>
                </a:moveTo>
                <a:lnTo>
                  <a:pt x="2374" y="4115"/>
                </a:lnTo>
                <a:lnTo>
                  <a:pt x="2393" y="4104"/>
                </a:lnTo>
                <a:lnTo>
                  <a:pt x="2441" y="4052"/>
                </a:lnTo>
                <a:lnTo>
                  <a:pt x="2408" y="4031"/>
                </a:lnTo>
                <a:cubicBezTo>
                  <a:pt x="2396" y="4023"/>
                  <a:pt x="2385" y="4014"/>
                  <a:pt x="2375" y="4007"/>
                </a:cubicBezTo>
              </a:path>
              <a:path w="21600" h="21600">
                <a:moveTo>
                  <a:pt x="4151" y="3993"/>
                </a:moveTo>
                <a:lnTo>
                  <a:pt x="4180" y="4024"/>
                </a:lnTo>
                <a:lnTo>
                  <a:pt x="4234" y="3999"/>
                </a:lnTo>
              </a:path>
              <a:path w="21600" h="21600">
                <a:moveTo>
                  <a:pt x="487" y="3993"/>
                </a:moveTo>
                <a:lnTo>
                  <a:pt x="472" y="4062"/>
                </a:lnTo>
                <a:lnTo>
                  <a:pt x="419" y="4114"/>
                </a:lnTo>
                <a:lnTo>
                  <a:pt x="640" y="4117"/>
                </a:lnTo>
                <a:lnTo>
                  <a:pt x="740" y="4024"/>
                </a:lnTo>
                <a:lnTo>
                  <a:pt x="671" y="3994"/>
                </a:lnTo>
              </a:path>
              <a:path w="21600" h="21600">
                <a:moveTo>
                  <a:pt x="433" y="3993"/>
                </a:moveTo>
                <a:lnTo>
                  <a:pt x="306" y="4067"/>
                </a:lnTo>
                <a:lnTo>
                  <a:pt x="373" y="4100"/>
                </a:lnTo>
                <a:lnTo>
                  <a:pt x="432" y="4043"/>
                </a:lnTo>
                <a:lnTo>
                  <a:pt x="442" y="3993"/>
                </a:lnTo>
              </a:path>
              <a:path w="21600" h="21600">
                <a:moveTo>
                  <a:pt x="5639" y="3992"/>
                </a:moveTo>
                <a:lnTo>
                  <a:pt x="5632" y="4013"/>
                </a:lnTo>
                <a:lnTo>
                  <a:pt x="5667" y="4016"/>
                </a:lnTo>
              </a:path>
              <a:path w="21600" h="21600">
                <a:moveTo>
                  <a:pt x="134" y="3984"/>
                </a:moveTo>
                <a:lnTo>
                  <a:pt x="259" y="4044"/>
                </a:lnTo>
                <a:lnTo>
                  <a:pt x="347" y="3993"/>
                </a:lnTo>
                <a:lnTo>
                  <a:pt x="197" y="3992"/>
                </a:lnTo>
              </a:path>
              <a:path w="21600" h="21600">
                <a:moveTo>
                  <a:pt x="3985" y="3983"/>
                </a:moveTo>
                <a:lnTo>
                  <a:pt x="4046" y="4043"/>
                </a:lnTo>
                <a:lnTo>
                  <a:pt x="4126" y="4033"/>
                </a:lnTo>
                <a:lnTo>
                  <a:pt x="4084" y="3989"/>
                </a:lnTo>
              </a:path>
              <a:path w="21600" h="21600">
                <a:moveTo>
                  <a:pt x="2049" y="3982"/>
                </a:moveTo>
                <a:lnTo>
                  <a:pt x="2016" y="3992"/>
                </a:lnTo>
                <a:lnTo>
                  <a:pt x="2004" y="4049"/>
                </a:lnTo>
                <a:lnTo>
                  <a:pt x="2057" y="4032"/>
                </a:lnTo>
              </a:path>
              <a:path w="21600" h="21600">
                <a:moveTo>
                  <a:pt x="4675" y="3981"/>
                </a:moveTo>
                <a:lnTo>
                  <a:pt x="4682" y="3990"/>
                </a:lnTo>
                <a:lnTo>
                  <a:pt x="4756" y="4003"/>
                </a:lnTo>
                <a:lnTo>
                  <a:pt x="4778" y="3991"/>
                </a:lnTo>
                <a:lnTo>
                  <a:pt x="4782" y="3988"/>
                </a:lnTo>
              </a:path>
              <a:path w="21600" h="21600">
                <a:moveTo>
                  <a:pt x="5818" y="3978"/>
                </a:moveTo>
                <a:lnTo>
                  <a:pt x="5820" y="4000"/>
                </a:lnTo>
                <a:lnTo>
                  <a:pt x="5855" y="4025"/>
                </a:lnTo>
                <a:lnTo>
                  <a:pt x="5873" y="4026"/>
                </a:lnTo>
              </a:path>
              <a:path w="21600" h="21600">
                <a:moveTo>
                  <a:pt x="3546" y="3978"/>
                </a:moveTo>
                <a:lnTo>
                  <a:pt x="2744" y="4076"/>
                </a:lnTo>
                <a:lnTo>
                  <a:pt x="2649" y="4106"/>
                </a:lnTo>
                <a:lnTo>
                  <a:pt x="2643" y="4122"/>
                </a:lnTo>
                <a:lnTo>
                  <a:pt x="2703" y="4158"/>
                </a:lnTo>
                <a:cubicBezTo>
                  <a:pt x="2707" y="4160"/>
                  <a:pt x="2720" y="4166"/>
                  <a:pt x="2720" y="4181"/>
                </a:cubicBezTo>
                <a:cubicBezTo>
                  <a:pt x="2720" y="4195"/>
                  <a:pt x="2708" y="4201"/>
                  <a:pt x="2704" y="4203"/>
                </a:cubicBezTo>
                <a:cubicBezTo>
                  <a:pt x="2699" y="4205"/>
                  <a:pt x="2692" y="4209"/>
                  <a:pt x="2685" y="4222"/>
                </a:cubicBezTo>
                <a:lnTo>
                  <a:pt x="2683" y="4228"/>
                </a:lnTo>
                <a:lnTo>
                  <a:pt x="2829" y="4218"/>
                </a:lnTo>
                <a:cubicBezTo>
                  <a:pt x="2974" y="4211"/>
                  <a:pt x="3163" y="4205"/>
                  <a:pt x="3411" y="4203"/>
                </a:cubicBezTo>
                <a:lnTo>
                  <a:pt x="3544" y="4202"/>
                </a:lnTo>
                <a:lnTo>
                  <a:pt x="3597" y="4201"/>
                </a:lnTo>
                <a:lnTo>
                  <a:pt x="3864" y="4171"/>
                </a:lnTo>
                <a:lnTo>
                  <a:pt x="3741" y="4105"/>
                </a:lnTo>
                <a:lnTo>
                  <a:pt x="3616" y="4012"/>
                </a:lnTo>
              </a:path>
              <a:path w="21600" h="21600">
                <a:moveTo>
                  <a:pt x="3836" y="3974"/>
                </a:moveTo>
                <a:lnTo>
                  <a:pt x="3925" y="4053"/>
                </a:lnTo>
                <a:lnTo>
                  <a:pt x="3941" y="4056"/>
                </a:lnTo>
                <a:lnTo>
                  <a:pt x="3988" y="4050"/>
                </a:lnTo>
                <a:lnTo>
                  <a:pt x="3914" y="3978"/>
                </a:lnTo>
              </a:path>
              <a:path w="21600" h="21600">
                <a:moveTo>
                  <a:pt x="5878" y="3967"/>
                </a:moveTo>
                <a:lnTo>
                  <a:pt x="5888" y="3977"/>
                </a:lnTo>
                <a:lnTo>
                  <a:pt x="5888" y="3975"/>
                </a:lnTo>
              </a:path>
              <a:path w="21600" h="21600">
                <a:moveTo>
                  <a:pt x="4472" y="3967"/>
                </a:moveTo>
                <a:lnTo>
                  <a:pt x="4473" y="3969"/>
                </a:lnTo>
                <a:lnTo>
                  <a:pt x="4617" y="3981"/>
                </a:lnTo>
                <a:lnTo>
                  <a:pt x="4613" y="3977"/>
                </a:lnTo>
              </a:path>
              <a:path w="21600" h="21600">
                <a:moveTo>
                  <a:pt x="3641" y="3966"/>
                </a:moveTo>
                <a:lnTo>
                  <a:pt x="3630" y="3968"/>
                </a:lnTo>
                <a:lnTo>
                  <a:pt x="3646" y="3980"/>
                </a:lnTo>
                <a:lnTo>
                  <a:pt x="3670" y="3992"/>
                </a:lnTo>
              </a:path>
              <a:path w="21600" h="21600">
                <a:moveTo>
                  <a:pt x="5191" y="3966"/>
                </a:moveTo>
                <a:lnTo>
                  <a:pt x="5185" y="3973"/>
                </a:lnTo>
                <a:lnTo>
                  <a:pt x="5199" y="3975"/>
                </a:lnTo>
              </a:path>
              <a:path w="21600" h="21600">
                <a:moveTo>
                  <a:pt x="3709" y="3966"/>
                </a:moveTo>
                <a:lnTo>
                  <a:pt x="3754" y="4005"/>
                </a:lnTo>
                <a:lnTo>
                  <a:pt x="3783" y="4028"/>
                </a:lnTo>
                <a:lnTo>
                  <a:pt x="3842" y="4038"/>
                </a:lnTo>
                <a:lnTo>
                  <a:pt x="3773" y="3977"/>
                </a:lnTo>
                <a:lnTo>
                  <a:pt x="3765" y="3969"/>
                </a:lnTo>
              </a:path>
              <a:path w="21600" h="21600">
                <a:moveTo>
                  <a:pt x="2147" y="3950"/>
                </a:moveTo>
                <a:lnTo>
                  <a:pt x="2092" y="3968"/>
                </a:lnTo>
                <a:lnTo>
                  <a:pt x="2098" y="4006"/>
                </a:lnTo>
                <a:lnTo>
                  <a:pt x="2137" y="3982"/>
                </a:lnTo>
              </a:path>
              <a:path w="21600" h="21600">
                <a:moveTo>
                  <a:pt x="7255" y="3943"/>
                </a:moveTo>
                <a:lnTo>
                  <a:pt x="7129" y="3993"/>
                </a:lnTo>
                <a:lnTo>
                  <a:pt x="7095" y="3998"/>
                </a:lnTo>
                <a:lnTo>
                  <a:pt x="7305" y="4244"/>
                </a:lnTo>
                <a:lnTo>
                  <a:pt x="7422" y="4226"/>
                </a:lnTo>
                <a:lnTo>
                  <a:pt x="7475" y="4204"/>
                </a:lnTo>
                <a:lnTo>
                  <a:pt x="7406" y="4118"/>
                </a:lnTo>
              </a:path>
              <a:path w="21600" h="21600">
                <a:moveTo>
                  <a:pt x="1848" y="3939"/>
                </a:moveTo>
                <a:lnTo>
                  <a:pt x="1845" y="3974"/>
                </a:lnTo>
                <a:lnTo>
                  <a:pt x="1847" y="4002"/>
                </a:lnTo>
                <a:lnTo>
                  <a:pt x="1856" y="3999"/>
                </a:lnTo>
              </a:path>
              <a:path w="21600" h="21600">
                <a:moveTo>
                  <a:pt x="5658" y="3938"/>
                </a:moveTo>
                <a:lnTo>
                  <a:pt x="5654" y="3947"/>
                </a:lnTo>
                <a:lnTo>
                  <a:pt x="5730" y="4013"/>
                </a:lnTo>
                <a:lnTo>
                  <a:pt x="5738" y="4022"/>
                </a:lnTo>
                <a:lnTo>
                  <a:pt x="5774" y="4023"/>
                </a:lnTo>
                <a:lnTo>
                  <a:pt x="5774" y="4022"/>
                </a:lnTo>
              </a:path>
              <a:path w="21600" h="21600">
                <a:moveTo>
                  <a:pt x="2450" y="3936"/>
                </a:moveTo>
                <a:lnTo>
                  <a:pt x="2384" y="3939"/>
                </a:lnTo>
                <a:lnTo>
                  <a:pt x="2378" y="3952"/>
                </a:lnTo>
                <a:lnTo>
                  <a:pt x="2402" y="3971"/>
                </a:lnTo>
                <a:cubicBezTo>
                  <a:pt x="2412" y="3978"/>
                  <a:pt x="2424" y="3986"/>
                  <a:pt x="2436" y="3995"/>
                </a:cubicBezTo>
                <a:lnTo>
                  <a:pt x="2450" y="4003"/>
                </a:lnTo>
              </a:path>
              <a:path w="21600" h="21600">
                <a:moveTo>
                  <a:pt x="535" y="3934"/>
                </a:moveTo>
                <a:lnTo>
                  <a:pt x="512" y="3947"/>
                </a:lnTo>
                <a:lnTo>
                  <a:pt x="564" y="3947"/>
                </a:lnTo>
              </a:path>
              <a:path w="21600" h="21600">
                <a:moveTo>
                  <a:pt x="2704" y="3933"/>
                </a:moveTo>
                <a:lnTo>
                  <a:pt x="2689" y="3977"/>
                </a:lnTo>
                <a:lnTo>
                  <a:pt x="2666" y="4015"/>
                </a:lnTo>
                <a:lnTo>
                  <a:pt x="2659" y="4058"/>
                </a:lnTo>
                <a:lnTo>
                  <a:pt x="2735" y="4034"/>
                </a:lnTo>
                <a:lnTo>
                  <a:pt x="3412" y="3951"/>
                </a:lnTo>
                <a:lnTo>
                  <a:pt x="3363" y="3950"/>
                </a:lnTo>
                <a:cubicBezTo>
                  <a:pt x="3240" y="3945"/>
                  <a:pt x="3022" y="3938"/>
                  <a:pt x="2819" y="3934"/>
                </a:cubicBezTo>
              </a:path>
              <a:path w="21600" h="21600">
                <a:moveTo>
                  <a:pt x="2614" y="3932"/>
                </a:moveTo>
                <a:lnTo>
                  <a:pt x="2608" y="3938"/>
                </a:lnTo>
                <a:lnTo>
                  <a:pt x="2606" y="4026"/>
                </a:lnTo>
                <a:lnTo>
                  <a:pt x="2622" y="4001"/>
                </a:lnTo>
                <a:lnTo>
                  <a:pt x="2633" y="3932"/>
                </a:lnTo>
              </a:path>
              <a:path w="21600" h="21600">
                <a:moveTo>
                  <a:pt x="5224" y="3932"/>
                </a:moveTo>
                <a:lnTo>
                  <a:pt x="5221" y="3934"/>
                </a:lnTo>
                <a:lnTo>
                  <a:pt x="5265" y="3980"/>
                </a:lnTo>
                <a:lnTo>
                  <a:pt x="5382" y="3991"/>
                </a:lnTo>
                <a:lnTo>
                  <a:pt x="5382" y="3991"/>
                </a:lnTo>
              </a:path>
              <a:path w="21600" h="21600">
                <a:moveTo>
                  <a:pt x="2538" y="3931"/>
                </a:moveTo>
                <a:lnTo>
                  <a:pt x="2496" y="3933"/>
                </a:lnTo>
                <a:lnTo>
                  <a:pt x="2495" y="3993"/>
                </a:lnTo>
                <a:lnTo>
                  <a:pt x="2553" y="3932"/>
                </a:lnTo>
              </a:path>
              <a:path w="21600" h="21600">
                <a:moveTo>
                  <a:pt x="2306" y="3926"/>
                </a:moveTo>
                <a:lnTo>
                  <a:pt x="2222" y="3980"/>
                </a:lnTo>
                <a:lnTo>
                  <a:pt x="2249" y="4164"/>
                </a:lnTo>
                <a:lnTo>
                  <a:pt x="2294" y="4026"/>
                </a:lnTo>
                <a:lnTo>
                  <a:pt x="2313" y="3986"/>
                </a:lnTo>
                <a:lnTo>
                  <a:pt x="2309" y="3947"/>
                </a:lnTo>
                <a:lnTo>
                  <a:pt x="2308" y="3946"/>
                </a:lnTo>
                <a:lnTo>
                  <a:pt x="2308" y="3939"/>
                </a:lnTo>
              </a:path>
              <a:path w="21600" h="21600">
                <a:moveTo>
                  <a:pt x="2227" y="3925"/>
                </a:moveTo>
                <a:lnTo>
                  <a:pt x="2214" y="3929"/>
                </a:lnTo>
                <a:lnTo>
                  <a:pt x="2215" y="3932"/>
                </a:lnTo>
              </a:path>
              <a:path w="21600" h="21600">
                <a:moveTo>
                  <a:pt x="3549" y="3908"/>
                </a:moveTo>
                <a:lnTo>
                  <a:pt x="3557" y="3914"/>
                </a:lnTo>
                <a:lnTo>
                  <a:pt x="3582" y="3915"/>
                </a:lnTo>
                <a:lnTo>
                  <a:pt x="3579" y="3913"/>
                </a:lnTo>
              </a:path>
              <a:path w="21600" h="21600">
                <a:moveTo>
                  <a:pt x="4927" y="3907"/>
                </a:moveTo>
                <a:lnTo>
                  <a:pt x="4886" y="3947"/>
                </a:lnTo>
                <a:lnTo>
                  <a:pt x="4975" y="3955"/>
                </a:lnTo>
              </a:path>
              <a:path w="21600" h="21600">
                <a:moveTo>
                  <a:pt x="2036" y="3905"/>
                </a:moveTo>
                <a:lnTo>
                  <a:pt x="2027" y="3944"/>
                </a:lnTo>
                <a:lnTo>
                  <a:pt x="2042" y="3939"/>
                </a:lnTo>
              </a:path>
              <a:path w="21600" h="21600">
                <a:moveTo>
                  <a:pt x="4541" y="3903"/>
                </a:moveTo>
                <a:lnTo>
                  <a:pt x="4515" y="3915"/>
                </a:lnTo>
                <a:lnTo>
                  <a:pt x="4558" y="3918"/>
                </a:lnTo>
              </a:path>
              <a:path w="21600" h="21600">
                <a:moveTo>
                  <a:pt x="8139" y="3902"/>
                </a:moveTo>
                <a:lnTo>
                  <a:pt x="7955" y="4033"/>
                </a:lnTo>
                <a:lnTo>
                  <a:pt x="7972" y="4060"/>
                </a:lnTo>
                <a:lnTo>
                  <a:pt x="8157" y="4307"/>
                </a:lnTo>
                <a:lnTo>
                  <a:pt x="8307" y="4198"/>
                </a:lnTo>
                <a:lnTo>
                  <a:pt x="8289" y="4171"/>
                </a:lnTo>
              </a:path>
              <a:path w="21600" h="21600">
                <a:moveTo>
                  <a:pt x="2355" y="3895"/>
                </a:moveTo>
                <a:lnTo>
                  <a:pt x="2349" y="3899"/>
                </a:lnTo>
                <a:lnTo>
                  <a:pt x="2349" y="3901"/>
                </a:lnTo>
                <a:lnTo>
                  <a:pt x="2353" y="3901"/>
                </a:lnTo>
              </a:path>
              <a:path w="21600" h="21600">
                <a:moveTo>
                  <a:pt x="3991" y="3894"/>
                </a:moveTo>
                <a:lnTo>
                  <a:pt x="3978" y="3900"/>
                </a:lnTo>
                <a:lnTo>
                  <a:pt x="3998" y="3901"/>
                </a:lnTo>
              </a:path>
              <a:path w="21600" h="21600">
                <a:moveTo>
                  <a:pt x="5923" y="3886"/>
                </a:moveTo>
                <a:lnTo>
                  <a:pt x="5931" y="3955"/>
                </a:lnTo>
                <a:lnTo>
                  <a:pt x="5989" y="3999"/>
                </a:lnTo>
                <a:lnTo>
                  <a:pt x="5982" y="3958"/>
                </a:lnTo>
                <a:lnTo>
                  <a:pt x="5945" y="3905"/>
                </a:lnTo>
              </a:path>
              <a:path w="21600" h="21600">
                <a:moveTo>
                  <a:pt x="5583" y="3885"/>
                </a:moveTo>
                <a:lnTo>
                  <a:pt x="5618" y="3916"/>
                </a:lnTo>
                <a:lnTo>
                  <a:pt x="5620" y="3910"/>
                </a:lnTo>
                <a:lnTo>
                  <a:pt x="5589" y="3888"/>
                </a:lnTo>
              </a:path>
              <a:path w="21600" h="21600">
                <a:moveTo>
                  <a:pt x="1772" y="3885"/>
                </a:moveTo>
                <a:lnTo>
                  <a:pt x="1597" y="3936"/>
                </a:lnTo>
                <a:lnTo>
                  <a:pt x="1585" y="3936"/>
                </a:lnTo>
                <a:lnTo>
                  <a:pt x="1549" y="3949"/>
                </a:lnTo>
                <a:lnTo>
                  <a:pt x="1207" y="4043"/>
                </a:lnTo>
                <a:lnTo>
                  <a:pt x="1140" y="4068"/>
                </a:lnTo>
                <a:lnTo>
                  <a:pt x="868" y="4139"/>
                </a:lnTo>
                <a:lnTo>
                  <a:pt x="837" y="4148"/>
                </a:lnTo>
                <a:lnTo>
                  <a:pt x="779" y="4169"/>
                </a:lnTo>
                <a:lnTo>
                  <a:pt x="514" y="4320"/>
                </a:lnTo>
                <a:lnTo>
                  <a:pt x="802" y="4320"/>
                </a:lnTo>
                <a:lnTo>
                  <a:pt x="1172" y="4270"/>
                </a:lnTo>
                <a:lnTo>
                  <a:pt x="1380" y="4153"/>
                </a:lnTo>
                <a:lnTo>
                  <a:pt x="1780" y="4024"/>
                </a:lnTo>
              </a:path>
              <a:path w="21600" h="21600">
                <a:moveTo>
                  <a:pt x="8776" y="3879"/>
                </a:moveTo>
                <a:lnTo>
                  <a:pt x="8692" y="3972"/>
                </a:lnTo>
                <a:lnTo>
                  <a:pt x="8586" y="4050"/>
                </a:lnTo>
                <a:lnTo>
                  <a:pt x="8681" y="4236"/>
                </a:lnTo>
                <a:lnTo>
                  <a:pt x="8752" y="4346"/>
                </a:lnTo>
                <a:lnTo>
                  <a:pt x="8927" y="4216"/>
                </a:lnTo>
                <a:lnTo>
                  <a:pt x="8931" y="4211"/>
                </a:lnTo>
              </a:path>
              <a:path w="21600" h="21600">
                <a:moveTo>
                  <a:pt x="1922" y="3868"/>
                </a:moveTo>
                <a:lnTo>
                  <a:pt x="1911" y="3982"/>
                </a:lnTo>
                <a:lnTo>
                  <a:pt x="1937" y="3973"/>
                </a:lnTo>
              </a:path>
              <a:path w="21600" h="21600">
                <a:moveTo>
                  <a:pt x="4970" y="3865"/>
                </a:moveTo>
                <a:lnTo>
                  <a:pt x="4960" y="3875"/>
                </a:lnTo>
                <a:lnTo>
                  <a:pt x="5046" y="3961"/>
                </a:lnTo>
                <a:lnTo>
                  <a:pt x="5125" y="3968"/>
                </a:lnTo>
                <a:lnTo>
                  <a:pt x="5131" y="3969"/>
                </a:lnTo>
                <a:lnTo>
                  <a:pt x="5162" y="3936"/>
                </a:lnTo>
                <a:lnTo>
                  <a:pt x="5128" y="3900"/>
                </a:lnTo>
              </a:path>
              <a:path w="21600" h="21600">
                <a:moveTo>
                  <a:pt x="5684" y="3862"/>
                </a:moveTo>
                <a:lnTo>
                  <a:pt x="5673" y="3894"/>
                </a:lnTo>
                <a:lnTo>
                  <a:pt x="5773" y="3967"/>
                </a:lnTo>
                <a:lnTo>
                  <a:pt x="5771" y="3938"/>
                </a:lnTo>
              </a:path>
              <a:path w="21600" h="21600">
                <a:moveTo>
                  <a:pt x="5484" y="3857"/>
                </a:moveTo>
                <a:lnTo>
                  <a:pt x="5448" y="3946"/>
                </a:lnTo>
                <a:lnTo>
                  <a:pt x="5477" y="3979"/>
                </a:lnTo>
                <a:lnTo>
                  <a:pt x="5549" y="4006"/>
                </a:lnTo>
                <a:lnTo>
                  <a:pt x="5586" y="4009"/>
                </a:lnTo>
                <a:lnTo>
                  <a:pt x="5603" y="3960"/>
                </a:lnTo>
              </a:path>
              <a:path w="21600" h="21600">
                <a:moveTo>
                  <a:pt x="7484" y="3853"/>
                </a:moveTo>
                <a:lnTo>
                  <a:pt x="7298" y="3926"/>
                </a:lnTo>
                <a:lnTo>
                  <a:pt x="7441" y="4091"/>
                </a:lnTo>
                <a:lnTo>
                  <a:pt x="7518" y="4186"/>
                </a:lnTo>
                <a:lnTo>
                  <a:pt x="7680" y="4120"/>
                </a:lnTo>
                <a:lnTo>
                  <a:pt x="7580" y="3997"/>
                </a:lnTo>
              </a:path>
              <a:path w="21600" h="21600">
                <a:moveTo>
                  <a:pt x="2451" y="3852"/>
                </a:moveTo>
                <a:lnTo>
                  <a:pt x="2419" y="3862"/>
                </a:lnTo>
                <a:lnTo>
                  <a:pt x="2403" y="3897"/>
                </a:lnTo>
                <a:lnTo>
                  <a:pt x="2451" y="3893"/>
                </a:lnTo>
              </a:path>
              <a:path w="21600" h="21600">
                <a:moveTo>
                  <a:pt x="4100" y="3848"/>
                </a:moveTo>
                <a:lnTo>
                  <a:pt x="4037" y="3875"/>
                </a:lnTo>
                <a:lnTo>
                  <a:pt x="4046" y="3883"/>
                </a:lnTo>
                <a:lnTo>
                  <a:pt x="4064" y="3902"/>
                </a:lnTo>
                <a:lnTo>
                  <a:pt x="4161" y="3905"/>
                </a:lnTo>
              </a:path>
              <a:path w="21600" h="21600">
                <a:moveTo>
                  <a:pt x="1495" y="3846"/>
                </a:moveTo>
                <a:lnTo>
                  <a:pt x="1330" y="3900"/>
                </a:lnTo>
                <a:lnTo>
                  <a:pt x="1344" y="3900"/>
                </a:lnTo>
                <a:lnTo>
                  <a:pt x="1412" y="3876"/>
                </a:lnTo>
                <a:lnTo>
                  <a:pt x="1483" y="3856"/>
                </a:lnTo>
              </a:path>
              <a:path w="21600" h="21600">
                <a:moveTo>
                  <a:pt x="5272" y="3838"/>
                </a:moveTo>
                <a:lnTo>
                  <a:pt x="5247" y="3892"/>
                </a:lnTo>
                <a:lnTo>
                  <a:pt x="5388" y="3945"/>
                </a:lnTo>
                <a:lnTo>
                  <a:pt x="5368" y="3923"/>
                </a:lnTo>
              </a:path>
              <a:path w="21600" h="21600">
                <a:moveTo>
                  <a:pt x="4657" y="3834"/>
                </a:moveTo>
                <a:lnTo>
                  <a:pt x="4623" y="3864"/>
                </a:lnTo>
                <a:lnTo>
                  <a:pt x="4583" y="3883"/>
                </a:lnTo>
                <a:lnTo>
                  <a:pt x="4609" y="3907"/>
                </a:lnTo>
                <a:lnTo>
                  <a:pt x="4625" y="3924"/>
                </a:lnTo>
                <a:lnTo>
                  <a:pt x="4764" y="3936"/>
                </a:lnTo>
              </a:path>
              <a:path w="21600" h="21600">
                <a:moveTo>
                  <a:pt x="2566" y="3832"/>
                </a:moveTo>
                <a:lnTo>
                  <a:pt x="2496" y="3841"/>
                </a:lnTo>
                <a:lnTo>
                  <a:pt x="2497" y="3847"/>
                </a:lnTo>
                <a:lnTo>
                  <a:pt x="2496" y="3891"/>
                </a:lnTo>
                <a:lnTo>
                  <a:pt x="2565" y="3890"/>
                </a:lnTo>
              </a:path>
              <a:path w="21600" h="21600">
                <a:moveTo>
                  <a:pt x="912" y="3828"/>
                </a:moveTo>
                <a:lnTo>
                  <a:pt x="894" y="3938"/>
                </a:lnTo>
                <a:lnTo>
                  <a:pt x="886" y="3945"/>
                </a:lnTo>
                <a:lnTo>
                  <a:pt x="1082" y="3944"/>
                </a:lnTo>
                <a:lnTo>
                  <a:pt x="1117" y="3924"/>
                </a:lnTo>
                <a:lnTo>
                  <a:pt x="1138" y="3917"/>
                </a:lnTo>
              </a:path>
              <a:path w="21600" h="21600">
                <a:moveTo>
                  <a:pt x="1583" y="3827"/>
                </a:moveTo>
                <a:lnTo>
                  <a:pt x="1580" y="3829"/>
                </a:lnTo>
                <a:lnTo>
                  <a:pt x="1585" y="3828"/>
                </a:lnTo>
              </a:path>
              <a:path w="21600" h="21600">
                <a:moveTo>
                  <a:pt x="2697" y="3819"/>
                </a:moveTo>
                <a:lnTo>
                  <a:pt x="2695" y="3822"/>
                </a:lnTo>
                <a:lnTo>
                  <a:pt x="2695" y="3825"/>
                </a:lnTo>
              </a:path>
              <a:path w="21600" h="21600">
                <a:moveTo>
                  <a:pt x="2015" y="3818"/>
                </a:moveTo>
                <a:lnTo>
                  <a:pt x="1961" y="3833"/>
                </a:lnTo>
                <a:lnTo>
                  <a:pt x="1978" y="3948"/>
                </a:lnTo>
                <a:lnTo>
                  <a:pt x="1993" y="3884"/>
                </a:lnTo>
              </a:path>
              <a:path w="21600" h="21600">
                <a:moveTo>
                  <a:pt x="6087" y="3804"/>
                </a:moveTo>
                <a:lnTo>
                  <a:pt x="5996" y="3807"/>
                </a:lnTo>
                <a:lnTo>
                  <a:pt x="6043" y="3906"/>
                </a:lnTo>
                <a:lnTo>
                  <a:pt x="6174" y="4035"/>
                </a:lnTo>
                <a:lnTo>
                  <a:pt x="6355" y="4041"/>
                </a:lnTo>
              </a:path>
              <a:path w="21600" h="21600">
                <a:moveTo>
                  <a:pt x="5805" y="3804"/>
                </a:moveTo>
                <a:lnTo>
                  <a:pt x="5809" y="3860"/>
                </a:lnTo>
                <a:lnTo>
                  <a:pt x="5881" y="3915"/>
                </a:lnTo>
                <a:lnTo>
                  <a:pt x="5872" y="3844"/>
                </a:lnTo>
                <a:lnTo>
                  <a:pt x="5826" y="3805"/>
                </a:lnTo>
              </a:path>
              <a:path w="21600" h="21600">
                <a:moveTo>
                  <a:pt x="4691" y="3803"/>
                </a:moveTo>
                <a:lnTo>
                  <a:pt x="4689" y="3805"/>
                </a:lnTo>
                <a:lnTo>
                  <a:pt x="4830" y="3941"/>
                </a:lnTo>
                <a:lnTo>
                  <a:pt x="4896" y="3876"/>
                </a:lnTo>
                <a:lnTo>
                  <a:pt x="4862" y="3841"/>
                </a:lnTo>
              </a:path>
              <a:path w="21600" h="21600">
                <a:moveTo>
                  <a:pt x="5034" y="3802"/>
                </a:moveTo>
                <a:lnTo>
                  <a:pt x="5008" y="3828"/>
                </a:lnTo>
                <a:lnTo>
                  <a:pt x="5073" y="3842"/>
                </a:lnTo>
                <a:lnTo>
                  <a:pt x="5040" y="3807"/>
                </a:lnTo>
              </a:path>
              <a:path w="21600" h="21600">
                <a:moveTo>
                  <a:pt x="5733" y="3800"/>
                </a:moveTo>
                <a:lnTo>
                  <a:pt x="5763" y="3823"/>
                </a:lnTo>
                <a:lnTo>
                  <a:pt x="5761" y="3802"/>
                </a:lnTo>
              </a:path>
              <a:path w="21600" h="21600">
                <a:moveTo>
                  <a:pt x="6319" y="3793"/>
                </a:moveTo>
                <a:lnTo>
                  <a:pt x="6286" y="3798"/>
                </a:lnTo>
                <a:lnTo>
                  <a:pt x="6151" y="3802"/>
                </a:lnTo>
                <a:lnTo>
                  <a:pt x="6418" y="4039"/>
                </a:lnTo>
                <a:cubicBezTo>
                  <a:pt x="6463" y="4038"/>
                  <a:pt x="6508" y="4036"/>
                  <a:pt x="6553" y="4034"/>
                </a:cubicBezTo>
                <a:lnTo>
                  <a:pt x="6563" y="4032"/>
                </a:lnTo>
              </a:path>
              <a:path w="21600" h="21600">
                <a:moveTo>
                  <a:pt x="10168" y="3792"/>
                </a:moveTo>
                <a:lnTo>
                  <a:pt x="10135" y="3860"/>
                </a:lnTo>
                <a:lnTo>
                  <a:pt x="9956" y="4194"/>
                </a:lnTo>
                <a:lnTo>
                  <a:pt x="10092" y="4573"/>
                </a:lnTo>
                <a:lnTo>
                  <a:pt x="10131" y="4524"/>
                </a:lnTo>
                <a:lnTo>
                  <a:pt x="10266" y="4255"/>
                </a:lnTo>
                <a:lnTo>
                  <a:pt x="10208" y="4080"/>
                </a:lnTo>
              </a:path>
              <a:path w="21600" h="21600">
                <a:moveTo>
                  <a:pt x="4237" y="3790"/>
                </a:moveTo>
                <a:lnTo>
                  <a:pt x="4144" y="3829"/>
                </a:lnTo>
                <a:lnTo>
                  <a:pt x="4227" y="3906"/>
                </a:lnTo>
                <a:lnTo>
                  <a:pt x="4353" y="3909"/>
                </a:lnTo>
              </a:path>
              <a:path w="21600" h="21600">
                <a:moveTo>
                  <a:pt x="10531" y="3789"/>
                </a:moveTo>
                <a:lnTo>
                  <a:pt x="10439" y="4001"/>
                </a:lnTo>
                <a:cubicBezTo>
                  <a:pt x="10425" y="4033"/>
                  <a:pt x="10409" y="4066"/>
                  <a:pt x="10394" y="4100"/>
                </a:cubicBezTo>
                <a:lnTo>
                  <a:pt x="10314" y="4258"/>
                </a:lnTo>
                <a:lnTo>
                  <a:pt x="10448" y="4666"/>
                </a:lnTo>
                <a:lnTo>
                  <a:pt x="10610" y="4324"/>
                </a:lnTo>
                <a:lnTo>
                  <a:pt x="10620" y="4300"/>
                </a:lnTo>
                <a:lnTo>
                  <a:pt x="10572" y="4139"/>
                </a:lnTo>
              </a:path>
              <a:path w="21600" h="21600">
                <a:moveTo>
                  <a:pt x="5512" y="3787"/>
                </a:moveTo>
                <a:lnTo>
                  <a:pt x="5505" y="3805"/>
                </a:lnTo>
                <a:lnTo>
                  <a:pt x="5611" y="3849"/>
                </a:lnTo>
                <a:lnTo>
                  <a:pt x="5635" y="3867"/>
                </a:lnTo>
                <a:lnTo>
                  <a:pt x="5641" y="3848"/>
                </a:lnTo>
                <a:lnTo>
                  <a:pt x="5641" y="3824"/>
                </a:lnTo>
                <a:lnTo>
                  <a:pt x="5604" y="3793"/>
                </a:lnTo>
              </a:path>
              <a:path w="21600" h="21600">
                <a:moveTo>
                  <a:pt x="2147" y="3779"/>
                </a:moveTo>
                <a:lnTo>
                  <a:pt x="2070" y="3802"/>
                </a:lnTo>
                <a:lnTo>
                  <a:pt x="2066" y="3812"/>
                </a:lnTo>
                <a:lnTo>
                  <a:pt x="2073" y="3854"/>
                </a:lnTo>
                <a:lnTo>
                  <a:pt x="2085" y="3925"/>
                </a:lnTo>
                <a:lnTo>
                  <a:pt x="2164" y="3900"/>
                </a:lnTo>
                <a:lnTo>
                  <a:pt x="2165" y="3897"/>
                </a:lnTo>
              </a:path>
              <a:path w="21600" h="21600">
                <a:moveTo>
                  <a:pt x="802" y="3779"/>
                </a:moveTo>
                <a:lnTo>
                  <a:pt x="582" y="3907"/>
                </a:lnTo>
                <a:lnTo>
                  <a:pt x="672" y="3946"/>
                </a:lnTo>
                <a:lnTo>
                  <a:pt x="825" y="3945"/>
                </a:lnTo>
                <a:lnTo>
                  <a:pt x="855" y="3918"/>
                </a:lnTo>
                <a:lnTo>
                  <a:pt x="872" y="3812"/>
                </a:lnTo>
                <a:lnTo>
                  <a:pt x="821" y="3792"/>
                </a:lnTo>
              </a:path>
              <a:path w="21600" h="21600">
                <a:moveTo>
                  <a:pt x="5300" y="3775"/>
                </a:moveTo>
                <a:lnTo>
                  <a:pt x="5292" y="3794"/>
                </a:lnTo>
                <a:lnTo>
                  <a:pt x="5400" y="3893"/>
                </a:lnTo>
                <a:lnTo>
                  <a:pt x="5415" y="3910"/>
                </a:lnTo>
                <a:lnTo>
                  <a:pt x="5448" y="3826"/>
                </a:lnTo>
                <a:lnTo>
                  <a:pt x="5336" y="3777"/>
                </a:lnTo>
              </a:path>
              <a:path w="21600" h="21600">
                <a:moveTo>
                  <a:pt x="4461" y="3771"/>
                </a:moveTo>
                <a:lnTo>
                  <a:pt x="4549" y="3852"/>
                </a:lnTo>
                <a:lnTo>
                  <a:pt x="4597" y="3830"/>
                </a:lnTo>
                <a:lnTo>
                  <a:pt x="4626" y="3804"/>
                </a:lnTo>
                <a:lnTo>
                  <a:pt x="4607" y="3786"/>
                </a:lnTo>
              </a:path>
              <a:path w="21600" h="21600">
                <a:moveTo>
                  <a:pt x="3537" y="3765"/>
                </a:moveTo>
                <a:lnTo>
                  <a:pt x="3482" y="3770"/>
                </a:lnTo>
                <a:lnTo>
                  <a:pt x="3604" y="3875"/>
                </a:lnTo>
                <a:lnTo>
                  <a:pt x="3673" y="3886"/>
                </a:lnTo>
              </a:path>
              <a:path w="21600" h="21600">
                <a:moveTo>
                  <a:pt x="5075" y="3762"/>
                </a:moveTo>
                <a:lnTo>
                  <a:pt x="5066" y="3772"/>
                </a:lnTo>
                <a:lnTo>
                  <a:pt x="5070" y="3775"/>
                </a:lnTo>
                <a:lnTo>
                  <a:pt x="5150" y="3859"/>
                </a:lnTo>
                <a:lnTo>
                  <a:pt x="5170" y="3864"/>
                </a:lnTo>
                <a:lnTo>
                  <a:pt x="5207" y="3877"/>
                </a:lnTo>
                <a:lnTo>
                  <a:pt x="5238" y="3808"/>
                </a:lnTo>
                <a:lnTo>
                  <a:pt x="5194" y="3769"/>
                </a:lnTo>
              </a:path>
              <a:path w="21600" h="21600">
                <a:moveTo>
                  <a:pt x="2210" y="3761"/>
                </a:moveTo>
                <a:lnTo>
                  <a:pt x="2190" y="3767"/>
                </a:lnTo>
                <a:lnTo>
                  <a:pt x="2195" y="3805"/>
                </a:lnTo>
              </a:path>
              <a:path w="21600" h="21600">
                <a:moveTo>
                  <a:pt x="2568" y="3760"/>
                </a:moveTo>
                <a:lnTo>
                  <a:pt x="2511" y="3796"/>
                </a:lnTo>
                <a:lnTo>
                  <a:pt x="2567" y="3789"/>
                </a:lnTo>
              </a:path>
              <a:path w="21600" h="21600">
                <a:moveTo>
                  <a:pt x="6543" y="3759"/>
                </a:moveTo>
                <a:lnTo>
                  <a:pt x="6372" y="3785"/>
                </a:lnTo>
                <a:lnTo>
                  <a:pt x="6616" y="4025"/>
                </a:lnTo>
                <a:lnTo>
                  <a:pt x="6775" y="4002"/>
                </a:lnTo>
                <a:lnTo>
                  <a:pt x="6641" y="3856"/>
                </a:lnTo>
              </a:path>
              <a:path w="21600" h="21600">
                <a:moveTo>
                  <a:pt x="1766" y="3756"/>
                </a:moveTo>
                <a:lnTo>
                  <a:pt x="1638" y="3799"/>
                </a:lnTo>
                <a:lnTo>
                  <a:pt x="1685" y="3798"/>
                </a:lnTo>
                <a:lnTo>
                  <a:pt x="1766" y="3769"/>
                </a:lnTo>
              </a:path>
              <a:path w="21600" h="21600">
                <a:moveTo>
                  <a:pt x="4317" y="3756"/>
                </a:moveTo>
                <a:lnTo>
                  <a:pt x="4281" y="3771"/>
                </a:lnTo>
                <a:lnTo>
                  <a:pt x="4417" y="3911"/>
                </a:lnTo>
                <a:lnTo>
                  <a:pt x="4422" y="3911"/>
                </a:lnTo>
                <a:lnTo>
                  <a:pt x="4507" y="3872"/>
                </a:lnTo>
                <a:lnTo>
                  <a:pt x="4388" y="3763"/>
                </a:lnTo>
              </a:path>
              <a:path w="21600" h="21600">
                <a:moveTo>
                  <a:pt x="3160" y="3753"/>
                </a:moveTo>
                <a:lnTo>
                  <a:pt x="2749" y="3808"/>
                </a:lnTo>
                <a:lnTo>
                  <a:pt x="2719" y="3891"/>
                </a:lnTo>
                <a:lnTo>
                  <a:pt x="2799" y="3892"/>
                </a:lnTo>
                <a:cubicBezTo>
                  <a:pt x="2941" y="3895"/>
                  <a:pt x="3125" y="3900"/>
                  <a:pt x="3364" y="3908"/>
                </a:cubicBezTo>
                <a:lnTo>
                  <a:pt x="3428" y="3910"/>
                </a:lnTo>
                <a:lnTo>
                  <a:pt x="3319" y="3832"/>
                </a:lnTo>
                <a:lnTo>
                  <a:pt x="3208" y="3784"/>
                </a:lnTo>
              </a:path>
              <a:path w="21600" h="21600">
                <a:moveTo>
                  <a:pt x="3346" y="3752"/>
                </a:moveTo>
                <a:lnTo>
                  <a:pt x="3444" y="3831"/>
                </a:lnTo>
                <a:lnTo>
                  <a:pt x="3476" y="3854"/>
                </a:lnTo>
                <a:lnTo>
                  <a:pt x="3519" y="3861"/>
                </a:lnTo>
                <a:lnTo>
                  <a:pt x="3413" y="3770"/>
                </a:lnTo>
                <a:lnTo>
                  <a:pt x="3401" y="3760"/>
                </a:lnTo>
              </a:path>
              <a:path w="21600" h="21600">
                <a:moveTo>
                  <a:pt x="3678" y="3751"/>
                </a:moveTo>
                <a:lnTo>
                  <a:pt x="3597" y="3759"/>
                </a:lnTo>
                <a:lnTo>
                  <a:pt x="3741" y="3888"/>
                </a:lnTo>
                <a:lnTo>
                  <a:pt x="3814" y="3880"/>
                </a:lnTo>
                <a:lnTo>
                  <a:pt x="3720" y="3789"/>
                </a:lnTo>
              </a:path>
              <a:path w="21600" h="21600">
                <a:moveTo>
                  <a:pt x="9801" y="3749"/>
                </a:moveTo>
                <a:lnTo>
                  <a:pt x="9653" y="4011"/>
                </a:lnTo>
                <a:lnTo>
                  <a:pt x="9584" y="4093"/>
                </a:lnTo>
                <a:lnTo>
                  <a:pt x="9721" y="4443"/>
                </a:lnTo>
                <a:lnTo>
                  <a:pt x="9872" y="4255"/>
                </a:lnTo>
                <a:lnTo>
                  <a:pt x="9907" y="4190"/>
                </a:lnTo>
                <a:lnTo>
                  <a:pt x="9845" y="4019"/>
                </a:lnTo>
              </a:path>
              <a:path w="21600" h="21600">
                <a:moveTo>
                  <a:pt x="4833" y="3749"/>
                </a:moveTo>
                <a:lnTo>
                  <a:pt x="4884" y="3800"/>
                </a:lnTo>
                <a:lnTo>
                  <a:pt x="4957" y="3816"/>
                </a:lnTo>
                <a:lnTo>
                  <a:pt x="5000" y="3774"/>
                </a:lnTo>
                <a:lnTo>
                  <a:pt x="4978" y="3757"/>
                </a:lnTo>
                <a:lnTo>
                  <a:pt x="4858" y="3750"/>
                </a:lnTo>
              </a:path>
              <a:path w="21600" h="21600">
                <a:moveTo>
                  <a:pt x="4756" y="3744"/>
                </a:moveTo>
                <a:lnTo>
                  <a:pt x="4732" y="3766"/>
                </a:lnTo>
                <a:lnTo>
                  <a:pt x="4803" y="3782"/>
                </a:lnTo>
                <a:lnTo>
                  <a:pt x="4766" y="3745"/>
                </a:lnTo>
              </a:path>
              <a:path w="21600" h="21600">
                <a:moveTo>
                  <a:pt x="1337" y="3742"/>
                </a:moveTo>
                <a:lnTo>
                  <a:pt x="1317" y="3814"/>
                </a:lnTo>
                <a:lnTo>
                  <a:pt x="1266" y="3875"/>
                </a:lnTo>
                <a:lnTo>
                  <a:pt x="1499" y="3798"/>
                </a:lnTo>
              </a:path>
              <a:path w="21600" h="21600">
                <a:moveTo>
                  <a:pt x="10892" y="3741"/>
                </a:moveTo>
                <a:lnTo>
                  <a:pt x="10689" y="4258"/>
                </a:lnTo>
                <a:lnTo>
                  <a:pt x="10669" y="4305"/>
                </a:lnTo>
                <a:lnTo>
                  <a:pt x="10795" y="4726"/>
                </a:lnTo>
                <a:lnTo>
                  <a:pt x="10867" y="4562"/>
                </a:lnTo>
                <a:lnTo>
                  <a:pt x="10893" y="4498"/>
                </a:lnTo>
                <a:lnTo>
                  <a:pt x="10963" y="4301"/>
                </a:lnTo>
                <a:lnTo>
                  <a:pt x="10937" y="4202"/>
                </a:lnTo>
              </a:path>
              <a:path w="21600" h="21600">
                <a:moveTo>
                  <a:pt x="3262" y="3740"/>
                </a:moveTo>
                <a:lnTo>
                  <a:pt x="3262" y="3740"/>
                </a:lnTo>
                <a:lnTo>
                  <a:pt x="3263" y="3741"/>
                </a:lnTo>
              </a:path>
              <a:path w="21600" h="21600">
                <a:moveTo>
                  <a:pt x="2284" y="3739"/>
                </a:moveTo>
                <a:lnTo>
                  <a:pt x="2264" y="3745"/>
                </a:lnTo>
                <a:lnTo>
                  <a:pt x="2219" y="3882"/>
                </a:lnTo>
                <a:lnTo>
                  <a:pt x="2298" y="3857"/>
                </a:lnTo>
              </a:path>
              <a:path w="21600" h="21600">
                <a:moveTo>
                  <a:pt x="4617" y="3737"/>
                </a:moveTo>
                <a:lnTo>
                  <a:pt x="4623" y="3743"/>
                </a:lnTo>
                <a:lnTo>
                  <a:pt x="4630" y="3743"/>
                </a:lnTo>
                <a:lnTo>
                  <a:pt x="4680" y="3755"/>
                </a:lnTo>
                <a:lnTo>
                  <a:pt x="4695" y="3741"/>
                </a:lnTo>
              </a:path>
              <a:path w="21600" h="21600">
                <a:moveTo>
                  <a:pt x="233" y="3734"/>
                </a:moveTo>
                <a:lnTo>
                  <a:pt x="55" y="3838"/>
                </a:lnTo>
                <a:lnTo>
                  <a:pt x="86" y="3933"/>
                </a:lnTo>
                <a:lnTo>
                  <a:pt x="200" y="3949"/>
                </a:lnTo>
                <a:lnTo>
                  <a:pt x="424" y="3948"/>
                </a:lnTo>
                <a:lnTo>
                  <a:pt x="455" y="3930"/>
                </a:lnTo>
                <a:lnTo>
                  <a:pt x="461" y="3902"/>
                </a:lnTo>
                <a:lnTo>
                  <a:pt x="408" y="3879"/>
                </a:lnTo>
              </a:path>
              <a:path w="21600" h="21600">
                <a:moveTo>
                  <a:pt x="885" y="3733"/>
                </a:moveTo>
                <a:lnTo>
                  <a:pt x="876" y="3736"/>
                </a:lnTo>
                <a:lnTo>
                  <a:pt x="844" y="3755"/>
                </a:lnTo>
                <a:lnTo>
                  <a:pt x="879" y="3768"/>
                </a:lnTo>
              </a:path>
              <a:path w="21600" h="21600">
                <a:moveTo>
                  <a:pt x="5534" y="3732"/>
                </a:moveTo>
                <a:lnTo>
                  <a:pt x="5528" y="3747"/>
                </a:lnTo>
                <a:lnTo>
                  <a:pt x="5554" y="3749"/>
                </a:lnTo>
              </a:path>
              <a:path w="21600" h="21600">
                <a:moveTo>
                  <a:pt x="4512" y="3731"/>
                </a:moveTo>
                <a:lnTo>
                  <a:pt x="4554" y="3736"/>
                </a:lnTo>
                <a:lnTo>
                  <a:pt x="4552" y="3733"/>
                </a:lnTo>
              </a:path>
              <a:path w="21600" h="21600">
                <a:moveTo>
                  <a:pt x="8380" y="3730"/>
                </a:moveTo>
                <a:lnTo>
                  <a:pt x="8174" y="3877"/>
                </a:lnTo>
                <a:lnTo>
                  <a:pt x="8326" y="4149"/>
                </a:lnTo>
                <a:lnTo>
                  <a:pt x="8342" y="4172"/>
                </a:lnTo>
                <a:lnTo>
                  <a:pt x="8528" y="4037"/>
                </a:lnTo>
                <a:lnTo>
                  <a:pt x="8392" y="3772"/>
                </a:lnTo>
              </a:path>
              <a:path w="21600" h="21600">
                <a:moveTo>
                  <a:pt x="7716" y="3726"/>
                </a:moveTo>
                <a:lnTo>
                  <a:pt x="7601" y="3806"/>
                </a:lnTo>
                <a:lnTo>
                  <a:pt x="7526" y="3836"/>
                </a:lnTo>
                <a:lnTo>
                  <a:pt x="7617" y="3971"/>
                </a:lnTo>
                <a:lnTo>
                  <a:pt x="7723" y="4103"/>
                </a:lnTo>
                <a:lnTo>
                  <a:pt x="7851" y="4050"/>
                </a:lnTo>
                <a:lnTo>
                  <a:pt x="7894" y="4020"/>
                </a:lnTo>
              </a:path>
              <a:path w="21600" h="21600">
                <a:moveTo>
                  <a:pt x="4034" y="3726"/>
                </a:moveTo>
                <a:lnTo>
                  <a:pt x="4112" y="3798"/>
                </a:lnTo>
                <a:lnTo>
                  <a:pt x="4206" y="3758"/>
                </a:lnTo>
                <a:lnTo>
                  <a:pt x="4191" y="3742"/>
                </a:lnTo>
              </a:path>
              <a:path w="21600" h="21600">
                <a:moveTo>
                  <a:pt x="5213" y="3724"/>
                </a:moveTo>
                <a:lnTo>
                  <a:pt x="5215" y="3724"/>
                </a:lnTo>
                <a:lnTo>
                  <a:pt x="5219" y="3729"/>
                </a:lnTo>
                <a:lnTo>
                  <a:pt x="5225" y="3729"/>
                </a:lnTo>
                <a:lnTo>
                  <a:pt x="5215" y="3724"/>
                </a:lnTo>
                <a:lnTo>
                  <a:pt x="5214" y="3724"/>
                </a:lnTo>
              </a:path>
              <a:path w="21600" h="21600">
                <a:moveTo>
                  <a:pt x="3803" y="3723"/>
                </a:moveTo>
                <a:lnTo>
                  <a:pt x="3753" y="3743"/>
                </a:lnTo>
                <a:lnTo>
                  <a:pt x="3739" y="3745"/>
                </a:lnTo>
                <a:lnTo>
                  <a:pt x="3760" y="3763"/>
                </a:lnTo>
                <a:lnTo>
                  <a:pt x="3873" y="3874"/>
                </a:lnTo>
                <a:lnTo>
                  <a:pt x="3957" y="3864"/>
                </a:lnTo>
                <a:lnTo>
                  <a:pt x="3958" y="3864"/>
                </a:lnTo>
              </a:path>
              <a:path w="21600" h="21600">
                <a:moveTo>
                  <a:pt x="6792" y="3722"/>
                </a:moveTo>
                <a:lnTo>
                  <a:pt x="6599" y="3751"/>
                </a:lnTo>
                <a:lnTo>
                  <a:pt x="6675" y="3826"/>
                </a:lnTo>
                <a:lnTo>
                  <a:pt x="6839" y="3992"/>
                </a:lnTo>
                <a:lnTo>
                  <a:pt x="7006" y="3968"/>
                </a:lnTo>
                <a:lnTo>
                  <a:pt x="6873" y="3825"/>
                </a:lnTo>
              </a:path>
              <a:path w="21600" h="21600">
                <a:moveTo>
                  <a:pt x="2612" y="3720"/>
                </a:moveTo>
                <a:lnTo>
                  <a:pt x="2611" y="3783"/>
                </a:lnTo>
                <a:lnTo>
                  <a:pt x="2624" y="3781"/>
                </a:lnTo>
                <a:lnTo>
                  <a:pt x="2638" y="3750"/>
                </a:lnTo>
                <a:cubicBezTo>
                  <a:pt x="2641" y="3744"/>
                  <a:pt x="2644" y="3740"/>
                  <a:pt x="2647" y="3736"/>
                </a:cubicBezTo>
              </a:path>
              <a:path w="21600" h="21600">
                <a:moveTo>
                  <a:pt x="5326" y="3719"/>
                </a:moveTo>
                <a:lnTo>
                  <a:pt x="5322" y="3729"/>
                </a:lnTo>
                <a:lnTo>
                  <a:pt x="5338" y="3736"/>
                </a:lnTo>
                <a:lnTo>
                  <a:pt x="5345" y="3736"/>
                </a:lnTo>
              </a:path>
              <a:path w="21600" h="21600">
                <a:moveTo>
                  <a:pt x="1897" y="3713"/>
                </a:moveTo>
                <a:lnTo>
                  <a:pt x="1867" y="3723"/>
                </a:lnTo>
                <a:lnTo>
                  <a:pt x="1866" y="3736"/>
                </a:lnTo>
                <a:lnTo>
                  <a:pt x="1899" y="3727"/>
                </a:lnTo>
              </a:path>
              <a:path w="21600" h="21600">
                <a:moveTo>
                  <a:pt x="3477" y="3712"/>
                </a:moveTo>
                <a:lnTo>
                  <a:pt x="3422" y="3719"/>
                </a:lnTo>
                <a:lnTo>
                  <a:pt x="3422" y="3719"/>
                </a:lnTo>
                <a:lnTo>
                  <a:pt x="3473" y="3727"/>
                </a:lnTo>
                <a:lnTo>
                  <a:pt x="3492" y="3725"/>
                </a:lnTo>
              </a:path>
              <a:path w="21600" h="21600">
                <a:moveTo>
                  <a:pt x="3853" y="3706"/>
                </a:moveTo>
                <a:lnTo>
                  <a:pt x="4003" y="3845"/>
                </a:lnTo>
                <a:lnTo>
                  <a:pt x="4067" y="3818"/>
                </a:lnTo>
                <a:lnTo>
                  <a:pt x="3960" y="3718"/>
                </a:lnTo>
              </a:path>
              <a:path w="21600" h="21600">
                <a:moveTo>
                  <a:pt x="2435" y="3704"/>
                </a:moveTo>
                <a:lnTo>
                  <a:pt x="2418" y="3710"/>
                </a:lnTo>
                <a:lnTo>
                  <a:pt x="2374" y="3713"/>
                </a:lnTo>
                <a:lnTo>
                  <a:pt x="2367" y="3715"/>
                </a:lnTo>
                <a:lnTo>
                  <a:pt x="2328" y="3727"/>
                </a:lnTo>
                <a:lnTo>
                  <a:pt x="2342" y="3842"/>
                </a:lnTo>
                <a:lnTo>
                  <a:pt x="2371" y="3833"/>
                </a:lnTo>
                <a:lnTo>
                  <a:pt x="2390" y="3821"/>
                </a:lnTo>
                <a:lnTo>
                  <a:pt x="2437" y="3720"/>
                </a:lnTo>
              </a:path>
              <a:path w="21600" h="21600">
                <a:moveTo>
                  <a:pt x="3617" y="3696"/>
                </a:moveTo>
                <a:lnTo>
                  <a:pt x="3592" y="3696"/>
                </a:lnTo>
                <a:lnTo>
                  <a:pt x="3536" y="3704"/>
                </a:lnTo>
                <a:lnTo>
                  <a:pt x="3553" y="3719"/>
                </a:lnTo>
                <a:lnTo>
                  <a:pt x="3633" y="3711"/>
                </a:lnTo>
              </a:path>
              <a:path w="21600" h="21600">
                <a:moveTo>
                  <a:pt x="5110" y="3695"/>
                </a:moveTo>
                <a:lnTo>
                  <a:pt x="5097" y="3721"/>
                </a:lnTo>
                <a:lnTo>
                  <a:pt x="5143" y="3724"/>
                </a:lnTo>
              </a:path>
              <a:path w="21600" h="21600">
                <a:moveTo>
                  <a:pt x="3733" y="3694"/>
                </a:moveTo>
                <a:lnTo>
                  <a:pt x="3684" y="3695"/>
                </a:lnTo>
                <a:lnTo>
                  <a:pt x="3695" y="3704"/>
                </a:lnTo>
                <a:lnTo>
                  <a:pt x="3741" y="3700"/>
                </a:lnTo>
                <a:lnTo>
                  <a:pt x="3752" y="3696"/>
                </a:lnTo>
              </a:path>
              <a:path w="21600" h="21600">
                <a:moveTo>
                  <a:pt x="9429" y="3686"/>
                </a:moveTo>
                <a:lnTo>
                  <a:pt x="9393" y="3746"/>
                </a:lnTo>
                <a:lnTo>
                  <a:pt x="9199" y="3970"/>
                </a:lnTo>
                <a:lnTo>
                  <a:pt x="9345" y="4311"/>
                </a:lnTo>
                <a:lnTo>
                  <a:pt x="9532" y="4087"/>
                </a:lnTo>
                <a:lnTo>
                  <a:pt x="9482" y="3958"/>
                </a:lnTo>
              </a:path>
              <a:path w="21600" h="21600">
                <a:moveTo>
                  <a:pt x="5681" y="3683"/>
                </a:moveTo>
                <a:lnTo>
                  <a:pt x="5683" y="3756"/>
                </a:lnTo>
                <a:lnTo>
                  <a:pt x="5758" y="3761"/>
                </a:lnTo>
                <a:lnTo>
                  <a:pt x="5757" y="3747"/>
                </a:lnTo>
              </a:path>
              <a:path w="21600" h="21600">
                <a:moveTo>
                  <a:pt x="2522" y="3677"/>
                </a:moveTo>
                <a:lnTo>
                  <a:pt x="2503" y="3683"/>
                </a:lnTo>
                <a:lnTo>
                  <a:pt x="2483" y="3725"/>
                </a:lnTo>
                <a:lnTo>
                  <a:pt x="2487" y="3759"/>
                </a:lnTo>
                <a:lnTo>
                  <a:pt x="2552" y="3718"/>
                </a:lnTo>
                <a:lnTo>
                  <a:pt x="2567" y="3698"/>
                </a:lnTo>
              </a:path>
              <a:path w="21600" h="21600">
                <a:moveTo>
                  <a:pt x="5795" y="3667"/>
                </a:moveTo>
                <a:lnTo>
                  <a:pt x="5796" y="3687"/>
                </a:lnTo>
                <a:lnTo>
                  <a:pt x="5834" y="3717"/>
                </a:lnTo>
                <a:lnTo>
                  <a:pt x="5824" y="3693"/>
                </a:lnTo>
              </a:path>
              <a:path w="21600" h="21600">
                <a:moveTo>
                  <a:pt x="4483" y="3667"/>
                </a:moveTo>
                <a:lnTo>
                  <a:pt x="4469" y="3679"/>
                </a:lnTo>
                <a:lnTo>
                  <a:pt x="4497" y="3681"/>
                </a:lnTo>
              </a:path>
              <a:path w="21600" h="21600">
                <a:moveTo>
                  <a:pt x="3353" y="3660"/>
                </a:moveTo>
                <a:lnTo>
                  <a:pt x="3379" y="3681"/>
                </a:lnTo>
                <a:lnTo>
                  <a:pt x="3436" y="3674"/>
                </a:lnTo>
                <a:lnTo>
                  <a:pt x="3426" y="3665"/>
                </a:lnTo>
              </a:path>
              <a:path w="21600" h="21600">
                <a:moveTo>
                  <a:pt x="1750" y="3657"/>
                </a:moveTo>
                <a:lnTo>
                  <a:pt x="1740" y="3690"/>
                </a:lnTo>
                <a:lnTo>
                  <a:pt x="1687" y="3736"/>
                </a:lnTo>
                <a:lnTo>
                  <a:pt x="1766" y="3710"/>
                </a:lnTo>
                <a:lnTo>
                  <a:pt x="1769" y="3665"/>
                </a:lnTo>
              </a:path>
              <a:path w="21600" h="21600">
                <a:moveTo>
                  <a:pt x="2069" y="3656"/>
                </a:moveTo>
                <a:lnTo>
                  <a:pt x="2043" y="3665"/>
                </a:lnTo>
                <a:lnTo>
                  <a:pt x="2040" y="3668"/>
                </a:lnTo>
                <a:lnTo>
                  <a:pt x="2044" y="3685"/>
                </a:lnTo>
                <a:lnTo>
                  <a:pt x="2061" y="3680"/>
                </a:lnTo>
              </a:path>
              <a:path w="21600" h="21600">
                <a:moveTo>
                  <a:pt x="4855" y="3656"/>
                </a:moveTo>
                <a:lnTo>
                  <a:pt x="4803" y="3703"/>
                </a:lnTo>
                <a:lnTo>
                  <a:pt x="4863" y="3707"/>
                </a:lnTo>
                <a:lnTo>
                  <a:pt x="4922" y="3711"/>
                </a:lnTo>
              </a:path>
              <a:path w="21600" h="21600">
                <a:moveTo>
                  <a:pt x="3219" y="3649"/>
                </a:moveTo>
                <a:lnTo>
                  <a:pt x="3276" y="3695"/>
                </a:lnTo>
                <a:lnTo>
                  <a:pt x="3319" y="3689"/>
                </a:lnTo>
                <a:lnTo>
                  <a:pt x="3277" y="3654"/>
                </a:lnTo>
              </a:path>
              <a:path w="21600" h="21600">
                <a:moveTo>
                  <a:pt x="702" y="3649"/>
                </a:moveTo>
                <a:lnTo>
                  <a:pt x="806" y="3726"/>
                </a:lnTo>
                <a:lnTo>
                  <a:pt x="857" y="3697"/>
                </a:lnTo>
                <a:lnTo>
                  <a:pt x="892" y="3685"/>
                </a:lnTo>
                <a:lnTo>
                  <a:pt x="897" y="3657"/>
                </a:lnTo>
              </a:path>
              <a:path w="21600" h="21600">
                <a:moveTo>
                  <a:pt x="1009" y="3645"/>
                </a:moveTo>
                <a:lnTo>
                  <a:pt x="941" y="3654"/>
                </a:lnTo>
                <a:lnTo>
                  <a:pt x="938" y="3669"/>
                </a:lnTo>
              </a:path>
              <a:path w="21600" h="21600">
                <a:moveTo>
                  <a:pt x="1145" y="3645"/>
                </a:moveTo>
                <a:lnTo>
                  <a:pt x="930" y="3718"/>
                </a:lnTo>
                <a:lnTo>
                  <a:pt x="919" y="3784"/>
                </a:lnTo>
                <a:lnTo>
                  <a:pt x="1186" y="3890"/>
                </a:lnTo>
                <a:lnTo>
                  <a:pt x="1278" y="3791"/>
                </a:lnTo>
                <a:lnTo>
                  <a:pt x="1295" y="3727"/>
                </a:lnTo>
                <a:lnTo>
                  <a:pt x="1235" y="3706"/>
                </a:lnTo>
              </a:path>
              <a:path w="21600" h="21600">
                <a:moveTo>
                  <a:pt x="2123" y="3644"/>
                </a:moveTo>
                <a:lnTo>
                  <a:pt x="2116" y="3663"/>
                </a:lnTo>
                <a:lnTo>
                  <a:pt x="2126" y="3660"/>
                </a:lnTo>
              </a:path>
              <a:path w="21600" h="21600">
                <a:moveTo>
                  <a:pt x="7034" y="3642"/>
                </a:moveTo>
                <a:lnTo>
                  <a:pt x="6857" y="3712"/>
                </a:lnTo>
                <a:lnTo>
                  <a:pt x="6844" y="3714"/>
                </a:lnTo>
                <a:lnTo>
                  <a:pt x="6908" y="3795"/>
                </a:lnTo>
                <a:cubicBezTo>
                  <a:pt x="6957" y="3848"/>
                  <a:pt x="7008" y="3902"/>
                  <a:pt x="7061" y="3958"/>
                </a:cubicBezTo>
                <a:lnTo>
                  <a:pt x="7062" y="3960"/>
                </a:lnTo>
                <a:lnTo>
                  <a:pt x="7116" y="3952"/>
                </a:lnTo>
                <a:lnTo>
                  <a:pt x="7225" y="3909"/>
                </a:lnTo>
              </a:path>
              <a:path w="21600" h="21600">
                <a:moveTo>
                  <a:pt x="3123" y="3641"/>
                </a:moveTo>
                <a:lnTo>
                  <a:pt x="3151" y="3662"/>
                </a:lnTo>
                <a:lnTo>
                  <a:pt x="3178" y="3672"/>
                </a:lnTo>
                <a:lnTo>
                  <a:pt x="3142" y="3643"/>
                </a:lnTo>
              </a:path>
              <a:path w="21600" h="21600">
                <a:moveTo>
                  <a:pt x="462" y="3639"/>
                </a:moveTo>
                <a:lnTo>
                  <a:pt x="521" y="3835"/>
                </a:lnTo>
                <a:lnTo>
                  <a:pt x="512" y="3876"/>
                </a:lnTo>
                <a:lnTo>
                  <a:pt x="533" y="3885"/>
                </a:lnTo>
                <a:lnTo>
                  <a:pt x="764" y="3750"/>
                </a:lnTo>
                <a:lnTo>
                  <a:pt x="624" y="3646"/>
                </a:lnTo>
              </a:path>
              <a:path w="21600" h="21600">
                <a:moveTo>
                  <a:pt x="397" y="3637"/>
                </a:moveTo>
                <a:lnTo>
                  <a:pt x="274" y="3710"/>
                </a:lnTo>
                <a:lnTo>
                  <a:pt x="433" y="3841"/>
                </a:lnTo>
                <a:lnTo>
                  <a:pt x="470" y="3858"/>
                </a:lnTo>
                <a:lnTo>
                  <a:pt x="475" y="3836"/>
                </a:lnTo>
                <a:lnTo>
                  <a:pt x="415" y="3638"/>
                </a:lnTo>
              </a:path>
              <a:path w="21600" h="21600">
                <a:moveTo>
                  <a:pt x="4883" y="3631"/>
                </a:moveTo>
                <a:lnTo>
                  <a:pt x="4880" y="3633"/>
                </a:lnTo>
                <a:lnTo>
                  <a:pt x="4989" y="3715"/>
                </a:lnTo>
                <a:lnTo>
                  <a:pt x="5048" y="3718"/>
                </a:lnTo>
                <a:lnTo>
                  <a:pt x="5070" y="3676"/>
                </a:lnTo>
              </a:path>
              <a:path w="21600" h="21600">
                <a:moveTo>
                  <a:pt x="5889" y="3630"/>
                </a:moveTo>
                <a:lnTo>
                  <a:pt x="5911" y="3680"/>
                </a:lnTo>
                <a:lnTo>
                  <a:pt x="5967" y="3763"/>
                </a:lnTo>
                <a:lnTo>
                  <a:pt x="6038" y="3761"/>
                </a:lnTo>
              </a:path>
              <a:path w="21600" h="21600">
                <a:moveTo>
                  <a:pt x="2681" y="3626"/>
                </a:moveTo>
                <a:lnTo>
                  <a:pt x="2674" y="3628"/>
                </a:lnTo>
                <a:lnTo>
                  <a:pt x="2635" y="3681"/>
                </a:lnTo>
                <a:lnTo>
                  <a:pt x="2670" y="3697"/>
                </a:lnTo>
              </a:path>
              <a:path w="21600" h="21600">
                <a:moveTo>
                  <a:pt x="4057" y="3624"/>
                </a:moveTo>
                <a:lnTo>
                  <a:pt x="3969" y="3658"/>
                </a:lnTo>
                <a:lnTo>
                  <a:pt x="4099" y="3660"/>
                </a:lnTo>
              </a:path>
              <a:path w="21600" h="21600">
                <a:moveTo>
                  <a:pt x="5373" y="3618"/>
                </a:moveTo>
                <a:lnTo>
                  <a:pt x="5345" y="3678"/>
                </a:lnTo>
                <a:lnTo>
                  <a:pt x="5417" y="3740"/>
                </a:lnTo>
                <a:lnTo>
                  <a:pt x="5481" y="3744"/>
                </a:lnTo>
                <a:lnTo>
                  <a:pt x="5499" y="3701"/>
                </a:lnTo>
                <a:lnTo>
                  <a:pt x="5436" y="3647"/>
                </a:lnTo>
              </a:path>
              <a:path w="21600" h="21600">
                <a:moveTo>
                  <a:pt x="2813" y="3616"/>
                </a:moveTo>
                <a:lnTo>
                  <a:pt x="2805" y="3629"/>
                </a:lnTo>
                <a:lnTo>
                  <a:pt x="2794" y="3682"/>
                </a:lnTo>
                <a:lnTo>
                  <a:pt x="2765" y="3762"/>
                </a:lnTo>
                <a:lnTo>
                  <a:pt x="3104" y="3718"/>
                </a:lnTo>
                <a:lnTo>
                  <a:pt x="2982" y="3641"/>
                </a:lnTo>
                <a:lnTo>
                  <a:pt x="2948" y="3627"/>
                </a:lnTo>
              </a:path>
              <a:path w="21600" h="21600">
                <a:moveTo>
                  <a:pt x="2733" y="3610"/>
                </a:moveTo>
                <a:lnTo>
                  <a:pt x="2728" y="3611"/>
                </a:lnTo>
                <a:lnTo>
                  <a:pt x="2715" y="3697"/>
                </a:lnTo>
                <a:lnTo>
                  <a:pt x="2762" y="3614"/>
                </a:lnTo>
                <a:lnTo>
                  <a:pt x="2762" y="3612"/>
                </a:lnTo>
                <a:lnTo>
                  <a:pt x="2737" y="3610"/>
                </a:lnTo>
              </a:path>
              <a:path w="21600" h="21600">
                <a:moveTo>
                  <a:pt x="147" y="3604"/>
                </a:moveTo>
                <a:lnTo>
                  <a:pt x="155" y="3612"/>
                </a:lnTo>
                <a:lnTo>
                  <a:pt x="238" y="3680"/>
                </a:lnTo>
                <a:lnTo>
                  <a:pt x="324" y="3630"/>
                </a:lnTo>
              </a:path>
              <a:path w="21600" h="21600">
                <a:moveTo>
                  <a:pt x="1329" y="3604"/>
                </a:moveTo>
                <a:lnTo>
                  <a:pt x="1230" y="3617"/>
                </a:lnTo>
                <a:lnTo>
                  <a:pt x="1197" y="3628"/>
                </a:lnTo>
                <a:lnTo>
                  <a:pt x="1256" y="3668"/>
                </a:lnTo>
                <a:lnTo>
                  <a:pt x="1307" y="3685"/>
                </a:lnTo>
              </a:path>
              <a:path w="21600" h="21600">
                <a:moveTo>
                  <a:pt x="1878" y="3602"/>
                </a:moveTo>
                <a:lnTo>
                  <a:pt x="1873" y="3658"/>
                </a:lnTo>
                <a:lnTo>
                  <a:pt x="1888" y="3661"/>
                </a:lnTo>
              </a:path>
              <a:path w="21600" h="21600">
                <a:moveTo>
                  <a:pt x="2265" y="3602"/>
                </a:moveTo>
                <a:lnTo>
                  <a:pt x="2211" y="3610"/>
                </a:lnTo>
                <a:lnTo>
                  <a:pt x="2164" y="3625"/>
                </a:lnTo>
                <a:lnTo>
                  <a:pt x="2168" y="3644"/>
                </a:lnTo>
                <a:lnTo>
                  <a:pt x="2228" y="3622"/>
                </a:lnTo>
                <a:lnTo>
                  <a:pt x="2261" y="3611"/>
                </a:lnTo>
              </a:path>
              <a:path w="21600" h="21600">
                <a:moveTo>
                  <a:pt x="3349" y="3597"/>
                </a:moveTo>
                <a:lnTo>
                  <a:pt x="3286" y="3602"/>
                </a:lnTo>
                <a:lnTo>
                  <a:pt x="3295" y="3610"/>
                </a:lnTo>
                <a:lnTo>
                  <a:pt x="3317" y="3612"/>
                </a:lnTo>
                <a:lnTo>
                  <a:pt x="3371" y="3616"/>
                </a:lnTo>
              </a:path>
              <a:path w="21600" h="21600">
                <a:moveTo>
                  <a:pt x="3151" y="3595"/>
                </a:moveTo>
                <a:lnTo>
                  <a:pt x="3157" y="3599"/>
                </a:lnTo>
                <a:lnTo>
                  <a:pt x="3219" y="3604"/>
                </a:lnTo>
                <a:lnTo>
                  <a:pt x="3219" y="3604"/>
                </a:lnTo>
              </a:path>
              <a:path w="21600" h="21600">
                <a:moveTo>
                  <a:pt x="4573" y="3592"/>
                </a:moveTo>
                <a:lnTo>
                  <a:pt x="4516" y="3640"/>
                </a:lnTo>
                <a:lnTo>
                  <a:pt x="4564" y="3685"/>
                </a:lnTo>
                <a:lnTo>
                  <a:pt x="4718" y="3697"/>
                </a:lnTo>
                <a:lnTo>
                  <a:pt x="4710" y="3689"/>
                </a:lnTo>
              </a:path>
              <a:path w="21600" h="21600">
                <a:moveTo>
                  <a:pt x="1770" y="3592"/>
                </a:moveTo>
                <a:lnTo>
                  <a:pt x="1763" y="3615"/>
                </a:lnTo>
                <a:lnTo>
                  <a:pt x="1772" y="3619"/>
                </a:lnTo>
                <a:lnTo>
                  <a:pt x="1772" y="3617"/>
                </a:lnTo>
              </a:path>
              <a:path w="21600" h="21600">
                <a:moveTo>
                  <a:pt x="1979" y="3591"/>
                </a:moveTo>
                <a:lnTo>
                  <a:pt x="1967" y="3644"/>
                </a:lnTo>
                <a:lnTo>
                  <a:pt x="1988" y="3637"/>
                </a:lnTo>
              </a:path>
              <a:path w="21600" h="21600">
                <a:moveTo>
                  <a:pt x="5166" y="3586"/>
                </a:moveTo>
                <a:lnTo>
                  <a:pt x="5133" y="3650"/>
                </a:lnTo>
                <a:lnTo>
                  <a:pt x="5282" y="3712"/>
                </a:lnTo>
                <a:lnTo>
                  <a:pt x="5292" y="3690"/>
                </a:lnTo>
                <a:lnTo>
                  <a:pt x="5198" y="3608"/>
                </a:lnTo>
              </a:path>
              <a:path w="21600" h="21600">
                <a:moveTo>
                  <a:pt x="3491" y="3584"/>
                </a:moveTo>
                <a:lnTo>
                  <a:pt x="3411" y="3591"/>
                </a:lnTo>
                <a:lnTo>
                  <a:pt x="3444" y="3622"/>
                </a:lnTo>
                <a:lnTo>
                  <a:pt x="3542" y="3629"/>
                </a:lnTo>
              </a:path>
              <a:path w="21600" h="21600">
                <a:moveTo>
                  <a:pt x="3034" y="3578"/>
                </a:moveTo>
                <a:lnTo>
                  <a:pt x="3050" y="3590"/>
                </a:lnTo>
                <a:lnTo>
                  <a:pt x="3079" y="3592"/>
                </a:lnTo>
                <a:lnTo>
                  <a:pt x="3067" y="3583"/>
                </a:lnTo>
              </a:path>
              <a:path w="21600" h="21600">
                <a:moveTo>
                  <a:pt x="9047" y="3578"/>
                </a:moveTo>
                <a:lnTo>
                  <a:pt x="8809" y="3843"/>
                </a:lnTo>
                <a:lnTo>
                  <a:pt x="8964" y="4173"/>
                </a:lnTo>
                <a:lnTo>
                  <a:pt x="9147" y="3962"/>
                </a:lnTo>
                <a:lnTo>
                  <a:pt x="9118" y="3894"/>
                </a:lnTo>
              </a:path>
              <a:path w="21600" h="21600">
                <a:moveTo>
                  <a:pt x="5552" y="3575"/>
                </a:moveTo>
                <a:lnTo>
                  <a:pt x="5550" y="3658"/>
                </a:lnTo>
                <a:lnTo>
                  <a:pt x="5638" y="3726"/>
                </a:lnTo>
                <a:lnTo>
                  <a:pt x="5635" y="3645"/>
                </a:lnTo>
              </a:path>
              <a:path w="21600" h="21600">
                <a:moveTo>
                  <a:pt x="4182" y="3574"/>
                </a:moveTo>
                <a:lnTo>
                  <a:pt x="4104" y="3605"/>
                </a:lnTo>
                <a:lnTo>
                  <a:pt x="4169" y="3661"/>
                </a:lnTo>
                <a:lnTo>
                  <a:pt x="4235" y="3661"/>
                </a:lnTo>
                <a:lnTo>
                  <a:pt x="4281" y="3665"/>
                </a:lnTo>
              </a:path>
              <a:path w="21600" h="21600">
                <a:moveTo>
                  <a:pt x="1564" y="3573"/>
                </a:moveTo>
                <a:lnTo>
                  <a:pt x="1375" y="3598"/>
                </a:lnTo>
                <a:lnTo>
                  <a:pt x="1376" y="3602"/>
                </a:lnTo>
                <a:lnTo>
                  <a:pt x="1349" y="3700"/>
                </a:lnTo>
                <a:lnTo>
                  <a:pt x="1566" y="3776"/>
                </a:lnTo>
                <a:lnTo>
                  <a:pt x="1582" y="3771"/>
                </a:lnTo>
                <a:lnTo>
                  <a:pt x="1701" y="3668"/>
                </a:lnTo>
                <a:lnTo>
                  <a:pt x="1710" y="3639"/>
                </a:lnTo>
              </a:path>
              <a:path w="21600" h="21600">
                <a:moveTo>
                  <a:pt x="4616" y="3567"/>
                </a:moveTo>
                <a:lnTo>
                  <a:pt x="4739" y="3656"/>
                </a:lnTo>
                <a:lnTo>
                  <a:pt x="4764" y="3680"/>
                </a:lnTo>
                <a:lnTo>
                  <a:pt x="4821" y="3628"/>
                </a:lnTo>
                <a:lnTo>
                  <a:pt x="4800" y="3611"/>
                </a:lnTo>
              </a:path>
              <a:path w="21600" h="21600">
                <a:moveTo>
                  <a:pt x="4936" y="3566"/>
                </a:moveTo>
                <a:lnTo>
                  <a:pt x="4923" y="3590"/>
                </a:lnTo>
                <a:lnTo>
                  <a:pt x="4998" y="3607"/>
                </a:lnTo>
              </a:path>
              <a:path w="21600" h="21600">
                <a:moveTo>
                  <a:pt x="518" y="3565"/>
                </a:moveTo>
                <a:lnTo>
                  <a:pt x="466" y="3596"/>
                </a:lnTo>
                <a:lnTo>
                  <a:pt x="563" y="3600"/>
                </a:lnTo>
                <a:lnTo>
                  <a:pt x="534" y="3579"/>
                </a:lnTo>
              </a:path>
              <a:path w="21600" h="21600">
                <a:moveTo>
                  <a:pt x="2935" y="3561"/>
                </a:moveTo>
                <a:lnTo>
                  <a:pt x="2960" y="3577"/>
                </a:lnTo>
                <a:lnTo>
                  <a:pt x="2940" y="3563"/>
                </a:lnTo>
              </a:path>
              <a:path w="21600" h="21600">
                <a:moveTo>
                  <a:pt x="5677" y="3561"/>
                </a:moveTo>
                <a:lnTo>
                  <a:pt x="5678" y="3592"/>
                </a:lnTo>
                <a:lnTo>
                  <a:pt x="5749" y="3649"/>
                </a:lnTo>
                <a:lnTo>
                  <a:pt x="5748" y="3625"/>
                </a:lnTo>
              </a:path>
              <a:path w="21600" h="21600">
                <a:moveTo>
                  <a:pt x="2164" y="3561"/>
                </a:moveTo>
                <a:lnTo>
                  <a:pt x="2162" y="3566"/>
                </a:lnTo>
                <a:lnTo>
                  <a:pt x="2154" y="3573"/>
                </a:lnTo>
                <a:lnTo>
                  <a:pt x="2155" y="3582"/>
                </a:lnTo>
                <a:lnTo>
                  <a:pt x="2195" y="3569"/>
                </a:lnTo>
              </a:path>
              <a:path w="21600" h="21600">
                <a:moveTo>
                  <a:pt x="3615" y="3551"/>
                </a:moveTo>
                <a:lnTo>
                  <a:pt x="3550" y="3575"/>
                </a:lnTo>
                <a:lnTo>
                  <a:pt x="3619" y="3637"/>
                </a:lnTo>
                <a:lnTo>
                  <a:pt x="3720" y="3647"/>
                </a:lnTo>
              </a:path>
              <a:path w="21600" h="21600">
                <a:moveTo>
                  <a:pt x="1737" y="3551"/>
                </a:moveTo>
                <a:lnTo>
                  <a:pt x="1663" y="3560"/>
                </a:lnTo>
                <a:lnTo>
                  <a:pt x="1724" y="3594"/>
                </a:lnTo>
              </a:path>
              <a:path w="21600" h="21600">
                <a:moveTo>
                  <a:pt x="7976" y="3545"/>
                </a:moveTo>
                <a:lnTo>
                  <a:pt x="7752" y="3701"/>
                </a:lnTo>
                <a:lnTo>
                  <a:pt x="7931" y="3993"/>
                </a:lnTo>
                <a:lnTo>
                  <a:pt x="8116" y="3862"/>
                </a:lnTo>
                <a:lnTo>
                  <a:pt x="8032" y="3710"/>
                </a:lnTo>
              </a:path>
              <a:path w="21600" h="21600">
                <a:moveTo>
                  <a:pt x="7287" y="3543"/>
                </a:moveTo>
                <a:lnTo>
                  <a:pt x="7077" y="3625"/>
                </a:lnTo>
                <a:lnTo>
                  <a:pt x="7262" y="3884"/>
                </a:lnTo>
                <a:lnTo>
                  <a:pt x="7269" y="3892"/>
                </a:lnTo>
                <a:lnTo>
                  <a:pt x="7460" y="3816"/>
                </a:lnTo>
                <a:lnTo>
                  <a:pt x="7306" y="3587"/>
                </a:lnTo>
              </a:path>
              <a:path w="21600" h="21600">
                <a:moveTo>
                  <a:pt x="5191" y="3537"/>
                </a:moveTo>
                <a:lnTo>
                  <a:pt x="5186" y="3547"/>
                </a:lnTo>
                <a:lnTo>
                  <a:pt x="5228" y="3576"/>
                </a:lnTo>
                <a:lnTo>
                  <a:pt x="5311" y="3649"/>
                </a:lnTo>
                <a:lnTo>
                  <a:pt x="5333" y="3601"/>
                </a:lnTo>
              </a:path>
              <a:path w="21600" h="21600">
                <a:moveTo>
                  <a:pt x="1493" y="3528"/>
                </a:moveTo>
                <a:lnTo>
                  <a:pt x="1435" y="3547"/>
                </a:lnTo>
                <a:lnTo>
                  <a:pt x="1508" y="3538"/>
                </a:lnTo>
              </a:path>
              <a:path w="21600" h="21600">
                <a:moveTo>
                  <a:pt x="5495" y="3527"/>
                </a:moveTo>
                <a:lnTo>
                  <a:pt x="5413" y="3528"/>
                </a:lnTo>
                <a:lnTo>
                  <a:pt x="5413" y="3529"/>
                </a:lnTo>
                <a:lnTo>
                  <a:pt x="5404" y="3551"/>
                </a:lnTo>
                <a:lnTo>
                  <a:pt x="5486" y="3623"/>
                </a:lnTo>
                <a:lnTo>
                  <a:pt x="5506" y="3632"/>
                </a:lnTo>
                <a:lnTo>
                  <a:pt x="5508" y="3538"/>
                </a:lnTo>
              </a:path>
              <a:path w="21600" h="21600">
                <a:moveTo>
                  <a:pt x="5266" y="3527"/>
                </a:moveTo>
                <a:lnTo>
                  <a:pt x="5331" y="3555"/>
                </a:lnTo>
                <a:lnTo>
                  <a:pt x="5300" y="3529"/>
                </a:lnTo>
              </a:path>
              <a:path w="21600" h="21600">
                <a:moveTo>
                  <a:pt x="5632" y="3524"/>
                </a:moveTo>
                <a:lnTo>
                  <a:pt x="5594" y="3525"/>
                </a:lnTo>
                <a:lnTo>
                  <a:pt x="5633" y="3556"/>
                </a:lnTo>
              </a:path>
              <a:path w="21600" h="21600">
                <a:moveTo>
                  <a:pt x="5714" y="3523"/>
                </a:moveTo>
                <a:lnTo>
                  <a:pt x="5702" y="3523"/>
                </a:lnTo>
                <a:lnTo>
                  <a:pt x="5720" y="3539"/>
                </a:lnTo>
              </a:path>
              <a:path w="21600" h="21600">
                <a:moveTo>
                  <a:pt x="5146" y="3520"/>
                </a:moveTo>
                <a:lnTo>
                  <a:pt x="5149" y="3522"/>
                </a:lnTo>
                <a:lnTo>
                  <a:pt x="5150" y="3520"/>
                </a:lnTo>
              </a:path>
              <a:path w="21600" h="21600">
                <a:moveTo>
                  <a:pt x="1843" y="3515"/>
                </a:moveTo>
                <a:lnTo>
                  <a:pt x="1842" y="3515"/>
                </a:lnTo>
                <a:lnTo>
                  <a:pt x="1842" y="3523"/>
                </a:lnTo>
              </a:path>
              <a:path w="21600" h="21600">
                <a:moveTo>
                  <a:pt x="6036" y="3514"/>
                </a:moveTo>
                <a:lnTo>
                  <a:pt x="6015" y="3517"/>
                </a:lnTo>
                <a:lnTo>
                  <a:pt x="5834" y="3520"/>
                </a:lnTo>
                <a:lnTo>
                  <a:pt x="5844" y="3531"/>
                </a:lnTo>
                <a:lnTo>
                  <a:pt x="5870" y="3553"/>
                </a:lnTo>
                <a:lnTo>
                  <a:pt x="6103" y="3760"/>
                </a:lnTo>
                <a:lnTo>
                  <a:pt x="6280" y="3755"/>
                </a:lnTo>
                <a:lnTo>
                  <a:pt x="6246" y="3722"/>
                </a:lnTo>
                <a:lnTo>
                  <a:pt x="6168" y="3651"/>
                </a:lnTo>
              </a:path>
              <a:path w="21600" h="21600">
                <a:moveTo>
                  <a:pt x="4301" y="3512"/>
                </a:moveTo>
                <a:lnTo>
                  <a:pt x="4258" y="3544"/>
                </a:lnTo>
                <a:lnTo>
                  <a:pt x="4227" y="3556"/>
                </a:lnTo>
                <a:lnTo>
                  <a:pt x="4351" y="3670"/>
                </a:lnTo>
                <a:lnTo>
                  <a:pt x="4404" y="3674"/>
                </a:lnTo>
                <a:lnTo>
                  <a:pt x="4416" y="3669"/>
                </a:lnTo>
                <a:lnTo>
                  <a:pt x="4453" y="3638"/>
                </a:lnTo>
                <a:lnTo>
                  <a:pt x="4382" y="3570"/>
                </a:lnTo>
              </a:path>
              <a:path w="21600" h="21600">
                <a:moveTo>
                  <a:pt x="4968" y="3510"/>
                </a:moveTo>
                <a:lnTo>
                  <a:pt x="4955" y="3534"/>
                </a:lnTo>
                <a:lnTo>
                  <a:pt x="5094" y="3628"/>
                </a:lnTo>
                <a:lnTo>
                  <a:pt x="5129" y="3561"/>
                </a:lnTo>
                <a:lnTo>
                  <a:pt x="5063" y="3515"/>
                </a:lnTo>
              </a:path>
              <a:path w="21600" h="21600">
                <a:moveTo>
                  <a:pt x="4673" y="3509"/>
                </a:moveTo>
                <a:lnTo>
                  <a:pt x="4649" y="3529"/>
                </a:lnTo>
                <a:lnTo>
                  <a:pt x="4719" y="3545"/>
                </a:lnTo>
                <a:lnTo>
                  <a:pt x="4680" y="3514"/>
                </a:lnTo>
              </a:path>
              <a:path w="21600" h="21600">
                <a:moveTo>
                  <a:pt x="4370" y="3509"/>
                </a:moveTo>
                <a:lnTo>
                  <a:pt x="4409" y="3538"/>
                </a:lnTo>
                <a:lnTo>
                  <a:pt x="4486" y="3611"/>
                </a:lnTo>
                <a:lnTo>
                  <a:pt x="4538" y="3568"/>
                </a:lnTo>
                <a:lnTo>
                  <a:pt x="4497" y="3539"/>
                </a:lnTo>
              </a:path>
              <a:path w="21600" h="21600">
                <a:moveTo>
                  <a:pt x="3733" y="3508"/>
                </a:moveTo>
                <a:lnTo>
                  <a:pt x="3663" y="3533"/>
                </a:lnTo>
                <a:lnTo>
                  <a:pt x="3797" y="3655"/>
                </a:lnTo>
                <a:lnTo>
                  <a:pt x="3804" y="3656"/>
                </a:lnTo>
                <a:lnTo>
                  <a:pt x="3851" y="3657"/>
                </a:lnTo>
                <a:lnTo>
                  <a:pt x="3881" y="3645"/>
                </a:lnTo>
              </a:path>
              <a:path w="21600" h="21600">
                <a:moveTo>
                  <a:pt x="4914" y="3507"/>
                </a:moveTo>
                <a:lnTo>
                  <a:pt x="4918" y="3510"/>
                </a:lnTo>
                <a:lnTo>
                  <a:pt x="4919" y="3507"/>
                </a:lnTo>
              </a:path>
              <a:path w="21600" h="21600">
                <a:moveTo>
                  <a:pt x="3104" y="3505"/>
                </a:moveTo>
                <a:lnTo>
                  <a:pt x="3059" y="3520"/>
                </a:lnTo>
                <a:lnTo>
                  <a:pt x="3086" y="3542"/>
                </a:lnTo>
                <a:lnTo>
                  <a:pt x="3158" y="3552"/>
                </a:lnTo>
              </a:path>
              <a:path w="21600" h="21600">
                <a:moveTo>
                  <a:pt x="2009" y="3503"/>
                </a:moveTo>
                <a:lnTo>
                  <a:pt x="2031" y="3620"/>
                </a:lnTo>
                <a:lnTo>
                  <a:pt x="2100" y="3563"/>
                </a:lnTo>
                <a:lnTo>
                  <a:pt x="2104" y="3552"/>
                </a:lnTo>
                <a:lnTo>
                  <a:pt x="2102" y="3545"/>
                </a:lnTo>
                <a:lnTo>
                  <a:pt x="2079" y="3539"/>
                </a:lnTo>
              </a:path>
              <a:path w="21600" h="21600">
                <a:moveTo>
                  <a:pt x="2541" y="3495"/>
                </a:moveTo>
                <a:lnTo>
                  <a:pt x="2497" y="3525"/>
                </a:lnTo>
                <a:lnTo>
                  <a:pt x="2529" y="3520"/>
                </a:lnTo>
              </a:path>
              <a:path w="21600" h="21600">
                <a:moveTo>
                  <a:pt x="4695" y="3495"/>
                </a:moveTo>
                <a:lnTo>
                  <a:pt x="4780" y="3558"/>
                </a:lnTo>
                <a:lnTo>
                  <a:pt x="4875" y="3579"/>
                </a:lnTo>
                <a:lnTo>
                  <a:pt x="4881" y="3574"/>
                </a:lnTo>
                <a:lnTo>
                  <a:pt x="4899" y="3542"/>
                </a:lnTo>
                <a:lnTo>
                  <a:pt x="4839" y="3503"/>
                </a:lnTo>
              </a:path>
              <a:path w="21600" h="21600">
                <a:moveTo>
                  <a:pt x="4501" y="3485"/>
                </a:moveTo>
                <a:lnTo>
                  <a:pt x="4525" y="3502"/>
                </a:lnTo>
                <a:lnTo>
                  <a:pt x="4597" y="3518"/>
                </a:lnTo>
                <a:lnTo>
                  <a:pt x="4630" y="3491"/>
                </a:lnTo>
                <a:lnTo>
                  <a:pt x="4595" y="3489"/>
                </a:lnTo>
              </a:path>
              <a:path w="21600" h="21600">
                <a:moveTo>
                  <a:pt x="3222" y="3483"/>
                </a:moveTo>
                <a:lnTo>
                  <a:pt x="3180" y="3497"/>
                </a:lnTo>
                <a:lnTo>
                  <a:pt x="3165" y="3498"/>
                </a:lnTo>
                <a:lnTo>
                  <a:pt x="3240" y="3563"/>
                </a:lnTo>
                <a:lnTo>
                  <a:pt x="3305" y="3557"/>
                </a:lnTo>
              </a:path>
              <a:path w="21600" h="21600">
                <a:moveTo>
                  <a:pt x="11266" y="3483"/>
                </a:moveTo>
                <a:lnTo>
                  <a:pt x="11127" y="3975"/>
                </a:lnTo>
                <a:lnTo>
                  <a:pt x="11010" y="4303"/>
                </a:lnTo>
                <a:lnTo>
                  <a:pt x="11136" y="4767"/>
                </a:lnTo>
                <a:lnTo>
                  <a:pt x="11141" y="4754"/>
                </a:lnTo>
                <a:lnTo>
                  <a:pt x="11301" y="4259"/>
                </a:lnTo>
                <a:lnTo>
                  <a:pt x="11250" y="3607"/>
                </a:lnTo>
              </a:path>
              <a:path w="21600" h="21600">
                <a:moveTo>
                  <a:pt x="1956" y="3476"/>
                </a:moveTo>
                <a:lnTo>
                  <a:pt x="1906" y="3493"/>
                </a:lnTo>
                <a:lnTo>
                  <a:pt x="1922" y="3591"/>
                </a:lnTo>
                <a:lnTo>
                  <a:pt x="1926" y="3615"/>
                </a:lnTo>
                <a:lnTo>
                  <a:pt x="1958" y="3477"/>
                </a:lnTo>
                <a:lnTo>
                  <a:pt x="1957" y="3477"/>
                </a:lnTo>
              </a:path>
              <a:path w="21600" h="21600">
                <a:moveTo>
                  <a:pt x="6292" y="3474"/>
                </a:moveTo>
                <a:lnTo>
                  <a:pt x="6089" y="3505"/>
                </a:lnTo>
                <a:lnTo>
                  <a:pt x="6199" y="3619"/>
                </a:lnTo>
                <a:lnTo>
                  <a:pt x="6277" y="3691"/>
                </a:lnTo>
                <a:lnTo>
                  <a:pt x="6334" y="3747"/>
                </a:lnTo>
                <a:lnTo>
                  <a:pt x="6507" y="3721"/>
                </a:lnTo>
              </a:path>
              <a:path w="21600" h="21600">
                <a:moveTo>
                  <a:pt x="2605" y="3473"/>
                </a:moveTo>
                <a:lnTo>
                  <a:pt x="2608" y="3504"/>
                </a:lnTo>
                <a:lnTo>
                  <a:pt x="2635" y="3494"/>
                </a:lnTo>
                <a:lnTo>
                  <a:pt x="2663" y="3486"/>
                </a:lnTo>
              </a:path>
              <a:path w="21600" h="21600">
                <a:moveTo>
                  <a:pt x="5224" y="3473"/>
                </a:moveTo>
                <a:lnTo>
                  <a:pt x="5220" y="3481"/>
                </a:lnTo>
                <a:lnTo>
                  <a:pt x="5237" y="3482"/>
                </a:lnTo>
              </a:path>
              <a:path w="21600" h="21600">
                <a:moveTo>
                  <a:pt x="4135" y="3472"/>
                </a:moveTo>
                <a:lnTo>
                  <a:pt x="4191" y="3523"/>
                </a:lnTo>
                <a:lnTo>
                  <a:pt x="4233" y="3506"/>
                </a:lnTo>
                <a:lnTo>
                  <a:pt x="4256" y="3488"/>
                </a:lnTo>
              </a:path>
              <a:path w="21600" h="21600">
                <a:moveTo>
                  <a:pt x="4993" y="3467"/>
                </a:moveTo>
                <a:lnTo>
                  <a:pt x="4992" y="3468"/>
                </a:lnTo>
                <a:lnTo>
                  <a:pt x="4993" y="3468"/>
                </a:lnTo>
              </a:path>
              <a:path w="21600" h="21600">
                <a:moveTo>
                  <a:pt x="5417" y="3464"/>
                </a:moveTo>
                <a:lnTo>
                  <a:pt x="5416" y="3483"/>
                </a:lnTo>
                <a:lnTo>
                  <a:pt x="5442" y="3483"/>
                </a:lnTo>
                <a:lnTo>
                  <a:pt x="5424" y="3468"/>
                </a:lnTo>
              </a:path>
              <a:path w="21600" h="21600">
                <a:moveTo>
                  <a:pt x="3865" y="3460"/>
                </a:moveTo>
                <a:lnTo>
                  <a:pt x="3781" y="3491"/>
                </a:lnTo>
                <a:lnTo>
                  <a:pt x="3927" y="3627"/>
                </a:lnTo>
                <a:lnTo>
                  <a:pt x="4018" y="3591"/>
                </a:lnTo>
              </a:path>
              <a:path w="21600" h="21600">
                <a:moveTo>
                  <a:pt x="3933" y="3459"/>
                </a:moveTo>
                <a:lnTo>
                  <a:pt x="4065" y="3572"/>
                </a:lnTo>
                <a:lnTo>
                  <a:pt x="4146" y="3541"/>
                </a:lnTo>
                <a:lnTo>
                  <a:pt x="4063" y="3465"/>
                </a:lnTo>
              </a:path>
              <a:path w="21600" h="21600">
                <a:moveTo>
                  <a:pt x="5674" y="3454"/>
                </a:moveTo>
                <a:lnTo>
                  <a:pt x="5675" y="3480"/>
                </a:lnTo>
                <a:lnTo>
                  <a:pt x="5697" y="3479"/>
                </a:lnTo>
                <a:lnTo>
                  <a:pt x="5696" y="3476"/>
                </a:lnTo>
              </a:path>
              <a:path w="21600" h="21600">
                <a:moveTo>
                  <a:pt x="3343" y="3452"/>
                </a:moveTo>
                <a:lnTo>
                  <a:pt x="3326" y="3452"/>
                </a:lnTo>
                <a:lnTo>
                  <a:pt x="3308" y="3455"/>
                </a:lnTo>
                <a:lnTo>
                  <a:pt x="3272" y="3467"/>
                </a:lnTo>
                <a:lnTo>
                  <a:pt x="3367" y="3552"/>
                </a:lnTo>
                <a:lnTo>
                  <a:pt x="3447" y="3544"/>
                </a:lnTo>
              </a:path>
              <a:path w="21600" h="21600">
                <a:moveTo>
                  <a:pt x="8656" y="3451"/>
                </a:moveTo>
                <a:lnTo>
                  <a:pt x="8426" y="3698"/>
                </a:lnTo>
                <a:lnTo>
                  <a:pt x="8420" y="3702"/>
                </a:lnTo>
                <a:lnTo>
                  <a:pt x="8436" y="3757"/>
                </a:lnTo>
                <a:lnTo>
                  <a:pt x="8565" y="4010"/>
                </a:lnTo>
                <a:lnTo>
                  <a:pt x="8661" y="3940"/>
                </a:lnTo>
                <a:lnTo>
                  <a:pt x="8755" y="3835"/>
                </a:lnTo>
                <a:lnTo>
                  <a:pt x="8755" y="3834"/>
                </a:lnTo>
              </a:path>
              <a:path w="21600" h="21600">
                <a:moveTo>
                  <a:pt x="3738" y="3450"/>
                </a:moveTo>
                <a:lnTo>
                  <a:pt x="3746" y="3457"/>
                </a:lnTo>
                <a:lnTo>
                  <a:pt x="3762" y="3451"/>
                </a:lnTo>
              </a:path>
              <a:path w="21600" h="21600">
                <a:moveTo>
                  <a:pt x="5554" y="3450"/>
                </a:moveTo>
                <a:lnTo>
                  <a:pt x="5553" y="3481"/>
                </a:lnTo>
                <a:lnTo>
                  <a:pt x="5588" y="3481"/>
                </a:lnTo>
              </a:path>
              <a:path w="21600" h="21600">
                <a:moveTo>
                  <a:pt x="3501" y="3448"/>
                </a:moveTo>
                <a:lnTo>
                  <a:pt x="3411" y="3450"/>
                </a:lnTo>
                <a:lnTo>
                  <a:pt x="3510" y="3539"/>
                </a:lnTo>
                <a:lnTo>
                  <a:pt x="3526" y="3537"/>
                </a:lnTo>
                <a:lnTo>
                  <a:pt x="3578" y="3518"/>
                </a:lnTo>
              </a:path>
              <a:path w="21600" h="21600">
                <a:moveTo>
                  <a:pt x="1899" y="3447"/>
                </a:moveTo>
                <a:lnTo>
                  <a:pt x="1900" y="3451"/>
                </a:lnTo>
                <a:lnTo>
                  <a:pt x="1905" y="3449"/>
                </a:lnTo>
              </a:path>
              <a:path w="21600" h="21600">
                <a:moveTo>
                  <a:pt x="4751" y="3445"/>
                </a:moveTo>
                <a:lnTo>
                  <a:pt x="4741" y="3453"/>
                </a:lnTo>
                <a:lnTo>
                  <a:pt x="4765" y="3454"/>
                </a:lnTo>
              </a:path>
              <a:path w="21600" h="21600">
                <a:moveTo>
                  <a:pt x="3634" y="3445"/>
                </a:moveTo>
                <a:lnTo>
                  <a:pt x="3568" y="3446"/>
                </a:lnTo>
                <a:lnTo>
                  <a:pt x="3627" y="3500"/>
                </a:lnTo>
                <a:lnTo>
                  <a:pt x="3698" y="3475"/>
                </a:lnTo>
                <a:lnTo>
                  <a:pt x="3668" y="3447"/>
                </a:lnTo>
                <a:lnTo>
                  <a:pt x="3633" y="3446"/>
                </a:lnTo>
              </a:path>
              <a:path w="21600" h="21600">
                <a:moveTo>
                  <a:pt x="1750" y="3442"/>
                </a:moveTo>
                <a:lnTo>
                  <a:pt x="1561" y="3505"/>
                </a:lnTo>
                <a:lnTo>
                  <a:pt x="1599" y="3526"/>
                </a:lnTo>
                <a:lnTo>
                  <a:pt x="1732" y="3509"/>
                </a:lnTo>
                <a:lnTo>
                  <a:pt x="1752" y="3502"/>
                </a:lnTo>
                <a:lnTo>
                  <a:pt x="1758" y="3482"/>
                </a:lnTo>
              </a:path>
              <a:path w="21600" h="21600">
                <a:moveTo>
                  <a:pt x="811" y="3441"/>
                </a:moveTo>
                <a:lnTo>
                  <a:pt x="615" y="3508"/>
                </a:lnTo>
                <a:lnTo>
                  <a:pt x="559" y="3541"/>
                </a:lnTo>
                <a:lnTo>
                  <a:pt x="564" y="3546"/>
                </a:lnTo>
                <a:lnTo>
                  <a:pt x="641" y="3603"/>
                </a:lnTo>
                <a:lnTo>
                  <a:pt x="888" y="3613"/>
                </a:lnTo>
                <a:cubicBezTo>
                  <a:pt x="877" y="3571"/>
                  <a:pt x="860" y="3527"/>
                  <a:pt x="838" y="3480"/>
                </a:cubicBezTo>
              </a:path>
              <a:path w="21600" h="21600">
                <a:moveTo>
                  <a:pt x="2392" y="3439"/>
                </a:moveTo>
                <a:lnTo>
                  <a:pt x="2350" y="3529"/>
                </a:lnTo>
                <a:lnTo>
                  <a:pt x="2401" y="3534"/>
                </a:lnTo>
                <a:lnTo>
                  <a:pt x="2410" y="3528"/>
                </a:lnTo>
              </a:path>
              <a:path w="21600" h="21600">
                <a:moveTo>
                  <a:pt x="14337" y="3434"/>
                </a:moveTo>
                <a:lnTo>
                  <a:pt x="14307" y="3551"/>
                </a:lnTo>
                <a:lnTo>
                  <a:pt x="14299" y="3636"/>
                </a:lnTo>
              </a:path>
              <a:path w="21600" h="21600">
                <a:moveTo>
                  <a:pt x="859" y="3433"/>
                </a:moveTo>
                <a:lnTo>
                  <a:pt x="879" y="3462"/>
                </a:lnTo>
                <a:cubicBezTo>
                  <a:pt x="904" y="3514"/>
                  <a:pt x="922" y="3564"/>
                  <a:pt x="933" y="3612"/>
                </a:cubicBezTo>
                <a:lnTo>
                  <a:pt x="1069" y="3595"/>
                </a:lnTo>
                <a:lnTo>
                  <a:pt x="948" y="3513"/>
                </a:lnTo>
                <a:lnTo>
                  <a:pt x="919" y="3491"/>
                </a:lnTo>
              </a:path>
              <a:path w="21600" h="21600">
                <a:moveTo>
                  <a:pt x="2079" y="3433"/>
                </a:moveTo>
                <a:lnTo>
                  <a:pt x="2012" y="3456"/>
                </a:lnTo>
                <a:lnTo>
                  <a:pt x="2080" y="3493"/>
                </a:lnTo>
                <a:lnTo>
                  <a:pt x="2092" y="3496"/>
                </a:lnTo>
              </a:path>
              <a:path w="21600" h="21600">
                <a:moveTo>
                  <a:pt x="6563" y="3431"/>
                </a:moveTo>
                <a:lnTo>
                  <a:pt x="6345" y="3465"/>
                </a:lnTo>
                <a:lnTo>
                  <a:pt x="6555" y="3707"/>
                </a:lnTo>
                <a:lnTo>
                  <a:pt x="6561" y="3713"/>
                </a:lnTo>
                <a:lnTo>
                  <a:pt x="6761" y="3683"/>
                </a:lnTo>
              </a:path>
              <a:path w="21600" h="21600">
                <a:moveTo>
                  <a:pt x="1334" y="3427"/>
                </a:moveTo>
                <a:lnTo>
                  <a:pt x="1358" y="3528"/>
                </a:lnTo>
                <a:lnTo>
                  <a:pt x="1445" y="3498"/>
                </a:lnTo>
                <a:lnTo>
                  <a:pt x="1361" y="3446"/>
                </a:lnTo>
              </a:path>
              <a:path w="21600" h="21600">
                <a:moveTo>
                  <a:pt x="2436" y="3427"/>
                </a:moveTo>
                <a:lnTo>
                  <a:pt x="2449" y="3496"/>
                </a:lnTo>
                <a:lnTo>
                  <a:pt x="2505" y="3452"/>
                </a:lnTo>
                <a:lnTo>
                  <a:pt x="2478" y="3446"/>
                </a:lnTo>
              </a:path>
              <a:path w="21600" h="21600">
                <a:moveTo>
                  <a:pt x="1834" y="3413"/>
                </a:moveTo>
                <a:lnTo>
                  <a:pt x="1833" y="3414"/>
                </a:lnTo>
                <a:lnTo>
                  <a:pt x="1838" y="3473"/>
                </a:lnTo>
                <a:lnTo>
                  <a:pt x="1847" y="3469"/>
                </a:lnTo>
                <a:lnTo>
                  <a:pt x="1851" y="3425"/>
                </a:lnTo>
                <a:lnTo>
                  <a:pt x="1851" y="3422"/>
                </a:lnTo>
              </a:path>
              <a:path w="21600" h="21600">
                <a:moveTo>
                  <a:pt x="2736" y="3412"/>
                </a:moveTo>
                <a:lnTo>
                  <a:pt x="2738" y="3429"/>
                </a:lnTo>
                <a:lnTo>
                  <a:pt x="2760" y="3445"/>
                </a:lnTo>
                <a:lnTo>
                  <a:pt x="2767" y="3436"/>
                </a:lnTo>
              </a:path>
              <a:path w="21600" h="21600">
                <a:moveTo>
                  <a:pt x="2152" y="3408"/>
                </a:moveTo>
                <a:lnTo>
                  <a:pt x="2122" y="3418"/>
                </a:lnTo>
                <a:lnTo>
                  <a:pt x="2132" y="3468"/>
                </a:lnTo>
              </a:path>
              <a:path w="21600" h="21600">
                <a:moveTo>
                  <a:pt x="3455" y="3406"/>
                </a:moveTo>
                <a:lnTo>
                  <a:pt x="3448" y="3408"/>
                </a:lnTo>
                <a:lnTo>
                  <a:pt x="3458" y="3408"/>
                </a:lnTo>
              </a:path>
              <a:path w="21600" h="21600">
                <a:moveTo>
                  <a:pt x="2223" y="3400"/>
                </a:moveTo>
                <a:lnTo>
                  <a:pt x="2179" y="3518"/>
                </a:lnTo>
                <a:lnTo>
                  <a:pt x="2251" y="3537"/>
                </a:lnTo>
              </a:path>
              <a:path w="21600" h="21600">
                <a:moveTo>
                  <a:pt x="3545" y="3392"/>
                </a:moveTo>
                <a:lnTo>
                  <a:pt x="3529" y="3397"/>
                </a:lnTo>
                <a:lnTo>
                  <a:pt x="3516" y="3398"/>
                </a:lnTo>
                <a:lnTo>
                  <a:pt x="3527" y="3408"/>
                </a:lnTo>
                <a:lnTo>
                  <a:pt x="3626" y="3408"/>
                </a:lnTo>
                <a:lnTo>
                  <a:pt x="3619" y="3402"/>
                </a:lnTo>
                <a:lnTo>
                  <a:pt x="3559" y="3394"/>
                </a:lnTo>
              </a:path>
              <a:path w="21600" h="21600">
                <a:moveTo>
                  <a:pt x="5268" y="3388"/>
                </a:moveTo>
                <a:lnTo>
                  <a:pt x="5245" y="3434"/>
                </a:lnTo>
                <a:lnTo>
                  <a:pt x="5316" y="3485"/>
                </a:lnTo>
                <a:lnTo>
                  <a:pt x="5317" y="3485"/>
                </a:lnTo>
                <a:lnTo>
                  <a:pt x="5373" y="3484"/>
                </a:lnTo>
                <a:lnTo>
                  <a:pt x="5375" y="3443"/>
                </a:lnTo>
              </a:path>
              <a:path w="21600" h="21600">
                <a:moveTo>
                  <a:pt x="4790" y="3386"/>
                </a:moveTo>
                <a:lnTo>
                  <a:pt x="4773" y="3413"/>
                </a:lnTo>
                <a:lnTo>
                  <a:pt x="4842" y="3459"/>
                </a:lnTo>
                <a:lnTo>
                  <a:pt x="4943" y="3465"/>
                </a:lnTo>
                <a:lnTo>
                  <a:pt x="4956" y="3442"/>
                </a:lnTo>
                <a:lnTo>
                  <a:pt x="4934" y="3428"/>
                </a:lnTo>
              </a:path>
              <a:path w="21600" h="21600">
                <a:moveTo>
                  <a:pt x="4472" y="3380"/>
                </a:moveTo>
                <a:lnTo>
                  <a:pt x="4415" y="3424"/>
                </a:lnTo>
                <a:lnTo>
                  <a:pt x="4431" y="3435"/>
                </a:lnTo>
                <a:lnTo>
                  <a:pt x="4570" y="3443"/>
                </a:lnTo>
              </a:path>
              <a:path w="21600" h="21600">
                <a:moveTo>
                  <a:pt x="1938" y="3378"/>
                </a:moveTo>
                <a:lnTo>
                  <a:pt x="1898" y="3392"/>
                </a:lnTo>
                <a:lnTo>
                  <a:pt x="1897" y="3396"/>
                </a:lnTo>
                <a:lnTo>
                  <a:pt x="1947" y="3422"/>
                </a:lnTo>
              </a:path>
              <a:path w="21600" h="21600">
                <a:moveTo>
                  <a:pt x="2943" y="3370"/>
                </a:moveTo>
                <a:lnTo>
                  <a:pt x="2916" y="3392"/>
                </a:lnTo>
                <a:lnTo>
                  <a:pt x="2963" y="3390"/>
                </a:lnTo>
                <a:lnTo>
                  <a:pt x="2968" y="3389"/>
                </a:lnTo>
              </a:path>
              <a:path w="21600" h="21600">
                <a:moveTo>
                  <a:pt x="1988" y="3369"/>
                </a:moveTo>
                <a:lnTo>
                  <a:pt x="1983" y="3370"/>
                </a:lnTo>
                <a:lnTo>
                  <a:pt x="1985" y="3377"/>
                </a:lnTo>
              </a:path>
              <a:path w="21600" h="21600">
                <a:moveTo>
                  <a:pt x="7561" y="3369"/>
                </a:moveTo>
                <a:lnTo>
                  <a:pt x="7329" y="3526"/>
                </a:lnTo>
                <a:lnTo>
                  <a:pt x="7347" y="3567"/>
                </a:lnTo>
                <a:lnTo>
                  <a:pt x="7502" y="3800"/>
                </a:lnTo>
                <a:lnTo>
                  <a:pt x="7578" y="3770"/>
                </a:lnTo>
                <a:lnTo>
                  <a:pt x="7693" y="3690"/>
                </a:lnTo>
                <a:lnTo>
                  <a:pt x="7669" y="3649"/>
                </a:lnTo>
              </a:path>
              <a:path w="21600" h="21600">
                <a:moveTo>
                  <a:pt x="4100" y="3366"/>
                </a:moveTo>
                <a:lnTo>
                  <a:pt x="4075" y="3384"/>
                </a:lnTo>
                <a:lnTo>
                  <a:pt x="4045" y="3395"/>
                </a:lnTo>
                <a:lnTo>
                  <a:pt x="4071" y="3414"/>
                </a:lnTo>
                <a:lnTo>
                  <a:pt x="4175" y="3420"/>
                </a:lnTo>
              </a:path>
              <a:path w="21600" h="21600">
                <a:moveTo>
                  <a:pt x="2290" y="3360"/>
                </a:moveTo>
                <a:lnTo>
                  <a:pt x="2263" y="3370"/>
                </a:lnTo>
                <a:lnTo>
                  <a:pt x="2295" y="3522"/>
                </a:lnTo>
                <a:lnTo>
                  <a:pt x="2302" y="3522"/>
                </a:lnTo>
                <a:lnTo>
                  <a:pt x="2363" y="3393"/>
                </a:lnTo>
              </a:path>
              <a:path w="21600" h="21600">
                <a:moveTo>
                  <a:pt x="4692" y="3359"/>
                </a:moveTo>
                <a:lnTo>
                  <a:pt x="4738" y="3389"/>
                </a:lnTo>
                <a:lnTo>
                  <a:pt x="4748" y="3374"/>
                </a:lnTo>
              </a:path>
              <a:path w="21600" h="21600">
                <a:moveTo>
                  <a:pt x="2063" y="3358"/>
                </a:moveTo>
                <a:lnTo>
                  <a:pt x="2039" y="3362"/>
                </a:lnTo>
                <a:lnTo>
                  <a:pt x="2023" y="3408"/>
                </a:lnTo>
                <a:lnTo>
                  <a:pt x="2071" y="3392"/>
                </a:lnTo>
              </a:path>
              <a:path w="21600" h="21600">
                <a:moveTo>
                  <a:pt x="214" y="3354"/>
                </a:moveTo>
                <a:lnTo>
                  <a:pt x="21" y="3455"/>
                </a:lnTo>
                <a:lnTo>
                  <a:pt x="102" y="3554"/>
                </a:lnTo>
                <a:lnTo>
                  <a:pt x="372" y="3592"/>
                </a:lnTo>
                <a:lnTo>
                  <a:pt x="386" y="3593"/>
                </a:lnTo>
                <a:lnTo>
                  <a:pt x="398" y="3586"/>
                </a:lnTo>
              </a:path>
              <a:path w="21600" h="21600">
                <a:moveTo>
                  <a:pt x="5058" y="3353"/>
                </a:moveTo>
                <a:lnTo>
                  <a:pt x="5020" y="3419"/>
                </a:lnTo>
                <a:lnTo>
                  <a:pt x="5152" y="3477"/>
                </a:lnTo>
                <a:lnTo>
                  <a:pt x="5172" y="3478"/>
                </a:lnTo>
                <a:lnTo>
                  <a:pt x="5188" y="3447"/>
                </a:lnTo>
                <a:lnTo>
                  <a:pt x="5107" y="3390"/>
                </a:lnTo>
              </a:path>
              <a:path w="21600" h="21600">
                <a:moveTo>
                  <a:pt x="4815" y="3346"/>
                </a:moveTo>
                <a:lnTo>
                  <a:pt x="4814" y="3348"/>
                </a:lnTo>
                <a:lnTo>
                  <a:pt x="4820" y="3349"/>
                </a:lnTo>
              </a:path>
              <a:path w="21600" h="21600">
                <a:moveTo>
                  <a:pt x="2174" y="3341"/>
                </a:moveTo>
                <a:lnTo>
                  <a:pt x="2108" y="3351"/>
                </a:lnTo>
                <a:lnTo>
                  <a:pt x="2113" y="3377"/>
                </a:lnTo>
                <a:lnTo>
                  <a:pt x="2169" y="3358"/>
                </a:lnTo>
              </a:path>
              <a:path w="21600" h="21600">
                <a:moveTo>
                  <a:pt x="2439" y="3340"/>
                </a:moveTo>
                <a:lnTo>
                  <a:pt x="2425" y="3369"/>
                </a:lnTo>
                <a:lnTo>
                  <a:pt x="2426" y="3375"/>
                </a:lnTo>
                <a:lnTo>
                  <a:pt x="2496" y="3407"/>
                </a:lnTo>
                <a:lnTo>
                  <a:pt x="2547" y="3418"/>
                </a:lnTo>
                <a:lnTo>
                  <a:pt x="2548" y="3418"/>
                </a:lnTo>
                <a:lnTo>
                  <a:pt x="2553" y="3410"/>
                </a:lnTo>
                <a:lnTo>
                  <a:pt x="2553" y="3405"/>
                </a:lnTo>
              </a:path>
              <a:path w="21600" h="21600">
                <a:moveTo>
                  <a:pt x="2760" y="3340"/>
                </a:moveTo>
                <a:lnTo>
                  <a:pt x="2742" y="3361"/>
                </a:lnTo>
                <a:lnTo>
                  <a:pt x="2745" y="3363"/>
                </a:lnTo>
                <a:lnTo>
                  <a:pt x="2753" y="3369"/>
                </a:lnTo>
                <a:lnTo>
                  <a:pt x="2796" y="3377"/>
                </a:lnTo>
                <a:lnTo>
                  <a:pt x="2797" y="3367"/>
                </a:lnTo>
              </a:path>
              <a:path w="21600" h="21600">
                <a:moveTo>
                  <a:pt x="5556" y="3339"/>
                </a:moveTo>
                <a:lnTo>
                  <a:pt x="5555" y="3391"/>
                </a:lnTo>
                <a:lnTo>
                  <a:pt x="5630" y="3458"/>
                </a:lnTo>
                <a:lnTo>
                  <a:pt x="5629" y="3439"/>
                </a:lnTo>
                <a:lnTo>
                  <a:pt x="5617" y="3399"/>
                </a:lnTo>
              </a:path>
              <a:path w="21600" h="21600">
                <a:moveTo>
                  <a:pt x="3724" y="3339"/>
                </a:moveTo>
                <a:lnTo>
                  <a:pt x="3644" y="3363"/>
                </a:lnTo>
                <a:lnTo>
                  <a:pt x="3645" y="3363"/>
                </a:lnTo>
                <a:lnTo>
                  <a:pt x="3771" y="3380"/>
                </a:lnTo>
              </a:path>
              <a:path w="21600" h="21600">
                <a:moveTo>
                  <a:pt x="5425" y="3334"/>
                </a:moveTo>
                <a:lnTo>
                  <a:pt x="5422" y="3385"/>
                </a:lnTo>
                <a:lnTo>
                  <a:pt x="5491" y="3443"/>
                </a:lnTo>
                <a:lnTo>
                  <a:pt x="5509" y="3458"/>
                </a:lnTo>
                <a:lnTo>
                  <a:pt x="5510" y="3410"/>
                </a:lnTo>
              </a:path>
              <a:path w="21600" h="21600">
                <a:moveTo>
                  <a:pt x="2371" y="3332"/>
                </a:moveTo>
                <a:lnTo>
                  <a:pt x="2349" y="3339"/>
                </a:lnTo>
                <a:lnTo>
                  <a:pt x="2375" y="3351"/>
                </a:lnTo>
              </a:path>
              <a:path w="21600" h="21600">
                <a:moveTo>
                  <a:pt x="6843" y="3327"/>
                </a:moveTo>
                <a:lnTo>
                  <a:pt x="6611" y="3418"/>
                </a:lnTo>
                <a:lnTo>
                  <a:pt x="6813" y="3675"/>
                </a:lnTo>
                <a:lnTo>
                  <a:pt x="6843" y="3670"/>
                </a:lnTo>
                <a:lnTo>
                  <a:pt x="7008" y="3606"/>
                </a:lnTo>
                <a:lnTo>
                  <a:pt x="6914" y="3473"/>
                </a:lnTo>
              </a:path>
              <a:path w="21600" h="21600">
                <a:moveTo>
                  <a:pt x="5283" y="3326"/>
                </a:moveTo>
                <a:lnTo>
                  <a:pt x="5280" y="3357"/>
                </a:lnTo>
                <a:lnTo>
                  <a:pt x="5363" y="3394"/>
                </a:lnTo>
              </a:path>
              <a:path w="21600" h="21600">
                <a:moveTo>
                  <a:pt x="2999" y="3323"/>
                </a:moveTo>
                <a:lnTo>
                  <a:pt x="2989" y="3331"/>
                </a:lnTo>
                <a:lnTo>
                  <a:pt x="3062" y="3344"/>
                </a:lnTo>
                <a:lnTo>
                  <a:pt x="3041" y="3328"/>
                </a:lnTo>
              </a:path>
              <a:path w="21600" h="21600">
                <a:moveTo>
                  <a:pt x="4551" y="3318"/>
                </a:moveTo>
                <a:lnTo>
                  <a:pt x="4506" y="3354"/>
                </a:lnTo>
                <a:lnTo>
                  <a:pt x="4630" y="3446"/>
                </a:lnTo>
                <a:lnTo>
                  <a:pt x="4680" y="3449"/>
                </a:lnTo>
                <a:lnTo>
                  <a:pt x="4714" y="3421"/>
                </a:lnTo>
                <a:lnTo>
                  <a:pt x="4562" y="3321"/>
                </a:lnTo>
              </a:path>
              <a:path w="21600" h="21600">
                <a:moveTo>
                  <a:pt x="8258" y="3316"/>
                </a:moveTo>
                <a:lnTo>
                  <a:pt x="8158" y="3419"/>
                </a:lnTo>
                <a:lnTo>
                  <a:pt x="8013" y="3520"/>
                </a:lnTo>
                <a:lnTo>
                  <a:pt x="8073" y="3695"/>
                </a:lnTo>
                <a:lnTo>
                  <a:pt x="8152" y="3836"/>
                </a:lnTo>
                <a:lnTo>
                  <a:pt x="8366" y="3683"/>
                </a:lnTo>
              </a:path>
              <a:path w="21600" h="21600">
                <a:moveTo>
                  <a:pt x="288" y="3315"/>
                </a:moveTo>
                <a:lnTo>
                  <a:pt x="259" y="3330"/>
                </a:lnTo>
                <a:lnTo>
                  <a:pt x="436" y="3563"/>
                </a:lnTo>
                <a:lnTo>
                  <a:pt x="487" y="3533"/>
                </a:lnTo>
              </a:path>
              <a:path w="21600" h="21600">
                <a:moveTo>
                  <a:pt x="3467" y="3315"/>
                </a:moveTo>
                <a:lnTo>
                  <a:pt x="3457" y="3318"/>
                </a:lnTo>
                <a:lnTo>
                  <a:pt x="3437" y="3326"/>
                </a:lnTo>
                <a:lnTo>
                  <a:pt x="3437" y="3326"/>
                </a:lnTo>
                <a:lnTo>
                  <a:pt x="3438" y="3327"/>
                </a:lnTo>
              </a:path>
              <a:path w="21600" h="21600">
                <a:moveTo>
                  <a:pt x="4174" y="3312"/>
                </a:moveTo>
                <a:lnTo>
                  <a:pt x="4137" y="3339"/>
                </a:lnTo>
                <a:lnTo>
                  <a:pt x="4255" y="3425"/>
                </a:lnTo>
                <a:lnTo>
                  <a:pt x="4333" y="3429"/>
                </a:lnTo>
                <a:lnTo>
                  <a:pt x="4336" y="3426"/>
                </a:lnTo>
              </a:path>
              <a:path w="21600" h="21600">
                <a:moveTo>
                  <a:pt x="1195" y="3309"/>
                </a:moveTo>
                <a:lnTo>
                  <a:pt x="899" y="3411"/>
                </a:lnTo>
                <a:lnTo>
                  <a:pt x="946" y="3457"/>
                </a:lnTo>
                <a:lnTo>
                  <a:pt x="975" y="3479"/>
                </a:lnTo>
                <a:lnTo>
                  <a:pt x="1135" y="3586"/>
                </a:lnTo>
                <a:lnTo>
                  <a:pt x="1215" y="3576"/>
                </a:lnTo>
                <a:lnTo>
                  <a:pt x="1316" y="3542"/>
                </a:lnTo>
                <a:lnTo>
                  <a:pt x="1276" y="3379"/>
                </a:lnTo>
              </a:path>
              <a:path w="21600" h="21600">
                <a:moveTo>
                  <a:pt x="1835" y="3306"/>
                </a:moveTo>
                <a:lnTo>
                  <a:pt x="1832" y="3361"/>
                </a:lnTo>
                <a:lnTo>
                  <a:pt x="1840" y="3365"/>
                </a:lnTo>
                <a:lnTo>
                  <a:pt x="1843" y="3364"/>
                </a:lnTo>
              </a:path>
              <a:path w="21600" h="21600">
                <a:moveTo>
                  <a:pt x="2684" y="3306"/>
                </a:moveTo>
                <a:lnTo>
                  <a:pt x="2678" y="3312"/>
                </a:lnTo>
                <a:lnTo>
                  <a:pt x="2685" y="3318"/>
                </a:lnTo>
              </a:path>
              <a:path w="21600" h="21600">
                <a:moveTo>
                  <a:pt x="3847" y="3303"/>
                </a:moveTo>
                <a:lnTo>
                  <a:pt x="3774" y="3324"/>
                </a:lnTo>
                <a:lnTo>
                  <a:pt x="3852" y="3391"/>
                </a:lnTo>
                <a:lnTo>
                  <a:pt x="3908" y="3398"/>
                </a:lnTo>
                <a:lnTo>
                  <a:pt x="3954" y="3381"/>
                </a:lnTo>
              </a:path>
              <a:path w="21600" h="21600">
                <a:moveTo>
                  <a:pt x="5090" y="3296"/>
                </a:moveTo>
                <a:lnTo>
                  <a:pt x="5080" y="3315"/>
                </a:lnTo>
                <a:lnTo>
                  <a:pt x="5134" y="3355"/>
                </a:lnTo>
                <a:lnTo>
                  <a:pt x="5208" y="3408"/>
                </a:lnTo>
                <a:lnTo>
                  <a:pt x="5229" y="3367"/>
                </a:lnTo>
              </a:path>
              <a:path w="21600" h="21600">
                <a:moveTo>
                  <a:pt x="2580" y="3293"/>
                </a:moveTo>
                <a:lnTo>
                  <a:pt x="2586" y="3319"/>
                </a:lnTo>
                <a:lnTo>
                  <a:pt x="2588" y="3319"/>
                </a:lnTo>
                <a:lnTo>
                  <a:pt x="2591" y="3301"/>
                </a:lnTo>
              </a:path>
              <a:path w="21600" h="21600">
                <a:moveTo>
                  <a:pt x="3312" y="3285"/>
                </a:moveTo>
                <a:lnTo>
                  <a:pt x="3311" y="3286"/>
                </a:lnTo>
                <a:lnTo>
                  <a:pt x="3313" y="3285"/>
                </a:lnTo>
              </a:path>
              <a:path w="21600" h="21600">
                <a:moveTo>
                  <a:pt x="765" y="3281"/>
                </a:moveTo>
                <a:lnTo>
                  <a:pt x="864" y="3377"/>
                </a:lnTo>
                <a:lnTo>
                  <a:pt x="1125" y="3287"/>
                </a:lnTo>
              </a:path>
              <a:path w="21600" h="21600">
                <a:moveTo>
                  <a:pt x="3979" y="3278"/>
                </a:moveTo>
                <a:lnTo>
                  <a:pt x="3902" y="3289"/>
                </a:lnTo>
                <a:lnTo>
                  <a:pt x="4003" y="3364"/>
                </a:lnTo>
                <a:lnTo>
                  <a:pt x="4051" y="3346"/>
                </a:lnTo>
                <a:lnTo>
                  <a:pt x="4062" y="3338"/>
                </a:lnTo>
              </a:path>
              <a:path w="21600" h="21600">
                <a:moveTo>
                  <a:pt x="1919" y="3277"/>
                </a:moveTo>
                <a:lnTo>
                  <a:pt x="1904" y="3344"/>
                </a:lnTo>
                <a:lnTo>
                  <a:pt x="1930" y="3335"/>
                </a:lnTo>
              </a:path>
              <a:path w="21600" h="21600">
                <a:moveTo>
                  <a:pt x="4401" y="3276"/>
                </a:moveTo>
                <a:lnTo>
                  <a:pt x="4468" y="3325"/>
                </a:lnTo>
                <a:lnTo>
                  <a:pt x="4497" y="3303"/>
                </a:lnTo>
                <a:lnTo>
                  <a:pt x="4401" y="3276"/>
                </a:lnTo>
              </a:path>
              <a:path w="21600" h="21600">
                <a:moveTo>
                  <a:pt x="2962" y="3271"/>
                </a:moveTo>
                <a:lnTo>
                  <a:pt x="2948" y="3273"/>
                </a:lnTo>
                <a:lnTo>
                  <a:pt x="2969" y="3276"/>
                </a:lnTo>
              </a:path>
              <a:path w="21600" h="21600">
                <a:moveTo>
                  <a:pt x="414" y="3259"/>
                </a:moveTo>
                <a:lnTo>
                  <a:pt x="354" y="3281"/>
                </a:lnTo>
                <a:lnTo>
                  <a:pt x="328" y="3294"/>
                </a:lnTo>
                <a:lnTo>
                  <a:pt x="526" y="3510"/>
                </a:lnTo>
                <a:lnTo>
                  <a:pt x="595" y="3469"/>
                </a:lnTo>
                <a:lnTo>
                  <a:pt x="785" y="3404"/>
                </a:lnTo>
                <a:lnTo>
                  <a:pt x="698" y="3279"/>
                </a:lnTo>
                <a:lnTo>
                  <a:pt x="537" y="3277"/>
                </a:lnTo>
              </a:path>
              <a:path w="21600" h="21600">
                <a:moveTo>
                  <a:pt x="2086" y="3254"/>
                </a:moveTo>
                <a:lnTo>
                  <a:pt x="2099" y="3309"/>
                </a:lnTo>
                <a:lnTo>
                  <a:pt x="2161" y="3300"/>
                </a:lnTo>
                <a:lnTo>
                  <a:pt x="2139" y="3288"/>
                </a:lnTo>
              </a:path>
              <a:path w="21600" h="21600">
                <a:moveTo>
                  <a:pt x="3103" y="3254"/>
                </a:moveTo>
                <a:lnTo>
                  <a:pt x="3026" y="3263"/>
                </a:lnTo>
                <a:lnTo>
                  <a:pt x="3026" y="3266"/>
                </a:lnTo>
                <a:lnTo>
                  <a:pt x="3056" y="3288"/>
                </a:lnTo>
                <a:lnTo>
                  <a:pt x="3170" y="3303"/>
                </a:lnTo>
              </a:path>
              <a:path w="21600" h="21600">
                <a:moveTo>
                  <a:pt x="4991" y="3249"/>
                </a:moveTo>
                <a:lnTo>
                  <a:pt x="5044" y="3288"/>
                </a:lnTo>
                <a:lnTo>
                  <a:pt x="5051" y="3276"/>
                </a:lnTo>
                <a:lnTo>
                  <a:pt x="5018" y="3258"/>
                </a:lnTo>
              </a:path>
              <a:path w="21600" h="21600">
                <a:moveTo>
                  <a:pt x="4826" y="3248"/>
                </a:moveTo>
                <a:lnTo>
                  <a:pt x="4748" y="3249"/>
                </a:lnTo>
                <a:cubicBezTo>
                  <a:pt x="4758" y="3255"/>
                  <a:pt x="4769" y="3262"/>
                  <a:pt x="4779" y="3269"/>
                </a:cubicBezTo>
                <a:lnTo>
                  <a:pt x="4803" y="3285"/>
                </a:lnTo>
              </a:path>
              <a:path w="21600" h="21600">
                <a:moveTo>
                  <a:pt x="4917" y="3247"/>
                </a:moveTo>
                <a:lnTo>
                  <a:pt x="4876" y="3248"/>
                </a:lnTo>
                <a:lnTo>
                  <a:pt x="4838" y="3309"/>
                </a:lnTo>
                <a:lnTo>
                  <a:pt x="4962" y="3394"/>
                </a:lnTo>
                <a:lnTo>
                  <a:pt x="4979" y="3401"/>
                </a:lnTo>
                <a:lnTo>
                  <a:pt x="5022" y="3326"/>
                </a:lnTo>
              </a:path>
              <a:path w="21600" h="21600">
                <a:moveTo>
                  <a:pt x="4265" y="3247"/>
                </a:moveTo>
                <a:lnTo>
                  <a:pt x="4216" y="3282"/>
                </a:lnTo>
                <a:lnTo>
                  <a:pt x="4376" y="3396"/>
                </a:lnTo>
                <a:lnTo>
                  <a:pt x="4431" y="3354"/>
                </a:lnTo>
              </a:path>
              <a:path w="21600" h="21600">
                <a:moveTo>
                  <a:pt x="4079" y="3246"/>
                </a:moveTo>
                <a:lnTo>
                  <a:pt x="4034" y="3263"/>
                </a:lnTo>
                <a:lnTo>
                  <a:pt x="4034" y="3263"/>
                </a:lnTo>
                <a:lnTo>
                  <a:pt x="4100" y="3311"/>
                </a:lnTo>
                <a:lnTo>
                  <a:pt x="4135" y="3285"/>
                </a:lnTo>
              </a:path>
              <a:path w="21600" h="21600">
                <a:moveTo>
                  <a:pt x="5068" y="3246"/>
                </a:moveTo>
                <a:lnTo>
                  <a:pt x="5033" y="3246"/>
                </a:lnTo>
                <a:lnTo>
                  <a:pt x="5061" y="3259"/>
                </a:lnTo>
              </a:path>
              <a:path w="21600" h="21600">
                <a:moveTo>
                  <a:pt x="5187" y="3245"/>
                </a:moveTo>
                <a:lnTo>
                  <a:pt x="5119" y="3245"/>
                </a:lnTo>
                <a:lnTo>
                  <a:pt x="5101" y="3277"/>
                </a:lnTo>
                <a:lnTo>
                  <a:pt x="5237" y="3337"/>
                </a:lnTo>
                <a:lnTo>
                  <a:pt x="5241" y="3291"/>
                </a:lnTo>
              </a:path>
              <a:path w="21600" h="21600">
                <a:moveTo>
                  <a:pt x="5313" y="3244"/>
                </a:moveTo>
                <a:lnTo>
                  <a:pt x="5291" y="3244"/>
                </a:lnTo>
                <a:lnTo>
                  <a:pt x="5288" y="3272"/>
                </a:lnTo>
                <a:lnTo>
                  <a:pt x="5381" y="3350"/>
                </a:lnTo>
                <a:lnTo>
                  <a:pt x="5384" y="3297"/>
                </a:lnTo>
                <a:lnTo>
                  <a:pt x="5341" y="3258"/>
                </a:lnTo>
              </a:path>
              <a:path w="21600" h="21600">
                <a:moveTo>
                  <a:pt x="5456" y="3242"/>
                </a:moveTo>
                <a:lnTo>
                  <a:pt x="5431" y="3243"/>
                </a:lnTo>
                <a:lnTo>
                  <a:pt x="5429" y="3277"/>
                </a:lnTo>
                <a:lnTo>
                  <a:pt x="5511" y="3351"/>
                </a:lnTo>
                <a:lnTo>
                  <a:pt x="5512" y="3296"/>
                </a:lnTo>
              </a:path>
              <a:path w="21600" h="21600">
                <a:moveTo>
                  <a:pt x="4626" y="3242"/>
                </a:moveTo>
                <a:lnTo>
                  <a:pt x="4599" y="3282"/>
                </a:lnTo>
                <a:lnTo>
                  <a:pt x="4590" y="3288"/>
                </a:lnTo>
                <a:lnTo>
                  <a:pt x="4771" y="3336"/>
                </a:lnTo>
                <a:lnTo>
                  <a:pt x="4780" y="3322"/>
                </a:lnTo>
                <a:lnTo>
                  <a:pt x="4753" y="3303"/>
                </a:lnTo>
                <a:cubicBezTo>
                  <a:pt x="4721" y="3283"/>
                  <a:pt x="4690" y="3263"/>
                  <a:pt x="4660" y="3244"/>
                </a:cubicBezTo>
              </a:path>
              <a:path w="21600" h="21600">
                <a:moveTo>
                  <a:pt x="278" y="3240"/>
                </a:moveTo>
                <a:lnTo>
                  <a:pt x="298" y="3261"/>
                </a:lnTo>
                <a:lnTo>
                  <a:pt x="326" y="3246"/>
                </a:lnTo>
              </a:path>
              <a:path w="21600" h="21600">
                <a:moveTo>
                  <a:pt x="2259" y="3237"/>
                </a:moveTo>
                <a:lnTo>
                  <a:pt x="2244" y="3281"/>
                </a:lnTo>
                <a:lnTo>
                  <a:pt x="2245" y="3287"/>
                </a:lnTo>
                <a:lnTo>
                  <a:pt x="2325" y="3275"/>
                </a:lnTo>
              </a:path>
              <a:path w="21600" h="21600">
                <a:moveTo>
                  <a:pt x="1576" y="3236"/>
                </a:moveTo>
                <a:lnTo>
                  <a:pt x="1269" y="3283"/>
                </a:lnTo>
                <a:lnTo>
                  <a:pt x="1269" y="3283"/>
                </a:lnTo>
                <a:lnTo>
                  <a:pt x="1315" y="3351"/>
                </a:lnTo>
                <a:lnTo>
                  <a:pt x="1317" y="3359"/>
                </a:lnTo>
                <a:lnTo>
                  <a:pt x="1351" y="3387"/>
                </a:lnTo>
                <a:lnTo>
                  <a:pt x="1386" y="3411"/>
                </a:lnTo>
                <a:lnTo>
                  <a:pt x="1508" y="3477"/>
                </a:lnTo>
                <a:lnTo>
                  <a:pt x="1740" y="3399"/>
                </a:lnTo>
                <a:lnTo>
                  <a:pt x="1731" y="3354"/>
                </a:lnTo>
              </a:path>
              <a:path w="21600" h="21600">
                <a:moveTo>
                  <a:pt x="4509" y="3236"/>
                </a:moveTo>
                <a:lnTo>
                  <a:pt x="4549" y="3263"/>
                </a:lnTo>
                <a:lnTo>
                  <a:pt x="4564" y="3251"/>
                </a:lnTo>
                <a:lnTo>
                  <a:pt x="4572" y="3239"/>
                </a:lnTo>
              </a:path>
              <a:path w="21600" h="21600">
                <a:moveTo>
                  <a:pt x="5783" y="3233"/>
                </a:moveTo>
                <a:lnTo>
                  <a:pt x="5744" y="3240"/>
                </a:lnTo>
                <a:lnTo>
                  <a:pt x="5670" y="3240"/>
                </a:lnTo>
                <a:lnTo>
                  <a:pt x="5728" y="3370"/>
                </a:lnTo>
                <a:lnTo>
                  <a:pt x="5795" y="3478"/>
                </a:lnTo>
                <a:lnTo>
                  <a:pt x="5999" y="3475"/>
                </a:lnTo>
                <a:lnTo>
                  <a:pt x="5836" y="3304"/>
                </a:lnTo>
              </a:path>
              <a:path w="21600" h="21600">
                <a:moveTo>
                  <a:pt x="3898" y="3232"/>
                </a:moveTo>
                <a:lnTo>
                  <a:pt x="3851" y="3252"/>
                </a:lnTo>
                <a:lnTo>
                  <a:pt x="3853" y="3253"/>
                </a:lnTo>
                <a:lnTo>
                  <a:pt x="3901" y="3234"/>
                </a:lnTo>
              </a:path>
              <a:path w="21600" h="21600">
                <a:moveTo>
                  <a:pt x="3184" y="3228"/>
                </a:moveTo>
                <a:lnTo>
                  <a:pt x="3154" y="3238"/>
                </a:lnTo>
                <a:lnTo>
                  <a:pt x="3227" y="3292"/>
                </a:lnTo>
                <a:lnTo>
                  <a:pt x="3274" y="3257"/>
                </a:lnTo>
              </a:path>
              <a:path w="21600" h="21600">
                <a:moveTo>
                  <a:pt x="4364" y="3228"/>
                </a:moveTo>
                <a:lnTo>
                  <a:pt x="4457" y="3253"/>
                </a:lnTo>
                <a:lnTo>
                  <a:pt x="4424" y="3231"/>
                </a:lnTo>
              </a:path>
              <a:path w="21600" h="21600">
                <a:moveTo>
                  <a:pt x="179" y="3225"/>
                </a:moveTo>
                <a:lnTo>
                  <a:pt x="232" y="3295"/>
                </a:lnTo>
                <a:lnTo>
                  <a:pt x="258" y="3282"/>
                </a:lnTo>
                <a:lnTo>
                  <a:pt x="221" y="3242"/>
                </a:lnTo>
                <a:lnTo>
                  <a:pt x="217" y="3231"/>
                </a:lnTo>
              </a:path>
              <a:path w="21600" h="21600">
                <a:moveTo>
                  <a:pt x="4138" y="3224"/>
                </a:moveTo>
                <a:lnTo>
                  <a:pt x="4137" y="3225"/>
                </a:lnTo>
                <a:lnTo>
                  <a:pt x="4178" y="3254"/>
                </a:lnTo>
                <a:lnTo>
                  <a:pt x="4204" y="3236"/>
                </a:lnTo>
              </a:path>
              <a:path w="21600" h="21600">
                <a:moveTo>
                  <a:pt x="3396" y="3221"/>
                </a:moveTo>
                <a:lnTo>
                  <a:pt x="3376" y="3236"/>
                </a:lnTo>
                <a:lnTo>
                  <a:pt x="3424" y="3242"/>
                </a:lnTo>
              </a:path>
              <a:path w="21600" h="21600">
                <a:moveTo>
                  <a:pt x="1685" y="3219"/>
                </a:moveTo>
                <a:lnTo>
                  <a:pt x="1634" y="3227"/>
                </a:lnTo>
                <a:lnTo>
                  <a:pt x="1717" y="3290"/>
                </a:lnTo>
                <a:lnTo>
                  <a:pt x="1710" y="3257"/>
                </a:lnTo>
              </a:path>
              <a:path w="21600" h="21600">
                <a:moveTo>
                  <a:pt x="2997" y="3217"/>
                </a:moveTo>
                <a:lnTo>
                  <a:pt x="2966" y="3222"/>
                </a:lnTo>
                <a:lnTo>
                  <a:pt x="2971" y="3226"/>
                </a:lnTo>
                <a:lnTo>
                  <a:pt x="2995" y="3223"/>
                </a:lnTo>
              </a:path>
              <a:path w="21600" h="21600">
                <a:moveTo>
                  <a:pt x="3046" y="3212"/>
                </a:moveTo>
                <a:lnTo>
                  <a:pt x="3044" y="3217"/>
                </a:lnTo>
                <a:lnTo>
                  <a:pt x="3051" y="3216"/>
                </a:lnTo>
              </a:path>
              <a:path w="21600" h="21600">
                <a:moveTo>
                  <a:pt x="1752" y="3209"/>
                </a:moveTo>
                <a:lnTo>
                  <a:pt x="1733" y="3212"/>
                </a:lnTo>
                <a:lnTo>
                  <a:pt x="1750" y="3239"/>
                </a:lnTo>
              </a:path>
              <a:path w="21600" h="21600">
                <a:moveTo>
                  <a:pt x="3352" y="3199"/>
                </a:moveTo>
                <a:lnTo>
                  <a:pt x="3273" y="3202"/>
                </a:lnTo>
                <a:lnTo>
                  <a:pt x="3299" y="3221"/>
                </a:lnTo>
                <a:lnTo>
                  <a:pt x="3315" y="3226"/>
                </a:lnTo>
              </a:path>
              <a:path w="21600" h="21600">
                <a:moveTo>
                  <a:pt x="3468" y="3196"/>
                </a:moveTo>
                <a:lnTo>
                  <a:pt x="3469" y="3196"/>
                </a:lnTo>
                <a:lnTo>
                  <a:pt x="3437" y="3197"/>
                </a:lnTo>
                <a:lnTo>
                  <a:pt x="3483" y="3231"/>
                </a:lnTo>
                <a:lnTo>
                  <a:pt x="3535" y="3216"/>
                </a:lnTo>
                <a:lnTo>
                  <a:pt x="3503" y="3197"/>
                </a:lnTo>
                <a:lnTo>
                  <a:pt x="3469" y="3196"/>
                </a:lnTo>
                <a:lnTo>
                  <a:pt x="3470" y="3196"/>
                </a:lnTo>
              </a:path>
              <a:path w="21600" h="21600">
                <a:moveTo>
                  <a:pt x="1523" y="3196"/>
                </a:moveTo>
                <a:lnTo>
                  <a:pt x="1495" y="3205"/>
                </a:lnTo>
                <a:lnTo>
                  <a:pt x="1529" y="3200"/>
                </a:lnTo>
              </a:path>
              <a:path w="21600" h="21600">
                <a:moveTo>
                  <a:pt x="2718" y="3194"/>
                </a:moveTo>
                <a:lnTo>
                  <a:pt x="2720" y="3215"/>
                </a:lnTo>
                <a:lnTo>
                  <a:pt x="2742" y="3212"/>
                </a:lnTo>
              </a:path>
              <a:path w="21600" h="21600">
                <a:moveTo>
                  <a:pt x="7133" y="3193"/>
                </a:moveTo>
                <a:lnTo>
                  <a:pt x="7054" y="3245"/>
                </a:lnTo>
                <a:lnTo>
                  <a:pt x="6885" y="3311"/>
                </a:lnTo>
                <a:lnTo>
                  <a:pt x="6954" y="3453"/>
                </a:lnTo>
                <a:lnTo>
                  <a:pt x="7051" y="3589"/>
                </a:lnTo>
                <a:lnTo>
                  <a:pt x="7270" y="3503"/>
                </a:lnTo>
              </a:path>
              <a:path w="21600" h="21600">
                <a:moveTo>
                  <a:pt x="1895" y="3187"/>
                </a:moveTo>
                <a:lnTo>
                  <a:pt x="1864" y="3192"/>
                </a:lnTo>
                <a:lnTo>
                  <a:pt x="1876" y="3273"/>
                </a:lnTo>
              </a:path>
              <a:path w="21600" h="21600">
                <a:moveTo>
                  <a:pt x="616" y="3185"/>
                </a:moveTo>
                <a:lnTo>
                  <a:pt x="499" y="3228"/>
                </a:lnTo>
                <a:lnTo>
                  <a:pt x="542" y="3234"/>
                </a:lnTo>
                <a:lnTo>
                  <a:pt x="658" y="3236"/>
                </a:lnTo>
                <a:lnTo>
                  <a:pt x="624" y="3203"/>
                </a:lnTo>
              </a:path>
              <a:path w="21600" h="21600">
                <a:moveTo>
                  <a:pt x="6081" y="3185"/>
                </a:moveTo>
                <a:lnTo>
                  <a:pt x="5832" y="3225"/>
                </a:lnTo>
                <a:lnTo>
                  <a:pt x="5871" y="3277"/>
                </a:lnTo>
                <a:lnTo>
                  <a:pt x="6053" y="3468"/>
                </a:lnTo>
                <a:lnTo>
                  <a:pt x="6259" y="3436"/>
                </a:lnTo>
                <a:lnTo>
                  <a:pt x="6193" y="3359"/>
                </a:lnTo>
              </a:path>
              <a:path w="21600" h="21600">
                <a:moveTo>
                  <a:pt x="2900" y="3170"/>
                </a:moveTo>
                <a:lnTo>
                  <a:pt x="2898" y="3173"/>
                </a:lnTo>
                <a:lnTo>
                  <a:pt x="2900" y="3174"/>
                </a:lnTo>
              </a:path>
              <a:path w="21600" h="21600">
                <a:moveTo>
                  <a:pt x="1953" y="3169"/>
                </a:moveTo>
                <a:lnTo>
                  <a:pt x="1945" y="3172"/>
                </a:lnTo>
                <a:lnTo>
                  <a:pt x="1953" y="3209"/>
                </a:lnTo>
                <a:lnTo>
                  <a:pt x="1975" y="3328"/>
                </a:lnTo>
                <a:lnTo>
                  <a:pt x="2003" y="3323"/>
                </a:lnTo>
                <a:lnTo>
                  <a:pt x="2035" y="3229"/>
                </a:lnTo>
                <a:lnTo>
                  <a:pt x="2033" y="3220"/>
                </a:lnTo>
              </a:path>
              <a:path w="21600" h="21600">
                <a:moveTo>
                  <a:pt x="4297" y="3169"/>
                </a:moveTo>
                <a:lnTo>
                  <a:pt x="4274" y="3174"/>
                </a:lnTo>
                <a:lnTo>
                  <a:pt x="4259" y="3180"/>
                </a:lnTo>
                <a:lnTo>
                  <a:pt x="4281" y="3181"/>
                </a:lnTo>
              </a:path>
              <a:path w="21600" h="21600">
                <a:moveTo>
                  <a:pt x="2985" y="3168"/>
                </a:moveTo>
                <a:lnTo>
                  <a:pt x="2982" y="3176"/>
                </a:lnTo>
                <a:lnTo>
                  <a:pt x="2994" y="3174"/>
                </a:lnTo>
              </a:path>
              <a:path w="21600" h="21600">
                <a:moveTo>
                  <a:pt x="5159" y="3162"/>
                </a:moveTo>
                <a:lnTo>
                  <a:pt x="5201" y="3198"/>
                </a:lnTo>
                <a:lnTo>
                  <a:pt x="5226" y="3197"/>
                </a:lnTo>
              </a:path>
              <a:path w="21600" h="21600">
                <a:moveTo>
                  <a:pt x="2108" y="3157"/>
                </a:moveTo>
                <a:lnTo>
                  <a:pt x="2092" y="3205"/>
                </a:lnTo>
                <a:lnTo>
                  <a:pt x="2160" y="3250"/>
                </a:lnTo>
                <a:lnTo>
                  <a:pt x="2171" y="3255"/>
                </a:lnTo>
                <a:lnTo>
                  <a:pt x="2161" y="3188"/>
                </a:lnTo>
              </a:path>
              <a:path w="21600" h="21600">
                <a:moveTo>
                  <a:pt x="7874" y="3157"/>
                </a:moveTo>
                <a:lnTo>
                  <a:pt x="7599" y="3343"/>
                </a:lnTo>
                <a:lnTo>
                  <a:pt x="7710" y="3631"/>
                </a:lnTo>
                <a:lnTo>
                  <a:pt x="7730" y="3664"/>
                </a:lnTo>
                <a:lnTo>
                  <a:pt x="7962" y="3503"/>
                </a:lnTo>
                <a:lnTo>
                  <a:pt x="7880" y="3260"/>
                </a:lnTo>
              </a:path>
              <a:path w="21600" h="21600">
                <a:moveTo>
                  <a:pt x="1642" y="3155"/>
                </a:moveTo>
                <a:lnTo>
                  <a:pt x="1571" y="3179"/>
                </a:lnTo>
                <a:lnTo>
                  <a:pt x="1586" y="3191"/>
                </a:lnTo>
                <a:lnTo>
                  <a:pt x="1659" y="3180"/>
                </a:lnTo>
              </a:path>
              <a:path w="21600" h="21600">
                <a:moveTo>
                  <a:pt x="4089" y="3151"/>
                </a:moveTo>
                <a:lnTo>
                  <a:pt x="4060" y="3163"/>
                </a:lnTo>
                <a:lnTo>
                  <a:pt x="4068" y="3164"/>
                </a:lnTo>
                <a:lnTo>
                  <a:pt x="4094" y="3153"/>
                </a:lnTo>
              </a:path>
              <a:path w="21600" h="21600">
                <a:moveTo>
                  <a:pt x="2016" y="3147"/>
                </a:moveTo>
                <a:lnTo>
                  <a:pt x="2008" y="3150"/>
                </a:lnTo>
                <a:lnTo>
                  <a:pt x="2018" y="3156"/>
                </a:lnTo>
              </a:path>
              <a:path w="21600" h="21600">
                <a:moveTo>
                  <a:pt x="2657" y="3146"/>
                </a:moveTo>
                <a:lnTo>
                  <a:pt x="2650" y="3150"/>
                </a:lnTo>
                <a:lnTo>
                  <a:pt x="2658" y="3191"/>
                </a:lnTo>
                <a:lnTo>
                  <a:pt x="2655" y="3207"/>
                </a:lnTo>
                <a:lnTo>
                  <a:pt x="2663" y="3213"/>
                </a:lnTo>
                <a:lnTo>
                  <a:pt x="2676" y="3214"/>
                </a:lnTo>
                <a:lnTo>
                  <a:pt x="2671" y="3157"/>
                </a:lnTo>
              </a:path>
              <a:path w="21600" h="21600">
                <a:moveTo>
                  <a:pt x="2381" y="3141"/>
                </a:moveTo>
                <a:lnTo>
                  <a:pt x="2383" y="3153"/>
                </a:lnTo>
                <a:lnTo>
                  <a:pt x="2408" y="3162"/>
                </a:lnTo>
              </a:path>
              <a:path w="21600" h="21600">
                <a:moveTo>
                  <a:pt x="4695" y="3139"/>
                </a:moveTo>
                <a:lnTo>
                  <a:pt x="4661" y="3189"/>
                </a:lnTo>
                <a:lnTo>
                  <a:pt x="4678" y="3200"/>
                </a:lnTo>
                <a:lnTo>
                  <a:pt x="4677" y="3200"/>
                </a:lnTo>
                <a:lnTo>
                  <a:pt x="4678" y="3200"/>
                </a:lnTo>
                <a:lnTo>
                  <a:pt x="4678" y="3200"/>
                </a:lnTo>
                <a:lnTo>
                  <a:pt x="4853" y="3199"/>
                </a:lnTo>
                <a:lnTo>
                  <a:pt x="4847" y="3195"/>
                </a:lnTo>
              </a:path>
              <a:path w="21600" h="21600">
                <a:moveTo>
                  <a:pt x="4259" y="3131"/>
                </a:moveTo>
                <a:lnTo>
                  <a:pt x="4246" y="3137"/>
                </a:lnTo>
                <a:lnTo>
                  <a:pt x="4254" y="3135"/>
                </a:lnTo>
                <a:lnTo>
                  <a:pt x="4261" y="3133"/>
                </a:lnTo>
              </a:path>
              <a:path w="21600" h="21600">
                <a:moveTo>
                  <a:pt x="2062" y="3131"/>
                </a:moveTo>
                <a:lnTo>
                  <a:pt x="2059" y="3132"/>
                </a:lnTo>
                <a:lnTo>
                  <a:pt x="2062" y="3148"/>
                </a:lnTo>
                <a:lnTo>
                  <a:pt x="2067" y="3133"/>
                </a:lnTo>
              </a:path>
              <a:path w="21600" h="21600">
                <a:moveTo>
                  <a:pt x="1756" y="3130"/>
                </a:moveTo>
                <a:lnTo>
                  <a:pt x="1687" y="3141"/>
                </a:lnTo>
                <a:lnTo>
                  <a:pt x="1707" y="3173"/>
                </a:lnTo>
                <a:lnTo>
                  <a:pt x="1754" y="3166"/>
                </a:lnTo>
              </a:path>
              <a:path w="21600" h="21600">
                <a:moveTo>
                  <a:pt x="3510" y="3126"/>
                </a:moveTo>
                <a:lnTo>
                  <a:pt x="3479" y="3135"/>
                </a:lnTo>
                <a:lnTo>
                  <a:pt x="3517" y="3158"/>
                </a:lnTo>
                <a:lnTo>
                  <a:pt x="3598" y="3157"/>
                </a:lnTo>
                <a:lnTo>
                  <a:pt x="3571" y="3142"/>
                </a:lnTo>
              </a:path>
              <a:path w="21600" h="21600">
                <a:moveTo>
                  <a:pt x="4487" y="3124"/>
                </a:moveTo>
                <a:lnTo>
                  <a:pt x="4410" y="3142"/>
                </a:lnTo>
                <a:lnTo>
                  <a:pt x="4389" y="3158"/>
                </a:lnTo>
                <a:lnTo>
                  <a:pt x="4424" y="3179"/>
                </a:lnTo>
                <a:lnTo>
                  <a:pt x="4439" y="3189"/>
                </a:lnTo>
                <a:lnTo>
                  <a:pt x="4591" y="3197"/>
                </a:lnTo>
              </a:path>
              <a:path w="21600" h="21600">
                <a:moveTo>
                  <a:pt x="6386" y="3119"/>
                </a:moveTo>
                <a:lnTo>
                  <a:pt x="6310" y="3148"/>
                </a:lnTo>
                <a:lnTo>
                  <a:pt x="6130" y="3177"/>
                </a:lnTo>
                <a:lnTo>
                  <a:pt x="6231" y="3334"/>
                </a:lnTo>
                <a:lnTo>
                  <a:pt x="6312" y="3427"/>
                </a:lnTo>
                <a:lnTo>
                  <a:pt x="6538" y="3392"/>
                </a:lnTo>
              </a:path>
              <a:path w="21600" h="21600">
                <a:moveTo>
                  <a:pt x="3082" y="3115"/>
                </a:moveTo>
                <a:lnTo>
                  <a:pt x="3070" y="3146"/>
                </a:lnTo>
                <a:lnTo>
                  <a:pt x="3123" y="3163"/>
                </a:lnTo>
                <a:lnTo>
                  <a:pt x="3147" y="3163"/>
                </a:lnTo>
              </a:path>
              <a:path w="21600" h="21600">
                <a:moveTo>
                  <a:pt x="1865" y="3113"/>
                </a:moveTo>
                <a:lnTo>
                  <a:pt x="1854" y="3114"/>
                </a:lnTo>
                <a:lnTo>
                  <a:pt x="1859" y="3150"/>
                </a:lnTo>
                <a:lnTo>
                  <a:pt x="1893" y="3144"/>
                </a:lnTo>
                <a:lnTo>
                  <a:pt x="1890" y="3129"/>
                </a:lnTo>
              </a:path>
              <a:path w="21600" h="21600">
                <a:moveTo>
                  <a:pt x="5517" y="3112"/>
                </a:moveTo>
                <a:lnTo>
                  <a:pt x="5525" y="3142"/>
                </a:lnTo>
                <a:lnTo>
                  <a:pt x="5546" y="3164"/>
                </a:lnTo>
                <a:lnTo>
                  <a:pt x="5538" y="3138"/>
                </a:lnTo>
              </a:path>
              <a:path w="21600" h="21600">
                <a:moveTo>
                  <a:pt x="2597" y="3109"/>
                </a:moveTo>
                <a:lnTo>
                  <a:pt x="2546" y="3113"/>
                </a:lnTo>
                <a:lnTo>
                  <a:pt x="2545" y="3115"/>
                </a:lnTo>
                <a:lnTo>
                  <a:pt x="2547" y="3126"/>
                </a:lnTo>
                <a:lnTo>
                  <a:pt x="2578" y="3149"/>
                </a:lnTo>
                <a:lnTo>
                  <a:pt x="2602" y="3133"/>
                </a:lnTo>
              </a:path>
              <a:path w="21600" h="21600">
                <a:moveTo>
                  <a:pt x="2856" y="3105"/>
                </a:moveTo>
                <a:lnTo>
                  <a:pt x="2854" y="3141"/>
                </a:lnTo>
                <a:lnTo>
                  <a:pt x="2866" y="3150"/>
                </a:lnTo>
                <a:lnTo>
                  <a:pt x="2891" y="3121"/>
                </a:lnTo>
              </a:path>
              <a:path w="21600" h="21600">
                <a:moveTo>
                  <a:pt x="4208" y="3101"/>
                </a:moveTo>
                <a:lnTo>
                  <a:pt x="4139" y="3130"/>
                </a:lnTo>
                <a:lnTo>
                  <a:pt x="4143" y="3132"/>
                </a:lnTo>
                <a:lnTo>
                  <a:pt x="4210" y="3102"/>
                </a:lnTo>
              </a:path>
              <a:path w="21600" h="21600">
                <a:moveTo>
                  <a:pt x="2421" y="3101"/>
                </a:moveTo>
                <a:lnTo>
                  <a:pt x="2483" y="3135"/>
                </a:lnTo>
                <a:lnTo>
                  <a:pt x="2485" y="3132"/>
                </a:lnTo>
                <a:lnTo>
                  <a:pt x="2448" y="3103"/>
                </a:lnTo>
              </a:path>
              <a:path w="21600" h="21600">
                <a:moveTo>
                  <a:pt x="2728" y="3101"/>
                </a:moveTo>
                <a:lnTo>
                  <a:pt x="2721" y="3101"/>
                </a:lnTo>
                <a:lnTo>
                  <a:pt x="2711" y="3108"/>
                </a:lnTo>
                <a:lnTo>
                  <a:pt x="2713" y="3134"/>
                </a:lnTo>
                <a:lnTo>
                  <a:pt x="2801" y="3203"/>
                </a:lnTo>
                <a:lnTo>
                  <a:pt x="2806" y="3202"/>
                </a:lnTo>
                <a:lnTo>
                  <a:pt x="2808" y="3159"/>
                </a:lnTo>
              </a:path>
              <a:path w="21600" h="21600">
                <a:moveTo>
                  <a:pt x="4589" y="3100"/>
                </a:moveTo>
                <a:lnTo>
                  <a:pt x="4547" y="3110"/>
                </a:lnTo>
                <a:lnTo>
                  <a:pt x="4624" y="3163"/>
                </a:lnTo>
                <a:lnTo>
                  <a:pt x="4651" y="3123"/>
                </a:lnTo>
              </a:path>
              <a:path w="21600" h="21600">
                <a:moveTo>
                  <a:pt x="3811" y="3099"/>
                </a:moveTo>
                <a:lnTo>
                  <a:pt x="3787" y="3116"/>
                </a:lnTo>
                <a:lnTo>
                  <a:pt x="3834" y="3124"/>
                </a:lnTo>
                <a:lnTo>
                  <a:pt x="3849" y="3118"/>
                </a:lnTo>
              </a:path>
              <a:path w="21600" h="21600">
                <a:moveTo>
                  <a:pt x="2200" y="3099"/>
                </a:moveTo>
                <a:lnTo>
                  <a:pt x="2203" y="3110"/>
                </a:lnTo>
                <a:lnTo>
                  <a:pt x="2225" y="3125"/>
                </a:lnTo>
                <a:lnTo>
                  <a:pt x="2246" y="3131"/>
                </a:lnTo>
              </a:path>
              <a:path w="21600" h="21600">
                <a:moveTo>
                  <a:pt x="2323" y="3098"/>
                </a:moveTo>
                <a:lnTo>
                  <a:pt x="2312" y="3124"/>
                </a:lnTo>
                <a:lnTo>
                  <a:pt x="2333" y="3139"/>
                </a:lnTo>
                <a:lnTo>
                  <a:pt x="2325" y="3099"/>
                </a:lnTo>
              </a:path>
              <a:path w="21600" h="21600">
                <a:moveTo>
                  <a:pt x="4337" y="3098"/>
                </a:moveTo>
                <a:lnTo>
                  <a:pt x="4309" y="3110"/>
                </a:lnTo>
                <a:lnTo>
                  <a:pt x="4315" y="3114"/>
                </a:lnTo>
                <a:lnTo>
                  <a:pt x="4355" y="3099"/>
                </a:lnTo>
              </a:path>
              <a:path w="21600" h="21600">
                <a:moveTo>
                  <a:pt x="5306" y="3097"/>
                </a:moveTo>
                <a:lnTo>
                  <a:pt x="5297" y="3185"/>
                </a:lnTo>
                <a:lnTo>
                  <a:pt x="5320" y="3197"/>
                </a:lnTo>
                <a:lnTo>
                  <a:pt x="5390" y="3197"/>
                </a:lnTo>
                <a:lnTo>
                  <a:pt x="5391" y="3179"/>
                </a:lnTo>
              </a:path>
              <a:path w="21600" h="21600">
                <a:moveTo>
                  <a:pt x="4725" y="3096"/>
                </a:moveTo>
                <a:lnTo>
                  <a:pt x="4718" y="3105"/>
                </a:lnTo>
                <a:lnTo>
                  <a:pt x="4756" y="3122"/>
                </a:lnTo>
              </a:path>
              <a:path w="21600" h="21600">
                <a:moveTo>
                  <a:pt x="2812" y="3095"/>
                </a:moveTo>
                <a:lnTo>
                  <a:pt x="2793" y="3096"/>
                </a:lnTo>
                <a:lnTo>
                  <a:pt x="2811" y="3109"/>
                </a:lnTo>
              </a:path>
              <a:path w="21600" h="21600">
                <a:moveTo>
                  <a:pt x="1995" y="3092"/>
                </a:moveTo>
                <a:lnTo>
                  <a:pt x="1960" y="3097"/>
                </a:lnTo>
                <a:lnTo>
                  <a:pt x="1956" y="3115"/>
                </a:lnTo>
                <a:lnTo>
                  <a:pt x="1964" y="3121"/>
                </a:lnTo>
                <a:lnTo>
                  <a:pt x="2007" y="3106"/>
                </a:lnTo>
                <a:lnTo>
                  <a:pt x="2005" y="3097"/>
                </a:lnTo>
              </a:path>
              <a:path w="21600" h="21600">
                <a:moveTo>
                  <a:pt x="9776" y="3087"/>
                </a:moveTo>
                <a:lnTo>
                  <a:pt x="9694" y="3234"/>
                </a:lnTo>
                <a:cubicBezTo>
                  <a:pt x="9668" y="3279"/>
                  <a:pt x="9643" y="3325"/>
                  <a:pt x="9616" y="3372"/>
                </a:cubicBezTo>
                <a:lnTo>
                  <a:pt x="9464" y="3627"/>
                </a:lnTo>
                <a:lnTo>
                  <a:pt x="9526" y="3945"/>
                </a:lnTo>
                <a:lnTo>
                  <a:pt x="9566" y="4047"/>
                </a:lnTo>
                <a:lnTo>
                  <a:pt x="9614" y="3989"/>
                </a:lnTo>
                <a:lnTo>
                  <a:pt x="9789" y="3679"/>
                </a:lnTo>
                <a:lnTo>
                  <a:pt x="9751" y="3453"/>
                </a:lnTo>
              </a:path>
              <a:path w="21600" h="21600">
                <a:moveTo>
                  <a:pt x="3633" y="3087"/>
                </a:moveTo>
                <a:lnTo>
                  <a:pt x="3627" y="3088"/>
                </a:lnTo>
                <a:lnTo>
                  <a:pt x="3639" y="3090"/>
                </a:lnTo>
              </a:path>
              <a:path w="21600" h="21600">
                <a:moveTo>
                  <a:pt x="2254" y="3083"/>
                </a:moveTo>
                <a:lnTo>
                  <a:pt x="2273" y="3096"/>
                </a:lnTo>
                <a:lnTo>
                  <a:pt x="2278" y="3085"/>
                </a:lnTo>
              </a:path>
              <a:path w="21600" h="21600">
                <a:moveTo>
                  <a:pt x="4683" y="3076"/>
                </a:moveTo>
                <a:lnTo>
                  <a:pt x="4662" y="3080"/>
                </a:lnTo>
                <a:lnTo>
                  <a:pt x="4676" y="3086"/>
                </a:lnTo>
              </a:path>
              <a:path w="21600" h="21600">
                <a:moveTo>
                  <a:pt x="3013" y="3073"/>
                </a:moveTo>
                <a:lnTo>
                  <a:pt x="2999" y="3122"/>
                </a:lnTo>
                <a:lnTo>
                  <a:pt x="3028" y="3132"/>
                </a:lnTo>
                <a:lnTo>
                  <a:pt x="3041" y="3099"/>
                </a:lnTo>
                <a:lnTo>
                  <a:pt x="3039" y="3088"/>
                </a:lnTo>
              </a:path>
              <a:path w="21600" h="21600">
                <a:moveTo>
                  <a:pt x="4987" y="3071"/>
                </a:moveTo>
                <a:lnTo>
                  <a:pt x="4913" y="3190"/>
                </a:lnTo>
                <a:lnTo>
                  <a:pt x="4921" y="3196"/>
                </a:lnTo>
                <a:lnTo>
                  <a:pt x="4928" y="3199"/>
                </a:lnTo>
                <a:lnTo>
                  <a:pt x="5095" y="3198"/>
                </a:lnTo>
                <a:lnTo>
                  <a:pt x="5100" y="3190"/>
                </a:lnTo>
                <a:lnTo>
                  <a:pt x="5102" y="3171"/>
                </a:lnTo>
                <a:lnTo>
                  <a:pt x="5019" y="3088"/>
                </a:lnTo>
              </a:path>
              <a:path w="21600" h="21600">
                <a:moveTo>
                  <a:pt x="9394" y="3067"/>
                </a:moveTo>
                <a:lnTo>
                  <a:pt x="9359" y="3126"/>
                </a:lnTo>
                <a:cubicBezTo>
                  <a:pt x="9291" y="3242"/>
                  <a:pt x="9221" y="3363"/>
                  <a:pt x="9137" y="3479"/>
                </a:cubicBezTo>
                <a:lnTo>
                  <a:pt x="9084" y="3537"/>
                </a:lnTo>
                <a:lnTo>
                  <a:pt x="9161" y="3883"/>
                </a:lnTo>
                <a:lnTo>
                  <a:pt x="9179" y="3925"/>
                </a:lnTo>
                <a:lnTo>
                  <a:pt x="9356" y="3721"/>
                </a:lnTo>
                <a:lnTo>
                  <a:pt x="9416" y="3620"/>
                </a:lnTo>
                <a:lnTo>
                  <a:pt x="9377" y="3415"/>
                </a:lnTo>
              </a:path>
              <a:path w="21600" h="21600">
                <a:moveTo>
                  <a:pt x="10160" y="3067"/>
                </a:moveTo>
                <a:lnTo>
                  <a:pt x="10105" y="3175"/>
                </a:lnTo>
                <a:cubicBezTo>
                  <a:pt x="10054" y="3275"/>
                  <a:pt x="10001" y="3379"/>
                  <a:pt x="9943" y="3488"/>
                </a:cubicBezTo>
                <a:cubicBezTo>
                  <a:pt x="9921" y="3529"/>
                  <a:pt x="9899" y="3572"/>
                  <a:pt x="9877" y="3615"/>
                </a:cubicBezTo>
                <a:lnTo>
                  <a:pt x="9836" y="3687"/>
                </a:lnTo>
                <a:lnTo>
                  <a:pt x="9890" y="4008"/>
                </a:lnTo>
                <a:lnTo>
                  <a:pt x="9935" y="4136"/>
                </a:lnTo>
                <a:lnTo>
                  <a:pt x="10093" y="3840"/>
                </a:lnTo>
                <a:cubicBezTo>
                  <a:pt x="10112" y="3801"/>
                  <a:pt x="10131" y="3763"/>
                  <a:pt x="10149" y="3725"/>
                </a:cubicBezTo>
                <a:lnTo>
                  <a:pt x="10156" y="3711"/>
                </a:lnTo>
                <a:lnTo>
                  <a:pt x="10125" y="3491"/>
                </a:lnTo>
              </a:path>
              <a:path w="21600" h="21600">
                <a:moveTo>
                  <a:pt x="3217" y="3065"/>
                </a:moveTo>
                <a:lnTo>
                  <a:pt x="3335" y="3134"/>
                </a:lnTo>
                <a:lnTo>
                  <a:pt x="3377" y="3121"/>
                </a:lnTo>
                <a:lnTo>
                  <a:pt x="3308" y="3080"/>
                </a:lnTo>
                <a:lnTo>
                  <a:pt x="3219" y="3065"/>
                </a:lnTo>
              </a:path>
              <a:path w="21600" h="21600">
                <a:moveTo>
                  <a:pt x="4314" y="3057"/>
                </a:moveTo>
                <a:lnTo>
                  <a:pt x="4312" y="3058"/>
                </a:lnTo>
                <a:lnTo>
                  <a:pt x="4312" y="3058"/>
                </a:lnTo>
              </a:path>
              <a:path w="21600" h="21600">
                <a:moveTo>
                  <a:pt x="3721" y="3055"/>
                </a:moveTo>
                <a:lnTo>
                  <a:pt x="3708" y="3063"/>
                </a:lnTo>
                <a:lnTo>
                  <a:pt x="3692" y="3068"/>
                </a:lnTo>
                <a:lnTo>
                  <a:pt x="3741" y="3095"/>
                </a:lnTo>
                <a:lnTo>
                  <a:pt x="3767" y="3077"/>
                </a:lnTo>
              </a:path>
              <a:path w="21600" h="21600">
                <a:moveTo>
                  <a:pt x="974" y="3055"/>
                </a:moveTo>
                <a:lnTo>
                  <a:pt x="665" y="3167"/>
                </a:lnTo>
                <a:lnTo>
                  <a:pt x="687" y="3188"/>
                </a:lnTo>
                <a:lnTo>
                  <a:pt x="721" y="3237"/>
                </a:lnTo>
                <a:lnTo>
                  <a:pt x="1121" y="3244"/>
                </a:lnTo>
                <a:lnTo>
                  <a:pt x="1025" y="3161"/>
                </a:lnTo>
              </a:path>
              <a:path w="21600" h="21600">
                <a:moveTo>
                  <a:pt x="1921" y="3049"/>
                </a:moveTo>
                <a:lnTo>
                  <a:pt x="1922" y="3056"/>
                </a:lnTo>
                <a:lnTo>
                  <a:pt x="1923" y="3060"/>
                </a:lnTo>
                <a:lnTo>
                  <a:pt x="1925" y="3059"/>
                </a:lnTo>
                <a:lnTo>
                  <a:pt x="1926" y="3052"/>
                </a:lnTo>
              </a:path>
              <a:path w="21600" h="21600">
                <a:moveTo>
                  <a:pt x="2720" y="3043"/>
                </a:moveTo>
                <a:lnTo>
                  <a:pt x="2726" y="3047"/>
                </a:lnTo>
                <a:lnTo>
                  <a:pt x="2727" y="3046"/>
                </a:lnTo>
              </a:path>
              <a:path w="21600" h="21600">
                <a:moveTo>
                  <a:pt x="3084" y="3040"/>
                </a:moveTo>
                <a:lnTo>
                  <a:pt x="3078" y="3042"/>
                </a:lnTo>
                <a:lnTo>
                  <a:pt x="3081" y="3060"/>
                </a:lnTo>
                <a:lnTo>
                  <a:pt x="3087" y="3064"/>
                </a:lnTo>
                <a:lnTo>
                  <a:pt x="3220" y="3162"/>
                </a:lnTo>
                <a:lnTo>
                  <a:pt x="3249" y="3162"/>
                </a:lnTo>
                <a:lnTo>
                  <a:pt x="3279" y="3152"/>
                </a:lnTo>
                <a:lnTo>
                  <a:pt x="3090" y="3041"/>
                </a:lnTo>
              </a:path>
              <a:path w="21600" h="21600">
                <a:moveTo>
                  <a:pt x="1017" y="3039"/>
                </a:moveTo>
                <a:lnTo>
                  <a:pt x="1014" y="3040"/>
                </a:lnTo>
                <a:lnTo>
                  <a:pt x="1063" y="3140"/>
                </a:lnTo>
                <a:lnTo>
                  <a:pt x="1186" y="3246"/>
                </a:lnTo>
                <a:lnTo>
                  <a:pt x="1191" y="3246"/>
                </a:lnTo>
                <a:lnTo>
                  <a:pt x="1105" y="3121"/>
                </a:lnTo>
              </a:path>
              <a:path w="21600" h="21600">
                <a:moveTo>
                  <a:pt x="3867" y="3038"/>
                </a:moveTo>
                <a:lnTo>
                  <a:pt x="3852" y="3070"/>
                </a:lnTo>
                <a:lnTo>
                  <a:pt x="3850" y="3071"/>
                </a:lnTo>
                <a:lnTo>
                  <a:pt x="3907" y="3100"/>
                </a:lnTo>
                <a:lnTo>
                  <a:pt x="3960" y="3084"/>
                </a:lnTo>
                <a:lnTo>
                  <a:pt x="3877" y="3040"/>
                </a:lnTo>
              </a:path>
              <a:path w="21600" h="21600">
                <a:moveTo>
                  <a:pt x="2356" y="3034"/>
                </a:moveTo>
                <a:lnTo>
                  <a:pt x="2360" y="3050"/>
                </a:lnTo>
                <a:lnTo>
                  <a:pt x="2380" y="3052"/>
                </a:lnTo>
              </a:path>
              <a:path w="21600" h="21600">
                <a:moveTo>
                  <a:pt x="148" y="3032"/>
                </a:moveTo>
                <a:lnTo>
                  <a:pt x="93" y="3052"/>
                </a:lnTo>
                <a:lnTo>
                  <a:pt x="28" y="3087"/>
                </a:lnTo>
                <a:lnTo>
                  <a:pt x="122" y="3171"/>
                </a:lnTo>
                <a:lnTo>
                  <a:pt x="122" y="3170"/>
                </a:lnTo>
                <a:cubicBezTo>
                  <a:pt x="136" y="3173"/>
                  <a:pt x="150" y="3176"/>
                  <a:pt x="164" y="3179"/>
                </a:cubicBezTo>
                <a:lnTo>
                  <a:pt x="201" y="3184"/>
                </a:lnTo>
              </a:path>
              <a:path w="21600" h="21600">
                <a:moveTo>
                  <a:pt x="2626" y="3026"/>
                </a:moveTo>
                <a:lnTo>
                  <a:pt x="2633" y="3063"/>
                </a:lnTo>
                <a:lnTo>
                  <a:pt x="2663" y="3061"/>
                </a:lnTo>
                <a:lnTo>
                  <a:pt x="2662" y="3053"/>
                </a:lnTo>
              </a:path>
              <a:path w="21600" h="21600">
                <a:moveTo>
                  <a:pt x="3501" y="3026"/>
                </a:moveTo>
                <a:lnTo>
                  <a:pt x="3493" y="3046"/>
                </a:lnTo>
                <a:lnTo>
                  <a:pt x="3536" y="3071"/>
                </a:lnTo>
                <a:lnTo>
                  <a:pt x="3575" y="3059"/>
                </a:lnTo>
              </a:path>
              <a:path w="21600" h="21600">
                <a:moveTo>
                  <a:pt x="4637" y="3024"/>
                </a:moveTo>
                <a:lnTo>
                  <a:pt x="4583" y="3048"/>
                </a:lnTo>
                <a:lnTo>
                  <a:pt x="4630" y="3038"/>
                </a:lnTo>
                <a:lnTo>
                  <a:pt x="4646" y="3031"/>
                </a:lnTo>
              </a:path>
              <a:path w="21600" h="21600">
                <a:moveTo>
                  <a:pt x="4893" y="3022"/>
                </a:moveTo>
                <a:lnTo>
                  <a:pt x="4824" y="3048"/>
                </a:lnTo>
                <a:lnTo>
                  <a:pt x="4752" y="3062"/>
                </a:lnTo>
                <a:lnTo>
                  <a:pt x="4850" y="3143"/>
                </a:lnTo>
                <a:lnTo>
                  <a:pt x="4879" y="3164"/>
                </a:lnTo>
                <a:lnTo>
                  <a:pt x="4949" y="3051"/>
                </a:lnTo>
              </a:path>
              <a:path w="21600" h="21600">
                <a:moveTo>
                  <a:pt x="3779" y="3018"/>
                </a:moveTo>
                <a:lnTo>
                  <a:pt x="3764" y="3027"/>
                </a:lnTo>
                <a:lnTo>
                  <a:pt x="3807" y="3049"/>
                </a:lnTo>
                <a:lnTo>
                  <a:pt x="3817" y="3042"/>
                </a:lnTo>
                <a:lnTo>
                  <a:pt x="3823" y="3028"/>
                </a:lnTo>
              </a:path>
              <a:path w="21600" h="21600">
                <a:moveTo>
                  <a:pt x="1860" y="3014"/>
                </a:moveTo>
                <a:lnTo>
                  <a:pt x="1855" y="3048"/>
                </a:lnTo>
                <a:lnTo>
                  <a:pt x="1855" y="3048"/>
                </a:lnTo>
                <a:lnTo>
                  <a:pt x="1855" y="3049"/>
                </a:lnTo>
                <a:lnTo>
                  <a:pt x="1855" y="3048"/>
                </a:lnTo>
                <a:lnTo>
                  <a:pt x="1877" y="3063"/>
                </a:lnTo>
                <a:lnTo>
                  <a:pt x="1869" y="3019"/>
                </a:lnTo>
                <a:lnTo>
                  <a:pt x="1867" y="3018"/>
                </a:lnTo>
              </a:path>
              <a:path w="21600" h="21600">
                <a:moveTo>
                  <a:pt x="2481" y="3014"/>
                </a:moveTo>
                <a:lnTo>
                  <a:pt x="2413" y="3025"/>
                </a:lnTo>
                <a:lnTo>
                  <a:pt x="2461" y="3061"/>
                </a:lnTo>
                <a:lnTo>
                  <a:pt x="2491" y="3064"/>
                </a:lnTo>
                <a:lnTo>
                  <a:pt x="2481" y="3014"/>
                </a:lnTo>
              </a:path>
              <a:path w="21600" h="21600">
                <a:moveTo>
                  <a:pt x="9012" y="3012"/>
                </a:moveTo>
                <a:lnTo>
                  <a:pt x="8879" y="3213"/>
                </a:lnTo>
                <a:lnTo>
                  <a:pt x="8693" y="3412"/>
                </a:lnTo>
                <a:lnTo>
                  <a:pt x="8792" y="3795"/>
                </a:lnTo>
                <a:lnTo>
                  <a:pt x="9035" y="3525"/>
                </a:lnTo>
                <a:lnTo>
                  <a:pt x="9002" y="3375"/>
                </a:lnTo>
              </a:path>
              <a:path w="21600" h="21600">
                <a:moveTo>
                  <a:pt x="4214" y="3006"/>
                </a:moveTo>
                <a:lnTo>
                  <a:pt x="4212" y="3008"/>
                </a:lnTo>
                <a:lnTo>
                  <a:pt x="4215" y="3007"/>
                </a:lnTo>
              </a:path>
              <a:path w="21600" h="21600">
                <a:moveTo>
                  <a:pt x="4709" y="3005"/>
                </a:moveTo>
                <a:lnTo>
                  <a:pt x="4684" y="3005"/>
                </a:lnTo>
                <a:lnTo>
                  <a:pt x="4692" y="3012"/>
                </a:lnTo>
              </a:path>
              <a:path w="21600" h="21600">
                <a:moveTo>
                  <a:pt x="2545" y="3004"/>
                </a:moveTo>
                <a:lnTo>
                  <a:pt x="2544" y="3004"/>
                </a:lnTo>
                <a:lnTo>
                  <a:pt x="2545" y="3004"/>
                </a:lnTo>
              </a:path>
              <a:path w="21600" h="21600">
                <a:moveTo>
                  <a:pt x="4561" y="3001"/>
                </a:moveTo>
                <a:lnTo>
                  <a:pt x="4511" y="3022"/>
                </a:lnTo>
                <a:lnTo>
                  <a:pt x="4503" y="3034"/>
                </a:lnTo>
                <a:lnTo>
                  <a:pt x="4507" y="3035"/>
                </a:lnTo>
                <a:lnTo>
                  <a:pt x="4579" y="3003"/>
                </a:lnTo>
              </a:path>
              <a:path w="21600" h="21600">
                <a:moveTo>
                  <a:pt x="2867" y="2999"/>
                </a:moveTo>
                <a:lnTo>
                  <a:pt x="2860" y="3004"/>
                </a:lnTo>
                <a:lnTo>
                  <a:pt x="2861" y="3018"/>
                </a:lnTo>
                <a:lnTo>
                  <a:pt x="2861" y="3022"/>
                </a:lnTo>
                <a:lnTo>
                  <a:pt x="2892" y="3045"/>
                </a:lnTo>
                <a:lnTo>
                  <a:pt x="2912" y="3041"/>
                </a:lnTo>
                <a:lnTo>
                  <a:pt x="2914" y="3018"/>
                </a:lnTo>
                <a:lnTo>
                  <a:pt x="2886" y="3003"/>
                </a:lnTo>
                <a:lnTo>
                  <a:pt x="2877" y="3001"/>
                </a:lnTo>
              </a:path>
              <a:path w="21600" h="21600">
                <a:moveTo>
                  <a:pt x="3701" y="2997"/>
                </a:moveTo>
                <a:lnTo>
                  <a:pt x="3716" y="3003"/>
                </a:lnTo>
                <a:lnTo>
                  <a:pt x="3717" y="3004"/>
                </a:lnTo>
                <a:lnTo>
                  <a:pt x="3721" y="3002"/>
                </a:lnTo>
              </a:path>
              <a:path w="21600" h="21600">
                <a:moveTo>
                  <a:pt x="5172" y="2997"/>
                </a:moveTo>
                <a:lnTo>
                  <a:pt x="5156" y="3109"/>
                </a:lnTo>
                <a:lnTo>
                  <a:pt x="5254" y="3162"/>
                </a:lnTo>
                <a:lnTo>
                  <a:pt x="5265" y="3057"/>
                </a:lnTo>
                <a:lnTo>
                  <a:pt x="5257" y="3050"/>
                </a:lnTo>
              </a:path>
              <a:path w="21600" h="21600">
                <a:moveTo>
                  <a:pt x="2174" y="2993"/>
                </a:moveTo>
                <a:lnTo>
                  <a:pt x="2180" y="3018"/>
                </a:lnTo>
                <a:lnTo>
                  <a:pt x="2205" y="3015"/>
                </a:lnTo>
              </a:path>
              <a:path w="21600" h="21600">
                <a:moveTo>
                  <a:pt x="5419" y="2991"/>
                </a:moveTo>
                <a:lnTo>
                  <a:pt x="5430" y="3043"/>
                </a:lnTo>
                <a:lnTo>
                  <a:pt x="5462" y="3076"/>
                </a:lnTo>
                <a:lnTo>
                  <a:pt x="5449" y="3028"/>
                </a:lnTo>
              </a:path>
              <a:path w="21600" h="21600">
                <a:moveTo>
                  <a:pt x="5317" y="2988"/>
                </a:moveTo>
                <a:lnTo>
                  <a:pt x="5317" y="2990"/>
                </a:lnTo>
                <a:lnTo>
                  <a:pt x="5389" y="3064"/>
                </a:lnTo>
                <a:lnTo>
                  <a:pt x="5389" y="3063"/>
                </a:lnTo>
              </a:path>
              <a:path w="21600" h="21600">
                <a:moveTo>
                  <a:pt x="6726" y="2987"/>
                </a:moveTo>
                <a:lnTo>
                  <a:pt x="6429" y="3102"/>
                </a:lnTo>
                <a:lnTo>
                  <a:pt x="6585" y="3381"/>
                </a:lnTo>
                <a:lnTo>
                  <a:pt x="6824" y="3288"/>
                </a:lnTo>
                <a:lnTo>
                  <a:pt x="6755" y="3146"/>
                </a:lnTo>
              </a:path>
              <a:path w="21600" h="21600">
                <a:moveTo>
                  <a:pt x="3265" y="2983"/>
                </a:moveTo>
                <a:lnTo>
                  <a:pt x="3239" y="2991"/>
                </a:lnTo>
                <a:lnTo>
                  <a:pt x="3373" y="3041"/>
                </a:lnTo>
                <a:lnTo>
                  <a:pt x="3408" y="3052"/>
                </a:lnTo>
                <a:lnTo>
                  <a:pt x="3413" y="3052"/>
                </a:lnTo>
                <a:lnTo>
                  <a:pt x="3359" y="3021"/>
                </a:lnTo>
              </a:path>
              <a:path w="21600" h="21600">
                <a:moveTo>
                  <a:pt x="5130" y="2978"/>
                </a:moveTo>
                <a:lnTo>
                  <a:pt x="5059" y="2981"/>
                </a:lnTo>
                <a:lnTo>
                  <a:pt x="5015" y="2988"/>
                </a:lnTo>
                <a:lnTo>
                  <a:pt x="5010" y="3016"/>
                </a:lnTo>
                <a:lnTo>
                  <a:pt x="5044" y="3049"/>
                </a:lnTo>
                <a:lnTo>
                  <a:pt x="5114" y="3087"/>
                </a:lnTo>
              </a:path>
              <a:path w="21600" h="21600">
                <a:moveTo>
                  <a:pt x="3070" y="2976"/>
                </a:moveTo>
                <a:lnTo>
                  <a:pt x="3070" y="2979"/>
                </a:lnTo>
                <a:lnTo>
                  <a:pt x="3100" y="2996"/>
                </a:lnTo>
                <a:lnTo>
                  <a:pt x="3112" y="2992"/>
                </a:lnTo>
              </a:path>
              <a:path w="21600" h="21600">
                <a:moveTo>
                  <a:pt x="2721" y="2976"/>
                </a:moveTo>
                <a:lnTo>
                  <a:pt x="2700" y="2979"/>
                </a:lnTo>
                <a:lnTo>
                  <a:pt x="2701" y="2989"/>
                </a:lnTo>
                <a:lnTo>
                  <a:pt x="2767" y="3018"/>
                </a:lnTo>
                <a:lnTo>
                  <a:pt x="2774" y="3013"/>
                </a:lnTo>
                <a:lnTo>
                  <a:pt x="2732" y="2981"/>
                </a:lnTo>
              </a:path>
              <a:path w="21600" h="21600">
                <a:moveTo>
                  <a:pt x="4083" y="2975"/>
                </a:moveTo>
                <a:lnTo>
                  <a:pt x="4089" y="2979"/>
                </a:lnTo>
                <a:lnTo>
                  <a:pt x="4120" y="2997"/>
                </a:lnTo>
                <a:lnTo>
                  <a:pt x="4134" y="2987"/>
                </a:lnTo>
              </a:path>
              <a:path w="21600" h="21600">
                <a:moveTo>
                  <a:pt x="2023" y="2974"/>
                </a:moveTo>
                <a:lnTo>
                  <a:pt x="2025" y="2982"/>
                </a:lnTo>
                <a:lnTo>
                  <a:pt x="2040" y="2986"/>
                </a:lnTo>
              </a:path>
              <a:path w="21600" h="21600">
                <a:moveTo>
                  <a:pt x="3848" y="2974"/>
                </a:moveTo>
                <a:lnTo>
                  <a:pt x="3846" y="2975"/>
                </a:lnTo>
                <a:lnTo>
                  <a:pt x="3847" y="2975"/>
                </a:lnTo>
              </a:path>
              <a:path w="21600" h="21600">
                <a:moveTo>
                  <a:pt x="4264" y="2972"/>
                </a:moveTo>
                <a:lnTo>
                  <a:pt x="4260" y="2975"/>
                </a:lnTo>
                <a:lnTo>
                  <a:pt x="4281" y="2980"/>
                </a:lnTo>
                <a:lnTo>
                  <a:pt x="4270" y="2972"/>
                </a:lnTo>
              </a:path>
              <a:path w="21600" h="21600">
                <a:moveTo>
                  <a:pt x="5244" y="2971"/>
                </a:moveTo>
                <a:lnTo>
                  <a:pt x="5220" y="2973"/>
                </a:lnTo>
                <a:lnTo>
                  <a:pt x="5266" y="3002"/>
                </a:lnTo>
                <a:lnTo>
                  <a:pt x="5260" y="2995"/>
                </a:lnTo>
              </a:path>
              <a:path w="21600" h="21600">
                <a:moveTo>
                  <a:pt x="2963" y="2966"/>
                </a:moveTo>
                <a:lnTo>
                  <a:pt x="2962" y="2972"/>
                </a:lnTo>
                <a:lnTo>
                  <a:pt x="2978" y="2975"/>
                </a:lnTo>
              </a:path>
              <a:path w="21600" h="21600">
                <a:moveTo>
                  <a:pt x="5368" y="2964"/>
                </a:moveTo>
                <a:lnTo>
                  <a:pt x="5355" y="2965"/>
                </a:lnTo>
                <a:lnTo>
                  <a:pt x="5372" y="2983"/>
                </a:lnTo>
              </a:path>
              <a:path w="21600" h="21600">
                <a:moveTo>
                  <a:pt x="7482" y="2962"/>
                </a:moveTo>
                <a:lnTo>
                  <a:pt x="7173" y="3167"/>
                </a:lnTo>
                <a:lnTo>
                  <a:pt x="7173" y="3171"/>
                </a:lnTo>
                <a:lnTo>
                  <a:pt x="7311" y="3485"/>
                </a:lnTo>
                <a:lnTo>
                  <a:pt x="7545" y="3327"/>
                </a:lnTo>
                <a:lnTo>
                  <a:pt x="7504" y="3222"/>
                </a:lnTo>
              </a:path>
              <a:path w="21600" h="21600">
                <a:moveTo>
                  <a:pt x="3904" y="2960"/>
                </a:moveTo>
                <a:lnTo>
                  <a:pt x="3887" y="2996"/>
                </a:lnTo>
                <a:lnTo>
                  <a:pt x="3893" y="3000"/>
                </a:lnTo>
                <a:lnTo>
                  <a:pt x="4066" y="3033"/>
                </a:lnTo>
                <a:lnTo>
                  <a:pt x="4079" y="3024"/>
                </a:lnTo>
                <a:lnTo>
                  <a:pt x="4065" y="3016"/>
                </a:lnTo>
                <a:cubicBezTo>
                  <a:pt x="4034" y="2997"/>
                  <a:pt x="4004" y="2978"/>
                  <a:pt x="3976" y="2962"/>
                </a:cubicBezTo>
              </a:path>
              <a:path w="21600" h="21600">
                <a:moveTo>
                  <a:pt x="2919" y="2960"/>
                </a:moveTo>
                <a:lnTo>
                  <a:pt x="2916" y="2960"/>
                </a:lnTo>
                <a:lnTo>
                  <a:pt x="2913" y="2963"/>
                </a:lnTo>
                <a:lnTo>
                  <a:pt x="2919" y="2964"/>
                </a:lnTo>
              </a:path>
              <a:path w="21600" h="21600">
                <a:moveTo>
                  <a:pt x="3512" y="2959"/>
                </a:moveTo>
                <a:lnTo>
                  <a:pt x="3514" y="2983"/>
                </a:lnTo>
                <a:lnTo>
                  <a:pt x="3638" y="3039"/>
                </a:lnTo>
                <a:lnTo>
                  <a:pt x="3667" y="3029"/>
                </a:lnTo>
                <a:lnTo>
                  <a:pt x="3570" y="2985"/>
                </a:lnTo>
              </a:path>
              <a:path w="21600" h="21600">
                <a:moveTo>
                  <a:pt x="3346" y="2957"/>
                </a:moveTo>
                <a:lnTo>
                  <a:pt x="3330" y="2962"/>
                </a:lnTo>
                <a:lnTo>
                  <a:pt x="3389" y="2987"/>
                </a:lnTo>
                <a:lnTo>
                  <a:pt x="3453" y="3024"/>
                </a:lnTo>
                <a:lnTo>
                  <a:pt x="3460" y="3008"/>
                </a:lnTo>
              </a:path>
              <a:path w="21600" h="21600">
                <a:moveTo>
                  <a:pt x="361" y="2956"/>
                </a:moveTo>
                <a:lnTo>
                  <a:pt x="190" y="3017"/>
                </a:lnTo>
                <a:lnTo>
                  <a:pt x="252" y="3192"/>
                </a:lnTo>
                <a:lnTo>
                  <a:pt x="411" y="3215"/>
                </a:lnTo>
                <a:lnTo>
                  <a:pt x="585" y="3154"/>
                </a:lnTo>
                <a:lnTo>
                  <a:pt x="419" y="3000"/>
                </a:lnTo>
              </a:path>
              <a:path w="21600" h="21600">
                <a:moveTo>
                  <a:pt x="3706" y="2955"/>
                </a:moveTo>
                <a:lnTo>
                  <a:pt x="3728" y="2962"/>
                </a:lnTo>
                <a:lnTo>
                  <a:pt x="3714" y="2955"/>
                </a:lnTo>
              </a:path>
              <a:path w="21600" h="21600">
                <a:moveTo>
                  <a:pt x="2390" y="2955"/>
                </a:moveTo>
                <a:lnTo>
                  <a:pt x="2380" y="2978"/>
                </a:lnTo>
                <a:lnTo>
                  <a:pt x="2410" y="2967"/>
                </a:lnTo>
              </a:path>
              <a:path w="21600" h="21600">
                <a:moveTo>
                  <a:pt x="3188" y="2951"/>
                </a:moveTo>
                <a:lnTo>
                  <a:pt x="3169" y="2951"/>
                </a:lnTo>
                <a:lnTo>
                  <a:pt x="3193" y="2966"/>
                </a:lnTo>
                <a:lnTo>
                  <a:pt x="3211" y="2960"/>
                </a:lnTo>
              </a:path>
              <a:path w="21600" h="21600">
                <a:moveTo>
                  <a:pt x="3437" y="2949"/>
                </a:moveTo>
                <a:lnTo>
                  <a:pt x="3467" y="2962"/>
                </a:lnTo>
                <a:lnTo>
                  <a:pt x="3466" y="2950"/>
                </a:lnTo>
              </a:path>
              <a:path w="21600" h="21600">
                <a:moveTo>
                  <a:pt x="2342" y="2947"/>
                </a:moveTo>
                <a:lnTo>
                  <a:pt x="2334" y="2948"/>
                </a:lnTo>
                <a:lnTo>
                  <a:pt x="2337" y="2959"/>
                </a:lnTo>
              </a:path>
              <a:path w="21600" h="21600">
                <a:moveTo>
                  <a:pt x="2465" y="2939"/>
                </a:moveTo>
                <a:lnTo>
                  <a:pt x="2447" y="2941"/>
                </a:lnTo>
                <a:lnTo>
                  <a:pt x="2461" y="2950"/>
                </a:lnTo>
                <a:lnTo>
                  <a:pt x="2467" y="2948"/>
                </a:lnTo>
              </a:path>
              <a:path w="21600" h="21600">
                <a:moveTo>
                  <a:pt x="5592" y="2939"/>
                </a:moveTo>
                <a:lnTo>
                  <a:pt x="5505" y="2953"/>
                </a:lnTo>
                <a:lnTo>
                  <a:pt x="5539" y="3019"/>
                </a:lnTo>
                <a:lnTo>
                  <a:pt x="5623" y="3153"/>
                </a:lnTo>
                <a:lnTo>
                  <a:pt x="5638" y="3192"/>
                </a:lnTo>
                <a:lnTo>
                  <a:pt x="5640" y="3195"/>
                </a:lnTo>
                <a:lnTo>
                  <a:pt x="5741" y="3195"/>
                </a:lnTo>
                <a:lnTo>
                  <a:pt x="5753" y="3193"/>
                </a:lnTo>
                <a:lnTo>
                  <a:pt x="5634" y="3033"/>
                </a:lnTo>
              </a:path>
              <a:path w="21600" h="21600">
                <a:moveTo>
                  <a:pt x="2199" y="2939"/>
                </a:moveTo>
                <a:lnTo>
                  <a:pt x="2235" y="2980"/>
                </a:lnTo>
                <a:lnTo>
                  <a:pt x="2269" y="3004"/>
                </a:lnTo>
                <a:lnTo>
                  <a:pt x="2301" y="2999"/>
                </a:lnTo>
                <a:lnTo>
                  <a:pt x="2298" y="2991"/>
                </a:lnTo>
                <a:lnTo>
                  <a:pt x="2234" y="2942"/>
                </a:lnTo>
              </a:path>
              <a:path w="21600" h="21600">
                <a:moveTo>
                  <a:pt x="1321" y="2938"/>
                </a:moveTo>
                <a:lnTo>
                  <a:pt x="1260" y="2950"/>
                </a:lnTo>
                <a:lnTo>
                  <a:pt x="1062" y="3022"/>
                </a:lnTo>
                <a:lnTo>
                  <a:pt x="1142" y="3095"/>
                </a:lnTo>
                <a:lnTo>
                  <a:pt x="1243" y="3244"/>
                </a:lnTo>
                <a:lnTo>
                  <a:pt x="1256" y="3242"/>
                </a:lnTo>
                <a:lnTo>
                  <a:pt x="1481" y="3164"/>
                </a:lnTo>
                <a:lnTo>
                  <a:pt x="1427" y="3123"/>
                </a:lnTo>
              </a:path>
              <a:path w="21600" h="21600">
                <a:moveTo>
                  <a:pt x="4714" y="2935"/>
                </a:moveTo>
                <a:lnTo>
                  <a:pt x="4714" y="2935"/>
                </a:lnTo>
                <a:lnTo>
                  <a:pt x="4715" y="2935"/>
                </a:lnTo>
              </a:path>
              <a:path w="21600" h="21600">
                <a:moveTo>
                  <a:pt x="4981" y="2934"/>
                </a:moveTo>
                <a:lnTo>
                  <a:pt x="4975" y="2937"/>
                </a:lnTo>
                <a:lnTo>
                  <a:pt x="4981" y="2938"/>
                </a:lnTo>
              </a:path>
              <a:path w="21600" h="21600">
                <a:moveTo>
                  <a:pt x="4860" y="2926"/>
                </a:moveTo>
                <a:lnTo>
                  <a:pt x="4837" y="2936"/>
                </a:lnTo>
                <a:lnTo>
                  <a:pt x="4869" y="2937"/>
                </a:lnTo>
                <a:lnTo>
                  <a:pt x="4869" y="2936"/>
                </a:lnTo>
              </a:path>
              <a:path w="21600" h="21600">
                <a:moveTo>
                  <a:pt x="2059" y="2925"/>
                </a:moveTo>
                <a:lnTo>
                  <a:pt x="2082" y="2962"/>
                </a:lnTo>
                <a:lnTo>
                  <a:pt x="2117" y="2986"/>
                </a:lnTo>
                <a:lnTo>
                  <a:pt x="2122" y="2971"/>
                </a:lnTo>
                <a:lnTo>
                  <a:pt x="2118" y="2954"/>
                </a:lnTo>
                <a:lnTo>
                  <a:pt x="2080" y="2927"/>
                </a:lnTo>
              </a:path>
              <a:path w="21600" h="21600">
                <a:moveTo>
                  <a:pt x="957" y="2923"/>
                </a:moveTo>
                <a:lnTo>
                  <a:pt x="960" y="2928"/>
                </a:lnTo>
                <a:lnTo>
                  <a:pt x="1034" y="2996"/>
                </a:lnTo>
                <a:lnTo>
                  <a:pt x="1230" y="2927"/>
                </a:lnTo>
              </a:path>
              <a:path w="21600" h="21600">
                <a:moveTo>
                  <a:pt x="1442" y="2922"/>
                </a:moveTo>
                <a:lnTo>
                  <a:pt x="1398" y="2930"/>
                </a:lnTo>
                <a:lnTo>
                  <a:pt x="1365" y="2929"/>
                </a:lnTo>
                <a:lnTo>
                  <a:pt x="1462" y="3097"/>
                </a:lnTo>
                <a:lnTo>
                  <a:pt x="1529" y="3148"/>
                </a:lnTo>
                <a:lnTo>
                  <a:pt x="1618" y="3117"/>
                </a:lnTo>
                <a:lnTo>
                  <a:pt x="1558" y="3027"/>
                </a:lnTo>
              </a:path>
              <a:path w="21600" h="21600">
                <a:moveTo>
                  <a:pt x="2728" y="2916"/>
                </a:moveTo>
                <a:lnTo>
                  <a:pt x="2709" y="2920"/>
                </a:lnTo>
                <a:lnTo>
                  <a:pt x="2710" y="2920"/>
                </a:lnTo>
                <a:lnTo>
                  <a:pt x="2745" y="2928"/>
                </a:lnTo>
                <a:lnTo>
                  <a:pt x="2748" y="2927"/>
                </a:lnTo>
              </a:path>
              <a:path w="21600" h="21600">
                <a:moveTo>
                  <a:pt x="2968" y="2914"/>
                </a:moveTo>
                <a:lnTo>
                  <a:pt x="2967" y="2918"/>
                </a:lnTo>
                <a:lnTo>
                  <a:pt x="2969" y="2920"/>
                </a:lnTo>
                <a:lnTo>
                  <a:pt x="2977" y="2920"/>
                </a:lnTo>
                <a:lnTo>
                  <a:pt x="2972" y="2916"/>
                </a:lnTo>
              </a:path>
              <a:path w="21600" h="21600">
                <a:moveTo>
                  <a:pt x="1826" y="2913"/>
                </a:moveTo>
                <a:lnTo>
                  <a:pt x="1826" y="2915"/>
                </a:lnTo>
                <a:lnTo>
                  <a:pt x="1830" y="2917"/>
                </a:lnTo>
                <a:lnTo>
                  <a:pt x="1830" y="2916"/>
                </a:lnTo>
              </a:path>
              <a:path w="21600" h="21600">
                <a:moveTo>
                  <a:pt x="5034" y="2911"/>
                </a:moveTo>
                <a:lnTo>
                  <a:pt x="5029" y="2913"/>
                </a:lnTo>
                <a:lnTo>
                  <a:pt x="5027" y="2924"/>
                </a:lnTo>
                <a:lnTo>
                  <a:pt x="5044" y="2917"/>
                </a:lnTo>
              </a:path>
              <a:path w="21600" h="21600">
                <a:moveTo>
                  <a:pt x="4909" y="2905"/>
                </a:moveTo>
                <a:lnTo>
                  <a:pt x="4903" y="2908"/>
                </a:lnTo>
                <a:lnTo>
                  <a:pt x="4911" y="2917"/>
                </a:lnTo>
                <a:lnTo>
                  <a:pt x="4933" y="2907"/>
                </a:lnTo>
              </a:path>
              <a:path w="21600" h="21600">
                <a:moveTo>
                  <a:pt x="8647" y="2905"/>
                </a:moveTo>
                <a:lnTo>
                  <a:pt x="8619" y="2944"/>
                </a:lnTo>
                <a:lnTo>
                  <a:pt x="8298" y="3275"/>
                </a:lnTo>
                <a:lnTo>
                  <a:pt x="8298" y="3291"/>
                </a:lnTo>
                <a:lnTo>
                  <a:pt x="8405" y="3652"/>
                </a:lnTo>
                <a:lnTo>
                  <a:pt x="8642" y="3398"/>
                </a:lnTo>
                <a:lnTo>
                  <a:pt x="8627" y="3338"/>
                </a:lnTo>
                <a:cubicBezTo>
                  <a:pt x="8607" y="3199"/>
                  <a:pt x="8607" y="3070"/>
                  <a:pt x="8629" y="2950"/>
                </a:cubicBezTo>
              </a:path>
              <a:path w="21600" h="21600">
                <a:moveTo>
                  <a:pt x="508" y="2903"/>
                </a:moveTo>
                <a:lnTo>
                  <a:pt x="410" y="2938"/>
                </a:lnTo>
                <a:lnTo>
                  <a:pt x="449" y="2967"/>
                </a:lnTo>
                <a:lnTo>
                  <a:pt x="576" y="3085"/>
                </a:lnTo>
                <a:lnTo>
                  <a:pt x="506" y="2913"/>
                </a:lnTo>
              </a:path>
              <a:path w="21600" h="21600">
                <a:moveTo>
                  <a:pt x="3071" y="2902"/>
                </a:moveTo>
                <a:lnTo>
                  <a:pt x="3070" y="2903"/>
                </a:lnTo>
                <a:lnTo>
                  <a:pt x="3110" y="2919"/>
                </a:lnTo>
                <a:lnTo>
                  <a:pt x="3112" y="2919"/>
                </a:lnTo>
              </a:path>
              <a:path w="21600" h="21600">
                <a:moveTo>
                  <a:pt x="2802" y="2902"/>
                </a:moveTo>
                <a:lnTo>
                  <a:pt x="2795" y="2903"/>
                </a:lnTo>
                <a:lnTo>
                  <a:pt x="2803" y="2907"/>
                </a:lnTo>
              </a:path>
              <a:path w="21600" h="21600">
                <a:moveTo>
                  <a:pt x="2847" y="2900"/>
                </a:moveTo>
                <a:lnTo>
                  <a:pt x="2849" y="2920"/>
                </a:lnTo>
                <a:lnTo>
                  <a:pt x="2884" y="2920"/>
                </a:lnTo>
                <a:lnTo>
                  <a:pt x="2852" y="2901"/>
                </a:lnTo>
              </a:path>
              <a:path w="21600" h="21600">
                <a:moveTo>
                  <a:pt x="1893" y="2899"/>
                </a:moveTo>
                <a:lnTo>
                  <a:pt x="1894" y="2905"/>
                </a:lnTo>
                <a:lnTo>
                  <a:pt x="1952" y="2944"/>
                </a:lnTo>
                <a:lnTo>
                  <a:pt x="1959" y="2929"/>
                </a:lnTo>
                <a:lnTo>
                  <a:pt x="1930" y="2908"/>
                </a:lnTo>
              </a:path>
              <a:path w="21600" h="21600">
                <a:moveTo>
                  <a:pt x="4803" y="2897"/>
                </a:moveTo>
                <a:lnTo>
                  <a:pt x="4770" y="2911"/>
                </a:lnTo>
                <a:lnTo>
                  <a:pt x="4778" y="2914"/>
                </a:lnTo>
                <a:lnTo>
                  <a:pt x="4798" y="2905"/>
                </a:lnTo>
                <a:lnTo>
                  <a:pt x="4804" y="2897"/>
                </a:lnTo>
              </a:path>
              <a:path w="21600" h="21600">
                <a:moveTo>
                  <a:pt x="554" y="2896"/>
                </a:moveTo>
                <a:lnTo>
                  <a:pt x="551" y="2909"/>
                </a:lnTo>
                <a:lnTo>
                  <a:pt x="643" y="3133"/>
                </a:lnTo>
                <a:lnTo>
                  <a:pt x="959" y="3022"/>
                </a:lnTo>
                <a:lnTo>
                  <a:pt x="928" y="2958"/>
                </a:lnTo>
                <a:lnTo>
                  <a:pt x="888" y="2922"/>
                </a:lnTo>
                <a:lnTo>
                  <a:pt x="706" y="2919"/>
                </a:lnTo>
              </a:path>
              <a:path w="21600" h="21600">
                <a:moveTo>
                  <a:pt x="1614" y="2894"/>
                </a:moveTo>
                <a:lnTo>
                  <a:pt x="1498" y="2913"/>
                </a:lnTo>
                <a:lnTo>
                  <a:pt x="1594" y="3000"/>
                </a:lnTo>
                <a:lnTo>
                  <a:pt x="1661" y="3102"/>
                </a:lnTo>
                <a:lnTo>
                  <a:pt x="1665" y="3101"/>
                </a:lnTo>
                <a:lnTo>
                  <a:pt x="1758" y="3086"/>
                </a:lnTo>
                <a:lnTo>
                  <a:pt x="1748" y="2974"/>
                </a:lnTo>
                <a:lnTo>
                  <a:pt x="1738" y="2958"/>
                </a:lnTo>
                <a:lnTo>
                  <a:pt x="1682" y="2932"/>
                </a:lnTo>
              </a:path>
              <a:path w="21600" h="21600">
                <a:moveTo>
                  <a:pt x="5341" y="2894"/>
                </a:moveTo>
                <a:lnTo>
                  <a:pt x="5330" y="2897"/>
                </a:lnTo>
                <a:lnTo>
                  <a:pt x="5320" y="2901"/>
                </a:lnTo>
                <a:lnTo>
                  <a:pt x="5324" y="2922"/>
                </a:lnTo>
                <a:lnTo>
                  <a:pt x="5323" y="2926"/>
                </a:lnTo>
                <a:lnTo>
                  <a:pt x="5360" y="2924"/>
                </a:lnTo>
                <a:lnTo>
                  <a:pt x="5358" y="2916"/>
                </a:lnTo>
              </a:path>
              <a:path w="21600" h="21600">
                <a:moveTo>
                  <a:pt x="2421" y="2890"/>
                </a:moveTo>
                <a:lnTo>
                  <a:pt x="2416" y="2900"/>
                </a:lnTo>
                <a:lnTo>
                  <a:pt x="2448" y="2898"/>
                </a:lnTo>
              </a:path>
              <a:path w="21600" h="21600">
                <a:moveTo>
                  <a:pt x="3556" y="2882"/>
                </a:moveTo>
                <a:lnTo>
                  <a:pt x="3524" y="2900"/>
                </a:lnTo>
                <a:lnTo>
                  <a:pt x="3524" y="2901"/>
                </a:lnTo>
                <a:lnTo>
                  <a:pt x="3577" y="2917"/>
                </a:lnTo>
                <a:lnTo>
                  <a:pt x="3631" y="2916"/>
                </a:lnTo>
              </a:path>
              <a:path w="21600" h="21600">
                <a:moveTo>
                  <a:pt x="5399" y="2880"/>
                </a:moveTo>
                <a:lnTo>
                  <a:pt x="5396" y="2881"/>
                </a:lnTo>
                <a:lnTo>
                  <a:pt x="5398" y="2891"/>
                </a:lnTo>
                <a:lnTo>
                  <a:pt x="5420" y="2919"/>
                </a:lnTo>
                <a:lnTo>
                  <a:pt x="5418" y="2911"/>
                </a:lnTo>
              </a:path>
              <a:path w="21600" h="21600">
                <a:moveTo>
                  <a:pt x="5947" y="2879"/>
                </a:moveTo>
                <a:lnTo>
                  <a:pt x="5639" y="2931"/>
                </a:lnTo>
                <a:lnTo>
                  <a:pt x="5672" y="3010"/>
                </a:lnTo>
                <a:lnTo>
                  <a:pt x="5802" y="3185"/>
                </a:lnTo>
                <a:lnTo>
                  <a:pt x="6055" y="3144"/>
                </a:lnTo>
                <a:lnTo>
                  <a:pt x="6008" y="3071"/>
                </a:lnTo>
              </a:path>
              <a:path w="21600" h="21600">
                <a:moveTo>
                  <a:pt x="2145" y="2875"/>
                </a:moveTo>
                <a:lnTo>
                  <a:pt x="2145" y="2877"/>
                </a:lnTo>
                <a:lnTo>
                  <a:pt x="2151" y="2884"/>
                </a:lnTo>
                <a:lnTo>
                  <a:pt x="2152" y="2880"/>
                </a:lnTo>
                <a:lnTo>
                  <a:pt x="2145" y="2875"/>
                </a:lnTo>
              </a:path>
              <a:path w="21600" h="21600">
                <a:moveTo>
                  <a:pt x="4522" y="2871"/>
                </a:moveTo>
                <a:lnTo>
                  <a:pt x="4530" y="2877"/>
                </a:lnTo>
                <a:lnTo>
                  <a:pt x="4534" y="2874"/>
                </a:lnTo>
                <a:lnTo>
                  <a:pt x="4527" y="2871"/>
                </a:lnTo>
              </a:path>
              <a:path w="21600" h="21600">
                <a:moveTo>
                  <a:pt x="3101" y="2866"/>
                </a:moveTo>
                <a:lnTo>
                  <a:pt x="3226" y="2918"/>
                </a:lnTo>
                <a:lnTo>
                  <a:pt x="3242" y="2918"/>
                </a:lnTo>
              </a:path>
              <a:path w="21600" h="21600">
                <a:moveTo>
                  <a:pt x="3615" y="2864"/>
                </a:moveTo>
                <a:lnTo>
                  <a:pt x="3724" y="2916"/>
                </a:lnTo>
                <a:lnTo>
                  <a:pt x="3832" y="2916"/>
                </a:lnTo>
              </a:path>
              <a:path w="21600" h="21600">
                <a:moveTo>
                  <a:pt x="5147" y="2859"/>
                </a:moveTo>
                <a:lnTo>
                  <a:pt x="5139" y="2863"/>
                </a:lnTo>
                <a:lnTo>
                  <a:pt x="5146" y="2863"/>
                </a:lnTo>
              </a:path>
              <a:path w="21600" h="21600">
                <a:moveTo>
                  <a:pt x="3503" y="2857"/>
                </a:moveTo>
                <a:lnTo>
                  <a:pt x="3504" y="2864"/>
                </a:lnTo>
                <a:lnTo>
                  <a:pt x="3508" y="2863"/>
                </a:lnTo>
                <a:lnTo>
                  <a:pt x="3511" y="2861"/>
                </a:lnTo>
              </a:path>
              <a:path w="21600" h="21600">
                <a:moveTo>
                  <a:pt x="301" y="2855"/>
                </a:moveTo>
                <a:lnTo>
                  <a:pt x="369" y="2906"/>
                </a:lnTo>
                <a:lnTo>
                  <a:pt x="444" y="2879"/>
                </a:lnTo>
                <a:lnTo>
                  <a:pt x="325" y="2861"/>
                </a:lnTo>
              </a:path>
              <a:path w="21600" h="21600">
                <a:moveTo>
                  <a:pt x="2316" y="2854"/>
                </a:moveTo>
                <a:lnTo>
                  <a:pt x="2369" y="2889"/>
                </a:lnTo>
                <a:lnTo>
                  <a:pt x="2375" y="2877"/>
                </a:lnTo>
              </a:path>
              <a:path w="21600" h="21600">
                <a:moveTo>
                  <a:pt x="4364" y="2854"/>
                </a:moveTo>
                <a:lnTo>
                  <a:pt x="4308" y="2925"/>
                </a:lnTo>
                <a:lnTo>
                  <a:pt x="4354" y="2932"/>
                </a:lnTo>
                <a:lnTo>
                  <a:pt x="4443" y="2933"/>
                </a:lnTo>
                <a:lnTo>
                  <a:pt x="4492" y="2901"/>
                </a:lnTo>
                <a:lnTo>
                  <a:pt x="4448" y="2863"/>
                </a:lnTo>
              </a:path>
              <a:path w="21600" h="21600">
                <a:moveTo>
                  <a:pt x="2705" y="2848"/>
                </a:moveTo>
                <a:lnTo>
                  <a:pt x="2701" y="2851"/>
                </a:lnTo>
                <a:lnTo>
                  <a:pt x="2736" y="2871"/>
                </a:lnTo>
                <a:lnTo>
                  <a:pt x="2756" y="2866"/>
                </a:lnTo>
              </a:path>
              <a:path w="21600" h="21600">
                <a:moveTo>
                  <a:pt x="5559" y="2842"/>
                </a:moveTo>
                <a:lnTo>
                  <a:pt x="5460" y="2865"/>
                </a:lnTo>
                <a:lnTo>
                  <a:pt x="5484" y="2914"/>
                </a:lnTo>
                <a:lnTo>
                  <a:pt x="5573" y="2899"/>
                </a:lnTo>
                <a:lnTo>
                  <a:pt x="5557" y="2863"/>
                </a:lnTo>
              </a:path>
              <a:path w="21600" h="21600">
                <a:moveTo>
                  <a:pt x="2215" y="2840"/>
                </a:moveTo>
                <a:lnTo>
                  <a:pt x="2205" y="2869"/>
                </a:lnTo>
                <a:lnTo>
                  <a:pt x="2248" y="2901"/>
                </a:lnTo>
                <a:lnTo>
                  <a:pt x="2276" y="2904"/>
                </a:lnTo>
                <a:lnTo>
                  <a:pt x="2269" y="2875"/>
                </a:lnTo>
              </a:path>
              <a:path w="21600" h="21600">
                <a:moveTo>
                  <a:pt x="2445" y="2839"/>
                </a:moveTo>
                <a:lnTo>
                  <a:pt x="2444" y="2841"/>
                </a:lnTo>
                <a:lnTo>
                  <a:pt x="2445" y="2842"/>
                </a:lnTo>
              </a:path>
              <a:path w="21600" h="21600">
                <a:moveTo>
                  <a:pt x="4065" y="2836"/>
                </a:moveTo>
                <a:lnTo>
                  <a:pt x="4011" y="2870"/>
                </a:lnTo>
                <a:lnTo>
                  <a:pt x="4167" y="2901"/>
                </a:lnTo>
                <a:lnTo>
                  <a:pt x="4141" y="2884"/>
                </a:lnTo>
                <a:cubicBezTo>
                  <a:pt x="4115" y="2867"/>
                  <a:pt x="4092" y="2853"/>
                  <a:pt x="4074" y="2842"/>
                </a:cubicBezTo>
              </a:path>
              <a:path w="21600" h="21600">
                <a:moveTo>
                  <a:pt x="1346" y="2836"/>
                </a:moveTo>
                <a:lnTo>
                  <a:pt x="1336" y="2880"/>
                </a:lnTo>
                <a:lnTo>
                  <a:pt x="1340" y="2886"/>
                </a:lnTo>
                <a:lnTo>
                  <a:pt x="1347" y="2886"/>
                </a:lnTo>
                <a:lnTo>
                  <a:pt x="1387" y="2872"/>
                </a:lnTo>
                <a:lnTo>
                  <a:pt x="1352" y="2841"/>
                </a:lnTo>
              </a:path>
              <a:path w="21600" h="21600">
                <a:moveTo>
                  <a:pt x="182" y="2823"/>
                </a:moveTo>
                <a:lnTo>
                  <a:pt x="157" y="2923"/>
                </a:lnTo>
                <a:lnTo>
                  <a:pt x="176" y="2976"/>
                </a:lnTo>
                <a:lnTo>
                  <a:pt x="319" y="2924"/>
                </a:lnTo>
                <a:lnTo>
                  <a:pt x="188" y="2825"/>
                </a:lnTo>
              </a:path>
              <a:path w="21600" h="21600">
                <a:moveTo>
                  <a:pt x="2063" y="2822"/>
                </a:moveTo>
                <a:lnTo>
                  <a:pt x="2046" y="2825"/>
                </a:lnTo>
                <a:lnTo>
                  <a:pt x="2038" y="2843"/>
                </a:lnTo>
                <a:lnTo>
                  <a:pt x="2095" y="2882"/>
                </a:lnTo>
                <a:lnTo>
                  <a:pt x="2077" y="2862"/>
                </a:lnTo>
                <a:lnTo>
                  <a:pt x="2080" y="2832"/>
                </a:lnTo>
              </a:path>
              <a:path w="21600" h="21600">
                <a:moveTo>
                  <a:pt x="3659" y="2820"/>
                </a:moveTo>
                <a:lnTo>
                  <a:pt x="3647" y="2827"/>
                </a:lnTo>
                <a:lnTo>
                  <a:pt x="3763" y="2855"/>
                </a:lnTo>
                <a:lnTo>
                  <a:pt x="3660" y="2821"/>
                </a:lnTo>
              </a:path>
              <a:path w="21600" h="21600">
                <a:moveTo>
                  <a:pt x="4123" y="2819"/>
                </a:moveTo>
                <a:cubicBezTo>
                  <a:pt x="4136" y="2827"/>
                  <a:pt x="4151" y="2836"/>
                  <a:pt x="4168" y="2847"/>
                </a:cubicBezTo>
                <a:lnTo>
                  <a:pt x="4247" y="2902"/>
                </a:lnTo>
                <a:lnTo>
                  <a:pt x="4276" y="2843"/>
                </a:lnTo>
              </a:path>
              <a:path w="21600" h="21600">
                <a:moveTo>
                  <a:pt x="5243" y="2817"/>
                </a:moveTo>
                <a:lnTo>
                  <a:pt x="5225" y="2825"/>
                </a:lnTo>
                <a:lnTo>
                  <a:pt x="5229" y="2833"/>
                </a:lnTo>
                <a:lnTo>
                  <a:pt x="5234" y="2839"/>
                </a:lnTo>
                <a:lnTo>
                  <a:pt x="5262" y="2826"/>
                </a:lnTo>
                <a:lnTo>
                  <a:pt x="5260" y="2817"/>
                </a:lnTo>
              </a:path>
              <a:path w="21600" h="21600">
                <a:moveTo>
                  <a:pt x="749" y="2816"/>
                </a:moveTo>
                <a:lnTo>
                  <a:pt x="621" y="2862"/>
                </a:lnTo>
                <a:lnTo>
                  <a:pt x="712" y="2876"/>
                </a:lnTo>
                <a:lnTo>
                  <a:pt x="831" y="2878"/>
                </a:lnTo>
              </a:path>
              <a:path w="21600" h="21600">
                <a:moveTo>
                  <a:pt x="5121" y="2814"/>
                </a:moveTo>
                <a:lnTo>
                  <a:pt x="5040" y="2849"/>
                </a:lnTo>
                <a:lnTo>
                  <a:pt x="5039" y="2859"/>
                </a:lnTo>
                <a:lnTo>
                  <a:pt x="5039" y="2859"/>
                </a:lnTo>
                <a:lnTo>
                  <a:pt x="5138" y="2814"/>
                </a:lnTo>
                <a:lnTo>
                  <a:pt x="5128" y="2814"/>
                </a:lnTo>
              </a:path>
              <a:path w="21600" h="21600">
                <a:moveTo>
                  <a:pt x="2514" y="2812"/>
                </a:moveTo>
                <a:lnTo>
                  <a:pt x="2514" y="2815"/>
                </a:lnTo>
                <a:lnTo>
                  <a:pt x="2603" y="2863"/>
                </a:lnTo>
                <a:lnTo>
                  <a:pt x="2616" y="2855"/>
                </a:lnTo>
                <a:lnTo>
                  <a:pt x="2557" y="2822"/>
                </a:lnTo>
              </a:path>
              <a:path w="21600" h="21600">
                <a:moveTo>
                  <a:pt x="3145" y="2809"/>
                </a:moveTo>
                <a:lnTo>
                  <a:pt x="3108" y="2822"/>
                </a:lnTo>
                <a:lnTo>
                  <a:pt x="3108" y="2822"/>
                </a:lnTo>
                <a:lnTo>
                  <a:pt x="3355" y="2913"/>
                </a:lnTo>
                <a:lnTo>
                  <a:pt x="3386" y="2903"/>
                </a:lnTo>
                <a:lnTo>
                  <a:pt x="3255" y="2845"/>
                </a:lnTo>
              </a:path>
              <a:path w="21600" h="21600">
                <a:moveTo>
                  <a:pt x="4832" y="2804"/>
                </a:moveTo>
                <a:lnTo>
                  <a:pt x="4833" y="2806"/>
                </a:lnTo>
                <a:lnTo>
                  <a:pt x="4838" y="2804"/>
                </a:lnTo>
              </a:path>
              <a:path w="21600" h="21600">
                <a:moveTo>
                  <a:pt x="10629" y="2801"/>
                </a:moveTo>
                <a:lnTo>
                  <a:pt x="10628" y="2804"/>
                </a:lnTo>
                <a:cubicBezTo>
                  <a:pt x="10571" y="2933"/>
                  <a:pt x="10504" y="3080"/>
                  <a:pt x="10423" y="3254"/>
                </a:cubicBezTo>
                <a:lnTo>
                  <a:pt x="10372" y="3362"/>
                </a:lnTo>
                <a:lnTo>
                  <a:pt x="10203" y="3719"/>
                </a:lnTo>
                <a:lnTo>
                  <a:pt x="10253" y="4071"/>
                </a:lnTo>
                <a:lnTo>
                  <a:pt x="10295" y="4198"/>
                </a:lnTo>
                <a:lnTo>
                  <a:pt x="10352" y="4083"/>
                </a:lnTo>
                <a:cubicBezTo>
                  <a:pt x="10368" y="4049"/>
                  <a:pt x="10382" y="4017"/>
                  <a:pt x="10398" y="3984"/>
                </a:cubicBezTo>
                <a:lnTo>
                  <a:pt x="10521" y="3700"/>
                </a:lnTo>
                <a:lnTo>
                  <a:pt x="10500" y="3528"/>
                </a:lnTo>
                <a:cubicBezTo>
                  <a:pt x="10497" y="3349"/>
                  <a:pt x="10513" y="3179"/>
                  <a:pt x="10550" y="3016"/>
                </a:cubicBezTo>
              </a:path>
              <a:path w="21600" h="21600">
                <a:moveTo>
                  <a:pt x="4707" y="2800"/>
                </a:moveTo>
                <a:lnTo>
                  <a:pt x="4696" y="2821"/>
                </a:lnTo>
                <a:lnTo>
                  <a:pt x="4662" y="2843"/>
                </a:lnTo>
                <a:lnTo>
                  <a:pt x="4708" y="2847"/>
                </a:lnTo>
                <a:lnTo>
                  <a:pt x="4714" y="2848"/>
                </a:lnTo>
                <a:lnTo>
                  <a:pt x="4794" y="2820"/>
                </a:lnTo>
                <a:lnTo>
                  <a:pt x="4789" y="2803"/>
                </a:lnTo>
              </a:path>
              <a:path w="21600" h="21600">
                <a:moveTo>
                  <a:pt x="4459" y="2796"/>
                </a:moveTo>
                <a:cubicBezTo>
                  <a:pt x="4452" y="2796"/>
                  <a:pt x="4447" y="2797"/>
                  <a:pt x="4444" y="2798"/>
                </a:cubicBezTo>
                <a:lnTo>
                  <a:pt x="4444" y="2799"/>
                </a:lnTo>
                <a:lnTo>
                  <a:pt x="4534" y="2830"/>
                </a:lnTo>
                <a:lnTo>
                  <a:pt x="4586" y="2835"/>
                </a:lnTo>
                <a:lnTo>
                  <a:pt x="4592" y="2836"/>
                </a:lnTo>
                <a:lnTo>
                  <a:pt x="4619" y="2798"/>
                </a:lnTo>
              </a:path>
              <a:path w="21600" h="21600">
                <a:moveTo>
                  <a:pt x="2147" y="2795"/>
                </a:moveTo>
                <a:lnTo>
                  <a:pt x="2127" y="2802"/>
                </a:lnTo>
                <a:lnTo>
                  <a:pt x="2129" y="2811"/>
                </a:lnTo>
                <a:lnTo>
                  <a:pt x="2129" y="2811"/>
                </a:lnTo>
                <a:lnTo>
                  <a:pt x="2166" y="2839"/>
                </a:lnTo>
                <a:lnTo>
                  <a:pt x="2172" y="2821"/>
                </a:lnTo>
                <a:lnTo>
                  <a:pt x="2176" y="2814"/>
                </a:lnTo>
              </a:path>
              <a:path w="21600" h="21600">
                <a:moveTo>
                  <a:pt x="3287" y="2793"/>
                </a:moveTo>
                <a:lnTo>
                  <a:pt x="3293" y="2800"/>
                </a:lnTo>
                <a:cubicBezTo>
                  <a:pt x="3316" y="2819"/>
                  <a:pt x="3363" y="2845"/>
                  <a:pt x="3435" y="2874"/>
                </a:cubicBezTo>
                <a:lnTo>
                  <a:pt x="3455" y="2880"/>
                </a:lnTo>
                <a:lnTo>
                  <a:pt x="3459" y="2879"/>
                </a:lnTo>
                <a:lnTo>
                  <a:pt x="3455" y="2835"/>
                </a:lnTo>
                <a:lnTo>
                  <a:pt x="3429" y="2823"/>
                </a:lnTo>
              </a:path>
              <a:path w="21600" h="21600">
                <a:moveTo>
                  <a:pt x="3227" y="2780"/>
                </a:moveTo>
                <a:lnTo>
                  <a:pt x="3217" y="2784"/>
                </a:lnTo>
                <a:lnTo>
                  <a:pt x="3236" y="2792"/>
                </a:lnTo>
                <a:lnTo>
                  <a:pt x="3238" y="2782"/>
                </a:lnTo>
              </a:path>
              <a:path w="21600" h="21600">
                <a:moveTo>
                  <a:pt x="2308" y="2771"/>
                </a:moveTo>
                <a:lnTo>
                  <a:pt x="2403" y="2817"/>
                </a:lnTo>
                <a:lnTo>
                  <a:pt x="2408" y="2807"/>
                </a:lnTo>
                <a:lnTo>
                  <a:pt x="2353" y="2777"/>
                </a:lnTo>
                <a:lnTo>
                  <a:pt x="2325" y="2771"/>
                </a:lnTo>
              </a:path>
              <a:path w="21600" h="21600">
                <a:moveTo>
                  <a:pt x="2981" y="2765"/>
                </a:moveTo>
                <a:lnTo>
                  <a:pt x="2980" y="2773"/>
                </a:lnTo>
                <a:lnTo>
                  <a:pt x="2982" y="2775"/>
                </a:lnTo>
                <a:lnTo>
                  <a:pt x="3005" y="2784"/>
                </a:lnTo>
                <a:lnTo>
                  <a:pt x="3013" y="2768"/>
                </a:lnTo>
              </a:path>
              <a:path w="21600" h="21600">
                <a:moveTo>
                  <a:pt x="1821" y="2765"/>
                </a:moveTo>
                <a:lnTo>
                  <a:pt x="1821" y="2777"/>
                </a:lnTo>
                <a:lnTo>
                  <a:pt x="1824" y="2780"/>
                </a:lnTo>
              </a:path>
              <a:path w="21600" h="21600">
                <a:moveTo>
                  <a:pt x="1362" y="2760"/>
                </a:moveTo>
                <a:lnTo>
                  <a:pt x="1356" y="2787"/>
                </a:lnTo>
                <a:lnTo>
                  <a:pt x="1381" y="2807"/>
                </a:lnTo>
                <a:lnTo>
                  <a:pt x="1441" y="2861"/>
                </a:lnTo>
                <a:lnTo>
                  <a:pt x="1527" y="2846"/>
                </a:lnTo>
                <a:lnTo>
                  <a:pt x="1406" y="2779"/>
                </a:lnTo>
              </a:path>
              <a:path w="21600" h="21600">
                <a:moveTo>
                  <a:pt x="4733" y="2754"/>
                </a:moveTo>
                <a:lnTo>
                  <a:pt x="4731" y="2757"/>
                </a:lnTo>
                <a:lnTo>
                  <a:pt x="4741" y="2758"/>
                </a:lnTo>
              </a:path>
              <a:path w="21600" h="21600">
                <a:moveTo>
                  <a:pt x="1910" y="2754"/>
                </a:moveTo>
                <a:lnTo>
                  <a:pt x="1930" y="2768"/>
                </a:lnTo>
                <a:lnTo>
                  <a:pt x="1927" y="2754"/>
                </a:lnTo>
              </a:path>
              <a:path w="21600" h="21600">
                <a:moveTo>
                  <a:pt x="932" y="2751"/>
                </a:moveTo>
                <a:lnTo>
                  <a:pt x="798" y="2799"/>
                </a:lnTo>
                <a:lnTo>
                  <a:pt x="903" y="2878"/>
                </a:lnTo>
              </a:path>
              <a:path w="21600" h="21600">
                <a:moveTo>
                  <a:pt x="4164" y="2748"/>
                </a:moveTo>
                <a:lnTo>
                  <a:pt x="4138" y="2778"/>
                </a:lnTo>
                <a:lnTo>
                  <a:pt x="4293" y="2803"/>
                </a:lnTo>
                <a:lnTo>
                  <a:pt x="4295" y="2803"/>
                </a:lnTo>
                <a:lnTo>
                  <a:pt x="4300" y="2794"/>
                </a:lnTo>
              </a:path>
              <a:path w="21600" h="21600">
                <a:moveTo>
                  <a:pt x="5447" y="2740"/>
                </a:moveTo>
                <a:lnTo>
                  <a:pt x="5415" y="2741"/>
                </a:lnTo>
                <a:lnTo>
                  <a:pt x="5399" y="2748"/>
                </a:lnTo>
                <a:lnTo>
                  <a:pt x="5405" y="2760"/>
                </a:lnTo>
              </a:path>
              <a:path w="21600" h="21600">
                <a:moveTo>
                  <a:pt x="72" y="2737"/>
                </a:moveTo>
                <a:lnTo>
                  <a:pt x="54" y="2744"/>
                </a:lnTo>
                <a:lnTo>
                  <a:pt x="96" y="2755"/>
                </a:lnTo>
              </a:path>
              <a:path w="21600" h="21600">
                <a:moveTo>
                  <a:pt x="1640" y="2736"/>
                </a:moveTo>
                <a:lnTo>
                  <a:pt x="1700" y="2776"/>
                </a:lnTo>
                <a:lnTo>
                  <a:pt x="1703" y="2754"/>
                </a:lnTo>
                <a:lnTo>
                  <a:pt x="1695" y="2749"/>
                </a:lnTo>
              </a:path>
              <a:path w="21600" h="21600">
                <a:moveTo>
                  <a:pt x="5606" y="2736"/>
                </a:moveTo>
                <a:lnTo>
                  <a:pt x="5559" y="2737"/>
                </a:lnTo>
                <a:lnTo>
                  <a:pt x="5554" y="2740"/>
                </a:lnTo>
                <a:lnTo>
                  <a:pt x="5490" y="2770"/>
                </a:lnTo>
                <a:lnTo>
                  <a:pt x="5536" y="2766"/>
                </a:lnTo>
                <a:lnTo>
                  <a:pt x="5605" y="2737"/>
                </a:lnTo>
              </a:path>
              <a:path w="21600" h="21600">
                <a:moveTo>
                  <a:pt x="5748" y="2731"/>
                </a:moveTo>
                <a:lnTo>
                  <a:pt x="5721" y="2732"/>
                </a:lnTo>
                <a:lnTo>
                  <a:pt x="5674" y="2755"/>
                </a:lnTo>
                <a:lnTo>
                  <a:pt x="5696" y="2753"/>
                </a:lnTo>
              </a:path>
              <a:path w="21600" h="21600">
                <a:moveTo>
                  <a:pt x="6387" y="2730"/>
                </a:moveTo>
                <a:lnTo>
                  <a:pt x="6037" y="2864"/>
                </a:lnTo>
                <a:lnTo>
                  <a:pt x="5989" y="2872"/>
                </a:lnTo>
                <a:lnTo>
                  <a:pt x="6049" y="3050"/>
                </a:lnTo>
                <a:lnTo>
                  <a:pt x="6104" y="3136"/>
                </a:lnTo>
                <a:lnTo>
                  <a:pt x="6297" y="3105"/>
                </a:lnTo>
                <a:lnTo>
                  <a:pt x="6373" y="3076"/>
                </a:lnTo>
                <a:lnTo>
                  <a:pt x="6323" y="2869"/>
                </a:lnTo>
              </a:path>
              <a:path w="21600" h="21600">
                <a:moveTo>
                  <a:pt x="6005" y="2722"/>
                </a:moveTo>
                <a:lnTo>
                  <a:pt x="5737" y="2793"/>
                </a:lnTo>
                <a:lnTo>
                  <a:pt x="5705" y="2796"/>
                </a:lnTo>
                <a:lnTo>
                  <a:pt x="5644" y="2821"/>
                </a:lnTo>
                <a:lnTo>
                  <a:pt x="5604" y="2831"/>
                </a:lnTo>
                <a:lnTo>
                  <a:pt x="5599" y="2839"/>
                </a:lnTo>
                <a:lnTo>
                  <a:pt x="5622" y="2891"/>
                </a:lnTo>
                <a:lnTo>
                  <a:pt x="5949" y="2836"/>
                </a:lnTo>
              </a:path>
              <a:path w="21600" h="21600">
                <a:moveTo>
                  <a:pt x="2889" y="2721"/>
                </a:moveTo>
                <a:lnTo>
                  <a:pt x="2860" y="2741"/>
                </a:lnTo>
                <a:lnTo>
                  <a:pt x="2887" y="2748"/>
                </a:lnTo>
                <a:lnTo>
                  <a:pt x="2911" y="2739"/>
                </a:lnTo>
              </a:path>
              <a:path w="21600" h="21600">
                <a:moveTo>
                  <a:pt x="7167" y="2718"/>
                </a:moveTo>
                <a:lnTo>
                  <a:pt x="6779" y="2967"/>
                </a:lnTo>
                <a:lnTo>
                  <a:pt x="6768" y="2971"/>
                </a:lnTo>
                <a:lnTo>
                  <a:pt x="6798" y="3132"/>
                </a:lnTo>
                <a:lnTo>
                  <a:pt x="6866" y="3272"/>
                </a:lnTo>
                <a:lnTo>
                  <a:pt x="7030" y="3208"/>
                </a:lnTo>
                <a:lnTo>
                  <a:pt x="7124" y="3146"/>
                </a:lnTo>
                <a:lnTo>
                  <a:pt x="7092" y="2895"/>
                </a:lnTo>
              </a:path>
              <a:path w="21600" h="21600">
                <a:moveTo>
                  <a:pt x="1261" y="2712"/>
                </a:moveTo>
                <a:lnTo>
                  <a:pt x="1320" y="2758"/>
                </a:lnTo>
                <a:lnTo>
                  <a:pt x="1323" y="2743"/>
                </a:lnTo>
                <a:lnTo>
                  <a:pt x="1306" y="2735"/>
                </a:lnTo>
              </a:path>
              <a:path w="21600" h="21600">
                <a:moveTo>
                  <a:pt x="4371" y="2711"/>
                </a:moveTo>
                <a:lnTo>
                  <a:pt x="4371" y="2750"/>
                </a:lnTo>
                <a:lnTo>
                  <a:pt x="4361" y="2770"/>
                </a:lnTo>
                <a:lnTo>
                  <a:pt x="4371" y="2773"/>
                </a:lnTo>
                <a:lnTo>
                  <a:pt x="4419" y="2712"/>
                </a:lnTo>
              </a:path>
              <a:path w="21600" h="21600">
                <a:moveTo>
                  <a:pt x="2779" y="2710"/>
                </a:moveTo>
                <a:lnTo>
                  <a:pt x="2750" y="2711"/>
                </a:lnTo>
                <a:lnTo>
                  <a:pt x="2780" y="2719"/>
                </a:lnTo>
              </a:path>
              <a:path w="21600" h="21600">
                <a:moveTo>
                  <a:pt x="3397" y="2709"/>
                </a:moveTo>
                <a:lnTo>
                  <a:pt x="3342" y="2740"/>
                </a:lnTo>
                <a:lnTo>
                  <a:pt x="3321" y="2748"/>
                </a:lnTo>
                <a:lnTo>
                  <a:pt x="3413" y="2767"/>
                </a:lnTo>
                <a:lnTo>
                  <a:pt x="3434" y="2778"/>
                </a:lnTo>
              </a:path>
              <a:path w="21600" h="21600">
                <a:moveTo>
                  <a:pt x="4196" y="2709"/>
                </a:moveTo>
                <a:lnTo>
                  <a:pt x="4193" y="2712"/>
                </a:lnTo>
                <a:lnTo>
                  <a:pt x="4318" y="2755"/>
                </a:lnTo>
                <a:lnTo>
                  <a:pt x="4326" y="2740"/>
                </a:lnTo>
                <a:lnTo>
                  <a:pt x="4326" y="2711"/>
                </a:lnTo>
              </a:path>
              <a:path w="21600" h="21600">
                <a:moveTo>
                  <a:pt x="2850" y="2707"/>
                </a:moveTo>
                <a:lnTo>
                  <a:pt x="2824" y="2708"/>
                </a:lnTo>
                <a:lnTo>
                  <a:pt x="2825" y="2723"/>
                </a:lnTo>
              </a:path>
              <a:path w="21600" h="21600">
                <a:moveTo>
                  <a:pt x="4621" y="2707"/>
                </a:moveTo>
                <a:lnTo>
                  <a:pt x="4497" y="2713"/>
                </a:lnTo>
                <a:lnTo>
                  <a:pt x="4474" y="2712"/>
                </a:lnTo>
                <a:lnTo>
                  <a:pt x="4435" y="2762"/>
                </a:lnTo>
                <a:lnTo>
                  <a:pt x="4453" y="2752"/>
                </a:lnTo>
                <a:lnTo>
                  <a:pt x="4651" y="2755"/>
                </a:lnTo>
                <a:lnTo>
                  <a:pt x="4671" y="2728"/>
                </a:lnTo>
              </a:path>
              <a:path w="21600" h="21600">
                <a:moveTo>
                  <a:pt x="3935" y="2705"/>
                </a:moveTo>
                <a:lnTo>
                  <a:pt x="3940" y="2856"/>
                </a:lnTo>
                <a:lnTo>
                  <a:pt x="3948" y="2857"/>
                </a:lnTo>
                <a:lnTo>
                  <a:pt x="4024" y="2809"/>
                </a:lnTo>
                <a:lnTo>
                  <a:pt x="4018" y="2805"/>
                </a:lnTo>
                <a:cubicBezTo>
                  <a:pt x="4009" y="2796"/>
                  <a:pt x="4008" y="2789"/>
                  <a:pt x="4012" y="2779"/>
                </a:cubicBezTo>
                <a:cubicBezTo>
                  <a:pt x="4019" y="2759"/>
                  <a:pt x="4042" y="2763"/>
                  <a:pt x="4067" y="2767"/>
                </a:cubicBezTo>
                <a:lnTo>
                  <a:pt x="4086" y="2770"/>
                </a:lnTo>
                <a:lnTo>
                  <a:pt x="4088" y="2768"/>
                </a:lnTo>
                <a:lnTo>
                  <a:pt x="4118" y="2732"/>
                </a:lnTo>
                <a:lnTo>
                  <a:pt x="4020" y="2707"/>
                </a:lnTo>
              </a:path>
              <a:path w="21600" h="21600">
                <a:moveTo>
                  <a:pt x="3851" y="2704"/>
                </a:moveTo>
                <a:lnTo>
                  <a:pt x="3720" y="2783"/>
                </a:lnTo>
                <a:lnTo>
                  <a:pt x="3789" y="2807"/>
                </a:lnTo>
                <a:cubicBezTo>
                  <a:pt x="3808" y="2816"/>
                  <a:pt x="3829" y="2826"/>
                  <a:pt x="3851" y="2838"/>
                </a:cubicBezTo>
                <a:lnTo>
                  <a:pt x="3897" y="2847"/>
                </a:lnTo>
                <a:lnTo>
                  <a:pt x="3890" y="2705"/>
                </a:lnTo>
              </a:path>
              <a:path w="21600" h="21600">
                <a:moveTo>
                  <a:pt x="599" y="2703"/>
                </a:moveTo>
                <a:lnTo>
                  <a:pt x="568" y="2834"/>
                </a:lnTo>
                <a:lnTo>
                  <a:pt x="706" y="2784"/>
                </a:lnTo>
              </a:path>
              <a:path w="21600" h="21600">
                <a:moveTo>
                  <a:pt x="166" y="2703"/>
                </a:moveTo>
                <a:lnTo>
                  <a:pt x="121" y="2719"/>
                </a:lnTo>
                <a:lnTo>
                  <a:pt x="155" y="2745"/>
                </a:lnTo>
              </a:path>
              <a:path w="21600" h="21600">
                <a:moveTo>
                  <a:pt x="8337" y="2702"/>
                </a:moveTo>
                <a:lnTo>
                  <a:pt x="7916" y="3120"/>
                </a:lnTo>
                <a:lnTo>
                  <a:pt x="7923" y="3252"/>
                </a:lnTo>
                <a:lnTo>
                  <a:pt x="7999" y="3477"/>
                </a:lnTo>
                <a:lnTo>
                  <a:pt x="8128" y="3388"/>
                </a:lnTo>
                <a:lnTo>
                  <a:pt x="8252" y="3260"/>
                </a:lnTo>
                <a:lnTo>
                  <a:pt x="8246" y="2935"/>
                </a:lnTo>
              </a:path>
              <a:path w="21600" h="21600">
                <a:moveTo>
                  <a:pt x="3442" y="2698"/>
                </a:moveTo>
                <a:lnTo>
                  <a:pt x="3492" y="2791"/>
                </a:lnTo>
                <a:lnTo>
                  <a:pt x="3552" y="2804"/>
                </a:lnTo>
                <a:lnTo>
                  <a:pt x="3591" y="2813"/>
                </a:lnTo>
                <a:lnTo>
                  <a:pt x="3629" y="2790"/>
                </a:lnTo>
                <a:lnTo>
                  <a:pt x="3625" y="2774"/>
                </a:lnTo>
                <a:cubicBezTo>
                  <a:pt x="3629" y="2767"/>
                  <a:pt x="3633" y="2758"/>
                  <a:pt x="3655" y="2760"/>
                </a:cubicBezTo>
                <a:lnTo>
                  <a:pt x="3670" y="2765"/>
                </a:lnTo>
                <a:lnTo>
                  <a:pt x="3774" y="2703"/>
                </a:lnTo>
              </a:path>
              <a:path w="21600" h="21600">
                <a:moveTo>
                  <a:pt x="1479" y="2698"/>
                </a:moveTo>
                <a:lnTo>
                  <a:pt x="1606" y="2777"/>
                </a:lnTo>
                <a:lnTo>
                  <a:pt x="1627" y="2786"/>
                </a:lnTo>
                <a:lnTo>
                  <a:pt x="1641" y="2790"/>
                </a:lnTo>
                <a:lnTo>
                  <a:pt x="1516" y="2707"/>
                </a:lnTo>
              </a:path>
              <a:path w="21600" h="21600">
                <a:moveTo>
                  <a:pt x="1855" y="2696"/>
                </a:moveTo>
                <a:lnTo>
                  <a:pt x="1857" y="2710"/>
                </a:lnTo>
                <a:lnTo>
                  <a:pt x="1871" y="2710"/>
                </a:lnTo>
                <a:lnTo>
                  <a:pt x="1872" y="2707"/>
                </a:lnTo>
              </a:path>
              <a:path w="21600" h="21600">
                <a:moveTo>
                  <a:pt x="4864" y="2695"/>
                </a:moveTo>
                <a:lnTo>
                  <a:pt x="4762" y="2700"/>
                </a:lnTo>
                <a:lnTo>
                  <a:pt x="4753" y="2718"/>
                </a:lnTo>
                <a:lnTo>
                  <a:pt x="4831" y="2752"/>
                </a:lnTo>
                <a:lnTo>
                  <a:pt x="4843" y="2741"/>
                </a:lnTo>
                <a:lnTo>
                  <a:pt x="4855" y="2739"/>
                </a:lnTo>
              </a:path>
              <a:path w="21600" h="21600">
                <a:moveTo>
                  <a:pt x="14551" y="2695"/>
                </a:moveTo>
                <a:lnTo>
                  <a:pt x="14492" y="2829"/>
                </a:lnTo>
                <a:lnTo>
                  <a:pt x="14460" y="2954"/>
                </a:lnTo>
              </a:path>
              <a:path w="21600" h="21600">
                <a:moveTo>
                  <a:pt x="3177" y="2695"/>
                </a:moveTo>
                <a:lnTo>
                  <a:pt x="3154" y="2695"/>
                </a:lnTo>
                <a:lnTo>
                  <a:pt x="3148" y="2718"/>
                </a:lnTo>
                <a:lnTo>
                  <a:pt x="3180" y="2725"/>
                </a:lnTo>
                <a:lnTo>
                  <a:pt x="3229" y="2736"/>
                </a:lnTo>
                <a:lnTo>
                  <a:pt x="3326" y="2701"/>
                </a:lnTo>
                <a:lnTo>
                  <a:pt x="3333" y="2697"/>
                </a:lnTo>
              </a:path>
              <a:path w="21600" h="21600">
                <a:moveTo>
                  <a:pt x="4946" y="2692"/>
                </a:moveTo>
                <a:lnTo>
                  <a:pt x="4912" y="2693"/>
                </a:lnTo>
                <a:lnTo>
                  <a:pt x="4904" y="2732"/>
                </a:lnTo>
                <a:lnTo>
                  <a:pt x="4994" y="2717"/>
                </a:lnTo>
                <a:lnTo>
                  <a:pt x="4995" y="2717"/>
                </a:lnTo>
              </a:path>
              <a:path w="21600" h="21600">
                <a:moveTo>
                  <a:pt x="5705" y="2684"/>
                </a:moveTo>
                <a:lnTo>
                  <a:pt x="5671" y="2688"/>
                </a:lnTo>
                <a:lnTo>
                  <a:pt x="5663" y="2691"/>
                </a:lnTo>
                <a:lnTo>
                  <a:pt x="5688" y="2690"/>
                </a:lnTo>
              </a:path>
              <a:path w="21600" h="21600">
                <a:moveTo>
                  <a:pt x="5152" y="2682"/>
                </a:moveTo>
                <a:lnTo>
                  <a:pt x="5125" y="2683"/>
                </a:lnTo>
                <a:lnTo>
                  <a:pt x="5117" y="2697"/>
                </a:lnTo>
                <a:lnTo>
                  <a:pt x="5092" y="2713"/>
                </a:lnTo>
                <a:lnTo>
                  <a:pt x="5113" y="2712"/>
                </a:lnTo>
                <a:lnTo>
                  <a:pt x="5154" y="2700"/>
                </a:lnTo>
              </a:path>
              <a:path w="21600" h="21600">
                <a:moveTo>
                  <a:pt x="1956" y="2682"/>
                </a:moveTo>
                <a:lnTo>
                  <a:pt x="1956" y="2682"/>
                </a:lnTo>
                <a:lnTo>
                  <a:pt x="1963" y="2710"/>
                </a:lnTo>
                <a:lnTo>
                  <a:pt x="1966" y="2712"/>
                </a:lnTo>
                <a:lnTo>
                  <a:pt x="2012" y="2712"/>
                </a:lnTo>
                <a:lnTo>
                  <a:pt x="1956" y="2682"/>
                </a:lnTo>
                <a:lnTo>
                  <a:pt x="1956" y="2682"/>
                </a:lnTo>
              </a:path>
              <a:path w="21600" h="21600">
                <a:moveTo>
                  <a:pt x="2116" y="2678"/>
                </a:moveTo>
                <a:lnTo>
                  <a:pt x="2138" y="2688"/>
                </a:lnTo>
                <a:lnTo>
                  <a:pt x="2141" y="2686"/>
                </a:lnTo>
              </a:path>
              <a:path w="21600" h="21600">
                <a:moveTo>
                  <a:pt x="1138" y="2678"/>
                </a:moveTo>
                <a:lnTo>
                  <a:pt x="1133" y="2678"/>
                </a:lnTo>
                <a:lnTo>
                  <a:pt x="980" y="2734"/>
                </a:lnTo>
                <a:lnTo>
                  <a:pt x="946" y="2880"/>
                </a:lnTo>
                <a:lnTo>
                  <a:pt x="1293" y="2885"/>
                </a:lnTo>
                <a:lnTo>
                  <a:pt x="1310" y="2808"/>
                </a:lnTo>
              </a:path>
              <a:path w="21600" h="21600">
                <a:moveTo>
                  <a:pt x="5236" y="2674"/>
                </a:moveTo>
                <a:lnTo>
                  <a:pt x="5214" y="2678"/>
                </a:lnTo>
                <a:lnTo>
                  <a:pt x="5218" y="2682"/>
                </a:lnTo>
                <a:lnTo>
                  <a:pt x="5236" y="2677"/>
                </a:lnTo>
              </a:path>
              <a:path w="21600" h="21600">
                <a:moveTo>
                  <a:pt x="5910" y="2663"/>
                </a:moveTo>
                <a:lnTo>
                  <a:pt x="5902" y="2664"/>
                </a:lnTo>
                <a:lnTo>
                  <a:pt x="5849" y="2674"/>
                </a:lnTo>
                <a:lnTo>
                  <a:pt x="5822" y="2684"/>
                </a:lnTo>
                <a:lnTo>
                  <a:pt x="5819" y="2686"/>
                </a:lnTo>
                <a:lnTo>
                  <a:pt x="5824" y="2686"/>
                </a:lnTo>
                <a:lnTo>
                  <a:pt x="5870" y="2680"/>
                </a:lnTo>
              </a:path>
              <a:path w="21600" h="21600">
                <a:moveTo>
                  <a:pt x="4514" y="2661"/>
                </a:moveTo>
                <a:lnTo>
                  <a:pt x="4508" y="2669"/>
                </a:lnTo>
                <a:lnTo>
                  <a:pt x="4530" y="2668"/>
                </a:lnTo>
              </a:path>
              <a:path w="21600" h="21600">
                <a:moveTo>
                  <a:pt x="1882" y="2659"/>
                </a:moveTo>
                <a:lnTo>
                  <a:pt x="1879" y="2660"/>
                </a:lnTo>
                <a:lnTo>
                  <a:pt x="1881" y="2661"/>
                </a:lnTo>
              </a:path>
              <a:path w="21600" h="21600">
                <a:moveTo>
                  <a:pt x="6085" y="2648"/>
                </a:moveTo>
                <a:lnTo>
                  <a:pt x="6050" y="2651"/>
                </a:lnTo>
                <a:lnTo>
                  <a:pt x="6049" y="2651"/>
                </a:lnTo>
                <a:lnTo>
                  <a:pt x="6027" y="2661"/>
                </a:lnTo>
                <a:lnTo>
                  <a:pt x="6066" y="2656"/>
                </a:lnTo>
              </a:path>
              <a:path w="21600" h="21600">
                <a:moveTo>
                  <a:pt x="2584" y="2643"/>
                </a:moveTo>
                <a:lnTo>
                  <a:pt x="2570" y="2650"/>
                </a:lnTo>
                <a:lnTo>
                  <a:pt x="2526" y="2666"/>
                </a:lnTo>
                <a:lnTo>
                  <a:pt x="2520" y="2678"/>
                </a:lnTo>
                <a:lnTo>
                  <a:pt x="2525" y="2677"/>
                </a:lnTo>
                <a:lnTo>
                  <a:pt x="2591" y="2674"/>
                </a:lnTo>
              </a:path>
              <a:path w="21600" h="21600">
                <a:moveTo>
                  <a:pt x="1501" y="2636"/>
                </a:moveTo>
                <a:lnTo>
                  <a:pt x="1495" y="2640"/>
                </a:lnTo>
                <a:lnTo>
                  <a:pt x="1535" y="2666"/>
                </a:lnTo>
                <a:lnTo>
                  <a:pt x="1565" y="2673"/>
                </a:lnTo>
              </a:path>
              <a:path w="21600" h="21600">
                <a:moveTo>
                  <a:pt x="1080" y="2633"/>
                </a:moveTo>
                <a:lnTo>
                  <a:pt x="1036" y="2665"/>
                </a:lnTo>
                <a:lnTo>
                  <a:pt x="1094" y="2644"/>
                </a:lnTo>
              </a:path>
              <a:path w="21600" h="21600">
                <a:moveTo>
                  <a:pt x="2629" y="2631"/>
                </a:moveTo>
                <a:lnTo>
                  <a:pt x="2638" y="2672"/>
                </a:lnTo>
                <a:lnTo>
                  <a:pt x="2660" y="2672"/>
                </a:lnTo>
                <a:lnTo>
                  <a:pt x="2721" y="2658"/>
                </a:lnTo>
              </a:path>
              <a:path w="21600" h="21600">
                <a:moveTo>
                  <a:pt x="1399" y="2630"/>
                </a:moveTo>
                <a:lnTo>
                  <a:pt x="1390" y="2632"/>
                </a:lnTo>
                <a:lnTo>
                  <a:pt x="1411" y="2637"/>
                </a:lnTo>
              </a:path>
              <a:path w="21600" h="21600">
                <a:moveTo>
                  <a:pt x="1842" y="2629"/>
                </a:moveTo>
                <a:lnTo>
                  <a:pt x="1844" y="2639"/>
                </a:lnTo>
                <a:lnTo>
                  <a:pt x="1846" y="2640"/>
                </a:lnTo>
                <a:lnTo>
                  <a:pt x="1855" y="2635"/>
                </a:lnTo>
              </a:path>
              <a:path w="21600" h="21600">
                <a:moveTo>
                  <a:pt x="5081" y="2623"/>
                </a:moveTo>
                <a:lnTo>
                  <a:pt x="5078" y="2642"/>
                </a:lnTo>
                <a:lnTo>
                  <a:pt x="5102" y="2641"/>
                </a:lnTo>
                <a:lnTo>
                  <a:pt x="5104" y="2639"/>
                </a:lnTo>
                <a:lnTo>
                  <a:pt x="5092" y="2630"/>
                </a:lnTo>
              </a:path>
              <a:path w="21600" h="21600">
                <a:moveTo>
                  <a:pt x="3045" y="2622"/>
                </a:moveTo>
                <a:lnTo>
                  <a:pt x="3019" y="2631"/>
                </a:lnTo>
                <a:lnTo>
                  <a:pt x="2983" y="2656"/>
                </a:lnTo>
                <a:lnTo>
                  <a:pt x="2983" y="2659"/>
                </a:lnTo>
                <a:lnTo>
                  <a:pt x="3043" y="2657"/>
                </a:lnTo>
              </a:path>
              <a:path w="21600" h="21600">
                <a:moveTo>
                  <a:pt x="4798" y="2613"/>
                </a:moveTo>
                <a:lnTo>
                  <a:pt x="4796" y="2638"/>
                </a:lnTo>
                <a:lnTo>
                  <a:pt x="4787" y="2656"/>
                </a:lnTo>
                <a:lnTo>
                  <a:pt x="4871" y="2652"/>
                </a:lnTo>
              </a:path>
              <a:path w="21600" h="21600">
                <a:moveTo>
                  <a:pt x="1579" y="2609"/>
                </a:moveTo>
                <a:lnTo>
                  <a:pt x="1548" y="2612"/>
                </a:lnTo>
                <a:lnTo>
                  <a:pt x="1711" y="2707"/>
                </a:lnTo>
                <a:lnTo>
                  <a:pt x="1726" y="2708"/>
                </a:lnTo>
                <a:lnTo>
                  <a:pt x="1732" y="2704"/>
                </a:lnTo>
                <a:lnTo>
                  <a:pt x="1732" y="2699"/>
                </a:lnTo>
              </a:path>
              <a:path w="21600" h="21600">
                <a:moveTo>
                  <a:pt x="1677" y="2601"/>
                </a:moveTo>
                <a:lnTo>
                  <a:pt x="1732" y="2642"/>
                </a:lnTo>
                <a:lnTo>
                  <a:pt x="1732" y="2624"/>
                </a:lnTo>
              </a:path>
              <a:path w="21600" h="21600">
                <a:moveTo>
                  <a:pt x="4371" y="2600"/>
                </a:moveTo>
                <a:lnTo>
                  <a:pt x="4371" y="2668"/>
                </a:lnTo>
                <a:lnTo>
                  <a:pt x="4452" y="2669"/>
                </a:lnTo>
                <a:lnTo>
                  <a:pt x="4472" y="2643"/>
                </a:lnTo>
              </a:path>
              <a:path w="21600" h="21600">
                <a:moveTo>
                  <a:pt x="3104" y="2600"/>
                </a:moveTo>
                <a:lnTo>
                  <a:pt x="3091" y="2605"/>
                </a:lnTo>
                <a:lnTo>
                  <a:pt x="3089" y="2627"/>
                </a:lnTo>
              </a:path>
              <a:path w="21600" h="21600">
                <a:moveTo>
                  <a:pt x="2136" y="2598"/>
                </a:moveTo>
                <a:lnTo>
                  <a:pt x="2127" y="2619"/>
                </a:lnTo>
                <a:lnTo>
                  <a:pt x="2176" y="2628"/>
                </a:lnTo>
                <a:lnTo>
                  <a:pt x="2201" y="2632"/>
                </a:lnTo>
                <a:lnTo>
                  <a:pt x="2196" y="2615"/>
                </a:lnTo>
                <a:lnTo>
                  <a:pt x="2174" y="2598"/>
                </a:lnTo>
              </a:path>
              <a:path w="21600" h="21600">
                <a:moveTo>
                  <a:pt x="2073" y="2597"/>
                </a:moveTo>
                <a:lnTo>
                  <a:pt x="2076" y="2608"/>
                </a:lnTo>
                <a:lnTo>
                  <a:pt x="2082" y="2610"/>
                </a:lnTo>
                <a:lnTo>
                  <a:pt x="2084" y="2610"/>
                </a:lnTo>
                <a:lnTo>
                  <a:pt x="2090" y="2597"/>
                </a:lnTo>
              </a:path>
              <a:path w="21600" h="21600">
                <a:moveTo>
                  <a:pt x="457" y="2597"/>
                </a:moveTo>
                <a:lnTo>
                  <a:pt x="216" y="2685"/>
                </a:lnTo>
                <a:lnTo>
                  <a:pt x="194" y="2774"/>
                </a:lnTo>
                <a:lnTo>
                  <a:pt x="209" y="2785"/>
                </a:lnTo>
                <a:lnTo>
                  <a:pt x="336" y="2819"/>
                </a:lnTo>
                <a:lnTo>
                  <a:pt x="521" y="2847"/>
                </a:lnTo>
                <a:lnTo>
                  <a:pt x="562" y="2676"/>
                </a:lnTo>
              </a:path>
              <a:path w="21600" h="21600">
                <a:moveTo>
                  <a:pt x="5179" y="2596"/>
                </a:moveTo>
                <a:lnTo>
                  <a:pt x="5187" y="2637"/>
                </a:lnTo>
                <a:lnTo>
                  <a:pt x="5199" y="2637"/>
                </a:lnTo>
                <a:lnTo>
                  <a:pt x="5215" y="2634"/>
                </a:lnTo>
              </a:path>
              <a:path w="21600" h="21600">
                <a:moveTo>
                  <a:pt x="3598" y="2595"/>
                </a:moveTo>
                <a:lnTo>
                  <a:pt x="3491" y="2656"/>
                </a:lnTo>
                <a:lnTo>
                  <a:pt x="3812" y="2660"/>
                </a:lnTo>
                <a:lnTo>
                  <a:pt x="3845" y="2661"/>
                </a:lnTo>
                <a:lnTo>
                  <a:pt x="3845" y="2660"/>
                </a:lnTo>
              </a:path>
              <a:path w="21600" h="21600">
                <a:moveTo>
                  <a:pt x="2279" y="2591"/>
                </a:moveTo>
                <a:lnTo>
                  <a:pt x="2247" y="2598"/>
                </a:lnTo>
                <a:lnTo>
                  <a:pt x="2268" y="2614"/>
                </a:lnTo>
              </a:path>
              <a:path w="21600" h="21600">
                <a:moveTo>
                  <a:pt x="5795" y="2579"/>
                </a:moveTo>
                <a:lnTo>
                  <a:pt x="5761" y="2589"/>
                </a:lnTo>
                <a:lnTo>
                  <a:pt x="5622" y="2650"/>
                </a:lnTo>
                <a:lnTo>
                  <a:pt x="5647" y="2647"/>
                </a:lnTo>
              </a:path>
              <a:path w="21600" h="21600">
                <a:moveTo>
                  <a:pt x="4308" y="2574"/>
                </a:moveTo>
                <a:lnTo>
                  <a:pt x="4232" y="2666"/>
                </a:lnTo>
                <a:lnTo>
                  <a:pt x="4326" y="2667"/>
                </a:lnTo>
                <a:lnTo>
                  <a:pt x="4325" y="2588"/>
                </a:lnTo>
                <a:lnTo>
                  <a:pt x="4322" y="2580"/>
                </a:lnTo>
              </a:path>
              <a:path w="21600" h="21600">
                <a:moveTo>
                  <a:pt x="1386" y="2573"/>
                </a:moveTo>
                <a:lnTo>
                  <a:pt x="1408" y="2585"/>
                </a:lnTo>
                <a:lnTo>
                  <a:pt x="1412" y="2584"/>
                </a:lnTo>
                <a:lnTo>
                  <a:pt x="1396" y="2575"/>
                </a:lnTo>
              </a:path>
              <a:path w="21600" h="21600">
                <a:moveTo>
                  <a:pt x="2372" y="2571"/>
                </a:moveTo>
                <a:lnTo>
                  <a:pt x="2335" y="2579"/>
                </a:lnTo>
                <a:lnTo>
                  <a:pt x="2306" y="2643"/>
                </a:lnTo>
                <a:lnTo>
                  <a:pt x="2313" y="2648"/>
                </a:lnTo>
                <a:lnTo>
                  <a:pt x="2315" y="2649"/>
                </a:lnTo>
                <a:lnTo>
                  <a:pt x="2334" y="2655"/>
                </a:lnTo>
                <a:lnTo>
                  <a:pt x="2361" y="2658"/>
                </a:lnTo>
                <a:lnTo>
                  <a:pt x="2393" y="2645"/>
                </a:lnTo>
              </a:path>
              <a:path w="21600" h="21600">
                <a:moveTo>
                  <a:pt x="6598" y="2571"/>
                </a:moveTo>
                <a:lnTo>
                  <a:pt x="6561" y="2583"/>
                </a:lnTo>
                <a:lnTo>
                  <a:pt x="6462" y="2599"/>
                </a:lnTo>
                <a:lnTo>
                  <a:pt x="6151" y="2689"/>
                </a:lnTo>
                <a:lnTo>
                  <a:pt x="6139" y="2690"/>
                </a:lnTo>
                <a:lnTo>
                  <a:pt x="6045" y="2735"/>
                </a:lnTo>
                <a:lnTo>
                  <a:pt x="6003" y="2827"/>
                </a:lnTo>
                <a:lnTo>
                  <a:pt x="6025" y="2823"/>
                </a:lnTo>
                <a:lnTo>
                  <a:pt x="6462" y="2656"/>
                </a:lnTo>
              </a:path>
              <a:path w="21600" h="21600">
                <a:moveTo>
                  <a:pt x="2710" y="2571"/>
                </a:moveTo>
                <a:lnTo>
                  <a:pt x="2667" y="2595"/>
                </a:lnTo>
                <a:lnTo>
                  <a:pt x="2768" y="2624"/>
                </a:lnTo>
                <a:lnTo>
                  <a:pt x="2767" y="2615"/>
                </a:lnTo>
                <a:lnTo>
                  <a:pt x="2751" y="2601"/>
                </a:lnTo>
              </a:path>
              <a:path w="21600" h="21600">
                <a:moveTo>
                  <a:pt x="1269" y="2566"/>
                </a:moveTo>
                <a:lnTo>
                  <a:pt x="1324" y="2600"/>
                </a:lnTo>
                <a:lnTo>
                  <a:pt x="1340" y="2597"/>
                </a:lnTo>
                <a:lnTo>
                  <a:pt x="1282" y="2566"/>
                </a:lnTo>
              </a:path>
              <a:path w="21600" h="21600">
                <a:moveTo>
                  <a:pt x="2423" y="2560"/>
                </a:moveTo>
                <a:lnTo>
                  <a:pt x="2414" y="2562"/>
                </a:lnTo>
                <a:lnTo>
                  <a:pt x="2433" y="2629"/>
                </a:lnTo>
                <a:lnTo>
                  <a:pt x="2504" y="2601"/>
                </a:lnTo>
                <a:lnTo>
                  <a:pt x="2508" y="2592"/>
                </a:lnTo>
              </a:path>
              <a:path w="21600" h="21600">
                <a:moveTo>
                  <a:pt x="778" y="2545"/>
                </a:moveTo>
                <a:lnTo>
                  <a:pt x="625" y="2669"/>
                </a:lnTo>
                <a:lnTo>
                  <a:pt x="755" y="2767"/>
                </a:lnTo>
                <a:lnTo>
                  <a:pt x="944" y="2699"/>
                </a:lnTo>
                <a:lnTo>
                  <a:pt x="949" y="2676"/>
                </a:lnTo>
                <a:lnTo>
                  <a:pt x="1045" y="2607"/>
                </a:lnTo>
                <a:lnTo>
                  <a:pt x="1013" y="2582"/>
                </a:lnTo>
                <a:lnTo>
                  <a:pt x="1009" y="2580"/>
                </a:lnTo>
                <a:lnTo>
                  <a:pt x="971" y="2562"/>
                </a:lnTo>
                <a:lnTo>
                  <a:pt x="877" y="2560"/>
                </a:lnTo>
              </a:path>
              <a:path w="21600" h="21600">
                <a:moveTo>
                  <a:pt x="5203" y="2545"/>
                </a:moveTo>
                <a:lnTo>
                  <a:pt x="5198" y="2553"/>
                </a:lnTo>
                <a:lnTo>
                  <a:pt x="5216" y="2572"/>
                </a:lnTo>
                <a:lnTo>
                  <a:pt x="5208" y="2551"/>
                </a:lnTo>
              </a:path>
              <a:path w="21600" h="21600">
                <a:moveTo>
                  <a:pt x="1879" y="2543"/>
                </a:moveTo>
                <a:lnTo>
                  <a:pt x="1863" y="2546"/>
                </a:lnTo>
                <a:lnTo>
                  <a:pt x="1878" y="2551"/>
                </a:lnTo>
                <a:lnTo>
                  <a:pt x="1880" y="2551"/>
                </a:lnTo>
              </a:path>
              <a:path w="21600" h="21600">
                <a:moveTo>
                  <a:pt x="2759" y="2543"/>
                </a:moveTo>
                <a:lnTo>
                  <a:pt x="2752" y="2546"/>
                </a:lnTo>
                <a:lnTo>
                  <a:pt x="2760" y="2552"/>
                </a:lnTo>
              </a:path>
              <a:path w="21600" h="21600">
                <a:moveTo>
                  <a:pt x="4946" y="2538"/>
                </a:moveTo>
                <a:lnTo>
                  <a:pt x="4925" y="2634"/>
                </a:lnTo>
                <a:lnTo>
                  <a:pt x="4952" y="2648"/>
                </a:lnTo>
                <a:lnTo>
                  <a:pt x="5034" y="2644"/>
                </a:lnTo>
                <a:lnTo>
                  <a:pt x="5042" y="2598"/>
                </a:lnTo>
              </a:path>
              <a:path w="21600" h="21600">
                <a:moveTo>
                  <a:pt x="3236" y="2538"/>
                </a:moveTo>
                <a:lnTo>
                  <a:pt x="3187" y="2565"/>
                </a:lnTo>
                <a:lnTo>
                  <a:pt x="3165" y="2652"/>
                </a:lnTo>
                <a:lnTo>
                  <a:pt x="3176" y="2651"/>
                </a:lnTo>
                <a:lnTo>
                  <a:pt x="3367" y="2654"/>
                </a:lnTo>
                <a:lnTo>
                  <a:pt x="3360" y="2641"/>
                </a:lnTo>
              </a:path>
              <a:path w="21600" h="21600">
                <a:moveTo>
                  <a:pt x="2540" y="2535"/>
                </a:moveTo>
                <a:lnTo>
                  <a:pt x="2501" y="2543"/>
                </a:lnTo>
                <a:lnTo>
                  <a:pt x="2529" y="2554"/>
                </a:lnTo>
              </a:path>
              <a:path w="21600" h="21600">
                <a:moveTo>
                  <a:pt x="374" y="2534"/>
                </a:moveTo>
                <a:lnTo>
                  <a:pt x="287" y="2612"/>
                </a:lnTo>
                <a:lnTo>
                  <a:pt x="415" y="2565"/>
                </a:lnTo>
              </a:path>
              <a:path w="21600" h="21600">
                <a:moveTo>
                  <a:pt x="651" y="2525"/>
                </a:moveTo>
                <a:lnTo>
                  <a:pt x="505" y="2579"/>
                </a:lnTo>
                <a:lnTo>
                  <a:pt x="591" y="2644"/>
                </a:lnTo>
                <a:lnTo>
                  <a:pt x="723" y="2537"/>
                </a:lnTo>
              </a:path>
              <a:path w="21600" h="21600">
                <a:moveTo>
                  <a:pt x="9274" y="2522"/>
                </a:moveTo>
                <a:lnTo>
                  <a:pt x="9192" y="2621"/>
                </a:lnTo>
                <a:lnTo>
                  <a:pt x="9168" y="2685"/>
                </a:lnTo>
                <a:lnTo>
                  <a:pt x="9228" y="2592"/>
                </a:lnTo>
              </a:path>
              <a:path w="21600" h="21600">
                <a:moveTo>
                  <a:pt x="2006" y="2520"/>
                </a:moveTo>
                <a:lnTo>
                  <a:pt x="1962" y="2528"/>
                </a:lnTo>
                <a:lnTo>
                  <a:pt x="1956" y="2552"/>
                </a:lnTo>
                <a:lnTo>
                  <a:pt x="2014" y="2553"/>
                </a:lnTo>
              </a:path>
              <a:path w="21600" h="21600">
                <a:moveTo>
                  <a:pt x="2168" y="2516"/>
                </a:moveTo>
                <a:lnTo>
                  <a:pt x="2161" y="2534"/>
                </a:lnTo>
                <a:lnTo>
                  <a:pt x="2177" y="2546"/>
                </a:lnTo>
              </a:path>
              <a:path w="21600" h="21600">
                <a:moveTo>
                  <a:pt x="2635" y="2514"/>
                </a:moveTo>
                <a:lnTo>
                  <a:pt x="2605" y="2521"/>
                </a:lnTo>
                <a:lnTo>
                  <a:pt x="2613" y="2557"/>
                </a:lnTo>
                <a:lnTo>
                  <a:pt x="2664" y="2536"/>
                </a:lnTo>
              </a:path>
              <a:path w="21600" h="21600">
                <a:moveTo>
                  <a:pt x="4610" y="2514"/>
                </a:moveTo>
                <a:lnTo>
                  <a:pt x="4598" y="2554"/>
                </a:lnTo>
                <a:lnTo>
                  <a:pt x="4541" y="2627"/>
                </a:lnTo>
                <a:lnTo>
                  <a:pt x="4627" y="2663"/>
                </a:lnTo>
                <a:lnTo>
                  <a:pt x="4702" y="2660"/>
                </a:lnTo>
                <a:lnTo>
                  <a:pt x="4724" y="2574"/>
                </a:lnTo>
              </a:path>
              <a:path w="21600" h="21600">
                <a:moveTo>
                  <a:pt x="3283" y="2513"/>
                </a:moveTo>
                <a:lnTo>
                  <a:pt x="3279" y="2515"/>
                </a:lnTo>
                <a:lnTo>
                  <a:pt x="3396" y="2613"/>
                </a:lnTo>
                <a:lnTo>
                  <a:pt x="3416" y="2650"/>
                </a:lnTo>
                <a:lnTo>
                  <a:pt x="3539" y="2580"/>
                </a:lnTo>
                <a:lnTo>
                  <a:pt x="3528" y="2576"/>
                </a:lnTo>
              </a:path>
              <a:path w="21600" h="21600">
                <a:moveTo>
                  <a:pt x="2057" y="2510"/>
                </a:moveTo>
                <a:lnTo>
                  <a:pt x="2051" y="2512"/>
                </a:lnTo>
                <a:lnTo>
                  <a:pt x="2062" y="2554"/>
                </a:lnTo>
                <a:lnTo>
                  <a:pt x="2106" y="2554"/>
                </a:lnTo>
                <a:lnTo>
                  <a:pt x="2109" y="2549"/>
                </a:lnTo>
              </a:path>
              <a:path w="21600" h="21600">
                <a:moveTo>
                  <a:pt x="1079" y="2505"/>
                </a:moveTo>
                <a:lnTo>
                  <a:pt x="1105" y="2521"/>
                </a:lnTo>
                <a:lnTo>
                  <a:pt x="1116" y="2521"/>
                </a:lnTo>
                <a:lnTo>
                  <a:pt x="1098" y="2510"/>
                </a:lnTo>
                <a:lnTo>
                  <a:pt x="1080" y="2506"/>
                </a:lnTo>
              </a:path>
              <a:path w="21600" h="21600">
                <a:moveTo>
                  <a:pt x="3760" y="2503"/>
                </a:moveTo>
                <a:lnTo>
                  <a:pt x="3651" y="2565"/>
                </a:lnTo>
                <a:lnTo>
                  <a:pt x="3849" y="2617"/>
                </a:lnTo>
                <a:lnTo>
                  <a:pt x="3813" y="2547"/>
                </a:lnTo>
              </a:path>
              <a:path w="21600" h="21600">
                <a:moveTo>
                  <a:pt x="2129" y="2497"/>
                </a:moveTo>
                <a:lnTo>
                  <a:pt x="2116" y="2500"/>
                </a:lnTo>
                <a:lnTo>
                  <a:pt x="2125" y="2507"/>
                </a:lnTo>
              </a:path>
              <a:path w="21600" h="21600">
                <a:moveTo>
                  <a:pt x="1351" y="2497"/>
                </a:moveTo>
                <a:lnTo>
                  <a:pt x="1355" y="2500"/>
                </a:lnTo>
                <a:lnTo>
                  <a:pt x="1363" y="2499"/>
                </a:lnTo>
              </a:path>
              <a:path w="21600" h="21600">
                <a:moveTo>
                  <a:pt x="5160" y="2493"/>
                </a:moveTo>
                <a:lnTo>
                  <a:pt x="5165" y="2518"/>
                </a:lnTo>
                <a:lnTo>
                  <a:pt x="5171" y="2525"/>
                </a:lnTo>
                <a:lnTo>
                  <a:pt x="5174" y="2510"/>
                </a:lnTo>
              </a:path>
              <a:path w="21600" h="21600">
                <a:moveTo>
                  <a:pt x="4089" y="2492"/>
                </a:moveTo>
                <a:lnTo>
                  <a:pt x="3958" y="2640"/>
                </a:lnTo>
                <a:lnTo>
                  <a:pt x="3951" y="2644"/>
                </a:lnTo>
                <a:lnTo>
                  <a:pt x="4022" y="2663"/>
                </a:lnTo>
                <a:lnTo>
                  <a:pt x="4174" y="2665"/>
                </a:lnTo>
                <a:lnTo>
                  <a:pt x="4265" y="2555"/>
                </a:lnTo>
                <a:lnTo>
                  <a:pt x="4191" y="2524"/>
                </a:lnTo>
              </a:path>
              <a:path w="21600" h="21600">
                <a:moveTo>
                  <a:pt x="2749" y="2490"/>
                </a:moveTo>
                <a:lnTo>
                  <a:pt x="2693" y="2502"/>
                </a:lnTo>
                <a:lnTo>
                  <a:pt x="2712" y="2517"/>
                </a:lnTo>
                <a:lnTo>
                  <a:pt x="2752" y="2501"/>
                </a:lnTo>
              </a:path>
              <a:path w="21600" h="21600">
                <a:moveTo>
                  <a:pt x="11966" y="2488"/>
                </a:moveTo>
                <a:lnTo>
                  <a:pt x="11943" y="2524"/>
                </a:lnTo>
                <a:cubicBezTo>
                  <a:pt x="11773" y="2874"/>
                  <a:pt x="11681" y="3253"/>
                  <a:pt x="11669" y="3647"/>
                </a:cubicBezTo>
                <a:lnTo>
                  <a:pt x="11678" y="3795"/>
                </a:lnTo>
                <a:lnTo>
                  <a:pt x="11742" y="3468"/>
                </a:lnTo>
                <a:cubicBezTo>
                  <a:pt x="11781" y="3172"/>
                  <a:pt x="11839" y="2849"/>
                  <a:pt x="11957" y="2509"/>
                </a:cubicBezTo>
              </a:path>
              <a:path w="21600" h="21600">
                <a:moveTo>
                  <a:pt x="5075" y="2487"/>
                </a:moveTo>
                <a:lnTo>
                  <a:pt x="5088" y="2575"/>
                </a:lnTo>
                <a:lnTo>
                  <a:pt x="5122" y="2597"/>
                </a:lnTo>
                <a:lnTo>
                  <a:pt x="5129" y="2603"/>
                </a:lnTo>
                <a:lnTo>
                  <a:pt x="5139" y="2588"/>
                </a:lnTo>
                <a:lnTo>
                  <a:pt x="5134" y="2549"/>
                </a:lnTo>
              </a:path>
              <a:path w="21600" h="21600">
                <a:moveTo>
                  <a:pt x="442" y="2486"/>
                </a:moveTo>
                <a:lnTo>
                  <a:pt x="419" y="2494"/>
                </a:lnTo>
                <a:lnTo>
                  <a:pt x="407" y="2505"/>
                </a:lnTo>
                <a:lnTo>
                  <a:pt x="463" y="2547"/>
                </a:lnTo>
                <a:lnTo>
                  <a:pt x="561" y="2512"/>
                </a:lnTo>
                <a:lnTo>
                  <a:pt x="498" y="2502"/>
                </a:lnTo>
              </a:path>
              <a:path w="21600" h="21600">
                <a:moveTo>
                  <a:pt x="1227" y="2485"/>
                </a:moveTo>
                <a:lnTo>
                  <a:pt x="1253" y="2499"/>
                </a:lnTo>
                <a:lnTo>
                  <a:pt x="1275" y="2504"/>
                </a:lnTo>
                <a:lnTo>
                  <a:pt x="1246" y="2487"/>
                </a:lnTo>
              </a:path>
              <a:path w="21600" h="21600">
                <a:moveTo>
                  <a:pt x="3150" y="2479"/>
                </a:moveTo>
                <a:lnTo>
                  <a:pt x="3093" y="2557"/>
                </a:lnTo>
                <a:lnTo>
                  <a:pt x="3093" y="2560"/>
                </a:lnTo>
                <a:lnTo>
                  <a:pt x="3134" y="2544"/>
                </a:lnTo>
                <a:lnTo>
                  <a:pt x="3155" y="2505"/>
                </a:lnTo>
                <a:lnTo>
                  <a:pt x="3161" y="2482"/>
                </a:lnTo>
                <a:lnTo>
                  <a:pt x="3160" y="2481"/>
                </a:lnTo>
              </a:path>
              <a:path w="21600" h="21600">
                <a:moveTo>
                  <a:pt x="2242" y="2477"/>
                </a:moveTo>
                <a:lnTo>
                  <a:pt x="2243" y="2477"/>
                </a:lnTo>
                <a:lnTo>
                  <a:pt x="2207" y="2483"/>
                </a:lnTo>
                <a:lnTo>
                  <a:pt x="2227" y="2556"/>
                </a:lnTo>
                <a:lnTo>
                  <a:pt x="2236" y="2556"/>
                </a:lnTo>
                <a:lnTo>
                  <a:pt x="2303" y="2540"/>
                </a:lnTo>
                <a:lnTo>
                  <a:pt x="2314" y="2515"/>
                </a:lnTo>
                <a:lnTo>
                  <a:pt x="2243" y="2477"/>
                </a:lnTo>
                <a:lnTo>
                  <a:pt x="2243" y="2477"/>
                </a:lnTo>
              </a:path>
              <a:path w="21600" h="21600">
                <a:moveTo>
                  <a:pt x="2813" y="2476"/>
                </a:moveTo>
                <a:lnTo>
                  <a:pt x="2793" y="2480"/>
                </a:lnTo>
                <a:lnTo>
                  <a:pt x="2794" y="2484"/>
                </a:lnTo>
              </a:path>
              <a:path w="21600" h="21600">
                <a:moveTo>
                  <a:pt x="794" y="2473"/>
                </a:moveTo>
                <a:lnTo>
                  <a:pt x="734" y="2495"/>
                </a:lnTo>
                <a:lnTo>
                  <a:pt x="767" y="2500"/>
                </a:lnTo>
                <a:lnTo>
                  <a:pt x="774" y="2495"/>
                </a:lnTo>
                <a:lnTo>
                  <a:pt x="821" y="2486"/>
                </a:lnTo>
              </a:path>
              <a:path w="21600" h="21600">
                <a:moveTo>
                  <a:pt x="2336" y="2469"/>
                </a:moveTo>
                <a:lnTo>
                  <a:pt x="2318" y="2470"/>
                </a:lnTo>
                <a:lnTo>
                  <a:pt x="2333" y="2476"/>
                </a:lnTo>
              </a:path>
              <a:path w="21600" h="21600">
                <a:moveTo>
                  <a:pt x="3099" y="2464"/>
                </a:moveTo>
                <a:lnTo>
                  <a:pt x="3098" y="2469"/>
                </a:lnTo>
                <a:lnTo>
                  <a:pt x="3101" y="2465"/>
                </a:lnTo>
              </a:path>
              <a:path w="21600" h="21600">
                <a:moveTo>
                  <a:pt x="347" y="2460"/>
                </a:moveTo>
                <a:lnTo>
                  <a:pt x="371" y="2478"/>
                </a:lnTo>
                <a:lnTo>
                  <a:pt x="381" y="2469"/>
                </a:lnTo>
              </a:path>
              <a:path w="21600" h="21600">
                <a:moveTo>
                  <a:pt x="2911" y="2456"/>
                </a:moveTo>
                <a:lnTo>
                  <a:pt x="2801" y="2519"/>
                </a:lnTo>
                <a:lnTo>
                  <a:pt x="2810" y="2593"/>
                </a:lnTo>
                <a:lnTo>
                  <a:pt x="2850" y="2628"/>
                </a:lnTo>
                <a:lnTo>
                  <a:pt x="2932" y="2609"/>
                </a:lnTo>
              </a:path>
              <a:path w="21600" h="21600">
                <a:moveTo>
                  <a:pt x="2542" y="2455"/>
                </a:moveTo>
                <a:lnTo>
                  <a:pt x="2388" y="2465"/>
                </a:lnTo>
                <a:lnTo>
                  <a:pt x="2387" y="2468"/>
                </a:lnTo>
                <a:lnTo>
                  <a:pt x="2397" y="2502"/>
                </a:lnTo>
                <a:lnTo>
                  <a:pt x="2421" y="2511"/>
                </a:lnTo>
                <a:lnTo>
                  <a:pt x="2548" y="2480"/>
                </a:lnTo>
              </a:path>
              <a:path w="21600" h="21600">
                <a:moveTo>
                  <a:pt x="4803" y="2449"/>
                </a:moveTo>
                <a:lnTo>
                  <a:pt x="4801" y="2458"/>
                </a:lnTo>
                <a:lnTo>
                  <a:pt x="4807" y="2474"/>
                </a:lnTo>
                <a:lnTo>
                  <a:pt x="4801" y="2567"/>
                </a:lnTo>
                <a:lnTo>
                  <a:pt x="4883" y="2611"/>
                </a:lnTo>
                <a:lnTo>
                  <a:pt x="4904" y="2512"/>
                </a:lnTo>
              </a:path>
              <a:path w="21600" h="21600">
                <a:moveTo>
                  <a:pt x="2678" y="2449"/>
                </a:moveTo>
                <a:lnTo>
                  <a:pt x="2639" y="2449"/>
                </a:lnTo>
                <a:lnTo>
                  <a:pt x="2634" y="2458"/>
                </a:lnTo>
                <a:lnTo>
                  <a:pt x="2635" y="2459"/>
                </a:lnTo>
              </a:path>
              <a:path w="21600" h="21600">
                <a:moveTo>
                  <a:pt x="3034" y="2445"/>
                </a:moveTo>
                <a:lnTo>
                  <a:pt x="2954" y="2446"/>
                </a:lnTo>
                <a:lnTo>
                  <a:pt x="2975" y="2599"/>
                </a:lnTo>
                <a:lnTo>
                  <a:pt x="2995" y="2594"/>
                </a:lnTo>
                <a:cubicBezTo>
                  <a:pt x="3007" y="2582"/>
                  <a:pt x="3019" y="2570"/>
                  <a:pt x="3030" y="2559"/>
                </a:cubicBezTo>
                <a:lnTo>
                  <a:pt x="3050" y="2533"/>
                </a:lnTo>
                <a:lnTo>
                  <a:pt x="3055" y="2451"/>
                </a:lnTo>
              </a:path>
              <a:path w="21600" h="21600">
                <a:moveTo>
                  <a:pt x="3324" y="2443"/>
                </a:moveTo>
                <a:lnTo>
                  <a:pt x="3240" y="2444"/>
                </a:lnTo>
                <a:lnTo>
                  <a:pt x="3233" y="2456"/>
                </a:lnTo>
                <a:lnTo>
                  <a:pt x="3278" y="2468"/>
                </a:lnTo>
              </a:path>
              <a:path w="21600" h="21600">
                <a:moveTo>
                  <a:pt x="3683" y="2441"/>
                </a:moveTo>
                <a:lnTo>
                  <a:pt x="3552" y="2441"/>
                </a:lnTo>
                <a:lnTo>
                  <a:pt x="3414" y="2442"/>
                </a:lnTo>
                <a:lnTo>
                  <a:pt x="3338" y="2483"/>
                </a:lnTo>
                <a:lnTo>
                  <a:pt x="3538" y="2535"/>
                </a:lnTo>
                <a:lnTo>
                  <a:pt x="3592" y="2549"/>
                </a:lnTo>
                <a:lnTo>
                  <a:pt x="3724" y="2474"/>
                </a:lnTo>
                <a:lnTo>
                  <a:pt x="3685" y="2443"/>
                </a:lnTo>
              </a:path>
              <a:path w="21600" h="21600">
                <a:moveTo>
                  <a:pt x="3778" y="2441"/>
                </a:moveTo>
                <a:lnTo>
                  <a:pt x="3753" y="2441"/>
                </a:lnTo>
                <a:lnTo>
                  <a:pt x="3765" y="2451"/>
                </a:lnTo>
                <a:lnTo>
                  <a:pt x="3773" y="2447"/>
                </a:lnTo>
              </a:path>
              <a:path w="21600" h="21600">
                <a:moveTo>
                  <a:pt x="3926" y="2440"/>
                </a:moveTo>
                <a:lnTo>
                  <a:pt x="3836" y="2441"/>
                </a:lnTo>
                <a:lnTo>
                  <a:pt x="3800" y="2479"/>
                </a:lnTo>
                <a:lnTo>
                  <a:pt x="3849" y="2519"/>
                </a:lnTo>
                <a:lnTo>
                  <a:pt x="3902" y="2627"/>
                </a:lnTo>
                <a:lnTo>
                  <a:pt x="3932" y="2608"/>
                </a:lnTo>
                <a:lnTo>
                  <a:pt x="4047" y="2478"/>
                </a:lnTo>
              </a:path>
              <a:path w="21600" h="21600">
                <a:moveTo>
                  <a:pt x="4081" y="2440"/>
                </a:moveTo>
                <a:lnTo>
                  <a:pt x="4067" y="2440"/>
                </a:lnTo>
                <a:lnTo>
                  <a:pt x="4078" y="2444"/>
                </a:lnTo>
              </a:path>
              <a:path w="21600" h="21600">
                <a:moveTo>
                  <a:pt x="4249" y="2439"/>
                </a:moveTo>
                <a:lnTo>
                  <a:pt x="4232" y="2440"/>
                </a:lnTo>
                <a:lnTo>
                  <a:pt x="4134" y="2440"/>
                </a:lnTo>
                <a:lnTo>
                  <a:pt x="4120" y="2457"/>
                </a:lnTo>
                <a:lnTo>
                  <a:pt x="4226" y="2490"/>
                </a:lnTo>
                <a:lnTo>
                  <a:pt x="4295" y="2520"/>
                </a:lnTo>
                <a:lnTo>
                  <a:pt x="4295" y="2519"/>
                </a:lnTo>
                <a:lnTo>
                  <a:pt x="4266" y="2452"/>
                </a:lnTo>
              </a:path>
              <a:path w="21600" h="21600">
                <a:moveTo>
                  <a:pt x="10095" y="2437"/>
                </a:moveTo>
                <a:lnTo>
                  <a:pt x="9978" y="2593"/>
                </a:lnTo>
                <a:lnTo>
                  <a:pt x="9931" y="2720"/>
                </a:lnTo>
              </a:path>
              <a:path w="21600" h="21600">
                <a:moveTo>
                  <a:pt x="1856" y="2435"/>
                </a:moveTo>
                <a:lnTo>
                  <a:pt x="1849" y="2478"/>
                </a:lnTo>
                <a:lnTo>
                  <a:pt x="1864" y="2476"/>
                </a:lnTo>
              </a:path>
              <a:path w="21600" h="21600">
                <a:moveTo>
                  <a:pt x="1902" y="2434"/>
                </a:moveTo>
                <a:lnTo>
                  <a:pt x="1909" y="2468"/>
                </a:lnTo>
                <a:lnTo>
                  <a:pt x="1936" y="2463"/>
                </a:lnTo>
                <a:lnTo>
                  <a:pt x="1948" y="2434"/>
                </a:lnTo>
              </a:path>
              <a:path w="21600" h="21600">
                <a:moveTo>
                  <a:pt x="4368" y="2432"/>
                </a:moveTo>
                <a:lnTo>
                  <a:pt x="4305" y="2436"/>
                </a:lnTo>
                <a:lnTo>
                  <a:pt x="4326" y="2483"/>
                </a:lnTo>
              </a:path>
              <a:path w="21600" h="21600">
                <a:moveTo>
                  <a:pt x="4446" y="2428"/>
                </a:moveTo>
                <a:lnTo>
                  <a:pt x="4429" y="2429"/>
                </a:lnTo>
                <a:lnTo>
                  <a:pt x="4346" y="2529"/>
                </a:lnTo>
                <a:lnTo>
                  <a:pt x="4354" y="2546"/>
                </a:lnTo>
                <a:lnTo>
                  <a:pt x="4499" y="2608"/>
                </a:lnTo>
                <a:lnTo>
                  <a:pt x="4558" y="2534"/>
                </a:lnTo>
                <a:lnTo>
                  <a:pt x="4570" y="2493"/>
                </a:lnTo>
              </a:path>
              <a:path w="21600" h="21600">
                <a:moveTo>
                  <a:pt x="6274" y="2427"/>
                </a:moveTo>
                <a:lnTo>
                  <a:pt x="6207" y="2447"/>
                </a:lnTo>
                <a:lnTo>
                  <a:pt x="5803" y="2629"/>
                </a:lnTo>
                <a:lnTo>
                  <a:pt x="5842" y="2625"/>
                </a:lnTo>
                <a:lnTo>
                  <a:pt x="5908" y="2594"/>
                </a:lnTo>
              </a:path>
              <a:path w="21600" h="21600">
                <a:moveTo>
                  <a:pt x="1451" y="2427"/>
                </a:moveTo>
                <a:lnTo>
                  <a:pt x="1553" y="2466"/>
                </a:lnTo>
                <a:lnTo>
                  <a:pt x="1653" y="2490"/>
                </a:lnTo>
                <a:lnTo>
                  <a:pt x="1711" y="2502"/>
                </a:lnTo>
                <a:lnTo>
                  <a:pt x="1728" y="2499"/>
                </a:lnTo>
                <a:lnTo>
                  <a:pt x="1724" y="2431"/>
                </a:lnTo>
              </a:path>
              <a:path w="21600" h="21600">
                <a:moveTo>
                  <a:pt x="1117" y="2425"/>
                </a:moveTo>
                <a:lnTo>
                  <a:pt x="1140" y="2437"/>
                </a:lnTo>
                <a:lnTo>
                  <a:pt x="1164" y="2439"/>
                </a:lnTo>
                <a:lnTo>
                  <a:pt x="1141" y="2426"/>
                </a:lnTo>
              </a:path>
              <a:path w="21600" h="21600">
                <a:moveTo>
                  <a:pt x="695" y="2423"/>
                </a:moveTo>
                <a:lnTo>
                  <a:pt x="619" y="2429"/>
                </a:lnTo>
                <a:lnTo>
                  <a:pt x="518" y="2462"/>
                </a:lnTo>
                <a:lnTo>
                  <a:pt x="644" y="2481"/>
                </a:lnTo>
                <a:lnTo>
                  <a:pt x="740" y="2446"/>
                </a:lnTo>
              </a:path>
              <a:path w="21600" h="21600">
                <a:moveTo>
                  <a:pt x="2330" y="2423"/>
                </a:moveTo>
                <a:lnTo>
                  <a:pt x="2315" y="2428"/>
                </a:lnTo>
                <a:lnTo>
                  <a:pt x="2331" y="2427"/>
                </a:lnTo>
              </a:path>
              <a:path w="21600" h="21600">
                <a:moveTo>
                  <a:pt x="6862" y="2419"/>
                </a:moveTo>
                <a:lnTo>
                  <a:pt x="6768" y="2462"/>
                </a:lnTo>
                <a:lnTo>
                  <a:pt x="6804" y="2455"/>
                </a:lnTo>
              </a:path>
              <a:path w="21600" h="21600">
                <a:moveTo>
                  <a:pt x="4591" y="2419"/>
                </a:moveTo>
                <a:lnTo>
                  <a:pt x="4531" y="2423"/>
                </a:lnTo>
                <a:lnTo>
                  <a:pt x="4582" y="2450"/>
                </a:lnTo>
              </a:path>
              <a:path w="21600" h="21600">
                <a:moveTo>
                  <a:pt x="2140" y="2418"/>
                </a:moveTo>
                <a:lnTo>
                  <a:pt x="2031" y="2435"/>
                </a:lnTo>
                <a:lnTo>
                  <a:pt x="2031" y="2436"/>
                </a:lnTo>
                <a:lnTo>
                  <a:pt x="2043" y="2445"/>
                </a:lnTo>
                <a:lnTo>
                  <a:pt x="2143" y="2428"/>
                </a:lnTo>
              </a:path>
              <a:path w="21600" h="21600">
                <a:moveTo>
                  <a:pt x="4736" y="2411"/>
                </a:moveTo>
                <a:lnTo>
                  <a:pt x="4638" y="2416"/>
                </a:lnTo>
                <a:lnTo>
                  <a:pt x="4622" y="2471"/>
                </a:lnTo>
                <a:lnTo>
                  <a:pt x="4735" y="2532"/>
                </a:lnTo>
                <a:lnTo>
                  <a:pt x="4753" y="2459"/>
                </a:lnTo>
              </a:path>
              <a:path w="21600" h="21600">
                <a:moveTo>
                  <a:pt x="4926" y="2400"/>
                </a:moveTo>
                <a:lnTo>
                  <a:pt x="4816" y="2406"/>
                </a:lnTo>
                <a:lnTo>
                  <a:pt x="4914" y="2467"/>
                </a:lnTo>
                <a:lnTo>
                  <a:pt x="4927" y="2409"/>
                </a:lnTo>
              </a:path>
              <a:path w="21600" h="21600">
                <a:moveTo>
                  <a:pt x="2298" y="2394"/>
                </a:moveTo>
                <a:lnTo>
                  <a:pt x="2233" y="2404"/>
                </a:lnTo>
                <a:lnTo>
                  <a:pt x="2239" y="2411"/>
                </a:lnTo>
              </a:path>
              <a:path w="21600" h="21600">
                <a:moveTo>
                  <a:pt x="2572" y="2394"/>
                </a:moveTo>
                <a:lnTo>
                  <a:pt x="2577" y="2410"/>
                </a:lnTo>
                <a:lnTo>
                  <a:pt x="2613" y="2407"/>
                </a:lnTo>
                <a:cubicBezTo>
                  <a:pt x="2614" y="2405"/>
                  <a:pt x="2615" y="2403"/>
                  <a:pt x="2617" y="2400"/>
                </a:cubicBezTo>
              </a:path>
              <a:path w="21600" h="21600">
                <a:moveTo>
                  <a:pt x="4971" y="2393"/>
                </a:moveTo>
                <a:lnTo>
                  <a:pt x="4974" y="2412"/>
                </a:lnTo>
                <a:lnTo>
                  <a:pt x="4956" y="2493"/>
                </a:lnTo>
                <a:lnTo>
                  <a:pt x="5041" y="2546"/>
                </a:lnTo>
                <a:lnTo>
                  <a:pt x="5031" y="2441"/>
                </a:lnTo>
                <a:lnTo>
                  <a:pt x="5010" y="2419"/>
                </a:lnTo>
              </a:path>
              <a:path w="21600" h="21600">
                <a:moveTo>
                  <a:pt x="3033" y="2390"/>
                </a:moveTo>
                <a:lnTo>
                  <a:pt x="3019" y="2397"/>
                </a:lnTo>
                <a:lnTo>
                  <a:pt x="3037" y="2402"/>
                </a:lnTo>
                <a:lnTo>
                  <a:pt x="3050" y="2402"/>
                </a:lnTo>
              </a:path>
              <a:path w="21600" h="21600">
                <a:moveTo>
                  <a:pt x="1892" y="2388"/>
                </a:moveTo>
                <a:lnTo>
                  <a:pt x="1893" y="2391"/>
                </a:lnTo>
                <a:lnTo>
                  <a:pt x="1896" y="2391"/>
                </a:lnTo>
              </a:path>
              <a:path w="21600" h="21600">
                <a:moveTo>
                  <a:pt x="7341" y="2387"/>
                </a:moveTo>
                <a:lnTo>
                  <a:pt x="7299" y="2398"/>
                </a:lnTo>
                <a:cubicBezTo>
                  <a:pt x="7203" y="2420"/>
                  <a:pt x="7112" y="2442"/>
                  <a:pt x="7027" y="2465"/>
                </a:cubicBezTo>
                <a:lnTo>
                  <a:pt x="6666" y="2587"/>
                </a:lnTo>
                <a:lnTo>
                  <a:pt x="6505" y="2685"/>
                </a:lnTo>
                <a:lnTo>
                  <a:pt x="6480" y="2695"/>
                </a:lnTo>
                <a:lnTo>
                  <a:pt x="6439" y="2720"/>
                </a:lnTo>
                <a:cubicBezTo>
                  <a:pt x="6395" y="2765"/>
                  <a:pt x="6372" y="2815"/>
                  <a:pt x="6369" y="2875"/>
                </a:cubicBezTo>
                <a:lnTo>
                  <a:pt x="6415" y="3059"/>
                </a:lnTo>
                <a:lnTo>
                  <a:pt x="6718" y="2942"/>
                </a:lnTo>
                <a:lnTo>
                  <a:pt x="6707" y="2882"/>
                </a:lnTo>
                <a:cubicBezTo>
                  <a:pt x="6714" y="2805"/>
                  <a:pt x="6744" y="2739"/>
                  <a:pt x="6797" y="2678"/>
                </a:cubicBezTo>
                <a:cubicBezTo>
                  <a:pt x="6845" y="2623"/>
                  <a:pt x="6917" y="2571"/>
                  <a:pt x="7018" y="2518"/>
                </a:cubicBezTo>
              </a:path>
              <a:path w="21600" h="21600">
                <a:moveTo>
                  <a:pt x="4182" y="2387"/>
                </a:moveTo>
                <a:lnTo>
                  <a:pt x="4173" y="2397"/>
                </a:lnTo>
                <a:lnTo>
                  <a:pt x="4194" y="2397"/>
                </a:lnTo>
              </a:path>
              <a:path w="21600" h="21600">
                <a:moveTo>
                  <a:pt x="2451" y="2380"/>
                </a:moveTo>
                <a:lnTo>
                  <a:pt x="2424" y="2389"/>
                </a:lnTo>
                <a:lnTo>
                  <a:pt x="2409" y="2422"/>
                </a:lnTo>
                <a:lnTo>
                  <a:pt x="2501" y="2415"/>
                </a:lnTo>
              </a:path>
              <a:path w="21600" h="21600">
                <a:moveTo>
                  <a:pt x="3222" y="2379"/>
                </a:moveTo>
                <a:lnTo>
                  <a:pt x="3221" y="2381"/>
                </a:lnTo>
                <a:lnTo>
                  <a:pt x="3221" y="2381"/>
                </a:lnTo>
              </a:path>
              <a:path w="21600" h="21600">
                <a:moveTo>
                  <a:pt x="9766" y="2377"/>
                </a:moveTo>
                <a:lnTo>
                  <a:pt x="9586" y="2607"/>
                </a:lnTo>
                <a:lnTo>
                  <a:pt x="9530" y="2753"/>
                </a:lnTo>
                <a:lnTo>
                  <a:pt x="9682" y="2505"/>
                </a:lnTo>
              </a:path>
              <a:path w="21600" h="21600">
                <a:moveTo>
                  <a:pt x="5064" y="2376"/>
                </a:moveTo>
                <a:lnTo>
                  <a:pt x="5059" y="2377"/>
                </a:lnTo>
                <a:lnTo>
                  <a:pt x="5064" y="2412"/>
                </a:lnTo>
                <a:lnTo>
                  <a:pt x="5124" y="2475"/>
                </a:lnTo>
                <a:lnTo>
                  <a:pt x="5120" y="2444"/>
                </a:lnTo>
              </a:path>
              <a:path w="21600" h="21600">
                <a:moveTo>
                  <a:pt x="5138" y="2369"/>
                </a:moveTo>
                <a:lnTo>
                  <a:pt x="5144" y="2404"/>
                </a:lnTo>
                <a:lnTo>
                  <a:pt x="5165" y="2429"/>
                </a:lnTo>
                <a:lnTo>
                  <a:pt x="5149" y="2384"/>
                </a:lnTo>
              </a:path>
              <a:path w="21600" h="21600">
                <a:moveTo>
                  <a:pt x="1286" y="2366"/>
                </a:moveTo>
                <a:lnTo>
                  <a:pt x="1248" y="2373"/>
                </a:lnTo>
                <a:lnTo>
                  <a:pt x="1250" y="2374"/>
                </a:lnTo>
                <a:lnTo>
                  <a:pt x="1289" y="2381"/>
                </a:lnTo>
                <a:lnTo>
                  <a:pt x="1307" y="2381"/>
                </a:lnTo>
              </a:path>
              <a:path w="21600" h="21600">
                <a:moveTo>
                  <a:pt x="7539" y="2366"/>
                </a:moveTo>
                <a:lnTo>
                  <a:pt x="7433" y="2397"/>
                </a:lnTo>
                <a:cubicBezTo>
                  <a:pt x="7108" y="2507"/>
                  <a:pt x="6923" y="2603"/>
                  <a:pt x="6832" y="2707"/>
                </a:cubicBezTo>
                <a:cubicBezTo>
                  <a:pt x="6785" y="2761"/>
                  <a:pt x="6759" y="2821"/>
                  <a:pt x="6753" y="2890"/>
                </a:cubicBezTo>
                <a:lnTo>
                  <a:pt x="6760" y="2926"/>
                </a:lnTo>
                <a:lnTo>
                  <a:pt x="7279" y="2592"/>
                </a:lnTo>
                <a:lnTo>
                  <a:pt x="7408" y="2486"/>
                </a:lnTo>
              </a:path>
              <a:path w="21600" h="21600">
                <a:moveTo>
                  <a:pt x="2762" y="2365"/>
                </a:moveTo>
                <a:lnTo>
                  <a:pt x="2773" y="2404"/>
                </a:lnTo>
                <a:lnTo>
                  <a:pt x="2864" y="2403"/>
                </a:lnTo>
                <a:lnTo>
                  <a:pt x="2879" y="2400"/>
                </a:lnTo>
              </a:path>
              <a:path w="21600" h="21600">
                <a:moveTo>
                  <a:pt x="3568" y="2359"/>
                </a:moveTo>
                <a:lnTo>
                  <a:pt x="3495" y="2398"/>
                </a:lnTo>
                <a:lnTo>
                  <a:pt x="3552" y="2397"/>
                </a:lnTo>
                <a:lnTo>
                  <a:pt x="3622" y="2397"/>
                </a:lnTo>
              </a:path>
              <a:path w="21600" h="21600">
                <a:moveTo>
                  <a:pt x="4655" y="2357"/>
                </a:moveTo>
                <a:lnTo>
                  <a:pt x="4651" y="2372"/>
                </a:lnTo>
                <a:lnTo>
                  <a:pt x="4676" y="2371"/>
                </a:lnTo>
              </a:path>
              <a:path w="21600" h="21600">
                <a:moveTo>
                  <a:pt x="3625" y="2345"/>
                </a:moveTo>
                <a:lnTo>
                  <a:pt x="3698" y="2397"/>
                </a:lnTo>
                <a:lnTo>
                  <a:pt x="3789" y="2397"/>
                </a:lnTo>
              </a:path>
              <a:path w="21600" h="21600">
                <a:moveTo>
                  <a:pt x="533" y="2342"/>
                </a:moveTo>
                <a:lnTo>
                  <a:pt x="296" y="2363"/>
                </a:lnTo>
                <a:lnTo>
                  <a:pt x="244" y="2382"/>
                </a:lnTo>
                <a:lnTo>
                  <a:pt x="253" y="2389"/>
                </a:lnTo>
                <a:lnTo>
                  <a:pt x="447" y="2443"/>
                </a:lnTo>
                <a:lnTo>
                  <a:pt x="640" y="2395"/>
                </a:lnTo>
              </a:path>
              <a:path w="21600" h="21600">
                <a:moveTo>
                  <a:pt x="8104" y="2335"/>
                </a:moveTo>
                <a:lnTo>
                  <a:pt x="7850" y="2470"/>
                </a:lnTo>
                <a:cubicBezTo>
                  <a:pt x="7747" y="2539"/>
                  <a:pt x="7671" y="2608"/>
                  <a:pt x="7619" y="2678"/>
                </a:cubicBezTo>
                <a:lnTo>
                  <a:pt x="7541" y="2871"/>
                </a:lnTo>
                <a:lnTo>
                  <a:pt x="7594" y="2835"/>
                </a:lnTo>
                <a:cubicBezTo>
                  <a:pt x="7768" y="2697"/>
                  <a:pt x="7927" y="2545"/>
                  <a:pt x="8066" y="2384"/>
                </a:cubicBezTo>
              </a:path>
              <a:path w="21600" h="21600">
                <a:moveTo>
                  <a:pt x="4238" y="2323"/>
                </a:moveTo>
                <a:lnTo>
                  <a:pt x="4210" y="2354"/>
                </a:lnTo>
                <a:lnTo>
                  <a:pt x="4262" y="2395"/>
                </a:lnTo>
                <a:lnTo>
                  <a:pt x="4372" y="2388"/>
                </a:lnTo>
                <a:lnTo>
                  <a:pt x="4268" y="2334"/>
                </a:lnTo>
              </a:path>
              <a:path w="21600" h="21600">
                <a:moveTo>
                  <a:pt x="1800" y="2322"/>
                </a:moveTo>
                <a:lnTo>
                  <a:pt x="1808" y="2389"/>
                </a:lnTo>
                <a:lnTo>
                  <a:pt x="1821" y="2390"/>
                </a:lnTo>
                <a:lnTo>
                  <a:pt x="1831" y="2344"/>
                </a:lnTo>
              </a:path>
              <a:path w="21600" h="21600">
                <a:moveTo>
                  <a:pt x="2937" y="2320"/>
                </a:moveTo>
                <a:lnTo>
                  <a:pt x="2944" y="2374"/>
                </a:lnTo>
                <a:lnTo>
                  <a:pt x="2958" y="2378"/>
                </a:lnTo>
                <a:lnTo>
                  <a:pt x="2985" y="2355"/>
                </a:lnTo>
              </a:path>
              <a:path w="21600" h="21600">
                <a:moveTo>
                  <a:pt x="2628" y="2316"/>
                </a:moveTo>
                <a:lnTo>
                  <a:pt x="2555" y="2342"/>
                </a:lnTo>
                <a:lnTo>
                  <a:pt x="2556" y="2344"/>
                </a:lnTo>
                <a:lnTo>
                  <a:pt x="2658" y="2355"/>
                </a:lnTo>
                <a:cubicBezTo>
                  <a:pt x="2670" y="2350"/>
                  <a:pt x="2680" y="2349"/>
                  <a:pt x="2688" y="2352"/>
                </a:cubicBezTo>
                <a:lnTo>
                  <a:pt x="2705" y="2357"/>
                </a:lnTo>
                <a:lnTo>
                  <a:pt x="2704" y="2375"/>
                </a:lnTo>
                <a:cubicBezTo>
                  <a:pt x="2704" y="2381"/>
                  <a:pt x="2700" y="2394"/>
                  <a:pt x="2679" y="2397"/>
                </a:cubicBezTo>
                <a:cubicBezTo>
                  <a:pt x="2677" y="2397"/>
                  <a:pt x="2675" y="2397"/>
                  <a:pt x="2673" y="2397"/>
                </a:cubicBezTo>
                <a:cubicBezTo>
                  <a:pt x="2671" y="2399"/>
                  <a:pt x="2668" y="2401"/>
                  <a:pt x="2666" y="2405"/>
                </a:cubicBezTo>
                <a:lnTo>
                  <a:pt x="2727" y="2404"/>
                </a:lnTo>
                <a:lnTo>
                  <a:pt x="2711" y="2347"/>
                </a:lnTo>
              </a:path>
              <a:path w="21600" h="21600">
                <a:moveTo>
                  <a:pt x="3178" y="2315"/>
                </a:moveTo>
                <a:lnTo>
                  <a:pt x="3105" y="2352"/>
                </a:lnTo>
                <a:lnTo>
                  <a:pt x="3103" y="2385"/>
                </a:lnTo>
                <a:lnTo>
                  <a:pt x="3126" y="2401"/>
                </a:lnTo>
                <a:lnTo>
                  <a:pt x="3150" y="2401"/>
                </a:lnTo>
                <a:lnTo>
                  <a:pt x="3176" y="2366"/>
                </a:lnTo>
              </a:path>
              <a:path w="21600" h="21600">
                <a:moveTo>
                  <a:pt x="4840" y="2304"/>
                </a:moveTo>
                <a:lnTo>
                  <a:pt x="4825" y="2362"/>
                </a:lnTo>
                <a:lnTo>
                  <a:pt x="4918" y="2357"/>
                </a:lnTo>
              </a:path>
              <a:path w="21600" h="21600">
                <a:moveTo>
                  <a:pt x="2337" y="2297"/>
                </a:moveTo>
                <a:lnTo>
                  <a:pt x="2344" y="2319"/>
                </a:lnTo>
                <a:lnTo>
                  <a:pt x="2350" y="2320"/>
                </a:lnTo>
                <a:lnTo>
                  <a:pt x="2364" y="2317"/>
                </a:lnTo>
              </a:path>
              <a:path w="21600" h="21600">
                <a:moveTo>
                  <a:pt x="11327" y="2295"/>
                </a:moveTo>
                <a:lnTo>
                  <a:pt x="11157" y="2552"/>
                </a:lnTo>
                <a:cubicBezTo>
                  <a:pt x="11077" y="2710"/>
                  <a:pt x="11017" y="2872"/>
                  <a:pt x="10978" y="3041"/>
                </a:cubicBezTo>
                <a:lnTo>
                  <a:pt x="10930" y="3479"/>
                </a:lnTo>
                <a:lnTo>
                  <a:pt x="11136" y="2853"/>
                </a:lnTo>
              </a:path>
              <a:path w="21600" h="21600">
                <a:moveTo>
                  <a:pt x="2697" y="2292"/>
                </a:moveTo>
                <a:lnTo>
                  <a:pt x="2690" y="2294"/>
                </a:lnTo>
                <a:lnTo>
                  <a:pt x="2698" y="2297"/>
                </a:lnTo>
              </a:path>
              <a:path w="21600" h="21600">
                <a:moveTo>
                  <a:pt x="3238" y="2284"/>
                </a:moveTo>
                <a:lnTo>
                  <a:pt x="3224" y="2292"/>
                </a:lnTo>
                <a:lnTo>
                  <a:pt x="3223" y="2303"/>
                </a:lnTo>
              </a:path>
              <a:path w="21600" h="21600">
                <a:moveTo>
                  <a:pt x="410" y="2284"/>
                </a:moveTo>
                <a:lnTo>
                  <a:pt x="213" y="2357"/>
                </a:lnTo>
                <a:lnTo>
                  <a:pt x="379" y="2305"/>
                </a:lnTo>
                <a:lnTo>
                  <a:pt x="455" y="2305"/>
                </a:lnTo>
              </a:path>
              <a:path w="21600" h="21600">
                <a:moveTo>
                  <a:pt x="1721" y="2283"/>
                </a:moveTo>
                <a:lnTo>
                  <a:pt x="1345" y="2355"/>
                </a:lnTo>
                <a:lnTo>
                  <a:pt x="1383" y="2383"/>
                </a:lnTo>
                <a:lnTo>
                  <a:pt x="1721" y="2388"/>
                </a:lnTo>
                <a:lnTo>
                  <a:pt x="1718" y="2332"/>
                </a:lnTo>
              </a:path>
              <a:path w="21600" h="21600">
                <a:moveTo>
                  <a:pt x="6727" y="2283"/>
                </a:moveTo>
                <a:lnTo>
                  <a:pt x="6638" y="2310"/>
                </a:lnTo>
                <a:lnTo>
                  <a:pt x="6001" y="2601"/>
                </a:lnTo>
                <a:lnTo>
                  <a:pt x="6090" y="2583"/>
                </a:lnTo>
                <a:lnTo>
                  <a:pt x="6283" y="2490"/>
                </a:lnTo>
              </a:path>
              <a:path w="21600" h="21600">
                <a:moveTo>
                  <a:pt x="4093" y="2269"/>
                </a:moveTo>
                <a:lnTo>
                  <a:pt x="4177" y="2328"/>
                </a:lnTo>
                <a:lnTo>
                  <a:pt x="4179" y="2329"/>
                </a:lnTo>
                <a:lnTo>
                  <a:pt x="4198" y="2308"/>
                </a:lnTo>
              </a:path>
              <a:path w="21600" h="21600">
                <a:moveTo>
                  <a:pt x="1820" y="2267"/>
                </a:moveTo>
                <a:lnTo>
                  <a:pt x="1804" y="2271"/>
                </a:lnTo>
                <a:lnTo>
                  <a:pt x="1804" y="2271"/>
                </a:lnTo>
                <a:lnTo>
                  <a:pt x="1824" y="2285"/>
                </a:lnTo>
              </a:path>
              <a:path w="21600" h="21600">
                <a:moveTo>
                  <a:pt x="2482" y="2264"/>
                </a:moveTo>
                <a:lnTo>
                  <a:pt x="2468" y="2294"/>
                </a:lnTo>
                <a:lnTo>
                  <a:pt x="2492" y="2288"/>
                </a:lnTo>
                <a:lnTo>
                  <a:pt x="2485" y="2265"/>
                </a:lnTo>
              </a:path>
              <a:path w="21600" h="21600">
                <a:moveTo>
                  <a:pt x="1222" y="2263"/>
                </a:moveTo>
                <a:lnTo>
                  <a:pt x="1297" y="2319"/>
                </a:lnTo>
                <a:lnTo>
                  <a:pt x="1559" y="2269"/>
                </a:lnTo>
              </a:path>
              <a:path w="21600" h="21600">
                <a:moveTo>
                  <a:pt x="4502" y="2262"/>
                </a:moveTo>
                <a:lnTo>
                  <a:pt x="4463" y="2383"/>
                </a:lnTo>
                <a:lnTo>
                  <a:pt x="4604" y="2375"/>
                </a:lnTo>
                <a:lnTo>
                  <a:pt x="4616" y="2333"/>
                </a:lnTo>
              </a:path>
              <a:path w="21600" h="21600">
                <a:moveTo>
                  <a:pt x="4004" y="2260"/>
                </a:moveTo>
                <a:lnTo>
                  <a:pt x="3889" y="2384"/>
                </a:lnTo>
                <a:lnTo>
                  <a:pt x="3930" y="2397"/>
                </a:lnTo>
                <a:lnTo>
                  <a:pt x="4119" y="2397"/>
                </a:lnTo>
                <a:lnTo>
                  <a:pt x="4150" y="2362"/>
                </a:lnTo>
              </a:path>
              <a:path w="21600" h="21600">
                <a:moveTo>
                  <a:pt x="353" y="2257"/>
                </a:moveTo>
                <a:lnTo>
                  <a:pt x="114" y="2280"/>
                </a:lnTo>
                <a:lnTo>
                  <a:pt x="170" y="2326"/>
                </a:lnTo>
                <a:lnTo>
                  <a:pt x="355" y="2257"/>
                </a:lnTo>
              </a:path>
              <a:path w="21600" h="21600">
                <a:moveTo>
                  <a:pt x="2273" y="2251"/>
                </a:moveTo>
                <a:lnTo>
                  <a:pt x="2239" y="2339"/>
                </a:lnTo>
                <a:lnTo>
                  <a:pt x="2298" y="2316"/>
                </a:lnTo>
                <a:lnTo>
                  <a:pt x="2278" y="2255"/>
                </a:lnTo>
              </a:path>
              <a:path w="21600" h="21600">
                <a:moveTo>
                  <a:pt x="5149" y="2248"/>
                </a:moveTo>
                <a:lnTo>
                  <a:pt x="5172" y="2313"/>
                </a:lnTo>
                <a:lnTo>
                  <a:pt x="5183" y="2311"/>
                </a:lnTo>
                <a:lnTo>
                  <a:pt x="5170" y="2264"/>
                </a:lnTo>
              </a:path>
              <a:path w="21600" h="21600">
                <a:moveTo>
                  <a:pt x="3310" y="2248"/>
                </a:moveTo>
                <a:lnTo>
                  <a:pt x="3287" y="2352"/>
                </a:lnTo>
                <a:lnTo>
                  <a:pt x="3262" y="2400"/>
                </a:lnTo>
                <a:lnTo>
                  <a:pt x="3406" y="2399"/>
                </a:lnTo>
                <a:lnTo>
                  <a:pt x="3530" y="2332"/>
                </a:lnTo>
                <a:lnTo>
                  <a:pt x="3489" y="2303"/>
                </a:lnTo>
              </a:path>
              <a:path w="21600" h="21600">
                <a:moveTo>
                  <a:pt x="5635" y="2245"/>
                </a:moveTo>
                <a:lnTo>
                  <a:pt x="5492" y="2299"/>
                </a:lnTo>
                <a:lnTo>
                  <a:pt x="5237" y="2345"/>
                </a:lnTo>
                <a:lnTo>
                  <a:pt x="5243" y="2366"/>
                </a:lnTo>
                <a:lnTo>
                  <a:pt x="5242" y="2382"/>
                </a:lnTo>
                <a:lnTo>
                  <a:pt x="5239" y="2420"/>
                </a:lnTo>
                <a:lnTo>
                  <a:pt x="5263" y="2482"/>
                </a:lnTo>
                <a:lnTo>
                  <a:pt x="5330" y="2614"/>
                </a:lnTo>
                <a:lnTo>
                  <a:pt x="5428" y="2597"/>
                </a:lnTo>
                <a:lnTo>
                  <a:pt x="5509" y="2542"/>
                </a:lnTo>
                <a:cubicBezTo>
                  <a:pt x="5597" y="2461"/>
                  <a:pt x="5639" y="2364"/>
                  <a:pt x="5634" y="2255"/>
                </a:cubicBezTo>
                <a:lnTo>
                  <a:pt x="5634" y="2251"/>
                </a:lnTo>
                <a:cubicBezTo>
                  <a:pt x="5634" y="2251"/>
                  <a:pt x="5635" y="2247"/>
                  <a:pt x="5635" y="2247"/>
                </a:cubicBezTo>
              </a:path>
              <a:path w="21600" h="21600">
                <a:moveTo>
                  <a:pt x="3179" y="2244"/>
                </a:moveTo>
                <a:lnTo>
                  <a:pt x="3107" y="2314"/>
                </a:lnTo>
                <a:lnTo>
                  <a:pt x="3107" y="2318"/>
                </a:lnTo>
                <a:lnTo>
                  <a:pt x="3179" y="2278"/>
                </a:lnTo>
              </a:path>
              <a:path w="21600" h="21600">
                <a:moveTo>
                  <a:pt x="870" y="2243"/>
                </a:moveTo>
                <a:lnTo>
                  <a:pt x="1024" y="2306"/>
                </a:lnTo>
                <a:lnTo>
                  <a:pt x="1138" y="2326"/>
                </a:lnTo>
                <a:lnTo>
                  <a:pt x="1175" y="2342"/>
                </a:lnTo>
                <a:lnTo>
                  <a:pt x="1238" y="2330"/>
                </a:lnTo>
                <a:lnTo>
                  <a:pt x="1146" y="2262"/>
                </a:lnTo>
                <a:lnTo>
                  <a:pt x="947" y="2258"/>
                </a:lnTo>
              </a:path>
              <a:path w="21600" h="21600">
                <a:moveTo>
                  <a:pt x="1933" y="2243"/>
                </a:moveTo>
                <a:lnTo>
                  <a:pt x="1915" y="2247"/>
                </a:lnTo>
                <a:lnTo>
                  <a:pt x="1898" y="2250"/>
                </a:lnTo>
                <a:lnTo>
                  <a:pt x="1881" y="2326"/>
                </a:lnTo>
                <a:lnTo>
                  <a:pt x="1964" y="2385"/>
                </a:lnTo>
                <a:lnTo>
                  <a:pt x="1966" y="2387"/>
                </a:lnTo>
                <a:lnTo>
                  <a:pt x="1969" y="2379"/>
                </a:lnTo>
              </a:path>
              <a:path w="21600" h="21600">
                <a:moveTo>
                  <a:pt x="4955" y="2243"/>
                </a:moveTo>
                <a:lnTo>
                  <a:pt x="4965" y="2336"/>
                </a:lnTo>
                <a:lnTo>
                  <a:pt x="4981" y="2347"/>
                </a:lnTo>
                <a:lnTo>
                  <a:pt x="5021" y="2340"/>
                </a:lnTo>
                <a:lnTo>
                  <a:pt x="5019" y="2321"/>
                </a:lnTo>
              </a:path>
              <a:path w="21600" h="21600">
                <a:moveTo>
                  <a:pt x="2827" y="2241"/>
                </a:moveTo>
                <a:lnTo>
                  <a:pt x="2795" y="2257"/>
                </a:lnTo>
                <a:cubicBezTo>
                  <a:pt x="2777" y="2264"/>
                  <a:pt x="2759" y="2270"/>
                  <a:pt x="2741" y="2276"/>
                </a:cubicBezTo>
                <a:lnTo>
                  <a:pt x="2739" y="2277"/>
                </a:lnTo>
                <a:lnTo>
                  <a:pt x="2749" y="2316"/>
                </a:lnTo>
                <a:lnTo>
                  <a:pt x="2762" y="2320"/>
                </a:lnTo>
                <a:lnTo>
                  <a:pt x="2898" y="2360"/>
                </a:lnTo>
                <a:lnTo>
                  <a:pt x="2887" y="2284"/>
                </a:lnTo>
              </a:path>
              <a:path w="21600" h="21600">
                <a:moveTo>
                  <a:pt x="7975" y="2234"/>
                </a:moveTo>
                <a:lnTo>
                  <a:pt x="7746" y="2303"/>
                </a:lnTo>
                <a:lnTo>
                  <a:pt x="7638" y="2336"/>
                </a:lnTo>
                <a:lnTo>
                  <a:pt x="7553" y="2414"/>
                </a:lnTo>
                <a:lnTo>
                  <a:pt x="7822" y="2287"/>
                </a:lnTo>
              </a:path>
              <a:path w="21600" h="21600">
                <a:moveTo>
                  <a:pt x="5037" y="2232"/>
                </a:moveTo>
                <a:lnTo>
                  <a:pt x="5045" y="2283"/>
                </a:lnTo>
                <a:lnTo>
                  <a:pt x="5082" y="2329"/>
                </a:lnTo>
                <a:lnTo>
                  <a:pt x="5089" y="2327"/>
                </a:lnTo>
                <a:lnTo>
                  <a:pt x="5075" y="2284"/>
                </a:lnTo>
              </a:path>
              <a:path w="21600" h="21600">
                <a:moveTo>
                  <a:pt x="2026" y="2229"/>
                </a:moveTo>
                <a:lnTo>
                  <a:pt x="1997" y="2231"/>
                </a:lnTo>
                <a:lnTo>
                  <a:pt x="1978" y="2235"/>
                </a:lnTo>
                <a:lnTo>
                  <a:pt x="1997" y="2306"/>
                </a:lnTo>
              </a:path>
              <a:path w="21600" h="21600">
                <a:moveTo>
                  <a:pt x="2083" y="2224"/>
                </a:moveTo>
                <a:lnTo>
                  <a:pt x="2076" y="2225"/>
                </a:lnTo>
                <a:lnTo>
                  <a:pt x="2016" y="2379"/>
                </a:lnTo>
                <a:lnTo>
                  <a:pt x="2020" y="2393"/>
                </a:lnTo>
                <a:lnTo>
                  <a:pt x="2021" y="2393"/>
                </a:lnTo>
                <a:lnTo>
                  <a:pt x="2126" y="2369"/>
                </a:lnTo>
              </a:path>
              <a:path w="21600" h="21600">
                <a:moveTo>
                  <a:pt x="3225" y="2222"/>
                </a:moveTo>
                <a:lnTo>
                  <a:pt x="3225" y="2252"/>
                </a:lnTo>
                <a:lnTo>
                  <a:pt x="3260" y="2233"/>
                </a:lnTo>
              </a:path>
              <a:path w="21600" h="21600">
                <a:moveTo>
                  <a:pt x="1809" y="2217"/>
                </a:moveTo>
                <a:lnTo>
                  <a:pt x="1809" y="2222"/>
                </a:lnTo>
                <a:lnTo>
                  <a:pt x="1810" y="2222"/>
                </a:lnTo>
              </a:path>
              <a:path w="21600" h="21600">
                <a:moveTo>
                  <a:pt x="3369" y="2217"/>
                </a:moveTo>
                <a:lnTo>
                  <a:pt x="3364" y="2220"/>
                </a:lnTo>
                <a:lnTo>
                  <a:pt x="3379" y="2224"/>
                </a:lnTo>
              </a:path>
              <a:path w="21600" h="21600">
                <a:moveTo>
                  <a:pt x="2878" y="2217"/>
                </a:moveTo>
                <a:lnTo>
                  <a:pt x="2873" y="2219"/>
                </a:lnTo>
                <a:lnTo>
                  <a:pt x="2879" y="2223"/>
                </a:lnTo>
              </a:path>
              <a:path w="21600" h="21600">
                <a:moveTo>
                  <a:pt x="4518" y="2215"/>
                </a:moveTo>
                <a:lnTo>
                  <a:pt x="4517" y="2219"/>
                </a:lnTo>
                <a:lnTo>
                  <a:pt x="4596" y="2269"/>
                </a:lnTo>
              </a:path>
              <a:path w="21600" h="21600">
                <a:moveTo>
                  <a:pt x="2220" y="2213"/>
                </a:moveTo>
                <a:lnTo>
                  <a:pt x="2129" y="2220"/>
                </a:lnTo>
                <a:lnTo>
                  <a:pt x="2171" y="2360"/>
                </a:lnTo>
                <a:lnTo>
                  <a:pt x="2185" y="2356"/>
                </a:lnTo>
                <a:lnTo>
                  <a:pt x="2237" y="2225"/>
                </a:lnTo>
              </a:path>
              <a:path w="21600" h="21600">
                <a:moveTo>
                  <a:pt x="4699" y="2208"/>
                </a:moveTo>
                <a:lnTo>
                  <a:pt x="4679" y="2274"/>
                </a:lnTo>
                <a:lnTo>
                  <a:pt x="4754" y="2330"/>
                </a:lnTo>
                <a:lnTo>
                  <a:pt x="4767" y="2365"/>
                </a:lnTo>
                <a:lnTo>
                  <a:pt x="4777" y="2365"/>
                </a:lnTo>
                <a:lnTo>
                  <a:pt x="4800" y="2277"/>
                </a:lnTo>
              </a:path>
              <a:path w="21600" h="21600">
                <a:moveTo>
                  <a:pt x="2345" y="2202"/>
                </a:moveTo>
                <a:lnTo>
                  <a:pt x="2345" y="2202"/>
                </a:lnTo>
                <a:lnTo>
                  <a:pt x="2308" y="2206"/>
                </a:lnTo>
                <a:lnTo>
                  <a:pt x="2314" y="2227"/>
                </a:lnTo>
                <a:lnTo>
                  <a:pt x="2415" y="2299"/>
                </a:lnTo>
                <a:lnTo>
                  <a:pt x="2439" y="2247"/>
                </a:lnTo>
                <a:cubicBezTo>
                  <a:pt x="2405" y="2232"/>
                  <a:pt x="2373" y="2217"/>
                  <a:pt x="2345" y="2202"/>
                </a:cubicBezTo>
              </a:path>
              <a:path w="21600" h="21600">
                <a:moveTo>
                  <a:pt x="8210" y="2199"/>
                </a:moveTo>
                <a:lnTo>
                  <a:pt x="8201" y="2202"/>
                </a:lnTo>
                <a:cubicBezTo>
                  <a:pt x="8073" y="2244"/>
                  <a:pt x="7952" y="2284"/>
                  <a:pt x="7840" y="2328"/>
                </a:cubicBezTo>
                <a:cubicBezTo>
                  <a:pt x="7679" y="2391"/>
                  <a:pt x="7549" y="2452"/>
                  <a:pt x="7448" y="2511"/>
                </a:cubicBezTo>
                <a:lnTo>
                  <a:pt x="7446" y="2513"/>
                </a:lnTo>
                <a:lnTo>
                  <a:pt x="7357" y="2595"/>
                </a:lnTo>
                <a:lnTo>
                  <a:pt x="7296" y="2635"/>
                </a:lnTo>
                <a:lnTo>
                  <a:pt x="7226" y="2692"/>
                </a:lnTo>
                <a:cubicBezTo>
                  <a:pt x="7175" y="2755"/>
                  <a:pt x="7146" y="2824"/>
                  <a:pt x="7137" y="2903"/>
                </a:cubicBezTo>
                <a:lnTo>
                  <a:pt x="7166" y="3118"/>
                </a:lnTo>
                <a:lnTo>
                  <a:pt x="7478" y="2912"/>
                </a:lnTo>
                <a:lnTo>
                  <a:pt x="7477" y="2909"/>
                </a:lnTo>
                <a:cubicBezTo>
                  <a:pt x="7490" y="2815"/>
                  <a:pt x="7525" y="2731"/>
                  <a:pt x="7582" y="2653"/>
                </a:cubicBezTo>
                <a:cubicBezTo>
                  <a:pt x="7636" y="2579"/>
                  <a:pt x="7715" y="2508"/>
                  <a:pt x="7821" y="2437"/>
                </a:cubicBezTo>
                <a:lnTo>
                  <a:pt x="8169" y="2251"/>
                </a:lnTo>
              </a:path>
              <a:path w="21600" h="21600">
                <a:moveTo>
                  <a:pt x="2463" y="2196"/>
                </a:moveTo>
                <a:lnTo>
                  <a:pt x="2435" y="2197"/>
                </a:lnTo>
                <a:cubicBezTo>
                  <a:pt x="2443" y="2201"/>
                  <a:pt x="2451" y="2205"/>
                  <a:pt x="2460" y="2208"/>
                </a:cubicBezTo>
                <a:lnTo>
                  <a:pt x="2464" y="2200"/>
                </a:lnTo>
              </a:path>
              <a:path w="21600" h="21600">
                <a:moveTo>
                  <a:pt x="1726" y="2195"/>
                </a:moveTo>
                <a:lnTo>
                  <a:pt x="1703" y="2198"/>
                </a:lnTo>
                <a:lnTo>
                  <a:pt x="1725" y="2214"/>
                </a:lnTo>
              </a:path>
              <a:path w="21600" h="21600">
                <a:moveTo>
                  <a:pt x="7169" y="2192"/>
                </a:moveTo>
                <a:lnTo>
                  <a:pt x="6674" y="2426"/>
                </a:lnTo>
                <a:lnTo>
                  <a:pt x="6488" y="2519"/>
                </a:lnTo>
                <a:lnTo>
                  <a:pt x="6557" y="2507"/>
                </a:lnTo>
                <a:lnTo>
                  <a:pt x="6569" y="2503"/>
                </a:lnTo>
                <a:lnTo>
                  <a:pt x="6846" y="2378"/>
                </a:lnTo>
                <a:cubicBezTo>
                  <a:pt x="6905" y="2348"/>
                  <a:pt x="6964" y="2319"/>
                  <a:pt x="7023" y="2289"/>
                </a:cubicBezTo>
                <a:lnTo>
                  <a:pt x="7083" y="2260"/>
                </a:lnTo>
              </a:path>
              <a:path w="21600" h="21600">
                <a:moveTo>
                  <a:pt x="3333" y="2191"/>
                </a:moveTo>
                <a:lnTo>
                  <a:pt x="3332" y="2193"/>
                </a:lnTo>
                <a:lnTo>
                  <a:pt x="3334" y="2192"/>
                </a:lnTo>
              </a:path>
              <a:path w="21600" h="21600">
                <a:moveTo>
                  <a:pt x="2670" y="2190"/>
                </a:moveTo>
                <a:lnTo>
                  <a:pt x="2520" y="2193"/>
                </a:lnTo>
                <a:lnTo>
                  <a:pt x="2512" y="2206"/>
                </a:lnTo>
                <a:lnTo>
                  <a:pt x="2521" y="2233"/>
                </a:lnTo>
                <a:lnTo>
                  <a:pt x="2605" y="2263"/>
                </a:lnTo>
                <a:lnTo>
                  <a:pt x="2685" y="2246"/>
                </a:lnTo>
              </a:path>
              <a:path w="21600" h="21600">
                <a:moveTo>
                  <a:pt x="2754" y="2189"/>
                </a:moveTo>
                <a:lnTo>
                  <a:pt x="2716" y="2189"/>
                </a:lnTo>
                <a:lnTo>
                  <a:pt x="2728" y="2235"/>
                </a:lnTo>
                <a:lnTo>
                  <a:pt x="2778" y="2206"/>
                </a:lnTo>
              </a:path>
              <a:path w="21600" h="21600">
                <a:moveTo>
                  <a:pt x="8665" y="2186"/>
                </a:moveTo>
                <a:lnTo>
                  <a:pt x="8654" y="2190"/>
                </a:lnTo>
                <a:cubicBezTo>
                  <a:pt x="8326" y="2354"/>
                  <a:pt x="8122" y="2504"/>
                  <a:pt x="8013" y="2664"/>
                </a:cubicBezTo>
                <a:cubicBezTo>
                  <a:pt x="7956" y="2746"/>
                  <a:pt x="7921" y="2834"/>
                  <a:pt x="7906" y="2931"/>
                </a:cubicBezTo>
                <a:lnTo>
                  <a:pt x="7913" y="3061"/>
                </a:lnTo>
                <a:lnTo>
                  <a:pt x="8325" y="2652"/>
                </a:lnTo>
                <a:cubicBezTo>
                  <a:pt x="8404" y="2556"/>
                  <a:pt x="8474" y="2456"/>
                  <a:pt x="8542" y="2358"/>
                </a:cubicBezTo>
              </a:path>
              <a:path w="21600" h="21600">
                <a:moveTo>
                  <a:pt x="1123" y="2184"/>
                </a:moveTo>
                <a:lnTo>
                  <a:pt x="1160" y="2218"/>
                </a:lnTo>
                <a:lnTo>
                  <a:pt x="1164" y="2221"/>
                </a:lnTo>
                <a:lnTo>
                  <a:pt x="1672" y="2230"/>
                </a:lnTo>
                <a:lnTo>
                  <a:pt x="1641" y="2208"/>
                </a:lnTo>
                <a:lnTo>
                  <a:pt x="1547" y="2222"/>
                </a:lnTo>
              </a:path>
              <a:path w="21600" h="21600">
                <a:moveTo>
                  <a:pt x="3098" y="2183"/>
                </a:moveTo>
                <a:lnTo>
                  <a:pt x="3109" y="2245"/>
                </a:lnTo>
                <a:lnTo>
                  <a:pt x="3157" y="2201"/>
                </a:lnTo>
              </a:path>
              <a:path w="21600" h="21600">
                <a:moveTo>
                  <a:pt x="3053" y="2183"/>
                </a:moveTo>
                <a:lnTo>
                  <a:pt x="2942" y="2185"/>
                </a:lnTo>
                <a:lnTo>
                  <a:pt x="2920" y="2196"/>
                </a:lnTo>
                <a:lnTo>
                  <a:pt x="2928" y="2259"/>
                </a:lnTo>
                <a:lnTo>
                  <a:pt x="3019" y="2324"/>
                </a:lnTo>
                <a:lnTo>
                  <a:pt x="3064" y="2284"/>
                </a:lnTo>
                <a:lnTo>
                  <a:pt x="3066" y="2258"/>
                </a:lnTo>
              </a:path>
              <a:path w="21600" h="21600">
                <a:moveTo>
                  <a:pt x="3279" y="2179"/>
                </a:moveTo>
                <a:lnTo>
                  <a:pt x="3239" y="2180"/>
                </a:lnTo>
                <a:lnTo>
                  <a:pt x="3238" y="2181"/>
                </a:lnTo>
                <a:lnTo>
                  <a:pt x="3276" y="2193"/>
                </a:lnTo>
              </a:path>
              <a:path w="21600" h="21600">
                <a:moveTo>
                  <a:pt x="1915" y="2177"/>
                </a:moveTo>
                <a:lnTo>
                  <a:pt x="1909" y="2203"/>
                </a:lnTo>
                <a:lnTo>
                  <a:pt x="1921" y="2201"/>
                </a:lnTo>
              </a:path>
              <a:path w="21600" h="21600">
                <a:moveTo>
                  <a:pt x="1871" y="2173"/>
                </a:moveTo>
                <a:lnTo>
                  <a:pt x="1847" y="2176"/>
                </a:lnTo>
                <a:lnTo>
                  <a:pt x="1855" y="2213"/>
                </a:lnTo>
                <a:lnTo>
                  <a:pt x="1862" y="2212"/>
                </a:lnTo>
              </a:path>
              <a:path w="21600" h="21600">
                <a:moveTo>
                  <a:pt x="3727" y="2172"/>
                </a:moveTo>
                <a:lnTo>
                  <a:pt x="3448" y="2176"/>
                </a:lnTo>
                <a:lnTo>
                  <a:pt x="3413" y="2194"/>
                </a:lnTo>
                <a:lnTo>
                  <a:pt x="3511" y="2265"/>
                </a:lnTo>
                <a:lnTo>
                  <a:pt x="3519" y="2267"/>
                </a:lnTo>
                <a:lnTo>
                  <a:pt x="3602" y="2293"/>
                </a:lnTo>
                <a:lnTo>
                  <a:pt x="3615" y="2286"/>
                </a:lnTo>
              </a:path>
              <a:path w="21600" h="21600">
                <a:moveTo>
                  <a:pt x="3826" y="2170"/>
                </a:moveTo>
                <a:lnTo>
                  <a:pt x="3786" y="2171"/>
                </a:lnTo>
                <a:lnTo>
                  <a:pt x="3651" y="2309"/>
                </a:lnTo>
                <a:lnTo>
                  <a:pt x="3844" y="2370"/>
                </a:lnTo>
                <a:lnTo>
                  <a:pt x="3969" y="2236"/>
                </a:lnTo>
                <a:lnTo>
                  <a:pt x="3933" y="2210"/>
                </a:lnTo>
              </a:path>
              <a:path w="21600" h="21600">
                <a:moveTo>
                  <a:pt x="170" y="2170"/>
                </a:moveTo>
                <a:lnTo>
                  <a:pt x="167" y="2170"/>
                </a:lnTo>
                <a:lnTo>
                  <a:pt x="2" y="2188"/>
                </a:lnTo>
                <a:lnTo>
                  <a:pt x="65" y="2240"/>
                </a:lnTo>
                <a:lnTo>
                  <a:pt x="292" y="2228"/>
                </a:lnTo>
              </a:path>
              <a:path w="21600" h="21600">
                <a:moveTo>
                  <a:pt x="4346" y="2165"/>
                </a:moveTo>
                <a:lnTo>
                  <a:pt x="4324" y="2226"/>
                </a:lnTo>
                <a:lnTo>
                  <a:pt x="4269" y="2288"/>
                </a:lnTo>
                <a:lnTo>
                  <a:pt x="4303" y="2301"/>
                </a:lnTo>
                <a:lnTo>
                  <a:pt x="4422" y="2364"/>
                </a:lnTo>
                <a:lnTo>
                  <a:pt x="4463" y="2238"/>
                </a:lnTo>
              </a:path>
              <a:path w="21600" h="21600">
                <a:moveTo>
                  <a:pt x="4037" y="2163"/>
                </a:moveTo>
                <a:lnTo>
                  <a:pt x="3968" y="2168"/>
                </a:lnTo>
                <a:lnTo>
                  <a:pt x="3949" y="2168"/>
                </a:lnTo>
                <a:lnTo>
                  <a:pt x="3953" y="2171"/>
                </a:lnTo>
                <a:lnTo>
                  <a:pt x="4010" y="2192"/>
                </a:lnTo>
              </a:path>
              <a:path w="21600" h="21600">
                <a:moveTo>
                  <a:pt x="856" y="2161"/>
                </a:moveTo>
                <a:lnTo>
                  <a:pt x="761" y="2180"/>
                </a:lnTo>
                <a:lnTo>
                  <a:pt x="952" y="2217"/>
                </a:lnTo>
                <a:lnTo>
                  <a:pt x="1097" y="2219"/>
                </a:lnTo>
                <a:lnTo>
                  <a:pt x="1051" y="2178"/>
                </a:lnTo>
              </a:path>
              <a:path w="21600" h="21600">
                <a:moveTo>
                  <a:pt x="4849" y="2152"/>
                </a:moveTo>
                <a:lnTo>
                  <a:pt x="4856" y="2242"/>
                </a:lnTo>
                <a:lnTo>
                  <a:pt x="4852" y="2259"/>
                </a:lnTo>
                <a:lnTo>
                  <a:pt x="4920" y="2305"/>
                </a:lnTo>
                <a:lnTo>
                  <a:pt x="4912" y="2199"/>
                </a:lnTo>
              </a:path>
              <a:path w="21600" h="21600">
                <a:moveTo>
                  <a:pt x="7151" y="2151"/>
                </a:moveTo>
                <a:lnTo>
                  <a:pt x="7054" y="2179"/>
                </a:lnTo>
                <a:lnTo>
                  <a:pt x="6305" y="2527"/>
                </a:lnTo>
                <a:lnTo>
                  <a:pt x="6249" y="2555"/>
                </a:lnTo>
                <a:lnTo>
                  <a:pt x="6323" y="2544"/>
                </a:lnTo>
                <a:lnTo>
                  <a:pt x="6435" y="2495"/>
                </a:lnTo>
                <a:cubicBezTo>
                  <a:pt x="6507" y="2460"/>
                  <a:pt x="6580" y="2424"/>
                  <a:pt x="6652" y="2387"/>
                </a:cubicBezTo>
              </a:path>
              <a:path w="21600" h="21600">
                <a:moveTo>
                  <a:pt x="4310" y="2144"/>
                </a:moveTo>
                <a:lnTo>
                  <a:pt x="4099" y="2159"/>
                </a:lnTo>
                <a:lnTo>
                  <a:pt x="4053" y="2208"/>
                </a:lnTo>
                <a:lnTo>
                  <a:pt x="4228" y="2273"/>
                </a:lnTo>
                <a:lnTo>
                  <a:pt x="4287" y="2206"/>
                </a:lnTo>
              </a:path>
              <a:path w="21600" h="21600">
                <a:moveTo>
                  <a:pt x="2059" y="2144"/>
                </a:moveTo>
                <a:lnTo>
                  <a:pt x="1958" y="2159"/>
                </a:lnTo>
                <a:lnTo>
                  <a:pt x="1967" y="2192"/>
                </a:lnTo>
                <a:lnTo>
                  <a:pt x="1979" y="2190"/>
                </a:lnTo>
                <a:lnTo>
                  <a:pt x="2046" y="2175"/>
                </a:lnTo>
              </a:path>
              <a:path w="21600" h="21600">
                <a:moveTo>
                  <a:pt x="4405" y="2138"/>
                </a:moveTo>
                <a:lnTo>
                  <a:pt x="4388" y="2139"/>
                </a:lnTo>
                <a:lnTo>
                  <a:pt x="4477" y="2195"/>
                </a:lnTo>
                <a:lnTo>
                  <a:pt x="4479" y="2188"/>
                </a:lnTo>
              </a:path>
              <a:path w="21600" h="21600">
                <a:moveTo>
                  <a:pt x="2114" y="2135"/>
                </a:moveTo>
                <a:lnTo>
                  <a:pt x="2110" y="2136"/>
                </a:lnTo>
                <a:lnTo>
                  <a:pt x="2107" y="2144"/>
                </a:lnTo>
                <a:lnTo>
                  <a:pt x="2112" y="2161"/>
                </a:lnTo>
                <a:lnTo>
                  <a:pt x="2140" y="2155"/>
                </a:lnTo>
                <a:lnTo>
                  <a:pt x="2118" y="2140"/>
                </a:lnTo>
              </a:path>
              <a:path w="21600" h="21600">
                <a:moveTo>
                  <a:pt x="2443" y="2133"/>
                </a:moveTo>
                <a:lnTo>
                  <a:pt x="2347" y="2154"/>
                </a:lnTo>
                <a:lnTo>
                  <a:pt x="2355" y="2158"/>
                </a:lnTo>
                <a:lnTo>
                  <a:pt x="2449" y="2153"/>
                </a:lnTo>
              </a:path>
              <a:path w="21600" h="21600">
                <a:moveTo>
                  <a:pt x="4498" y="2131"/>
                </a:moveTo>
                <a:lnTo>
                  <a:pt x="4477" y="2133"/>
                </a:lnTo>
                <a:lnTo>
                  <a:pt x="4493" y="2144"/>
                </a:lnTo>
              </a:path>
              <a:path w="21600" h="21600">
                <a:moveTo>
                  <a:pt x="4577" y="2126"/>
                </a:moveTo>
                <a:lnTo>
                  <a:pt x="4546" y="2128"/>
                </a:lnTo>
                <a:lnTo>
                  <a:pt x="4532" y="2171"/>
                </a:lnTo>
                <a:lnTo>
                  <a:pt x="4641" y="2246"/>
                </a:lnTo>
                <a:lnTo>
                  <a:pt x="4660" y="2182"/>
                </a:lnTo>
              </a:path>
              <a:path w="21600" h="21600">
                <a:moveTo>
                  <a:pt x="12568" y="2124"/>
                </a:moveTo>
                <a:lnTo>
                  <a:pt x="12336" y="2511"/>
                </a:lnTo>
                <a:cubicBezTo>
                  <a:pt x="12160" y="2880"/>
                  <a:pt x="12061" y="3276"/>
                  <a:pt x="12044" y="3687"/>
                </a:cubicBezTo>
                <a:cubicBezTo>
                  <a:pt x="12034" y="3910"/>
                  <a:pt x="12044" y="4142"/>
                  <a:pt x="12074" y="4381"/>
                </a:cubicBezTo>
                <a:lnTo>
                  <a:pt x="12092" y="4469"/>
                </a:lnTo>
                <a:lnTo>
                  <a:pt x="12098" y="4425"/>
                </a:lnTo>
                <a:cubicBezTo>
                  <a:pt x="12119" y="4251"/>
                  <a:pt x="12135" y="4070"/>
                  <a:pt x="12146" y="3877"/>
                </a:cubicBezTo>
                <a:cubicBezTo>
                  <a:pt x="12174" y="3389"/>
                  <a:pt x="12243" y="2833"/>
                  <a:pt x="12498" y="2252"/>
                </a:cubicBezTo>
              </a:path>
              <a:path w="21600" h="21600">
                <a:moveTo>
                  <a:pt x="2510" y="2118"/>
                </a:moveTo>
                <a:lnTo>
                  <a:pt x="2486" y="2124"/>
                </a:lnTo>
                <a:lnTo>
                  <a:pt x="2494" y="2147"/>
                </a:lnTo>
              </a:path>
              <a:path w="21600" h="21600">
                <a:moveTo>
                  <a:pt x="2909" y="2118"/>
                </a:moveTo>
                <a:lnTo>
                  <a:pt x="2911" y="2129"/>
                </a:lnTo>
                <a:lnTo>
                  <a:pt x="2921" y="2122"/>
                </a:lnTo>
              </a:path>
              <a:path w="21600" h="21600">
                <a:moveTo>
                  <a:pt x="2230" y="2118"/>
                </a:moveTo>
                <a:lnTo>
                  <a:pt x="2175" y="2126"/>
                </a:lnTo>
                <a:lnTo>
                  <a:pt x="2198" y="2143"/>
                </a:lnTo>
                <a:lnTo>
                  <a:pt x="2239" y="2134"/>
                </a:lnTo>
                <a:lnTo>
                  <a:pt x="2236" y="2123"/>
                </a:lnTo>
              </a:path>
              <a:path w="21600" h="21600">
                <a:moveTo>
                  <a:pt x="4679" y="2117"/>
                </a:moveTo>
                <a:lnTo>
                  <a:pt x="4664" y="2120"/>
                </a:lnTo>
                <a:lnTo>
                  <a:pt x="4647" y="2121"/>
                </a:lnTo>
                <a:lnTo>
                  <a:pt x="4673" y="2138"/>
                </a:lnTo>
              </a:path>
              <a:path w="21600" h="21600">
                <a:moveTo>
                  <a:pt x="3228" y="2116"/>
                </a:moveTo>
                <a:lnTo>
                  <a:pt x="3228" y="2120"/>
                </a:lnTo>
                <a:lnTo>
                  <a:pt x="3230" y="2117"/>
                </a:lnTo>
              </a:path>
              <a:path w="21600" h="21600">
                <a:moveTo>
                  <a:pt x="4940" y="2116"/>
                </a:moveTo>
                <a:lnTo>
                  <a:pt x="4946" y="2169"/>
                </a:lnTo>
                <a:lnTo>
                  <a:pt x="4959" y="2179"/>
                </a:lnTo>
                <a:lnTo>
                  <a:pt x="5011" y="2242"/>
                </a:lnTo>
                <a:lnTo>
                  <a:pt x="5010" y="2234"/>
                </a:lnTo>
                <a:lnTo>
                  <a:pt x="4992" y="2170"/>
                </a:lnTo>
                <a:lnTo>
                  <a:pt x="4965" y="2133"/>
                </a:lnTo>
              </a:path>
              <a:path w="21600" h="21600">
                <a:moveTo>
                  <a:pt x="7811" y="2114"/>
                </a:moveTo>
                <a:lnTo>
                  <a:pt x="7768" y="2136"/>
                </a:lnTo>
                <a:lnTo>
                  <a:pt x="7684" y="2180"/>
                </a:lnTo>
                <a:lnTo>
                  <a:pt x="7385" y="2327"/>
                </a:lnTo>
                <a:lnTo>
                  <a:pt x="7718" y="2201"/>
                </a:lnTo>
                <a:lnTo>
                  <a:pt x="7809" y="2117"/>
                </a:lnTo>
              </a:path>
              <a:path w="21600" h="21600">
                <a:moveTo>
                  <a:pt x="2282" y="2110"/>
                </a:moveTo>
                <a:lnTo>
                  <a:pt x="2280" y="2110"/>
                </a:lnTo>
                <a:lnTo>
                  <a:pt x="2281" y="2111"/>
                </a:lnTo>
              </a:path>
              <a:path w="21600" h="21600">
                <a:moveTo>
                  <a:pt x="4777" y="2099"/>
                </a:moveTo>
                <a:lnTo>
                  <a:pt x="4728" y="2108"/>
                </a:lnTo>
                <a:lnTo>
                  <a:pt x="4711" y="2164"/>
                </a:lnTo>
                <a:lnTo>
                  <a:pt x="4809" y="2231"/>
                </a:lnTo>
                <a:lnTo>
                  <a:pt x="4806" y="2120"/>
                </a:lnTo>
              </a:path>
              <a:path w="21600" h="21600">
                <a:moveTo>
                  <a:pt x="3297" y="2099"/>
                </a:moveTo>
                <a:lnTo>
                  <a:pt x="3291" y="2107"/>
                </a:lnTo>
                <a:lnTo>
                  <a:pt x="3295" y="2110"/>
                </a:lnTo>
              </a:path>
              <a:path w="21600" h="21600">
                <a:moveTo>
                  <a:pt x="2621" y="2093"/>
                </a:moveTo>
                <a:lnTo>
                  <a:pt x="2614" y="2096"/>
                </a:lnTo>
                <a:lnTo>
                  <a:pt x="2570" y="2105"/>
                </a:lnTo>
                <a:lnTo>
                  <a:pt x="2545" y="2149"/>
                </a:lnTo>
                <a:lnTo>
                  <a:pt x="2658" y="2147"/>
                </a:lnTo>
                <a:lnTo>
                  <a:pt x="2649" y="2113"/>
                </a:lnTo>
              </a:path>
              <a:path w="21600" h="21600">
                <a:moveTo>
                  <a:pt x="2427" y="2083"/>
                </a:moveTo>
                <a:lnTo>
                  <a:pt x="2411" y="2090"/>
                </a:lnTo>
                <a:lnTo>
                  <a:pt x="2333" y="2102"/>
                </a:lnTo>
                <a:lnTo>
                  <a:pt x="2328" y="2115"/>
                </a:lnTo>
                <a:lnTo>
                  <a:pt x="2430" y="2093"/>
                </a:lnTo>
              </a:path>
              <a:path w="21600" h="21600">
                <a:moveTo>
                  <a:pt x="4171" y="2081"/>
                </a:moveTo>
                <a:lnTo>
                  <a:pt x="4142" y="2112"/>
                </a:lnTo>
                <a:lnTo>
                  <a:pt x="4231" y="2106"/>
                </a:lnTo>
              </a:path>
              <a:path w="21600" h="21600">
                <a:moveTo>
                  <a:pt x="14824" y="2079"/>
                </a:moveTo>
                <a:lnTo>
                  <a:pt x="14819" y="2088"/>
                </a:lnTo>
                <a:lnTo>
                  <a:pt x="14813" y="2100"/>
                </a:lnTo>
              </a:path>
              <a:path w="21600" h="21600">
                <a:moveTo>
                  <a:pt x="4888" y="2079"/>
                </a:moveTo>
                <a:lnTo>
                  <a:pt x="4843" y="2087"/>
                </a:lnTo>
                <a:lnTo>
                  <a:pt x="4844" y="2094"/>
                </a:lnTo>
                <a:lnTo>
                  <a:pt x="4909" y="2142"/>
                </a:lnTo>
                <a:lnTo>
                  <a:pt x="4905" y="2091"/>
                </a:lnTo>
              </a:path>
              <a:path w="21600" h="21600">
                <a:moveTo>
                  <a:pt x="3568" y="2075"/>
                </a:moveTo>
                <a:lnTo>
                  <a:pt x="3509" y="2132"/>
                </a:lnTo>
                <a:lnTo>
                  <a:pt x="3713" y="2129"/>
                </a:lnTo>
              </a:path>
              <a:path w="21600" h="21600">
                <a:moveTo>
                  <a:pt x="432" y="2075"/>
                </a:moveTo>
                <a:lnTo>
                  <a:pt x="489" y="2123"/>
                </a:lnTo>
                <a:lnTo>
                  <a:pt x="507" y="2130"/>
                </a:lnTo>
                <a:lnTo>
                  <a:pt x="647" y="2157"/>
                </a:lnTo>
                <a:lnTo>
                  <a:pt x="701" y="2147"/>
                </a:lnTo>
                <a:lnTo>
                  <a:pt x="671" y="2144"/>
                </a:lnTo>
              </a:path>
              <a:path w="21600" h="21600">
                <a:moveTo>
                  <a:pt x="3169" y="2074"/>
                </a:moveTo>
                <a:lnTo>
                  <a:pt x="3087" y="2114"/>
                </a:lnTo>
                <a:lnTo>
                  <a:pt x="3090" y="2136"/>
                </a:lnTo>
                <a:lnTo>
                  <a:pt x="3100" y="2139"/>
                </a:lnTo>
                <a:lnTo>
                  <a:pt x="3182" y="2137"/>
                </a:lnTo>
                <a:lnTo>
                  <a:pt x="3184" y="2084"/>
                </a:lnTo>
              </a:path>
              <a:path w="21600" h="21600">
                <a:moveTo>
                  <a:pt x="1778" y="2069"/>
                </a:moveTo>
                <a:lnTo>
                  <a:pt x="1777" y="2086"/>
                </a:lnTo>
                <a:lnTo>
                  <a:pt x="1778" y="2071"/>
                </a:lnTo>
              </a:path>
              <a:path w="21600" h="21600">
                <a:moveTo>
                  <a:pt x="9183" y="2062"/>
                </a:moveTo>
                <a:lnTo>
                  <a:pt x="9061" y="2121"/>
                </a:lnTo>
                <a:cubicBezTo>
                  <a:pt x="8735" y="2300"/>
                  <a:pt x="8521" y="2473"/>
                  <a:pt x="8406" y="2649"/>
                </a:cubicBezTo>
                <a:cubicBezTo>
                  <a:pt x="8347" y="2740"/>
                  <a:pt x="8309" y="2838"/>
                  <a:pt x="8291" y="2944"/>
                </a:cubicBezTo>
                <a:lnTo>
                  <a:pt x="8297" y="3214"/>
                </a:lnTo>
                <a:lnTo>
                  <a:pt x="8583" y="2919"/>
                </a:lnTo>
                <a:lnTo>
                  <a:pt x="8713" y="2733"/>
                </a:lnTo>
                <a:lnTo>
                  <a:pt x="8759" y="2614"/>
                </a:lnTo>
                <a:lnTo>
                  <a:pt x="8916" y="2435"/>
                </a:lnTo>
                <a:lnTo>
                  <a:pt x="8936" y="2406"/>
                </a:lnTo>
              </a:path>
              <a:path w="21600" h="21600">
                <a:moveTo>
                  <a:pt x="6063" y="2061"/>
                </a:moveTo>
                <a:lnTo>
                  <a:pt x="5958" y="2124"/>
                </a:lnTo>
                <a:lnTo>
                  <a:pt x="5678" y="2230"/>
                </a:lnTo>
                <a:lnTo>
                  <a:pt x="5678" y="2259"/>
                </a:lnTo>
                <a:cubicBezTo>
                  <a:pt x="5683" y="2379"/>
                  <a:pt x="5636" y="2486"/>
                  <a:pt x="5539" y="2575"/>
                </a:cubicBezTo>
                <a:lnTo>
                  <a:pt x="5534" y="2579"/>
                </a:lnTo>
                <a:lnTo>
                  <a:pt x="5556" y="2575"/>
                </a:lnTo>
                <a:lnTo>
                  <a:pt x="5747" y="2511"/>
                </a:lnTo>
                <a:lnTo>
                  <a:pt x="5785" y="2500"/>
                </a:lnTo>
                <a:lnTo>
                  <a:pt x="5932" y="2417"/>
                </a:lnTo>
                <a:cubicBezTo>
                  <a:pt x="6022" y="2339"/>
                  <a:pt x="6067" y="2249"/>
                  <a:pt x="6070" y="2143"/>
                </a:cubicBezTo>
                <a:lnTo>
                  <a:pt x="6072" y="2134"/>
                </a:lnTo>
                <a:cubicBezTo>
                  <a:pt x="6087" y="2104"/>
                  <a:pt x="6091" y="2082"/>
                  <a:pt x="6084" y="2069"/>
                </a:cubicBezTo>
              </a:path>
              <a:path w="21600" h="21600">
                <a:moveTo>
                  <a:pt x="8766" y="2054"/>
                </a:moveTo>
                <a:lnTo>
                  <a:pt x="8665" y="2093"/>
                </a:lnTo>
                <a:cubicBezTo>
                  <a:pt x="8510" y="2152"/>
                  <a:pt x="8375" y="2202"/>
                  <a:pt x="8247" y="2259"/>
                </a:cubicBezTo>
                <a:lnTo>
                  <a:pt x="8201" y="2284"/>
                </a:lnTo>
                <a:lnTo>
                  <a:pt x="8102" y="2411"/>
                </a:lnTo>
                <a:cubicBezTo>
                  <a:pt x="7962" y="2574"/>
                  <a:pt x="7801" y="2728"/>
                  <a:pt x="7624" y="2868"/>
                </a:cubicBezTo>
                <a:lnTo>
                  <a:pt x="7524" y="2935"/>
                </a:lnTo>
                <a:lnTo>
                  <a:pt x="7548" y="3212"/>
                </a:lnTo>
                <a:lnTo>
                  <a:pt x="7583" y="3301"/>
                </a:lnTo>
                <a:lnTo>
                  <a:pt x="7861" y="3113"/>
                </a:lnTo>
                <a:lnTo>
                  <a:pt x="7871" y="3102"/>
                </a:lnTo>
                <a:lnTo>
                  <a:pt x="7862" y="2922"/>
                </a:lnTo>
                <a:cubicBezTo>
                  <a:pt x="7878" y="2819"/>
                  <a:pt x="7916" y="2726"/>
                  <a:pt x="7975" y="2639"/>
                </a:cubicBezTo>
                <a:cubicBezTo>
                  <a:pt x="8090" y="2473"/>
                  <a:pt x="8299" y="2318"/>
                  <a:pt x="8634" y="2151"/>
                </a:cubicBezTo>
                <a:lnTo>
                  <a:pt x="8721" y="2113"/>
                </a:lnTo>
              </a:path>
              <a:path w="21600" h="21600">
                <a:moveTo>
                  <a:pt x="2713" y="2049"/>
                </a:moveTo>
                <a:lnTo>
                  <a:pt x="2683" y="2063"/>
                </a:lnTo>
                <a:lnTo>
                  <a:pt x="2689" y="2086"/>
                </a:lnTo>
                <a:lnTo>
                  <a:pt x="2770" y="2145"/>
                </a:lnTo>
                <a:lnTo>
                  <a:pt x="2868" y="2143"/>
                </a:lnTo>
                <a:lnTo>
                  <a:pt x="2862" y="2101"/>
                </a:lnTo>
                <a:lnTo>
                  <a:pt x="2714" y="2049"/>
                </a:lnTo>
              </a:path>
              <a:path w="21600" h="21600">
                <a:moveTo>
                  <a:pt x="1461" y="2041"/>
                </a:moveTo>
                <a:lnTo>
                  <a:pt x="1053" y="2121"/>
                </a:lnTo>
                <a:lnTo>
                  <a:pt x="1071" y="2137"/>
                </a:lnTo>
                <a:lnTo>
                  <a:pt x="1545" y="2180"/>
                </a:lnTo>
                <a:lnTo>
                  <a:pt x="1599" y="2171"/>
                </a:lnTo>
              </a:path>
              <a:path w="21600" h="21600">
                <a:moveTo>
                  <a:pt x="3122" y="2040"/>
                </a:moveTo>
                <a:lnTo>
                  <a:pt x="3080" y="2076"/>
                </a:lnTo>
                <a:lnTo>
                  <a:pt x="3081" y="2085"/>
                </a:lnTo>
                <a:lnTo>
                  <a:pt x="3139" y="2052"/>
                </a:lnTo>
              </a:path>
              <a:path w="21600" h="21600">
                <a:moveTo>
                  <a:pt x="2558" y="2029"/>
                </a:moveTo>
                <a:lnTo>
                  <a:pt x="2468" y="2066"/>
                </a:lnTo>
                <a:lnTo>
                  <a:pt x="2474" y="2083"/>
                </a:lnTo>
                <a:lnTo>
                  <a:pt x="2539" y="2069"/>
                </a:lnTo>
                <a:lnTo>
                  <a:pt x="2560" y="2032"/>
                </a:lnTo>
              </a:path>
              <a:path w="21600" h="21600">
                <a:moveTo>
                  <a:pt x="8339" y="2029"/>
                </a:moveTo>
                <a:lnTo>
                  <a:pt x="8162" y="2121"/>
                </a:lnTo>
                <a:lnTo>
                  <a:pt x="8060" y="2162"/>
                </a:lnTo>
                <a:lnTo>
                  <a:pt x="8191" y="2122"/>
                </a:lnTo>
                <a:lnTo>
                  <a:pt x="8306" y="2073"/>
                </a:lnTo>
              </a:path>
              <a:path w="21600" h="21600">
                <a:moveTo>
                  <a:pt x="2202" y="2019"/>
                </a:moveTo>
                <a:lnTo>
                  <a:pt x="2201" y="2034"/>
                </a:lnTo>
                <a:lnTo>
                  <a:pt x="2211" y="2045"/>
                </a:lnTo>
              </a:path>
              <a:path w="21600" h="21600">
                <a:moveTo>
                  <a:pt x="234" y="2017"/>
                </a:moveTo>
                <a:lnTo>
                  <a:pt x="187" y="2036"/>
                </a:lnTo>
                <a:lnTo>
                  <a:pt x="195" y="2040"/>
                </a:lnTo>
                <a:lnTo>
                  <a:pt x="212" y="2045"/>
                </a:lnTo>
                <a:lnTo>
                  <a:pt x="212" y="2045"/>
                </a:lnTo>
                <a:lnTo>
                  <a:pt x="363" y="2090"/>
                </a:lnTo>
                <a:lnTo>
                  <a:pt x="385" y="2092"/>
                </a:lnTo>
                <a:lnTo>
                  <a:pt x="333" y="2046"/>
                </a:lnTo>
              </a:path>
              <a:path w="21600" h="21600">
                <a:moveTo>
                  <a:pt x="3406" y="2017"/>
                </a:moveTo>
                <a:lnTo>
                  <a:pt x="3357" y="2134"/>
                </a:lnTo>
                <a:lnTo>
                  <a:pt x="3440" y="2133"/>
                </a:lnTo>
                <a:lnTo>
                  <a:pt x="3455" y="2125"/>
                </a:lnTo>
                <a:lnTo>
                  <a:pt x="3523" y="2059"/>
                </a:lnTo>
                <a:lnTo>
                  <a:pt x="3482" y="2043"/>
                </a:lnTo>
              </a:path>
              <a:path w="21600" h="21600">
                <a:moveTo>
                  <a:pt x="2624" y="2015"/>
                </a:moveTo>
                <a:lnTo>
                  <a:pt x="2617" y="2027"/>
                </a:lnTo>
                <a:lnTo>
                  <a:pt x="2630" y="2041"/>
                </a:lnTo>
                <a:lnTo>
                  <a:pt x="2630" y="2041"/>
                </a:lnTo>
              </a:path>
              <a:path w="21600" h="21600">
                <a:moveTo>
                  <a:pt x="7594" y="2013"/>
                </a:moveTo>
                <a:lnTo>
                  <a:pt x="7479" y="2045"/>
                </a:lnTo>
                <a:lnTo>
                  <a:pt x="7323" y="2119"/>
                </a:lnTo>
                <a:lnTo>
                  <a:pt x="7249" y="2180"/>
                </a:lnTo>
              </a:path>
              <a:path w="21600" h="21600">
                <a:moveTo>
                  <a:pt x="4402" y="2008"/>
                </a:moveTo>
                <a:lnTo>
                  <a:pt x="4381" y="2067"/>
                </a:lnTo>
                <a:lnTo>
                  <a:pt x="4419" y="2093"/>
                </a:lnTo>
                <a:lnTo>
                  <a:pt x="4512" y="2087"/>
                </a:lnTo>
                <a:lnTo>
                  <a:pt x="4513" y="2083"/>
                </a:lnTo>
              </a:path>
              <a:path w="21600" h="21600">
                <a:moveTo>
                  <a:pt x="3311" y="2004"/>
                </a:moveTo>
                <a:lnTo>
                  <a:pt x="3230" y="2044"/>
                </a:lnTo>
                <a:lnTo>
                  <a:pt x="3230" y="2063"/>
                </a:lnTo>
                <a:lnTo>
                  <a:pt x="3255" y="2082"/>
                </a:lnTo>
              </a:path>
              <a:path w="21600" h="21600">
                <a:moveTo>
                  <a:pt x="4211" y="2004"/>
                </a:moveTo>
                <a:lnTo>
                  <a:pt x="4196" y="2044"/>
                </a:lnTo>
                <a:lnTo>
                  <a:pt x="4319" y="2096"/>
                </a:lnTo>
                <a:lnTo>
                  <a:pt x="4325" y="2100"/>
                </a:lnTo>
                <a:lnTo>
                  <a:pt x="4326" y="2100"/>
                </a:lnTo>
                <a:lnTo>
                  <a:pt x="4330" y="2086"/>
                </a:lnTo>
                <a:lnTo>
                  <a:pt x="4234" y="2020"/>
                </a:lnTo>
              </a:path>
              <a:path w="21600" h="21600">
                <a:moveTo>
                  <a:pt x="3641" y="2004"/>
                </a:moveTo>
                <a:lnTo>
                  <a:pt x="3603" y="2041"/>
                </a:lnTo>
                <a:lnTo>
                  <a:pt x="3788" y="2110"/>
                </a:lnTo>
                <a:lnTo>
                  <a:pt x="3789" y="2109"/>
                </a:lnTo>
                <a:lnTo>
                  <a:pt x="3770" y="2096"/>
                </a:lnTo>
              </a:path>
              <a:path w="21600" h="21600">
                <a:moveTo>
                  <a:pt x="2164" y="1996"/>
                </a:moveTo>
                <a:lnTo>
                  <a:pt x="2128" y="2088"/>
                </a:lnTo>
                <a:lnTo>
                  <a:pt x="2130" y="2090"/>
                </a:lnTo>
                <a:lnTo>
                  <a:pt x="2192" y="2080"/>
                </a:lnTo>
                <a:lnTo>
                  <a:pt x="2160" y="2049"/>
                </a:lnTo>
              </a:path>
              <a:path w="21600" h="21600">
                <a:moveTo>
                  <a:pt x="3961" y="1992"/>
                </a:moveTo>
                <a:lnTo>
                  <a:pt x="3854" y="2102"/>
                </a:lnTo>
                <a:lnTo>
                  <a:pt x="3889" y="2126"/>
                </a:lnTo>
                <a:lnTo>
                  <a:pt x="3966" y="2125"/>
                </a:lnTo>
                <a:lnTo>
                  <a:pt x="4081" y="2117"/>
                </a:lnTo>
                <a:lnTo>
                  <a:pt x="4130" y="2064"/>
                </a:lnTo>
              </a:path>
              <a:path w="21600" h="21600">
                <a:moveTo>
                  <a:pt x="1714" y="1990"/>
                </a:moveTo>
                <a:lnTo>
                  <a:pt x="1513" y="2030"/>
                </a:lnTo>
                <a:lnTo>
                  <a:pt x="1653" y="2162"/>
                </a:lnTo>
                <a:lnTo>
                  <a:pt x="1654" y="2163"/>
                </a:lnTo>
                <a:lnTo>
                  <a:pt x="1729" y="2151"/>
                </a:lnTo>
                <a:lnTo>
                  <a:pt x="1730" y="2128"/>
                </a:lnTo>
              </a:path>
              <a:path w="21600" h="21600">
                <a:moveTo>
                  <a:pt x="2835" y="1990"/>
                </a:moveTo>
                <a:lnTo>
                  <a:pt x="2766" y="2023"/>
                </a:lnTo>
                <a:lnTo>
                  <a:pt x="2774" y="2026"/>
                </a:lnTo>
                <a:lnTo>
                  <a:pt x="2854" y="2054"/>
                </a:lnTo>
              </a:path>
              <a:path w="21600" h="21600">
                <a:moveTo>
                  <a:pt x="1965" y="1987"/>
                </a:moveTo>
                <a:lnTo>
                  <a:pt x="1948" y="2035"/>
                </a:lnTo>
                <a:lnTo>
                  <a:pt x="1938" y="2078"/>
                </a:lnTo>
                <a:lnTo>
                  <a:pt x="1947" y="2118"/>
                </a:lnTo>
                <a:lnTo>
                  <a:pt x="2047" y="2103"/>
                </a:lnTo>
                <a:lnTo>
                  <a:pt x="2032" y="2054"/>
                </a:lnTo>
              </a:path>
              <a:path w="21600" h="21600">
                <a:moveTo>
                  <a:pt x="3186" y="1984"/>
                </a:moveTo>
                <a:lnTo>
                  <a:pt x="3156" y="2010"/>
                </a:lnTo>
                <a:lnTo>
                  <a:pt x="3181" y="2028"/>
                </a:lnTo>
                <a:lnTo>
                  <a:pt x="3185" y="2026"/>
                </a:lnTo>
              </a:path>
              <a:path w="21600" h="21600">
                <a:moveTo>
                  <a:pt x="3064" y="1982"/>
                </a:moveTo>
                <a:lnTo>
                  <a:pt x="3073" y="2034"/>
                </a:lnTo>
                <a:lnTo>
                  <a:pt x="3073" y="2034"/>
                </a:lnTo>
                <a:lnTo>
                  <a:pt x="3094" y="2016"/>
                </a:lnTo>
              </a:path>
              <a:path w="21600" h="21600">
                <a:moveTo>
                  <a:pt x="1866" y="1976"/>
                </a:moveTo>
                <a:lnTo>
                  <a:pt x="1833" y="1979"/>
                </a:lnTo>
                <a:lnTo>
                  <a:pt x="1824" y="2070"/>
                </a:lnTo>
                <a:lnTo>
                  <a:pt x="1838" y="2135"/>
                </a:lnTo>
                <a:lnTo>
                  <a:pt x="1881" y="2128"/>
                </a:lnTo>
                <a:lnTo>
                  <a:pt x="1892" y="2083"/>
                </a:lnTo>
              </a:path>
              <a:path w="21600" h="21600">
                <a:moveTo>
                  <a:pt x="5332" y="1975"/>
                </a:moveTo>
                <a:lnTo>
                  <a:pt x="5220" y="2017"/>
                </a:lnTo>
                <a:lnTo>
                  <a:pt x="5047" y="2049"/>
                </a:lnTo>
                <a:lnTo>
                  <a:pt x="5111" y="2169"/>
                </a:lnTo>
                <a:lnTo>
                  <a:pt x="5118" y="2173"/>
                </a:lnTo>
                <a:cubicBezTo>
                  <a:pt x="5149" y="2190"/>
                  <a:pt x="5182" y="2208"/>
                  <a:pt x="5206" y="2237"/>
                </a:cubicBezTo>
                <a:lnTo>
                  <a:pt x="5225" y="2303"/>
                </a:lnTo>
                <a:lnTo>
                  <a:pt x="5480" y="2258"/>
                </a:lnTo>
                <a:lnTo>
                  <a:pt x="5637" y="2199"/>
                </a:lnTo>
                <a:lnTo>
                  <a:pt x="5637" y="2172"/>
                </a:lnTo>
                <a:cubicBezTo>
                  <a:pt x="5622" y="2145"/>
                  <a:pt x="5585" y="2134"/>
                  <a:pt x="5558" y="2127"/>
                </a:cubicBezTo>
                <a:lnTo>
                  <a:pt x="5549" y="2123"/>
                </a:lnTo>
              </a:path>
              <a:path w="21600" h="21600">
                <a:moveTo>
                  <a:pt x="7925" y="1974"/>
                </a:moveTo>
                <a:lnTo>
                  <a:pt x="7407" y="2229"/>
                </a:lnTo>
                <a:lnTo>
                  <a:pt x="7275" y="2298"/>
                </a:lnTo>
                <a:lnTo>
                  <a:pt x="7052" y="2401"/>
                </a:lnTo>
                <a:lnTo>
                  <a:pt x="7074" y="2397"/>
                </a:lnTo>
                <a:lnTo>
                  <a:pt x="7325" y="2308"/>
                </a:lnTo>
                <a:cubicBezTo>
                  <a:pt x="7446" y="2255"/>
                  <a:pt x="7562" y="2196"/>
                  <a:pt x="7663" y="2142"/>
                </a:cubicBezTo>
                <a:lnTo>
                  <a:pt x="7747" y="2098"/>
                </a:lnTo>
                <a:lnTo>
                  <a:pt x="7878" y="2032"/>
                </a:lnTo>
              </a:path>
              <a:path w="21600" h="21600">
                <a:moveTo>
                  <a:pt x="1925" y="1971"/>
                </a:moveTo>
                <a:lnTo>
                  <a:pt x="1913" y="1972"/>
                </a:lnTo>
                <a:lnTo>
                  <a:pt x="1917" y="1992"/>
                </a:lnTo>
              </a:path>
              <a:path w="21600" h="21600">
                <a:moveTo>
                  <a:pt x="4733" y="1970"/>
                </a:moveTo>
                <a:lnTo>
                  <a:pt x="4735" y="2014"/>
                </a:lnTo>
                <a:lnTo>
                  <a:pt x="4788" y="2053"/>
                </a:lnTo>
                <a:lnTo>
                  <a:pt x="4803" y="2050"/>
                </a:lnTo>
                <a:lnTo>
                  <a:pt x="4802" y="2019"/>
                </a:lnTo>
              </a:path>
              <a:path w="21600" h="21600">
                <a:moveTo>
                  <a:pt x="4598" y="1968"/>
                </a:moveTo>
                <a:lnTo>
                  <a:pt x="4566" y="2066"/>
                </a:lnTo>
                <a:lnTo>
                  <a:pt x="4588" y="2081"/>
                </a:lnTo>
                <a:lnTo>
                  <a:pt x="4659" y="2076"/>
                </a:lnTo>
                <a:lnTo>
                  <a:pt x="4692" y="2070"/>
                </a:lnTo>
                <a:lnTo>
                  <a:pt x="4693" y="2067"/>
                </a:lnTo>
                <a:lnTo>
                  <a:pt x="4693" y="2038"/>
                </a:lnTo>
              </a:path>
              <a:path w="21600" h="21600">
                <a:moveTo>
                  <a:pt x="2006" y="1965"/>
                </a:moveTo>
                <a:lnTo>
                  <a:pt x="2005" y="1965"/>
                </a:lnTo>
                <a:lnTo>
                  <a:pt x="2006" y="1966"/>
                </a:lnTo>
              </a:path>
              <a:path w="21600" h="21600">
                <a:moveTo>
                  <a:pt x="6927" y="1962"/>
                </a:moveTo>
                <a:lnTo>
                  <a:pt x="6893" y="1992"/>
                </a:lnTo>
                <a:lnTo>
                  <a:pt x="6416" y="2303"/>
                </a:lnTo>
                <a:lnTo>
                  <a:pt x="6633" y="2229"/>
                </a:lnTo>
                <a:lnTo>
                  <a:pt x="6686" y="2214"/>
                </a:lnTo>
                <a:lnTo>
                  <a:pt x="6778" y="2167"/>
                </a:lnTo>
                <a:cubicBezTo>
                  <a:pt x="6839" y="2121"/>
                  <a:pt x="6877" y="2074"/>
                  <a:pt x="6901" y="2032"/>
                </a:cubicBezTo>
              </a:path>
              <a:path w="21600" h="21600">
                <a:moveTo>
                  <a:pt x="2388" y="1962"/>
                </a:moveTo>
                <a:lnTo>
                  <a:pt x="2351" y="2056"/>
                </a:lnTo>
                <a:lnTo>
                  <a:pt x="2398" y="2049"/>
                </a:lnTo>
                <a:lnTo>
                  <a:pt x="2414" y="2042"/>
                </a:lnTo>
              </a:path>
              <a:path w="21600" h="21600">
                <a:moveTo>
                  <a:pt x="11240" y="1960"/>
                </a:moveTo>
                <a:lnTo>
                  <a:pt x="11063" y="2132"/>
                </a:lnTo>
                <a:cubicBezTo>
                  <a:pt x="10940" y="2276"/>
                  <a:pt x="10840" y="2420"/>
                  <a:pt x="10764" y="2565"/>
                </a:cubicBezTo>
                <a:cubicBezTo>
                  <a:pt x="10610" y="2862"/>
                  <a:pt x="10538" y="3178"/>
                  <a:pt x="10546" y="3529"/>
                </a:cubicBezTo>
                <a:lnTo>
                  <a:pt x="10557" y="3617"/>
                </a:lnTo>
                <a:lnTo>
                  <a:pt x="10594" y="3530"/>
                </a:lnTo>
                <a:lnTo>
                  <a:pt x="10616" y="3478"/>
                </a:lnTo>
                <a:cubicBezTo>
                  <a:pt x="10752" y="3154"/>
                  <a:pt x="10853" y="2890"/>
                  <a:pt x="10935" y="2647"/>
                </a:cubicBezTo>
                <a:cubicBezTo>
                  <a:pt x="10993" y="2472"/>
                  <a:pt x="11064" y="2284"/>
                  <a:pt x="11161" y="2086"/>
                </a:cubicBezTo>
              </a:path>
              <a:path w="21600" h="21600">
                <a:moveTo>
                  <a:pt x="8842" y="1957"/>
                </a:moveTo>
                <a:lnTo>
                  <a:pt x="8618" y="2058"/>
                </a:lnTo>
                <a:lnTo>
                  <a:pt x="8288" y="2172"/>
                </a:lnTo>
                <a:lnTo>
                  <a:pt x="8261" y="2207"/>
                </a:lnTo>
                <a:lnTo>
                  <a:pt x="8649" y="2053"/>
                </a:lnTo>
                <a:lnTo>
                  <a:pt x="8818" y="1988"/>
                </a:lnTo>
              </a:path>
              <a:path w="21600" h="21600">
                <a:moveTo>
                  <a:pt x="3233" y="1955"/>
                </a:moveTo>
                <a:lnTo>
                  <a:pt x="3231" y="2000"/>
                </a:lnTo>
                <a:lnTo>
                  <a:pt x="3280" y="1972"/>
                </a:lnTo>
              </a:path>
              <a:path w="21600" h="21600">
                <a:moveTo>
                  <a:pt x="2131" y="1955"/>
                </a:moveTo>
                <a:lnTo>
                  <a:pt x="2052" y="1961"/>
                </a:lnTo>
                <a:lnTo>
                  <a:pt x="2069" y="2017"/>
                </a:lnTo>
                <a:lnTo>
                  <a:pt x="2074" y="2033"/>
                </a:lnTo>
                <a:lnTo>
                  <a:pt x="2093" y="2053"/>
                </a:lnTo>
              </a:path>
              <a:path w="21600" h="21600">
                <a:moveTo>
                  <a:pt x="2598" y="1953"/>
                </a:moveTo>
                <a:lnTo>
                  <a:pt x="2604" y="1956"/>
                </a:lnTo>
                <a:lnTo>
                  <a:pt x="2606" y="1954"/>
                </a:lnTo>
              </a:path>
              <a:path w="21600" h="21600">
                <a:moveTo>
                  <a:pt x="2181" y="1952"/>
                </a:moveTo>
                <a:lnTo>
                  <a:pt x="2178" y="1959"/>
                </a:lnTo>
                <a:lnTo>
                  <a:pt x="2182" y="1957"/>
                </a:lnTo>
              </a:path>
              <a:path w="21600" h="21600">
                <a:moveTo>
                  <a:pt x="2430" y="1946"/>
                </a:moveTo>
                <a:lnTo>
                  <a:pt x="2455" y="2025"/>
                </a:lnTo>
                <a:lnTo>
                  <a:pt x="2526" y="1996"/>
                </a:lnTo>
                <a:lnTo>
                  <a:pt x="2482" y="1949"/>
                </a:lnTo>
                <a:lnTo>
                  <a:pt x="2480" y="1948"/>
                </a:lnTo>
                <a:lnTo>
                  <a:pt x="2434" y="1946"/>
                </a:lnTo>
              </a:path>
              <a:path w="21600" h="21600">
                <a:moveTo>
                  <a:pt x="2338" y="1939"/>
                </a:moveTo>
                <a:cubicBezTo>
                  <a:pt x="2321" y="1939"/>
                  <a:pt x="2304" y="1941"/>
                  <a:pt x="2290" y="1944"/>
                </a:cubicBezTo>
                <a:lnTo>
                  <a:pt x="2233" y="1974"/>
                </a:lnTo>
                <a:lnTo>
                  <a:pt x="2264" y="2069"/>
                </a:lnTo>
                <a:lnTo>
                  <a:pt x="2300" y="2064"/>
                </a:lnTo>
                <a:lnTo>
                  <a:pt x="2349" y="1940"/>
                </a:lnTo>
              </a:path>
              <a:path w="21600" h="21600">
                <a:moveTo>
                  <a:pt x="9682" y="1939"/>
                </a:moveTo>
                <a:lnTo>
                  <a:pt x="9467" y="2052"/>
                </a:lnTo>
                <a:cubicBezTo>
                  <a:pt x="9303" y="2150"/>
                  <a:pt x="9166" y="2247"/>
                  <a:pt x="9055" y="2344"/>
                </a:cubicBezTo>
                <a:lnTo>
                  <a:pt x="8952" y="2462"/>
                </a:lnTo>
                <a:lnTo>
                  <a:pt x="8950" y="2464"/>
                </a:lnTo>
                <a:cubicBezTo>
                  <a:pt x="8913" y="2517"/>
                  <a:pt x="8877" y="2572"/>
                  <a:pt x="8839" y="2630"/>
                </a:cubicBezTo>
                <a:lnTo>
                  <a:pt x="8755" y="2751"/>
                </a:lnTo>
                <a:lnTo>
                  <a:pt x="8675" y="2958"/>
                </a:lnTo>
                <a:cubicBezTo>
                  <a:pt x="8654" y="3073"/>
                  <a:pt x="8653" y="3197"/>
                  <a:pt x="8672" y="3331"/>
                </a:cubicBezTo>
                <a:lnTo>
                  <a:pt x="8679" y="3358"/>
                </a:lnTo>
                <a:lnTo>
                  <a:pt x="8840" y="3186"/>
                </a:lnTo>
                <a:lnTo>
                  <a:pt x="9046" y="2876"/>
                </a:lnTo>
                <a:lnTo>
                  <a:pt x="9152" y="2599"/>
                </a:lnTo>
                <a:cubicBezTo>
                  <a:pt x="9218" y="2488"/>
                  <a:pt x="9307" y="2380"/>
                  <a:pt x="9423" y="2272"/>
                </a:cubicBezTo>
                <a:lnTo>
                  <a:pt x="9461" y="2242"/>
                </a:lnTo>
                <a:lnTo>
                  <a:pt x="9652" y="1978"/>
                </a:lnTo>
              </a:path>
              <a:path w="21600" h="21600">
                <a:moveTo>
                  <a:pt x="13760" y="1938"/>
                </a:moveTo>
                <a:lnTo>
                  <a:pt x="13601" y="2206"/>
                </a:lnTo>
                <a:lnTo>
                  <a:pt x="13578" y="2265"/>
                </a:lnTo>
              </a:path>
              <a:path w="21600" h="21600">
                <a:moveTo>
                  <a:pt x="2700" y="1924"/>
                </a:moveTo>
                <a:lnTo>
                  <a:pt x="2699" y="1924"/>
                </a:lnTo>
                <a:lnTo>
                  <a:pt x="2698" y="1925"/>
                </a:lnTo>
              </a:path>
              <a:path w="21600" h="21600">
                <a:moveTo>
                  <a:pt x="2815" y="1923"/>
                </a:moveTo>
                <a:lnTo>
                  <a:pt x="2670" y="1983"/>
                </a:lnTo>
                <a:lnTo>
                  <a:pt x="2713" y="2001"/>
                </a:lnTo>
                <a:lnTo>
                  <a:pt x="2822" y="1949"/>
                </a:lnTo>
              </a:path>
              <a:path w="21600" h="21600">
                <a:moveTo>
                  <a:pt x="1901" y="1923"/>
                </a:moveTo>
                <a:lnTo>
                  <a:pt x="1902" y="1929"/>
                </a:lnTo>
                <a:lnTo>
                  <a:pt x="1907" y="1929"/>
                </a:lnTo>
              </a:path>
              <a:path w="21600" h="21600">
                <a:moveTo>
                  <a:pt x="2883" y="1920"/>
                </a:moveTo>
                <a:lnTo>
                  <a:pt x="2860" y="1920"/>
                </a:lnTo>
                <a:lnTo>
                  <a:pt x="2863" y="1929"/>
                </a:lnTo>
              </a:path>
              <a:path w="21600" h="21600">
                <a:moveTo>
                  <a:pt x="1991" y="1917"/>
                </a:moveTo>
                <a:lnTo>
                  <a:pt x="1989" y="1922"/>
                </a:lnTo>
                <a:lnTo>
                  <a:pt x="1993" y="1922"/>
                </a:lnTo>
              </a:path>
              <a:path w="21600" h="21600">
                <a:moveTo>
                  <a:pt x="3005" y="1916"/>
                </a:moveTo>
                <a:lnTo>
                  <a:pt x="2986" y="1917"/>
                </a:lnTo>
                <a:lnTo>
                  <a:pt x="2875" y="1970"/>
                </a:lnTo>
                <a:lnTo>
                  <a:pt x="2900" y="2053"/>
                </a:lnTo>
                <a:lnTo>
                  <a:pt x="2903" y="2071"/>
                </a:lnTo>
                <a:lnTo>
                  <a:pt x="2970" y="2094"/>
                </a:lnTo>
                <a:lnTo>
                  <a:pt x="3031" y="2058"/>
                </a:lnTo>
                <a:lnTo>
                  <a:pt x="3008" y="1919"/>
                </a:lnTo>
              </a:path>
              <a:path w="21600" h="21600">
                <a:moveTo>
                  <a:pt x="3114" y="1913"/>
                </a:moveTo>
                <a:lnTo>
                  <a:pt x="3062" y="1915"/>
                </a:lnTo>
                <a:lnTo>
                  <a:pt x="3126" y="1987"/>
                </a:lnTo>
                <a:lnTo>
                  <a:pt x="3181" y="1937"/>
                </a:lnTo>
              </a:path>
              <a:path w="21600" h="21600">
                <a:moveTo>
                  <a:pt x="3316" y="1907"/>
                </a:moveTo>
                <a:lnTo>
                  <a:pt x="3274" y="1908"/>
                </a:lnTo>
                <a:lnTo>
                  <a:pt x="3262" y="1919"/>
                </a:lnTo>
                <a:lnTo>
                  <a:pt x="3316" y="1938"/>
                </a:lnTo>
              </a:path>
              <a:path w="21600" h="21600">
                <a:moveTo>
                  <a:pt x="4250" y="1905"/>
                </a:moveTo>
                <a:lnTo>
                  <a:pt x="4228" y="1961"/>
                </a:lnTo>
                <a:lnTo>
                  <a:pt x="4262" y="1985"/>
                </a:lnTo>
                <a:lnTo>
                  <a:pt x="4346" y="2043"/>
                </a:lnTo>
                <a:lnTo>
                  <a:pt x="4367" y="1984"/>
                </a:lnTo>
              </a:path>
              <a:path w="21600" h="21600">
                <a:moveTo>
                  <a:pt x="9307" y="1905"/>
                </a:moveTo>
                <a:lnTo>
                  <a:pt x="9139" y="1976"/>
                </a:lnTo>
                <a:lnTo>
                  <a:pt x="8749" y="2148"/>
                </a:lnTo>
                <a:lnTo>
                  <a:pt x="8702" y="2209"/>
                </a:lnTo>
                <a:cubicBezTo>
                  <a:pt x="8661" y="2264"/>
                  <a:pt x="8621" y="2321"/>
                  <a:pt x="8579" y="2382"/>
                </a:cubicBezTo>
                <a:lnTo>
                  <a:pt x="8517" y="2467"/>
                </a:lnTo>
                <a:lnTo>
                  <a:pt x="8623" y="2355"/>
                </a:lnTo>
                <a:cubicBezTo>
                  <a:pt x="8734" y="2265"/>
                  <a:pt x="8872" y="2175"/>
                  <a:pt x="9038" y="2083"/>
                </a:cubicBezTo>
                <a:lnTo>
                  <a:pt x="9242" y="1985"/>
                </a:lnTo>
              </a:path>
              <a:path w="21600" h="21600">
                <a:moveTo>
                  <a:pt x="1848" y="1902"/>
                </a:moveTo>
                <a:lnTo>
                  <a:pt x="1841" y="1934"/>
                </a:lnTo>
                <a:lnTo>
                  <a:pt x="1856" y="1933"/>
                </a:lnTo>
              </a:path>
              <a:path w="21600" h="21600">
                <a:moveTo>
                  <a:pt x="3747" y="1901"/>
                </a:moveTo>
                <a:lnTo>
                  <a:pt x="3673" y="1973"/>
                </a:lnTo>
                <a:lnTo>
                  <a:pt x="3797" y="2062"/>
                </a:lnTo>
                <a:lnTo>
                  <a:pt x="3820" y="2077"/>
                </a:lnTo>
                <a:lnTo>
                  <a:pt x="3920" y="1975"/>
                </a:lnTo>
              </a:path>
              <a:path w="21600" h="21600">
                <a:moveTo>
                  <a:pt x="3526" y="1901"/>
                </a:moveTo>
                <a:lnTo>
                  <a:pt x="3445" y="1903"/>
                </a:lnTo>
                <a:lnTo>
                  <a:pt x="3436" y="1946"/>
                </a:lnTo>
                <a:lnTo>
                  <a:pt x="3424" y="1976"/>
                </a:lnTo>
                <a:lnTo>
                  <a:pt x="3498" y="2002"/>
                </a:lnTo>
                <a:lnTo>
                  <a:pt x="3558" y="2025"/>
                </a:lnTo>
                <a:lnTo>
                  <a:pt x="3606" y="1978"/>
                </a:lnTo>
                <a:lnTo>
                  <a:pt x="3596" y="1971"/>
                </a:lnTo>
              </a:path>
              <a:path w="21600" h="21600">
                <a:moveTo>
                  <a:pt x="4729" y="1896"/>
                </a:moveTo>
                <a:lnTo>
                  <a:pt x="4730" y="1913"/>
                </a:lnTo>
                <a:lnTo>
                  <a:pt x="4740" y="1920"/>
                </a:lnTo>
                <a:lnTo>
                  <a:pt x="4800" y="1965"/>
                </a:lnTo>
                <a:lnTo>
                  <a:pt x="4800" y="1960"/>
                </a:lnTo>
              </a:path>
              <a:path w="21600" h="21600">
                <a:moveTo>
                  <a:pt x="3691" y="1896"/>
                </a:moveTo>
                <a:lnTo>
                  <a:pt x="3586" y="1899"/>
                </a:lnTo>
                <a:lnTo>
                  <a:pt x="3623" y="1937"/>
                </a:lnTo>
                <a:lnTo>
                  <a:pt x="3638" y="1947"/>
                </a:lnTo>
              </a:path>
              <a:path w="21600" h="21600">
                <a:moveTo>
                  <a:pt x="12006" y="1895"/>
                </a:moveTo>
                <a:lnTo>
                  <a:pt x="11864" y="2048"/>
                </a:lnTo>
                <a:cubicBezTo>
                  <a:pt x="11737" y="2210"/>
                  <a:pt x="11632" y="2373"/>
                  <a:pt x="11550" y="2537"/>
                </a:cubicBezTo>
                <a:lnTo>
                  <a:pt x="11477" y="2737"/>
                </a:lnTo>
                <a:lnTo>
                  <a:pt x="11383" y="3066"/>
                </a:lnTo>
                <a:lnTo>
                  <a:pt x="11344" y="3204"/>
                </a:lnTo>
                <a:lnTo>
                  <a:pt x="11294" y="3608"/>
                </a:lnTo>
                <a:lnTo>
                  <a:pt x="11335" y="4134"/>
                </a:lnTo>
                <a:lnTo>
                  <a:pt x="11541" y="3262"/>
                </a:lnTo>
                <a:cubicBezTo>
                  <a:pt x="11590" y="2982"/>
                  <a:pt x="11659" y="2675"/>
                  <a:pt x="11785" y="2353"/>
                </a:cubicBezTo>
              </a:path>
              <a:path w="21600" h="21600">
                <a:moveTo>
                  <a:pt x="741" y="1894"/>
                </a:moveTo>
                <a:lnTo>
                  <a:pt x="339" y="1978"/>
                </a:lnTo>
                <a:lnTo>
                  <a:pt x="326" y="1983"/>
                </a:lnTo>
                <a:lnTo>
                  <a:pt x="341" y="1997"/>
                </a:lnTo>
                <a:lnTo>
                  <a:pt x="354" y="2008"/>
                </a:lnTo>
                <a:lnTo>
                  <a:pt x="680" y="2102"/>
                </a:lnTo>
                <a:lnTo>
                  <a:pt x="848" y="2117"/>
                </a:lnTo>
                <a:lnTo>
                  <a:pt x="959" y="2095"/>
                </a:lnTo>
                <a:lnTo>
                  <a:pt x="824" y="1974"/>
                </a:lnTo>
              </a:path>
              <a:path w="21600" h="21600">
                <a:moveTo>
                  <a:pt x="4619" y="1888"/>
                </a:moveTo>
                <a:lnTo>
                  <a:pt x="4620" y="1903"/>
                </a:lnTo>
                <a:lnTo>
                  <a:pt x="4613" y="1924"/>
                </a:lnTo>
                <a:lnTo>
                  <a:pt x="4693" y="1983"/>
                </a:lnTo>
                <a:lnTo>
                  <a:pt x="4693" y="1941"/>
                </a:lnTo>
              </a:path>
              <a:path w="21600" h="21600">
                <a:moveTo>
                  <a:pt x="7997" y="1886"/>
                </a:moveTo>
                <a:lnTo>
                  <a:pt x="7909" y="1910"/>
                </a:lnTo>
                <a:lnTo>
                  <a:pt x="7106" y="2297"/>
                </a:lnTo>
                <a:lnTo>
                  <a:pt x="7022" y="2368"/>
                </a:lnTo>
                <a:lnTo>
                  <a:pt x="7253" y="2260"/>
                </a:lnTo>
                <a:lnTo>
                  <a:pt x="7385" y="2191"/>
                </a:lnTo>
                <a:lnTo>
                  <a:pt x="7991" y="1893"/>
                </a:lnTo>
              </a:path>
              <a:path w="21600" h="21600">
                <a:moveTo>
                  <a:pt x="6359" y="1885"/>
                </a:moveTo>
                <a:lnTo>
                  <a:pt x="6102" y="2038"/>
                </a:lnTo>
                <a:lnTo>
                  <a:pt x="6122" y="2048"/>
                </a:lnTo>
                <a:cubicBezTo>
                  <a:pt x="6137" y="2073"/>
                  <a:pt x="6134" y="2108"/>
                  <a:pt x="6114" y="2149"/>
                </a:cubicBezTo>
                <a:cubicBezTo>
                  <a:pt x="6112" y="2206"/>
                  <a:pt x="6098" y="2260"/>
                  <a:pt x="6072" y="2311"/>
                </a:cubicBezTo>
                <a:lnTo>
                  <a:pt x="5962" y="2448"/>
                </a:lnTo>
                <a:lnTo>
                  <a:pt x="6217" y="2362"/>
                </a:lnTo>
                <a:lnTo>
                  <a:pt x="6221" y="2361"/>
                </a:lnTo>
                <a:lnTo>
                  <a:pt x="6381" y="2263"/>
                </a:lnTo>
                <a:lnTo>
                  <a:pt x="6461" y="2172"/>
                </a:lnTo>
                <a:cubicBezTo>
                  <a:pt x="6486" y="2129"/>
                  <a:pt x="6501" y="2082"/>
                  <a:pt x="6506" y="2031"/>
                </a:cubicBezTo>
                <a:lnTo>
                  <a:pt x="6506" y="2025"/>
                </a:lnTo>
                <a:cubicBezTo>
                  <a:pt x="6506" y="2025"/>
                  <a:pt x="6510" y="2021"/>
                  <a:pt x="6510" y="2021"/>
                </a:cubicBezTo>
                <a:cubicBezTo>
                  <a:pt x="6538" y="1982"/>
                  <a:pt x="6533" y="1970"/>
                  <a:pt x="6533" y="1970"/>
                </a:cubicBezTo>
                <a:cubicBezTo>
                  <a:pt x="6531" y="1968"/>
                  <a:pt x="6520" y="1965"/>
                  <a:pt x="6499" y="1969"/>
                </a:cubicBezTo>
                <a:lnTo>
                  <a:pt x="6489" y="1970"/>
                </a:lnTo>
                <a:lnTo>
                  <a:pt x="6481" y="1965"/>
                </a:lnTo>
              </a:path>
              <a:path w="21600" h="21600">
                <a:moveTo>
                  <a:pt x="4827" y="1885"/>
                </a:moveTo>
                <a:lnTo>
                  <a:pt x="4830" y="1930"/>
                </a:lnTo>
                <a:lnTo>
                  <a:pt x="4877" y="1970"/>
                </a:lnTo>
                <a:lnTo>
                  <a:pt x="4882" y="1976"/>
                </a:lnTo>
                <a:lnTo>
                  <a:pt x="4878" y="1961"/>
                </a:lnTo>
              </a:path>
              <a:path w="21600" h="21600">
                <a:moveTo>
                  <a:pt x="4059" y="1884"/>
                </a:moveTo>
                <a:lnTo>
                  <a:pt x="4052" y="1900"/>
                </a:lnTo>
                <a:lnTo>
                  <a:pt x="3994" y="1959"/>
                </a:lnTo>
                <a:lnTo>
                  <a:pt x="4156" y="2027"/>
                </a:lnTo>
                <a:lnTo>
                  <a:pt x="4176" y="1978"/>
                </a:lnTo>
                <a:lnTo>
                  <a:pt x="4088" y="1915"/>
                </a:lnTo>
              </a:path>
              <a:path w="21600" h="21600">
                <a:moveTo>
                  <a:pt x="8459" y="1875"/>
                </a:moveTo>
                <a:lnTo>
                  <a:pt x="8126" y="2045"/>
                </a:lnTo>
                <a:lnTo>
                  <a:pt x="8094" y="2063"/>
                </a:lnTo>
                <a:cubicBezTo>
                  <a:pt x="7992" y="2118"/>
                  <a:pt x="7874" y="2179"/>
                  <a:pt x="7753" y="2234"/>
                </a:cubicBezTo>
                <a:lnTo>
                  <a:pt x="7746" y="2237"/>
                </a:lnTo>
                <a:lnTo>
                  <a:pt x="7780" y="2228"/>
                </a:lnTo>
                <a:cubicBezTo>
                  <a:pt x="7898" y="2192"/>
                  <a:pt x="8022" y="2140"/>
                  <a:pt x="8142" y="2082"/>
                </a:cubicBezTo>
                <a:lnTo>
                  <a:pt x="8400" y="1949"/>
                </a:lnTo>
                <a:lnTo>
                  <a:pt x="8417" y="1926"/>
                </a:lnTo>
              </a:path>
              <a:path w="21600" h="21600">
                <a:moveTo>
                  <a:pt x="4019" y="1870"/>
                </a:moveTo>
                <a:lnTo>
                  <a:pt x="3821" y="1886"/>
                </a:lnTo>
                <a:lnTo>
                  <a:pt x="3953" y="1941"/>
                </a:lnTo>
                <a:lnTo>
                  <a:pt x="4016" y="1878"/>
                </a:lnTo>
              </a:path>
              <a:path w="21600" h="21600">
                <a:moveTo>
                  <a:pt x="2959" y="1864"/>
                </a:moveTo>
                <a:lnTo>
                  <a:pt x="2931" y="1876"/>
                </a:lnTo>
                <a:lnTo>
                  <a:pt x="2968" y="1875"/>
                </a:lnTo>
              </a:path>
              <a:path w="21600" h="21600">
                <a:moveTo>
                  <a:pt x="4454" y="1862"/>
                </a:moveTo>
                <a:lnTo>
                  <a:pt x="4417" y="1965"/>
                </a:lnTo>
                <a:lnTo>
                  <a:pt x="4527" y="2040"/>
                </a:lnTo>
                <a:lnTo>
                  <a:pt x="4560" y="1940"/>
                </a:lnTo>
              </a:path>
              <a:path w="21600" h="21600">
                <a:moveTo>
                  <a:pt x="4155" y="1859"/>
                </a:moveTo>
                <a:lnTo>
                  <a:pt x="4101" y="1863"/>
                </a:lnTo>
                <a:lnTo>
                  <a:pt x="4116" y="1879"/>
                </a:lnTo>
                <a:lnTo>
                  <a:pt x="4193" y="1935"/>
                </a:lnTo>
                <a:lnTo>
                  <a:pt x="4212" y="1885"/>
                </a:lnTo>
              </a:path>
              <a:path w="21600" h="21600">
                <a:moveTo>
                  <a:pt x="3482" y="1850"/>
                </a:moveTo>
                <a:lnTo>
                  <a:pt x="3472" y="1859"/>
                </a:lnTo>
                <a:lnTo>
                  <a:pt x="3488" y="1859"/>
                </a:lnTo>
              </a:path>
              <a:path w="21600" h="21600">
                <a:moveTo>
                  <a:pt x="10123" y="1835"/>
                </a:moveTo>
                <a:lnTo>
                  <a:pt x="9873" y="1983"/>
                </a:lnTo>
                <a:lnTo>
                  <a:pt x="9499" y="2269"/>
                </a:lnTo>
                <a:lnTo>
                  <a:pt x="9486" y="2288"/>
                </a:lnTo>
                <a:cubicBezTo>
                  <a:pt x="9416" y="2388"/>
                  <a:pt x="9344" y="2499"/>
                  <a:pt x="9268" y="2617"/>
                </a:cubicBezTo>
                <a:lnTo>
                  <a:pt x="9199" y="2722"/>
                </a:lnTo>
                <a:cubicBezTo>
                  <a:pt x="9166" y="2773"/>
                  <a:pt x="9133" y="2826"/>
                  <a:pt x="9100" y="2880"/>
                </a:cubicBezTo>
                <a:lnTo>
                  <a:pt x="9084" y="2903"/>
                </a:lnTo>
                <a:lnTo>
                  <a:pt x="9058" y="2972"/>
                </a:lnTo>
                <a:cubicBezTo>
                  <a:pt x="9034" y="3096"/>
                  <a:pt x="9030" y="3228"/>
                  <a:pt x="9047" y="3371"/>
                </a:cubicBezTo>
                <a:lnTo>
                  <a:pt x="9072" y="3484"/>
                </a:lnTo>
                <a:lnTo>
                  <a:pt x="9100" y="3453"/>
                </a:lnTo>
                <a:cubicBezTo>
                  <a:pt x="9182" y="3339"/>
                  <a:pt x="9252" y="3219"/>
                  <a:pt x="9320" y="3104"/>
                </a:cubicBezTo>
                <a:lnTo>
                  <a:pt x="9404" y="2962"/>
                </a:lnTo>
                <a:lnTo>
                  <a:pt x="9545" y="2588"/>
                </a:lnTo>
                <a:cubicBezTo>
                  <a:pt x="9614" y="2468"/>
                  <a:pt x="9706" y="2350"/>
                  <a:pt x="9823" y="2232"/>
                </a:cubicBezTo>
                <a:lnTo>
                  <a:pt x="9904" y="2167"/>
                </a:lnTo>
                <a:lnTo>
                  <a:pt x="9996" y="2026"/>
                </a:lnTo>
              </a:path>
              <a:path w="21600" h="21600">
                <a:moveTo>
                  <a:pt x="5701" y="1835"/>
                </a:moveTo>
                <a:lnTo>
                  <a:pt x="5685" y="1844"/>
                </a:lnTo>
                <a:lnTo>
                  <a:pt x="5381" y="1957"/>
                </a:lnTo>
                <a:lnTo>
                  <a:pt x="5573" y="2088"/>
                </a:lnTo>
                <a:cubicBezTo>
                  <a:pt x="5607" y="2097"/>
                  <a:pt x="5653" y="2114"/>
                  <a:pt x="5676" y="2153"/>
                </a:cubicBezTo>
                <a:lnTo>
                  <a:pt x="5676" y="2184"/>
                </a:lnTo>
                <a:lnTo>
                  <a:pt x="5937" y="2086"/>
                </a:lnTo>
                <a:lnTo>
                  <a:pt x="6012" y="2041"/>
                </a:lnTo>
                <a:lnTo>
                  <a:pt x="5773" y="1882"/>
                </a:lnTo>
              </a:path>
              <a:path w="21600" h="21600">
                <a:moveTo>
                  <a:pt x="4417" y="1835"/>
                </a:moveTo>
                <a:lnTo>
                  <a:pt x="4392" y="1839"/>
                </a:lnTo>
                <a:lnTo>
                  <a:pt x="4272" y="1849"/>
                </a:lnTo>
                <a:lnTo>
                  <a:pt x="4266" y="1863"/>
                </a:lnTo>
                <a:lnTo>
                  <a:pt x="4382" y="1942"/>
                </a:lnTo>
                <a:lnTo>
                  <a:pt x="4420" y="1837"/>
                </a:lnTo>
              </a:path>
              <a:path w="21600" h="21600">
                <a:moveTo>
                  <a:pt x="11030" y="1834"/>
                </a:moveTo>
                <a:lnTo>
                  <a:pt x="10660" y="2175"/>
                </a:lnTo>
                <a:lnTo>
                  <a:pt x="10499" y="2400"/>
                </a:lnTo>
                <a:lnTo>
                  <a:pt x="10268" y="2856"/>
                </a:lnTo>
                <a:lnTo>
                  <a:pt x="10210" y="3012"/>
                </a:lnTo>
                <a:cubicBezTo>
                  <a:pt x="10177" y="3163"/>
                  <a:pt x="10164" y="3321"/>
                  <a:pt x="10171" y="3489"/>
                </a:cubicBezTo>
                <a:lnTo>
                  <a:pt x="10192" y="3636"/>
                </a:lnTo>
                <a:lnTo>
                  <a:pt x="10330" y="3343"/>
                </a:lnTo>
                <a:lnTo>
                  <a:pt x="10381" y="3234"/>
                </a:lnTo>
                <a:cubicBezTo>
                  <a:pt x="10543" y="2887"/>
                  <a:pt x="10648" y="2649"/>
                  <a:pt x="10732" y="2441"/>
                </a:cubicBezTo>
              </a:path>
              <a:path w="21600" h="21600">
                <a:moveTo>
                  <a:pt x="3189" y="1819"/>
                </a:moveTo>
                <a:lnTo>
                  <a:pt x="3101" y="1862"/>
                </a:lnTo>
                <a:lnTo>
                  <a:pt x="3124" y="1870"/>
                </a:lnTo>
                <a:lnTo>
                  <a:pt x="3189" y="1868"/>
                </a:lnTo>
                <a:lnTo>
                  <a:pt x="3191" y="1826"/>
                </a:lnTo>
              </a:path>
              <a:path w="21600" h="21600">
                <a:moveTo>
                  <a:pt x="4538" y="1812"/>
                </a:moveTo>
                <a:lnTo>
                  <a:pt x="4476" y="1823"/>
                </a:lnTo>
                <a:lnTo>
                  <a:pt x="4574" y="1896"/>
                </a:lnTo>
                <a:lnTo>
                  <a:pt x="4574" y="1895"/>
                </a:lnTo>
                <a:lnTo>
                  <a:pt x="4576" y="1854"/>
                </a:lnTo>
              </a:path>
              <a:path w="21600" h="21600">
                <a:moveTo>
                  <a:pt x="1793" y="1811"/>
                </a:moveTo>
                <a:lnTo>
                  <a:pt x="1791" y="1845"/>
                </a:lnTo>
                <a:lnTo>
                  <a:pt x="1800" y="1910"/>
                </a:lnTo>
                <a:lnTo>
                  <a:pt x="1817" y="1837"/>
                </a:lnTo>
              </a:path>
              <a:path w="21600" h="21600">
                <a:moveTo>
                  <a:pt x="3527" y="1809"/>
                </a:moveTo>
                <a:lnTo>
                  <a:pt x="3514" y="1821"/>
                </a:lnTo>
                <a:lnTo>
                  <a:pt x="3523" y="1833"/>
                </a:lnTo>
                <a:lnTo>
                  <a:pt x="3546" y="1857"/>
                </a:lnTo>
                <a:lnTo>
                  <a:pt x="3636" y="1855"/>
                </a:lnTo>
              </a:path>
              <a:path w="21600" h="21600">
                <a:moveTo>
                  <a:pt x="2237" y="1805"/>
                </a:moveTo>
                <a:lnTo>
                  <a:pt x="2205" y="1889"/>
                </a:lnTo>
                <a:lnTo>
                  <a:pt x="2210" y="1905"/>
                </a:lnTo>
                <a:lnTo>
                  <a:pt x="2366" y="1892"/>
                </a:lnTo>
                <a:lnTo>
                  <a:pt x="2365" y="1891"/>
                </a:lnTo>
              </a:path>
              <a:path w="21600" h="21600">
                <a:moveTo>
                  <a:pt x="8965" y="1798"/>
                </a:moveTo>
                <a:lnTo>
                  <a:pt x="8911" y="1827"/>
                </a:lnTo>
                <a:cubicBezTo>
                  <a:pt x="8809" y="1884"/>
                  <a:pt x="8693" y="1948"/>
                  <a:pt x="8571" y="2008"/>
                </a:cubicBezTo>
                <a:lnTo>
                  <a:pt x="8336" y="2108"/>
                </a:lnTo>
                <a:lnTo>
                  <a:pt x="8336" y="2108"/>
                </a:lnTo>
                <a:lnTo>
                  <a:pt x="8600" y="2017"/>
                </a:lnTo>
                <a:lnTo>
                  <a:pt x="8900" y="1882"/>
                </a:lnTo>
              </a:path>
              <a:path w="21600" h="21600">
                <a:moveTo>
                  <a:pt x="4617" y="1797"/>
                </a:moveTo>
                <a:lnTo>
                  <a:pt x="4618" y="1832"/>
                </a:lnTo>
                <a:lnTo>
                  <a:pt x="4693" y="1886"/>
                </a:lnTo>
                <a:lnTo>
                  <a:pt x="4693" y="1864"/>
                </a:lnTo>
              </a:path>
              <a:path w="21600" h="21600">
                <a:moveTo>
                  <a:pt x="1212" y="1796"/>
                </a:moveTo>
                <a:lnTo>
                  <a:pt x="793" y="1883"/>
                </a:lnTo>
                <a:lnTo>
                  <a:pt x="857" y="1944"/>
                </a:lnTo>
                <a:lnTo>
                  <a:pt x="1013" y="2085"/>
                </a:lnTo>
                <a:lnTo>
                  <a:pt x="1421" y="2004"/>
                </a:lnTo>
                <a:lnTo>
                  <a:pt x="1335" y="1922"/>
                </a:lnTo>
              </a:path>
              <a:path w="21600" h="21600">
                <a:moveTo>
                  <a:pt x="2823" y="1795"/>
                </a:moveTo>
                <a:lnTo>
                  <a:pt x="2844" y="1865"/>
                </a:lnTo>
                <a:lnTo>
                  <a:pt x="2917" y="1835"/>
                </a:lnTo>
              </a:path>
              <a:path w="21600" h="21600">
                <a:moveTo>
                  <a:pt x="13182" y="1782"/>
                </a:moveTo>
                <a:lnTo>
                  <a:pt x="13067" y="1921"/>
                </a:lnTo>
                <a:cubicBezTo>
                  <a:pt x="12933" y="2111"/>
                  <a:pt x="12820" y="2303"/>
                  <a:pt x="12729" y="2496"/>
                </a:cubicBezTo>
                <a:cubicBezTo>
                  <a:pt x="12547" y="2885"/>
                  <a:pt x="12443" y="3299"/>
                  <a:pt x="12419" y="3726"/>
                </a:cubicBezTo>
                <a:cubicBezTo>
                  <a:pt x="12406" y="3956"/>
                  <a:pt x="12413" y="4195"/>
                  <a:pt x="12439" y="4442"/>
                </a:cubicBezTo>
                <a:lnTo>
                  <a:pt x="12531" y="4951"/>
                </a:lnTo>
                <a:lnTo>
                  <a:pt x="12537" y="4884"/>
                </a:lnTo>
                <a:cubicBezTo>
                  <a:pt x="12547" y="4697"/>
                  <a:pt x="12552" y="4500"/>
                  <a:pt x="12551" y="4287"/>
                </a:cubicBezTo>
                <a:cubicBezTo>
                  <a:pt x="12547" y="3620"/>
                  <a:pt x="12608" y="2743"/>
                  <a:pt x="13118" y="1874"/>
                </a:cubicBezTo>
              </a:path>
              <a:path w="21600" h="21600">
                <a:moveTo>
                  <a:pt x="4692" y="1782"/>
                </a:moveTo>
                <a:lnTo>
                  <a:pt x="4666" y="1787"/>
                </a:lnTo>
                <a:lnTo>
                  <a:pt x="4693" y="1810"/>
                </a:lnTo>
              </a:path>
              <a:path w="21600" h="21600">
                <a:moveTo>
                  <a:pt x="10500" y="1781"/>
                </a:moveTo>
                <a:lnTo>
                  <a:pt x="10281" y="1913"/>
                </a:lnTo>
                <a:lnTo>
                  <a:pt x="9941" y="2192"/>
                </a:lnTo>
                <a:lnTo>
                  <a:pt x="9720" y="2529"/>
                </a:lnTo>
                <a:cubicBezTo>
                  <a:pt x="9666" y="2614"/>
                  <a:pt x="9611" y="2706"/>
                  <a:pt x="9553" y="2803"/>
                </a:cubicBezTo>
                <a:cubicBezTo>
                  <a:pt x="9519" y="2859"/>
                  <a:pt x="9484" y="2917"/>
                  <a:pt x="9447" y="2977"/>
                </a:cubicBezTo>
                <a:lnTo>
                  <a:pt x="9443" y="2985"/>
                </a:lnTo>
                <a:lnTo>
                  <a:pt x="9422" y="3410"/>
                </a:lnTo>
                <a:lnTo>
                  <a:pt x="9452" y="3561"/>
                </a:lnTo>
                <a:lnTo>
                  <a:pt x="9577" y="3350"/>
                </a:lnTo>
                <a:cubicBezTo>
                  <a:pt x="9604" y="3303"/>
                  <a:pt x="9629" y="3256"/>
                  <a:pt x="9655" y="3211"/>
                </a:cubicBezTo>
                <a:lnTo>
                  <a:pt x="9789" y="2973"/>
                </a:lnTo>
                <a:lnTo>
                  <a:pt x="9938" y="2573"/>
                </a:lnTo>
                <a:cubicBezTo>
                  <a:pt x="10010" y="2444"/>
                  <a:pt x="10104" y="2317"/>
                  <a:pt x="10224" y="2190"/>
                </a:cubicBezTo>
                <a:lnTo>
                  <a:pt x="10251" y="2166"/>
                </a:lnTo>
                <a:lnTo>
                  <a:pt x="10330" y="2030"/>
                </a:lnTo>
              </a:path>
              <a:path w="21600" h="21600">
                <a:moveTo>
                  <a:pt x="4742" y="1773"/>
                </a:moveTo>
                <a:lnTo>
                  <a:pt x="4723" y="1777"/>
                </a:lnTo>
                <a:lnTo>
                  <a:pt x="4726" y="1839"/>
                </a:lnTo>
                <a:lnTo>
                  <a:pt x="4798" y="1902"/>
                </a:lnTo>
                <a:lnTo>
                  <a:pt x="4798" y="1882"/>
                </a:lnTo>
                <a:lnTo>
                  <a:pt x="4785" y="1823"/>
                </a:lnTo>
                <a:lnTo>
                  <a:pt x="4762" y="1790"/>
                </a:lnTo>
              </a:path>
              <a:path w="21600" h="21600">
                <a:moveTo>
                  <a:pt x="10796" y="1770"/>
                </a:moveTo>
                <a:lnTo>
                  <a:pt x="10687" y="1845"/>
                </a:lnTo>
                <a:lnTo>
                  <a:pt x="10288" y="2193"/>
                </a:lnTo>
                <a:lnTo>
                  <a:pt x="10159" y="2416"/>
                </a:lnTo>
                <a:cubicBezTo>
                  <a:pt x="10095" y="2524"/>
                  <a:pt x="10027" y="2641"/>
                  <a:pt x="9953" y="2771"/>
                </a:cubicBezTo>
                <a:cubicBezTo>
                  <a:pt x="9913" y="2841"/>
                  <a:pt x="9873" y="2914"/>
                  <a:pt x="9830" y="2990"/>
                </a:cubicBezTo>
                <a:lnTo>
                  <a:pt x="9829" y="2992"/>
                </a:lnTo>
                <a:lnTo>
                  <a:pt x="9827" y="2999"/>
                </a:lnTo>
                <a:cubicBezTo>
                  <a:pt x="9797" y="3141"/>
                  <a:pt x="9787" y="3290"/>
                  <a:pt x="9797" y="3450"/>
                </a:cubicBezTo>
                <a:lnTo>
                  <a:pt x="9824" y="3617"/>
                </a:lnTo>
                <a:lnTo>
                  <a:pt x="9836" y="3597"/>
                </a:lnTo>
                <a:cubicBezTo>
                  <a:pt x="9858" y="3554"/>
                  <a:pt x="9880" y="3511"/>
                  <a:pt x="9902" y="3470"/>
                </a:cubicBezTo>
                <a:cubicBezTo>
                  <a:pt x="9960" y="3361"/>
                  <a:pt x="10013" y="3257"/>
                  <a:pt x="10063" y="3157"/>
                </a:cubicBezTo>
                <a:cubicBezTo>
                  <a:pt x="10092" y="3100"/>
                  <a:pt x="10120" y="3046"/>
                  <a:pt x="10147" y="2992"/>
                </a:cubicBezTo>
                <a:lnTo>
                  <a:pt x="10190" y="2910"/>
                </a:lnTo>
                <a:lnTo>
                  <a:pt x="10228" y="2835"/>
                </a:lnTo>
                <a:lnTo>
                  <a:pt x="10330" y="2560"/>
                </a:lnTo>
                <a:lnTo>
                  <a:pt x="10456" y="2384"/>
                </a:lnTo>
                <a:lnTo>
                  <a:pt x="10530" y="2237"/>
                </a:lnTo>
              </a:path>
              <a:path w="21600" h="21600">
                <a:moveTo>
                  <a:pt x="9421" y="1764"/>
                </a:moveTo>
                <a:lnTo>
                  <a:pt x="9390" y="1781"/>
                </a:lnTo>
                <a:cubicBezTo>
                  <a:pt x="9270" y="1845"/>
                  <a:pt x="9146" y="1906"/>
                  <a:pt x="9029" y="1953"/>
                </a:cubicBezTo>
                <a:lnTo>
                  <a:pt x="8846" y="2024"/>
                </a:lnTo>
                <a:lnTo>
                  <a:pt x="8806" y="2075"/>
                </a:lnTo>
                <a:lnTo>
                  <a:pt x="9121" y="1936"/>
                </a:lnTo>
                <a:lnTo>
                  <a:pt x="9365" y="1833"/>
                </a:lnTo>
              </a:path>
              <a:path w="21600" h="21600">
                <a:moveTo>
                  <a:pt x="3418" y="1763"/>
                </a:moveTo>
                <a:lnTo>
                  <a:pt x="3384" y="1813"/>
                </a:lnTo>
                <a:lnTo>
                  <a:pt x="3361" y="1833"/>
                </a:lnTo>
                <a:lnTo>
                  <a:pt x="3361" y="1863"/>
                </a:lnTo>
                <a:lnTo>
                  <a:pt x="3406" y="1862"/>
                </a:lnTo>
                <a:lnTo>
                  <a:pt x="3406" y="1861"/>
                </a:lnTo>
                <a:lnTo>
                  <a:pt x="3424" y="1770"/>
                </a:lnTo>
                <a:lnTo>
                  <a:pt x="3420" y="1764"/>
                </a:lnTo>
              </a:path>
              <a:path w="21600" h="21600">
                <a:moveTo>
                  <a:pt x="9821" y="1758"/>
                </a:moveTo>
                <a:lnTo>
                  <a:pt x="9627" y="1847"/>
                </a:lnTo>
                <a:lnTo>
                  <a:pt x="9271" y="2019"/>
                </a:lnTo>
                <a:lnTo>
                  <a:pt x="9250" y="2045"/>
                </a:lnTo>
                <a:lnTo>
                  <a:pt x="9093" y="2264"/>
                </a:lnTo>
                <a:lnTo>
                  <a:pt x="9442" y="2016"/>
                </a:lnTo>
                <a:lnTo>
                  <a:pt x="9745" y="1857"/>
                </a:lnTo>
              </a:path>
              <a:path w="21600" h="21600">
                <a:moveTo>
                  <a:pt x="4493" y="1756"/>
                </a:moveTo>
                <a:lnTo>
                  <a:pt x="4484" y="1779"/>
                </a:lnTo>
                <a:lnTo>
                  <a:pt x="4505" y="1775"/>
                </a:lnTo>
                <a:lnTo>
                  <a:pt x="4503" y="1773"/>
                </a:lnTo>
              </a:path>
              <a:path w="21600" h="21600">
                <a:moveTo>
                  <a:pt x="4309" y="1755"/>
                </a:moveTo>
                <a:lnTo>
                  <a:pt x="4289" y="1805"/>
                </a:lnTo>
                <a:lnTo>
                  <a:pt x="4368" y="1799"/>
                </a:lnTo>
              </a:path>
              <a:path w="21600" h="21600">
                <a:moveTo>
                  <a:pt x="3910" y="1743"/>
                </a:moveTo>
                <a:lnTo>
                  <a:pt x="3806" y="1844"/>
                </a:lnTo>
                <a:lnTo>
                  <a:pt x="4007" y="1828"/>
                </a:lnTo>
                <a:lnTo>
                  <a:pt x="3992" y="1811"/>
                </a:lnTo>
                <a:lnTo>
                  <a:pt x="3963" y="1768"/>
                </a:lnTo>
              </a:path>
              <a:path w="21600" h="21600">
                <a:moveTo>
                  <a:pt x="8458" y="1741"/>
                </a:moveTo>
                <a:lnTo>
                  <a:pt x="8332" y="1774"/>
                </a:lnTo>
                <a:lnTo>
                  <a:pt x="8022" y="1927"/>
                </a:lnTo>
                <a:lnTo>
                  <a:pt x="7976" y="1983"/>
                </a:lnTo>
              </a:path>
              <a:path w="21600" h="21600">
                <a:moveTo>
                  <a:pt x="3361" y="1740"/>
                </a:moveTo>
                <a:lnTo>
                  <a:pt x="3361" y="1770"/>
                </a:lnTo>
                <a:lnTo>
                  <a:pt x="3377" y="1747"/>
                </a:lnTo>
              </a:path>
              <a:path w="21600" h="21600">
                <a:moveTo>
                  <a:pt x="3172" y="1734"/>
                </a:moveTo>
                <a:lnTo>
                  <a:pt x="3068" y="1819"/>
                </a:lnTo>
                <a:lnTo>
                  <a:pt x="3038" y="1831"/>
                </a:lnTo>
                <a:lnTo>
                  <a:pt x="3040" y="1840"/>
                </a:lnTo>
                <a:lnTo>
                  <a:pt x="3040" y="1840"/>
                </a:lnTo>
                <a:lnTo>
                  <a:pt x="3044" y="1842"/>
                </a:lnTo>
                <a:lnTo>
                  <a:pt x="3180" y="1776"/>
                </a:lnTo>
              </a:path>
              <a:path w="21600" h="21600">
                <a:moveTo>
                  <a:pt x="8579" y="1728"/>
                </a:moveTo>
                <a:lnTo>
                  <a:pt x="7910" y="2065"/>
                </a:lnTo>
                <a:lnTo>
                  <a:pt x="7852" y="2135"/>
                </a:lnTo>
                <a:lnTo>
                  <a:pt x="8071" y="2025"/>
                </a:lnTo>
                <a:lnTo>
                  <a:pt x="8103" y="2008"/>
                </a:lnTo>
                <a:lnTo>
                  <a:pt x="8529" y="1790"/>
                </a:lnTo>
              </a:path>
              <a:path w="21600" h="21600">
                <a:moveTo>
                  <a:pt x="1707" y="1722"/>
                </a:moveTo>
                <a:lnTo>
                  <a:pt x="1465" y="1743"/>
                </a:lnTo>
                <a:lnTo>
                  <a:pt x="1263" y="1785"/>
                </a:lnTo>
                <a:lnTo>
                  <a:pt x="1369" y="1894"/>
                </a:lnTo>
                <a:lnTo>
                  <a:pt x="1474" y="1993"/>
                </a:lnTo>
                <a:lnTo>
                  <a:pt x="1709" y="1946"/>
                </a:lnTo>
                <a:lnTo>
                  <a:pt x="1700" y="1864"/>
                </a:lnTo>
              </a:path>
              <a:path w="21600" h="21600">
                <a:moveTo>
                  <a:pt x="2525" y="1719"/>
                </a:moveTo>
                <a:lnTo>
                  <a:pt x="2449" y="1849"/>
                </a:lnTo>
                <a:lnTo>
                  <a:pt x="2486" y="1888"/>
                </a:lnTo>
                <a:lnTo>
                  <a:pt x="2584" y="1885"/>
                </a:lnTo>
              </a:path>
              <a:path w="21600" h="21600">
                <a:moveTo>
                  <a:pt x="3309" y="1719"/>
                </a:moveTo>
                <a:lnTo>
                  <a:pt x="3229" y="1792"/>
                </a:lnTo>
                <a:lnTo>
                  <a:pt x="3236" y="1824"/>
                </a:lnTo>
                <a:lnTo>
                  <a:pt x="3235" y="1867"/>
                </a:lnTo>
                <a:lnTo>
                  <a:pt x="3261" y="1866"/>
                </a:lnTo>
                <a:lnTo>
                  <a:pt x="3316" y="1816"/>
                </a:lnTo>
                <a:lnTo>
                  <a:pt x="3316" y="1722"/>
                </a:lnTo>
              </a:path>
              <a:path w="21600" h="21600">
                <a:moveTo>
                  <a:pt x="2272" y="1716"/>
                </a:moveTo>
                <a:lnTo>
                  <a:pt x="2254" y="1763"/>
                </a:lnTo>
                <a:lnTo>
                  <a:pt x="2340" y="1821"/>
                </a:lnTo>
                <a:lnTo>
                  <a:pt x="2325" y="1779"/>
                </a:lnTo>
              </a:path>
              <a:path w="21600" h="21600">
                <a:moveTo>
                  <a:pt x="1803" y="1714"/>
                </a:moveTo>
                <a:lnTo>
                  <a:pt x="1799" y="1714"/>
                </a:lnTo>
                <a:lnTo>
                  <a:pt x="1797" y="1749"/>
                </a:lnTo>
                <a:lnTo>
                  <a:pt x="1817" y="1771"/>
                </a:lnTo>
              </a:path>
              <a:path w="21600" h="21600">
                <a:moveTo>
                  <a:pt x="5002" y="1713"/>
                </a:moveTo>
                <a:lnTo>
                  <a:pt x="4946" y="1734"/>
                </a:lnTo>
                <a:lnTo>
                  <a:pt x="4896" y="1744"/>
                </a:lnTo>
                <a:lnTo>
                  <a:pt x="4965" y="1898"/>
                </a:lnTo>
                <a:lnTo>
                  <a:pt x="5025" y="2009"/>
                </a:lnTo>
                <a:lnTo>
                  <a:pt x="5207" y="1975"/>
                </a:lnTo>
                <a:lnTo>
                  <a:pt x="5288" y="1945"/>
                </a:lnTo>
                <a:lnTo>
                  <a:pt x="5281" y="1940"/>
                </a:lnTo>
                <a:cubicBezTo>
                  <a:pt x="5212" y="1896"/>
                  <a:pt x="5141" y="1850"/>
                  <a:pt x="5074" y="1802"/>
                </a:cubicBezTo>
                <a:cubicBezTo>
                  <a:pt x="5050" y="1785"/>
                  <a:pt x="5027" y="1755"/>
                  <a:pt x="5002" y="1714"/>
                </a:cubicBezTo>
              </a:path>
              <a:path w="21600" h="21600">
                <a:moveTo>
                  <a:pt x="4512" y="1704"/>
                </a:moveTo>
                <a:lnTo>
                  <a:pt x="4560" y="1764"/>
                </a:lnTo>
                <a:lnTo>
                  <a:pt x="4576" y="1761"/>
                </a:lnTo>
              </a:path>
              <a:path w="21600" h="21600">
                <a:moveTo>
                  <a:pt x="1928" y="1703"/>
                </a:moveTo>
                <a:lnTo>
                  <a:pt x="1894" y="1706"/>
                </a:lnTo>
                <a:lnTo>
                  <a:pt x="1872" y="1801"/>
                </a:lnTo>
                <a:lnTo>
                  <a:pt x="1881" y="1841"/>
                </a:lnTo>
                <a:lnTo>
                  <a:pt x="1881" y="1841"/>
                </a:lnTo>
                <a:lnTo>
                  <a:pt x="1948" y="1908"/>
                </a:lnTo>
                <a:lnTo>
                  <a:pt x="1970" y="1847"/>
                </a:lnTo>
              </a:path>
              <a:path w="21600" h="21600">
                <a:moveTo>
                  <a:pt x="2142" y="1700"/>
                </a:moveTo>
                <a:lnTo>
                  <a:pt x="2182" y="1821"/>
                </a:lnTo>
                <a:lnTo>
                  <a:pt x="2200" y="1773"/>
                </a:lnTo>
              </a:path>
              <a:path w="21600" h="21600">
                <a:moveTo>
                  <a:pt x="2027" y="1694"/>
                </a:moveTo>
                <a:lnTo>
                  <a:pt x="1974" y="1699"/>
                </a:lnTo>
                <a:lnTo>
                  <a:pt x="1997" y="1775"/>
                </a:lnTo>
              </a:path>
              <a:path w="21600" h="21600">
                <a:moveTo>
                  <a:pt x="7233" y="1694"/>
                </a:moveTo>
                <a:lnTo>
                  <a:pt x="7020" y="1880"/>
                </a:lnTo>
                <a:lnTo>
                  <a:pt x="7020" y="1886"/>
                </a:lnTo>
                <a:cubicBezTo>
                  <a:pt x="7013" y="1900"/>
                  <a:pt x="7000" y="1917"/>
                  <a:pt x="6985" y="1933"/>
                </a:cubicBezTo>
                <a:cubicBezTo>
                  <a:pt x="6974" y="1986"/>
                  <a:pt x="6954" y="2034"/>
                  <a:pt x="6924" y="2079"/>
                </a:cubicBezTo>
                <a:lnTo>
                  <a:pt x="6837" y="2169"/>
                </a:lnTo>
                <a:lnTo>
                  <a:pt x="7090" y="2083"/>
                </a:lnTo>
                <a:lnTo>
                  <a:pt x="7147" y="2068"/>
                </a:lnTo>
                <a:lnTo>
                  <a:pt x="7201" y="2042"/>
                </a:lnTo>
                <a:cubicBezTo>
                  <a:pt x="7322" y="1956"/>
                  <a:pt x="7361" y="1865"/>
                  <a:pt x="7379" y="1805"/>
                </a:cubicBezTo>
                <a:lnTo>
                  <a:pt x="7381" y="1799"/>
                </a:lnTo>
                <a:lnTo>
                  <a:pt x="7386" y="1795"/>
                </a:lnTo>
                <a:cubicBezTo>
                  <a:pt x="7386" y="1795"/>
                  <a:pt x="7390" y="1791"/>
                  <a:pt x="7392" y="1790"/>
                </a:cubicBezTo>
                <a:cubicBezTo>
                  <a:pt x="7342" y="1757"/>
                  <a:pt x="7289" y="1727"/>
                  <a:pt x="7239" y="1698"/>
                </a:cubicBezTo>
              </a:path>
              <a:path w="21600" h="21600">
                <a:moveTo>
                  <a:pt x="6646" y="1694"/>
                </a:moveTo>
                <a:lnTo>
                  <a:pt x="6558" y="1766"/>
                </a:lnTo>
                <a:lnTo>
                  <a:pt x="6403" y="1859"/>
                </a:lnTo>
                <a:lnTo>
                  <a:pt x="6502" y="1923"/>
                </a:lnTo>
                <a:cubicBezTo>
                  <a:pt x="6535" y="1920"/>
                  <a:pt x="6559" y="1927"/>
                  <a:pt x="6571" y="1945"/>
                </a:cubicBezTo>
                <a:cubicBezTo>
                  <a:pt x="6586" y="1967"/>
                  <a:pt x="6580" y="1998"/>
                  <a:pt x="6552" y="2040"/>
                </a:cubicBezTo>
                <a:lnTo>
                  <a:pt x="6503" y="2189"/>
                </a:lnTo>
                <a:lnTo>
                  <a:pt x="6796" y="2009"/>
                </a:lnTo>
                <a:lnTo>
                  <a:pt x="6944" y="1882"/>
                </a:lnTo>
                <a:lnTo>
                  <a:pt x="6752" y="1761"/>
                </a:lnTo>
              </a:path>
              <a:path w="21600" h="21600">
                <a:moveTo>
                  <a:pt x="2093" y="1689"/>
                </a:moveTo>
                <a:lnTo>
                  <a:pt x="2075" y="1690"/>
                </a:lnTo>
                <a:lnTo>
                  <a:pt x="2018" y="1846"/>
                </a:lnTo>
                <a:lnTo>
                  <a:pt x="2039" y="1918"/>
                </a:lnTo>
                <a:lnTo>
                  <a:pt x="2148" y="1910"/>
                </a:lnTo>
                <a:lnTo>
                  <a:pt x="2158" y="1884"/>
                </a:lnTo>
              </a:path>
              <a:path w="21600" h="21600">
                <a:moveTo>
                  <a:pt x="3229" y="1687"/>
                </a:moveTo>
                <a:lnTo>
                  <a:pt x="3211" y="1701"/>
                </a:lnTo>
                <a:lnTo>
                  <a:pt x="3219" y="1742"/>
                </a:lnTo>
                <a:lnTo>
                  <a:pt x="3264" y="1701"/>
                </a:lnTo>
              </a:path>
              <a:path w="21600" h="21600">
                <a:moveTo>
                  <a:pt x="3361" y="1683"/>
                </a:moveTo>
                <a:lnTo>
                  <a:pt x="3361" y="1693"/>
                </a:lnTo>
                <a:lnTo>
                  <a:pt x="3371" y="1697"/>
                </a:lnTo>
              </a:path>
              <a:path w="21600" h="21600">
                <a:moveTo>
                  <a:pt x="2559" y="1682"/>
                </a:moveTo>
                <a:lnTo>
                  <a:pt x="2631" y="1884"/>
                </a:lnTo>
                <a:lnTo>
                  <a:pt x="2802" y="1879"/>
                </a:lnTo>
                <a:lnTo>
                  <a:pt x="2770" y="1772"/>
                </a:lnTo>
              </a:path>
              <a:path w="21600" h="21600">
                <a:moveTo>
                  <a:pt x="2237" y="1676"/>
                </a:moveTo>
                <a:lnTo>
                  <a:pt x="2181" y="1681"/>
                </a:lnTo>
                <a:lnTo>
                  <a:pt x="2218" y="1728"/>
                </a:lnTo>
                <a:lnTo>
                  <a:pt x="2237" y="1677"/>
                </a:lnTo>
              </a:path>
              <a:path w="21600" h="21600">
                <a:moveTo>
                  <a:pt x="2503" y="1665"/>
                </a:moveTo>
                <a:lnTo>
                  <a:pt x="2334" y="1672"/>
                </a:lnTo>
                <a:lnTo>
                  <a:pt x="2364" y="1755"/>
                </a:lnTo>
                <a:lnTo>
                  <a:pt x="2395" y="1791"/>
                </a:lnTo>
                <a:lnTo>
                  <a:pt x="2416" y="1814"/>
                </a:lnTo>
              </a:path>
              <a:path w="21600" h="21600">
                <a:moveTo>
                  <a:pt x="4614" y="1663"/>
                </a:moveTo>
                <a:lnTo>
                  <a:pt x="4616" y="1744"/>
                </a:lnTo>
                <a:lnTo>
                  <a:pt x="4625" y="1752"/>
                </a:lnTo>
                <a:lnTo>
                  <a:pt x="4692" y="1739"/>
                </a:lnTo>
                <a:lnTo>
                  <a:pt x="4692" y="1730"/>
                </a:lnTo>
              </a:path>
              <a:path w="21600" h="21600">
                <a:moveTo>
                  <a:pt x="7772" y="1661"/>
                </a:moveTo>
                <a:lnTo>
                  <a:pt x="7584" y="1880"/>
                </a:lnTo>
                <a:cubicBezTo>
                  <a:pt x="7564" y="1902"/>
                  <a:pt x="7542" y="1924"/>
                  <a:pt x="7521" y="1946"/>
                </a:cubicBezTo>
                <a:lnTo>
                  <a:pt x="7534" y="1942"/>
                </a:lnTo>
                <a:lnTo>
                  <a:pt x="7575" y="1927"/>
                </a:lnTo>
                <a:lnTo>
                  <a:pt x="7634" y="1908"/>
                </a:lnTo>
                <a:lnTo>
                  <a:pt x="7763" y="1788"/>
                </a:lnTo>
                <a:cubicBezTo>
                  <a:pt x="7792" y="1749"/>
                  <a:pt x="7807" y="1715"/>
                  <a:pt x="7816" y="1693"/>
                </a:cubicBezTo>
                <a:lnTo>
                  <a:pt x="7819" y="1687"/>
                </a:lnTo>
              </a:path>
              <a:path w="21600" h="21600">
                <a:moveTo>
                  <a:pt x="2734" y="1655"/>
                </a:moveTo>
                <a:lnTo>
                  <a:pt x="2610" y="1659"/>
                </a:lnTo>
                <a:lnTo>
                  <a:pt x="2610" y="1660"/>
                </a:lnTo>
                <a:lnTo>
                  <a:pt x="2754" y="1720"/>
                </a:lnTo>
              </a:path>
              <a:path w="21600" h="21600">
                <a:moveTo>
                  <a:pt x="2781" y="1653"/>
                </a:moveTo>
                <a:lnTo>
                  <a:pt x="2780" y="1653"/>
                </a:lnTo>
                <a:lnTo>
                  <a:pt x="2807" y="1742"/>
                </a:lnTo>
                <a:lnTo>
                  <a:pt x="2877" y="1772"/>
                </a:lnTo>
                <a:lnTo>
                  <a:pt x="2870" y="1764"/>
                </a:lnTo>
              </a:path>
              <a:path w="21600" h="21600">
                <a:moveTo>
                  <a:pt x="492" y="1653"/>
                </a:moveTo>
                <a:lnTo>
                  <a:pt x="71" y="1744"/>
                </a:lnTo>
                <a:lnTo>
                  <a:pt x="67" y="1746"/>
                </a:lnTo>
                <a:lnTo>
                  <a:pt x="290" y="1950"/>
                </a:lnTo>
                <a:lnTo>
                  <a:pt x="326" y="1937"/>
                </a:lnTo>
                <a:lnTo>
                  <a:pt x="704" y="1858"/>
                </a:lnTo>
              </a:path>
              <a:path w="21600" h="21600">
                <a:moveTo>
                  <a:pt x="4157" y="1652"/>
                </a:moveTo>
                <a:lnTo>
                  <a:pt x="4101" y="1785"/>
                </a:lnTo>
                <a:lnTo>
                  <a:pt x="4164" y="1815"/>
                </a:lnTo>
                <a:lnTo>
                  <a:pt x="4242" y="1809"/>
                </a:lnTo>
                <a:lnTo>
                  <a:pt x="4273" y="1729"/>
                </a:lnTo>
                <a:lnTo>
                  <a:pt x="4194" y="1671"/>
                </a:lnTo>
              </a:path>
              <a:path w="21600" h="21600">
                <a:moveTo>
                  <a:pt x="6028" y="1645"/>
                </a:moveTo>
                <a:lnTo>
                  <a:pt x="5743" y="1811"/>
                </a:lnTo>
                <a:lnTo>
                  <a:pt x="5796" y="1846"/>
                </a:lnTo>
                <a:cubicBezTo>
                  <a:pt x="5876" y="1896"/>
                  <a:pt x="5959" y="1948"/>
                  <a:pt x="6036" y="2006"/>
                </a:cubicBezTo>
                <a:lnTo>
                  <a:pt x="6055" y="2015"/>
                </a:lnTo>
                <a:lnTo>
                  <a:pt x="6318" y="1859"/>
                </a:lnTo>
                <a:lnTo>
                  <a:pt x="6263" y="1823"/>
                </a:lnTo>
                <a:cubicBezTo>
                  <a:pt x="6194" y="1781"/>
                  <a:pt x="6124" y="1738"/>
                  <a:pt x="6058" y="1690"/>
                </a:cubicBezTo>
              </a:path>
              <a:path w="21600" h="21600">
                <a:moveTo>
                  <a:pt x="3703" y="1645"/>
                </a:moveTo>
                <a:lnTo>
                  <a:pt x="3562" y="1776"/>
                </a:lnTo>
                <a:lnTo>
                  <a:pt x="3737" y="1850"/>
                </a:lnTo>
                <a:lnTo>
                  <a:pt x="3738" y="1850"/>
                </a:lnTo>
                <a:lnTo>
                  <a:pt x="3869" y="1723"/>
                </a:lnTo>
              </a:path>
              <a:path w="21600" h="21600">
                <a:moveTo>
                  <a:pt x="2961" y="1645"/>
                </a:moveTo>
                <a:lnTo>
                  <a:pt x="2836" y="1650"/>
                </a:lnTo>
                <a:lnTo>
                  <a:pt x="2907" y="1739"/>
                </a:lnTo>
                <a:lnTo>
                  <a:pt x="2971" y="1811"/>
                </a:lnTo>
                <a:lnTo>
                  <a:pt x="2973" y="1812"/>
                </a:lnTo>
                <a:lnTo>
                  <a:pt x="2988" y="1806"/>
                </a:lnTo>
              </a:path>
              <a:path w="21600" h="21600">
                <a:moveTo>
                  <a:pt x="1910" y="1639"/>
                </a:moveTo>
                <a:lnTo>
                  <a:pt x="1904" y="1662"/>
                </a:lnTo>
                <a:lnTo>
                  <a:pt x="1915" y="1661"/>
                </a:lnTo>
              </a:path>
              <a:path w="21600" h="21600">
                <a:moveTo>
                  <a:pt x="3108" y="1638"/>
                </a:moveTo>
                <a:lnTo>
                  <a:pt x="3006" y="1643"/>
                </a:lnTo>
                <a:lnTo>
                  <a:pt x="3031" y="1788"/>
                </a:lnTo>
                <a:lnTo>
                  <a:pt x="3042" y="1784"/>
                </a:lnTo>
                <a:lnTo>
                  <a:pt x="3162" y="1685"/>
                </a:lnTo>
                <a:lnTo>
                  <a:pt x="3157" y="1658"/>
                </a:lnTo>
              </a:path>
              <a:path w="21600" h="21600">
                <a:moveTo>
                  <a:pt x="4715" y="1638"/>
                </a:moveTo>
                <a:lnTo>
                  <a:pt x="4718" y="1695"/>
                </a:lnTo>
                <a:lnTo>
                  <a:pt x="4756" y="1727"/>
                </a:lnTo>
                <a:lnTo>
                  <a:pt x="4763" y="1726"/>
                </a:lnTo>
                <a:lnTo>
                  <a:pt x="4759" y="1706"/>
                </a:lnTo>
              </a:path>
              <a:path w="21600" h="21600">
                <a:moveTo>
                  <a:pt x="3226" y="1633"/>
                </a:moveTo>
                <a:lnTo>
                  <a:pt x="3214" y="1633"/>
                </a:lnTo>
                <a:lnTo>
                  <a:pt x="3222" y="1636"/>
                </a:lnTo>
              </a:path>
              <a:path w="21600" h="21600">
                <a:moveTo>
                  <a:pt x="10275" y="1632"/>
                </a:moveTo>
                <a:lnTo>
                  <a:pt x="10263" y="1638"/>
                </a:lnTo>
                <a:lnTo>
                  <a:pt x="10131" y="1704"/>
                </a:lnTo>
                <a:lnTo>
                  <a:pt x="9780" y="1888"/>
                </a:lnTo>
                <a:lnTo>
                  <a:pt x="9690" y="2005"/>
                </a:lnTo>
                <a:lnTo>
                  <a:pt x="9590" y="2143"/>
                </a:lnTo>
                <a:lnTo>
                  <a:pt x="9848" y="1946"/>
                </a:lnTo>
                <a:lnTo>
                  <a:pt x="10192" y="1742"/>
                </a:lnTo>
              </a:path>
              <a:path w="21600" h="21600">
                <a:moveTo>
                  <a:pt x="3315" y="1629"/>
                </a:moveTo>
                <a:lnTo>
                  <a:pt x="3298" y="1630"/>
                </a:lnTo>
                <a:lnTo>
                  <a:pt x="3267" y="1655"/>
                </a:lnTo>
                <a:lnTo>
                  <a:pt x="3300" y="1668"/>
                </a:lnTo>
                <a:lnTo>
                  <a:pt x="3315" y="1654"/>
                </a:lnTo>
              </a:path>
              <a:path w="21600" h="21600">
                <a:moveTo>
                  <a:pt x="3453" y="1622"/>
                </a:moveTo>
                <a:lnTo>
                  <a:pt x="3439" y="1623"/>
                </a:lnTo>
                <a:lnTo>
                  <a:pt x="3412" y="1625"/>
                </a:lnTo>
                <a:lnTo>
                  <a:pt x="3388" y="1646"/>
                </a:lnTo>
                <a:lnTo>
                  <a:pt x="3418" y="1686"/>
                </a:lnTo>
                <a:lnTo>
                  <a:pt x="3449" y="1641"/>
                </a:lnTo>
              </a:path>
              <a:path w="21600" h="21600">
                <a:moveTo>
                  <a:pt x="8877" y="1611"/>
                </a:moveTo>
                <a:lnTo>
                  <a:pt x="8760" y="1641"/>
                </a:lnTo>
                <a:lnTo>
                  <a:pt x="8727" y="1654"/>
                </a:lnTo>
                <a:lnTo>
                  <a:pt x="8682" y="1677"/>
                </a:lnTo>
                <a:lnTo>
                  <a:pt x="8632" y="1736"/>
                </a:lnTo>
              </a:path>
              <a:path w="21600" h="21600">
                <a:moveTo>
                  <a:pt x="3621" y="1606"/>
                </a:moveTo>
                <a:lnTo>
                  <a:pt x="3556" y="1613"/>
                </a:lnTo>
                <a:lnTo>
                  <a:pt x="3501" y="1750"/>
                </a:lnTo>
                <a:lnTo>
                  <a:pt x="3518" y="1757"/>
                </a:lnTo>
                <a:lnTo>
                  <a:pt x="3661" y="1625"/>
                </a:lnTo>
              </a:path>
              <a:path w="21600" h="21600">
                <a:moveTo>
                  <a:pt x="4369" y="1601"/>
                </a:moveTo>
                <a:lnTo>
                  <a:pt x="4326" y="1713"/>
                </a:lnTo>
                <a:lnTo>
                  <a:pt x="4430" y="1789"/>
                </a:lnTo>
                <a:lnTo>
                  <a:pt x="4438" y="1788"/>
                </a:lnTo>
                <a:lnTo>
                  <a:pt x="4460" y="1725"/>
                </a:lnTo>
                <a:lnTo>
                  <a:pt x="4461" y="1703"/>
                </a:lnTo>
                <a:lnTo>
                  <a:pt x="4419" y="1634"/>
                </a:lnTo>
              </a:path>
              <a:path w="21600" h="21600">
                <a:moveTo>
                  <a:pt x="2175" y="1601"/>
                </a:moveTo>
                <a:lnTo>
                  <a:pt x="2174" y="1639"/>
                </a:lnTo>
                <a:lnTo>
                  <a:pt x="2205" y="1636"/>
                </a:lnTo>
              </a:path>
              <a:path w="21600" h="21600">
                <a:moveTo>
                  <a:pt x="9144" y="1600"/>
                </a:moveTo>
                <a:lnTo>
                  <a:pt x="9029" y="1657"/>
                </a:lnTo>
                <a:cubicBezTo>
                  <a:pt x="8846" y="1754"/>
                  <a:pt x="8669" y="1852"/>
                  <a:pt x="8503" y="1944"/>
                </a:cubicBezTo>
                <a:lnTo>
                  <a:pt x="8432" y="1981"/>
                </a:lnTo>
                <a:lnTo>
                  <a:pt x="8390" y="2037"/>
                </a:lnTo>
                <a:lnTo>
                  <a:pt x="8551" y="1969"/>
                </a:lnTo>
                <a:cubicBezTo>
                  <a:pt x="8671" y="1909"/>
                  <a:pt x="8787" y="1846"/>
                  <a:pt x="8888" y="1789"/>
                </a:cubicBezTo>
                <a:lnTo>
                  <a:pt x="9049" y="1703"/>
                </a:lnTo>
              </a:path>
              <a:path w="21600" h="21600">
                <a:moveTo>
                  <a:pt x="2996" y="1593"/>
                </a:moveTo>
                <a:lnTo>
                  <a:pt x="2998" y="1600"/>
                </a:lnTo>
                <a:lnTo>
                  <a:pt x="3012" y="1599"/>
                </a:lnTo>
              </a:path>
              <a:path w="21600" h="21600">
                <a:moveTo>
                  <a:pt x="8338" y="1589"/>
                </a:moveTo>
                <a:lnTo>
                  <a:pt x="8338" y="1589"/>
                </a:lnTo>
                <a:cubicBezTo>
                  <a:pt x="8338" y="1589"/>
                  <a:pt x="8340" y="1590"/>
                  <a:pt x="8340" y="1590"/>
                </a:cubicBezTo>
                <a:cubicBezTo>
                  <a:pt x="8340" y="1590"/>
                  <a:pt x="8340" y="1589"/>
                  <a:pt x="8340" y="1589"/>
                </a:cubicBezTo>
                <a:cubicBezTo>
                  <a:pt x="8339" y="1589"/>
                  <a:pt x="8339" y="1589"/>
                  <a:pt x="8338" y="1589"/>
                </a:cubicBezTo>
              </a:path>
              <a:path w="21600" h="21600">
                <a:moveTo>
                  <a:pt x="3842" y="1586"/>
                </a:moveTo>
                <a:lnTo>
                  <a:pt x="3758" y="1594"/>
                </a:lnTo>
                <a:lnTo>
                  <a:pt x="3737" y="1613"/>
                </a:lnTo>
                <a:lnTo>
                  <a:pt x="3891" y="1686"/>
                </a:lnTo>
                <a:lnTo>
                  <a:pt x="3899" y="1669"/>
                </a:lnTo>
                <a:lnTo>
                  <a:pt x="3892" y="1659"/>
                </a:lnTo>
              </a:path>
              <a:path w="21600" h="21600">
                <a:moveTo>
                  <a:pt x="11979" y="1577"/>
                </a:moveTo>
                <a:lnTo>
                  <a:pt x="11905" y="1638"/>
                </a:lnTo>
                <a:lnTo>
                  <a:pt x="11514" y="2038"/>
                </a:lnTo>
                <a:lnTo>
                  <a:pt x="11384" y="2272"/>
                </a:lnTo>
                <a:cubicBezTo>
                  <a:pt x="11295" y="2480"/>
                  <a:pt x="11233" y="2679"/>
                  <a:pt x="11182" y="2864"/>
                </a:cubicBezTo>
                <a:lnTo>
                  <a:pt x="10927" y="3637"/>
                </a:lnTo>
                <a:lnTo>
                  <a:pt x="10981" y="4196"/>
                </a:lnTo>
                <a:lnTo>
                  <a:pt x="10990" y="4228"/>
                </a:lnTo>
                <a:lnTo>
                  <a:pt x="11084" y="3964"/>
                </a:lnTo>
                <a:lnTo>
                  <a:pt x="11302" y="3187"/>
                </a:lnTo>
                <a:lnTo>
                  <a:pt x="11320" y="3045"/>
                </a:lnTo>
                <a:lnTo>
                  <a:pt x="11429" y="2744"/>
                </a:lnTo>
                <a:lnTo>
                  <a:pt x="11521" y="2423"/>
                </a:lnTo>
                <a:cubicBezTo>
                  <a:pt x="11604" y="2200"/>
                  <a:pt x="11713" y="1967"/>
                  <a:pt x="11865" y="1729"/>
                </a:cubicBezTo>
              </a:path>
              <a:path w="21600" h="21600">
                <a:moveTo>
                  <a:pt x="3941" y="1577"/>
                </a:moveTo>
                <a:lnTo>
                  <a:pt x="3894" y="1581"/>
                </a:lnTo>
                <a:lnTo>
                  <a:pt x="3921" y="1621"/>
                </a:lnTo>
              </a:path>
              <a:path w="21600" h="21600">
                <a:moveTo>
                  <a:pt x="4511" y="1576"/>
                </a:moveTo>
                <a:lnTo>
                  <a:pt x="4507" y="1649"/>
                </a:lnTo>
                <a:lnTo>
                  <a:pt x="4579" y="1712"/>
                </a:lnTo>
                <a:lnTo>
                  <a:pt x="4581" y="1635"/>
                </a:lnTo>
              </a:path>
              <a:path w="21600" h="21600">
                <a:moveTo>
                  <a:pt x="4003" y="1571"/>
                </a:moveTo>
                <a:lnTo>
                  <a:pt x="3991" y="1572"/>
                </a:lnTo>
                <a:lnTo>
                  <a:pt x="3950" y="1663"/>
                </a:lnTo>
                <a:lnTo>
                  <a:pt x="3997" y="1736"/>
                </a:lnTo>
                <a:lnTo>
                  <a:pt x="4063" y="1767"/>
                </a:lnTo>
                <a:lnTo>
                  <a:pt x="4120" y="1632"/>
                </a:lnTo>
              </a:path>
              <a:path w="21600" h="21600">
                <a:moveTo>
                  <a:pt x="9972" y="1570"/>
                </a:moveTo>
                <a:lnTo>
                  <a:pt x="9794" y="1672"/>
                </a:lnTo>
                <a:cubicBezTo>
                  <a:pt x="9676" y="1737"/>
                  <a:pt x="9555" y="1799"/>
                  <a:pt x="9440" y="1849"/>
                </a:cubicBezTo>
                <a:lnTo>
                  <a:pt x="9393" y="1868"/>
                </a:lnTo>
                <a:lnTo>
                  <a:pt x="9336" y="1939"/>
                </a:lnTo>
                <a:lnTo>
                  <a:pt x="9607" y="1808"/>
                </a:lnTo>
                <a:cubicBezTo>
                  <a:pt x="9678" y="1775"/>
                  <a:pt x="9753" y="1741"/>
                  <a:pt x="9832" y="1704"/>
                </a:cubicBezTo>
                <a:lnTo>
                  <a:pt x="9881" y="1678"/>
                </a:lnTo>
                <a:lnTo>
                  <a:pt x="9926" y="1620"/>
                </a:lnTo>
              </a:path>
              <a:path w="21600" h="21600">
                <a:moveTo>
                  <a:pt x="2343" y="1564"/>
                </a:moveTo>
                <a:lnTo>
                  <a:pt x="2343" y="1564"/>
                </a:lnTo>
                <a:lnTo>
                  <a:pt x="2315" y="1619"/>
                </a:lnTo>
                <a:lnTo>
                  <a:pt x="2318" y="1628"/>
                </a:lnTo>
                <a:lnTo>
                  <a:pt x="2442" y="1623"/>
                </a:lnTo>
                <a:cubicBezTo>
                  <a:pt x="2407" y="1603"/>
                  <a:pt x="2373" y="1583"/>
                  <a:pt x="2343" y="1564"/>
                </a:cubicBezTo>
              </a:path>
              <a:path w="21600" h="21600">
                <a:moveTo>
                  <a:pt x="4153" y="1554"/>
                </a:moveTo>
                <a:lnTo>
                  <a:pt x="4123" y="1560"/>
                </a:lnTo>
                <a:lnTo>
                  <a:pt x="4084" y="1564"/>
                </a:lnTo>
                <a:lnTo>
                  <a:pt x="4137" y="1591"/>
                </a:lnTo>
              </a:path>
              <a:path w="21600" h="21600">
                <a:moveTo>
                  <a:pt x="3502" y="1550"/>
                </a:moveTo>
                <a:lnTo>
                  <a:pt x="3502" y="1564"/>
                </a:lnTo>
                <a:lnTo>
                  <a:pt x="3509" y="1553"/>
                </a:lnTo>
              </a:path>
              <a:path w="21600" h="21600">
                <a:moveTo>
                  <a:pt x="2242" y="1550"/>
                </a:moveTo>
                <a:lnTo>
                  <a:pt x="2209" y="1572"/>
                </a:lnTo>
                <a:lnTo>
                  <a:pt x="2259" y="1631"/>
                </a:lnTo>
                <a:lnTo>
                  <a:pt x="2266" y="1617"/>
                </a:lnTo>
              </a:path>
              <a:path w="21600" h="21600">
                <a:moveTo>
                  <a:pt x="971" y="1548"/>
                </a:moveTo>
                <a:lnTo>
                  <a:pt x="544" y="1641"/>
                </a:lnTo>
                <a:lnTo>
                  <a:pt x="756" y="1847"/>
                </a:lnTo>
                <a:lnTo>
                  <a:pt x="1177" y="1759"/>
                </a:lnTo>
              </a:path>
              <a:path w="21600" h="21600">
                <a:moveTo>
                  <a:pt x="2129" y="1546"/>
                </a:moveTo>
                <a:lnTo>
                  <a:pt x="2109" y="1600"/>
                </a:lnTo>
                <a:lnTo>
                  <a:pt x="2123" y="1644"/>
                </a:lnTo>
                <a:lnTo>
                  <a:pt x="2133" y="1643"/>
                </a:lnTo>
                <a:lnTo>
                  <a:pt x="2137" y="1575"/>
                </a:lnTo>
                <a:lnTo>
                  <a:pt x="2147" y="1567"/>
                </a:lnTo>
              </a:path>
              <a:path w="21600" h="21600">
                <a:moveTo>
                  <a:pt x="1763" y="1543"/>
                </a:moveTo>
                <a:lnTo>
                  <a:pt x="1759" y="1606"/>
                </a:lnTo>
                <a:lnTo>
                  <a:pt x="1761" y="1616"/>
                </a:lnTo>
                <a:lnTo>
                  <a:pt x="1764" y="1552"/>
                </a:lnTo>
                <a:lnTo>
                  <a:pt x="1763" y="1544"/>
                </a:lnTo>
              </a:path>
              <a:path w="21600" h="21600">
                <a:moveTo>
                  <a:pt x="9612" y="1543"/>
                </a:moveTo>
                <a:lnTo>
                  <a:pt x="9321" y="1708"/>
                </a:lnTo>
                <a:cubicBezTo>
                  <a:pt x="9219" y="1767"/>
                  <a:pt x="9102" y="1832"/>
                  <a:pt x="8981" y="1894"/>
                </a:cubicBezTo>
                <a:lnTo>
                  <a:pt x="8927" y="1919"/>
                </a:lnTo>
                <a:lnTo>
                  <a:pt x="8897" y="1957"/>
                </a:lnTo>
                <a:lnTo>
                  <a:pt x="9011" y="1913"/>
                </a:lnTo>
                <a:cubicBezTo>
                  <a:pt x="9127" y="1867"/>
                  <a:pt x="9250" y="1807"/>
                  <a:pt x="9369" y="1743"/>
                </a:cubicBezTo>
                <a:lnTo>
                  <a:pt x="9502" y="1669"/>
                </a:lnTo>
              </a:path>
              <a:path w="21600" h="21600">
                <a:moveTo>
                  <a:pt x="5447" y="1541"/>
                </a:moveTo>
                <a:lnTo>
                  <a:pt x="5409" y="1563"/>
                </a:lnTo>
                <a:lnTo>
                  <a:pt x="5045" y="1698"/>
                </a:lnTo>
                <a:lnTo>
                  <a:pt x="5100" y="1769"/>
                </a:lnTo>
                <a:cubicBezTo>
                  <a:pt x="5167" y="1817"/>
                  <a:pt x="5237" y="1862"/>
                  <a:pt x="5305" y="1906"/>
                </a:cubicBezTo>
                <a:lnTo>
                  <a:pt x="5336" y="1927"/>
                </a:lnTo>
                <a:lnTo>
                  <a:pt x="5659" y="1807"/>
                </a:lnTo>
                <a:lnTo>
                  <a:pt x="5566" y="1746"/>
                </a:lnTo>
                <a:cubicBezTo>
                  <a:pt x="5546" y="1732"/>
                  <a:pt x="5526" y="1704"/>
                  <a:pt x="5504" y="1663"/>
                </a:cubicBezTo>
              </a:path>
              <a:path w="21600" h="21600">
                <a:moveTo>
                  <a:pt x="10667" y="1537"/>
                </a:moveTo>
                <a:lnTo>
                  <a:pt x="10657" y="1542"/>
                </a:lnTo>
                <a:cubicBezTo>
                  <a:pt x="10502" y="1624"/>
                  <a:pt x="10363" y="1698"/>
                  <a:pt x="10234" y="1769"/>
                </a:cubicBezTo>
                <a:lnTo>
                  <a:pt x="10223" y="1776"/>
                </a:lnTo>
                <a:lnTo>
                  <a:pt x="10167" y="1849"/>
                </a:lnTo>
                <a:cubicBezTo>
                  <a:pt x="10125" y="1913"/>
                  <a:pt x="10081" y="1980"/>
                  <a:pt x="10034" y="2050"/>
                </a:cubicBezTo>
                <a:lnTo>
                  <a:pt x="10020" y="2071"/>
                </a:lnTo>
                <a:lnTo>
                  <a:pt x="10253" y="1880"/>
                </a:lnTo>
                <a:lnTo>
                  <a:pt x="10559" y="1696"/>
                </a:lnTo>
              </a:path>
              <a:path w="21600" h="21600">
                <a:moveTo>
                  <a:pt x="4710" y="1533"/>
                </a:moveTo>
                <a:lnTo>
                  <a:pt x="4711" y="1549"/>
                </a:lnTo>
                <a:lnTo>
                  <a:pt x="4715" y="1553"/>
                </a:lnTo>
                <a:lnTo>
                  <a:pt x="4730" y="1573"/>
                </a:lnTo>
                <a:lnTo>
                  <a:pt x="4726" y="1556"/>
                </a:lnTo>
              </a:path>
              <a:path w="21600" h="21600">
                <a:moveTo>
                  <a:pt x="4264" y="1532"/>
                </a:moveTo>
                <a:lnTo>
                  <a:pt x="4203" y="1544"/>
                </a:lnTo>
                <a:lnTo>
                  <a:pt x="4175" y="1611"/>
                </a:lnTo>
                <a:lnTo>
                  <a:pt x="4219" y="1635"/>
                </a:lnTo>
                <a:lnTo>
                  <a:pt x="4290" y="1686"/>
                </a:lnTo>
                <a:lnTo>
                  <a:pt x="4333" y="1577"/>
                </a:lnTo>
              </a:path>
              <a:path w="21600" h="21600">
                <a:moveTo>
                  <a:pt x="3802" y="1529"/>
                </a:moveTo>
                <a:lnTo>
                  <a:pt x="3793" y="1547"/>
                </a:lnTo>
                <a:lnTo>
                  <a:pt x="3813" y="1546"/>
                </a:lnTo>
              </a:path>
              <a:path w="21600" h="21600">
                <a:moveTo>
                  <a:pt x="2291" y="1528"/>
                </a:moveTo>
                <a:lnTo>
                  <a:pt x="2282" y="1529"/>
                </a:lnTo>
                <a:lnTo>
                  <a:pt x="2294" y="1562"/>
                </a:lnTo>
                <a:lnTo>
                  <a:pt x="2305" y="1540"/>
                </a:lnTo>
              </a:path>
              <a:path w="21600" h="21600">
                <a:moveTo>
                  <a:pt x="3434" y="1518"/>
                </a:moveTo>
                <a:lnTo>
                  <a:pt x="3361" y="1578"/>
                </a:lnTo>
                <a:lnTo>
                  <a:pt x="3361" y="1584"/>
                </a:lnTo>
                <a:lnTo>
                  <a:pt x="3393" y="1582"/>
                </a:lnTo>
                <a:lnTo>
                  <a:pt x="3454" y="1527"/>
                </a:lnTo>
              </a:path>
              <a:path w="21600" h="21600">
                <a:moveTo>
                  <a:pt x="4610" y="1518"/>
                </a:moveTo>
                <a:lnTo>
                  <a:pt x="4612" y="1605"/>
                </a:lnTo>
                <a:lnTo>
                  <a:pt x="4685" y="1666"/>
                </a:lnTo>
                <a:lnTo>
                  <a:pt x="4666" y="1569"/>
                </a:lnTo>
              </a:path>
              <a:path w="21600" h="21600">
                <a:moveTo>
                  <a:pt x="4344" y="1517"/>
                </a:moveTo>
                <a:lnTo>
                  <a:pt x="4331" y="1519"/>
                </a:lnTo>
                <a:lnTo>
                  <a:pt x="4344" y="1527"/>
                </a:lnTo>
              </a:path>
              <a:path w="21600" h="21600">
                <a:moveTo>
                  <a:pt x="8713" y="1514"/>
                </a:moveTo>
                <a:lnTo>
                  <a:pt x="8652" y="1583"/>
                </a:lnTo>
                <a:lnTo>
                  <a:pt x="8717" y="1565"/>
                </a:lnTo>
                <a:lnTo>
                  <a:pt x="8745" y="1534"/>
                </a:lnTo>
                <a:lnTo>
                  <a:pt x="8747" y="1532"/>
                </a:lnTo>
              </a:path>
              <a:path w="21600" h="21600">
                <a:moveTo>
                  <a:pt x="2452" y="1514"/>
                </a:moveTo>
                <a:lnTo>
                  <a:pt x="2439" y="1514"/>
                </a:lnTo>
                <a:lnTo>
                  <a:pt x="2366" y="1521"/>
                </a:lnTo>
                <a:lnTo>
                  <a:pt x="2363" y="1525"/>
                </a:lnTo>
                <a:lnTo>
                  <a:pt x="2480" y="1592"/>
                </a:lnTo>
              </a:path>
              <a:path w="21600" h="21600">
                <a:moveTo>
                  <a:pt x="2594" y="1508"/>
                </a:moveTo>
                <a:lnTo>
                  <a:pt x="2594" y="1508"/>
                </a:lnTo>
                <a:lnTo>
                  <a:pt x="2499" y="1512"/>
                </a:lnTo>
                <a:lnTo>
                  <a:pt x="2534" y="1611"/>
                </a:lnTo>
                <a:lnTo>
                  <a:pt x="2594" y="1508"/>
                </a:lnTo>
                <a:lnTo>
                  <a:pt x="2595" y="1508"/>
                </a:lnTo>
              </a:path>
              <a:path w="21600" h="21600">
                <a:moveTo>
                  <a:pt x="3542" y="1505"/>
                </a:moveTo>
                <a:lnTo>
                  <a:pt x="3531" y="1516"/>
                </a:lnTo>
                <a:lnTo>
                  <a:pt x="3534" y="1517"/>
                </a:lnTo>
              </a:path>
              <a:path w="21600" h="21600">
                <a:moveTo>
                  <a:pt x="4424" y="1501"/>
                </a:moveTo>
                <a:lnTo>
                  <a:pt x="4394" y="1507"/>
                </a:lnTo>
                <a:lnTo>
                  <a:pt x="4445" y="1586"/>
                </a:lnTo>
                <a:cubicBezTo>
                  <a:pt x="4448" y="1592"/>
                  <a:pt x="4451" y="1599"/>
                  <a:pt x="4455" y="1605"/>
                </a:cubicBezTo>
                <a:lnTo>
                  <a:pt x="4463" y="1612"/>
                </a:lnTo>
                <a:lnTo>
                  <a:pt x="4466" y="1537"/>
                </a:lnTo>
              </a:path>
              <a:path w="21600" h="21600">
                <a:moveTo>
                  <a:pt x="2657" y="1498"/>
                </a:moveTo>
                <a:lnTo>
                  <a:pt x="2655" y="1498"/>
                </a:lnTo>
                <a:cubicBezTo>
                  <a:pt x="2655" y="1498"/>
                  <a:pt x="2654" y="1499"/>
                  <a:pt x="2654" y="1500"/>
                </a:cubicBezTo>
                <a:lnTo>
                  <a:pt x="2585" y="1617"/>
                </a:lnTo>
                <a:lnTo>
                  <a:pt x="2722" y="1612"/>
                </a:lnTo>
                <a:lnTo>
                  <a:pt x="2706" y="1559"/>
                </a:lnTo>
              </a:path>
              <a:path w="21600" h="21600">
                <a:moveTo>
                  <a:pt x="9241" y="1494"/>
                </a:moveTo>
                <a:lnTo>
                  <a:pt x="9103" y="1545"/>
                </a:lnTo>
                <a:lnTo>
                  <a:pt x="8561" y="1822"/>
                </a:lnTo>
                <a:lnTo>
                  <a:pt x="8500" y="1896"/>
                </a:lnTo>
                <a:lnTo>
                  <a:pt x="9007" y="1620"/>
                </a:lnTo>
                <a:lnTo>
                  <a:pt x="9225" y="1511"/>
                </a:lnTo>
              </a:path>
              <a:path w="21600" h="21600">
                <a:moveTo>
                  <a:pt x="8761" y="1488"/>
                </a:moveTo>
                <a:lnTo>
                  <a:pt x="8761" y="1488"/>
                </a:lnTo>
                <a:lnTo>
                  <a:pt x="8762" y="1488"/>
                </a:lnTo>
                <a:lnTo>
                  <a:pt x="8781" y="1499"/>
                </a:lnTo>
                <a:lnTo>
                  <a:pt x="8791" y="1489"/>
                </a:lnTo>
                <a:lnTo>
                  <a:pt x="8791" y="1489"/>
                </a:lnTo>
                <a:lnTo>
                  <a:pt x="8762" y="1488"/>
                </a:lnTo>
              </a:path>
              <a:path w="21600" h="21600">
                <a:moveTo>
                  <a:pt x="12735" y="1485"/>
                </a:moveTo>
                <a:lnTo>
                  <a:pt x="12718" y="1500"/>
                </a:lnTo>
                <a:cubicBezTo>
                  <a:pt x="12546" y="1666"/>
                  <a:pt x="12395" y="1835"/>
                  <a:pt x="12265" y="2006"/>
                </a:cubicBezTo>
                <a:lnTo>
                  <a:pt x="12120" y="2240"/>
                </a:lnTo>
                <a:lnTo>
                  <a:pt x="11998" y="2522"/>
                </a:lnTo>
                <a:cubicBezTo>
                  <a:pt x="11882" y="2858"/>
                  <a:pt x="11824" y="3178"/>
                  <a:pt x="11786" y="3471"/>
                </a:cubicBezTo>
                <a:lnTo>
                  <a:pt x="11689" y="3970"/>
                </a:lnTo>
                <a:lnTo>
                  <a:pt x="11710" y="4319"/>
                </a:lnTo>
                <a:lnTo>
                  <a:pt x="11789" y="4676"/>
                </a:lnTo>
                <a:lnTo>
                  <a:pt x="11880" y="4194"/>
                </a:lnTo>
                <a:cubicBezTo>
                  <a:pt x="11906" y="4026"/>
                  <a:pt x="11927" y="3854"/>
                  <a:pt x="11945" y="3672"/>
                </a:cubicBezTo>
                <a:cubicBezTo>
                  <a:pt x="12003" y="3050"/>
                  <a:pt x="12135" y="2314"/>
                  <a:pt x="12674" y="1559"/>
                </a:cubicBezTo>
              </a:path>
              <a:path w="21600" h="21600">
                <a:moveTo>
                  <a:pt x="3360" y="1484"/>
                </a:moveTo>
                <a:lnTo>
                  <a:pt x="3360" y="1522"/>
                </a:lnTo>
                <a:lnTo>
                  <a:pt x="3390" y="1498"/>
                </a:lnTo>
              </a:path>
              <a:path w="21600" h="21600">
                <a:moveTo>
                  <a:pt x="3826" y="1478"/>
                </a:moveTo>
                <a:lnTo>
                  <a:pt x="3825" y="1482"/>
                </a:lnTo>
                <a:lnTo>
                  <a:pt x="3866" y="1541"/>
                </a:lnTo>
                <a:lnTo>
                  <a:pt x="3933" y="1534"/>
                </a:lnTo>
              </a:path>
              <a:path w="21600" h="21600">
                <a:moveTo>
                  <a:pt x="4563" y="1474"/>
                </a:moveTo>
                <a:lnTo>
                  <a:pt x="4517" y="1483"/>
                </a:lnTo>
                <a:lnTo>
                  <a:pt x="4515" y="1521"/>
                </a:lnTo>
                <a:lnTo>
                  <a:pt x="4583" y="1579"/>
                </a:lnTo>
                <a:lnTo>
                  <a:pt x="4584" y="1529"/>
                </a:lnTo>
                <a:lnTo>
                  <a:pt x="4577" y="1487"/>
                </a:lnTo>
              </a:path>
              <a:path w="21600" h="21600">
                <a:moveTo>
                  <a:pt x="11012" y="1472"/>
                </a:moveTo>
                <a:lnTo>
                  <a:pt x="10597" y="1723"/>
                </a:lnTo>
                <a:lnTo>
                  <a:pt x="10368" y="2053"/>
                </a:lnTo>
                <a:lnTo>
                  <a:pt x="10355" y="2076"/>
                </a:lnTo>
                <a:lnTo>
                  <a:pt x="10659" y="1811"/>
                </a:lnTo>
                <a:lnTo>
                  <a:pt x="10845" y="1683"/>
                </a:lnTo>
                <a:lnTo>
                  <a:pt x="10866" y="1647"/>
                </a:lnTo>
              </a:path>
              <a:path w="21600" h="21600">
                <a:moveTo>
                  <a:pt x="1483" y="1472"/>
                </a:moveTo>
                <a:lnTo>
                  <a:pt x="1200" y="1498"/>
                </a:lnTo>
                <a:lnTo>
                  <a:pt x="1022" y="1537"/>
                </a:lnTo>
                <a:lnTo>
                  <a:pt x="1228" y="1749"/>
                </a:lnTo>
                <a:lnTo>
                  <a:pt x="1460" y="1700"/>
                </a:lnTo>
                <a:lnTo>
                  <a:pt x="1675" y="1682"/>
                </a:lnTo>
              </a:path>
              <a:path w="21600" h="21600">
                <a:moveTo>
                  <a:pt x="2065" y="1470"/>
                </a:moveTo>
                <a:lnTo>
                  <a:pt x="2086" y="1532"/>
                </a:lnTo>
                <a:lnTo>
                  <a:pt x="2096" y="1506"/>
                </a:lnTo>
              </a:path>
              <a:path w="21600" h="21600">
                <a:moveTo>
                  <a:pt x="2723" y="1464"/>
                </a:moveTo>
                <a:lnTo>
                  <a:pt x="2727" y="1475"/>
                </a:lnTo>
                <a:lnTo>
                  <a:pt x="2746" y="1538"/>
                </a:lnTo>
                <a:lnTo>
                  <a:pt x="2803" y="1609"/>
                </a:lnTo>
                <a:lnTo>
                  <a:pt x="2951" y="1602"/>
                </a:lnTo>
                <a:lnTo>
                  <a:pt x="2940" y="1568"/>
                </a:lnTo>
              </a:path>
              <a:path w="21600" h="21600">
                <a:moveTo>
                  <a:pt x="4645" y="1458"/>
                </a:moveTo>
                <a:lnTo>
                  <a:pt x="4617" y="1463"/>
                </a:lnTo>
                <a:lnTo>
                  <a:pt x="4652" y="1496"/>
                </a:lnTo>
              </a:path>
              <a:path w="21600" h="21600">
                <a:moveTo>
                  <a:pt x="11823" y="1456"/>
                </a:moveTo>
                <a:lnTo>
                  <a:pt x="11499" y="1706"/>
                </a:lnTo>
                <a:lnTo>
                  <a:pt x="11373" y="1830"/>
                </a:lnTo>
                <a:lnTo>
                  <a:pt x="11201" y="2105"/>
                </a:lnTo>
                <a:cubicBezTo>
                  <a:pt x="11105" y="2300"/>
                  <a:pt x="11036" y="2486"/>
                  <a:pt x="10978" y="2660"/>
                </a:cubicBezTo>
                <a:cubicBezTo>
                  <a:pt x="10896" y="2904"/>
                  <a:pt x="10794" y="3168"/>
                  <a:pt x="10658" y="3493"/>
                </a:cubicBezTo>
                <a:lnTo>
                  <a:pt x="10637" y="3545"/>
                </a:lnTo>
                <a:lnTo>
                  <a:pt x="10567" y="3706"/>
                </a:lnTo>
                <a:lnTo>
                  <a:pt x="10618" y="4133"/>
                </a:lnTo>
                <a:lnTo>
                  <a:pt x="10648" y="4235"/>
                </a:lnTo>
                <a:lnTo>
                  <a:pt x="10850" y="3721"/>
                </a:lnTo>
                <a:lnTo>
                  <a:pt x="10881" y="3627"/>
                </a:lnTo>
                <a:lnTo>
                  <a:pt x="10875" y="3568"/>
                </a:lnTo>
                <a:cubicBezTo>
                  <a:pt x="10874" y="3194"/>
                  <a:pt x="10953" y="2855"/>
                  <a:pt x="11117" y="2532"/>
                </a:cubicBezTo>
                <a:cubicBezTo>
                  <a:pt x="11197" y="2375"/>
                  <a:pt x="11301" y="2219"/>
                  <a:pt x="11427" y="2064"/>
                </a:cubicBezTo>
                <a:lnTo>
                  <a:pt x="11473" y="2017"/>
                </a:lnTo>
                <a:lnTo>
                  <a:pt x="11706" y="1599"/>
                </a:lnTo>
              </a:path>
              <a:path w="21600" h="21600">
                <a:moveTo>
                  <a:pt x="1693" y="1452"/>
                </a:moveTo>
                <a:lnTo>
                  <a:pt x="1538" y="1466"/>
                </a:lnTo>
                <a:lnTo>
                  <a:pt x="1710" y="1654"/>
                </a:lnTo>
                <a:lnTo>
                  <a:pt x="1713" y="1601"/>
                </a:lnTo>
              </a:path>
              <a:path w="21600" h="21600">
                <a:moveTo>
                  <a:pt x="1855" y="1437"/>
                </a:moveTo>
                <a:lnTo>
                  <a:pt x="1825" y="1439"/>
                </a:lnTo>
                <a:lnTo>
                  <a:pt x="1812" y="1492"/>
                </a:lnTo>
                <a:lnTo>
                  <a:pt x="1809" y="1540"/>
                </a:lnTo>
                <a:lnTo>
                  <a:pt x="1840" y="1668"/>
                </a:lnTo>
                <a:lnTo>
                  <a:pt x="1857" y="1666"/>
                </a:lnTo>
                <a:lnTo>
                  <a:pt x="1883" y="1556"/>
                </a:lnTo>
                <a:lnTo>
                  <a:pt x="1885" y="1548"/>
                </a:lnTo>
              </a:path>
              <a:path w="21600" h="21600">
                <a:moveTo>
                  <a:pt x="4520" y="1435"/>
                </a:moveTo>
                <a:lnTo>
                  <a:pt x="4520" y="1439"/>
                </a:lnTo>
                <a:lnTo>
                  <a:pt x="4523" y="1438"/>
                </a:lnTo>
              </a:path>
              <a:path w="21600" h="21600">
                <a:moveTo>
                  <a:pt x="1927" y="1430"/>
                </a:moveTo>
                <a:lnTo>
                  <a:pt x="1901" y="1432"/>
                </a:lnTo>
                <a:lnTo>
                  <a:pt x="1912" y="1472"/>
                </a:lnTo>
              </a:path>
              <a:path w="21600" h="21600">
                <a:moveTo>
                  <a:pt x="2172" y="1429"/>
                </a:moveTo>
                <a:lnTo>
                  <a:pt x="2146" y="1499"/>
                </a:lnTo>
                <a:lnTo>
                  <a:pt x="2183" y="1542"/>
                </a:lnTo>
                <a:lnTo>
                  <a:pt x="2228" y="1510"/>
                </a:lnTo>
                <a:lnTo>
                  <a:pt x="2210" y="1461"/>
                </a:lnTo>
                <a:lnTo>
                  <a:pt x="2173" y="1431"/>
                </a:lnTo>
              </a:path>
              <a:path w="21600" h="21600">
                <a:moveTo>
                  <a:pt x="11583" y="1428"/>
                </a:moveTo>
                <a:lnTo>
                  <a:pt x="11445" y="1517"/>
                </a:lnTo>
                <a:lnTo>
                  <a:pt x="11160" y="1727"/>
                </a:lnTo>
                <a:lnTo>
                  <a:pt x="11083" y="1830"/>
                </a:lnTo>
                <a:cubicBezTo>
                  <a:pt x="10968" y="2020"/>
                  <a:pt x="10867" y="2226"/>
                  <a:pt x="10774" y="2459"/>
                </a:cubicBezTo>
                <a:lnTo>
                  <a:pt x="10761" y="2491"/>
                </a:lnTo>
                <a:lnTo>
                  <a:pt x="11027" y="2104"/>
                </a:lnTo>
                <a:lnTo>
                  <a:pt x="11341" y="1798"/>
                </a:lnTo>
                <a:lnTo>
                  <a:pt x="11546" y="1469"/>
                </a:lnTo>
              </a:path>
              <a:path w="21600" h="21600">
                <a:moveTo>
                  <a:pt x="2421" y="1428"/>
                </a:moveTo>
                <a:lnTo>
                  <a:pt x="2393" y="1475"/>
                </a:lnTo>
                <a:lnTo>
                  <a:pt x="2437" y="1471"/>
                </a:lnTo>
                <a:lnTo>
                  <a:pt x="2423" y="1433"/>
                </a:lnTo>
              </a:path>
              <a:path w="21600" h="21600">
                <a:moveTo>
                  <a:pt x="11326" y="1427"/>
                </a:moveTo>
                <a:lnTo>
                  <a:pt x="11061" y="1588"/>
                </a:lnTo>
                <a:lnTo>
                  <a:pt x="10881" y="1712"/>
                </a:lnTo>
                <a:lnTo>
                  <a:pt x="10642" y="2132"/>
                </a:lnTo>
                <a:lnTo>
                  <a:pt x="11064" y="1743"/>
                </a:lnTo>
                <a:lnTo>
                  <a:pt x="11122" y="1700"/>
                </a:lnTo>
              </a:path>
              <a:path w="21600" h="21600">
                <a:moveTo>
                  <a:pt x="10430" y="1425"/>
                </a:moveTo>
                <a:lnTo>
                  <a:pt x="10204" y="1559"/>
                </a:lnTo>
                <a:lnTo>
                  <a:pt x="9917" y="1709"/>
                </a:lnTo>
                <a:lnTo>
                  <a:pt x="9873" y="1767"/>
                </a:lnTo>
                <a:lnTo>
                  <a:pt x="9843" y="1805"/>
                </a:lnTo>
                <a:lnTo>
                  <a:pt x="10109" y="1666"/>
                </a:lnTo>
                <a:lnTo>
                  <a:pt x="10241" y="1600"/>
                </a:lnTo>
                <a:lnTo>
                  <a:pt x="10338" y="1547"/>
                </a:lnTo>
              </a:path>
              <a:path w="21600" h="21600">
                <a:moveTo>
                  <a:pt x="2004" y="1423"/>
                </a:moveTo>
                <a:lnTo>
                  <a:pt x="1977" y="1425"/>
                </a:lnTo>
                <a:lnTo>
                  <a:pt x="1933" y="1549"/>
                </a:lnTo>
                <a:lnTo>
                  <a:pt x="1960" y="1653"/>
                </a:lnTo>
                <a:lnTo>
                  <a:pt x="1962" y="1657"/>
                </a:lnTo>
                <a:lnTo>
                  <a:pt x="2043" y="1650"/>
                </a:lnTo>
                <a:lnTo>
                  <a:pt x="2062" y="1597"/>
                </a:lnTo>
              </a:path>
              <a:path w="21600" h="21600">
                <a:moveTo>
                  <a:pt x="3218" y="1420"/>
                </a:moveTo>
                <a:lnTo>
                  <a:pt x="3315" y="1549"/>
                </a:lnTo>
                <a:lnTo>
                  <a:pt x="3315" y="1464"/>
                </a:lnTo>
              </a:path>
              <a:path w="21600" h="21600">
                <a:moveTo>
                  <a:pt x="9130" y="1416"/>
                </a:moveTo>
                <a:lnTo>
                  <a:pt x="9111" y="1434"/>
                </a:lnTo>
                <a:lnTo>
                  <a:pt x="9149" y="1424"/>
                </a:lnTo>
              </a:path>
              <a:path w="21600" h="21600">
                <a:moveTo>
                  <a:pt x="6984" y="1415"/>
                </a:moveTo>
                <a:lnTo>
                  <a:pt x="6681" y="1665"/>
                </a:lnTo>
                <a:lnTo>
                  <a:pt x="6775" y="1724"/>
                </a:lnTo>
                <a:cubicBezTo>
                  <a:pt x="6837" y="1761"/>
                  <a:pt x="6901" y="1799"/>
                  <a:pt x="6963" y="1842"/>
                </a:cubicBezTo>
                <a:lnTo>
                  <a:pt x="6989" y="1844"/>
                </a:lnTo>
                <a:lnTo>
                  <a:pt x="7193" y="1669"/>
                </a:lnTo>
                <a:lnTo>
                  <a:pt x="7043" y="1577"/>
                </a:lnTo>
                <a:cubicBezTo>
                  <a:pt x="7034" y="1570"/>
                  <a:pt x="7027" y="1558"/>
                  <a:pt x="7018" y="1533"/>
                </a:cubicBezTo>
              </a:path>
              <a:path w="21600" h="21600">
                <a:moveTo>
                  <a:pt x="7504" y="1415"/>
                </a:moveTo>
                <a:lnTo>
                  <a:pt x="7326" y="1612"/>
                </a:lnTo>
                <a:lnTo>
                  <a:pt x="7268" y="1664"/>
                </a:lnTo>
                <a:lnTo>
                  <a:pt x="7423" y="1757"/>
                </a:lnTo>
                <a:cubicBezTo>
                  <a:pt x="7433" y="1747"/>
                  <a:pt x="7445" y="1739"/>
                  <a:pt x="7457" y="1741"/>
                </a:cubicBezTo>
                <a:lnTo>
                  <a:pt x="7471" y="1743"/>
                </a:lnTo>
                <a:lnTo>
                  <a:pt x="7475" y="1757"/>
                </a:lnTo>
                <a:cubicBezTo>
                  <a:pt x="7478" y="1767"/>
                  <a:pt x="7480" y="1773"/>
                  <a:pt x="7441" y="1806"/>
                </a:cubicBezTo>
                <a:lnTo>
                  <a:pt x="7433" y="1817"/>
                </a:lnTo>
                <a:lnTo>
                  <a:pt x="7430" y="1815"/>
                </a:lnTo>
                <a:cubicBezTo>
                  <a:pt x="7427" y="1818"/>
                  <a:pt x="7424" y="1820"/>
                  <a:pt x="7420" y="1823"/>
                </a:cubicBezTo>
                <a:cubicBezTo>
                  <a:pt x="7410" y="1857"/>
                  <a:pt x="7393" y="1897"/>
                  <a:pt x="7364" y="1940"/>
                </a:cubicBezTo>
                <a:lnTo>
                  <a:pt x="7279" y="2025"/>
                </a:lnTo>
                <a:lnTo>
                  <a:pt x="7429" y="1972"/>
                </a:lnTo>
                <a:cubicBezTo>
                  <a:pt x="7471" y="1932"/>
                  <a:pt x="7511" y="1891"/>
                  <a:pt x="7550" y="1850"/>
                </a:cubicBezTo>
                <a:lnTo>
                  <a:pt x="7731" y="1638"/>
                </a:lnTo>
                <a:lnTo>
                  <a:pt x="7726" y="1635"/>
                </a:lnTo>
                <a:cubicBezTo>
                  <a:pt x="7662" y="1601"/>
                  <a:pt x="7596" y="1565"/>
                  <a:pt x="7537" y="1521"/>
                </a:cubicBezTo>
                <a:cubicBezTo>
                  <a:pt x="7531" y="1517"/>
                  <a:pt x="7527" y="1511"/>
                  <a:pt x="7522" y="1495"/>
                </a:cubicBezTo>
              </a:path>
              <a:path w="21600" h="21600">
                <a:moveTo>
                  <a:pt x="2129" y="1411"/>
                </a:moveTo>
                <a:lnTo>
                  <a:pt x="2076" y="1416"/>
                </a:lnTo>
                <a:lnTo>
                  <a:pt x="2113" y="1459"/>
                </a:lnTo>
                <a:lnTo>
                  <a:pt x="2131" y="1411"/>
                </a:lnTo>
              </a:path>
              <a:path w="21600" h="21600">
                <a:moveTo>
                  <a:pt x="4067" y="1404"/>
                </a:moveTo>
                <a:lnTo>
                  <a:pt x="4012" y="1526"/>
                </a:lnTo>
                <a:lnTo>
                  <a:pt x="4014" y="1527"/>
                </a:lnTo>
                <a:lnTo>
                  <a:pt x="4117" y="1518"/>
                </a:lnTo>
                <a:lnTo>
                  <a:pt x="4173" y="1507"/>
                </a:lnTo>
                <a:lnTo>
                  <a:pt x="4184" y="1480"/>
                </a:lnTo>
              </a:path>
              <a:path w="21600" h="21600">
                <a:moveTo>
                  <a:pt x="3152" y="1403"/>
                </a:moveTo>
                <a:lnTo>
                  <a:pt x="3189" y="1591"/>
                </a:lnTo>
                <a:lnTo>
                  <a:pt x="3281" y="1587"/>
                </a:lnTo>
                <a:lnTo>
                  <a:pt x="3286" y="1583"/>
                </a:lnTo>
              </a:path>
              <a:path w="21600" h="21600">
                <a:moveTo>
                  <a:pt x="2386" y="1398"/>
                </a:moveTo>
                <a:lnTo>
                  <a:pt x="2237" y="1406"/>
                </a:lnTo>
                <a:lnTo>
                  <a:pt x="2239" y="1410"/>
                </a:lnTo>
                <a:lnTo>
                  <a:pt x="2309" y="1483"/>
                </a:lnTo>
                <a:lnTo>
                  <a:pt x="2337" y="1481"/>
                </a:lnTo>
              </a:path>
              <a:path w="21600" h="21600">
                <a:moveTo>
                  <a:pt x="9721" y="1398"/>
                </a:moveTo>
                <a:lnTo>
                  <a:pt x="9076" y="1739"/>
                </a:lnTo>
                <a:lnTo>
                  <a:pt x="9016" y="1805"/>
                </a:lnTo>
                <a:lnTo>
                  <a:pt x="8989" y="1839"/>
                </a:lnTo>
                <a:lnTo>
                  <a:pt x="9296" y="1671"/>
                </a:lnTo>
                <a:lnTo>
                  <a:pt x="9703" y="1441"/>
                </a:lnTo>
                <a:lnTo>
                  <a:pt x="9726" y="1415"/>
                </a:lnTo>
                <a:lnTo>
                  <a:pt x="9736" y="1404"/>
                </a:lnTo>
              </a:path>
              <a:path w="21600" h="21600">
                <a:moveTo>
                  <a:pt x="4824" y="1397"/>
                </a:moveTo>
                <a:lnTo>
                  <a:pt x="4744" y="1426"/>
                </a:lnTo>
                <a:lnTo>
                  <a:pt x="4752" y="1446"/>
                </a:lnTo>
                <a:lnTo>
                  <a:pt x="4778" y="1486"/>
                </a:lnTo>
                <a:lnTo>
                  <a:pt x="4846" y="1650"/>
                </a:lnTo>
                <a:lnTo>
                  <a:pt x="4867" y="1680"/>
                </a:lnTo>
                <a:lnTo>
                  <a:pt x="4878" y="1704"/>
                </a:lnTo>
                <a:lnTo>
                  <a:pt x="4934" y="1693"/>
                </a:lnTo>
                <a:lnTo>
                  <a:pt x="4982" y="1675"/>
                </a:lnTo>
                <a:lnTo>
                  <a:pt x="4917" y="1553"/>
                </a:lnTo>
              </a:path>
              <a:path w="21600" h="21600">
                <a:moveTo>
                  <a:pt x="3565" y="1393"/>
                </a:moveTo>
                <a:lnTo>
                  <a:pt x="3545" y="1427"/>
                </a:lnTo>
                <a:lnTo>
                  <a:pt x="3499" y="1464"/>
                </a:lnTo>
                <a:lnTo>
                  <a:pt x="3500" y="1485"/>
                </a:lnTo>
                <a:lnTo>
                  <a:pt x="3558" y="1432"/>
                </a:lnTo>
              </a:path>
              <a:path w="21600" h="21600">
                <a:moveTo>
                  <a:pt x="3658" y="1390"/>
                </a:moveTo>
                <a:lnTo>
                  <a:pt x="3646" y="1410"/>
                </a:lnTo>
                <a:lnTo>
                  <a:pt x="3624" y="1430"/>
                </a:lnTo>
                <a:lnTo>
                  <a:pt x="3598" y="1500"/>
                </a:lnTo>
                <a:lnTo>
                  <a:pt x="3590" y="1512"/>
                </a:lnTo>
                <a:lnTo>
                  <a:pt x="3585" y="1539"/>
                </a:lnTo>
                <a:lnTo>
                  <a:pt x="3584" y="1541"/>
                </a:lnTo>
                <a:lnTo>
                  <a:pt x="3630" y="1562"/>
                </a:lnTo>
                <a:lnTo>
                  <a:pt x="3739" y="1552"/>
                </a:lnTo>
                <a:lnTo>
                  <a:pt x="3744" y="1548"/>
                </a:lnTo>
                <a:lnTo>
                  <a:pt x="3773" y="1488"/>
                </a:lnTo>
                <a:lnTo>
                  <a:pt x="3733" y="1430"/>
                </a:lnTo>
              </a:path>
              <a:path w="21600" h="21600">
                <a:moveTo>
                  <a:pt x="4268" y="1390"/>
                </a:moveTo>
                <a:lnTo>
                  <a:pt x="4237" y="1463"/>
                </a:lnTo>
                <a:lnTo>
                  <a:pt x="4276" y="1486"/>
                </a:lnTo>
                <a:lnTo>
                  <a:pt x="4325" y="1477"/>
                </a:lnTo>
              </a:path>
              <a:path w="21600" h="21600">
                <a:moveTo>
                  <a:pt x="2563" y="1388"/>
                </a:moveTo>
                <a:cubicBezTo>
                  <a:pt x="2548" y="1389"/>
                  <a:pt x="2532" y="1390"/>
                  <a:pt x="2516" y="1391"/>
                </a:cubicBezTo>
                <a:lnTo>
                  <a:pt x="2456" y="1394"/>
                </a:lnTo>
                <a:lnTo>
                  <a:pt x="2466" y="1419"/>
                </a:lnTo>
                <a:lnTo>
                  <a:pt x="2483" y="1468"/>
                </a:lnTo>
                <a:lnTo>
                  <a:pt x="2626" y="1459"/>
                </a:lnTo>
                <a:lnTo>
                  <a:pt x="2572" y="1392"/>
                </a:lnTo>
              </a:path>
              <a:path w="21600" h="21600">
                <a:moveTo>
                  <a:pt x="9170" y="1387"/>
                </a:moveTo>
                <a:cubicBezTo>
                  <a:pt x="9176" y="1389"/>
                  <a:pt x="9182" y="1392"/>
                  <a:pt x="9188" y="1395"/>
                </a:cubicBezTo>
                <a:lnTo>
                  <a:pt x="9214" y="1407"/>
                </a:lnTo>
                <a:lnTo>
                  <a:pt x="9244" y="1399"/>
                </a:lnTo>
                <a:lnTo>
                  <a:pt x="9238" y="1389"/>
                </a:lnTo>
                <a:cubicBezTo>
                  <a:pt x="9225" y="1381"/>
                  <a:pt x="9202" y="1381"/>
                  <a:pt x="9170" y="1387"/>
                </a:cubicBezTo>
              </a:path>
              <a:path w="21600" h="21600">
                <a:moveTo>
                  <a:pt x="4607" y="1385"/>
                </a:moveTo>
                <a:lnTo>
                  <a:pt x="4608" y="1421"/>
                </a:lnTo>
                <a:lnTo>
                  <a:pt x="4629" y="1417"/>
                </a:lnTo>
              </a:path>
              <a:path w="21600" h="21600">
                <a:moveTo>
                  <a:pt x="8010" y="1383"/>
                </a:moveTo>
                <a:lnTo>
                  <a:pt x="7956" y="1441"/>
                </a:lnTo>
                <a:lnTo>
                  <a:pt x="7801" y="1626"/>
                </a:lnTo>
                <a:lnTo>
                  <a:pt x="7863" y="1660"/>
                </a:lnTo>
                <a:cubicBezTo>
                  <a:pt x="7893" y="1643"/>
                  <a:pt x="7908" y="1639"/>
                  <a:pt x="7921" y="1650"/>
                </a:cubicBezTo>
                <a:cubicBezTo>
                  <a:pt x="7937" y="1662"/>
                  <a:pt x="7930" y="1680"/>
                  <a:pt x="7924" y="1695"/>
                </a:cubicBezTo>
                <a:cubicBezTo>
                  <a:pt x="7922" y="1700"/>
                  <a:pt x="7919" y="1707"/>
                  <a:pt x="7918" y="1713"/>
                </a:cubicBezTo>
                <a:lnTo>
                  <a:pt x="7909" y="1742"/>
                </a:lnTo>
                <a:lnTo>
                  <a:pt x="7883" y="1725"/>
                </a:lnTo>
                <a:cubicBezTo>
                  <a:pt x="7876" y="1721"/>
                  <a:pt x="7870" y="1716"/>
                  <a:pt x="7863" y="1712"/>
                </a:cubicBezTo>
                <a:cubicBezTo>
                  <a:pt x="7861" y="1713"/>
                  <a:pt x="7859" y="1714"/>
                  <a:pt x="7857" y="1715"/>
                </a:cubicBezTo>
                <a:cubicBezTo>
                  <a:pt x="7842" y="1751"/>
                  <a:pt x="7821" y="1790"/>
                  <a:pt x="7789" y="1830"/>
                </a:cubicBezTo>
                <a:lnTo>
                  <a:pt x="7737" y="1876"/>
                </a:lnTo>
                <a:lnTo>
                  <a:pt x="7978" y="1802"/>
                </a:lnTo>
                <a:lnTo>
                  <a:pt x="8078" y="1764"/>
                </a:lnTo>
                <a:lnTo>
                  <a:pt x="8086" y="1761"/>
                </a:lnTo>
                <a:lnTo>
                  <a:pt x="8110" y="1741"/>
                </a:lnTo>
                <a:lnTo>
                  <a:pt x="8168" y="1670"/>
                </a:lnTo>
                <a:lnTo>
                  <a:pt x="8243" y="1588"/>
                </a:lnTo>
                <a:lnTo>
                  <a:pt x="8216" y="1575"/>
                </a:lnTo>
                <a:cubicBezTo>
                  <a:pt x="8151" y="1544"/>
                  <a:pt x="8084" y="1511"/>
                  <a:pt x="8028" y="1464"/>
                </a:cubicBezTo>
                <a:cubicBezTo>
                  <a:pt x="8024" y="1460"/>
                  <a:pt x="8019" y="1444"/>
                  <a:pt x="8016" y="1417"/>
                </a:cubicBezTo>
              </a:path>
              <a:path w="21600" h="21600">
                <a:moveTo>
                  <a:pt x="1839" y="1377"/>
                </a:moveTo>
                <a:lnTo>
                  <a:pt x="1835" y="1395"/>
                </a:lnTo>
                <a:lnTo>
                  <a:pt x="1844" y="1394"/>
                </a:lnTo>
              </a:path>
              <a:path w="21600" h="21600">
                <a:moveTo>
                  <a:pt x="6442" y="1372"/>
                </a:moveTo>
                <a:lnTo>
                  <a:pt x="6292" y="1492"/>
                </a:lnTo>
                <a:lnTo>
                  <a:pt x="6068" y="1622"/>
                </a:lnTo>
                <a:lnTo>
                  <a:pt x="6087" y="1654"/>
                </a:lnTo>
                <a:cubicBezTo>
                  <a:pt x="6152" y="1701"/>
                  <a:pt x="6221" y="1743"/>
                  <a:pt x="6289" y="1785"/>
                </a:cubicBezTo>
                <a:lnTo>
                  <a:pt x="6362" y="1832"/>
                </a:lnTo>
                <a:lnTo>
                  <a:pt x="6531" y="1731"/>
                </a:lnTo>
                <a:lnTo>
                  <a:pt x="6607" y="1669"/>
                </a:lnTo>
                <a:lnTo>
                  <a:pt x="6551" y="1634"/>
                </a:lnTo>
                <a:cubicBezTo>
                  <a:pt x="6526" y="1616"/>
                  <a:pt x="6506" y="1560"/>
                  <a:pt x="6464" y="1433"/>
                </a:cubicBezTo>
                <a:lnTo>
                  <a:pt x="6452" y="1396"/>
                </a:lnTo>
              </a:path>
              <a:path w="21600" h="21600">
                <a:moveTo>
                  <a:pt x="9653" y="1369"/>
                </a:moveTo>
                <a:lnTo>
                  <a:pt x="9494" y="1425"/>
                </a:lnTo>
                <a:lnTo>
                  <a:pt x="9325" y="1509"/>
                </a:lnTo>
                <a:lnTo>
                  <a:pt x="9325" y="1512"/>
                </a:lnTo>
                <a:lnTo>
                  <a:pt x="9323" y="1510"/>
                </a:lnTo>
                <a:lnTo>
                  <a:pt x="9258" y="1543"/>
                </a:lnTo>
                <a:lnTo>
                  <a:pt x="9168" y="1640"/>
                </a:lnTo>
                <a:lnTo>
                  <a:pt x="9668" y="1375"/>
                </a:lnTo>
              </a:path>
              <a:path w="21600" h="21600">
                <a:moveTo>
                  <a:pt x="2872" y="1365"/>
                </a:moveTo>
                <a:lnTo>
                  <a:pt x="2690" y="1380"/>
                </a:lnTo>
                <a:lnTo>
                  <a:pt x="2700" y="1407"/>
                </a:lnTo>
                <a:lnTo>
                  <a:pt x="2921" y="1510"/>
                </a:lnTo>
              </a:path>
              <a:path w="21600" h="21600">
                <a:moveTo>
                  <a:pt x="8514" y="1355"/>
                </a:moveTo>
                <a:lnTo>
                  <a:pt x="8331" y="1557"/>
                </a:lnTo>
                <a:lnTo>
                  <a:pt x="8369" y="1553"/>
                </a:lnTo>
                <a:cubicBezTo>
                  <a:pt x="8389" y="1566"/>
                  <a:pt x="8387" y="1590"/>
                  <a:pt x="8385" y="1614"/>
                </a:cubicBezTo>
                <a:cubicBezTo>
                  <a:pt x="8385" y="1619"/>
                  <a:pt x="8384" y="1625"/>
                  <a:pt x="8384" y="1630"/>
                </a:cubicBezTo>
                <a:lnTo>
                  <a:pt x="8382" y="1668"/>
                </a:lnTo>
                <a:lnTo>
                  <a:pt x="8349" y="1647"/>
                </a:lnTo>
                <a:cubicBezTo>
                  <a:pt x="8329" y="1634"/>
                  <a:pt x="8309" y="1623"/>
                  <a:pt x="8288" y="1612"/>
                </a:cubicBezTo>
                <a:cubicBezTo>
                  <a:pt x="8272" y="1639"/>
                  <a:pt x="8251" y="1673"/>
                  <a:pt x="8217" y="1711"/>
                </a:cubicBezTo>
                <a:lnTo>
                  <a:pt x="8194" y="1729"/>
                </a:lnTo>
                <a:lnTo>
                  <a:pt x="8450" y="1654"/>
                </a:lnTo>
                <a:lnTo>
                  <a:pt x="8533" y="1622"/>
                </a:lnTo>
                <a:lnTo>
                  <a:pt x="8599" y="1574"/>
                </a:lnTo>
                <a:cubicBezTo>
                  <a:pt x="8631" y="1544"/>
                  <a:pt x="8653" y="1516"/>
                  <a:pt x="8672" y="1493"/>
                </a:cubicBezTo>
                <a:cubicBezTo>
                  <a:pt x="8620" y="1469"/>
                  <a:pt x="8568" y="1442"/>
                  <a:pt x="8522" y="1409"/>
                </a:cubicBezTo>
                <a:lnTo>
                  <a:pt x="8535" y="1391"/>
                </a:lnTo>
                <a:lnTo>
                  <a:pt x="8515" y="1385"/>
                </a:lnTo>
              </a:path>
              <a:path w="21600" h="21600">
                <a:moveTo>
                  <a:pt x="3061" y="1348"/>
                </a:moveTo>
                <a:lnTo>
                  <a:pt x="2919" y="1361"/>
                </a:lnTo>
                <a:lnTo>
                  <a:pt x="2977" y="1537"/>
                </a:lnTo>
                <a:lnTo>
                  <a:pt x="2995" y="1545"/>
                </a:lnTo>
                <a:lnTo>
                  <a:pt x="3118" y="1595"/>
                </a:lnTo>
                <a:lnTo>
                  <a:pt x="3144" y="1594"/>
                </a:lnTo>
                <a:lnTo>
                  <a:pt x="3098" y="1365"/>
                </a:lnTo>
              </a:path>
              <a:path w="21600" h="21600">
                <a:moveTo>
                  <a:pt x="10171" y="1348"/>
                </a:moveTo>
                <a:lnTo>
                  <a:pt x="9729" y="1590"/>
                </a:lnTo>
                <a:lnTo>
                  <a:pt x="9531" y="1702"/>
                </a:lnTo>
                <a:lnTo>
                  <a:pt x="9494" y="1744"/>
                </a:lnTo>
                <a:lnTo>
                  <a:pt x="9455" y="1792"/>
                </a:lnTo>
                <a:lnTo>
                  <a:pt x="9773" y="1634"/>
                </a:lnTo>
                <a:lnTo>
                  <a:pt x="10067" y="1463"/>
                </a:lnTo>
              </a:path>
              <a:path w="21600" h="21600">
                <a:moveTo>
                  <a:pt x="9722" y="1346"/>
                </a:moveTo>
                <a:lnTo>
                  <a:pt x="9720" y="1346"/>
                </a:lnTo>
                <a:lnTo>
                  <a:pt x="9721" y="1347"/>
                </a:lnTo>
                <a:lnTo>
                  <a:pt x="9722" y="1346"/>
                </a:lnTo>
              </a:path>
              <a:path w="21600" h="21600">
                <a:moveTo>
                  <a:pt x="10245" y="1341"/>
                </a:moveTo>
                <a:lnTo>
                  <a:pt x="10210" y="1380"/>
                </a:lnTo>
                <a:lnTo>
                  <a:pt x="10262" y="1349"/>
                </a:lnTo>
              </a:path>
              <a:path w="21600" h="21600">
                <a:moveTo>
                  <a:pt x="2475" y="1337"/>
                </a:moveTo>
                <a:lnTo>
                  <a:pt x="2467" y="1349"/>
                </a:lnTo>
                <a:lnTo>
                  <a:pt x="2492" y="1348"/>
                </a:lnTo>
              </a:path>
              <a:path w="21600" h="21600">
                <a:moveTo>
                  <a:pt x="4405" y="1330"/>
                </a:moveTo>
                <a:lnTo>
                  <a:pt x="4397" y="1421"/>
                </a:lnTo>
                <a:lnTo>
                  <a:pt x="4437" y="1455"/>
                </a:lnTo>
                <a:lnTo>
                  <a:pt x="4468" y="1449"/>
                </a:lnTo>
                <a:lnTo>
                  <a:pt x="4470" y="1389"/>
                </a:lnTo>
              </a:path>
              <a:path w="21600" h="21600">
                <a:moveTo>
                  <a:pt x="3299" y="1328"/>
                </a:moveTo>
                <a:lnTo>
                  <a:pt x="3159" y="1340"/>
                </a:lnTo>
                <a:lnTo>
                  <a:pt x="3164" y="1348"/>
                </a:lnTo>
                <a:lnTo>
                  <a:pt x="3315" y="1416"/>
                </a:lnTo>
                <a:lnTo>
                  <a:pt x="3315" y="1396"/>
                </a:lnTo>
              </a:path>
              <a:path w="21600" h="21600">
                <a:moveTo>
                  <a:pt x="9025" y="1323"/>
                </a:moveTo>
                <a:lnTo>
                  <a:pt x="8837" y="1506"/>
                </a:lnTo>
                <a:lnTo>
                  <a:pt x="8847" y="1529"/>
                </a:lnTo>
                <a:lnTo>
                  <a:pt x="8851" y="1527"/>
                </a:lnTo>
                <a:lnTo>
                  <a:pt x="8980" y="1479"/>
                </a:lnTo>
                <a:lnTo>
                  <a:pt x="9088" y="1397"/>
                </a:lnTo>
                <a:cubicBezTo>
                  <a:pt x="9063" y="1384"/>
                  <a:pt x="9037" y="1370"/>
                  <a:pt x="9014" y="1354"/>
                </a:cubicBezTo>
                <a:lnTo>
                  <a:pt x="9028" y="1336"/>
                </a:lnTo>
              </a:path>
              <a:path w="21600" h="21600">
                <a:moveTo>
                  <a:pt x="3449" y="1315"/>
                </a:moveTo>
                <a:lnTo>
                  <a:pt x="3345" y="1324"/>
                </a:lnTo>
                <a:lnTo>
                  <a:pt x="3360" y="1391"/>
                </a:lnTo>
                <a:lnTo>
                  <a:pt x="3360" y="1437"/>
                </a:lnTo>
                <a:lnTo>
                  <a:pt x="3428" y="1467"/>
                </a:lnTo>
                <a:lnTo>
                  <a:pt x="3453" y="1446"/>
                </a:lnTo>
              </a:path>
              <a:path w="21600" h="21600">
                <a:moveTo>
                  <a:pt x="3505" y="1311"/>
                </a:moveTo>
                <a:lnTo>
                  <a:pt x="3495" y="1312"/>
                </a:lnTo>
                <a:lnTo>
                  <a:pt x="3498" y="1410"/>
                </a:lnTo>
                <a:lnTo>
                  <a:pt x="3510" y="1400"/>
                </a:lnTo>
                <a:lnTo>
                  <a:pt x="3548" y="1333"/>
                </a:lnTo>
              </a:path>
              <a:path w="21600" h="21600">
                <a:moveTo>
                  <a:pt x="3912" y="1302"/>
                </a:moveTo>
                <a:lnTo>
                  <a:pt x="3845" y="1439"/>
                </a:lnTo>
                <a:lnTo>
                  <a:pt x="3973" y="1506"/>
                </a:lnTo>
                <a:lnTo>
                  <a:pt x="4031" y="1380"/>
                </a:lnTo>
              </a:path>
              <a:path w="21600" h="21600">
                <a:moveTo>
                  <a:pt x="5872" y="1301"/>
                </a:moveTo>
                <a:lnTo>
                  <a:pt x="5485" y="1520"/>
                </a:lnTo>
                <a:lnTo>
                  <a:pt x="5536" y="1628"/>
                </a:lnTo>
                <a:cubicBezTo>
                  <a:pt x="5556" y="1669"/>
                  <a:pt x="5576" y="1700"/>
                  <a:pt x="5592" y="1712"/>
                </a:cubicBezTo>
                <a:lnTo>
                  <a:pt x="5701" y="1784"/>
                </a:lnTo>
                <a:lnTo>
                  <a:pt x="6005" y="1607"/>
                </a:lnTo>
                <a:lnTo>
                  <a:pt x="5945" y="1460"/>
                </a:lnTo>
                <a:lnTo>
                  <a:pt x="5940" y="1449"/>
                </a:lnTo>
              </a:path>
              <a:path w="21600" h="21600">
                <a:moveTo>
                  <a:pt x="3625" y="1300"/>
                </a:moveTo>
                <a:lnTo>
                  <a:pt x="3625" y="1300"/>
                </a:lnTo>
                <a:lnTo>
                  <a:pt x="3625" y="1300"/>
                </a:lnTo>
              </a:path>
              <a:path w="21600" h="21600">
                <a:moveTo>
                  <a:pt x="729" y="1300"/>
                </a:moveTo>
                <a:lnTo>
                  <a:pt x="293" y="1399"/>
                </a:lnTo>
                <a:lnTo>
                  <a:pt x="506" y="1605"/>
                </a:lnTo>
                <a:lnTo>
                  <a:pt x="935" y="1511"/>
                </a:lnTo>
                <a:lnTo>
                  <a:pt x="788" y="1360"/>
                </a:lnTo>
              </a:path>
              <a:path w="21600" h="21600">
                <a:moveTo>
                  <a:pt x="2418" y="1300"/>
                </a:moveTo>
                <a:lnTo>
                  <a:pt x="2429" y="1326"/>
                </a:lnTo>
                <a:lnTo>
                  <a:pt x="2437" y="1312"/>
                </a:lnTo>
              </a:path>
              <a:path w="21600" h="21600">
                <a:moveTo>
                  <a:pt x="10870" y="1290"/>
                </a:moveTo>
                <a:lnTo>
                  <a:pt x="10607" y="1450"/>
                </a:lnTo>
                <a:lnTo>
                  <a:pt x="10373" y="1578"/>
                </a:lnTo>
                <a:lnTo>
                  <a:pt x="10289" y="1689"/>
                </a:lnTo>
                <a:lnTo>
                  <a:pt x="10635" y="1503"/>
                </a:lnTo>
                <a:lnTo>
                  <a:pt x="10651" y="1495"/>
                </a:lnTo>
                <a:lnTo>
                  <a:pt x="10728" y="1449"/>
                </a:lnTo>
                <a:lnTo>
                  <a:pt x="10773" y="1382"/>
                </a:lnTo>
              </a:path>
              <a:path w="21600" h="21600">
                <a:moveTo>
                  <a:pt x="4515" y="1290"/>
                </a:moveTo>
                <a:lnTo>
                  <a:pt x="4524" y="1366"/>
                </a:lnTo>
                <a:lnTo>
                  <a:pt x="4523" y="1378"/>
                </a:lnTo>
                <a:lnTo>
                  <a:pt x="4565" y="1416"/>
                </a:lnTo>
                <a:lnTo>
                  <a:pt x="4550" y="1324"/>
                </a:lnTo>
              </a:path>
              <a:path w="21600" h="21600">
                <a:moveTo>
                  <a:pt x="2145" y="1287"/>
                </a:moveTo>
                <a:lnTo>
                  <a:pt x="2144" y="1312"/>
                </a:lnTo>
                <a:lnTo>
                  <a:pt x="2161" y="1329"/>
                </a:lnTo>
              </a:path>
              <a:path w="21600" h="21600">
                <a:moveTo>
                  <a:pt x="10097" y="1282"/>
                </a:moveTo>
                <a:lnTo>
                  <a:pt x="9843" y="1412"/>
                </a:lnTo>
                <a:lnTo>
                  <a:pt x="9730" y="1477"/>
                </a:lnTo>
                <a:lnTo>
                  <a:pt x="9709" y="1500"/>
                </a:lnTo>
                <a:lnTo>
                  <a:pt x="9619" y="1603"/>
                </a:lnTo>
                <a:lnTo>
                  <a:pt x="9706" y="1553"/>
                </a:lnTo>
                <a:lnTo>
                  <a:pt x="10157" y="1306"/>
                </a:lnTo>
                <a:lnTo>
                  <a:pt x="10131" y="1297"/>
                </a:lnTo>
              </a:path>
              <a:path w="21600" h="21600">
                <a:moveTo>
                  <a:pt x="9591" y="1278"/>
                </a:moveTo>
                <a:lnTo>
                  <a:pt x="9581" y="1287"/>
                </a:lnTo>
                <a:lnTo>
                  <a:pt x="9607" y="1280"/>
                </a:lnTo>
              </a:path>
              <a:path w="21600" h="21600">
                <a:moveTo>
                  <a:pt x="3871" y="1277"/>
                </a:moveTo>
                <a:lnTo>
                  <a:pt x="3853" y="1281"/>
                </a:lnTo>
                <a:lnTo>
                  <a:pt x="3719" y="1292"/>
                </a:lnTo>
                <a:lnTo>
                  <a:pt x="3707" y="1312"/>
                </a:lnTo>
                <a:lnTo>
                  <a:pt x="3766" y="1398"/>
                </a:lnTo>
                <a:lnTo>
                  <a:pt x="3806" y="1419"/>
                </a:lnTo>
                <a:lnTo>
                  <a:pt x="3874" y="1279"/>
                </a:lnTo>
              </a:path>
              <a:path w="21600" h="21600">
                <a:moveTo>
                  <a:pt x="4590" y="1277"/>
                </a:moveTo>
                <a:lnTo>
                  <a:pt x="4599" y="1309"/>
                </a:lnTo>
                <a:lnTo>
                  <a:pt x="4620" y="1330"/>
                </a:lnTo>
                <a:lnTo>
                  <a:pt x="4619" y="1321"/>
                </a:lnTo>
              </a:path>
              <a:path w="21600" h="21600">
                <a:moveTo>
                  <a:pt x="9527" y="1270"/>
                </a:moveTo>
                <a:lnTo>
                  <a:pt x="9500" y="1296"/>
                </a:lnTo>
                <a:lnTo>
                  <a:pt x="9515" y="1286"/>
                </a:lnTo>
              </a:path>
              <a:path w="21600" h="21600">
                <a:moveTo>
                  <a:pt x="2887" y="1267"/>
                </a:moveTo>
                <a:lnTo>
                  <a:pt x="2904" y="1316"/>
                </a:lnTo>
                <a:lnTo>
                  <a:pt x="2976" y="1310"/>
                </a:lnTo>
                <a:lnTo>
                  <a:pt x="2928" y="1288"/>
                </a:lnTo>
              </a:path>
              <a:path w="21600" h="21600">
                <a:moveTo>
                  <a:pt x="10038" y="1256"/>
                </a:moveTo>
                <a:lnTo>
                  <a:pt x="9904" y="1300"/>
                </a:lnTo>
                <a:lnTo>
                  <a:pt x="9886" y="1310"/>
                </a:lnTo>
                <a:lnTo>
                  <a:pt x="9830" y="1369"/>
                </a:lnTo>
                <a:lnTo>
                  <a:pt x="10044" y="1259"/>
                </a:lnTo>
              </a:path>
              <a:path w="21600" h="21600">
                <a:moveTo>
                  <a:pt x="4135" y="1255"/>
                </a:moveTo>
                <a:lnTo>
                  <a:pt x="4082" y="1371"/>
                </a:lnTo>
                <a:lnTo>
                  <a:pt x="4200" y="1441"/>
                </a:lnTo>
                <a:lnTo>
                  <a:pt x="4225" y="1382"/>
                </a:lnTo>
                <a:lnTo>
                  <a:pt x="4229" y="1335"/>
                </a:lnTo>
              </a:path>
              <a:path w="21600" h="21600">
                <a:moveTo>
                  <a:pt x="1870" y="1246"/>
                </a:moveTo>
                <a:lnTo>
                  <a:pt x="1861" y="1283"/>
                </a:lnTo>
                <a:lnTo>
                  <a:pt x="1890" y="1390"/>
                </a:lnTo>
                <a:lnTo>
                  <a:pt x="1943" y="1385"/>
                </a:lnTo>
                <a:lnTo>
                  <a:pt x="1957" y="1344"/>
                </a:lnTo>
              </a:path>
              <a:path w="21600" h="21600">
                <a:moveTo>
                  <a:pt x="10171" y="1244"/>
                </a:moveTo>
                <a:lnTo>
                  <a:pt x="10146" y="1257"/>
                </a:lnTo>
                <a:lnTo>
                  <a:pt x="10187" y="1271"/>
                </a:lnTo>
              </a:path>
              <a:path w="21600" h="21600">
                <a:moveTo>
                  <a:pt x="4098" y="1231"/>
                </a:moveTo>
                <a:lnTo>
                  <a:pt x="3929" y="1265"/>
                </a:lnTo>
                <a:lnTo>
                  <a:pt x="3924" y="1277"/>
                </a:lnTo>
                <a:lnTo>
                  <a:pt x="4045" y="1349"/>
                </a:lnTo>
              </a:path>
              <a:path w="21600" h="21600">
                <a:moveTo>
                  <a:pt x="1252" y="1221"/>
                </a:moveTo>
                <a:lnTo>
                  <a:pt x="934" y="1254"/>
                </a:lnTo>
                <a:lnTo>
                  <a:pt x="780" y="1289"/>
                </a:lnTo>
                <a:lnTo>
                  <a:pt x="821" y="1331"/>
                </a:lnTo>
                <a:lnTo>
                  <a:pt x="986" y="1500"/>
                </a:lnTo>
                <a:lnTo>
                  <a:pt x="1194" y="1454"/>
                </a:lnTo>
                <a:lnTo>
                  <a:pt x="1446" y="1431"/>
                </a:lnTo>
                <a:lnTo>
                  <a:pt x="1327" y="1301"/>
                </a:lnTo>
              </a:path>
              <a:path w="21600" h="21600">
                <a:moveTo>
                  <a:pt x="14013" y="1220"/>
                </a:moveTo>
                <a:lnTo>
                  <a:pt x="13936" y="1294"/>
                </a:lnTo>
                <a:cubicBezTo>
                  <a:pt x="13585" y="1673"/>
                  <a:pt x="13311" y="2073"/>
                  <a:pt x="13122" y="2483"/>
                </a:cubicBezTo>
                <a:lnTo>
                  <a:pt x="12928" y="3026"/>
                </a:lnTo>
                <a:lnTo>
                  <a:pt x="12877" y="3237"/>
                </a:lnTo>
                <a:lnTo>
                  <a:pt x="12846" y="3431"/>
                </a:lnTo>
                <a:lnTo>
                  <a:pt x="12797" y="3936"/>
                </a:lnTo>
                <a:lnTo>
                  <a:pt x="12797" y="4102"/>
                </a:lnTo>
                <a:lnTo>
                  <a:pt x="12802" y="4501"/>
                </a:lnTo>
                <a:cubicBezTo>
                  <a:pt x="12825" y="4756"/>
                  <a:pt x="12868" y="5021"/>
                  <a:pt x="12930" y="5292"/>
                </a:cubicBezTo>
                <a:lnTo>
                  <a:pt x="12969" y="5437"/>
                </a:lnTo>
                <a:lnTo>
                  <a:pt x="12975" y="5246"/>
                </a:lnTo>
                <a:cubicBezTo>
                  <a:pt x="12972" y="5042"/>
                  <a:pt x="12963" y="4855"/>
                  <a:pt x="12954" y="4696"/>
                </a:cubicBezTo>
                <a:cubicBezTo>
                  <a:pt x="12889" y="3626"/>
                  <a:pt x="13030" y="2820"/>
                  <a:pt x="13413" y="2083"/>
                </a:cubicBezTo>
                <a:cubicBezTo>
                  <a:pt x="13523" y="1870"/>
                  <a:pt x="13653" y="1663"/>
                  <a:pt x="13800" y="1465"/>
                </a:cubicBezTo>
              </a:path>
              <a:path w="21600" h="21600">
                <a:moveTo>
                  <a:pt x="3765" y="1219"/>
                </a:moveTo>
                <a:lnTo>
                  <a:pt x="3748" y="1245"/>
                </a:lnTo>
                <a:lnTo>
                  <a:pt x="3805" y="1241"/>
                </a:lnTo>
              </a:path>
              <a:path w="21600" h="21600">
                <a:moveTo>
                  <a:pt x="4283" y="1217"/>
                </a:moveTo>
                <a:lnTo>
                  <a:pt x="4274" y="1316"/>
                </a:lnTo>
                <a:lnTo>
                  <a:pt x="4352" y="1382"/>
                </a:lnTo>
                <a:lnTo>
                  <a:pt x="4357" y="1285"/>
                </a:lnTo>
              </a:path>
              <a:path w="21600" h="21600">
                <a:moveTo>
                  <a:pt x="10576" y="1217"/>
                </a:moveTo>
                <a:lnTo>
                  <a:pt x="10138" y="1473"/>
                </a:lnTo>
                <a:lnTo>
                  <a:pt x="10109" y="1490"/>
                </a:lnTo>
                <a:lnTo>
                  <a:pt x="9987" y="1623"/>
                </a:lnTo>
                <a:lnTo>
                  <a:pt x="10181" y="1522"/>
                </a:lnTo>
                <a:cubicBezTo>
                  <a:pt x="10299" y="1455"/>
                  <a:pt x="10415" y="1384"/>
                  <a:pt x="10524" y="1318"/>
                </a:cubicBezTo>
                <a:lnTo>
                  <a:pt x="10526" y="1316"/>
                </a:lnTo>
                <a:lnTo>
                  <a:pt x="10613" y="1230"/>
                </a:lnTo>
                <a:lnTo>
                  <a:pt x="10609" y="1229"/>
                </a:lnTo>
              </a:path>
              <a:path w="21600" h="21600">
                <a:moveTo>
                  <a:pt x="3320" y="1215"/>
                </a:moveTo>
                <a:lnTo>
                  <a:pt x="3335" y="1280"/>
                </a:lnTo>
                <a:lnTo>
                  <a:pt x="3431" y="1272"/>
                </a:lnTo>
                <a:lnTo>
                  <a:pt x="3391" y="1251"/>
                </a:lnTo>
              </a:path>
              <a:path w="21600" h="21600">
                <a:moveTo>
                  <a:pt x="2276" y="1206"/>
                </a:moveTo>
                <a:lnTo>
                  <a:pt x="2277" y="1207"/>
                </a:lnTo>
                <a:lnTo>
                  <a:pt x="2212" y="1339"/>
                </a:lnTo>
                <a:lnTo>
                  <a:pt x="2221" y="1363"/>
                </a:lnTo>
                <a:lnTo>
                  <a:pt x="2392" y="1353"/>
                </a:lnTo>
                <a:lnTo>
                  <a:pt x="2353" y="1257"/>
                </a:lnTo>
                <a:lnTo>
                  <a:pt x="2277" y="1207"/>
                </a:lnTo>
                <a:lnTo>
                  <a:pt x="2277" y="1206"/>
                </a:lnTo>
              </a:path>
              <a:path w="21600" h="21600">
                <a:moveTo>
                  <a:pt x="5278" y="1206"/>
                </a:moveTo>
                <a:lnTo>
                  <a:pt x="5136" y="1283"/>
                </a:lnTo>
                <a:lnTo>
                  <a:pt x="4865" y="1382"/>
                </a:lnTo>
                <a:lnTo>
                  <a:pt x="4957" y="1537"/>
                </a:lnTo>
                <a:lnTo>
                  <a:pt x="5022" y="1661"/>
                </a:lnTo>
                <a:lnTo>
                  <a:pt x="5390" y="1525"/>
                </a:lnTo>
                <a:lnTo>
                  <a:pt x="5429" y="1503"/>
                </a:lnTo>
                <a:lnTo>
                  <a:pt x="5428" y="1501"/>
                </a:lnTo>
              </a:path>
              <a:path w="21600" h="21600">
                <a:moveTo>
                  <a:pt x="4240" y="1203"/>
                </a:moveTo>
                <a:lnTo>
                  <a:pt x="4203" y="1210"/>
                </a:lnTo>
                <a:lnTo>
                  <a:pt x="4235" y="1261"/>
                </a:lnTo>
              </a:path>
              <a:path w="21600" h="21600">
                <a:moveTo>
                  <a:pt x="12755" y="1194"/>
                </a:moveTo>
                <a:lnTo>
                  <a:pt x="12691" y="1243"/>
                </a:lnTo>
                <a:cubicBezTo>
                  <a:pt x="12554" y="1353"/>
                  <a:pt x="12429" y="1460"/>
                  <a:pt x="12311" y="1569"/>
                </a:cubicBezTo>
                <a:lnTo>
                  <a:pt x="12180" y="1709"/>
                </a:lnTo>
                <a:lnTo>
                  <a:pt x="12061" y="1880"/>
                </a:lnTo>
                <a:cubicBezTo>
                  <a:pt x="11773" y="2378"/>
                  <a:pt x="11656" y="2853"/>
                  <a:pt x="11583" y="3270"/>
                </a:cubicBezTo>
                <a:cubicBezTo>
                  <a:pt x="11526" y="3588"/>
                  <a:pt x="11453" y="3898"/>
                  <a:pt x="11359" y="4218"/>
                </a:cubicBezTo>
                <a:lnTo>
                  <a:pt x="11346" y="4260"/>
                </a:lnTo>
                <a:lnTo>
                  <a:pt x="11468" y="4754"/>
                </a:lnTo>
                <a:lnTo>
                  <a:pt x="11482" y="4709"/>
                </a:lnTo>
                <a:cubicBezTo>
                  <a:pt x="11509" y="4613"/>
                  <a:pt x="11532" y="4525"/>
                  <a:pt x="11551" y="4449"/>
                </a:cubicBezTo>
                <a:lnTo>
                  <a:pt x="11643" y="3975"/>
                </a:lnTo>
                <a:lnTo>
                  <a:pt x="11624" y="3646"/>
                </a:lnTo>
                <a:cubicBezTo>
                  <a:pt x="11635" y="3245"/>
                  <a:pt x="11729" y="2861"/>
                  <a:pt x="11902" y="2505"/>
                </a:cubicBezTo>
                <a:lnTo>
                  <a:pt x="12089" y="2205"/>
                </a:lnTo>
                <a:lnTo>
                  <a:pt x="12182" y="1990"/>
                </a:lnTo>
                <a:cubicBezTo>
                  <a:pt x="12275" y="1814"/>
                  <a:pt x="12388" y="1635"/>
                  <a:pt x="12525" y="1455"/>
                </a:cubicBezTo>
              </a:path>
              <a:path w="21600" h="21600">
                <a:moveTo>
                  <a:pt x="4417" y="1194"/>
                </a:moveTo>
                <a:lnTo>
                  <a:pt x="4410" y="1274"/>
                </a:lnTo>
                <a:lnTo>
                  <a:pt x="4472" y="1330"/>
                </a:lnTo>
                <a:lnTo>
                  <a:pt x="4474" y="1250"/>
                </a:lnTo>
                <a:lnTo>
                  <a:pt x="4474" y="1249"/>
                </a:lnTo>
              </a:path>
              <a:path w="21600" h="21600">
                <a:moveTo>
                  <a:pt x="3713" y="1190"/>
                </a:moveTo>
                <a:lnTo>
                  <a:pt x="3690" y="1250"/>
                </a:lnTo>
                <a:lnTo>
                  <a:pt x="3693" y="1250"/>
                </a:lnTo>
                <a:lnTo>
                  <a:pt x="3726" y="1197"/>
                </a:lnTo>
              </a:path>
              <a:path w="21600" h="21600">
                <a:moveTo>
                  <a:pt x="11249" y="1188"/>
                </a:moveTo>
                <a:lnTo>
                  <a:pt x="10766" y="1478"/>
                </a:lnTo>
                <a:lnTo>
                  <a:pt x="10656" y="1637"/>
                </a:lnTo>
                <a:lnTo>
                  <a:pt x="11062" y="1392"/>
                </a:lnTo>
                <a:lnTo>
                  <a:pt x="11098" y="1370"/>
                </a:lnTo>
              </a:path>
              <a:path w="21600" h="21600">
                <a:moveTo>
                  <a:pt x="2565" y="1185"/>
                </a:moveTo>
                <a:lnTo>
                  <a:pt x="2522" y="1258"/>
                </a:lnTo>
                <a:lnTo>
                  <a:pt x="2589" y="1342"/>
                </a:lnTo>
                <a:lnTo>
                  <a:pt x="2626" y="1339"/>
                </a:lnTo>
              </a:path>
              <a:path w="21600" h="21600">
                <a:moveTo>
                  <a:pt x="10641" y="1178"/>
                </a:moveTo>
                <a:lnTo>
                  <a:pt x="10625" y="1188"/>
                </a:lnTo>
                <a:lnTo>
                  <a:pt x="10650" y="1194"/>
                </a:lnTo>
                <a:lnTo>
                  <a:pt x="10651" y="1193"/>
                </a:lnTo>
              </a:path>
              <a:path w="21600" h="21600">
                <a:moveTo>
                  <a:pt x="4363" y="1178"/>
                </a:moveTo>
                <a:lnTo>
                  <a:pt x="4316" y="1187"/>
                </a:lnTo>
                <a:lnTo>
                  <a:pt x="4360" y="1228"/>
                </a:lnTo>
              </a:path>
              <a:path w="21600" h="21600">
                <a:moveTo>
                  <a:pt x="1695" y="1176"/>
                </a:moveTo>
                <a:lnTo>
                  <a:pt x="1307" y="1215"/>
                </a:lnTo>
                <a:lnTo>
                  <a:pt x="1361" y="1272"/>
                </a:lnTo>
                <a:lnTo>
                  <a:pt x="1501" y="1426"/>
                </a:lnTo>
                <a:lnTo>
                  <a:pt x="1687" y="1408"/>
                </a:lnTo>
                <a:lnTo>
                  <a:pt x="1686" y="1395"/>
                </a:lnTo>
              </a:path>
              <a:path w="21600" h="21600">
                <a:moveTo>
                  <a:pt x="1783" y="1167"/>
                </a:moveTo>
                <a:lnTo>
                  <a:pt x="1782" y="1167"/>
                </a:lnTo>
                <a:lnTo>
                  <a:pt x="1774" y="1311"/>
                </a:lnTo>
                <a:lnTo>
                  <a:pt x="1788" y="1399"/>
                </a:lnTo>
                <a:lnTo>
                  <a:pt x="1789" y="1399"/>
                </a:lnTo>
                <a:lnTo>
                  <a:pt x="1815" y="1286"/>
                </a:lnTo>
              </a:path>
              <a:path w="21600" h="21600">
                <a:moveTo>
                  <a:pt x="10335" y="1166"/>
                </a:moveTo>
                <a:lnTo>
                  <a:pt x="10317" y="1171"/>
                </a:lnTo>
                <a:lnTo>
                  <a:pt x="10308" y="1174"/>
                </a:lnTo>
                <a:lnTo>
                  <a:pt x="10211" y="1223"/>
                </a:lnTo>
                <a:lnTo>
                  <a:pt x="10232" y="1265"/>
                </a:lnTo>
                <a:lnTo>
                  <a:pt x="10259" y="1250"/>
                </a:lnTo>
              </a:path>
              <a:path w="21600" h="21600">
                <a:moveTo>
                  <a:pt x="13425" y="1165"/>
                </a:moveTo>
                <a:lnTo>
                  <a:pt x="13124" y="1431"/>
                </a:lnTo>
                <a:lnTo>
                  <a:pt x="12784" y="1826"/>
                </a:lnTo>
                <a:lnTo>
                  <a:pt x="12540" y="2271"/>
                </a:lnTo>
                <a:cubicBezTo>
                  <a:pt x="12287" y="2846"/>
                  <a:pt x="12219" y="3397"/>
                  <a:pt x="12191" y="3881"/>
                </a:cubicBezTo>
                <a:cubicBezTo>
                  <a:pt x="12180" y="4074"/>
                  <a:pt x="12164" y="4256"/>
                  <a:pt x="12143" y="4431"/>
                </a:cubicBezTo>
                <a:lnTo>
                  <a:pt x="12117" y="4598"/>
                </a:lnTo>
                <a:lnTo>
                  <a:pt x="12222" y="5117"/>
                </a:lnTo>
                <a:lnTo>
                  <a:pt x="12249" y="5200"/>
                </a:lnTo>
                <a:lnTo>
                  <a:pt x="12253" y="5177"/>
                </a:lnTo>
                <a:cubicBezTo>
                  <a:pt x="12307" y="4836"/>
                  <a:pt x="12337" y="4488"/>
                  <a:pt x="12347" y="4082"/>
                </a:cubicBezTo>
                <a:cubicBezTo>
                  <a:pt x="12363" y="3442"/>
                  <a:pt x="12448" y="2601"/>
                  <a:pt x="12968" y="1768"/>
                </a:cubicBezTo>
                <a:cubicBezTo>
                  <a:pt x="13091" y="1573"/>
                  <a:pt x="13228" y="1387"/>
                  <a:pt x="13381" y="1210"/>
                </a:cubicBezTo>
              </a:path>
              <a:path w="21600" h="21600">
                <a:moveTo>
                  <a:pt x="10509" y="1163"/>
                </a:moveTo>
                <a:lnTo>
                  <a:pt x="10308" y="1273"/>
                </a:lnTo>
                <a:lnTo>
                  <a:pt x="10257" y="1328"/>
                </a:lnTo>
                <a:lnTo>
                  <a:pt x="10265" y="1348"/>
                </a:lnTo>
                <a:lnTo>
                  <a:pt x="10523" y="1197"/>
                </a:lnTo>
                <a:lnTo>
                  <a:pt x="10492" y="1185"/>
                </a:lnTo>
              </a:path>
              <a:path w="21600" h="21600">
                <a:moveTo>
                  <a:pt x="11087" y="1158"/>
                </a:moveTo>
                <a:lnTo>
                  <a:pt x="10997" y="1212"/>
                </a:lnTo>
                <a:lnTo>
                  <a:pt x="10831" y="1384"/>
                </a:lnTo>
                <a:lnTo>
                  <a:pt x="10827" y="1389"/>
                </a:lnTo>
                <a:lnTo>
                  <a:pt x="11179" y="1178"/>
                </a:lnTo>
                <a:lnTo>
                  <a:pt x="11151" y="1170"/>
                </a:lnTo>
                <a:cubicBezTo>
                  <a:pt x="11131" y="1164"/>
                  <a:pt x="11110" y="1161"/>
                  <a:pt x="11089" y="1158"/>
                </a:cubicBezTo>
              </a:path>
              <a:path w="21600" h="21600">
                <a:moveTo>
                  <a:pt x="1915" y="1153"/>
                </a:moveTo>
                <a:lnTo>
                  <a:pt x="1891" y="1156"/>
                </a:lnTo>
                <a:lnTo>
                  <a:pt x="1882" y="1195"/>
                </a:lnTo>
                <a:lnTo>
                  <a:pt x="1900" y="1215"/>
                </a:lnTo>
                <a:cubicBezTo>
                  <a:pt x="1918" y="1235"/>
                  <a:pt x="1936" y="1255"/>
                  <a:pt x="1954" y="1276"/>
                </a:cubicBezTo>
                <a:cubicBezTo>
                  <a:pt x="1945" y="1249"/>
                  <a:pt x="1936" y="1222"/>
                  <a:pt x="1928" y="1196"/>
                </a:cubicBezTo>
              </a:path>
              <a:path w="21600" h="21600">
                <a:moveTo>
                  <a:pt x="4455" y="1151"/>
                </a:moveTo>
                <a:lnTo>
                  <a:pt x="4443" y="1155"/>
                </a:lnTo>
                <a:lnTo>
                  <a:pt x="4459" y="1171"/>
                </a:lnTo>
              </a:path>
              <a:path w="21600" h="21600">
                <a:moveTo>
                  <a:pt x="3643" y="1150"/>
                </a:moveTo>
                <a:lnTo>
                  <a:pt x="3644" y="1167"/>
                </a:lnTo>
                <a:lnTo>
                  <a:pt x="3650" y="1155"/>
                </a:lnTo>
              </a:path>
              <a:path w="21600" h="21600">
                <a:moveTo>
                  <a:pt x="10697" y="1148"/>
                </a:moveTo>
                <a:lnTo>
                  <a:pt x="10673" y="1160"/>
                </a:lnTo>
                <a:lnTo>
                  <a:pt x="10678" y="1167"/>
                </a:lnTo>
              </a:path>
              <a:path w="21600" h="21600">
                <a:moveTo>
                  <a:pt x="3986" y="1148"/>
                </a:moveTo>
                <a:lnTo>
                  <a:pt x="3953" y="1216"/>
                </a:lnTo>
                <a:lnTo>
                  <a:pt x="4061" y="1194"/>
                </a:lnTo>
              </a:path>
              <a:path w="21600" h="21600">
                <a:moveTo>
                  <a:pt x="2309" y="1147"/>
                </a:moveTo>
                <a:lnTo>
                  <a:pt x="2299" y="1166"/>
                </a:lnTo>
                <a:lnTo>
                  <a:pt x="2323" y="1181"/>
                </a:lnTo>
              </a:path>
              <a:path w="21600" h="21600">
                <a:moveTo>
                  <a:pt x="2217" y="1146"/>
                </a:moveTo>
                <a:lnTo>
                  <a:pt x="2159" y="1194"/>
                </a:lnTo>
                <a:lnTo>
                  <a:pt x="2191" y="1282"/>
                </a:lnTo>
                <a:lnTo>
                  <a:pt x="2242" y="1177"/>
                </a:lnTo>
              </a:path>
              <a:path w="21600" h="21600">
                <a:moveTo>
                  <a:pt x="4498" y="1143"/>
                </a:moveTo>
                <a:lnTo>
                  <a:pt x="4507" y="1218"/>
                </a:lnTo>
                <a:lnTo>
                  <a:pt x="4538" y="1249"/>
                </a:lnTo>
                <a:lnTo>
                  <a:pt x="4526" y="1179"/>
                </a:lnTo>
                <a:lnTo>
                  <a:pt x="4515" y="1161"/>
                </a:lnTo>
              </a:path>
              <a:path w="21600" h="21600">
                <a:moveTo>
                  <a:pt x="2028" y="1141"/>
                </a:moveTo>
                <a:lnTo>
                  <a:pt x="2028" y="1142"/>
                </a:lnTo>
                <a:lnTo>
                  <a:pt x="1961" y="1149"/>
                </a:lnTo>
                <a:lnTo>
                  <a:pt x="1972" y="1183"/>
                </a:lnTo>
                <a:lnTo>
                  <a:pt x="1992" y="1245"/>
                </a:lnTo>
                <a:lnTo>
                  <a:pt x="2028" y="1142"/>
                </a:lnTo>
                <a:lnTo>
                  <a:pt x="2028" y="1142"/>
                </a:lnTo>
              </a:path>
              <a:path w="21600" h="21600">
                <a:moveTo>
                  <a:pt x="2090" y="1137"/>
                </a:moveTo>
                <a:lnTo>
                  <a:pt x="2078" y="1138"/>
                </a:lnTo>
                <a:lnTo>
                  <a:pt x="2015" y="1316"/>
                </a:lnTo>
                <a:lnTo>
                  <a:pt x="2030" y="1362"/>
                </a:lnTo>
                <a:lnTo>
                  <a:pt x="2042" y="1376"/>
                </a:lnTo>
                <a:lnTo>
                  <a:pt x="2130" y="1367"/>
                </a:lnTo>
                <a:lnTo>
                  <a:pt x="2102" y="1328"/>
                </a:lnTo>
                <a:lnTo>
                  <a:pt x="2107" y="1184"/>
                </a:lnTo>
                <a:lnTo>
                  <a:pt x="2105" y="1178"/>
                </a:lnTo>
              </a:path>
              <a:path w="21600" h="21600">
                <a:moveTo>
                  <a:pt x="2169" y="1132"/>
                </a:moveTo>
                <a:lnTo>
                  <a:pt x="2137" y="1134"/>
                </a:lnTo>
                <a:lnTo>
                  <a:pt x="2144" y="1153"/>
                </a:lnTo>
              </a:path>
              <a:path w="21600" h="21600">
                <a:moveTo>
                  <a:pt x="2269" y="1125"/>
                </a:moveTo>
                <a:lnTo>
                  <a:pt x="2261" y="1126"/>
                </a:lnTo>
                <a:lnTo>
                  <a:pt x="2254" y="1126"/>
                </a:lnTo>
                <a:lnTo>
                  <a:pt x="2262" y="1137"/>
                </a:lnTo>
              </a:path>
              <a:path w="21600" h="21600">
                <a:moveTo>
                  <a:pt x="2352" y="1120"/>
                </a:moveTo>
                <a:lnTo>
                  <a:pt x="2347" y="1120"/>
                </a:lnTo>
                <a:lnTo>
                  <a:pt x="2388" y="1223"/>
                </a:lnTo>
                <a:lnTo>
                  <a:pt x="2462" y="1270"/>
                </a:lnTo>
                <a:lnTo>
                  <a:pt x="2467" y="1261"/>
                </a:lnTo>
                <a:lnTo>
                  <a:pt x="2405" y="1184"/>
                </a:lnTo>
              </a:path>
              <a:path w="21600" h="21600">
                <a:moveTo>
                  <a:pt x="2605" y="1118"/>
                </a:moveTo>
                <a:lnTo>
                  <a:pt x="2594" y="1136"/>
                </a:lnTo>
                <a:lnTo>
                  <a:pt x="2672" y="1335"/>
                </a:lnTo>
                <a:lnTo>
                  <a:pt x="2857" y="1320"/>
                </a:lnTo>
                <a:lnTo>
                  <a:pt x="2829" y="1236"/>
                </a:lnTo>
              </a:path>
              <a:path w="21600" h="21600">
                <a:moveTo>
                  <a:pt x="10598" y="1114"/>
                </a:moveTo>
                <a:lnTo>
                  <a:pt x="10566" y="1132"/>
                </a:lnTo>
                <a:lnTo>
                  <a:pt x="10554" y="1168"/>
                </a:lnTo>
                <a:lnTo>
                  <a:pt x="10555" y="1168"/>
                </a:lnTo>
                <a:lnTo>
                  <a:pt x="10566" y="1171"/>
                </a:lnTo>
                <a:lnTo>
                  <a:pt x="10617" y="1141"/>
                </a:lnTo>
              </a:path>
              <a:path w="21600" h="21600">
                <a:moveTo>
                  <a:pt x="10515" y="1110"/>
                </a:moveTo>
                <a:lnTo>
                  <a:pt x="10435" y="1135"/>
                </a:lnTo>
                <a:lnTo>
                  <a:pt x="10399" y="1174"/>
                </a:lnTo>
              </a:path>
              <a:path w="21600" h="21600">
                <a:moveTo>
                  <a:pt x="1902" y="1109"/>
                </a:moveTo>
                <a:lnTo>
                  <a:pt x="1901" y="1112"/>
                </a:lnTo>
                <a:lnTo>
                  <a:pt x="1903" y="1112"/>
                </a:lnTo>
              </a:path>
              <a:path w="21600" h="21600">
                <a:moveTo>
                  <a:pt x="4164" y="1108"/>
                </a:moveTo>
                <a:lnTo>
                  <a:pt x="4160" y="1143"/>
                </a:lnTo>
                <a:lnTo>
                  <a:pt x="4177" y="1171"/>
                </a:lnTo>
                <a:lnTo>
                  <a:pt x="4222" y="1162"/>
                </a:lnTo>
              </a:path>
              <a:path w="21600" h="21600">
                <a:moveTo>
                  <a:pt x="2535" y="1107"/>
                </a:moveTo>
                <a:lnTo>
                  <a:pt x="2406" y="1116"/>
                </a:lnTo>
                <a:lnTo>
                  <a:pt x="2440" y="1157"/>
                </a:lnTo>
                <a:lnTo>
                  <a:pt x="2491" y="1220"/>
                </a:lnTo>
                <a:lnTo>
                  <a:pt x="2544" y="1130"/>
                </a:lnTo>
              </a:path>
              <a:path w="21600" h="21600">
                <a:moveTo>
                  <a:pt x="3564" y="1107"/>
                </a:moveTo>
                <a:lnTo>
                  <a:pt x="3598" y="1156"/>
                </a:lnTo>
                <a:lnTo>
                  <a:pt x="3597" y="1125"/>
                </a:lnTo>
              </a:path>
              <a:path w="21600" h="21600">
                <a:moveTo>
                  <a:pt x="11613" y="1101"/>
                </a:moveTo>
                <a:lnTo>
                  <a:pt x="11131" y="1400"/>
                </a:lnTo>
                <a:lnTo>
                  <a:pt x="10959" y="1605"/>
                </a:lnTo>
                <a:lnTo>
                  <a:pt x="11035" y="1553"/>
                </a:lnTo>
                <a:lnTo>
                  <a:pt x="11396" y="1333"/>
                </a:lnTo>
                <a:lnTo>
                  <a:pt x="11446" y="1266"/>
                </a:lnTo>
              </a:path>
              <a:path w="21600" h="21600">
                <a:moveTo>
                  <a:pt x="3078" y="1093"/>
                </a:moveTo>
                <a:lnTo>
                  <a:pt x="3102" y="1158"/>
                </a:lnTo>
                <a:lnTo>
                  <a:pt x="3130" y="1297"/>
                </a:lnTo>
                <a:lnTo>
                  <a:pt x="3289" y="1284"/>
                </a:lnTo>
                <a:lnTo>
                  <a:pt x="3267" y="1188"/>
                </a:lnTo>
              </a:path>
              <a:path w="21600" h="21600">
                <a:moveTo>
                  <a:pt x="2780" y="1086"/>
                </a:moveTo>
                <a:lnTo>
                  <a:pt x="2659" y="1099"/>
                </a:lnTo>
                <a:lnTo>
                  <a:pt x="2658" y="1099"/>
                </a:lnTo>
                <a:lnTo>
                  <a:pt x="2658" y="1099"/>
                </a:lnTo>
                <a:lnTo>
                  <a:pt x="2659" y="1099"/>
                </a:lnTo>
                <a:lnTo>
                  <a:pt x="2810" y="1178"/>
                </a:lnTo>
              </a:path>
              <a:path w="21600" h="21600">
                <a:moveTo>
                  <a:pt x="4639" y="1084"/>
                </a:moveTo>
                <a:lnTo>
                  <a:pt x="4603" y="1097"/>
                </a:lnTo>
                <a:lnTo>
                  <a:pt x="4606" y="1102"/>
                </a:lnTo>
                <a:lnTo>
                  <a:pt x="4646" y="1216"/>
                </a:lnTo>
                <a:lnTo>
                  <a:pt x="4694" y="1296"/>
                </a:lnTo>
                <a:lnTo>
                  <a:pt x="4729" y="1386"/>
                </a:lnTo>
                <a:lnTo>
                  <a:pt x="4802" y="1359"/>
                </a:lnTo>
              </a:path>
              <a:path w="21600" h="21600">
                <a:moveTo>
                  <a:pt x="3488" y="1077"/>
                </a:moveTo>
                <a:lnTo>
                  <a:pt x="3493" y="1255"/>
                </a:lnTo>
                <a:lnTo>
                  <a:pt x="3513" y="1265"/>
                </a:lnTo>
                <a:lnTo>
                  <a:pt x="3587" y="1259"/>
                </a:lnTo>
                <a:lnTo>
                  <a:pt x="3593" y="1228"/>
                </a:lnTo>
              </a:path>
              <a:path w="21600" h="21600">
                <a:moveTo>
                  <a:pt x="2903" y="1073"/>
                </a:moveTo>
                <a:lnTo>
                  <a:pt x="2826" y="1081"/>
                </a:lnTo>
                <a:lnTo>
                  <a:pt x="2868" y="1208"/>
                </a:lnTo>
                <a:lnTo>
                  <a:pt x="2948" y="1249"/>
                </a:lnTo>
                <a:lnTo>
                  <a:pt x="3065" y="1302"/>
                </a:lnTo>
                <a:lnTo>
                  <a:pt x="3075" y="1301"/>
                </a:lnTo>
                <a:lnTo>
                  <a:pt x="2944" y="1126"/>
                </a:lnTo>
              </a:path>
              <a:path w="21600" h="21600">
                <a:moveTo>
                  <a:pt x="12639" y="1073"/>
                </a:moveTo>
                <a:lnTo>
                  <a:pt x="12277" y="1334"/>
                </a:lnTo>
                <a:lnTo>
                  <a:pt x="12122" y="1460"/>
                </a:lnTo>
                <a:lnTo>
                  <a:pt x="11904" y="1750"/>
                </a:lnTo>
                <a:lnTo>
                  <a:pt x="11566" y="2433"/>
                </a:lnTo>
                <a:lnTo>
                  <a:pt x="11829" y="2023"/>
                </a:lnTo>
                <a:lnTo>
                  <a:pt x="12147" y="1682"/>
                </a:lnTo>
                <a:lnTo>
                  <a:pt x="12378" y="1350"/>
                </a:lnTo>
              </a:path>
              <a:path w="21600" h="21600">
                <a:moveTo>
                  <a:pt x="4294" y="1073"/>
                </a:moveTo>
                <a:lnTo>
                  <a:pt x="4288" y="1148"/>
                </a:lnTo>
                <a:lnTo>
                  <a:pt x="4357" y="1135"/>
                </a:lnTo>
              </a:path>
              <a:path w="21600" h="21600">
                <a:moveTo>
                  <a:pt x="11029" y="1067"/>
                </a:moveTo>
                <a:lnTo>
                  <a:pt x="10724" y="1249"/>
                </a:lnTo>
                <a:lnTo>
                  <a:pt x="10733" y="1270"/>
                </a:lnTo>
                <a:lnTo>
                  <a:pt x="10707" y="1260"/>
                </a:lnTo>
                <a:lnTo>
                  <a:pt x="10548" y="1355"/>
                </a:lnTo>
                <a:lnTo>
                  <a:pt x="10547" y="1355"/>
                </a:lnTo>
                <a:lnTo>
                  <a:pt x="10529" y="1372"/>
                </a:lnTo>
                <a:lnTo>
                  <a:pt x="10438" y="1492"/>
                </a:lnTo>
                <a:lnTo>
                  <a:pt x="10583" y="1413"/>
                </a:lnTo>
                <a:cubicBezTo>
                  <a:pt x="10699" y="1345"/>
                  <a:pt x="10817" y="1272"/>
                  <a:pt x="10931" y="1201"/>
                </a:cubicBezTo>
                <a:lnTo>
                  <a:pt x="11017" y="1149"/>
                </a:lnTo>
                <a:lnTo>
                  <a:pt x="11026" y="1140"/>
                </a:lnTo>
                <a:lnTo>
                  <a:pt x="10985" y="1127"/>
                </a:lnTo>
                <a:lnTo>
                  <a:pt x="11012" y="1092"/>
                </a:lnTo>
                <a:cubicBezTo>
                  <a:pt x="11015" y="1091"/>
                  <a:pt x="11021" y="1086"/>
                  <a:pt x="11027" y="1072"/>
                </a:cubicBezTo>
              </a:path>
              <a:path w="21600" h="21600">
                <a:moveTo>
                  <a:pt x="2510" y="1062"/>
                </a:moveTo>
                <a:lnTo>
                  <a:pt x="2451" y="1069"/>
                </a:lnTo>
                <a:lnTo>
                  <a:pt x="2515" y="1065"/>
                </a:lnTo>
              </a:path>
              <a:path w="21600" h="21600">
                <a:moveTo>
                  <a:pt x="3016" y="1061"/>
                </a:moveTo>
                <a:lnTo>
                  <a:pt x="2954" y="1068"/>
                </a:lnTo>
                <a:lnTo>
                  <a:pt x="2980" y="1101"/>
                </a:lnTo>
                <a:lnTo>
                  <a:pt x="3069" y="1219"/>
                </a:lnTo>
                <a:lnTo>
                  <a:pt x="3058" y="1169"/>
                </a:lnTo>
                <a:lnTo>
                  <a:pt x="3020" y="1063"/>
                </a:lnTo>
              </a:path>
              <a:path w="21600" h="21600">
                <a:moveTo>
                  <a:pt x="3847" y="1060"/>
                </a:moveTo>
                <a:lnTo>
                  <a:pt x="3820" y="1131"/>
                </a:lnTo>
                <a:lnTo>
                  <a:pt x="3782" y="1192"/>
                </a:lnTo>
                <a:lnTo>
                  <a:pt x="3855" y="1236"/>
                </a:lnTo>
                <a:lnTo>
                  <a:pt x="3899" y="1227"/>
                </a:lnTo>
                <a:lnTo>
                  <a:pt x="3949" y="1124"/>
                </a:lnTo>
              </a:path>
              <a:path w="21600" h="21600">
                <a:moveTo>
                  <a:pt x="484" y="1053"/>
                </a:moveTo>
                <a:lnTo>
                  <a:pt x="41" y="1158"/>
                </a:lnTo>
                <a:lnTo>
                  <a:pt x="257" y="1364"/>
                </a:lnTo>
                <a:lnTo>
                  <a:pt x="693" y="1265"/>
                </a:lnTo>
                <a:lnTo>
                  <a:pt x="518" y="1088"/>
                </a:lnTo>
              </a:path>
              <a:path w="21600" h="21600">
                <a:moveTo>
                  <a:pt x="2590" y="1053"/>
                </a:moveTo>
                <a:cubicBezTo>
                  <a:pt x="2590" y="1053"/>
                  <a:pt x="2586" y="1053"/>
                  <a:pt x="2584" y="1053"/>
                </a:cubicBezTo>
                <a:lnTo>
                  <a:pt x="2581" y="1053"/>
                </a:lnTo>
                <a:lnTo>
                  <a:pt x="2587" y="1058"/>
                </a:lnTo>
              </a:path>
              <a:path w="21600" h="21600">
                <a:moveTo>
                  <a:pt x="11920" y="1051"/>
                </a:moveTo>
                <a:lnTo>
                  <a:pt x="11496" y="1323"/>
                </a:lnTo>
                <a:lnTo>
                  <a:pt x="11431" y="1363"/>
                </a:lnTo>
                <a:lnTo>
                  <a:pt x="11248" y="1608"/>
                </a:lnTo>
                <a:lnTo>
                  <a:pt x="11418" y="1483"/>
                </a:lnTo>
                <a:lnTo>
                  <a:pt x="11694" y="1304"/>
                </a:lnTo>
              </a:path>
              <a:path w="21600" h="21600">
                <a:moveTo>
                  <a:pt x="11083" y="1050"/>
                </a:moveTo>
                <a:cubicBezTo>
                  <a:pt x="11075" y="1079"/>
                  <a:pt x="11066" y="1097"/>
                  <a:pt x="11058" y="1109"/>
                </a:cubicBezTo>
                <a:lnTo>
                  <a:pt x="11058" y="1109"/>
                </a:lnTo>
                <a:lnTo>
                  <a:pt x="11095" y="1073"/>
                </a:lnTo>
              </a:path>
              <a:path w="21600" h="21600">
                <a:moveTo>
                  <a:pt x="4099" y="1049"/>
                </a:moveTo>
                <a:lnTo>
                  <a:pt x="4122" y="1084"/>
                </a:lnTo>
                <a:lnTo>
                  <a:pt x="4123" y="1071"/>
                </a:lnTo>
              </a:path>
              <a:path w="21600" h="21600">
                <a:moveTo>
                  <a:pt x="4404" y="1044"/>
                </a:moveTo>
                <a:lnTo>
                  <a:pt x="4411" y="1120"/>
                </a:lnTo>
                <a:lnTo>
                  <a:pt x="4447" y="1107"/>
                </a:lnTo>
                <a:lnTo>
                  <a:pt x="4442" y="1085"/>
                </a:lnTo>
              </a:path>
              <a:path w="21600" h="21600">
                <a:moveTo>
                  <a:pt x="4486" y="1040"/>
                </a:moveTo>
                <a:lnTo>
                  <a:pt x="4489" y="1070"/>
                </a:lnTo>
                <a:lnTo>
                  <a:pt x="4502" y="1083"/>
                </a:lnTo>
                <a:lnTo>
                  <a:pt x="4490" y="1048"/>
                </a:lnTo>
              </a:path>
              <a:path w="21600" h="21600">
                <a:moveTo>
                  <a:pt x="3232" y="1038"/>
                </a:moveTo>
                <a:lnTo>
                  <a:pt x="3096" y="1053"/>
                </a:lnTo>
                <a:lnTo>
                  <a:pt x="3254" y="1132"/>
                </a:lnTo>
              </a:path>
              <a:path w="21600" h="21600">
                <a:moveTo>
                  <a:pt x="6853" y="1036"/>
                </a:moveTo>
                <a:lnTo>
                  <a:pt x="6810" y="1079"/>
                </a:lnTo>
                <a:lnTo>
                  <a:pt x="6478" y="1343"/>
                </a:lnTo>
                <a:lnTo>
                  <a:pt x="6495" y="1383"/>
                </a:lnTo>
                <a:lnTo>
                  <a:pt x="6507" y="1420"/>
                </a:lnTo>
                <a:cubicBezTo>
                  <a:pt x="6534" y="1503"/>
                  <a:pt x="6563" y="1588"/>
                  <a:pt x="6578" y="1599"/>
                </a:cubicBezTo>
                <a:lnTo>
                  <a:pt x="6642" y="1640"/>
                </a:lnTo>
                <a:lnTo>
                  <a:pt x="6971" y="1369"/>
                </a:lnTo>
                <a:lnTo>
                  <a:pt x="6963" y="1342"/>
                </a:lnTo>
                <a:cubicBezTo>
                  <a:pt x="6936" y="1246"/>
                  <a:pt x="6897" y="1143"/>
                  <a:pt x="6853" y="1037"/>
                </a:cubicBezTo>
              </a:path>
              <a:path w="21600" h="21600">
                <a:moveTo>
                  <a:pt x="4036" y="1035"/>
                </a:moveTo>
                <a:lnTo>
                  <a:pt x="4034" y="1049"/>
                </a:lnTo>
                <a:lnTo>
                  <a:pt x="4006" y="1108"/>
                </a:lnTo>
                <a:lnTo>
                  <a:pt x="4103" y="1169"/>
                </a:lnTo>
                <a:lnTo>
                  <a:pt x="4111" y="1177"/>
                </a:lnTo>
                <a:lnTo>
                  <a:pt x="4114" y="1154"/>
                </a:lnTo>
              </a:path>
              <a:path w="21600" h="21600">
                <a:moveTo>
                  <a:pt x="2125" y="1032"/>
                </a:moveTo>
                <a:lnTo>
                  <a:pt x="2111" y="1063"/>
                </a:lnTo>
                <a:lnTo>
                  <a:pt x="2121" y="1092"/>
                </a:lnTo>
                <a:lnTo>
                  <a:pt x="2170" y="1088"/>
                </a:lnTo>
              </a:path>
              <a:path w="21600" h="21600">
                <a:moveTo>
                  <a:pt x="11577" y="1025"/>
                </a:moveTo>
                <a:cubicBezTo>
                  <a:pt x="11574" y="1033"/>
                  <a:pt x="11570" y="1040"/>
                  <a:pt x="11567" y="1045"/>
                </a:cubicBezTo>
                <a:cubicBezTo>
                  <a:pt x="11570" y="1045"/>
                  <a:pt x="11572" y="1045"/>
                  <a:pt x="11575" y="1045"/>
                </a:cubicBezTo>
                <a:lnTo>
                  <a:pt x="11575" y="1045"/>
                </a:lnTo>
                <a:cubicBezTo>
                  <a:pt x="11579" y="1045"/>
                  <a:pt x="11583" y="1045"/>
                  <a:pt x="11587" y="1045"/>
                </a:cubicBezTo>
                <a:cubicBezTo>
                  <a:pt x="11586" y="1044"/>
                  <a:pt x="11585" y="1042"/>
                  <a:pt x="11584" y="1040"/>
                </a:cubicBezTo>
                <a:cubicBezTo>
                  <a:pt x="11582" y="1035"/>
                  <a:pt x="11579" y="1030"/>
                  <a:pt x="11577" y="1025"/>
                </a:cubicBezTo>
              </a:path>
              <a:path w="21600" h="21600">
                <a:moveTo>
                  <a:pt x="3408" y="1020"/>
                </a:moveTo>
                <a:lnTo>
                  <a:pt x="3278" y="1033"/>
                </a:lnTo>
                <a:lnTo>
                  <a:pt x="3307" y="1159"/>
                </a:lnTo>
                <a:lnTo>
                  <a:pt x="3411" y="1212"/>
                </a:lnTo>
                <a:lnTo>
                  <a:pt x="3447" y="1231"/>
                </a:lnTo>
                <a:lnTo>
                  <a:pt x="3441" y="1038"/>
                </a:lnTo>
              </a:path>
              <a:path w="21600" h="21600">
                <a:moveTo>
                  <a:pt x="10828" y="1018"/>
                </a:moveTo>
                <a:lnTo>
                  <a:pt x="10761" y="1038"/>
                </a:lnTo>
                <a:lnTo>
                  <a:pt x="10721" y="1047"/>
                </a:lnTo>
                <a:lnTo>
                  <a:pt x="10628" y="1098"/>
                </a:lnTo>
                <a:lnTo>
                  <a:pt x="10647" y="1124"/>
                </a:lnTo>
                <a:lnTo>
                  <a:pt x="10806" y="1040"/>
                </a:lnTo>
              </a:path>
              <a:path w="21600" h="21600">
                <a:moveTo>
                  <a:pt x="3780" y="1018"/>
                </a:moveTo>
                <a:lnTo>
                  <a:pt x="3741" y="1085"/>
                </a:lnTo>
                <a:lnTo>
                  <a:pt x="3734" y="1132"/>
                </a:lnTo>
                <a:lnTo>
                  <a:pt x="3725" y="1158"/>
                </a:lnTo>
                <a:lnTo>
                  <a:pt x="3743" y="1169"/>
                </a:lnTo>
                <a:lnTo>
                  <a:pt x="3779" y="1112"/>
                </a:lnTo>
                <a:lnTo>
                  <a:pt x="3802" y="1032"/>
                </a:lnTo>
              </a:path>
              <a:path w="21600" h="21600">
                <a:moveTo>
                  <a:pt x="11531" y="1017"/>
                </a:moveTo>
                <a:lnTo>
                  <a:pt x="11411" y="1091"/>
                </a:lnTo>
                <a:lnTo>
                  <a:pt x="11321" y="1172"/>
                </a:lnTo>
                <a:lnTo>
                  <a:pt x="11218" y="1295"/>
                </a:lnTo>
                <a:lnTo>
                  <a:pt x="11554" y="1087"/>
                </a:lnTo>
                <a:lnTo>
                  <a:pt x="11478" y="1072"/>
                </a:lnTo>
                <a:lnTo>
                  <a:pt x="11505" y="1037"/>
                </a:lnTo>
                <a:cubicBezTo>
                  <a:pt x="11510" y="1041"/>
                  <a:pt x="11513" y="1040"/>
                  <a:pt x="11513" y="1040"/>
                </a:cubicBezTo>
                <a:cubicBezTo>
                  <a:pt x="11515" y="1040"/>
                  <a:pt x="11520" y="1037"/>
                  <a:pt x="11526" y="1028"/>
                </a:cubicBezTo>
              </a:path>
              <a:path w="21600" h="21600">
                <a:moveTo>
                  <a:pt x="12459" y="1017"/>
                </a:moveTo>
                <a:lnTo>
                  <a:pt x="12318" y="1112"/>
                </a:lnTo>
                <a:lnTo>
                  <a:pt x="11965" y="1355"/>
                </a:lnTo>
                <a:lnTo>
                  <a:pt x="11745" y="1623"/>
                </a:lnTo>
                <a:lnTo>
                  <a:pt x="11595" y="1892"/>
                </a:lnTo>
                <a:lnTo>
                  <a:pt x="11875" y="1605"/>
                </a:lnTo>
                <a:lnTo>
                  <a:pt x="12092" y="1428"/>
                </a:lnTo>
                <a:lnTo>
                  <a:pt x="12230" y="1245"/>
                </a:lnTo>
              </a:path>
              <a:path w="21600" h="21600">
                <a:moveTo>
                  <a:pt x="6289" y="1012"/>
                </a:moveTo>
                <a:lnTo>
                  <a:pt x="6024" y="1215"/>
                </a:lnTo>
                <a:lnTo>
                  <a:pt x="5913" y="1278"/>
                </a:lnTo>
                <a:lnTo>
                  <a:pt x="5984" y="1432"/>
                </a:lnTo>
                <a:lnTo>
                  <a:pt x="5988" y="1444"/>
                </a:lnTo>
                <a:cubicBezTo>
                  <a:pt x="6008" y="1494"/>
                  <a:pt x="6027" y="1542"/>
                  <a:pt x="6044" y="1580"/>
                </a:cubicBezTo>
                <a:lnTo>
                  <a:pt x="6046" y="1584"/>
                </a:lnTo>
                <a:lnTo>
                  <a:pt x="6266" y="1456"/>
                </a:lnTo>
                <a:lnTo>
                  <a:pt x="6425" y="1329"/>
                </a:lnTo>
                <a:lnTo>
                  <a:pt x="6328" y="1092"/>
                </a:lnTo>
              </a:path>
              <a:path w="21600" h="21600">
                <a:moveTo>
                  <a:pt x="12225" y="1007"/>
                </a:moveTo>
                <a:lnTo>
                  <a:pt x="11907" y="1217"/>
                </a:lnTo>
                <a:lnTo>
                  <a:pt x="11723" y="1337"/>
                </a:lnTo>
                <a:lnTo>
                  <a:pt x="11582" y="1494"/>
                </a:lnTo>
                <a:lnTo>
                  <a:pt x="11473" y="1670"/>
                </a:lnTo>
                <a:lnTo>
                  <a:pt x="11835" y="1389"/>
                </a:lnTo>
                <a:lnTo>
                  <a:pt x="11933" y="1321"/>
                </a:lnTo>
                <a:lnTo>
                  <a:pt x="12082" y="1141"/>
                </a:lnTo>
              </a:path>
              <a:path w="21600" h="21600">
                <a:moveTo>
                  <a:pt x="7387" y="1006"/>
                </a:moveTo>
                <a:lnTo>
                  <a:pt x="7275" y="1125"/>
                </a:lnTo>
                <a:cubicBezTo>
                  <a:pt x="7210" y="1198"/>
                  <a:pt x="7142" y="1273"/>
                  <a:pt x="7068" y="1345"/>
                </a:cubicBezTo>
                <a:lnTo>
                  <a:pt x="7022" y="1383"/>
                </a:lnTo>
                <a:lnTo>
                  <a:pt x="7027" y="1401"/>
                </a:lnTo>
                <a:cubicBezTo>
                  <a:pt x="7044" y="1466"/>
                  <a:pt x="7063" y="1532"/>
                  <a:pt x="7072" y="1543"/>
                </a:cubicBezTo>
                <a:lnTo>
                  <a:pt x="7228" y="1639"/>
                </a:lnTo>
                <a:lnTo>
                  <a:pt x="7293" y="1583"/>
                </a:lnTo>
                <a:lnTo>
                  <a:pt x="7492" y="1362"/>
                </a:lnTo>
                <a:lnTo>
                  <a:pt x="7476" y="1290"/>
                </a:lnTo>
              </a:path>
              <a:path w="21600" h="21600">
                <a:moveTo>
                  <a:pt x="2906" y="1005"/>
                </a:moveTo>
                <a:lnTo>
                  <a:pt x="2922" y="1026"/>
                </a:lnTo>
                <a:lnTo>
                  <a:pt x="2942" y="1024"/>
                </a:lnTo>
              </a:path>
              <a:path w="21600" h="21600">
                <a:moveTo>
                  <a:pt x="3590" y="1000"/>
                </a:moveTo>
                <a:lnTo>
                  <a:pt x="3583" y="1001"/>
                </a:lnTo>
                <a:lnTo>
                  <a:pt x="3496" y="1010"/>
                </a:lnTo>
                <a:lnTo>
                  <a:pt x="3511" y="1031"/>
                </a:lnTo>
                <a:lnTo>
                  <a:pt x="3594" y="1081"/>
                </a:lnTo>
              </a:path>
              <a:path w="21600" h="21600">
                <a:moveTo>
                  <a:pt x="11001" y="987"/>
                </a:moveTo>
                <a:lnTo>
                  <a:pt x="10847" y="1068"/>
                </a:lnTo>
                <a:lnTo>
                  <a:pt x="10705" y="1204"/>
                </a:lnTo>
                <a:lnTo>
                  <a:pt x="10707" y="1208"/>
                </a:lnTo>
                <a:lnTo>
                  <a:pt x="11028" y="1016"/>
                </a:lnTo>
                <a:lnTo>
                  <a:pt x="11047" y="1006"/>
                </a:lnTo>
                <a:lnTo>
                  <a:pt x="11048" y="1004"/>
                </a:lnTo>
              </a:path>
              <a:path w="21600" h="21600">
                <a:moveTo>
                  <a:pt x="2406" y="986"/>
                </a:moveTo>
                <a:lnTo>
                  <a:pt x="2367" y="1051"/>
                </a:lnTo>
                <a:lnTo>
                  <a:pt x="2469" y="1031"/>
                </a:lnTo>
              </a:path>
              <a:path w="21600" h="21600">
                <a:moveTo>
                  <a:pt x="7921" y="984"/>
                </a:moveTo>
                <a:lnTo>
                  <a:pt x="7708" y="1185"/>
                </a:lnTo>
                <a:lnTo>
                  <a:pt x="7542" y="1372"/>
                </a:lnTo>
                <a:lnTo>
                  <a:pt x="7547" y="1395"/>
                </a:lnTo>
                <a:cubicBezTo>
                  <a:pt x="7556" y="1437"/>
                  <a:pt x="7564" y="1477"/>
                  <a:pt x="7569" y="1488"/>
                </a:cubicBezTo>
                <a:cubicBezTo>
                  <a:pt x="7625" y="1529"/>
                  <a:pt x="7685" y="1562"/>
                  <a:pt x="7749" y="1597"/>
                </a:cubicBezTo>
                <a:lnTo>
                  <a:pt x="7761" y="1603"/>
                </a:lnTo>
                <a:lnTo>
                  <a:pt x="7921" y="1412"/>
                </a:lnTo>
                <a:lnTo>
                  <a:pt x="8002" y="1326"/>
                </a:lnTo>
                <a:lnTo>
                  <a:pt x="7988" y="1237"/>
                </a:lnTo>
              </a:path>
              <a:path w="21600" h="21600">
                <a:moveTo>
                  <a:pt x="11199" y="974"/>
                </a:moveTo>
                <a:lnTo>
                  <a:pt x="11113" y="1021"/>
                </a:lnTo>
                <a:lnTo>
                  <a:pt x="11126" y="1044"/>
                </a:lnTo>
              </a:path>
              <a:path w="21600" h="21600">
                <a:moveTo>
                  <a:pt x="2078" y="974"/>
                </a:moveTo>
                <a:lnTo>
                  <a:pt x="2089" y="1004"/>
                </a:lnTo>
                <a:lnTo>
                  <a:pt x="2094" y="994"/>
                </a:lnTo>
              </a:path>
              <a:path w="21600" h="21600">
                <a:moveTo>
                  <a:pt x="3711" y="974"/>
                </a:moveTo>
                <a:lnTo>
                  <a:pt x="3634" y="990"/>
                </a:lnTo>
                <a:lnTo>
                  <a:pt x="3640" y="1108"/>
                </a:lnTo>
                <a:lnTo>
                  <a:pt x="3668" y="1124"/>
                </a:lnTo>
                <a:lnTo>
                  <a:pt x="3699" y="1070"/>
                </a:lnTo>
                <a:lnTo>
                  <a:pt x="3712" y="976"/>
                </a:lnTo>
              </a:path>
              <a:path w="21600" h="21600">
                <a:moveTo>
                  <a:pt x="8446" y="974"/>
                </a:moveTo>
                <a:lnTo>
                  <a:pt x="8310" y="1081"/>
                </a:lnTo>
                <a:cubicBezTo>
                  <a:pt x="8259" y="1126"/>
                  <a:pt x="8207" y="1176"/>
                  <a:pt x="8149" y="1235"/>
                </a:cubicBezTo>
                <a:lnTo>
                  <a:pt x="8050" y="1341"/>
                </a:lnTo>
                <a:lnTo>
                  <a:pt x="8061" y="1414"/>
                </a:lnTo>
                <a:cubicBezTo>
                  <a:pt x="8062" y="1424"/>
                  <a:pt x="8063" y="1432"/>
                  <a:pt x="8064" y="1437"/>
                </a:cubicBezTo>
                <a:cubicBezTo>
                  <a:pt x="8114" y="1478"/>
                  <a:pt x="8174" y="1507"/>
                  <a:pt x="8237" y="1538"/>
                </a:cubicBezTo>
                <a:lnTo>
                  <a:pt x="8272" y="1555"/>
                </a:lnTo>
                <a:lnTo>
                  <a:pt x="8511" y="1293"/>
                </a:lnTo>
                <a:lnTo>
                  <a:pt x="8500" y="1185"/>
                </a:lnTo>
              </a:path>
              <a:path w="21600" h="21600">
                <a:moveTo>
                  <a:pt x="1019" y="970"/>
                </a:moveTo>
                <a:lnTo>
                  <a:pt x="668" y="1010"/>
                </a:lnTo>
                <a:lnTo>
                  <a:pt x="535" y="1041"/>
                </a:lnTo>
                <a:lnTo>
                  <a:pt x="551" y="1058"/>
                </a:lnTo>
                <a:lnTo>
                  <a:pt x="744" y="1253"/>
                </a:lnTo>
                <a:lnTo>
                  <a:pt x="927" y="1212"/>
                </a:lnTo>
                <a:lnTo>
                  <a:pt x="1216" y="1182"/>
                </a:lnTo>
                <a:lnTo>
                  <a:pt x="1068" y="1024"/>
                </a:lnTo>
              </a:path>
              <a:path w="21600" h="21600">
                <a:moveTo>
                  <a:pt x="5707" y="969"/>
                </a:moveTo>
                <a:lnTo>
                  <a:pt x="5662" y="1000"/>
                </a:lnTo>
                <a:lnTo>
                  <a:pt x="5317" y="1185"/>
                </a:lnTo>
                <a:lnTo>
                  <a:pt x="5467" y="1481"/>
                </a:lnTo>
                <a:lnTo>
                  <a:pt x="5855" y="1262"/>
                </a:lnTo>
                <a:lnTo>
                  <a:pt x="5802" y="1148"/>
                </a:lnTo>
              </a:path>
              <a:path w="21600" h="21600">
                <a:moveTo>
                  <a:pt x="4181" y="961"/>
                </a:moveTo>
                <a:lnTo>
                  <a:pt x="4170" y="1053"/>
                </a:lnTo>
                <a:lnTo>
                  <a:pt x="4246" y="1123"/>
                </a:lnTo>
                <a:lnTo>
                  <a:pt x="4254" y="1033"/>
                </a:lnTo>
              </a:path>
              <a:path w="21600" h="21600">
                <a:moveTo>
                  <a:pt x="8976" y="960"/>
                </a:moveTo>
                <a:lnTo>
                  <a:pt x="8862" y="1043"/>
                </a:lnTo>
                <a:lnTo>
                  <a:pt x="8559" y="1309"/>
                </a:lnTo>
                <a:lnTo>
                  <a:pt x="8559" y="1316"/>
                </a:lnTo>
                <a:cubicBezTo>
                  <a:pt x="8561" y="1348"/>
                  <a:pt x="8561" y="1369"/>
                  <a:pt x="8560" y="1383"/>
                </a:cubicBezTo>
                <a:cubicBezTo>
                  <a:pt x="8604" y="1413"/>
                  <a:pt x="8652" y="1436"/>
                  <a:pt x="8703" y="1461"/>
                </a:cubicBezTo>
                <a:cubicBezTo>
                  <a:pt x="8759" y="1441"/>
                  <a:pt x="8793" y="1439"/>
                  <a:pt x="8816" y="1453"/>
                </a:cubicBezTo>
                <a:lnTo>
                  <a:pt x="8819" y="1462"/>
                </a:lnTo>
                <a:lnTo>
                  <a:pt x="9017" y="1268"/>
                </a:lnTo>
                <a:lnTo>
                  <a:pt x="9012" y="1133"/>
                </a:lnTo>
              </a:path>
              <a:path w="21600" h="21600">
                <a:moveTo>
                  <a:pt x="3825" y="951"/>
                </a:moveTo>
                <a:lnTo>
                  <a:pt x="3817" y="952"/>
                </a:lnTo>
                <a:lnTo>
                  <a:pt x="3801" y="980"/>
                </a:lnTo>
                <a:lnTo>
                  <a:pt x="3814" y="988"/>
                </a:lnTo>
              </a:path>
              <a:path w="21600" h="21600">
                <a:moveTo>
                  <a:pt x="14619" y="950"/>
                </a:moveTo>
                <a:lnTo>
                  <a:pt x="14343" y="1225"/>
                </a:lnTo>
                <a:cubicBezTo>
                  <a:pt x="13989" y="1622"/>
                  <a:pt x="13710" y="2040"/>
                  <a:pt x="13515" y="2469"/>
                </a:cubicBezTo>
                <a:lnTo>
                  <a:pt x="13314" y="3037"/>
                </a:lnTo>
                <a:lnTo>
                  <a:pt x="13249" y="3326"/>
                </a:lnTo>
                <a:lnTo>
                  <a:pt x="13222" y="3486"/>
                </a:lnTo>
                <a:lnTo>
                  <a:pt x="13171" y="4118"/>
                </a:lnTo>
                <a:lnTo>
                  <a:pt x="13195" y="4754"/>
                </a:lnTo>
                <a:lnTo>
                  <a:pt x="13285" y="5380"/>
                </a:lnTo>
                <a:lnTo>
                  <a:pt x="13415" y="5899"/>
                </a:lnTo>
                <a:lnTo>
                  <a:pt x="13410" y="5698"/>
                </a:lnTo>
                <a:cubicBezTo>
                  <a:pt x="13397" y="5480"/>
                  <a:pt x="13378" y="5279"/>
                  <a:pt x="13359" y="5105"/>
                </a:cubicBezTo>
                <a:cubicBezTo>
                  <a:pt x="13236" y="3957"/>
                  <a:pt x="13344" y="3090"/>
                  <a:pt x="13710" y="2292"/>
                </a:cubicBezTo>
                <a:cubicBezTo>
                  <a:pt x="13916" y="1843"/>
                  <a:pt x="14206" y="1415"/>
                  <a:pt x="14570" y="1020"/>
                </a:cubicBezTo>
              </a:path>
              <a:path w="21600" h="21600">
                <a:moveTo>
                  <a:pt x="4305" y="940"/>
                </a:moveTo>
                <a:lnTo>
                  <a:pt x="4299" y="1014"/>
                </a:lnTo>
                <a:lnTo>
                  <a:pt x="4368" y="1082"/>
                </a:lnTo>
                <a:lnTo>
                  <a:pt x="4369" y="1072"/>
                </a:lnTo>
                <a:lnTo>
                  <a:pt x="4356" y="994"/>
                </a:lnTo>
              </a:path>
              <a:path w="21600" h="21600">
                <a:moveTo>
                  <a:pt x="3255" y="934"/>
                </a:moveTo>
                <a:lnTo>
                  <a:pt x="3268" y="990"/>
                </a:lnTo>
                <a:lnTo>
                  <a:pt x="3341" y="982"/>
                </a:lnTo>
              </a:path>
              <a:path w="21600" h="21600">
                <a:moveTo>
                  <a:pt x="9501" y="928"/>
                </a:moveTo>
                <a:lnTo>
                  <a:pt x="9353" y="1037"/>
                </a:lnTo>
                <a:cubicBezTo>
                  <a:pt x="9275" y="1101"/>
                  <a:pt x="9188" y="1172"/>
                  <a:pt x="9092" y="1257"/>
                </a:cubicBezTo>
                <a:lnTo>
                  <a:pt x="9060" y="1289"/>
                </a:lnTo>
                <a:lnTo>
                  <a:pt x="9056" y="1328"/>
                </a:lnTo>
                <a:cubicBezTo>
                  <a:pt x="9076" y="1341"/>
                  <a:pt x="9097" y="1352"/>
                  <a:pt x="9120" y="1363"/>
                </a:cubicBezTo>
                <a:cubicBezTo>
                  <a:pt x="9123" y="1360"/>
                  <a:pt x="9125" y="1357"/>
                  <a:pt x="9129" y="1354"/>
                </a:cubicBezTo>
                <a:lnTo>
                  <a:pt x="9133" y="1350"/>
                </a:lnTo>
                <a:lnTo>
                  <a:pt x="9139" y="1348"/>
                </a:lnTo>
                <a:cubicBezTo>
                  <a:pt x="9195" y="1334"/>
                  <a:pt x="9234" y="1335"/>
                  <a:pt x="9261" y="1351"/>
                </a:cubicBezTo>
                <a:lnTo>
                  <a:pt x="9280" y="1389"/>
                </a:lnTo>
                <a:lnTo>
                  <a:pt x="9300" y="1383"/>
                </a:lnTo>
                <a:lnTo>
                  <a:pt x="9377" y="1354"/>
                </a:lnTo>
                <a:lnTo>
                  <a:pt x="9509" y="1227"/>
                </a:lnTo>
                <a:lnTo>
                  <a:pt x="9522" y="1214"/>
                </a:lnTo>
                <a:lnTo>
                  <a:pt x="9522" y="1211"/>
                </a:lnTo>
                <a:cubicBezTo>
                  <a:pt x="9525" y="1180"/>
                  <a:pt x="9527" y="1136"/>
                  <a:pt x="9525" y="1079"/>
                </a:cubicBezTo>
              </a:path>
              <a:path w="21600" h="21600">
                <a:moveTo>
                  <a:pt x="3947" y="925"/>
                </a:moveTo>
                <a:lnTo>
                  <a:pt x="3893" y="937"/>
                </a:lnTo>
                <a:lnTo>
                  <a:pt x="3862" y="1018"/>
                </a:lnTo>
                <a:lnTo>
                  <a:pt x="3968" y="1085"/>
                </a:lnTo>
                <a:lnTo>
                  <a:pt x="3990" y="1038"/>
                </a:lnTo>
                <a:lnTo>
                  <a:pt x="3999" y="978"/>
                </a:lnTo>
                <a:lnTo>
                  <a:pt x="3976" y="945"/>
                </a:lnTo>
              </a:path>
              <a:path w="21600" h="21600">
                <a:moveTo>
                  <a:pt x="2764" y="925"/>
                </a:moveTo>
                <a:lnTo>
                  <a:pt x="2805" y="1019"/>
                </a:lnTo>
                <a:lnTo>
                  <a:pt x="2811" y="1038"/>
                </a:lnTo>
                <a:lnTo>
                  <a:pt x="2871" y="1031"/>
                </a:lnTo>
                <a:lnTo>
                  <a:pt x="2808" y="951"/>
                </a:lnTo>
              </a:path>
              <a:path w="21600" h="21600">
                <a:moveTo>
                  <a:pt x="3630" y="924"/>
                </a:moveTo>
                <a:lnTo>
                  <a:pt x="3632" y="947"/>
                </a:lnTo>
                <a:lnTo>
                  <a:pt x="3658" y="941"/>
                </a:lnTo>
              </a:path>
              <a:path w="21600" h="21600">
                <a:moveTo>
                  <a:pt x="2180" y="913"/>
                </a:moveTo>
                <a:lnTo>
                  <a:pt x="2144" y="990"/>
                </a:lnTo>
                <a:lnTo>
                  <a:pt x="2221" y="1085"/>
                </a:lnTo>
                <a:lnTo>
                  <a:pt x="2225" y="1085"/>
                </a:lnTo>
                <a:lnTo>
                  <a:pt x="2234" y="1077"/>
                </a:lnTo>
                <a:lnTo>
                  <a:pt x="2278" y="1068"/>
                </a:lnTo>
                <a:lnTo>
                  <a:pt x="2270" y="1050"/>
                </a:lnTo>
                <a:lnTo>
                  <a:pt x="2248" y="995"/>
                </a:lnTo>
              </a:path>
              <a:path w="21600" h="21600">
                <a:moveTo>
                  <a:pt x="11499" y="909"/>
                </a:moveTo>
                <a:lnTo>
                  <a:pt x="11164" y="1111"/>
                </a:lnTo>
                <a:lnTo>
                  <a:pt x="11169" y="1121"/>
                </a:lnTo>
                <a:lnTo>
                  <a:pt x="11192" y="1170"/>
                </a:lnTo>
                <a:lnTo>
                  <a:pt x="11340" y="1082"/>
                </a:lnTo>
                <a:lnTo>
                  <a:pt x="11386" y="1053"/>
                </a:lnTo>
                <a:lnTo>
                  <a:pt x="11519" y="934"/>
                </a:lnTo>
              </a:path>
              <a:path w="21600" h="21600">
                <a:moveTo>
                  <a:pt x="1574" y="908"/>
                </a:moveTo>
                <a:lnTo>
                  <a:pt x="1073" y="964"/>
                </a:lnTo>
                <a:lnTo>
                  <a:pt x="1102" y="995"/>
                </a:lnTo>
                <a:lnTo>
                  <a:pt x="1271" y="1177"/>
                </a:lnTo>
                <a:lnTo>
                  <a:pt x="1697" y="1133"/>
                </a:lnTo>
                <a:lnTo>
                  <a:pt x="1698" y="1112"/>
                </a:lnTo>
                <a:lnTo>
                  <a:pt x="1687" y="1038"/>
                </a:lnTo>
                <a:lnTo>
                  <a:pt x="1619" y="961"/>
                </a:lnTo>
              </a:path>
              <a:path w="21600" h="21600">
                <a:moveTo>
                  <a:pt x="2453" y="908"/>
                </a:moveTo>
                <a:lnTo>
                  <a:pt x="2431" y="945"/>
                </a:lnTo>
                <a:lnTo>
                  <a:pt x="2487" y="986"/>
                </a:lnTo>
                <a:lnTo>
                  <a:pt x="2480" y="969"/>
                </a:lnTo>
              </a:path>
              <a:path w="21600" h="21600">
                <a:moveTo>
                  <a:pt x="4391" y="905"/>
                </a:moveTo>
                <a:lnTo>
                  <a:pt x="4397" y="973"/>
                </a:lnTo>
                <a:lnTo>
                  <a:pt x="4427" y="1005"/>
                </a:lnTo>
                <a:lnTo>
                  <a:pt x="4413" y="929"/>
                </a:lnTo>
              </a:path>
              <a:path w="21600" h="21600">
                <a:moveTo>
                  <a:pt x="1671" y="897"/>
                </a:moveTo>
                <a:lnTo>
                  <a:pt x="1626" y="903"/>
                </a:lnTo>
                <a:lnTo>
                  <a:pt x="1653" y="934"/>
                </a:lnTo>
                <a:lnTo>
                  <a:pt x="1675" y="960"/>
                </a:lnTo>
                <a:lnTo>
                  <a:pt x="1670" y="928"/>
                </a:lnTo>
              </a:path>
              <a:path w="21600" h="21600">
                <a:moveTo>
                  <a:pt x="4110" y="891"/>
                </a:moveTo>
                <a:lnTo>
                  <a:pt x="4055" y="903"/>
                </a:lnTo>
                <a:lnTo>
                  <a:pt x="4049" y="942"/>
                </a:lnTo>
                <a:lnTo>
                  <a:pt x="4130" y="1016"/>
                </a:lnTo>
                <a:lnTo>
                  <a:pt x="4141" y="922"/>
                </a:lnTo>
              </a:path>
              <a:path w="21600" h="21600">
                <a:moveTo>
                  <a:pt x="1774" y="886"/>
                </a:moveTo>
                <a:lnTo>
                  <a:pt x="1774" y="886"/>
                </a:lnTo>
                <a:lnTo>
                  <a:pt x="1774" y="887"/>
                </a:lnTo>
              </a:path>
              <a:path w="21600" h="21600">
                <a:moveTo>
                  <a:pt x="5090" y="879"/>
                </a:moveTo>
                <a:lnTo>
                  <a:pt x="4862" y="1003"/>
                </a:lnTo>
                <a:lnTo>
                  <a:pt x="4680" y="1069"/>
                </a:lnTo>
                <a:lnTo>
                  <a:pt x="4843" y="1344"/>
                </a:lnTo>
                <a:lnTo>
                  <a:pt x="5116" y="1245"/>
                </a:lnTo>
                <a:lnTo>
                  <a:pt x="5257" y="1168"/>
                </a:lnTo>
                <a:lnTo>
                  <a:pt x="5097" y="892"/>
                </a:lnTo>
              </a:path>
              <a:path w="21600" h="21600">
                <a:moveTo>
                  <a:pt x="1834" y="879"/>
                </a:moveTo>
                <a:lnTo>
                  <a:pt x="1823" y="880"/>
                </a:lnTo>
                <a:lnTo>
                  <a:pt x="1794" y="1005"/>
                </a:lnTo>
                <a:lnTo>
                  <a:pt x="1807" y="1077"/>
                </a:lnTo>
                <a:lnTo>
                  <a:pt x="1818" y="1121"/>
                </a:lnTo>
                <a:lnTo>
                  <a:pt x="1855" y="1117"/>
                </a:lnTo>
                <a:lnTo>
                  <a:pt x="1861" y="1092"/>
                </a:lnTo>
                <a:lnTo>
                  <a:pt x="1880" y="1034"/>
                </a:lnTo>
              </a:path>
              <a:path w="21600" h="21600">
                <a:moveTo>
                  <a:pt x="12917" y="875"/>
                </a:moveTo>
                <a:lnTo>
                  <a:pt x="12815" y="947"/>
                </a:lnTo>
                <a:lnTo>
                  <a:pt x="12411" y="1377"/>
                </a:lnTo>
                <a:lnTo>
                  <a:pt x="12325" y="1500"/>
                </a:lnTo>
                <a:lnTo>
                  <a:pt x="12663" y="1210"/>
                </a:lnTo>
                <a:lnTo>
                  <a:pt x="12898" y="1032"/>
                </a:lnTo>
                <a:lnTo>
                  <a:pt x="12964" y="957"/>
                </a:lnTo>
                <a:lnTo>
                  <a:pt x="13015" y="913"/>
                </a:lnTo>
                <a:lnTo>
                  <a:pt x="12956" y="903"/>
                </a:lnTo>
              </a:path>
              <a:path w="21600" h="21600">
                <a:moveTo>
                  <a:pt x="11293" y="874"/>
                </a:moveTo>
                <a:lnTo>
                  <a:pt x="11145" y="910"/>
                </a:lnTo>
                <a:lnTo>
                  <a:pt x="11105" y="932"/>
                </a:lnTo>
                <a:lnTo>
                  <a:pt x="11098" y="979"/>
                </a:lnTo>
              </a:path>
              <a:path w="21600" h="21600">
                <a:moveTo>
                  <a:pt x="1934" y="868"/>
                </a:moveTo>
                <a:lnTo>
                  <a:pt x="1880" y="874"/>
                </a:lnTo>
                <a:lnTo>
                  <a:pt x="1905" y="958"/>
                </a:lnTo>
                <a:lnTo>
                  <a:pt x="1935" y="869"/>
                </a:lnTo>
              </a:path>
              <a:path w="21600" h="21600">
                <a:moveTo>
                  <a:pt x="2245" y="867"/>
                </a:moveTo>
                <a:lnTo>
                  <a:pt x="2285" y="968"/>
                </a:lnTo>
                <a:lnTo>
                  <a:pt x="2287" y="972"/>
                </a:lnTo>
                <a:lnTo>
                  <a:pt x="2330" y="1024"/>
                </a:lnTo>
                <a:lnTo>
                  <a:pt x="2369" y="959"/>
                </a:lnTo>
              </a:path>
              <a:path w="21600" h="21600">
                <a:moveTo>
                  <a:pt x="11573" y="866"/>
                </a:moveTo>
                <a:lnTo>
                  <a:pt x="11540" y="885"/>
                </a:lnTo>
                <a:lnTo>
                  <a:pt x="11539" y="885"/>
                </a:lnTo>
                <a:lnTo>
                  <a:pt x="11556" y="901"/>
                </a:lnTo>
                <a:lnTo>
                  <a:pt x="11569" y="888"/>
                </a:lnTo>
                <a:lnTo>
                  <a:pt x="11573" y="867"/>
                </a:lnTo>
              </a:path>
              <a:path w="21600" h="21600">
                <a:moveTo>
                  <a:pt x="11990" y="866"/>
                </a:moveTo>
                <a:lnTo>
                  <a:pt x="11788" y="992"/>
                </a:lnTo>
                <a:lnTo>
                  <a:pt x="11525" y="1253"/>
                </a:lnTo>
                <a:lnTo>
                  <a:pt x="12031" y="928"/>
                </a:lnTo>
              </a:path>
              <a:path w="21600" h="21600">
                <a:moveTo>
                  <a:pt x="1990" y="864"/>
                </a:moveTo>
                <a:lnTo>
                  <a:pt x="1984" y="864"/>
                </a:lnTo>
                <a:lnTo>
                  <a:pt x="1927" y="1033"/>
                </a:lnTo>
                <a:lnTo>
                  <a:pt x="1949" y="1108"/>
                </a:lnTo>
                <a:lnTo>
                  <a:pt x="2046" y="1098"/>
                </a:lnTo>
                <a:lnTo>
                  <a:pt x="2063" y="1062"/>
                </a:lnTo>
              </a:path>
              <a:path w="21600" h="21600">
                <a:moveTo>
                  <a:pt x="10019" y="863"/>
                </a:moveTo>
                <a:lnTo>
                  <a:pt x="9987" y="883"/>
                </a:lnTo>
                <a:lnTo>
                  <a:pt x="9563" y="1236"/>
                </a:lnTo>
                <a:lnTo>
                  <a:pt x="9562" y="1246"/>
                </a:lnTo>
                <a:cubicBezTo>
                  <a:pt x="9564" y="1245"/>
                  <a:pt x="9566" y="1244"/>
                  <a:pt x="9567" y="1243"/>
                </a:cubicBezTo>
                <a:lnTo>
                  <a:pt x="9572" y="1239"/>
                </a:lnTo>
                <a:lnTo>
                  <a:pt x="9577" y="1238"/>
                </a:lnTo>
                <a:lnTo>
                  <a:pt x="9687" y="1258"/>
                </a:lnTo>
                <a:lnTo>
                  <a:pt x="9716" y="1251"/>
                </a:lnTo>
                <a:lnTo>
                  <a:pt x="9902" y="1179"/>
                </a:lnTo>
                <a:lnTo>
                  <a:pt x="9955" y="1164"/>
                </a:lnTo>
                <a:lnTo>
                  <a:pt x="10006" y="1130"/>
                </a:lnTo>
                <a:lnTo>
                  <a:pt x="10010" y="1127"/>
                </a:lnTo>
                <a:lnTo>
                  <a:pt x="10016" y="1127"/>
                </a:lnTo>
                <a:lnTo>
                  <a:pt x="10022" y="1126"/>
                </a:lnTo>
                <a:lnTo>
                  <a:pt x="10031" y="1119"/>
                </a:lnTo>
                <a:lnTo>
                  <a:pt x="10037" y="1026"/>
                </a:lnTo>
              </a:path>
              <a:path w="21600" h="21600">
                <a:moveTo>
                  <a:pt x="11415" y="858"/>
                </a:moveTo>
                <a:lnTo>
                  <a:pt x="11347" y="895"/>
                </a:lnTo>
                <a:lnTo>
                  <a:pt x="11140" y="1070"/>
                </a:lnTo>
                <a:lnTo>
                  <a:pt x="11142" y="1073"/>
                </a:lnTo>
                <a:lnTo>
                  <a:pt x="11471" y="874"/>
                </a:lnTo>
                <a:lnTo>
                  <a:pt x="11468" y="871"/>
                </a:lnTo>
              </a:path>
              <a:path w="21600" h="21600">
                <a:moveTo>
                  <a:pt x="2078" y="856"/>
                </a:moveTo>
                <a:lnTo>
                  <a:pt x="2036" y="860"/>
                </a:lnTo>
                <a:lnTo>
                  <a:pt x="2075" y="965"/>
                </a:lnTo>
              </a:path>
              <a:path w="21600" h="21600">
                <a:moveTo>
                  <a:pt x="2735" y="855"/>
                </a:moveTo>
                <a:lnTo>
                  <a:pt x="2736" y="859"/>
                </a:lnTo>
                <a:lnTo>
                  <a:pt x="2738" y="860"/>
                </a:lnTo>
              </a:path>
              <a:path w="21600" h="21600">
                <a:moveTo>
                  <a:pt x="4223" y="854"/>
                </a:moveTo>
                <a:lnTo>
                  <a:pt x="4192" y="865"/>
                </a:lnTo>
                <a:lnTo>
                  <a:pt x="4187" y="904"/>
                </a:lnTo>
                <a:lnTo>
                  <a:pt x="4259" y="974"/>
                </a:lnTo>
                <a:lnTo>
                  <a:pt x="4265" y="898"/>
                </a:lnTo>
              </a:path>
              <a:path w="21600" h="21600">
                <a:moveTo>
                  <a:pt x="13481" y="853"/>
                </a:moveTo>
                <a:lnTo>
                  <a:pt x="13105" y="1152"/>
                </a:lnTo>
                <a:lnTo>
                  <a:pt x="12964" y="1279"/>
                </a:lnTo>
                <a:lnTo>
                  <a:pt x="12710" y="1585"/>
                </a:lnTo>
                <a:cubicBezTo>
                  <a:pt x="12177" y="2332"/>
                  <a:pt x="12046" y="3062"/>
                  <a:pt x="11989" y="3677"/>
                </a:cubicBezTo>
                <a:cubicBezTo>
                  <a:pt x="11954" y="4044"/>
                  <a:pt x="11903" y="4370"/>
                  <a:pt x="11829" y="4702"/>
                </a:cubicBezTo>
                <a:lnTo>
                  <a:pt x="11812" y="4776"/>
                </a:lnTo>
                <a:lnTo>
                  <a:pt x="11868" y="5029"/>
                </a:lnTo>
                <a:lnTo>
                  <a:pt x="11950" y="5267"/>
                </a:lnTo>
                <a:lnTo>
                  <a:pt x="11955" y="5249"/>
                </a:lnTo>
                <a:cubicBezTo>
                  <a:pt x="11977" y="5152"/>
                  <a:pt x="11999" y="5048"/>
                  <a:pt x="12020" y="4935"/>
                </a:cubicBezTo>
                <a:lnTo>
                  <a:pt x="12072" y="4600"/>
                </a:lnTo>
                <a:lnTo>
                  <a:pt x="12028" y="4385"/>
                </a:lnTo>
                <a:cubicBezTo>
                  <a:pt x="11998" y="4144"/>
                  <a:pt x="11988" y="3910"/>
                  <a:pt x="11998" y="3685"/>
                </a:cubicBezTo>
                <a:cubicBezTo>
                  <a:pt x="12016" y="3268"/>
                  <a:pt x="12116" y="2867"/>
                  <a:pt x="12294" y="2492"/>
                </a:cubicBezTo>
                <a:cubicBezTo>
                  <a:pt x="12383" y="2306"/>
                  <a:pt x="12495" y="2122"/>
                  <a:pt x="12628" y="1940"/>
                </a:cubicBezTo>
                <a:lnTo>
                  <a:pt x="12745" y="1803"/>
                </a:lnTo>
                <a:lnTo>
                  <a:pt x="12822" y="1664"/>
                </a:lnTo>
                <a:cubicBezTo>
                  <a:pt x="12948" y="1475"/>
                  <a:pt x="13089" y="1295"/>
                  <a:pt x="13243" y="1125"/>
                </a:cubicBezTo>
                <a:lnTo>
                  <a:pt x="13522" y="860"/>
                </a:lnTo>
              </a:path>
              <a:path w="21600" h="21600">
                <a:moveTo>
                  <a:pt x="2131" y="851"/>
                </a:moveTo>
                <a:lnTo>
                  <a:pt x="2119" y="853"/>
                </a:lnTo>
                <a:lnTo>
                  <a:pt x="2117" y="945"/>
                </a:lnTo>
                <a:lnTo>
                  <a:pt x="2149" y="874"/>
                </a:lnTo>
              </a:path>
              <a:path w="21600" h="21600">
                <a:moveTo>
                  <a:pt x="3839" y="851"/>
                </a:moveTo>
                <a:lnTo>
                  <a:pt x="3830" y="905"/>
                </a:lnTo>
                <a:lnTo>
                  <a:pt x="3839" y="904"/>
                </a:lnTo>
                <a:lnTo>
                  <a:pt x="3851" y="860"/>
                </a:lnTo>
              </a:path>
              <a:path w="21600" h="21600">
                <a:moveTo>
                  <a:pt x="4063" y="845"/>
                </a:moveTo>
                <a:lnTo>
                  <a:pt x="4061" y="857"/>
                </a:lnTo>
                <a:lnTo>
                  <a:pt x="4073" y="855"/>
                </a:lnTo>
              </a:path>
              <a:path w="21600" h="21600">
                <a:moveTo>
                  <a:pt x="11624" y="839"/>
                </a:moveTo>
                <a:lnTo>
                  <a:pt x="11620" y="841"/>
                </a:lnTo>
                <a:lnTo>
                  <a:pt x="11620" y="842"/>
                </a:lnTo>
              </a:path>
              <a:path w="21600" h="21600">
                <a:moveTo>
                  <a:pt x="12484" y="836"/>
                </a:moveTo>
                <a:lnTo>
                  <a:pt x="12453" y="857"/>
                </a:lnTo>
                <a:lnTo>
                  <a:pt x="12117" y="1170"/>
                </a:lnTo>
                <a:lnTo>
                  <a:pt x="12069" y="1228"/>
                </a:lnTo>
                <a:lnTo>
                  <a:pt x="12293" y="1075"/>
                </a:lnTo>
                <a:lnTo>
                  <a:pt x="12462" y="960"/>
                </a:lnTo>
                <a:lnTo>
                  <a:pt x="12461" y="959"/>
                </a:lnTo>
                <a:lnTo>
                  <a:pt x="12488" y="925"/>
                </a:lnTo>
                <a:cubicBezTo>
                  <a:pt x="12484" y="922"/>
                  <a:pt x="12479" y="922"/>
                  <a:pt x="12478" y="923"/>
                </a:cubicBezTo>
                <a:cubicBezTo>
                  <a:pt x="12482" y="922"/>
                  <a:pt x="12493" y="916"/>
                  <a:pt x="12501" y="912"/>
                </a:cubicBezTo>
                <a:cubicBezTo>
                  <a:pt x="12508" y="908"/>
                  <a:pt x="12516" y="904"/>
                  <a:pt x="12524" y="901"/>
                </a:cubicBezTo>
                <a:cubicBezTo>
                  <a:pt x="12519" y="892"/>
                  <a:pt x="12515" y="884"/>
                  <a:pt x="12510" y="875"/>
                </a:cubicBezTo>
              </a:path>
              <a:path w="21600" h="21600">
                <a:moveTo>
                  <a:pt x="2418" y="826"/>
                </a:moveTo>
                <a:lnTo>
                  <a:pt x="2283" y="838"/>
                </a:lnTo>
                <a:lnTo>
                  <a:pt x="2393" y="918"/>
                </a:lnTo>
                <a:lnTo>
                  <a:pt x="2431" y="855"/>
                </a:lnTo>
              </a:path>
              <a:path w="21600" h="21600">
                <a:moveTo>
                  <a:pt x="12993" y="822"/>
                </a:moveTo>
                <a:lnTo>
                  <a:pt x="12945" y="856"/>
                </a:lnTo>
                <a:lnTo>
                  <a:pt x="12962" y="860"/>
                </a:lnTo>
                <a:cubicBezTo>
                  <a:pt x="12970" y="851"/>
                  <a:pt x="12982" y="837"/>
                  <a:pt x="12995" y="826"/>
                </a:cubicBezTo>
              </a:path>
              <a:path w="21600" h="21600">
                <a:moveTo>
                  <a:pt x="15072" y="822"/>
                </a:moveTo>
                <a:lnTo>
                  <a:pt x="14748" y="1155"/>
                </a:lnTo>
                <a:cubicBezTo>
                  <a:pt x="14391" y="1570"/>
                  <a:pt x="14108" y="2007"/>
                  <a:pt x="13908" y="2455"/>
                </a:cubicBezTo>
                <a:lnTo>
                  <a:pt x="13671" y="3124"/>
                </a:lnTo>
                <a:lnTo>
                  <a:pt x="13566" y="3727"/>
                </a:lnTo>
                <a:cubicBezTo>
                  <a:pt x="13541" y="3965"/>
                  <a:pt x="13533" y="4214"/>
                  <a:pt x="13540" y="4476"/>
                </a:cubicBezTo>
                <a:lnTo>
                  <a:pt x="13587" y="5061"/>
                </a:lnTo>
                <a:lnTo>
                  <a:pt x="13638" y="5468"/>
                </a:lnTo>
                <a:cubicBezTo>
                  <a:pt x="13686" y="5728"/>
                  <a:pt x="13753" y="5993"/>
                  <a:pt x="13817" y="6249"/>
                </a:cubicBezTo>
                <a:lnTo>
                  <a:pt x="13865" y="6458"/>
                </a:lnTo>
                <a:lnTo>
                  <a:pt x="13846" y="6161"/>
                </a:lnTo>
                <a:cubicBezTo>
                  <a:pt x="13822" y="5931"/>
                  <a:pt x="13792" y="5713"/>
                  <a:pt x="13763" y="5514"/>
                </a:cubicBezTo>
                <a:cubicBezTo>
                  <a:pt x="13583" y="4306"/>
                  <a:pt x="13660" y="3349"/>
                  <a:pt x="14006" y="2501"/>
                </a:cubicBezTo>
                <a:cubicBezTo>
                  <a:pt x="14198" y="2030"/>
                  <a:pt x="14480" y="1573"/>
                  <a:pt x="14845" y="1143"/>
                </a:cubicBezTo>
                <a:cubicBezTo>
                  <a:pt x="14873" y="1111"/>
                  <a:pt x="14897" y="1073"/>
                  <a:pt x="14914" y="1047"/>
                </a:cubicBezTo>
              </a:path>
              <a:path w="21600" h="21600">
                <a:moveTo>
                  <a:pt x="4316" y="820"/>
                </a:moveTo>
                <a:lnTo>
                  <a:pt x="4299" y="826"/>
                </a:lnTo>
                <a:lnTo>
                  <a:pt x="4306" y="878"/>
                </a:lnTo>
                <a:lnTo>
                  <a:pt x="4343" y="916"/>
                </a:lnTo>
                <a:lnTo>
                  <a:pt x="4330" y="836"/>
                </a:lnTo>
              </a:path>
              <a:path w="21600" h="21600">
                <a:moveTo>
                  <a:pt x="2572" y="813"/>
                </a:moveTo>
                <a:lnTo>
                  <a:pt x="2507" y="819"/>
                </a:lnTo>
                <a:lnTo>
                  <a:pt x="2482" y="861"/>
                </a:lnTo>
                <a:lnTo>
                  <a:pt x="2521" y="952"/>
                </a:lnTo>
                <a:lnTo>
                  <a:pt x="2547" y="1016"/>
                </a:lnTo>
                <a:lnTo>
                  <a:pt x="2579" y="1010"/>
                </a:lnTo>
                <a:cubicBezTo>
                  <a:pt x="2594" y="1008"/>
                  <a:pt x="2610" y="1007"/>
                  <a:pt x="2626" y="1005"/>
                </a:cubicBezTo>
                <a:cubicBezTo>
                  <a:pt x="2642" y="994"/>
                  <a:pt x="2660" y="992"/>
                  <a:pt x="2672" y="996"/>
                </a:cubicBezTo>
                <a:cubicBezTo>
                  <a:pt x="2687" y="1001"/>
                  <a:pt x="2692" y="1013"/>
                  <a:pt x="2691" y="1022"/>
                </a:cubicBezTo>
                <a:cubicBezTo>
                  <a:pt x="2691" y="1026"/>
                  <a:pt x="2688" y="1042"/>
                  <a:pt x="2665" y="1045"/>
                </a:cubicBezTo>
                <a:cubicBezTo>
                  <a:pt x="2659" y="1046"/>
                  <a:pt x="2653" y="1046"/>
                  <a:pt x="2647" y="1047"/>
                </a:cubicBezTo>
                <a:lnTo>
                  <a:pt x="2642" y="1055"/>
                </a:lnTo>
                <a:lnTo>
                  <a:pt x="2765" y="1042"/>
                </a:lnTo>
                <a:lnTo>
                  <a:pt x="2762" y="1035"/>
                </a:lnTo>
                <a:lnTo>
                  <a:pt x="2699" y="887"/>
                </a:lnTo>
              </a:path>
              <a:path w="21600" h="21600">
                <a:moveTo>
                  <a:pt x="3780" y="811"/>
                </a:moveTo>
                <a:lnTo>
                  <a:pt x="3765" y="919"/>
                </a:lnTo>
                <a:lnTo>
                  <a:pt x="3783" y="915"/>
                </a:lnTo>
                <a:lnTo>
                  <a:pt x="3799" y="824"/>
                </a:lnTo>
              </a:path>
              <a:path w="21600" h="21600">
                <a:moveTo>
                  <a:pt x="3445" y="808"/>
                </a:moveTo>
                <a:lnTo>
                  <a:pt x="3484" y="958"/>
                </a:lnTo>
                <a:lnTo>
                  <a:pt x="3485" y="968"/>
                </a:lnTo>
                <a:lnTo>
                  <a:pt x="3575" y="958"/>
                </a:lnTo>
                <a:lnTo>
                  <a:pt x="3587" y="956"/>
                </a:lnTo>
                <a:lnTo>
                  <a:pt x="3584" y="895"/>
                </a:lnTo>
              </a:path>
              <a:path w="21600" h="21600">
                <a:moveTo>
                  <a:pt x="12087" y="806"/>
                </a:moveTo>
                <a:lnTo>
                  <a:pt x="12028" y="842"/>
                </a:lnTo>
                <a:lnTo>
                  <a:pt x="12066" y="894"/>
                </a:lnTo>
                <a:cubicBezTo>
                  <a:pt x="12073" y="873"/>
                  <a:pt x="12079" y="846"/>
                  <a:pt x="12086" y="816"/>
                </a:cubicBezTo>
              </a:path>
              <a:path w="21600" h="21600">
                <a:moveTo>
                  <a:pt x="2663" y="803"/>
                </a:moveTo>
                <a:lnTo>
                  <a:pt x="2643" y="806"/>
                </a:lnTo>
                <a:lnTo>
                  <a:pt x="2643" y="806"/>
                </a:lnTo>
                <a:lnTo>
                  <a:pt x="2671" y="822"/>
                </a:lnTo>
              </a:path>
              <a:path w="21600" h="21600">
                <a:moveTo>
                  <a:pt x="4380" y="797"/>
                </a:moveTo>
                <a:lnTo>
                  <a:pt x="4374" y="799"/>
                </a:lnTo>
                <a:lnTo>
                  <a:pt x="4383" y="829"/>
                </a:lnTo>
                <a:lnTo>
                  <a:pt x="4396" y="843"/>
                </a:lnTo>
                <a:lnTo>
                  <a:pt x="4391" y="817"/>
                </a:lnTo>
              </a:path>
              <a:path w="21600" h="21600">
                <a:moveTo>
                  <a:pt x="13443" y="795"/>
                </a:moveTo>
                <a:lnTo>
                  <a:pt x="13150" y="1059"/>
                </a:lnTo>
                <a:lnTo>
                  <a:pt x="13444" y="826"/>
                </a:lnTo>
                <a:lnTo>
                  <a:pt x="13439" y="804"/>
                </a:lnTo>
              </a:path>
              <a:path w="21600" h="21600">
                <a:moveTo>
                  <a:pt x="11572" y="789"/>
                </a:moveTo>
                <a:lnTo>
                  <a:pt x="11478" y="825"/>
                </a:lnTo>
                <a:lnTo>
                  <a:pt x="11507" y="853"/>
                </a:lnTo>
                <a:lnTo>
                  <a:pt x="11516" y="847"/>
                </a:lnTo>
                <a:lnTo>
                  <a:pt x="11573" y="817"/>
                </a:lnTo>
              </a:path>
              <a:path w="21600" h="21600">
                <a:moveTo>
                  <a:pt x="11915" y="781"/>
                </a:moveTo>
                <a:lnTo>
                  <a:pt x="11602" y="974"/>
                </a:lnTo>
                <a:lnTo>
                  <a:pt x="11626" y="1022"/>
                </a:lnTo>
                <a:lnTo>
                  <a:pt x="11633" y="1037"/>
                </a:lnTo>
                <a:lnTo>
                  <a:pt x="11748" y="966"/>
                </a:lnTo>
                <a:lnTo>
                  <a:pt x="11749" y="965"/>
                </a:lnTo>
                <a:lnTo>
                  <a:pt x="11786" y="930"/>
                </a:lnTo>
                <a:lnTo>
                  <a:pt x="11947" y="799"/>
                </a:lnTo>
                <a:lnTo>
                  <a:pt x="11941" y="791"/>
                </a:lnTo>
              </a:path>
              <a:path w="21600" h="21600">
                <a:moveTo>
                  <a:pt x="2155" y="777"/>
                </a:moveTo>
                <a:lnTo>
                  <a:pt x="2140" y="791"/>
                </a:lnTo>
                <a:lnTo>
                  <a:pt x="2152" y="806"/>
                </a:lnTo>
                <a:lnTo>
                  <a:pt x="2171" y="804"/>
                </a:lnTo>
                <a:lnTo>
                  <a:pt x="2167" y="796"/>
                </a:lnTo>
              </a:path>
              <a:path w="21600" h="21600">
                <a:moveTo>
                  <a:pt x="10536" y="775"/>
                </a:moveTo>
                <a:lnTo>
                  <a:pt x="10456" y="825"/>
                </a:lnTo>
                <a:lnTo>
                  <a:pt x="10084" y="1128"/>
                </a:lnTo>
                <a:lnTo>
                  <a:pt x="10086" y="1129"/>
                </a:lnTo>
                <a:lnTo>
                  <a:pt x="10145" y="1114"/>
                </a:lnTo>
                <a:lnTo>
                  <a:pt x="10319" y="1046"/>
                </a:lnTo>
                <a:lnTo>
                  <a:pt x="10534" y="988"/>
                </a:lnTo>
                <a:lnTo>
                  <a:pt x="10550" y="975"/>
                </a:lnTo>
                <a:lnTo>
                  <a:pt x="10550" y="974"/>
                </a:lnTo>
              </a:path>
              <a:path w="21600" h="21600">
                <a:moveTo>
                  <a:pt x="4448" y="772"/>
                </a:moveTo>
                <a:lnTo>
                  <a:pt x="4445" y="774"/>
                </a:lnTo>
                <a:lnTo>
                  <a:pt x="4517" y="909"/>
                </a:lnTo>
                <a:lnTo>
                  <a:pt x="4543" y="991"/>
                </a:lnTo>
                <a:lnTo>
                  <a:pt x="4581" y="1058"/>
                </a:lnTo>
                <a:lnTo>
                  <a:pt x="4616" y="1046"/>
                </a:lnTo>
                <a:lnTo>
                  <a:pt x="4560" y="950"/>
                </a:lnTo>
              </a:path>
              <a:path w="21600" h="21600">
                <a:moveTo>
                  <a:pt x="2913" y="772"/>
                </a:moveTo>
                <a:lnTo>
                  <a:pt x="2742" y="793"/>
                </a:lnTo>
                <a:lnTo>
                  <a:pt x="2755" y="810"/>
                </a:lnTo>
                <a:lnTo>
                  <a:pt x="2837" y="917"/>
                </a:lnTo>
                <a:lnTo>
                  <a:pt x="2902" y="954"/>
                </a:lnTo>
                <a:lnTo>
                  <a:pt x="2997" y="1002"/>
                </a:lnTo>
              </a:path>
              <a:path w="21600" h="21600">
                <a:moveTo>
                  <a:pt x="2960" y="769"/>
                </a:moveTo>
                <a:lnTo>
                  <a:pt x="3049" y="1013"/>
                </a:lnTo>
                <a:lnTo>
                  <a:pt x="3222" y="995"/>
                </a:lnTo>
                <a:lnTo>
                  <a:pt x="3201" y="904"/>
                </a:lnTo>
              </a:path>
              <a:path w="21600" h="21600">
                <a:moveTo>
                  <a:pt x="3855" y="765"/>
                </a:moveTo>
                <a:lnTo>
                  <a:pt x="3848" y="804"/>
                </a:lnTo>
                <a:lnTo>
                  <a:pt x="3864" y="815"/>
                </a:lnTo>
                <a:lnTo>
                  <a:pt x="3872" y="790"/>
                </a:lnTo>
              </a:path>
              <a:path w="21600" h="21600">
                <a:moveTo>
                  <a:pt x="12599" y="760"/>
                </a:moveTo>
                <a:lnTo>
                  <a:pt x="12592" y="764"/>
                </a:lnTo>
                <a:lnTo>
                  <a:pt x="12543" y="797"/>
                </a:lnTo>
                <a:lnTo>
                  <a:pt x="12522" y="811"/>
                </a:lnTo>
                <a:lnTo>
                  <a:pt x="12551" y="854"/>
                </a:lnTo>
                <a:cubicBezTo>
                  <a:pt x="12554" y="860"/>
                  <a:pt x="12558" y="866"/>
                  <a:pt x="12561" y="872"/>
                </a:cubicBezTo>
                <a:cubicBezTo>
                  <a:pt x="12573" y="847"/>
                  <a:pt x="12586" y="812"/>
                  <a:pt x="12598" y="762"/>
                </a:cubicBezTo>
              </a:path>
              <a:path w="21600" h="21600">
                <a:moveTo>
                  <a:pt x="11690" y="753"/>
                </a:moveTo>
                <a:lnTo>
                  <a:pt x="11656" y="761"/>
                </a:lnTo>
                <a:lnTo>
                  <a:pt x="11624" y="771"/>
                </a:lnTo>
                <a:lnTo>
                  <a:pt x="11623" y="790"/>
                </a:lnTo>
              </a:path>
              <a:path w="21600" h="21600">
                <a:moveTo>
                  <a:pt x="13092" y="752"/>
                </a:moveTo>
                <a:lnTo>
                  <a:pt x="13030" y="796"/>
                </a:lnTo>
                <a:lnTo>
                  <a:pt x="13044" y="820"/>
                </a:lnTo>
                <a:lnTo>
                  <a:pt x="13053" y="837"/>
                </a:lnTo>
                <a:lnTo>
                  <a:pt x="13037" y="848"/>
                </a:lnTo>
                <a:lnTo>
                  <a:pt x="13007" y="877"/>
                </a:lnTo>
                <a:lnTo>
                  <a:pt x="13006" y="877"/>
                </a:lnTo>
                <a:lnTo>
                  <a:pt x="13006" y="877"/>
                </a:lnTo>
                <a:lnTo>
                  <a:pt x="13007" y="877"/>
                </a:lnTo>
                <a:lnTo>
                  <a:pt x="13017" y="875"/>
                </a:lnTo>
                <a:cubicBezTo>
                  <a:pt x="13024" y="873"/>
                  <a:pt x="13038" y="865"/>
                  <a:pt x="13054" y="841"/>
                </a:cubicBezTo>
              </a:path>
              <a:path w="21600" h="21600">
                <a:moveTo>
                  <a:pt x="11812" y="745"/>
                </a:moveTo>
                <a:lnTo>
                  <a:pt x="11668" y="858"/>
                </a:lnTo>
                <a:lnTo>
                  <a:pt x="11611" y="910"/>
                </a:lnTo>
                <a:lnTo>
                  <a:pt x="11610" y="916"/>
                </a:lnTo>
                <a:lnTo>
                  <a:pt x="11861" y="762"/>
                </a:lnTo>
              </a:path>
              <a:path w="21600" h="21600">
                <a:moveTo>
                  <a:pt x="12092" y="744"/>
                </a:moveTo>
                <a:lnTo>
                  <a:pt x="12049" y="778"/>
                </a:lnTo>
                <a:lnTo>
                  <a:pt x="12091" y="752"/>
                </a:lnTo>
              </a:path>
              <a:path w="21600" h="21600">
                <a:moveTo>
                  <a:pt x="11536" y="743"/>
                </a:moveTo>
                <a:lnTo>
                  <a:pt x="11535" y="744"/>
                </a:lnTo>
                <a:lnTo>
                  <a:pt x="11533" y="745"/>
                </a:lnTo>
              </a:path>
              <a:path w="21600" h="21600">
                <a:moveTo>
                  <a:pt x="3163" y="740"/>
                </a:moveTo>
                <a:lnTo>
                  <a:pt x="3029" y="757"/>
                </a:lnTo>
                <a:lnTo>
                  <a:pt x="3188" y="845"/>
                </a:lnTo>
              </a:path>
              <a:path w="21600" h="21600">
                <a:moveTo>
                  <a:pt x="14449" y="737"/>
                </a:moveTo>
                <a:lnTo>
                  <a:pt x="14444" y="746"/>
                </a:lnTo>
                <a:lnTo>
                  <a:pt x="14452" y="738"/>
                </a:lnTo>
              </a:path>
              <a:path w="21600" h="21600">
                <a:moveTo>
                  <a:pt x="12417" y="734"/>
                </a:moveTo>
                <a:lnTo>
                  <a:pt x="12183" y="883"/>
                </a:lnTo>
                <a:lnTo>
                  <a:pt x="12148" y="906"/>
                </a:lnTo>
                <a:lnTo>
                  <a:pt x="12096" y="951"/>
                </a:lnTo>
                <a:lnTo>
                  <a:pt x="12111" y="982"/>
                </a:lnTo>
                <a:lnTo>
                  <a:pt x="12128" y="1013"/>
                </a:lnTo>
                <a:lnTo>
                  <a:pt x="12092" y="1013"/>
                </a:lnTo>
                <a:cubicBezTo>
                  <a:pt x="12078" y="1013"/>
                  <a:pt x="12062" y="1016"/>
                  <a:pt x="12047" y="1019"/>
                </a:cubicBezTo>
                <a:cubicBezTo>
                  <a:pt x="12045" y="1019"/>
                  <a:pt x="12044" y="1020"/>
                  <a:pt x="12042" y="1020"/>
                </a:cubicBezTo>
                <a:cubicBezTo>
                  <a:pt x="12039" y="1022"/>
                  <a:pt x="12035" y="1024"/>
                  <a:pt x="12031" y="1025"/>
                </a:cubicBezTo>
                <a:lnTo>
                  <a:pt x="12014" y="1023"/>
                </a:lnTo>
                <a:lnTo>
                  <a:pt x="11966" y="1066"/>
                </a:lnTo>
                <a:lnTo>
                  <a:pt x="11835" y="1212"/>
                </a:lnTo>
                <a:lnTo>
                  <a:pt x="11882" y="1182"/>
                </a:lnTo>
                <a:lnTo>
                  <a:pt x="12417" y="829"/>
                </a:lnTo>
                <a:lnTo>
                  <a:pt x="12456" y="792"/>
                </a:lnTo>
              </a:path>
              <a:path w="21600" h="21600">
                <a:moveTo>
                  <a:pt x="2038" y="734"/>
                </a:moveTo>
                <a:lnTo>
                  <a:pt x="2012" y="793"/>
                </a:lnTo>
                <a:lnTo>
                  <a:pt x="2021" y="817"/>
                </a:lnTo>
                <a:lnTo>
                  <a:pt x="2079" y="812"/>
                </a:lnTo>
                <a:lnTo>
                  <a:pt x="2080" y="792"/>
                </a:lnTo>
                <a:lnTo>
                  <a:pt x="2082" y="790"/>
                </a:lnTo>
              </a:path>
              <a:path w="21600" h="21600">
                <a:moveTo>
                  <a:pt x="3238" y="730"/>
                </a:moveTo>
                <a:lnTo>
                  <a:pt x="3209" y="734"/>
                </a:lnTo>
                <a:lnTo>
                  <a:pt x="3241" y="875"/>
                </a:lnTo>
                <a:lnTo>
                  <a:pt x="3375" y="950"/>
                </a:lnTo>
                <a:lnTo>
                  <a:pt x="3412" y="972"/>
                </a:lnTo>
                <a:lnTo>
                  <a:pt x="3267" y="772"/>
                </a:lnTo>
              </a:path>
              <a:path w="21600" h="21600">
                <a:moveTo>
                  <a:pt x="3943" y="729"/>
                </a:moveTo>
                <a:lnTo>
                  <a:pt x="3935" y="802"/>
                </a:lnTo>
                <a:lnTo>
                  <a:pt x="3983" y="874"/>
                </a:lnTo>
                <a:lnTo>
                  <a:pt x="4014" y="867"/>
                </a:lnTo>
                <a:lnTo>
                  <a:pt x="4023" y="806"/>
                </a:lnTo>
                <a:lnTo>
                  <a:pt x="3952" y="736"/>
                </a:lnTo>
              </a:path>
              <a:path w="21600" h="21600">
                <a:moveTo>
                  <a:pt x="14581" y="725"/>
                </a:moveTo>
                <a:lnTo>
                  <a:pt x="14538" y="756"/>
                </a:lnTo>
                <a:lnTo>
                  <a:pt x="14505" y="749"/>
                </a:lnTo>
                <a:lnTo>
                  <a:pt x="14347" y="900"/>
                </a:lnTo>
                <a:lnTo>
                  <a:pt x="14329" y="927"/>
                </a:lnTo>
                <a:cubicBezTo>
                  <a:pt x="13969" y="1284"/>
                  <a:pt x="13675" y="1680"/>
                  <a:pt x="13456" y="2102"/>
                </a:cubicBezTo>
                <a:cubicBezTo>
                  <a:pt x="13078" y="2832"/>
                  <a:pt x="12938" y="3632"/>
                  <a:pt x="13002" y="4694"/>
                </a:cubicBezTo>
                <a:cubicBezTo>
                  <a:pt x="13011" y="4854"/>
                  <a:pt x="13021" y="5041"/>
                  <a:pt x="13023" y="5246"/>
                </a:cubicBezTo>
                <a:lnTo>
                  <a:pt x="13013" y="5598"/>
                </a:lnTo>
                <a:lnTo>
                  <a:pt x="13129" y="6026"/>
                </a:lnTo>
                <a:lnTo>
                  <a:pt x="13183" y="6221"/>
                </a:lnTo>
                <a:lnTo>
                  <a:pt x="13190" y="6148"/>
                </a:lnTo>
                <a:cubicBezTo>
                  <a:pt x="13214" y="5676"/>
                  <a:pt x="13185" y="5234"/>
                  <a:pt x="13157" y="4901"/>
                </a:cubicBezTo>
                <a:lnTo>
                  <a:pt x="13152" y="4782"/>
                </a:lnTo>
                <a:lnTo>
                  <a:pt x="13121" y="4565"/>
                </a:lnTo>
                <a:cubicBezTo>
                  <a:pt x="13102" y="4302"/>
                  <a:pt x="13102" y="4048"/>
                  <a:pt x="13122" y="3802"/>
                </a:cubicBezTo>
                <a:lnTo>
                  <a:pt x="13180" y="3457"/>
                </a:lnTo>
                <a:lnTo>
                  <a:pt x="13183" y="3416"/>
                </a:lnTo>
                <a:lnTo>
                  <a:pt x="13198" y="3352"/>
                </a:lnTo>
                <a:lnTo>
                  <a:pt x="13238" y="3116"/>
                </a:lnTo>
                <a:lnTo>
                  <a:pt x="13275" y="3011"/>
                </a:lnTo>
                <a:lnTo>
                  <a:pt x="13327" y="2779"/>
                </a:lnTo>
                <a:cubicBezTo>
                  <a:pt x="13390" y="2576"/>
                  <a:pt x="13468" y="2380"/>
                  <a:pt x="13562" y="2188"/>
                </a:cubicBezTo>
                <a:cubicBezTo>
                  <a:pt x="13775" y="1750"/>
                  <a:pt x="14068" y="1336"/>
                  <a:pt x="14432" y="958"/>
                </a:cubicBezTo>
                <a:cubicBezTo>
                  <a:pt x="14454" y="936"/>
                  <a:pt x="14478" y="901"/>
                  <a:pt x="14495" y="867"/>
                </a:cubicBezTo>
              </a:path>
              <a:path w="21600" h="21600">
                <a:moveTo>
                  <a:pt x="3308" y="721"/>
                </a:moveTo>
                <a:lnTo>
                  <a:pt x="3289" y="724"/>
                </a:lnTo>
                <a:lnTo>
                  <a:pt x="3306" y="747"/>
                </a:lnTo>
                <a:lnTo>
                  <a:pt x="3426" y="913"/>
                </a:lnTo>
                <a:lnTo>
                  <a:pt x="3389" y="773"/>
                </a:lnTo>
                <a:lnTo>
                  <a:pt x="3314" y="726"/>
                </a:lnTo>
              </a:path>
              <a:path w="21600" h="21600">
                <a:moveTo>
                  <a:pt x="14231" y="718"/>
                </a:moveTo>
                <a:lnTo>
                  <a:pt x="13530" y="1362"/>
                </a:lnTo>
                <a:lnTo>
                  <a:pt x="13514" y="1382"/>
                </a:lnTo>
                <a:lnTo>
                  <a:pt x="13157" y="1893"/>
                </a:lnTo>
                <a:cubicBezTo>
                  <a:pt x="12652" y="2754"/>
                  <a:pt x="12592" y="3623"/>
                  <a:pt x="12596" y="4285"/>
                </a:cubicBezTo>
                <a:cubicBezTo>
                  <a:pt x="12597" y="4499"/>
                  <a:pt x="12592" y="4697"/>
                  <a:pt x="12582" y="4884"/>
                </a:cubicBezTo>
                <a:lnTo>
                  <a:pt x="12561" y="5118"/>
                </a:lnTo>
                <a:lnTo>
                  <a:pt x="12577" y="5205"/>
                </a:lnTo>
                <a:lnTo>
                  <a:pt x="12718" y="5685"/>
                </a:lnTo>
                <a:lnTo>
                  <a:pt x="12722" y="5663"/>
                </a:lnTo>
                <a:cubicBezTo>
                  <a:pt x="12758" y="5306"/>
                  <a:pt x="12767" y="4945"/>
                  <a:pt x="12752" y="4491"/>
                </a:cubicBezTo>
                <a:lnTo>
                  <a:pt x="12752" y="4072"/>
                </a:lnTo>
                <a:lnTo>
                  <a:pt x="12748" y="3762"/>
                </a:lnTo>
                <a:lnTo>
                  <a:pt x="12801" y="3433"/>
                </a:lnTo>
                <a:lnTo>
                  <a:pt x="12812" y="3315"/>
                </a:lnTo>
                <a:lnTo>
                  <a:pt x="12835" y="3222"/>
                </a:lnTo>
                <a:lnTo>
                  <a:pt x="12854" y="3101"/>
                </a:lnTo>
                <a:lnTo>
                  <a:pt x="12884" y="3018"/>
                </a:lnTo>
                <a:lnTo>
                  <a:pt x="12971" y="2656"/>
                </a:lnTo>
                <a:cubicBezTo>
                  <a:pt x="13044" y="2432"/>
                  <a:pt x="13140" y="2205"/>
                  <a:pt x="13265" y="1978"/>
                </a:cubicBezTo>
                <a:cubicBezTo>
                  <a:pt x="13494" y="1564"/>
                  <a:pt x="13793" y="1179"/>
                  <a:pt x="14156" y="835"/>
                </a:cubicBezTo>
                <a:cubicBezTo>
                  <a:pt x="14183" y="810"/>
                  <a:pt x="14205" y="771"/>
                  <a:pt x="14216" y="747"/>
                </a:cubicBezTo>
              </a:path>
              <a:path w="21600" h="21600">
                <a:moveTo>
                  <a:pt x="790" y="717"/>
                </a:moveTo>
                <a:lnTo>
                  <a:pt x="402" y="765"/>
                </a:lnTo>
                <a:lnTo>
                  <a:pt x="295" y="792"/>
                </a:lnTo>
                <a:lnTo>
                  <a:pt x="500" y="1005"/>
                </a:lnTo>
                <a:lnTo>
                  <a:pt x="661" y="967"/>
                </a:lnTo>
                <a:lnTo>
                  <a:pt x="984" y="931"/>
                </a:lnTo>
              </a:path>
              <a:path w="21600" h="21600">
                <a:moveTo>
                  <a:pt x="13935" y="716"/>
                </a:moveTo>
                <a:lnTo>
                  <a:pt x="13926" y="725"/>
                </a:lnTo>
                <a:lnTo>
                  <a:pt x="13911" y="746"/>
                </a:lnTo>
                <a:cubicBezTo>
                  <a:pt x="13554" y="1054"/>
                  <a:pt x="13250" y="1407"/>
                  <a:pt x="13008" y="1793"/>
                </a:cubicBezTo>
                <a:cubicBezTo>
                  <a:pt x="12879" y="1999"/>
                  <a:pt x="12777" y="2206"/>
                  <a:pt x="12697" y="2410"/>
                </a:cubicBezTo>
                <a:lnTo>
                  <a:pt x="12598" y="2733"/>
                </a:lnTo>
                <a:lnTo>
                  <a:pt x="12689" y="2479"/>
                </a:lnTo>
                <a:cubicBezTo>
                  <a:pt x="12781" y="2283"/>
                  <a:pt x="12895" y="2089"/>
                  <a:pt x="13030" y="1898"/>
                </a:cubicBezTo>
                <a:lnTo>
                  <a:pt x="13484" y="1350"/>
                </a:lnTo>
                <a:lnTo>
                  <a:pt x="13522" y="1295"/>
                </a:lnTo>
                <a:lnTo>
                  <a:pt x="13994" y="801"/>
                </a:lnTo>
                <a:lnTo>
                  <a:pt x="13941" y="790"/>
                </a:lnTo>
              </a:path>
              <a:path w="21600" h="21600">
                <a:moveTo>
                  <a:pt x="3373" y="708"/>
                </a:moveTo>
                <a:lnTo>
                  <a:pt x="3370" y="709"/>
                </a:lnTo>
                <a:lnTo>
                  <a:pt x="3373" y="711"/>
                </a:lnTo>
              </a:path>
              <a:path w="21600" h="21600">
                <a:moveTo>
                  <a:pt x="4082" y="706"/>
                </a:moveTo>
                <a:lnTo>
                  <a:pt x="4070" y="789"/>
                </a:lnTo>
                <a:lnTo>
                  <a:pt x="4125" y="843"/>
                </a:lnTo>
                <a:lnTo>
                  <a:pt x="4151" y="833"/>
                </a:lnTo>
                <a:lnTo>
                  <a:pt x="4156" y="784"/>
                </a:lnTo>
              </a:path>
              <a:path w="21600" h="21600">
                <a:moveTo>
                  <a:pt x="12916" y="705"/>
                </a:moveTo>
                <a:lnTo>
                  <a:pt x="12861" y="743"/>
                </a:lnTo>
                <a:lnTo>
                  <a:pt x="12652" y="886"/>
                </a:lnTo>
                <a:lnTo>
                  <a:pt x="12265" y="1272"/>
                </a:lnTo>
                <a:lnTo>
                  <a:pt x="12235" y="1311"/>
                </a:lnTo>
                <a:lnTo>
                  <a:pt x="12249" y="1300"/>
                </a:lnTo>
                <a:cubicBezTo>
                  <a:pt x="12385" y="1195"/>
                  <a:pt x="12535" y="1087"/>
                  <a:pt x="12703" y="972"/>
                </a:cubicBezTo>
                <a:lnTo>
                  <a:pt x="12792" y="910"/>
                </a:lnTo>
                <a:lnTo>
                  <a:pt x="12827" y="872"/>
                </a:lnTo>
                <a:lnTo>
                  <a:pt x="12867" y="840"/>
                </a:lnTo>
                <a:lnTo>
                  <a:pt x="12848" y="828"/>
                </a:lnTo>
                <a:lnTo>
                  <a:pt x="12873" y="835"/>
                </a:lnTo>
                <a:lnTo>
                  <a:pt x="12958" y="766"/>
                </a:lnTo>
              </a:path>
              <a:path w="21600" h="21600">
                <a:moveTo>
                  <a:pt x="3618" y="700"/>
                </a:moveTo>
                <a:lnTo>
                  <a:pt x="3627" y="871"/>
                </a:lnTo>
                <a:lnTo>
                  <a:pt x="3719" y="928"/>
                </a:lnTo>
                <a:lnTo>
                  <a:pt x="3740" y="783"/>
                </a:lnTo>
              </a:path>
              <a:path w="21600" h="21600">
                <a:moveTo>
                  <a:pt x="2242" y="699"/>
                </a:moveTo>
                <a:lnTo>
                  <a:pt x="2235" y="701"/>
                </a:lnTo>
                <a:lnTo>
                  <a:pt x="2193" y="741"/>
                </a:lnTo>
                <a:lnTo>
                  <a:pt x="2203" y="764"/>
                </a:lnTo>
              </a:path>
              <a:path w="21600" h="21600">
                <a:moveTo>
                  <a:pt x="12388" y="695"/>
                </a:moveTo>
                <a:lnTo>
                  <a:pt x="12378" y="702"/>
                </a:lnTo>
                <a:lnTo>
                  <a:pt x="12358" y="720"/>
                </a:lnTo>
                <a:lnTo>
                  <a:pt x="12393" y="698"/>
                </a:lnTo>
                <a:lnTo>
                  <a:pt x="12393" y="697"/>
                </a:lnTo>
              </a:path>
              <a:path w="21600" h="21600">
                <a:moveTo>
                  <a:pt x="13427" y="694"/>
                </a:moveTo>
                <a:lnTo>
                  <a:pt x="13140" y="902"/>
                </a:lnTo>
                <a:lnTo>
                  <a:pt x="12924" y="1066"/>
                </a:lnTo>
                <a:lnTo>
                  <a:pt x="12560" y="1479"/>
                </a:lnTo>
                <a:lnTo>
                  <a:pt x="12264" y="1940"/>
                </a:lnTo>
                <a:lnTo>
                  <a:pt x="12686" y="1469"/>
                </a:lnTo>
                <a:lnTo>
                  <a:pt x="12933" y="1247"/>
                </a:lnTo>
                <a:lnTo>
                  <a:pt x="13104" y="1040"/>
                </a:lnTo>
                <a:lnTo>
                  <a:pt x="13449" y="729"/>
                </a:lnTo>
                <a:lnTo>
                  <a:pt x="13438" y="710"/>
                </a:lnTo>
              </a:path>
              <a:path w="21600" h="21600">
                <a:moveTo>
                  <a:pt x="4200" y="690"/>
                </a:moveTo>
                <a:lnTo>
                  <a:pt x="4206" y="745"/>
                </a:lnTo>
                <a:lnTo>
                  <a:pt x="4203" y="769"/>
                </a:lnTo>
                <a:lnTo>
                  <a:pt x="4235" y="803"/>
                </a:lnTo>
                <a:lnTo>
                  <a:pt x="4251" y="797"/>
                </a:lnTo>
                <a:lnTo>
                  <a:pt x="4242" y="738"/>
                </a:lnTo>
              </a:path>
              <a:path w="21600" h="21600">
                <a:moveTo>
                  <a:pt x="2406" y="687"/>
                </a:moveTo>
                <a:lnTo>
                  <a:pt x="2447" y="781"/>
                </a:lnTo>
                <a:lnTo>
                  <a:pt x="2477" y="778"/>
                </a:lnTo>
                <a:lnTo>
                  <a:pt x="2490" y="756"/>
                </a:lnTo>
              </a:path>
              <a:path w="21600" h="21600">
                <a:moveTo>
                  <a:pt x="12087" y="685"/>
                </a:moveTo>
                <a:lnTo>
                  <a:pt x="11963" y="753"/>
                </a:lnTo>
                <a:lnTo>
                  <a:pt x="11978" y="774"/>
                </a:lnTo>
              </a:path>
              <a:path w="21600" h="21600">
                <a:moveTo>
                  <a:pt x="6127" y="680"/>
                </a:moveTo>
                <a:lnTo>
                  <a:pt x="5746" y="942"/>
                </a:lnTo>
                <a:lnTo>
                  <a:pt x="5845" y="1128"/>
                </a:lnTo>
                <a:lnTo>
                  <a:pt x="5895" y="1239"/>
                </a:lnTo>
                <a:lnTo>
                  <a:pt x="5999" y="1180"/>
                </a:lnTo>
                <a:lnTo>
                  <a:pt x="6270" y="973"/>
                </a:lnTo>
                <a:lnTo>
                  <a:pt x="6174" y="776"/>
                </a:lnTo>
                <a:cubicBezTo>
                  <a:pt x="6158" y="744"/>
                  <a:pt x="6143" y="713"/>
                  <a:pt x="6127" y="680"/>
                </a:cubicBezTo>
              </a:path>
              <a:path w="21600" h="21600">
                <a:moveTo>
                  <a:pt x="3871" y="676"/>
                </a:moveTo>
                <a:lnTo>
                  <a:pt x="3866" y="701"/>
                </a:lnTo>
                <a:lnTo>
                  <a:pt x="3888" y="733"/>
                </a:lnTo>
                <a:lnTo>
                  <a:pt x="3898" y="697"/>
                </a:lnTo>
              </a:path>
              <a:path w="21600" h="21600">
                <a:moveTo>
                  <a:pt x="6693" y="676"/>
                </a:moveTo>
                <a:cubicBezTo>
                  <a:pt x="6647" y="721"/>
                  <a:pt x="6600" y="767"/>
                  <a:pt x="6550" y="812"/>
                </a:cubicBezTo>
                <a:lnTo>
                  <a:pt x="6325" y="984"/>
                </a:lnTo>
                <a:lnTo>
                  <a:pt x="6369" y="1076"/>
                </a:lnTo>
                <a:lnTo>
                  <a:pt x="6461" y="1300"/>
                </a:lnTo>
                <a:lnTo>
                  <a:pt x="6779" y="1047"/>
                </a:lnTo>
                <a:lnTo>
                  <a:pt x="6834" y="992"/>
                </a:lnTo>
                <a:lnTo>
                  <a:pt x="6712" y="717"/>
                </a:lnTo>
                <a:cubicBezTo>
                  <a:pt x="6705" y="703"/>
                  <a:pt x="6699" y="690"/>
                  <a:pt x="6693" y="676"/>
                </a:cubicBezTo>
              </a:path>
              <a:path w="21600" h="21600">
                <a:moveTo>
                  <a:pt x="2350" y="670"/>
                </a:moveTo>
                <a:lnTo>
                  <a:pt x="2305" y="682"/>
                </a:lnTo>
                <a:lnTo>
                  <a:pt x="2234" y="799"/>
                </a:lnTo>
                <a:lnTo>
                  <a:pt x="2400" y="785"/>
                </a:lnTo>
              </a:path>
              <a:path w="21600" h="21600">
                <a:moveTo>
                  <a:pt x="2596" y="670"/>
                </a:moveTo>
                <a:lnTo>
                  <a:pt x="2550" y="746"/>
                </a:lnTo>
                <a:lnTo>
                  <a:pt x="2583" y="769"/>
                </a:lnTo>
                <a:lnTo>
                  <a:pt x="2645" y="761"/>
                </a:lnTo>
                <a:lnTo>
                  <a:pt x="2618" y="699"/>
                </a:lnTo>
              </a:path>
              <a:path w="21600" h="21600">
                <a:moveTo>
                  <a:pt x="3569" y="667"/>
                </a:moveTo>
                <a:lnTo>
                  <a:pt x="3417" y="699"/>
                </a:lnTo>
                <a:lnTo>
                  <a:pt x="3429" y="746"/>
                </a:lnTo>
                <a:lnTo>
                  <a:pt x="3581" y="841"/>
                </a:lnTo>
                <a:lnTo>
                  <a:pt x="3572" y="669"/>
                </a:lnTo>
              </a:path>
              <a:path w="21600" h="21600">
                <a:moveTo>
                  <a:pt x="13726" y="667"/>
                </a:moveTo>
                <a:lnTo>
                  <a:pt x="13656" y="719"/>
                </a:lnTo>
                <a:lnTo>
                  <a:pt x="13637" y="733"/>
                </a:lnTo>
                <a:lnTo>
                  <a:pt x="13622" y="765"/>
                </a:lnTo>
              </a:path>
              <a:path w="21600" h="21600">
                <a:moveTo>
                  <a:pt x="12312" y="665"/>
                </a:moveTo>
                <a:lnTo>
                  <a:pt x="12135" y="775"/>
                </a:lnTo>
                <a:lnTo>
                  <a:pt x="12131" y="825"/>
                </a:lnTo>
                <a:lnTo>
                  <a:pt x="12117" y="873"/>
                </a:lnTo>
                <a:lnTo>
                  <a:pt x="12158" y="847"/>
                </a:lnTo>
                <a:lnTo>
                  <a:pt x="12202" y="819"/>
                </a:lnTo>
                <a:lnTo>
                  <a:pt x="12366" y="686"/>
                </a:lnTo>
              </a:path>
              <a:path w="21600" h="21600">
                <a:moveTo>
                  <a:pt x="11051" y="660"/>
                </a:moveTo>
                <a:lnTo>
                  <a:pt x="10846" y="796"/>
                </a:lnTo>
                <a:lnTo>
                  <a:pt x="10663" y="939"/>
                </a:lnTo>
                <a:lnTo>
                  <a:pt x="10737" y="910"/>
                </a:lnTo>
                <a:lnTo>
                  <a:pt x="10979" y="846"/>
                </a:lnTo>
                <a:lnTo>
                  <a:pt x="11057" y="815"/>
                </a:lnTo>
              </a:path>
              <a:path w="21600" h="21600">
                <a:moveTo>
                  <a:pt x="12049" y="655"/>
                </a:moveTo>
                <a:lnTo>
                  <a:pt x="12014" y="664"/>
                </a:lnTo>
                <a:cubicBezTo>
                  <a:pt x="11972" y="679"/>
                  <a:pt x="11924" y="695"/>
                  <a:pt x="11870" y="712"/>
                </a:cubicBezTo>
                <a:lnTo>
                  <a:pt x="11860" y="714"/>
                </a:lnTo>
                <a:lnTo>
                  <a:pt x="11911" y="731"/>
                </a:lnTo>
                <a:lnTo>
                  <a:pt x="11919" y="726"/>
                </a:lnTo>
              </a:path>
              <a:path w="21600" h="21600">
                <a:moveTo>
                  <a:pt x="4275" y="654"/>
                </a:moveTo>
                <a:lnTo>
                  <a:pt x="4284" y="717"/>
                </a:lnTo>
                <a:lnTo>
                  <a:pt x="4316" y="753"/>
                </a:lnTo>
                <a:lnTo>
                  <a:pt x="4305" y="691"/>
                </a:lnTo>
              </a:path>
              <a:path w="21600" h="21600">
                <a:moveTo>
                  <a:pt x="14918" y="653"/>
                </a:moveTo>
                <a:lnTo>
                  <a:pt x="14763" y="807"/>
                </a:lnTo>
                <a:lnTo>
                  <a:pt x="14673" y="949"/>
                </a:lnTo>
                <a:cubicBezTo>
                  <a:pt x="14652" y="986"/>
                  <a:pt x="14626" y="1023"/>
                  <a:pt x="14602" y="1050"/>
                </a:cubicBezTo>
                <a:cubicBezTo>
                  <a:pt x="14241" y="1442"/>
                  <a:pt x="13954" y="1866"/>
                  <a:pt x="13750" y="2311"/>
                </a:cubicBezTo>
                <a:cubicBezTo>
                  <a:pt x="13387" y="3101"/>
                  <a:pt x="13279" y="3962"/>
                  <a:pt x="13402" y="5102"/>
                </a:cubicBezTo>
                <a:cubicBezTo>
                  <a:pt x="13421" y="5276"/>
                  <a:pt x="13440" y="5478"/>
                  <a:pt x="13454" y="5697"/>
                </a:cubicBezTo>
                <a:lnTo>
                  <a:pt x="13462" y="6088"/>
                </a:lnTo>
                <a:lnTo>
                  <a:pt x="13474" y="6138"/>
                </a:lnTo>
                <a:lnTo>
                  <a:pt x="13648" y="6823"/>
                </a:lnTo>
                <a:lnTo>
                  <a:pt x="13659" y="6633"/>
                </a:lnTo>
                <a:cubicBezTo>
                  <a:pt x="13661" y="6149"/>
                  <a:pt x="13611" y="5693"/>
                  <a:pt x="13562" y="5309"/>
                </a:cubicBezTo>
                <a:lnTo>
                  <a:pt x="13540" y="5041"/>
                </a:lnTo>
                <a:lnTo>
                  <a:pt x="13487" y="4624"/>
                </a:lnTo>
                <a:cubicBezTo>
                  <a:pt x="13471" y="4352"/>
                  <a:pt x="13475" y="4092"/>
                  <a:pt x="13498" y="3839"/>
                </a:cubicBezTo>
                <a:cubicBezTo>
                  <a:pt x="13520" y="3600"/>
                  <a:pt x="13561" y="3362"/>
                  <a:pt x="13623" y="3128"/>
                </a:cubicBezTo>
                <a:lnTo>
                  <a:pt x="13627" y="3118"/>
                </a:lnTo>
                <a:lnTo>
                  <a:pt x="13642" y="3032"/>
                </a:lnTo>
                <a:cubicBezTo>
                  <a:pt x="13698" y="2812"/>
                  <a:pt x="13770" y="2601"/>
                  <a:pt x="13859" y="2397"/>
                </a:cubicBezTo>
                <a:cubicBezTo>
                  <a:pt x="14058" y="1936"/>
                  <a:pt x="14344" y="1494"/>
                  <a:pt x="14708" y="1081"/>
                </a:cubicBezTo>
                <a:cubicBezTo>
                  <a:pt x="14730" y="1057"/>
                  <a:pt x="14754" y="1023"/>
                  <a:pt x="14775" y="987"/>
                </a:cubicBezTo>
                <a:lnTo>
                  <a:pt x="14975" y="687"/>
                </a:lnTo>
                <a:lnTo>
                  <a:pt x="14927" y="677"/>
                </a:lnTo>
              </a:path>
              <a:path w="21600" h="21600">
                <a:moveTo>
                  <a:pt x="2073" y="653"/>
                </a:moveTo>
                <a:lnTo>
                  <a:pt x="2058" y="687"/>
                </a:lnTo>
                <a:lnTo>
                  <a:pt x="2114" y="759"/>
                </a:lnTo>
                <a:lnTo>
                  <a:pt x="2132" y="742"/>
                </a:lnTo>
              </a:path>
              <a:path w="21600" h="21600">
                <a:moveTo>
                  <a:pt x="8912" y="651"/>
                </a:moveTo>
                <a:cubicBezTo>
                  <a:pt x="8825" y="702"/>
                  <a:pt x="8731" y="760"/>
                  <a:pt x="8630" y="829"/>
                </a:cubicBezTo>
                <a:lnTo>
                  <a:pt x="8484" y="944"/>
                </a:lnTo>
                <a:lnTo>
                  <a:pt x="8545" y="1181"/>
                </a:lnTo>
                <a:lnTo>
                  <a:pt x="8553" y="1255"/>
                </a:lnTo>
                <a:lnTo>
                  <a:pt x="8832" y="1011"/>
                </a:lnTo>
                <a:lnTo>
                  <a:pt x="8966" y="913"/>
                </a:lnTo>
                <a:lnTo>
                  <a:pt x="8912" y="652"/>
                </a:lnTo>
              </a:path>
              <a:path w="21600" h="21600">
                <a:moveTo>
                  <a:pt x="1353" y="647"/>
                </a:moveTo>
                <a:lnTo>
                  <a:pt x="844" y="711"/>
                </a:lnTo>
                <a:lnTo>
                  <a:pt x="1038" y="925"/>
                </a:lnTo>
                <a:lnTo>
                  <a:pt x="1541" y="869"/>
                </a:lnTo>
              </a:path>
              <a:path w="21600" h="21600">
                <a:moveTo>
                  <a:pt x="13393" y="646"/>
                </a:moveTo>
                <a:lnTo>
                  <a:pt x="13238" y="779"/>
                </a:lnTo>
                <a:lnTo>
                  <a:pt x="13402" y="659"/>
                </a:lnTo>
              </a:path>
              <a:path w="21600" h="21600">
                <a:moveTo>
                  <a:pt x="3776" y="645"/>
                </a:moveTo>
                <a:lnTo>
                  <a:pt x="3785" y="761"/>
                </a:lnTo>
                <a:lnTo>
                  <a:pt x="3808" y="776"/>
                </a:lnTo>
                <a:lnTo>
                  <a:pt x="3819" y="712"/>
                </a:lnTo>
                <a:lnTo>
                  <a:pt x="3817" y="708"/>
                </a:lnTo>
              </a:path>
              <a:path w="21600" h="21600">
                <a:moveTo>
                  <a:pt x="3177" y="644"/>
                </a:moveTo>
                <a:lnTo>
                  <a:pt x="3196" y="692"/>
                </a:lnTo>
                <a:lnTo>
                  <a:pt x="3210" y="691"/>
                </a:lnTo>
                <a:lnTo>
                  <a:pt x="3179" y="645"/>
                </a:lnTo>
              </a:path>
              <a:path w="21600" h="21600">
                <a:moveTo>
                  <a:pt x="7245" y="643"/>
                </a:moveTo>
                <a:cubicBezTo>
                  <a:pt x="7234" y="653"/>
                  <a:pt x="7223" y="663"/>
                  <a:pt x="7212" y="672"/>
                </a:cubicBezTo>
                <a:cubicBezTo>
                  <a:pt x="7146" y="733"/>
                  <a:pt x="7082" y="801"/>
                  <a:pt x="7014" y="872"/>
                </a:cubicBezTo>
                <a:lnTo>
                  <a:pt x="6887" y="1001"/>
                </a:lnTo>
                <a:lnTo>
                  <a:pt x="6896" y="1022"/>
                </a:lnTo>
                <a:cubicBezTo>
                  <a:pt x="6941" y="1128"/>
                  <a:pt x="6980" y="1233"/>
                  <a:pt x="7007" y="1331"/>
                </a:cubicBezTo>
                <a:lnTo>
                  <a:pt x="7009" y="1337"/>
                </a:lnTo>
                <a:lnTo>
                  <a:pt x="7036" y="1315"/>
                </a:lnTo>
                <a:cubicBezTo>
                  <a:pt x="7109" y="1244"/>
                  <a:pt x="7176" y="1169"/>
                  <a:pt x="7241" y="1097"/>
                </a:cubicBezTo>
                <a:lnTo>
                  <a:pt x="7371" y="959"/>
                </a:lnTo>
                <a:lnTo>
                  <a:pt x="7251" y="660"/>
                </a:lnTo>
                <a:cubicBezTo>
                  <a:pt x="7249" y="654"/>
                  <a:pt x="7247" y="649"/>
                  <a:pt x="7245" y="643"/>
                </a:cubicBezTo>
              </a:path>
              <a:path w="21600" h="21600">
                <a:moveTo>
                  <a:pt x="9456" y="643"/>
                </a:moveTo>
                <a:cubicBezTo>
                  <a:pt x="9351" y="702"/>
                  <a:pt x="9250" y="765"/>
                  <a:pt x="9150" y="834"/>
                </a:cubicBezTo>
                <a:lnTo>
                  <a:pt x="9015" y="931"/>
                </a:lnTo>
                <a:lnTo>
                  <a:pt x="9056" y="1128"/>
                </a:lnTo>
                <a:lnTo>
                  <a:pt x="9061" y="1226"/>
                </a:lnTo>
                <a:lnTo>
                  <a:pt x="9323" y="1004"/>
                </a:lnTo>
                <a:lnTo>
                  <a:pt x="9494" y="878"/>
                </a:lnTo>
                <a:lnTo>
                  <a:pt x="9457" y="643"/>
                </a:lnTo>
              </a:path>
              <a:path w="21600" h="21600">
                <a:moveTo>
                  <a:pt x="5531" y="640"/>
                </a:moveTo>
                <a:lnTo>
                  <a:pt x="5128" y="859"/>
                </a:lnTo>
                <a:lnTo>
                  <a:pt x="5135" y="871"/>
                </a:lnTo>
                <a:lnTo>
                  <a:pt x="5295" y="1148"/>
                </a:lnTo>
                <a:lnTo>
                  <a:pt x="5642" y="961"/>
                </a:lnTo>
                <a:lnTo>
                  <a:pt x="5687" y="930"/>
                </a:lnTo>
                <a:lnTo>
                  <a:pt x="5636" y="835"/>
                </a:lnTo>
                <a:cubicBezTo>
                  <a:pt x="5601" y="771"/>
                  <a:pt x="5565" y="705"/>
                  <a:pt x="5531" y="640"/>
                </a:cubicBezTo>
              </a:path>
              <a:path w="21600" h="21600">
                <a:moveTo>
                  <a:pt x="1763" y="639"/>
                </a:moveTo>
                <a:lnTo>
                  <a:pt x="1757" y="787"/>
                </a:lnTo>
                <a:lnTo>
                  <a:pt x="1767" y="844"/>
                </a:lnTo>
                <a:lnTo>
                  <a:pt x="1785" y="842"/>
                </a:lnTo>
                <a:lnTo>
                  <a:pt x="1802" y="769"/>
                </a:lnTo>
              </a:path>
              <a:path w="21600" h="21600">
                <a:moveTo>
                  <a:pt x="8357" y="637"/>
                </a:moveTo>
                <a:cubicBezTo>
                  <a:pt x="8267" y="694"/>
                  <a:pt x="8173" y="760"/>
                  <a:pt x="8075" y="839"/>
                </a:cubicBezTo>
                <a:lnTo>
                  <a:pt x="7959" y="949"/>
                </a:lnTo>
                <a:lnTo>
                  <a:pt x="8033" y="1231"/>
                </a:lnTo>
                <a:lnTo>
                  <a:pt x="8041" y="1283"/>
                </a:lnTo>
                <a:lnTo>
                  <a:pt x="8115" y="1204"/>
                </a:lnTo>
                <a:cubicBezTo>
                  <a:pt x="8173" y="1145"/>
                  <a:pt x="8227" y="1094"/>
                  <a:pt x="8278" y="1048"/>
                </a:cubicBezTo>
                <a:lnTo>
                  <a:pt x="8433" y="926"/>
                </a:lnTo>
                <a:lnTo>
                  <a:pt x="8358" y="637"/>
                </a:lnTo>
              </a:path>
              <a:path w="21600" h="21600">
                <a:moveTo>
                  <a:pt x="3731" y="633"/>
                </a:moveTo>
                <a:lnTo>
                  <a:pt x="3630" y="654"/>
                </a:lnTo>
                <a:lnTo>
                  <a:pt x="3739" y="729"/>
                </a:lnTo>
              </a:path>
              <a:path w="21600" h="21600">
                <a:moveTo>
                  <a:pt x="12232" y="632"/>
                </a:moveTo>
                <a:lnTo>
                  <a:pt x="12141" y="705"/>
                </a:lnTo>
                <a:lnTo>
                  <a:pt x="12140" y="722"/>
                </a:lnTo>
                <a:lnTo>
                  <a:pt x="12263" y="645"/>
                </a:lnTo>
              </a:path>
              <a:path w="21600" h="21600">
                <a:moveTo>
                  <a:pt x="15460" y="631"/>
                </a:moveTo>
                <a:lnTo>
                  <a:pt x="15246" y="923"/>
                </a:lnTo>
                <a:lnTo>
                  <a:pt x="15509" y="642"/>
                </a:lnTo>
              </a:path>
              <a:path w="21600" h="21600">
                <a:moveTo>
                  <a:pt x="1956" y="631"/>
                </a:moveTo>
                <a:lnTo>
                  <a:pt x="1982" y="711"/>
                </a:lnTo>
                <a:lnTo>
                  <a:pt x="1990" y="734"/>
                </a:lnTo>
                <a:lnTo>
                  <a:pt x="2007" y="695"/>
                </a:lnTo>
              </a:path>
              <a:path w="21600" h="21600">
                <a:moveTo>
                  <a:pt x="7799" y="628"/>
                </a:moveTo>
                <a:cubicBezTo>
                  <a:pt x="7697" y="706"/>
                  <a:pt x="7586" y="805"/>
                  <a:pt x="7461" y="928"/>
                </a:cubicBezTo>
                <a:lnTo>
                  <a:pt x="7424" y="967"/>
                </a:lnTo>
                <a:lnTo>
                  <a:pt x="7425" y="969"/>
                </a:lnTo>
                <a:cubicBezTo>
                  <a:pt x="7465" y="1076"/>
                  <a:pt x="7499" y="1182"/>
                  <a:pt x="7522" y="1280"/>
                </a:cubicBezTo>
                <a:lnTo>
                  <a:pt x="7530" y="1319"/>
                </a:lnTo>
                <a:lnTo>
                  <a:pt x="7675" y="1156"/>
                </a:lnTo>
                <a:lnTo>
                  <a:pt x="7908" y="936"/>
                </a:lnTo>
              </a:path>
              <a:path w="21600" h="21600">
                <a:moveTo>
                  <a:pt x="13629" y="628"/>
                </a:moveTo>
                <a:lnTo>
                  <a:pt x="13508" y="737"/>
                </a:lnTo>
                <a:lnTo>
                  <a:pt x="13509" y="739"/>
                </a:lnTo>
                <a:lnTo>
                  <a:pt x="13516" y="750"/>
                </a:lnTo>
                <a:lnTo>
                  <a:pt x="13509" y="761"/>
                </a:lnTo>
                <a:lnTo>
                  <a:pt x="13499" y="782"/>
                </a:lnTo>
                <a:lnTo>
                  <a:pt x="13523" y="763"/>
                </a:lnTo>
                <a:lnTo>
                  <a:pt x="13601" y="704"/>
                </a:lnTo>
                <a:lnTo>
                  <a:pt x="13623" y="657"/>
                </a:lnTo>
              </a:path>
              <a:path w="21600" h="21600">
                <a:moveTo>
                  <a:pt x="2555" y="614"/>
                </a:moveTo>
                <a:lnTo>
                  <a:pt x="2418" y="651"/>
                </a:lnTo>
                <a:lnTo>
                  <a:pt x="2512" y="718"/>
                </a:lnTo>
                <a:lnTo>
                  <a:pt x="2566" y="629"/>
                </a:lnTo>
              </a:path>
              <a:path w="21600" h="21600">
                <a:moveTo>
                  <a:pt x="9991" y="612"/>
                </a:moveTo>
                <a:cubicBezTo>
                  <a:pt x="9866" y="680"/>
                  <a:pt x="9754" y="748"/>
                  <a:pt x="9650" y="818"/>
                </a:cubicBezTo>
                <a:lnTo>
                  <a:pt x="9540" y="899"/>
                </a:lnTo>
                <a:lnTo>
                  <a:pt x="9569" y="1079"/>
                </a:lnTo>
                <a:lnTo>
                  <a:pt x="9565" y="1178"/>
                </a:lnTo>
                <a:lnTo>
                  <a:pt x="9967" y="844"/>
                </a:lnTo>
                <a:lnTo>
                  <a:pt x="10014" y="815"/>
                </a:lnTo>
                <a:lnTo>
                  <a:pt x="9991" y="612"/>
                </a:lnTo>
              </a:path>
              <a:path w="21600" h="21600">
                <a:moveTo>
                  <a:pt x="12616" y="608"/>
                </a:moveTo>
                <a:lnTo>
                  <a:pt x="12455" y="710"/>
                </a:lnTo>
                <a:lnTo>
                  <a:pt x="12489" y="761"/>
                </a:lnTo>
                <a:lnTo>
                  <a:pt x="12550" y="704"/>
                </a:lnTo>
                <a:lnTo>
                  <a:pt x="12610" y="662"/>
                </a:lnTo>
              </a:path>
              <a:path w="21600" h="21600">
                <a:moveTo>
                  <a:pt x="1680" y="607"/>
                </a:moveTo>
                <a:lnTo>
                  <a:pt x="1403" y="641"/>
                </a:lnTo>
                <a:lnTo>
                  <a:pt x="1592" y="863"/>
                </a:lnTo>
                <a:lnTo>
                  <a:pt x="1673" y="854"/>
                </a:lnTo>
                <a:lnTo>
                  <a:pt x="1681" y="614"/>
                </a:lnTo>
              </a:path>
              <a:path w="21600" h="21600">
                <a:moveTo>
                  <a:pt x="12846" y="600"/>
                </a:moveTo>
                <a:lnTo>
                  <a:pt x="12646" y="729"/>
                </a:lnTo>
                <a:lnTo>
                  <a:pt x="12641" y="774"/>
                </a:lnTo>
                <a:lnTo>
                  <a:pt x="12608" y="860"/>
                </a:lnTo>
                <a:lnTo>
                  <a:pt x="12633" y="843"/>
                </a:lnTo>
                <a:lnTo>
                  <a:pt x="12688" y="788"/>
                </a:lnTo>
                <a:lnTo>
                  <a:pt x="12876" y="645"/>
                </a:lnTo>
              </a:path>
              <a:path w="21600" h="21600">
                <a:moveTo>
                  <a:pt x="14895" y="599"/>
                </a:moveTo>
                <a:lnTo>
                  <a:pt x="14871" y="638"/>
                </a:lnTo>
                <a:lnTo>
                  <a:pt x="14899" y="609"/>
                </a:lnTo>
              </a:path>
              <a:path w="21600" h="21600">
                <a:moveTo>
                  <a:pt x="2665" y="591"/>
                </a:moveTo>
                <a:lnTo>
                  <a:pt x="2663" y="593"/>
                </a:lnTo>
                <a:lnTo>
                  <a:pt x="2640" y="597"/>
                </a:lnTo>
                <a:lnTo>
                  <a:pt x="2630" y="613"/>
                </a:lnTo>
                <a:lnTo>
                  <a:pt x="2661" y="684"/>
                </a:lnTo>
                <a:lnTo>
                  <a:pt x="2712" y="753"/>
                </a:lnTo>
                <a:lnTo>
                  <a:pt x="2890" y="730"/>
                </a:lnTo>
                <a:lnTo>
                  <a:pt x="2830" y="696"/>
                </a:lnTo>
              </a:path>
              <a:path w="21600" h="21600">
                <a:moveTo>
                  <a:pt x="1896" y="590"/>
                </a:moveTo>
                <a:lnTo>
                  <a:pt x="1880" y="639"/>
                </a:lnTo>
                <a:lnTo>
                  <a:pt x="1850" y="770"/>
                </a:lnTo>
                <a:lnTo>
                  <a:pt x="1868" y="833"/>
                </a:lnTo>
                <a:lnTo>
                  <a:pt x="1951" y="823"/>
                </a:lnTo>
                <a:lnTo>
                  <a:pt x="1964" y="793"/>
                </a:lnTo>
                <a:lnTo>
                  <a:pt x="1940" y="726"/>
                </a:lnTo>
              </a:path>
              <a:path w="21600" h="21600">
                <a:moveTo>
                  <a:pt x="1850" y="588"/>
                </a:moveTo>
                <a:lnTo>
                  <a:pt x="1800" y="593"/>
                </a:lnTo>
                <a:lnTo>
                  <a:pt x="1805" y="619"/>
                </a:lnTo>
                <a:lnTo>
                  <a:pt x="1823" y="680"/>
                </a:lnTo>
                <a:lnTo>
                  <a:pt x="1836" y="627"/>
                </a:lnTo>
                <a:cubicBezTo>
                  <a:pt x="1840" y="614"/>
                  <a:pt x="1843" y="601"/>
                  <a:pt x="1847" y="589"/>
                </a:cubicBezTo>
              </a:path>
              <a:path w="21600" h="21600">
                <a:moveTo>
                  <a:pt x="4100" y="578"/>
                </a:moveTo>
                <a:lnTo>
                  <a:pt x="4090" y="650"/>
                </a:lnTo>
                <a:lnTo>
                  <a:pt x="4159" y="723"/>
                </a:lnTo>
                <a:lnTo>
                  <a:pt x="4150" y="634"/>
                </a:lnTo>
              </a:path>
              <a:path w="21600" h="21600">
                <a:moveTo>
                  <a:pt x="3933" y="577"/>
                </a:moveTo>
                <a:lnTo>
                  <a:pt x="3886" y="593"/>
                </a:lnTo>
                <a:lnTo>
                  <a:pt x="3880" y="627"/>
                </a:lnTo>
                <a:lnTo>
                  <a:pt x="3912" y="650"/>
                </a:lnTo>
              </a:path>
              <a:path w="21600" h="21600">
                <a:moveTo>
                  <a:pt x="3959" y="576"/>
                </a:moveTo>
                <a:lnTo>
                  <a:pt x="3948" y="677"/>
                </a:lnTo>
                <a:lnTo>
                  <a:pt x="3983" y="703"/>
                </a:lnTo>
                <a:lnTo>
                  <a:pt x="4030" y="750"/>
                </a:lnTo>
                <a:lnTo>
                  <a:pt x="4042" y="664"/>
                </a:lnTo>
              </a:path>
              <a:path w="21600" h="21600">
                <a:moveTo>
                  <a:pt x="14387" y="576"/>
                </a:moveTo>
                <a:lnTo>
                  <a:pt x="14374" y="587"/>
                </a:lnTo>
                <a:lnTo>
                  <a:pt x="14331" y="627"/>
                </a:lnTo>
                <a:lnTo>
                  <a:pt x="14258" y="764"/>
                </a:lnTo>
                <a:cubicBezTo>
                  <a:pt x="14245" y="793"/>
                  <a:pt x="14220" y="836"/>
                  <a:pt x="14188" y="865"/>
                </a:cubicBezTo>
                <a:cubicBezTo>
                  <a:pt x="13829" y="1207"/>
                  <a:pt x="13532" y="1588"/>
                  <a:pt x="13305" y="1998"/>
                </a:cubicBezTo>
                <a:lnTo>
                  <a:pt x="13173" y="2303"/>
                </a:lnTo>
                <a:lnTo>
                  <a:pt x="13430" y="1853"/>
                </a:lnTo>
                <a:cubicBezTo>
                  <a:pt x="13568" y="1652"/>
                  <a:pt x="13725" y="1456"/>
                  <a:pt x="13902" y="1264"/>
                </a:cubicBezTo>
                <a:lnTo>
                  <a:pt x="14307" y="877"/>
                </a:lnTo>
                <a:lnTo>
                  <a:pt x="14355" y="807"/>
                </a:lnTo>
                <a:lnTo>
                  <a:pt x="14423" y="688"/>
                </a:lnTo>
                <a:lnTo>
                  <a:pt x="14401" y="606"/>
                </a:lnTo>
                <a:lnTo>
                  <a:pt x="14401" y="598"/>
                </a:lnTo>
              </a:path>
              <a:path w="21600" h="21600">
                <a:moveTo>
                  <a:pt x="13344" y="575"/>
                </a:moveTo>
                <a:lnTo>
                  <a:pt x="13160" y="705"/>
                </a:lnTo>
                <a:lnTo>
                  <a:pt x="13156" y="707"/>
                </a:lnTo>
                <a:lnTo>
                  <a:pt x="13154" y="722"/>
                </a:lnTo>
                <a:lnTo>
                  <a:pt x="13108" y="835"/>
                </a:lnTo>
                <a:lnTo>
                  <a:pt x="13369" y="611"/>
                </a:lnTo>
              </a:path>
              <a:path w="21600" h="21600">
                <a:moveTo>
                  <a:pt x="2039" y="568"/>
                </a:moveTo>
                <a:lnTo>
                  <a:pt x="1969" y="576"/>
                </a:lnTo>
                <a:lnTo>
                  <a:pt x="2027" y="649"/>
                </a:lnTo>
                <a:lnTo>
                  <a:pt x="2044" y="609"/>
                </a:lnTo>
                <a:lnTo>
                  <a:pt x="2037" y="599"/>
                </a:lnTo>
              </a:path>
              <a:path w="21600" h="21600">
                <a:moveTo>
                  <a:pt x="13860" y="567"/>
                </a:moveTo>
                <a:lnTo>
                  <a:pt x="13842" y="580"/>
                </a:lnTo>
                <a:lnTo>
                  <a:pt x="13841" y="582"/>
                </a:lnTo>
                <a:cubicBezTo>
                  <a:pt x="13832" y="612"/>
                  <a:pt x="13806" y="657"/>
                  <a:pt x="13774" y="683"/>
                </a:cubicBezTo>
                <a:cubicBezTo>
                  <a:pt x="13595" y="830"/>
                  <a:pt x="13429" y="987"/>
                  <a:pt x="13277" y="1155"/>
                </a:cubicBezTo>
                <a:lnTo>
                  <a:pt x="13021" y="1482"/>
                </a:lnTo>
                <a:lnTo>
                  <a:pt x="13091" y="1401"/>
                </a:lnTo>
                <a:lnTo>
                  <a:pt x="13890" y="697"/>
                </a:lnTo>
                <a:lnTo>
                  <a:pt x="13919" y="653"/>
                </a:lnTo>
                <a:lnTo>
                  <a:pt x="13903" y="627"/>
                </a:lnTo>
              </a:path>
              <a:path w="21600" h="21600">
                <a:moveTo>
                  <a:pt x="4909" y="566"/>
                </a:moveTo>
                <a:cubicBezTo>
                  <a:pt x="4805" y="620"/>
                  <a:pt x="4699" y="672"/>
                  <a:pt x="4588" y="722"/>
                </a:cubicBezTo>
                <a:lnTo>
                  <a:pt x="4490" y="758"/>
                </a:lnTo>
                <a:lnTo>
                  <a:pt x="4597" y="930"/>
                </a:lnTo>
                <a:lnTo>
                  <a:pt x="4657" y="1031"/>
                </a:lnTo>
                <a:lnTo>
                  <a:pt x="4844" y="963"/>
                </a:lnTo>
                <a:lnTo>
                  <a:pt x="5068" y="841"/>
                </a:lnTo>
                <a:lnTo>
                  <a:pt x="4918" y="582"/>
                </a:lnTo>
                <a:cubicBezTo>
                  <a:pt x="4915" y="576"/>
                  <a:pt x="4912" y="571"/>
                  <a:pt x="4909" y="566"/>
                </a:cubicBezTo>
              </a:path>
              <a:path w="21600" h="21600">
                <a:moveTo>
                  <a:pt x="12208" y="560"/>
                </a:moveTo>
                <a:lnTo>
                  <a:pt x="12152" y="571"/>
                </a:lnTo>
                <a:lnTo>
                  <a:pt x="12152" y="573"/>
                </a:lnTo>
              </a:path>
              <a:path w="21600" h="21600">
                <a:moveTo>
                  <a:pt x="13133" y="559"/>
                </a:moveTo>
                <a:lnTo>
                  <a:pt x="13001" y="646"/>
                </a:lnTo>
                <a:lnTo>
                  <a:pt x="12953" y="680"/>
                </a:lnTo>
                <a:lnTo>
                  <a:pt x="12993" y="738"/>
                </a:lnTo>
                <a:lnTo>
                  <a:pt x="13122" y="634"/>
                </a:lnTo>
              </a:path>
              <a:path w="21600" h="21600">
                <a:moveTo>
                  <a:pt x="2604" y="552"/>
                </a:moveTo>
                <a:lnTo>
                  <a:pt x="2607" y="558"/>
                </a:lnTo>
                <a:lnTo>
                  <a:pt x="2613" y="557"/>
                </a:lnTo>
              </a:path>
              <a:path w="21600" h="21600">
                <a:moveTo>
                  <a:pt x="10519" y="550"/>
                </a:moveTo>
                <a:lnTo>
                  <a:pt x="10061" y="837"/>
                </a:lnTo>
                <a:lnTo>
                  <a:pt x="10082" y="1026"/>
                </a:lnTo>
                <a:lnTo>
                  <a:pt x="10079" y="1079"/>
                </a:lnTo>
                <a:lnTo>
                  <a:pt x="10403" y="808"/>
                </a:lnTo>
                <a:lnTo>
                  <a:pt x="10533" y="727"/>
                </a:lnTo>
                <a:lnTo>
                  <a:pt x="10521" y="550"/>
                </a:lnTo>
              </a:path>
              <a:path w="21600" h="21600">
                <a:moveTo>
                  <a:pt x="14147" y="550"/>
                </a:moveTo>
                <a:lnTo>
                  <a:pt x="13976" y="682"/>
                </a:lnTo>
                <a:lnTo>
                  <a:pt x="13967" y="736"/>
                </a:lnTo>
                <a:cubicBezTo>
                  <a:pt x="13966" y="748"/>
                  <a:pt x="13967" y="754"/>
                  <a:pt x="13968" y="756"/>
                </a:cubicBezTo>
                <a:cubicBezTo>
                  <a:pt x="13986" y="768"/>
                  <a:pt x="14005" y="772"/>
                  <a:pt x="14021" y="767"/>
                </a:cubicBezTo>
                <a:lnTo>
                  <a:pt x="14027" y="762"/>
                </a:lnTo>
                <a:lnTo>
                  <a:pt x="14078" y="687"/>
                </a:lnTo>
                <a:lnTo>
                  <a:pt x="14145" y="561"/>
                </a:lnTo>
              </a:path>
              <a:path w="21600" h="21600">
                <a:moveTo>
                  <a:pt x="2236" y="547"/>
                </a:moveTo>
                <a:lnTo>
                  <a:pt x="2121" y="560"/>
                </a:lnTo>
                <a:lnTo>
                  <a:pt x="2176" y="699"/>
                </a:lnTo>
                <a:lnTo>
                  <a:pt x="2213" y="664"/>
                </a:lnTo>
                <a:lnTo>
                  <a:pt x="2277" y="641"/>
                </a:lnTo>
                <a:lnTo>
                  <a:pt x="2301" y="601"/>
                </a:lnTo>
              </a:path>
              <a:path w="21600" h="21600">
                <a:moveTo>
                  <a:pt x="12432" y="547"/>
                </a:moveTo>
                <a:lnTo>
                  <a:pt x="12422" y="549"/>
                </a:lnTo>
                <a:cubicBezTo>
                  <a:pt x="12383" y="560"/>
                  <a:pt x="12341" y="573"/>
                  <a:pt x="12293" y="586"/>
                </a:cubicBezTo>
                <a:lnTo>
                  <a:pt x="12290" y="586"/>
                </a:lnTo>
                <a:lnTo>
                  <a:pt x="12270" y="602"/>
                </a:lnTo>
                <a:lnTo>
                  <a:pt x="12307" y="617"/>
                </a:lnTo>
                <a:lnTo>
                  <a:pt x="12323" y="607"/>
                </a:lnTo>
              </a:path>
              <a:path w="21600" h="21600">
                <a:moveTo>
                  <a:pt x="4185" y="546"/>
                </a:moveTo>
                <a:lnTo>
                  <a:pt x="4192" y="614"/>
                </a:lnTo>
                <a:lnTo>
                  <a:pt x="4231" y="658"/>
                </a:lnTo>
                <a:lnTo>
                  <a:pt x="4221" y="590"/>
                </a:lnTo>
              </a:path>
              <a:path w="21600" h="21600">
                <a:moveTo>
                  <a:pt x="12719" y="543"/>
                </a:moveTo>
                <a:lnTo>
                  <a:pt x="12663" y="578"/>
                </a:lnTo>
                <a:lnTo>
                  <a:pt x="12658" y="627"/>
                </a:lnTo>
                <a:lnTo>
                  <a:pt x="12754" y="559"/>
                </a:lnTo>
              </a:path>
              <a:path w="21600" h="21600">
                <a:moveTo>
                  <a:pt x="13636" y="543"/>
                </a:moveTo>
                <a:lnTo>
                  <a:pt x="13465" y="667"/>
                </a:lnTo>
                <a:lnTo>
                  <a:pt x="13479" y="687"/>
                </a:lnTo>
                <a:lnTo>
                  <a:pt x="13485" y="697"/>
                </a:lnTo>
                <a:lnTo>
                  <a:pt x="13607" y="587"/>
                </a:lnTo>
              </a:path>
              <a:path w="21600" h="21600">
                <a:moveTo>
                  <a:pt x="2293" y="541"/>
                </a:moveTo>
                <a:lnTo>
                  <a:pt x="2283" y="542"/>
                </a:lnTo>
                <a:lnTo>
                  <a:pt x="2301" y="558"/>
                </a:lnTo>
              </a:path>
              <a:path w="21600" h="21600">
                <a:moveTo>
                  <a:pt x="2340" y="536"/>
                </a:moveTo>
                <a:lnTo>
                  <a:pt x="2340" y="536"/>
                </a:lnTo>
                <a:lnTo>
                  <a:pt x="2340" y="536"/>
                </a:lnTo>
              </a:path>
              <a:path w="21600" h="21600">
                <a:moveTo>
                  <a:pt x="4053" y="536"/>
                </a:moveTo>
                <a:lnTo>
                  <a:pt x="3999" y="554"/>
                </a:lnTo>
                <a:lnTo>
                  <a:pt x="4050" y="608"/>
                </a:lnTo>
                <a:lnTo>
                  <a:pt x="4056" y="568"/>
                </a:lnTo>
              </a:path>
              <a:path w="21600" h="21600">
                <a:moveTo>
                  <a:pt x="3374" y="534"/>
                </a:moveTo>
                <a:lnTo>
                  <a:pt x="3406" y="657"/>
                </a:lnTo>
                <a:lnTo>
                  <a:pt x="3520" y="634"/>
                </a:lnTo>
              </a:path>
              <a:path w="21600" h="21600">
                <a:moveTo>
                  <a:pt x="13315" y="533"/>
                </a:moveTo>
                <a:lnTo>
                  <a:pt x="13227" y="604"/>
                </a:lnTo>
                <a:lnTo>
                  <a:pt x="13319" y="539"/>
                </a:lnTo>
              </a:path>
              <a:path w="21600" h="21600">
                <a:moveTo>
                  <a:pt x="12625" y="527"/>
                </a:moveTo>
                <a:lnTo>
                  <a:pt x="12427" y="668"/>
                </a:lnTo>
                <a:lnTo>
                  <a:pt x="12431" y="674"/>
                </a:lnTo>
                <a:lnTo>
                  <a:pt x="12622" y="552"/>
                </a:lnTo>
              </a:path>
              <a:path w="21600" h="21600">
                <a:moveTo>
                  <a:pt x="12670" y="522"/>
                </a:moveTo>
                <a:lnTo>
                  <a:pt x="12670" y="522"/>
                </a:lnTo>
                <a:lnTo>
                  <a:pt x="12670" y="522"/>
                </a:lnTo>
              </a:path>
              <a:path w="21600" h="21600">
                <a:moveTo>
                  <a:pt x="15364" y="521"/>
                </a:moveTo>
                <a:lnTo>
                  <a:pt x="15264" y="624"/>
                </a:lnTo>
                <a:lnTo>
                  <a:pt x="14952" y="1069"/>
                </a:lnTo>
                <a:cubicBezTo>
                  <a:pt x="14935" y="1096"/>
                  <a:pt x="14909" y="1135"/>
                  <a:pt x="14880" y="1170"/>
                </a:cubicBezTo>
                <a:cubicBezTo>
                  <a:pt x="14518" y="1597"/>
                  <a:pt x="14238" y="2050"/>
                  <a:pt x="14047" y="2517"/>
                </a:cubicBezTo>
                <a:cubicBezTo>
                  <a:pt x="13704" y="3357"/>
                  <a:pt x="13628" y="4307"/>
                  <a:pt x="13807" y="5508"/>
                </a:cubicBezTo>
                <a:cubicBezTo>
                  <a:pt x="13837" y="5708"/>
                  <a:pt x="13867" y="5926"/>
                  <a:pt x="13891" y="6156"/>
                </a:cubicBezTo>
                <a:lnTo>
                  <a:pt x="13927" y="6724"/>
                </a:lnTo>
                <a:lnTo>
                  <a:pt x="13985" y="6972"/>
                </a:lnTo>
                <a:cubicBezTo>
                  <a:pt x="14026" y="7180"/>
                  <a:pt x="14065" y="7397"/>
                  <a:pt x="14095" y="7619"/>
                </a:cubicBezTo>
                <a:lnTo>
                  <a:pt x="14114" y="7842"/>
                </a:lnTo>
                <a:lnTo>
                  <a:pt x="14114" y="7840"/>
                </a:lnTo>
                <a:cubicBezTo>
                  <a:pt x="14133" y="7614"/>
                  <a:pt x="14138" y="7378"/>
                  <a:pt x="14128" y="7119"/>
                </a:cubicBezTo>
                <a:cubicBezTo>
                  <a:pt x="14108" y="6622"/>
                  <a:pt x="14035" y="6133"/>
                  <a:pt x="13966" y="5719"/>
                </a:cubicBezTo>
                <a:lnTo>
                  <a:pt x="13948" y="5565"/>
                </a:lnTo>
                <a:lnTo>
                  <a:pt x="13947" y="5562"/>
                </a:lnTo>
                <a:lnTo>
                  <a:pt x="13944" y="5538"/>
                </a:lnTo>
                <a:lnTo>
                  <a:pt x="13860" y="4831"/>
                </a:lnTo>
                <a:lnTo>
                  <a:pt x="13860" y="4758"/>
                </a:lnTo>
                <a:lnTo>
                  <a:pt x="13851" y="4681"/>
                </a:lnTo>
                <a:lnTo>
                  <a:pt x="13858" y="4419"/>
                </a:lnTo>
                <a:lnTo>
                  <a:pt x="13856" y="4025"/>
                </a:lnTo>
                <a:lnTo>
                  <a:pt x="13870" y="3916"/>
                </a:lnTo>
                <a:lnTo>
                  <a:pt x="13871" y="3878"/>
                </a:lnTo>
                <a:lnTo>
                  <a:pt x="13886" y="3795"/>
                </a:lnTo>
                <a:lnTo>
                  <a:pt x="13954" y="3288"/>
                </a:lnTo>
                <a:cubicBezTo>
                  <a:pt x="14004" y="3053"/>
                  <a:pt x="14071" y="2826"/>
                  <a:pt x="14155" y="2607"/>
                </a:cubicBezTo>
                <a:cubicBezTo>
                  <a:pt x="14341" y="2125"/>
                  <a:pt x="14620" y="1654"/>
                  <a:pt x="14984" y="1206"/>
                </a:cubicBezTo>
                <a:cubicBezTo>
                  <a:pt x="15005" y="1179"/>
                  <a:pt x="15029" y="1147"/>
                  <a:pt x="15054" y="1109"/>
                </a:cubicBezTo>
                <a:lnTo>
                  <a:pt x="15415" y="617"/>
                </a:lnTo>
              </a:path>
              <a:path w="21600" h="21600">
                <a:moveTo>
                  <a:pt x="11570" y="521"/>
                </a:moveTo>
                <a:lnTo>
                  <a:pt x="11370" y="652"/>
                </a:lnTo>
                <a:lnTo>
                  <a:pt x="11227" y="757"/>
                </a:lnTo>
                <a:lnTo>
                  <a:pt x="11409" y="708"/>
                </a:lnTo>
                <a:lnTo>
                  <a:pt x="11570" y="643"/>
                </a:lnTo>
                <a:lnTo>
                  <a:pt x="11571" y="643"/>
                </a:lnTo>
              </a:path>
              <a:path w="21600" h="21600">
                <a:moveTo>
                  <a:pt x="2486" y="520"/>
                </a:moveTo>
                <a:lnTo>
                  <a:pt x="2398" y="530"/>
                </a:lnTo>
                <a:lnTo>
                  <a:pt x="2363" y="588"/>
                </a:lnTo>
                <a:lnTo>
                  <a:pt x="2371" y="607"/>
                </a:lnTo>
                <a:lnTo>
                  <a:pt x="2389" y="600"/>
                </a:lnTo>
                <a:lnTo>
                  <a:pt x="2525" y="574"/>
                </a:lnTo>
              </a:path>
              <a:path w="21600" h="21600">
                <a:moveTo>
                  <a:pt x="12574" y="518"/>
                </a:moveTo>
                <a:lnTo>
                  <a:pt x="12571" y="518"/>
                </a:lnTo>
                <a:lnTo>
                  <a:pt x="12357" y="637"/>
                </a:lnTo>
                <a:lnTo>
                  <a:pt x="12403" y="656"/>
                </a:lnTo>
              </a:path>
              <a:path w="21600" h="21600">
                <a:moveTo>
                  <a:pt x="4255" y="517"/>
                </a:moveTo>
                <a:lnTo>
                  <a:pt x="4263" y="568"/>
                </a:lnTo>
                <a:lnTo>
                  <a:pt x="4287" y="597"/>
                </a:lnTo>
                <a:lnTo>
                  <a:pt x="4264" y="528"/>
                </a:lnTo>
              </a:path>
              <a:path w="21600" h="21600">
                <a:moveTo>
                  <a:pt x="3900" y="515"/>
                </a:moveTo>
                <a:lnTo>
                  <a:pt x="3895" y="544"/>
                </a:lnTo>
                <a:lnTo>
                  <a:pt x="3920" y="535"/>
                </a:lnTo>
              </a:path>
              <a:path w="21600" h="21600">
                <a:moveTo>
                  <a:pt x="2538" y="514"/>
                </a:moveTo>
                <a:lnTo>
                  <a:pt x="2535" y="515"/>
                </a:lnTo>
                <a:lnTo>
                  <a:pt x="2543" y="525"/>
                </a:lnTo>
              </a:path>
              <a:path w="21600" h="21600">
                <a:moveTo>
                  <a:pt x="4137" y="507"/>
                </a:moveTo>
                <a:lnTo>
                  <a:pt x="4106" y="518"/>
                </a:lnTo>
                <a:lnTo>
                  <a:pt x="4142" y="558"/>
                </a:lnTo>
              </a:path>
              <a:path w="21600" h="21600">
                <a:moveTo>
                  <a:pt x="13143" y="496"/>
                </a:moveTo>
                <a:lnTo>
                  <a:pt x="13115" y="517"/>
                </a:lnTo>
                <a:lnTo>
                  <a:pt x="13143" y="499"/>
                </a:lnTo>
              </a:path>
              <a:path w="21600" h="21600">
                <a:moveTo>
                  <a:pt x="4206" y="483"/>
                </a:moveTo>
                <a:lnTo>
                  <a:pt x="4196" y="487"/>
                </a:lnTo>
                <a:lnTo>
                  <a:pt x="4209" y="503"/>
                </a:lnTo>
              </a:path>
              <a:path w="21600" h="21600">
                <a:moveTo>
                  <a:pt x="13250" y="483"/>
                </a:moveTo>
                <a:lnTo>
                  <a:pt x="13184" y="526"/>
                </a:lnTo>
                <a:lnTo>
                  <a:pt x="13174" y="592"/>
                </a:lnTo>
                <a:lnTo>
                  <a:pt x="13288" y="500"/>
                </a:lnTo>
              </a:path>
              <a:path w="21600" h="21600">
                <a:moveTo>
                  <a:pt x="15167" y="481"/>
                </a:moveTo>
                <a:lnTo>
                  <a:pt x="15066" y="633"/>
                </a:lnTo>
                <a:lnTo>
                  <a:pt x="15095" y="611"/>
                </a:lnTo>
                <a:cubicBezTo>
                  <a:pt x="15117" y="584"/>
                  <a:pt x="15140" y="547"/>
                  <a:pt x="15162" y="500"/>
                </a:cubicBezTo>
              </a:path>
              <a:path w="21600" h="21600">
                <a:moveTo>
                  <a:pt x="12356" y="480"/>
                </a:moveTo>
                <a:lnTo>
                  <a:pt x="12352" y="481"/>
                </a:lnTo>
                <a:lnTo>
                  <a:pt x="12318" y="496"/>
                </a:lnTo>
                <a:lnTo>
                  <a:pt x="12336" y="492"/>
                </a:lnTo>
              </a:path>
              <a:path w="21600" h="21600">
                <a:moveTo>
                  <a:pt x="1732" y="480"/>
                </a:moveTo>
                <a:lnTo>
                  <a:pt x="1731" y="511"/>
                </a:lnTo>
                <a:lnTo>
                  <a:pt x="1735" y="493"/>
                </a:lnTo>
              </a:path>
              <a:path w="21600" h="21600">
                <a:moveTo>
                  <a:pt x="2795" y="477"/>
                </a:moveTo>
                <a:lnTo>
                  <a:pt x="2610" y="505"/>
                </a:lnTo>
                <a:lnTo>
                  <a:pt x="2610" y="505"/>
                </a:lnTo>
                <a:cubicBezTo>
                  <a:pt x="2685" y="555"/>
                  <a:pt x="2765" y="606"/>
                  <a:pt x="2854" y="659"/>
                </a:cubicBezTo>
                <a:lnTo>
                  <a:pt x="2876" y="671"/>
                </a:lnTo>
                <a:lnTo>
                  <a:pt x="2841" y="576"/>
                </a:lnTo>
              </a:path>
              <a:path w="21600" h="21600">
                <a:moveTo>
                  <a:pt x="2149" y="476"/>
                </a:moveTo>
                <a:lnTo>
                  <a:pt x="2133" y="514"/>
                </a:lnTo>
                <a:lnTo>
                  <a:pt x="2189" y="508"/>
                </a:lnTo>
              </a:path>
              <a:path w="21600" h="21600">
                <a:moveTo>
                  <a:pt x="3593" y="471"/>
                </a:moveTo>
                <a:lnTo>
                  <a:pt x="3609" y="525"/>
                </a:lnTo>
                <a:lnTo>
                  <a:pt x="3613" y="614"/>
                </a:lnTo>
                <a:lnTo>
                  <a:pt x="3728" y="590"/>
                </a:lnTo>
                <a:lnTo>
                  <a:pt x="3726" y="569"/>
                </a:lnTo>
              </a:path>
              <a:path w="21600" h="21600">
                <a:moveTo>
                  <a:pt x="2886" y="464"/>
                </a:moveTo>
                <a:lnTo>
                  <a:pt x="2841" y="470"/>
                </a:lnTo>
                <a:lnTo>
                  <a:pt x="2883" y="561"/>
                </a:lnTo>
                <a:lnTo>
                  <a:pt x="2936" y="705"/>
                </a:lnTo>
                <a:lnTo>
                  <a:pt x="2965" y="721"/>
                </a:lnTo>
                <a:lnTo>
                  <a:pt x="3150" y="698"/>
                </a:lnTo>
                <a:lnTo>
                  <a:pt x="3112" y="604"/>
                </a:lnTo>
              </a:path>
              <a:path w="21600" h="21600">
                <a:moveTo>
                  <a:pt x="562" y="462"/>
                </a:moveTo>
                <a:lnTo>
                  <a:pt x="137" y="521"/>
                </a:lnTo>
                <a:lnTo>
                  <a:pt x="55" y="542"/>
                </a:lnTo>
                <a:lnTo>
                  <a:pt x="156" y="648"/>
                </a:lnTo>
                <a:lnTo>
                  <a:pt x="261" y="757"/>
                </a:lnTo>
                <a:lnTo>
                  <a:pt x="395" y="724"/>
                </a:lnTo>
                <a:lnTo>
                  <a:pt x="755" y="679"/>
                </a:lnTo>
                <a:lnTo>
                  <a:pt x="692" y="609"/>
                </a:lnTo>
                <a:cubicBezTo>
                  <a:pt x="653" y="565"/>
                  <a:pt x="614" y="521"/>
                  <a:pt x="575" y="478"/>
                </a:cubicBezTo>
              </a:path>
              <a:path w="21600" h="21600">
                <a:moveTo>
                  <a:pt x="13511" y="461"/>
                </a:moveTo>
                <a:lnTo>
                  <a:pt x="13410" y="528"/>
                </a:lnTo>
                <a:lnTo>
                  <a:pt x="13382" y="548"/>
                </a:lnTo>
                <a:lnTo>
                  <a:pt x="13404" y="581"/>
                </a:lnTo>
                <a:lnTo>
                  <a:pt x="13468" y="526"/>
                </a:lnTo>
              </a:path>
              <a:path w="21600" h="21600">
                <a:moveTo>
                  <a:pt x="2441" y="459"/>
                </a:moveTo>
                <a:lnTo>
                  <a:pt x="2426" y="483"/>
                </a:lnTo>
                <a:lnTo>
                  <a:pt x="2455" y="479"/>
                </a:lnTo>
              </a:path>
              <a:path w="21600" h="21600">
                <a:moveTo>
                  <a:pt x="11044" y="459"/>
                </a:moveTo>
                <a:lnTo>
                  <a:pt x="10577" y="749"/>
                </a:lnTo>
                <a:lnTo>
                  <a:pt x="10591" y="942"/>
                </a:lnTo>
                <a:lnTo>
                  <a:pt x="10785" y="786"/>
                </a:lnTo>
                <a:lnTo>
                  <a:pt x="11049" y="610"/>
                </a:lnTo>
                <a:lnTo>
                  <a:pt x="11044" y="459"/>
                </a:lnTo>
              </a:path>
              <a:path w="21600" h="21600">
                <a:moveTo>
                  <a:pt x="13195" y="456"/>
                </a:moveTo>
                <a:lnTo>
                  <a:pt x="13194" y="466"/>
                </a:lnTo>
                <a:lnTo>
                  <a:pt x="13202" y="460"/>
                </a:lnTo>
              </a:path>
              <a:path w="21600" h="21600">
                <a:moveTo>
                  <a:pt x="14823" y="451"/>
                </a:moveTo>
                <a:lnTo>
                  <a:pt x="14784" y="482"/>
                </a:lnTo>
                <a:lnTo>
                  <a:pt x="14767" y="499"/>
                </a:lnTo>
                <a:lnTo>
                  <a:pt x="14534" y="886"/>
                </a:lnTo>
                <a:cubicBezTo>
                  <a:pt x="14525" y="904"/>
                  <a:pt x="14499" y="950"/>
                  <a:pt x="14464" y="987"/>
                </a:cubicBezTo>
                <a:cubicBezTo>
                  <a:pt x="14284" y="1174"/>
                  <a:pt x="14121" y="1370"/>
                  <a:pt x="13977" y="1574"/>
                </a:cubicBezTo>
                <a:lnTo>
                  <a:pt x="13850" y="1787"/>
                </a:lnTo>
                <a:lnTo>
                  <a:pt x="14308" y="1197"/>
                </a:lnTo>
                <a:lnTo>
                  <a:pt x="14730" y="777"/>
                </a:lnTo>
                <a:lnTo>
                  <a:pt x="14875" y="549"/>
                </a:lnTo>
                <a:lnTo>
                  <a:pt x="14870" y="536"/>
                </a:lnTo>
                <a:lnTo>
                  <a:pt x="14867" y="518"/>
                </a:lnTo>
                <a:cubicBezTo>
                  <a:pt x="14855" y="500"/>
                  <a:pt x="14844" y="482"/>
                  <a:pt x="14832" y="463"/>
                </a:cubicBezTo>
              </a:path>
              <a:path w="21600" h="21600">
                <a:moveTo>
                  <a:pt x="14025" y="444"/>
                </a:moveTo>
                <a:lnTo>
                  <a:pt x="13895" y="541"/>
                </a:lnTo>
                <a:lnTo>
                  <a:pt x="13942" y="606"/>
                </a:lnTo>
                <a:lnTo>
                  <a:pt x="13944" y="610"/>
                </a:lnTo>
              </a:path>
              <a:path w="21600" h="21600">
                <a:moveTo>
                  <a:pt x="13773" y="444"/>
                </a:moveTo>
                <a:lnTo>
                  <a:pt x="13716" y="485"/>
                </a:lnTo>
                <a:lnTo>
                  <a:pt x="13702" y="521"/>
                </a:lnTo>
                <a:lnTo>
                  <a:pt x="13691" y="537"/>
                </a:lnTo>
                <a:lnTo>
                  <a:pt x="13669" y="653"/>
                </a:lnTo>
                <a:lnTo>
                  <a:pt x="13805" y="552"/>
                </a:lnTo>
                <a:lnTo>
                  <a:pt x="13822" y="513"/>
                </a:lnTo>
              </a:path>
              <a:path w="21600" h="21600">
                <a:moveTo>
                  <a:pt x="3039" y="441"/>
                </a:moveTo>
                <a:lnTo>
                  <a:pt x="2952" y="454"/>
                </a:lnTo>
                <a:lnTo>
                  <a:pt x="3085" y="538"/>
                </a:lnTo>
                <a:lnTo>
                  <a:pt x="3059" y="470"/>
                </a:lnTo>
              </a:path>
              <a:path w="21600" h="21600">
                <a:moveTo>
                  <a:pt x="14292" y="439"/>
                </a:moveTo>
                <a:lnTo>
                  <a:pt x="14238" y="480"/>
                </a:lnTo>
                <a:lnTo>
                  <a:pt x="14189" y="572"/>
                </a:lnTo>
                <a:lnTo>
                  <a:pt x="14178" y="619"/>
                </a:lnTo>
                <a:cubicBezTo>
                  <a:pt x="14157" y="675"/>
                  <a:pt x="14135" y="718"/>
                  <a:pt x="14111" y="750"/>
                </a:cubicBezTo>
                <a:lnTo>
                  <a:pt x="14059" y="790"/>
                </a:lnTo>
                <a:lnTo>
                  <a:pt x="14051" y="803"/>
                </a:lnTo>
                <a:lnTo>
                  <a:pt x="13877" y="985"/>
                </a:lnTo>
                <a:lnTo>
                  <a:pt x="14291" y="604"/>
                </a:lnTo>
                <a:lnTo>
                  <a:pt x="14342" y="509"/>
                </a:lnTo>
              </a:path>
              <a:path w="21600" h="21600">
                <a:moveTo>
                  <a:pt x="12811" y="439"/>
                </a:moveTo>
                <a:lnTo>
                  <a:pt x="12718" y="462"/>
                </a:lnTo>
                <a:lnTo>
                  <a:pt x="12686" y="484"/>
                </a:lnTo>
                <a:lnTo>
                  <a:pt x="12711" y="496"/>
                </a:lnTo>
                <a:lnTo>
                  <a:pt x="12727" y="486"/>
                </a:lnTo>
              </a:path>
              <a:path w="21600" h="21600">
                <a:moveTo>
                  <a:pt x="3974" y="436"/>
                </a:moveTo>
                <a:lnTo>
                  <a:pt x="3965" y="519"/>
                </a:lnTo>
                <a:lnTo>
                  <a:pt x="3966" y="520"/>
                </a:lnTo>
                <a:lnTo>
                  <a:pt x="4029" y="498"/>
                </a:lnTo>
              </a:path>
              <a:path w="21600" h="21600">
                <a:moveTo>
                  <a:pt x="15833" y="436"/>
                </a:moveTo>
                <a:lnTo>
                  <a:pt x="15681" y="603"/>
                </a:lnTo>
                <a:cubicBezTo>
                  <a:pt x="15513" y="804"/>
                  <a:pt x="15364" y="999"/>
                  <a:pt x="15230" y="1191"/>
                </a:cubicBezTo>
                <a:cubicBezTo>
                  <a:pt x="15203" y="1231"/>
                  <a:pt x="15179" y="1264"/>
                  <a:pt x="15157" y="1292"/>
                </a:cubicBezTo>
                <a:cubicBezTo>
                  <a:pt x="14789" y="1763"/>
                  <a:pt x="14523" y="2232"/>
                  <a:pt x="14345" y="2725"/>
                </a:cubicBezTo>
                <a:cubicBezTo>
                  <a:pt x="14017" y="3623"/>
                  <a:pt x="13975" y="4637"/>
                  <a:pt x="14212" y="5915"/>
                </a:cubicBezTo>
                <a:cubicBezTo>
                  <a:pt x="14296" y="6370"/>
                  <a:pt x="14378" y="6859"/>
                  <a:pt x="14406" y="7358"/>
                </a:cubicBezTo>
                <a:lnTo>
                  <a:pt x="14406" y="7727"/>
                </a:lnTo>
                <a:lnTo>
                  <a:pt x="14436" y="7937"/>
                </a:lnTo>
                <a:cubicBezTo>
                  <a:pt x="14504" y="8647"/>
                  <a:pt x="14464" y="9346"/>
                  <a:pt x="14139" y="9886"/>
                </a:cubicBezTo>
                <a:lnTo>
                  <a:pt x="13909" y="10188"/>
                </a:lnTo>
                <a:lnTo>
                  <a:pt x="13895" y="10203"/>
                </a:lnTo>
                <a:cubicBezTo>
                  <a:pt x="13899" y="10198"/>
                  <a:pt x="13904" y="10194"/>
                  <a:pt x="13908" y="10189"/>
                </a:cubicBezTo>
                <a:lnTo>
                  <a:pt x="13909" y="10188"/>
                </a:lnTo>
                <a:lnTo>
                  <a:pt x="14140" y="9940"/>
                </a:lnTo>
                <a:cubicBezTo>
                  <a:pt x="14350" y="9657"/>
                  <a:pt x="14460" y="9326"/>
                  <a:pt x="14517" y="9068"/>
                </a:cubicBezTo>
                <a:cubicBezTo>
                  <a:pt x="14567" y="8844"/>
                  <a:pt x="14597" y="8610"/>
                  <a:pt x="14609" y="8353"/>
                </a:cubicBezTo>
                <a:cubicBezTo>
                  <a:pt x="14621" y="8115"/>
                  <a:pt x="14617" y="7870"/>
                  <a:pt x="14596" y="7603"/>
                </a:cubicBezTo>
                <a:cubicBezTo>
                  <a:pt x="14557" y="7097"/>
                  <a:pt x="14464" y="6595"/>
                  <a:pt x="14370" y="6127"/>
                </a:cubicBezTo>
                <a:cubicBezTo>
                  <a:pt x="14103" y="4805"/>
                  <a:pt x="14128" y="3753"/>
                  <a:pt x="14451" y="2815"/>
                </a:cubicBezTo>
                <a:cubicBezTo>
                  <a:pt x="14624" y="2310"/>
                  <a:pt x="14888" y="1824"/>
                  <a:pt x="15259" y="1328"/>
                </a:cubicBezTo>
                <a:cubicBezTo>
                  <a:pt x="15284" y="1295"/>
                  <a:pt x="15308" y="1261"/>
                  <a:pt x="15332" y="1228"/>
                </a:cubicBezTo>
                <a:cubicBezTo>
                  <a:pt x="15473" y="1032"/>
                  <a:pt x="15631" y="835"/>
                  <a:pt x="15808" y="632"/>
                </a:cubicBezTo>
                <a:lnTo>
                  <a:pt x="15895" y="539"/>
                </a:lnTo>
              </a:path>
              <a:path w="21600" h="21600">
                <a:moveTo>
                  <a:pt x="14566" y="435"/>
                </a:moveTo>
                <a:lnTo>
                  <a:pt x="14421" y="549"/>
                </a:lnTo>
                <a:lnTo>
                  <a:pt x="14441" y="581"/>
                </a:lnTo>
                <a:lnTo>
                  <a:pt x="14444" y="586"/>
                </a:lnTo>
                <a:lnTo>
                  <a:pt x="14444" y="592"/>
                </a:lnTo>
                <a:cubicBezTo>
                  <a:pt x="14444" y="592"/>
                  <a:pt x="14444" y="607"/>
                  <a:pt x="14444" y="607"/>
                </a:cubicBezTo>
                <a:lnTo>
                  <a:pt x="14445" y="648"/>
                </a:lnTo>
              </a:path>
              <a:path w="21600" h="21600">
                <a:moveTo>
                  <a:pt x="4090" y="432"/>
                </a:moveTo>
                <a:lnTo>
                  <a:pt x="4093" y="477"/>
                </a:lnTo>
                <a:lnTo>
                  <a:pt x="4120" y="468"/>
                </a:lnTo>
              </a:path>
              <a:path w="21600" h="21600">
                <a:moveTo>
                  <a:pt x="1795" y="428"/>
                </a:moveTo>
                <a:lnTo>
                  <a:pt x="1781" y="493"/>
                </a:lnTo>
                <a:lnTo>
                  <a:pt x="1792" y="551"/>
                </a:lnTo>
                <a:lnTo>
                  <a:pt x="1865" y="544"/>
                </a:lnTo>
                <a:lnTo>
                  <a:pt x="1873" y="526"/>
                </a:lnTo>
                <a:lnTo>
                  <a:pt x="1830" y="472"/>
                </a:lnTo>
              </a:path>
              <a:path w="21600" h="21600">
                <a:moveTo>
                  <a:pt x="12636" y="427"/>
                </a:moveTo>
                <a:lnTo>
                  <a:pt x="12549" y="443"/>
                </a:lnTo>
                <a:lnTo>
                  <a:pt x="12516" y="457"/>
                </a:lnTo>
                <a:lnTo>
                  <a:pt x="12636" y="433"/>
                </a:lnTo>
              </a:path>
              <a:path w="21600" h="21600">
                <a:moveTo>
                  <a:pt x="2819" y="422"/>
                </a:moveTo>
                <a:lnTo>
                  <a:pt x="2822" y="430"/>
                </a:lnTo>
                <a:lnTo>
                  <a:pt x="2829" y="429"/>
                </a:lnTo>
              </a:path>
              <a:path w="21600" h="21600">
                <a:moveTo>
                  <a:pt x="13122" y="422"/>
                </a:moveTo>
                <a:lnTo>
                  <a:pt x="12882" y="577"/>
                </a:lnTo>
                <a:lnTo>
                  <a:pt x="12911" y="619"/>
                </a:lnTo>
                <a:lnTo>
                  <a:pt x="13151" y="436"/>
                </a:lnTo>
              </a:path>
              <a:path w="21600" h="21600">
                <a:moveTo>
                  <a:pt x="9400" y="419"/>
                </a:moveTo>
                <a:lnTo>
                  <a:pt x="8952" y="627"/>
                </a:lnTo>
                <a:lnTo>
                  <a:pt x="9006" y="884"/>
                </a:lnTo>
                <a:lnTo>
                  <a:pt x="9122" y="800"/>
                </a:lnTo>
                <a:cubicBezTo>
                  <a:pt x="9228" y="727"/>
                  <a:pt x="9333" y="661"/>
                  <a:pt x="9445" y="599"/>
                </a:cubicBezTo>
                <a:cubicBezTo>
                  <a:pt x="9431" y="541"/>
                  <a:pt x="9416" y="483"/>
                  <a:pt x="9401" y="426"/>
                </a:cubicBezTo>
              </a:path>
              <a:path w="21600" h="21600">
                <a:moveTo>
                  <a:pt x="15158" y="415"/>
                </a:moveTo>
                <a:lnTo>
                  <a:pt x="14947" y="624"/>
                </a:lnTo>
                <a:lnTo>
                  <a:pt x="14954" y="643"/>
                </a:lnTo>
                <a:lnTo>
                  <a:pt x="14998" y="654"/>
                </a:lnTo>
              </a:path>
              <a:path w="21600" h="21600">
                <a:moveTo>
                  <a:pt x="12955" y="415"/>
                </a:moveTo>
                <a:lnTo>
                  <a:pt x="12939" y="417"/>
                </a:lnTo>
                <a:lnTo>
                  <a:pt x="12760" y="517"/>
                </a:lnTo>
                <a:lnTo>
                  <a:pt x="12792" y="531"/>
                </a:lnTo>
              </a:path>
              <a:path w="21600" h="21600">
                <a:moveTo>
                  <a:pt x="4171" y="409"/>
                </a:moveTo>
                <a:lnTo>
                  <a:pt x="4175" y="449"/>
                </a:lnTo>
                <a:lnTo>
                  <a:pt x="4197" y="442"/>
                </a:lnTo>
              </a:path>
              <a:path w="21600" h="21600">
                <a:moveTo>
                  <a:pt x="3189" y="409"/>
                </a:moveTo>
                <a:lnTo>
                  <a:pt x="3091" y="430"/>
                </a:lnTo>
                <a:lnTo>
                  <a:pt x="3099" y="449"/>
                </a:lnTo>
                <a:lnTo>
                  <a:pt x="3211" y="613"/>
                </a:lnTo>
                <a:lnTo>
                  <a:pt x="3317" y="676"/>
                </a:lnTo>
                <a:lnTo>
                  <a:pt x="3362" y="667"/>
                </a:lnTo>
                <a:lnTo>
                  <a:pt x="3317" y="495"/>
                </a:lnTo>
                <a:lnTo>
                  <a:pt x="3271" y="463"/>
                </a:lnTo>
              </a:path>
              <a:path w="21600" h="21600">
                <a:moveTo>
                  <a:pt x="2101" y="408"/>
                </a:moveTo>
                <a:lnTo>
                  <a:pt x="2091" y="419"/>
                </a:lnTo>
                <a:lnTo>
                  <a:pt x="2088" y="478"/>
                </a:lnTo>
                <a:lnTo>
                  <a:pt x="2094" y="493"/>
                </a:lnTo>
                <a:lnTo>
                  <a:pt x="2118" y="439"/>
                </a:lnTo>
              </a:path>
              <a:path w="21600" h="21600">
                <a:moveTo>
                  <a:pt x="13746" y="407"/>
                </a:moveTo>
                <a:lnTo>
                  <a:pt x="13744" y="411"/>
                </a:lnTo>
                <a:lnTo>
                  <a:pt x="13748" y="408"/>
                </a:lnTo>
                <a:lnTo>
                  <a:pt x="13748" y="408"/>
                </a:lnTo>
              </a:path>
              <a:path w="21600" h="21600">
                <a:moveTo>
                  <a:pt x="9947" y="405"/>
                </a:moveTo>
                <a:lnTo>
                  <a:pt x="9497" y="622"/>
                </a:lnTo>
                <a:lnTo>
                  <a:pt x="9533" y="849"/>
                </a:lnTo>
                <a:lnTo>
                  <a:pt x="9629" y="778"/>
                </a:lnTo>
                <a:cubicBezTo>
                  <a:pt x="9737" y="706"/>
                  <a:pt x="9852" y="636"/>
                  <a:pt x="9981" y="566"/>
                </a:cubicBezTo>
              </a:path>
              <a:path w="21600" h="21600">
                <a:moveTo>
                  <a:pt x="13371" y="403"/>
                </a:moveTo>
                <a:lnTo>
                  <a:pt x="13293" y="455"/>
                </a:lnTo>
                <a:lnTo>
                  <a:pt x="13325" y="470"/>
                </a:lnTo>
                <a:lnTo>
                  <a:pt x="13332" y="465"/>
                </a:lnTo>
              </a:path>
              <a:path w="21600" h="21600">
                <a:moveTo>
                  <a:pt x="3757" y="397"/>
                </a:moveTo>
                <a:lnTo>
                  <a:pt x="3768" y="544"/>
                </a:lnTo>
                <a:lnTo>
                  <a:pt x="3808" y="573"/>
                </a:lnTo>
                <a:lnTo>
                  <a:pt x="3808" y="573"/>
                </a:lnTo>
                <a:lnTo>
                  <a:pt x="3846" y="560"/>
                </a:lnTo>
                <a:lnTo>
                  <a:pt x="3861" y="480"/>
                </a:lnTo>
              </a:path>
              <a:path w="21600" h="21600">
                <a:moveTo>
                  <a:pt x="13068" y="397"/>
                </a:moveTo>
                <a:lnTo>
                  <a:pt x="13053" y="399"/>
                </a:lnTo>
                <a:lnTo>
                  <a:pt x="12839" y="552"/>
                </a:lnTo>
                <a:lnTo>
                  <a:pt x="12840" y="552"/>
                </a:lnTo>
                <a:lnTo>
                  <a:pt x="13076" y="400"/>
                </a:lnTo>
              </a:path>
              <a:path w="21600" h="21600">
                <a:moveTo>
                  <a:pt x="8838" y="393"/>
                </a:moveTo>
                <a:lnTo>
                  <a:pt x="8743" y="430"/>
                </a:lnTo>
                <a:cubicBezTo>
                  <a:pt x="8633" y="482"/>
                  <a:pt x="8518" y="541"/>
                  <a:pt x="8398" y="614"/>
                </a:cubicBezTo>
                <a:lnTo>
                  <a:pt x="8471" y="896"/>
                </a:lnTo>
                <a:lnTo>
                  <a:pt x="8608" y="789"/>
                </a:lnTo>
                <a:cubicBezTo>
                  <a:pt x="8712" y="717"/>
                  <a:pt x="8809" y="659"/>
                  <a:pt x="8899" y="607"/>
                </a:cubicBezTo>
                <a:cubicBezTo>
                  <a:pt x="8887" y="566"/>
                  <a:pt x="8875" y="525"/>
                  <a:pt x="8863" y="484"/>
                </a:cubicBezTo>
              </a:path>
              <a:path w="21600" h="21600">
                <a:moveTo>
                  <a:pt x="2481" y="392"/>
                </a:moveTo>
                <a:lnTo>
                  <a:pt x="2475" y="403"/>
                </a:lnTo>
                <a:lnTo>
                  <a:pt x="2493" y="417"/>
                </a:lnTo>
              </a:path>
              <a:path w="21600" h="21600">
                <a:moveTo>
                  <a:pt x="15810" y="387"/>
                </a:moveTo>
                <a:lnTo>
                  <a:pt x="15654" y="554"/>
                </a:lnTo>
                <a:lnTo>
                  <a:pt x="15628" y="593"/>
                </a:lnTo>
                <a:lnTo>
                  <a:pt x="15602" y="609"/>
                </a:lnTo>
                <a:lnTo>
                  <a:pt x="15154" y="1086"/>
                </a:lnTo>
                <a:cubicBezTo>
                  <a:pt x="14795" y="1518"/>
                  <a:pt x="14508" y="1974"/>
                  <a:pt x="14301" y="2441"/>
                </a:cubicBezTo>
                <a:cubicBezTo>
                  <a:pt x="14198" y="2674"/>
                  <a:pt x="14114" y="2912"/>
                  <a:pt x="14050" y="3153"/>
                </a:cubicBezTo>
                <a:lnTo>
                  <a:pt x="13932" y="3799"/>
                </a:lnTo>
                <a:lnTo>
                  <a:pt x="13916" y="3921"/>
                </a:lnTo>
                <a:lnTo>
                  <a:pt x="13904" y="4417"/>
                </a:lnTo>
                <a:lnTo>
                  <a:pt x="13906" y="4758"/>
                </a:lnTo>
                <a:lnTo>
                  <a:pt x="13987" y="5509"/>
                </a:lnTo>
                <a:lnTo>
                  <a:pt x="13993" y="5561"/>
                </a:lnTo>
                <a:lnTo>
                  <a:pt x="14159" y="6352"/>
                </a:lnTo>
                <a:cubicBezTo>
                  <a:pt x="14214" y="6593"/>
                  <a:pt x="14271" y="6842"/>
                  <a:pt x="14316" y="7091"/>
                </a:cubicBezTo>
                <a:lnTo>
                  <a:pt x="14361" y="7411"/>
                </a:lnTo>
                <a:lnTo>
                  <a:pt x="14361" y="7361"/>
                </a:lnTo>
                <a:cubicBezTo>
                  <a:pt x="14333" y="6864"/>
                  <a:pt x="14251" y="6376"/>
                  <a:pt x="14167" y="5923"/>
                </a:cubicBezTo>
                <a:cubicBezTo>
                  <a:pt x="13929" y="4637"/>
                  <a:pt x="13972" y="3616"/>
                  <a:pt x="14302" y="2710"/>
                </a:cubicBezTo>
                <a:cubicBezTo>
                  <a:pt x="14480" y="2220"/>
                  <a:pt x="14755" y="1734"/>
                  <a:pt x="15121" y="1266"/>
                </a:cubicBezTo>
                <a:cubicBezTo>
                  <a:pt x="15142" y="1239"/>
                  <a:pt x="15165" y="1207"/>
                  <a:pt x="15192" y="1167"/>
                </a:cubicBezTo>
                <a:cubicBezTo>
                  <a:pt x="15326" y="974"/>
                  <a:pt x="15476" y="778"/>
                  <a:pt x="15645" y="577"/>
                </a:cubicBezTo>
                <a:lnTo>
                  <a:pt x="15812" y="392"/>
                </a:lnTo>
              </a:path>
              <a:path w="21600" h="21600">
                <a:moveTo>
                  <a:pt x="3289" y="387"/>
                </a:moveTo>
                <a:lnTo>
                  <a:pt x="3250" y="395"/>
                </a:lnTo>
                <a:lnTo>
                  <a:pt x="3297" y="427"/>
                </a:lnTo>
                <a:lnTo>
                  <a:pt x="3300" y="429"/>
                </a:lnTo>
              </a:path>
              <a:path w="21600" h="21600">
                <a:moveTo>
                  <a:pt x="1130" y="383"/>
                </a:moveTo>
                <a:lnTo>
                  <a:pt x="614" y="455"/>
                </a:lnTo>
                <a:lnTo>
                  <a:pt x="726" y="580"/>
                </a:lnTo>
                <a:lnTo>
                  <a:pt x="809" y="672"/>
                </a:lnTo>
                <a:lnTo>
                  <a:pt x="1320" y="609"/>
                </a:lnTo>
                <a:lnTo>
                  <a:pt x="1262" y="541"/>
                </a:lnTo>
                <a:cubicBezTo>
                  <a:pt x="1223" y="494"/>
                  <a:pt x="1183" y="447"/>
                  <a:pt x="1144" y="400"/>
                </a:cubicBezTo>
              </a:path>
              <a:path w="21600" h="21600">
                <a:moveTo>
                  <a:pt x="3924" y="380"/>
                </a:moveTo>
                <a:lnTo>
                  <a:pt x="3909" y="462"/>
                </a:lnTo>
                <a:lnTo>
                  <a:pt x="3919" y="470"/>
                </a:lnTo>
                <a:lnTo>
                  <a:pt x="3938" y="490"/>
                </a:lnTo>
                <a:lnTo>
                  <a:pt x="3937" y="395"/>
                </a:lnTo>
              </a:path>
              <a:path w="21600" h="21600">
                <a:moveTo>
                  <a:pt x="13886" y="365"/>
                </a:moveTo>
                <a:lnTo>
                  <a:pt x="13819" y="411"/>
                </a:lnTo>
                <a:lnTo>
                  <a:pt x="13808" y="418"/>
                </a:lnTo>
                <a:lnTo>
                  <a:pt x="13842" y="466"/>
                </a:lnTo>
              </a:path>
              <a:path w="21600" h="21600">
                <a:moveTo>
                  <a:pt x="10488" y="365"/>
                </a:moveTo>
                <a:lnTo>
                  <a:pt x="10370" y="419"/>
                </a:lnTo>
                <a:cubicBezTo>
                  <a:pt x="10247" y="477"/>
                  <a:pt x="10136" y="533"/>
                  <a:pt x="10034" y="588"/>
                </a:cubicBezTo>
                <a:lnTo>
                  <a:pt x="10056" y="789"/>
                </a:lnTo>
                <a:lnTo>
                  <a:pt x="10513" y="505"/>
                </a:lnTo>
              </a:path>
              <a:path w="21600" h="21600">
                <a:moveTo>
                  <a:pt x="13219" y="364"/>
                </a:moveTo>
                <a:lnTo>
                  <a:pt x="13206" y="371"/>
                </a:lnTo>
                <a:lnTo>
                  <a:pt x="13206" y="383"/>
                </a:lnTo>
                <a:lnTo>
                  <a:pt x="13206" y="384"/>
                </a:lnTo>
              </a:path>
              <a:path w="21600" h="21600">
                <a:moveTo>
                  <a:pt x="12104" y="364"/>
                </a:moveTo>
                <a:lnTo>
                  <a:pt x="12032" y="403"/>
                </a:lnTo>
                <a:lnTo>
                  <a:pt x="11752" y="595"/>
                </a:lnTo>
                <a:lnTo>
                  <a:pt x="11822" y="576"/>
                </a:lnTo>
                <a:lnTo>
                  <a:pt x="11986" y="509"/>
                </a:lnTo>
                <a:lnTo>
                  <a:pt x="12108" y="477"/>
                </a:lnTo>
              </a:path>
              <a:path w="21600" h="21600">
                <a:moveTo>
                  <a:pt x="14237" y="363"/>
                </a:moveTo>
                <a:lnTo>
                  <a:pt x="14227" y="408"/>
                </a:lnTo>
                <a:lnTo>
                  <a:pt x="14245" y="374"/>
                </a:lnTo>
              </a:path>
              <a:path w="21600" h="21600">
                <a:moveTo>
                  <a:pt x="13658" y="363"/>
                </a:moveTo>
                <a:lnTo>
                  <a:pt x="13575" y="418"/>
                </a:lnTo>
                <a:lnTo>
                  <a:pt x="13562" y="456"/>
                </a:lnTo>
                <a:cubicBezTo>
                  <a:pt x="13555" y="488"/>
                  <a:pt x="13529" y="534"/>
                  <a:pt x="13495" y="559"/>
                </a:cubicBezTo>
                <a:lnTo>
                  <a:pt x="13429" y="615"/>
                </a:lnTo>
                <a:lnTo>
                  <a:pt x="13440" y="632"/>
                </a:lnTo>
                <a:lnTo>
                  <a:pt x="13658" y="473"/>
                </a:lnTo>
                <a:lnTo>
                  <a:pt x="13678" y="372"/>
                </a:lnTo>
              </a:path>
              <a:path w="21600" h="21600">
                <a:moveTo>
                  <a:pt x="2214" y="363"/>
                </a:moveTo>
                <a:lnTo>
                  <a:pt x="2170" y="435"/>
                </a:lnTo>
                <a:lnTo>
                  <a:pt x="2242" y="502"/>
                </a:lnTo>
                <a:lnTo>
                  <a:pt x="2275" y="499"/>
                </a:lnTo>
              </a:path>
              <a:path w="21600" h="21600">
                <a:moveTo>
                  <a:pt x="3436" y="355"/>
                </a:moveTo>
                <a:lnTo>
                  <a:pt x="3334" y="377"/>
                </a:lnTo>
                <a:lnTo>
                  <a:pt x="3358" y="468"/>
                </a:lnTo>
                <a:lnTo>
                  <a:pt x="3569" y="613"/>
                </a:lnTo>
                <a:lnTo>
                  <a:pt x="3564" y="532"/>
                </a:lnTo>
                <a:lnTo>
                  <a:pt x="3534" y="427"/>
                </a:lnTo>
              </a:path>
              <a:path w="21600" h="21600">
                <a:moveTo>
                  <a:pt x="14750" y="350"/>
                </a:moveTo>
                <a:lnTo>
                  <a:pt x="14713" y="489"/>
                </a:lnTo>
                <a:lnTo>
                  <a:pt x="14737" y="466"/>
                </a:lnTo>
                <a:lnTo>
                  <a:pt x="14781" y="393"/>
                </a:lnTo>
              </a:path>
              <a:path w="21600" h="21600">
                <a:moveTo>
                  <a:pt x="1989" y="349"/>
                </a:moveTo>
                <a:lnTo>
                  <a:pt x="1921" y="516"/>
                </a:lnTo>
                <a:lnTo>
                  <a:pt x="1937" y="535"/>
                </a:lnTo>
                <a:lnTo>
                  <a:pt x="2042" y="524"/>
                </a:lnTo>
                <a:lnTo>
                  <a:pt x="2044" y="488"/>
                </a:lnTo>
              </a:path>
              <a:path w="21600" h="21600">
                <a:moveTo>
                  <a:pt x="8264" y="347"/>
                </a:moveTo>
                <a:lnTo>
                  <a:pt x="8208" y="371"/>
                </a:lnTo>
                <a:cubicBezTo>
                  <a:pt x="8092" y="431"/>
                  <a:pt x="7970" y="503"/>
                  <a:pt x="7841" y="598"/>
                </a:cubicBezTo>
                <a:cubicBezTo>
                  <a:pt x="7840" y="599"/>
                  <a:pt x="7838" y="600"/>
                  <a:pt x="7837" y="601"/>
                </a:cubicBezTo>
                <a:lnTo>
                  <a:pt x="7944" y="902"/>
                </a:lnTo>
                <a:lnTo>
                  <a:pt x="8046" y="807"/>
                </a:lnTo>
                <a:cubicBezTo>
                  <a:pt x="8149" y="723"/>
                  <a:pt x="8248" y="654"/>
                  <a:pt x="8343" y="595"/>
                </a:cubicBezTo>
                <a:cubicBezTo>
                  <a:pt x="8338" y="578"/>
                  <a:pt x="8332" y="560"/>
                  <a:pt x="8326" y="544"/>
                </a:cubicBezTo>
              </a:path>
              <a:path w="21600" h="21600">
                <a:moveTo>
                  <a:pt x="15271" y="343"/>
                </a:moveTo>
                <a:lnTo>
                  <a:pt x="15245" y="375"/>
                </a:lnTo>
                <a:lnTo>
                  <a:pt x="15203" y="516"/>
                </a:lnTo>
                <a:cubicBezTo>
                  <a:pt x="15152" y="625"/>
                  <a:pt x="15099" y="686"/>
                  <a:pt x="15039" y="701"/>
                </a:cubicBezTo>
                <a:lnTo>
                  <a:pt x="15022" y="698"/>
                </a:lnTo>
                <a:lnTo>
                  <a:pt x="14814" y="1008"/>
                </a:lnTo>
                <a:lnTo>
                  <a:pt x="14773" y="1067"/>
                </a:lnTo>
                <a:lnTo>
                  <a:pt x="15232" y="594"/>
                </a:lnTo>
                <a:lnTo>
                  <a:pt x="15324" y="462"/>
                </a:lnTo>
                <a:lnTo>
                  <a:pt x="15335" y="449"/>
                </a:lnTo>
                <a:lnTo>
                  <a:pt x="15332" y="440"/>
                </a:lnTo>
              </a:path>
              <a:path w="21600" h="21600">
                <a:moveTo>
                  <a:pt x="11569" y="340"/>
                </a:moveTo>
                <a:lnTo>
                  <a:pt x="11569" y="341"/>
                </a:lnTo>
                <a:cubicBezTo>
                  <a:pt x="11443" y="412"/>
                  <a:pt x="11327" y="482"/>
                  <a:pt x="11220" y="548"/>
                </a:cubicBezTo>
                <a:lnTo>
                  <a:pt x="11094" y="631"/>
                </a:lnTo>
                <a:lnTo>
                  <a:pt x="11101" y="796"/>
                </a:lnTo>
                <a:lnTo>
                  <a:pt x="11343" y="616"/>
                </a:lnTo>
                <a:lnTo>
                  <a:pt x="11570" y="468"/>
                </a:lnTo>
              </a:path>
              <a:path w="21600" h="21600">
                <a:moveTo>
                  <a:pt x="3509" y="339"/>
                </a:moveTo>
                <a:lnTo>
                  <a:pt x="3495" y="342"/>
                </a:lnTo>
                <a:lnTo>
                  <a:pt x="3514" y="355"/>
                </a:lnTo>
              </a:path>
              <a:path w="21600" h="21600">
                <a:moveTo>
                  <a:pt x="12807" y="339"/>
                </a:moveTo>
                <a:lnTo>
                  <a:pt x="12803" y="339"/>
                </a:lnTo>
                <a:lnTo>
                  <a:pt x="12750" y="353"/>
                </a:lnTo>
                <a:lnTo>
                  <a:pt x="12714" y="369"/>
                </a:lnTo>
                <a:lnTo>
                  <a:pt x="12751" y="363"/>
                </a:lnTo>
                <a:lnTo>
                  <a:pt x="12769" y="360"/>
                </a:lnTo>
              </a:path>
              <a:path w="21600" h="21600">
                <a:moveTo>
                  <a:pt x="1814" y="338"/>
                </a:moveTo>
                <a:lnTo>
                  <a:pt x="1807" y="371"/>
                </a:lnTo>
                <a:lnTo>
                  <a:pt x="1837" y="410"/>
                </a:lnTo>
              </a:path>
              <a:path w="21600" h="21600">
                <a:moveTo>
                  <a:pt x="13603" y="334"/>
                </a:moveTo>
                <a:lnTo>
                  <a:pt x="13597" y="351"/>
                </a:lnTo>
                <a:lnTo>
                  <a:pt x="13614" y="340"/>
                </a:lnTo>
              </a:path>
              <a:path w="21600" h="21600">
                <a:moveTo>
                  <a:pt x="13162" y="332"/>
                </a:moveTo>
                <a:lnTo>
                  <a:pt x="13137" y="337"/>
                </a:lnTo>
                <a:lnTo>
                  <a:pt x="13106" y="343"/>
                </a:lnTo>
                <a:lnTo>
                  <a:pt x="13094" y="361"/>
                </a:lnTo>
                <a:lnTo>
                  <a:pt x="13119" y="372"/>
                </a:lnTo>
                <a:lnTo>
                  <a:pt x="13131" y="365"/>
                </a:lnTo>
                <a:lnTo>
                  <a:pt x="13161" y="347"/>
                </a:lnTo>
              </a:path>
              <a:path w="21600" h="21600">
                <a:moveTo>
                  <a:pt x="5962" y="331"/>
                </a:moveTo>
                <a:lnTo>
                  <a:pt x="5570" y="615"/>
                </a:lnTo>
                <a:cubicBezTo>
                  <a:pt x="5605" y="681"/>
                  <a:pt x="5642" y="748"/>
                  <a:pt x="5677" y="813"/>
                </a:cubicBezTo>
                <a:lnTo>
                  <a:pt x="5725" y="903"/>
                </a:lnTo>
                <a:lnTo>
                  <a:pt x="6106" y="641"/>
                </a:lnTo>
                <a:cubicBezTo>
                  <a:pt x="6076" y="579"/>
                  <a:pt x="6046" y="516"/>
                  <a:pt x="6018" y="456"/>
                </a:cubicBezTo>
              </a:path>
              <a:path w="21600" h="21600">
                <a:moveTo>
                  <a:pt x="14437" y="328"/>
                </a:moveTo>
                <a:lnTo>
                  <a:pt x="14326" y="413"/>
                </a:lnTo>
                <a:lnTo>
                  <a:pt x="14364" y="466"/>
                </a:lnTo>
              </a:path>
              <a:path w="21600" h="21600">
                <a:moveTo>
                  <a:pt x="15713" y="328"/>
                </a:moveTo>
                <a:lnTo>
                  <a:pt x="15520" y="550"/>
                </a:lnTo>
                <a:lnTo>
                  <a:pt x="15486" y="597"/>
                </a:lnTo>
                <a:lnTo>
                  <a:pt x="15529" y="608"/>
                </a:lnTo>
                <a:lnTo>
                  <a:pt x="15564" y="584"/>
                </a:lnTo>
                <a:lnTo>
                  <a:pt x="15631" y="512"/>
                </a:lnTo>
                <a:lnTo>
                  <a:pt x="15673" y="447"/>
                </a:lnTo>
              </a:path>
              <a:path w="21600" h="21600">
                <a:moveTo>
                  <a:pt x="3572" y="325"/>
                </a:moveTo>
                <a:lnTo>
                  <a:pt x="3552" y="329"/>
                </a:lnTo>
                <a:lnTo>
                  <a:pt x="3572" y="399"/>
                </a:lnTo>
                <a:lnTo>
                  <a:pt x="3661" y="465"/>
                </a:lnTo>
              </a:path>
              <a:path w="21600" h="21600">
                <a:moveTo>
                  <a:pt x="14709" y="323"/>
                </a:moveTo>
                <a:lnTo>
                  <a:pt x="14663" y="358"/>
                </a:lnTo>
                <a:lnTo>
                  <a:pt x="14469" y="702"/>
                </a:lnTo>
                <a:lnTo>
                  <a:pt x="14486" y="706"/>
                </a:lnTo>
                <a:lnTo>
                  <a:pt x="14648" y="550"/>
                </a:lnTo>
              </a:path>
              <a:path w="21600" h="21600">
                <a:moveTo>
                  <a:pt x="2186" y="319"/>
                </a:moveTo>
                <a:lnTo>
                  <a:pt x="2130" y="378"/>
                </a:lnTo>
                <a:lnTo>
                  <a:pt x="2139" y="396"/>
                </a:lnTo>
              </a:path>
              <a:path w="21600" h="21600">
                <a:moveTo>
                  <a:pt x="6540" y="318"/>
                </a:moveTo>
                <a:lnTo>
                  <a:pt x="6488" y="365"/>
                </a:lnTo>
                <a:cubicBezTo>
                  <a:pt x="6425" y="424"/>
                  <a:pt x="6360" y="486"/>
                  <a:pt x="6292" y="546"/>
                </a:cubicBezTo>
                <a:cubicBezTo>
                  <a:pt x="6250" y="582"/>
                  <a:pt x="6206" y="618"/>
                  <a:pt x="6162" y="653"/>
                </a:cubicBezTo>
                <a:cubicBezTo>
                  <a:pt x="6180" y="688"/>
                  <a:pt x="6197" y="723"/>
                  <a:pt x="6214" y="758"/>
                </a:cubicBezTo>
                <a:lnTo>
                  <a:pt x="6306" y="945"/>
                </a:lnTo>
                <a:lnTo>
                  <a:pt x="6520" y="781"/>
                </a:lnTo>
                <a:cubicBezTo>
                  <a:pt x="6574" y="732"/>
                  <a:pt x="6625" y="683"/>
                  <a:pt x="6675" y="633"/>
                </a:cubicBezTo>
                <a:cubicBezTo>
                  <a:pt x="6638" y="553"/>
                  <a:pt x="6602" y="471"/>
                  <a:pt x="6569" y="392"/>
                </a:cubicBezTo>
              </a:path>
              <a:path w="21600" h="21600">
                <a:moveTo>
                  <a:pt x="1645" y="316"/>
                </a:moveTo>
                <a:lnTo>
                  <a:pt x="1500" y="332"/>
                </a:lnTo>
                <a:lnTo>
                  <a:pt x="1180" y="376"/>
                </a:lnTo>
                <a:lnTo>
                  <a:pt x="1296" y="515"/>
                </a:lnTo>
                <a:lnTo>
                  <a:pt x="1371" y="603"/>
                </a:lnTo>
                <a:lnTo>
                  <a:pt x="1673" y="565"/>
                </a:lnTo>
                <a:lnTo>
                  <a:pt x="1655" y="459"/>
                </a:lnTo>
              </a:path>
              <a:path w="21600" h="21600">
                <a:moveTo>
                  <a:pt x="14201" y="313"/>
                </a:moveTo>
                <a:lnTo>
                  <a:pt x="14107" y="382"/>
                </a:lnTo>
                <a:lnTo>
                  <a:pt x="13996" y="610"/>
                </a:lnTo>
                <a:lnTo>
                  <a:pt x="14163" y="483"/>
                </a:lnTo>
                <a:lnTo>
                  <a:pt x="14201" y="314"/>
                </a:lnTo>
              </a:path>
              <a:path w="21600" h="21600">
                <a:moveTo>
                  <a:pt x="13734" y="312"/>
                </a:moveTo>
                <a:lnTo>
                  <a:pt x="13732" y="314"/>
                </a:lnTo>
                <a:lnTo>
                  <a:pt x="13732" y="318"/>
                </a:lnTo>
              </a:path>
              <a:path w="21600" h="21600">
                <a:moveTo>
                  <a:pt x="7686" y="312"/>
                </a:moveTo>
                <a:lnTo>
                  <a:pt x="7607" y="355"/>
                </a:lnTo>
                <a:cubicBezTo>
                  <a:pt x="7507" y="422"/>
                  <a:pt x="7400" y="506"/>
                  <a:pt x="7281" y="611"/>
                </a:cubicBezTo>
                <a:cubicBezTo>
                  <a:pt x="7286" y="622"/>
                  <a:pt x="7290" y="632"/>
                  <a:pt x="7294" y="643"/>
                </a:cubicBezTo>
                <a:lnTo>
                  <a:pt x="7406" y="922"/>
                </a:lnTo>
                <a:lnTo>
                  <a:pt x="7429" y="898"/>
                </a:lnTo>
                <a:cubicBezTo>
                  <a:pt x="7563" y="767"/>
                  <a:pt x="7676" y="667"/>
                  <a:pt x="7783" y="585"/>
                </a:cubicBezTo>
              </a:path>
              <a:path w="21600" h="21600">
                <a:moveTo>
                  <a:pt x="3044" y="311"/>
                </a:moveTo>
                <a:lnTo>
                  <a:pt x="3075" y="390"/>
                </a:lnTo>
                <a:lnTo>
                  <a:pt x="3141" y="376"/>
                </a:lnTo>
              </a:path>
              <a:path w="21600" h="21600">
                <a:moveTo>
                  <a:pt x="1692" y="310"/>
                </a:moveTo>
                <a:lnTo>
                  <a:pt x="1689" y="311"/>
                </a:lnTo>
                <a:lnTo>
                  <a:pt x="1691" y="338"/>
                </a:lnTo>
              </a:path>
              <a:path w="21600" h="21600">
                <a:moveTo>
                  <a:pt x="3988" y="309"/>
                </a:moveTo>
                <a:lnTo>
                  <a:pt x="3980" y="376"/>
                </a:lnTo>
                <a:lnTo>
                  <a:pt x="4046" y="450"/>
                </a:lnTo>
                <a:lnTo>
                  <a:pt x="4040" y="372"/>
                </a:lnTo>
              </a:path>
              <a:path w="21600" h="21600">
                <a:moveTo>
                  <a:pt x="15765" y="309"/>
                </a:moveTo>
                <a:lnTo>
                  <a:pt x="15733" y="404"/>
                </a:lnTo>
                <a:lnTo>
                  <a:pt x="15789" y="344"/>
                </a:lnTo>
              </a:path>
              <a:path w="21600" h="21600">
                <a:moveTo>
                  <a:pt x="7112" y="305"/>
                </a:moveTo>
                <a:lnTo>
                  <a:pt x="6963" y="415"/>
                </a:lnTo>
                <a:cubicBezTo>
                  <a:pt x="6892" y="477"/>
                  <a:pt x="6824" y="545"/>
                  <a:pt x="6751" y="618"/>
                </a:cubicBezTo>
                <a:cubicBezTo>
                  <a:pt x="6743" y="625"/>
                  <a:pt x="6736" y="634"/>
                  <a:pt x="6727" y="641"/>
                </a:cubicBezTo>
                <a:cubicBezTo>
                  <a:pt x="6736" y="661"/>
                  <a:pt x="6745" y="680"/>
                  <a:pt x="6754" y="700"/>
                </a:cubicBezTo>
                <a:lnTo>
                  <a:pt x="6868" y="957"/>
                </a:lnTo>
                <a:lnTo>
                  <a:pt x="6981" y="843"/>
                </a:lnTo>
                <a:cubicBezTo>
                  <a:pt x="7049" y="771"/>
                  <a:pt x="7114" y="703"/>
                  <a:pt x="7182" y="641"/>
                </a:cubicBezTo>
                <a:cubicBezTo>
                  <a:pt x="7197" y="627"/>
                  <a:pt x="7212" y="613"/>
                  <a:pt x="7227" y="599"/>
                </a:cubicBezTo>
                <a:cubicBezTo>
                  <a:pt x="7189" y="509"/>
                  <a:pt x="7152" y="417"/>
                  <a:pt x="7120" y="329"/>
                </a:cubicBezTo>
              </a:path>
              <a:path w="21600" h="21600">
                <a:moveTo>
                  <a:pt x="3641" y="305"/>
                </a:moveTo>
                <a:lnTo>
                  <a:pt x="3618" y="313"/>
                </a:lnTo>
                <a:lnTo>
                  <a:pt x="3718" y="470"/>
                </a:lnTo>
                <a:lnTo>
                  <a:pt x="3709" y="359"/>
                </a:lnTo>
              </a:path>
              <a:path w="21600" h="21600">
                <a:moveTo>
                  <a:pt x="4160" y="301"/>
                </a:moveTo>
                <a:lnTo>
                  <a:pt x="4163" y="328"/>
                </a:lnTo>
                <a:lnTo>
                  <a:pt x="4172" y="339"/>
                </a:lnTo>
              </a:path>
              <a:path w="21600" h="21600">
                <a:moveTo>
                  <a:pt x="1776" y="301"/>
                </a:moveTo>
                <a:lnTo>
                  <a:pt x="1776" y="301"/>
                </a:lnTo>
                <a:lnTo>
                  <a:pt x="1754" y="303"/>
                </a:lnTo>
                <a:lnTo>
                  <a:pt x="1770" y="325"/>
                </a:lnTo>
                <a:lnTo>
                  <a:pt x="1776" y="301"/>
                </a:lnTo>
                <a:lnTo>
                  <a:pt x="1776" y="301"/>
                </a:lnTo>
              </a:path>
              <a:path w="21600" h="21600">
                <a:moveTo>
                  <a:pt x="13531" y="298"/>
                </a:moveTo>
                <a:lnTo>
                  <a:pt x="13432" y="364"/>
                </a:lnTo>
                <a:lnTo>
                  <a:pt x="13423" y="396"/>
                </a:lnTo>
                <a:cubicBezTo>
                  <a:pt x="13417" y="427"/>
                  <a:pt x="13391" y="475"/>
                  <a:pt x="13356" y="499"/>
                </a:cubicBezTo>
                <a:lnTo>
                  <a:pt x="13351" y="504"/>
                </a:lnTo>
                <a:lnTo>
                  <a:pt x="13356" y="512"/>
                </a:lnTo>
                <a:lnTo>
                  <a:pt x="13383" y="493"/>
                </a:lnTo>
                <a:lnTo>
                  <a:pt x="13538" y="390"/>
                </a:lnTo>
                <a:lnTo>
                  <a:pt x="13563" y="314"/>
                </a:lnTo>
              </a:path>
              <a:path w="21600" h="21600">
                <a:moveTo>
                  <a:pt x="13406" y="296"/>
                </a:moveTo>
                <a:lnTo>
                  <a:pt x="13320" y="306"/>
                </a:lnTo>
                <a:lnTo>
                  <a:pt x="13288" y="325"/>
                </a:lnTo>
                <a:lnTo>
                  <a:pt x="13286" y="334"/>
                </a:lnTo>
                <a:lnTo>
                  <a:pt x="13228" y="424"/>
                </a:lnTo>
                <a:lnTo>
                  <a:pt x="13245" y="432"/>
                </a:lnTo>
                <a:lnTo>
                  <a:pt x="13396" y="332"/>
                </a:lnTo>
              </a:path>
              <a:path w="21600" h="21600">
                <a:moveTo>
                  <a:pt x="11022" y="294"/>
                </a:moveTo>
                <a:lnTo>
                  <a:pt x="10921" y="342"/>
                </a:lnTo>
                <a:cubicBezTo>
                  <a:pt x="10791" y="406"/>
                  <a:pt x="10672" y="467"/>
                  <a:pt x="10561" y="528"/>
                </a:cubicBezTo>
                <a:lnTo>
                  <a:pt x="10574" y="702"/>
                </a:lnTo>
                <a:lnTo>
                  <a:pt x="11038" y="412"/>
                </a:lnTo>
              </a:path>
              <a:path w="21600" h="21600">
                <a:moveTo>
                  <a:pt x="13070" y="293"/>
                </a:moveTo>
                <a:lnTo>
                  <a:pt x="12986" y="308"/>
                </a:lnTo>
                <a:lnTo>
                  <a:pt x="12925" y="332"/>
                </a:lnTo>
                <a:lnTo>
                  <a:pt x="13038" y="311"/>
                </a:lnTo>
              </a:path>
              <a:path w="21600" h="21600">
                <a:moveTo>
                  <a:pt x="16270" y="291"/>
                </a:moveTo>
                <a:lnTo>
                  <a:pt x="16224" y="413"/>
                </a:lnTo>
                <a:lnTo>
                  <a:pt x="16205" y="440"/>
                </a:lnTo>
                <a:lnTo>
                  <a:pt x="16296" y="348"/>
                </a:lnTo>
              </a:path>
              <a:path w="21600" h="21600">
                <a:moveTo>
                  <a:pt x="4078" y="290"/>
                </a:moveTo>
                <a:lnTo>
                  <a:pt x="4083" y="352"/>
                </a:lnTo>
                <a:lnTo>
                  <a:pt x="4126" y="403"/>
                </a:lnTo>
                <a:lnTo>
                  <a:pt x="4120" y="343"/>
                </a:lnTo>
              </a:path>
              <a:path w="21600" h="21600">
                <a:moveTo>
                  <a:pt x="13462" y="290"/>
                </a:moveTo>
                <a:lnTo>
                  <a:pt x="13452" y="291"/>
                </a:lnTo>
                <a:lnTo>
                  <a:pt x="13450" y="297"/>
                </a:lnTo>
              </a:path>
              <a:path w="21600" h="21600">
                <a:moveTo>
                  <a:pt x="2260" y="288"/>
                </a:moveTo>
                <a:lnTo>
                  <a:pt x="2243" y="316"/>
                </a:lnTo>
                <a:lnTo>
                  <a:pt x="2244" y="319"/>
                </a:lnTo>
                <a:lnTo>
                  <a:pt x="2321" y="494"/>
                </a:lnTo>
                <a:lnTo>
                  <a:pt x="2369" y="489"/>
                </a:lnTo>
                <a:lnTo>
                  <a:pt x="2411" y="419"/>
                </a:lnTo>
                <a:lnTo>
                  <a:pt x="2399" y="404"/>
                </a:lnTo>
                <a:lnTo>
                  <a:pt x="2394" y="397"/>
                </a:lnTo>
              </a:path>
              <a:path w="21600" h="21600">
                <a:moveTo>
                  <a:pt x="14154" y="288"/>
                </a:moveTo>
                <a:lnTo>
                  <a:pt x="14150" y="295"/>
                </a:lnTo>
                <a:lnTo>
                  <a:pt x="14157" y="290"/>
                </a:lnTo>
              </a:path>
              <a:path w="21600" h="21600">
                <a:moveTo>
                  <a:pt x="5354" y="283"/>
                </a:moveTo>
                <a:lnTo>
                  <a:pt x="4947" y="545"/>
                </a:lnTo>
                <a:cubicBezTo>
                  <a:pt x="4951" y="550"/>
                  <a:pt x="4954" y="556"/>
                  <a:pt x="4957" y="562"/>
                </a:cubicBezTo>
                <a:lnTo>
                  <a:pt x="5106" y="821"/>
                </a:lnTo>
                <a:lnTo>
                  <a:pt x="5512" y="600"/>
                </a:lnTo>
                <a:cubicBezTo>
                  <a:pt x="5498" y="573"/>
                  <a:pt x="5484" y="545"/>
                  <a:pt x="5470" y="518"/>
                </a:cubicBezTo>
              </a:path>
              <a:path w="21600" h="21600">
                <a:moveTo>
                  <a:pt x="3703" y="282"/>
                </a:moveTo>
                <a:lnTo>
                  <a:pt x="3690" y="287"/>
                </a:lnTo>
                <a:lnTo>
                  <a:pt x="3705" y="299"/>
                </a:lnTo>
              </a:path>
              <a:path w="21600" h="21600">
                <a:moveTo>
                  <a:pt x="1960" y="278"/>
                </a:moveTo>
                <a:lnTo>
                  <a:pt x="1847" y="293"/>
                </a:lnTo>
                <a:lnTo>
                  <a:pt x="1900" y="458"/>
                </a:lnTo>
                <a:lnTo>
                  <a:pt x="1966" y="294"/>
                </a:lnTo>
              </a:path>
              <a:path w="21600" h="21600">
                <a:moveTo>
                  <a:pt x="13578" y="269"/>
                </a:moveTo>
                <a:lnTo>
                  <a:pt x="13572" y="272"/>
                </a:lnTo>
                <a:lnTo>
                  <a:pt x="13576" y="274"/>
                </a:lnTo>
              </a:path>
              <a:path w="21600" h="21600">
                <a:moveTo>
                  <a:pt x="2028" y="269"/>
                </a:moveTo>
                <a:lnTo>
                  <a:pt x="2021" y="270"/>
                </a:lnTo>
                <a:lnTo>
                  <a:pt x="2013" y="289"/>
                </a:lnTo>
                <a:lnTo>
                  <a:pt x="2055" y="395"/>
                </a:lnTo>
                <a:lnTo>
                  <a:pt x="2080" y="368"/>
                </a:lnTo>
              </a:path>
              <a:path w="21600" h="21600">
                <a:moveTo>
                  <a:pt x="13256" y="263"/>
                </a:moveTo>
                <a:lnTo>
                  <a:pt x="13255" y="264"/>
                </a:lnTo>
                <a:lnTo>
                  <a:pt x="13208" y="271"/>
                </a:lnTo>
                <a:lnTo>
                  <a:pt x="13208" y="277"/>
                </a:lnTo>
                <a:lnTo>
                  <a:pt x="13216" y="275"/>
                </a:lnTo>
                <a:lnTo>
                  <a:pt x="13254" y="269"/>
                </a:lnTo>
              </a:path>
              <a:path w="21600" h="21600">
                <a:moveTo>
                  <a:pt x="2971" y="263"/>
                </a:moveTo>
                <a:lnTo>
                  <a:pt x="2982" y="278"/>
                </a:lnTo>
                <a:lnTo>
                  <a:pt x="2977" y="267"/>
                </a:lnTo>
              </a:path>
              <a:path w="21600" h="21600">
                <a:moveTo>
                  <a:pt x="3533" y="261"/>
                </a:moveTo>
                <a:lnTo>
                  <a:pt x="3541" y="289"/>
                </a:lnTo>
                <a:lnTo>
                  <a:pt x="3549" y="287"/>
                </a:lnTo>
                <a:lnTo>
                  <a:pt x="3537" y="268"/>
                </a:lnTo>
              </a:path>
              <a:path w="21600" h="21600">
                <a:moveTo>
                  <a:pt x="16236" y="259"/>
                </a:moveTo>
                <a:lnTo>
                  <a:pt x="16162" y="330"/>
                </a:lnTo>
                <a:lnTo>
                  <a:pt x="15978" y="540"/>
                </a:lnTo>
                <a:lnTo>
                  <a:pt x="16032" y="554"/>
                </a:lnTo>
                <a:cubicBezTo>
                  <a:pt x="16082" y="542"/>
                  <a:pt x="16134" y="489"/>
                  <a:pt x="16186" y="395"/>
                </a:cubicBezTo>
              </a:path>
              <a:path w="21600" h="21600">
                <a:moveTo>
                  <a:pt x="3584" y="259"/>
                </a:moveTo>
                <a:lnTo>
                  <a:pt x="3593" y="274"/>
                </a:lnTo>
                <a:lnTo>
                  <a:pt x="3600" y="272"/>
                </a:lnTo>
              </a:path>
              <a:path w="21600" h="21600">
                <a:moveTo>
                  <a:pt x="3301" y="255"/>
                </a:moveTo>
                <a:lnTo>
                  <a:pt x="3304" y="261"/>
                </a:lnTo>
                <a:lnTo>
                  <a:pt x="3323" y="336"/>
                </a:lnTo>
                <a:lnTo>
                  <a:pt x="3391" y="322"/>
                </a:lnTo>
              </a:path>
              <a:path w="21600" h="21600">
                <a:moveTo>
                  <a:pt x="13330" y="251"/>
                </a:moveTo>
                <a:lnTo>
                  <a:pt x="13303" y="256"/>
                </a:lnTo>
                <a:lnTo>
                  <a:pt x="13302" y="261"/>
                </a:lnTo>
                <a:lnTo>
                  <a:pt x="13316" y="259"/>
                </a:lnTo>
              </a:path>
              <a:path w="21600" h="21600">
                <a:moveTo>
                  <a:pt x="2166" y="251"/>
                </a:moveTo>
                <a:lnTo>
                  <a:pt x="2072" y="263"/>
                </a:lnTo>
                <a:lnTo>
                  <a:pt x="2109" y="337"/>
                </a:lnTo>
                <a:lnTo>
                  <a:pt x="2173" y="269"/>
                </a:lnTo>
              </a:path>
              <a:path w="21600" h="21600">
                <a:moveTo>
                  <a:pt x="2568" y="249"/>
                </a:moveTo>
                <a:lnTo>
                  <a:pt x="2509" y="346"/>
                </a:lnTo>
                <a:lnTo>
                  <a:pt x="2567" y="467"/>
                </a:lnTo>
                <a:lnTo>
                  <a:pt x="2776" y="436"/>
                </a:lnTo>
                <a:lnTo>
                  <a:pt x="2748" y="376"/>
                </a:lnTo>
              </a:path>
              <a:path w="21600" h="21600">
                <a:moveTo>
                  <a:pt x="3801" y="247"/>
                </a:moveTo>
                <a:lnTo>
                  <a:pt x="3746" y="267"/>
                </a:lnTo>
                <a:lnTo>
                  <a:pt x="3752" y="337"/>
                </a:lnTo>
                <a:lnTo>
                  <a:pt x="3870" y="431"/>
                </a:lnTo>
                <a:lnTo>
                  <a:pt x="3883" y="355"/>
                </a:lnTo>
                <a:lnTo>
                  <a:pt x="3882" y="333"/>
                </a:lnTo>
                <a:lnTo>
                  <a:pt x="3822" y="265"/>
                </a:lnTo>
              </a:path>
              <a:path w="21600" h="21600">
                <a:moveTo>
                  <a:pt x="14729" y="246"/>
                </a:moveTo>
                <a:lnTo>
                  <a:pt x="14728" y="247"/>
                </a:lnTo>
                <a:lnTo>
                  <a:pt x="14728" y="248"/>
                </a:lnTo>
              </a:path>
              <a:path w="21600" h="21600">
                <a:moveTo>
                  <a:pt x="14067" y="242"/>
                </a:moveTo>
                <a:lnTo>
                  <a:pt x="13957" y="317"/>
                </a:lnTo>
                <a:lnTo>
                  <a:pt x="13878" y="497"/>
                </a:lnTo>
                <a:lnTo>
                  <a:pt x="14067" y="357"/>
                </a:lnTo>
                <a:lnTo>
                  <a:pt x="14111" y="265"/>
                </a:lnTo>
              </a:path>
              <a:path w="21600" h="21600">
                <a:moveTo>
                  <a:pt x="15089" y="235"/>
                </a:moveTo>
                <a:lnTo>
                  <a:pt x="14857" y="423"/>
                </a:lnTo>
                <a:lnTo>
                  <a:pt x="14871" y="443"/>
                </a:lnTo>
                <a:lnTo>
                  <a:pt x="14907" y="499"/>
                </a:lnTo>
                <a:lnTo>
                  <a:pt x="15002" y="350"/>
                </a:lnTo>
              </a:path>
              <a:path w="21600" h="21600">
                <a:moveTo>
                  <a:pt x="4728" y="232"/>
                </a:moveTo>
                <a:lnTo>
                  <a:pt x="4315" y="443"/>
                </a:lnTo>
                <a:lnTo>
                  <a:pt x="4304" y="448"/>
                </a:lnTo>
                <a:lnTo>
                  <a:pt x="4308" y="459"/>
                </a:lnTo>
                <a:lnTo>
                  <a:pt x="4407" y="625"/>
                </a:lnTo>
                <a:lnTo>
                  <a:pt x="4466" y="720"/>
                </a:lnTo>
                <a:lnTo>
                  <a:pt x="4569" y="683"/>
                </a:lnTo>
                <a:cubicBezTo>
                  <a:pt x="4678" y="633"/>
                  <a:pt x="4784" y="581"/>
                  <a:pt x="4887" y="528"/>
                </a:cubicBezTo>
              </a:path>
              <a:path w="21600" h="21600">
                <a:moveTo>
                  <a:pt x="14323" y="227"/>
                </a:moveTo>
                <a:lnTo>
                  <a:pt x="14257" y="272"/>
                </a:lnTo>
                <a:lnTo>
                  <a:pt x="14257" y="276"/>
                </a:lnTo>
                <a:lnTo>
                  <a:pt x="14250" y="308"/>
                </a:lnTo>
                <a:lnTo>
                  <a:pt x="14267" y="332"/>
                </a:lnTo>
              </a:path>
              <a:path w="21600" h="21600">
                <a:moveTo>
                  <a:pt x="3915" y="222"/>
                </a:moveTo>
                <a:lnTo>
                  <a:pt x="3924" y="313"/>
                </a:lnTo>
                <a:lnTo>
                  <a:pt x="3936" y="326"/>
                </a:lnTo>
                <a:lnTo>
                  <a:pt x="3935" y="247"/>
                </a:lnTo>
              </a:path>
              <a:path w="21600" h="21600">
                <a:moveTo>
                  <a:pt x="2400" y="222"/>
                </a:moveTo>
                <a:lnTo>
                  <a:pt x="2336" y="245"/>
                </a:lnTo>
                <a:lnTo>
                  <a:pt x="2421" y="360"/>
                </a:lnTo>
                <a:lnTo>
                  <a:pt x="2438" y="373"/>
                </a:lnTo>
                <a:lnTo>
                  <a:pt x="2457" y="342"/>
                </a:lnTo>
              </a:path>
              <a:path w="21600" h="21600">
                <a:moveTo>
                  <a:pt x="3874" y="221"/>
                </a:moveTo>
                <a:lnTo>
                  <a:pt x="3849" y="230"/>
                </a:lnTo>
                <a:lnTo>
                  <a:pt x="3857" y="237"/>
                </a:lnTo>
                <a:lnTo>
                  <a:pt x="3876" y="259"/>
                </a:lnTo>
              </a:path>
              <a:path w="21600" h="21600">
                <a:moveTo>
                  <a:pt x="9909" y="215"/>
                </a:moveTo>
                <a:lnTo>
                  <a:pt x="9608" y="322"/>
                </a:lnTo>
                <a:lnTo>
                  <a:pt x="9443" y="399"/>
                </a:lnTo>
                <a:lnTo>
                  <a:pt x="9447" y="415"/>
                </a:lnTo>
                <a:cubicBezTo>
                  <a:pt x="9460" y="469"/>
                  <a:pt x="9474" y="523"/>
                  <a:pt x="9487" y="576"/>
                </a:cubicBezTo>
                <a:lnTo>
                  <a:pt x="9938" y="361"/>
                </a:lnTo>
              </a:path>
              <a:path w="21600" h="21600">
                <a:moveTo>
                  <a:pt x="12632" y="215"/>
                </a:moveTo>
                <a:lnTo>
                  <a:pt x="12304" y="416"/>
                </a:lnTo>
                <a:lnTo>
                  <a:pt x="12402" y="376"/>
                </a:lnTo>
                <a:lnTo>
                  <a:pt x="12614" y="320"/>
                </a:lnTo>
                <a:lnTo>
                  <a:pt x="12633" y="308"/>
                </a:lnTo>
              </a:path>
              <a:path w="21600" h="21600">
                <a:moveTo>
                  <a:pt x="15974" y="213"/>
                </a:moveTo>
                <a:lnTo>
                  <a:pt x="15844" y="351"/>
                </a:lnTo>
                <a:lnTo>
                  <a:pt x="15846" y="354"/>
                </a:lnTo>
              </a:path>
              <a:path w="21600" h="21600">
                <a:moveTo>
                  <a:pt x="12097" y="212"/>
                </a:moveTo>
                <a:cubicBezTo>
                  <a:pt x="11950" y="287"/>
                  <a:pt x="11815" y="365"/>
                  <a:pt x="11694" y="440"/>
                </a:cubicBezTo>
                <a:lnTo>
                  <a:pt x="11624" y="486"/>
                </a:lnTo>
                <a:lnTo>
                  <a:pt x="11633" y="607"/>
                </a:lnTo>
                <a:lnTo>
                  <a:pt x="11632" y="625"/>
                </a:lnTo>
                <a:lnTo>
                  <a:pt x="12003" y="369"/>
                </a:lnTo>
                <a:lnTo>
                  <a:pt x="12101" y="316"/>
                </a:lnTo>
              </a:path>
              <a:path w="21600" h="21600">
                <a:moveTo>
                  <a:pt x="14004" y="209"/>
                </a:moveTo>
                <a:lnTo>
                  <a:pt x="13989" y="243"/>
                </a:lnTo>
                <a:lnTo>
                  <a:pt x="14024" y="219"/>
                </a:lnTo>
              </a:path>
              <a:path w="21600" h="21600">
                <a:moveTo>
                  <a:pt x="13594" y="207"/>
                </a:moveTo>
                <a:lnTo>
                  <a:pt x="13561" y="213"/>
                </a:lnTo>
                <a:lnTo>
                  <a:pt x="13469" y="228"/>
                </a:lnTo>
                <a:lnTo>
                  <a:pt x="13466" y="239"/>
                </a:lnTo>
                <a:lnTo>
                  <a:pt x="13510" y="242"/>
                </a:lnTo>
                <a:lnTo>
                  <a:pt x="13524" y="249"/>
                </a:lnTo>
                <a:lnTo>
                  <a:pt x="13536" y="241"/>
                </a:lnTo>
              </a:path>
              <a:path w="21600" h="21600">
                <a:moveTo>
                  <a:pt x="2506" y="206"/>
                </a:moveTo>
                <a:lnTo>
                  <a:pt x="2447" y="213"/>
                </a:lnTo>
                <a:lnTo>
                  <a:pt x="2485" y="295"/>
                </a:lnTo>
                <a:lnTo>
                  <a:pt x="2529" y="222"/>
                </a:lnTo>
              </a:path>
              <a:path w="21600" h="21600">
                <a:moveTo>
                  <a:pt x="13693" y="203"/>
                </a:moveTo>
                <a:lnTo>
                  <a:pt x="13635" y="236"/>
                </a:lnTo>
                <a:lnTo>
                  <a:pt x="13616" y="294"/>
                </a:lnTo>
                <a:lnTo>
                  <a:pt x="13654" y="313"/>
                </a:lnTo>
                <a:lnTo>
                  <a:pt x="13689" y="290"/>
                </a:lnTo>
              </a:path>
              <a:path w="21600" h="21600">
                <a:moveTo>
                  <a:pt x="15692" y="198"/>
                </a:moveTo>
                <a:lnTo>
                  <a:pt x="15606" y="272"/>
                </a:lnTo>
                <a:lnTo>
                  <a:pt x="15397" y="488"/>
                </a:lnTo>
                <a:lnTo>
                  <a:pt x="15397" y="488"/>
                </a:lnTo>
                <a:lnTo>
                  <a:pt x="15442" y="580"/>
                </a:lnTo>
                <a:lnTo>
                  <a:pt x="15484" y="524"/>
                </a:lnTo>
                <a:lnTo>
                  <a:pt x="15724" y="247"/>
                </a:lnTo>
              </a:path>
              <a:path w="21600" h="21600">
                <a:moveTo>
                  <a:pt x="10461" y="198"/>
                </a:moveTo>
                <a:lnTo>
                  <a:pt x="9995" y="383"/>
                </a:lnTo>
                <a:lnTo>
                  <a:pt x="9989" y="385"/>
                </a:lnTo>
                <a:lnTo>
                  <a:pt x="10023" y="544"/>
                </a:lnTo>
                <a:cubicBezTo>
                  <a:pt x="10124" y="490"/>
                  <a:pt x="10234" y="435"/>
                  <a:pt x="10355" y="377"/>
                </a:cubicBezTo>
                <a:lnTo>
                  <a:pt x="10481" y="320"/>
                </a:lnTo>
                <a:lnTo>
                  <a:pt x="10479" y="309"/>
                </a:lnTo>
              </a:path>
              <a:path w="21600" h="21600">
                <a:moveTo>
                  <a:pt x="9347" y="198"/>
                </a:moveTo>
                <a:lnTo>
                  <a:pt x="8881" y="377"/>
                </a:lnTo>
                <a:lnTo>
                  <a:pt x="8908" y="473"/>
                </a:lnTo>
                <a:cubicBezTo>
                  <a:pt x="8919" y="511"/>
                  <a:pt x="8930" y="548"/>
                  <a:pt x="8941" y="585"/>
                </a:cubicBezTo>
                <a:lnTo>
                  <a:pt x="9390" y="377"/>
                </a:lnTo>
              </a:path>
              <a:path w="21600" h="21600">
                <a:moveTo>
                  <a:pt x="3741" y="196"/>
                </a:moveTo>
                <a:lnTo>
                  <a:pt x="3743" y="221"/>
                </a:lnTo>
                <a:lnTo>
                  <a:pt x="3762" y="214"/>
                </a:lnTo>
              </a:path>
              <a:path w="21600" h="21600">
                <a:moveTo>
                  <a:pt x="14613" y="193"/>
                </a:moveTo>
                <a:lnTo>
                  <a:pt x="14525" y="261"/>
                </a:lnTo>
                <a:lnTo>
                  <a:pt x="14394" y="508"/>
                </a:lnTo>
                <a:lnTo>
                  <a:pt x="14398" y="513"/>
                </a:lnTo>
                <a:lnTo>
                  <a:pt x="14622" y="336"/>
                </a:lnTo>
                <a:lnTo>
                  <a:pt x="14673" y="246"/>
                </a:lnTo>
                <a:lnTo>
                  <a:pt x="14650" y="214"/>
                </a:lnTo>
              </a:path>
              <a:path w="21600" h="21600">
                <a:moveTo>
                  <a:pt x="15177" y="193"/>
                </a:moveTo>
                <a:lnTo>
                  <a:pt x="15037" y="375"/>
                </a:lnTo>
                <a:lnTo>
                  <a:pt x="14923" y="555"/>
                </a:lnTo>
                <a:lnTo>
                  <a:pt x="14931" y="578"/>
                </a:lnTo>
                <a:lnTo>
                  <a:pt x="15165" y="346"/>
                </a:lnTo>
                <a:lnTo>
                  <a:pt x="15222" y="298"/>
                </a:lnTo>
                <a:lnTo>
                  <a:pt x="15229" y="276"/>
                </a:lnTo>
              </a:path>
              <a:path w="21600" h="21600">
                <a:moveTo>
                  <a:pt x="11554" y="190"/>
                </a:moveTo>
                <a:lnTo>
                  <a:pt x="11087" y="434"/>
                </a:lnTo>
                <a:lnTo>
                  <a:pt x="11092" y="581"/>
                </a:lnTo>
                <a:lnTo>
                  <a:pt x="11196" y="511"/>
                </a:lnTo>
                <a:cubicBezTo>
                  <a:pt x="11309" y="442"/>
                  <a:pt x="11431" y="368"/>
                  <a:pt x="11565" y="294"/>
                </a:cubicBezTo>
                <a:cubicBezTo>
                  <a:pt x="11561" y="259"/>
                  <a:pt x="11557" y="226"/>
                  <a:pt x="11554" y="191"/>
                </a:cubicBezTo>
              </a:path>
              <a:path w="21600" h="21600">
                <a:moveTo>
                  <a:pt x="13781" y="188"/>
                </a:moveTo>
                <a:lnTo>
                  <a:pt x="13738" y="192"/>
                </a:lnTo>
                <a:lnTo>
                  <a:pt x="13734" y="259"/>
                </a:lnTo>
                <a:lnTo>
                  <a:pt x="13761" y="242"/>
                </a:lnTo>
              </a:path>
              <a:path w="21600" h="21600">
                <a:moveTo>
                  <a:pt x="14149" y="186"/>
                </a:moveTo>
                <a:lnTo>
                  <a:pt x="14107" y="215"/>
                </a:lnTo>
                <a:lnTo>
                  <a:pt x="14130" y="227"/>
                </a:lnTo>
              </a:path>
              <a:path w="21600" h="21600">
                <a:moveTo>
                  <a:pt x="13849" y="183"/>
                </a:moveTo>
                <a:lnTo>
                  <a:pt x="13831" y="184"/>
                </a:lnTo>
                <a:lnTo>
                  <a:pt x="13826" y="198"/>
                </a:lnTo>
              </a:path>
              <a:path w="21600" h="21600">
                <a:moveTo>
                  <a:pt x="2657" y="181"/>
                </a:moveTo>
                <a:lnTo>
                  <a:pt x="2604" y="190"/>
                </a:lnTo>
                <a:lnTo>
                  <a:pt x="2590" y="213"/>
                </a:lnTo>
                <a:lnTo>
                  <a:pt x="2711" y="297"/>
                </a:lnTo>
              </a:path>
              <a:path w="21600" h="21600">
                <a:moveTo>
                  <a:pt x="3992" y="181"/>
                </a:moveTo>
                <a:lnTo>
                  <a:pt x="3998" y="216"/>
                </a:lnTo>
                <a:lnTo>
                  <a:pt x="3994" y="246"/>
                </a:lnTo>
                <a:lnTo>
                  <a:pt x="4033" y="292"/>
                </a:lnTo>
                <a:lnTo>
                  <a:pt x="4028" y="226"/>
                </a:lnTo>
              </a:path>
              <a:path w="21600" h="21600">
                <a:moveTo>
                  <a:pt x="13941" y="175"/>
                </a:moveTo>
                <a:lnTo>
                  <a:pt x="13940" y="175"/>
                </a:lnTo>
                <a:lnTo>
                  <a:pt x="13799" y="269"/>
                </a:lnTo>
                <a:lnTo>
                  <a:pt x="13761" y="366"/>
                </a:lnTo>
                <a:lnTo>
                  <a:pt x="13776" y="373"/>
                </a:lnTo>
                <a:lnTo>
                  <a:pt x="13783" y="383"/>
                </a:lnTo>
                <a:lnTo>
                  <a:pt x="13793" y="376"/>
                </a:lnTo>
                <a:lnTo>
                  <a:pt x="13918" y="291"/>
                </a:lnTo>
                <a:lnTo>
                  <a:pt x="13963" y="187"/>
                </a:lnTo>
              </a:path>
              <a:path w="21600" h="21600">
                <a:moveTo>
                  <a:pt x="13441" y="168"/>
                </a:moveTo>
                <a:lnTo>
                  <a:pt x="13404" y="174"/>
                </a:lnTo>
                <a:lnTo>
                  <a:pt x="13326" y="208"/>
                </a:lnTo>
                <a:lnTo>
                  <a:pt x="13436" y="189"/>
                </a:lnTo>
              </a:path>
              <a:path w="21600" h="21600">
                <a:moveTo>
                  <a:pt x="4068" y="166"/>
                </a:moveTo>
                <a:lnTo>
                  <a:pt x="4072" y="212"/>
                </a:lnTo>
                <a:lnTo>
                  <a:pt x="4106" y="255"/>
                </a:lnTo>
                <a:lnTo>
                  <a:pt x="4090" y="196"/>
                </a:lnTo>
              </a:path>
              <a:path w="21600" h="21600">
                <a:moveTo>
                  <a:pt x="13489" y="161"/>
                </a:moveTo>
                <a:lnTo>
                  <a:pt x="13488" y="161"/>
                </a:lnTo>
                <a:lnTo>
                  <a:pt x="13487" y="162"/>
                </a:lnTo>
              </a:path>
              <a:path w="21600" h="21600">
                <a:moveTo>
                  <a:pt x="2811" y="155"/>
                </a:moveTo>
                <a:lnTo>
                  <a:pt x="2772" y="162"/>
                </a:lnTo>
                <a:lnTo>
                  <a:pt x="2703" y="173"/>
                </a:lnTo>
                <a:lnTo>
                  <a:pt x="2784" y="348"/>
                </a:lnTo>
                <a:lnTo>
                  <a:pt x="2808" y="364"/>
                </a:lnTo>
                <a:lnTo>
                  <a:pt x="2896" y="419"/>
                </a:lnTo>
                <a:lnTo>
                  <a:pt x="3012" y="402"/>
                </a:lnTo>
                <a:lnTo>
                  <a:pt x="2967" y="336"/>
                </a:lnTo>
                <a:lnTo>
                  <a:pt x="2871" y="195"/>
                </a:lnTo>
              </a:path>
              <a:path w="21600" h="21600">
                <a:moveTo>
                  <a:pt x="8772" y="154"/>
                </a:moveTo>
                <a:lnTo>
                  <a:pt x="8540" y="226"/>
                </a:lnTo>
                <a:lnTo>
                  <a:pt x="8306" y="329"/>
                </a:lnTo>
                <a:lnTo>
                  <a:pt x="8369" y="530"/>
                </a:lnTo>
                <a:cubicBezTo>
                  <a:pt x="8374" y="543"/>
                  <a:pt x="8378" y="557"/>
                  <a:pt x="8382" y="570"/>
                </a:cubicBezTo>
                <a:cubicBezTo>
                  <a:pt x="8501" y="498"/>
                  <a:pt x="8614" y="441"/>
                  <a:pt x="8722" y="390"/>
                </a:cubicBezTo>
                <a:lnTo>
                  <a:pt x="8826" y="350"/>
                </a:lnTo>
              </a:path>
              <a:path w="21600" h="21600">
                <a:moveTo>
                  <a:pt x="14221" y="149"/>
                </a:moveTo>
                <a:lnTo>
                  <a:pt x="14173" y="249"/>
                </a:lnTo>
                <a:lnTo>
                  <a:pt x="14196" y="261"/>
                </a:lnTo>
                <a:lnTo>
                  <a:pt x="14200" y="258"/>
                </a:lnTo>
                <a:lnTo>
                  <a:pt x="14213" y="249"/>
                </a:lnTo>
              </a:path>
              <a:path w="21600" h="21600">
                <a:moveTo>
                  <a:pt x="13620" y="141"/>
                </a:moveTo>
                <a:lnTo>
                  <a:pt x="13608" y="143"/>
                </a:lnTo>
                <a:lnTo>
                  <a:pt x="13563" y="168"/>
                </a:lnTo>
                <a:lnTo>
                  <a:pt x="13614" y="159"/>
                </a:lnTo>
                <a:lnTo>
                  <a:pt x="13614" y="159"/>
                </a:lnTo>
              </a:path>
              <a:path w="21600" h="21600">
                <a:moveTo>
                  <a:pt x="11002" y="139"/>
                </a:moveTo>
                <a:lnTo>
                  <a:pt x="10779" y="233"/>
                </a:lnTo>
                <a:lnTo>
                  <a:pt x="10773" y="236"/>
                </a:lnTo>
                <a:lnTo>
                  <a:pt x="10531" y="345"/>
                </a:lnTo>
                <a:lnTo>
                  <a:pt x="10555" y="482"/>
                </a:lnTo>
                <a:cubicBezTo>
                  <a:pt x="10662" y="424"/>
                  <a:pt x="10777" y="364"/>
                  <a:pt x="10901" y="303"/>
                </a:cubicBezTo>
                <a:lnTo>
                  <a:pt x="11015" y="249"/>
                </a:lnTo>
              </a:path>
              <a:path w="21600" h="21600">
                <a:moveTo>
                  <a:pt x="15652" y="138"/>
                </a:moveTo>
                <a:lnTo>
                  <a:pt x="15511" y="307"/>
                </a:lnTo>
                <a:lnTo>
                  <a:pt x="15576" y="239"/>
                </a:lnTo>
                <a:lnTo>
                  <a:pt x="15668" y="161"/>
                </a:lnTo>
              </a:path>
              <a:path w="21600" h="21600">
                <a:moveTo>
                  <a:pt x="2923" y="131"/>
                </a:moveTo>
                <a:lnTo>
                  <a:pt x="2887" y="140"/>
                </a:lnTo>
                <a:cubicBezTo>
                  <a:pt x="2889" y="143"/>
                  <a:pt x="2892" y="147"/>
                  <a:pt x="2894" y="150"/>
                </a:cubicBezTo>
                <a:lnTo>
                  <a:pt x="2904" y="164"/>
                </a:lnTo>
                <a:lnTo>
                  <a:pt x="2948" y="193"/>
                </a:lnTo>
              </a:path>
              <a:path w="21600" h="21600">
                <a:moveTo>
                  <a:pt x="2357" y="130"/>
                </a:moveTo>
                <a:lnTo>
                  <a:pt x="2322" y="187"/>
                </a:lnTo>
                <a:lnTo>
                  <a:pt x="2343" y="184"/>
                </a:lnTo>
                <a:lnTo>
                  <a:pt x="2376" y="170"/>
                </a:lnTo>
                <a:lnTo>
                  <a:pt x="2376" y="170"/>
                </a:lnTo>
              </a:path>
              <a:path w="21600" h="21600">
                <a:moveTo>
                  <a:pt x="13696" y="129"/>
                </a:moveTo>
                <a:lnTo>
                  <a:pt x="13669" y="133"/>
                </a:lnTo>
                <a:lnTo>
                  <a:pt x="13663" y="152"/>
                </a:lnTo>
                <a:lnTo>
                  <a:pt x="13695" y="148"/>
                </a:lnTo>
              </a:path>
              <a:path w="21600" h="21600">
                <a:moveTo>
                  <a:pt x="13742" y="122"/>
                </a:moveTo>
                <a:lnTo>
                  <a:pt x="13741" y="122"/>
                </a:lnTo>
                <a:lnTo>
                  <a:pt x="13741" y="123"/>
                </a:lnTo>
              </a:path>
              <a:path w="21600" h="21600">
                <a:moveTo>
                  <a:pt x="15783" y="121"/>
                </a:moveTo>
                <a:lnTo>
                  <a:pt x="15726" y="170"/>
                </a:lnTo>
                <a:lnTo>
                  <a:pt x="15753" y="210"/>
                </a:lnTo>
              </a:path>
              <a:path w="21600" h="21600">
                <a:moveTo>
                  <a:pt x="14479" y="120"/>
                </a:moveTo>
                <a:lnTo>
                  <a:pt x="14405" y="170"/>
                </a:lnTo>
                <a:lnTo>
                  <a:pt x="14296" y="373"/>
                </a:lnTo>
                <a:lnTo>
                  <a:pt x="14300" y="378"/>
                </a:lnTo>
                <a:lnTo>
                  <a:pt x="14486" y="234"/>
                </a:lnTo>
                <a:lnTo>
                  <a:pt x="14495" y="218"/>
                </a:lnTo>
                <a:lnTo>
                  <a:pt x="14537" y="152"/>
                </a:lnTo>
              </a:path>
              <a:path w="21600" h="21600">
                <a:moveTo>
                  <a:pt x="913" y="119"/>
                </a:moveTo>
                <a:lnTo>
                  <a:pt x="389" y="199"/>
                </a:lnTo>
                <a:lnTo>
                  <a:pt x="580" y="416"/>
                </a:lnTo>
                <a:lnTo>
                  <a:pt x="1098" y="344"/>
                </a:lnTo>
              </a:path>
              <a:path w="21600" h="21600">
                <a:moveTo>
                  <a:pt x="14968" y="118"/>
                </a:moveTo>
                <a:lnTo>
                  <a:pt x="14770" y="275"/>
                </a:lnTo>
                <a:lnTo>
                  <a:pt x="14764" y="296"/>
                </a:lnTo>
                <a:lnTo>
                  <a:pt x="14805" y="353"/>
                </a:lnTo>
                <a:lnTo>
                  <a:pt x="14840" y="295"/>
                </a:lnTo>
              </a:path>
              <a:path w="21600" h="21600">
                <a:moveTo>
                  <a:pt x="2401" y="118"/>
                </a:moveTo>
                <a:lnTo>
                  <a:pt x="2420" y="158"/>
                </a:lnTo>
                <a:lnTo>
                  <a:pt x="2440" y="153"/>
                </a:lnTo>
              </a:path>
              <a:path w="21600" h="21600">
                <a:moveTo>
                  <a:pt x="1745" y="105"/>
                </a:moveTo>
                <a:lnTo>
                  <a:pt x="1740" y="261"/>
                </a:lnTo>
                <a:lnTo>
                  <a:pt x="1788" y="256"/>
                </a:lnTo>
                <a:lnTo>
                  <a:pt x="1757" y="162"/>
                </a:lnTo>
              </a:path>
              <a:path w="21600" h="21600">
                <a:moveTo>
                  <a:pt x="2088" y="103"/>
                </a:moveTo>
                <a:lnTo>
                  <a:pt x="2045" y="209"/>
                </a:lnTo>
                <a:lnTo>
                  <a:pt x="2052" y="222"/>
                </a:lnTo>
                <a:lnTo>
                  <a:pt x="2148" y="209"/>
                </a:lnTo>
                <a:lnTo>
                  <a:pt x="2114" y="131"/>
                </a:lnTo>
              </a:path>
              <a:path w="21600" h="21600">
                <a:moveTo>
                  <a:pt x="16137" y="99"/>
                </a:moveTo>
                <a:lnTo>
                  <a:pt x="15865" y="400"/>
                </a:lnTo>
                <a:lnTo>
                  <a:pt x="15869" y="411"/>
                </a:lnTo>
                <a:lnTo>
                  <a:pt x="15925" y="507"/>
                </a:lnTo>
                <a:lnTo>
                  <a:pt x="16210" y="204"/>
                </a:lnTo>
              </a:path>
              <a:path w="21600" h="21600">
                <a:moveTo>
                  <a:pt x="14750" y="95"/>
                </a:moveTo>
                <a:lnTo>
                  <a:pt x="14650" y="165"/>
                </a:lnTo>
                <a:lnTo>
                  <a:pt x="14679" y="181"/>
                </a:lnTo>
                <a:lnTo>
                  <a:pt x="14699" y="208"/>
                </a:lnTo>
                <a:lnTo>
                  <a:pt x="14746" y="139"/>
                </a:lnTo>
              </a:path>
              <a:path w="21600" h="21600">
                <a:moveTo>
                  <a:pt x="3080" y="93"/>
                </a:moveTo>
                <a:lnTo>
                  <a:pt x="2968" y="120"/>
                </a:lnTo>
                <a:lnTo>
                  <a:pt x="3015" y="238"/>
                </a:lnTo>
                <a:lnTo>
                  <a:pt x="3201" y="363"/>
                </a:lnTo>
                <a:lnTo>
                  <a:pt x="3279" y="346"/>
                </a:lnTo>
                <a:lnTo>
                  <a:pt x="3260" y="275"/>
                </a:lnTo>
                <a:lnTo>
                  <a:pt x="3228" y="201"/>
                </a:lnTo>
                <a:lnTo>
                  <a:pt x="3227" y="200"/>
                </a:lnTo>
              </a:path>
              <a:path w="21600" h="21600">
                <a:moveTo>
                  <a:pt x="12088" y="89"/>
                </a:moveTo>
                <a:lnTo>
                  <a:pt x="11612" y="318"/>
                </a:lnTo>
                <a:lnTo>
                  <a:pt x="11621" y="435"/>
                </a:lnTo>
                <a:lnTo>
                  <a:pt x="11677" y="398"/>
                </a:lnTo>
                <a:cubicBezTo>
                  <a:pt x="11802" y="321"/>
                  <a:pt x="11941" y="242"/>
                  <a:pt x="12093" y="164"/>
                </a:cubicBezTo>
                <a:cubicBezTo>
                  <a:pt x="12092" y="154"/>
                  <a:pt x="12092" y="143"/>
                  <a:pt x="12091" y="133"/>
                </a:cubicBezTo>
              </a:path>
              <a:path w="21600" h="21600">
                <a:moveTo>
                  <a:pt x="1892" y="86"/>
                </a:moveTo>
                <a:lnTo>
                  <a:pt x="1859" y="173"/>
                </a:lnTo>
                <a:cubicBezTo>
                  <a:pt x="1851" y="199"/>
                  <a:pt x="1843" y="224"/>
                  <a:pt x="1836" y="250"/>
                </a:cubicBezTo>
                <a:lnTo>
                  <a:pt x="1944" y="236"/>
                </a:lnTo>
              </a:path>
              <a:path w="21600" h="21600">
                <a:moveTo>
                  <a:pt x="15275" y="85"/>
                </a:moveTo>
                <a:lnTo>
                  <a:pt x="15233" y="119"/>
                </a:lnTo>
                <a:lnTo>
                  <a:pt x="15205" y="155"/>
                </a:lnTo>
                <a:lnTo>
                  <a:pt x="15246" y="219"/>
                </a:lnTo>
                <a:lnTo>
                  <a:pt x="15264" y="158"/>
                </a:lnTo>
              </a:path>
              <a:path w="21600" h="21600">
                <a:moveTo>
                  <a:pt x="14007" y="83"/>
                </a:moveTo>
                <a:lnTo>
                  <a:pt x="13981" y="87"/>
                </a:lnTo>
                <a:lnTo>
                  <a:pt x="13864" y="104"/>
                </a:lnTo>
                <a:lnTo>
                  <a:pt x="13862" y="105"/>
                </a:lnTo>
                <a:lnTo>
                  <a:pt x="13853" y="128"/>
                </a:lnTo>
                <a:lnTo>
                  <a:pt x="13870" y="125"/>
                </a:lnTo>
                <a:lnTo>
                  <a:pt x="13928" y="130"/>
                </a:lnTo>
                <a:lnTo>
                  <a:pt x="13941" y="121"/>
                </a:lnTo>
              </a:path>
              <a:path w="21600" h="21600">
                <a:moveTo>
                  <a:pt x="8185" y="76"/>
                </a:moveTo>
                <a:lnTo>
                  <a:pt x="7997" y="143"/>
                </a:lnTo>
                <a:lnTo>
                  <a:pt x="7726" y="291"/>
                </a:lnTo>
                <a:lnTo>
                  <a:pt x="7820" y="557"/>
                </a:lnTo>
                <a:cubicBezTo>
                  <a:pt x="7950" y="463"/>
                  <a:pt x="8072" y="390"/>
                  <a:pt x="8189" y="331"/>
                </a:cubicBezTo>
                <a:lnTo>
                  <a:pt x="8251" y="303"/>
                </a:lnTo>
                <a:lnTo>
                  <a:pt x="8219" y="203"/>
                </a:lnTo>
              </a:path>
              <a:path w="21600" h="21600">
                <a:moveTo>
                  <a:pt x="15054" y="72"/>
                </a:moveTo>
                <a:lnTo>
                  <a:pt x="14877" y="317"/>
                </a:lnTo>
                <a:lnTo>
                  <a:pt x="14838" y="381"/>
                </a:lnTo>
                <a:lnTo>
                  <a:pt x="15136" y="140"/>
                </a:lnTo>
              </a:path>
              <a:path w="21600" h="21600">
                <a:moveTo>
                  <a:pt x="13643" y="71"/>
                </a:moveTo>
                <a:lnTo>
                  <a:pt x="13559" y="107"/>
                </a:lnTo>
                <a:lnTo>
                  <a:pt x="13591" y="103"/>
                </a:lnTo>
                <a:lnTo>
                  <a:pt x="13642" y="74"/>
                </a:lnTo>
              </a:path>
              <a:path w="21600" h="21600">
                <a:moveTo>
                  <a:pt x="3172" y="71"/>
                </a:moveTo>
                <a:lnTo>
                  <a:pt x="3138" y="79"/>
                </a:lnTo>
                <a:lnTo>
                  <a:pt x="3193" y="119"/>
                </a:lnTo>
              </a:path>
              <a:path w="21600" h="21600">
                <a:moveTo>
                  <a:pt x="16637" y="67"/>
                </a:moveTo>
                <a:lnTo>
                  <a:pt x="16616" y="86"/>
                </a:lnTo>
                <a:lnTo>
                  <a:pt x="16353" y="353"/>
                </a:lnTo>
                <a:lnTo>
                  <a:pt x="16431" y="474"/>
                </a:lnTo>
                <a:cubicBezTo>
                  <a:pt x="16467" y="499"/>
                  <a:pt x="16501" y="508"/>
                  <a:pt x="16534" y="502"/>
                </a:cubicBezTo>
                <a:cubicBezTo>
                  <a:pt x="16588" y="490"/>
                  <a:pt x="16643" y="437"/>
                  <a:pt x="16698" y="343"/>
                </a:cubicBezTo>
                <a:lnTo>
                  <a:pt x="16745" y="227"/>
                </a:lnTo>
                <a:lnTo>
                  <a:pt x="16733" y="205"/>
                </a:lnTo>
              </a:path>
              <a:path w="21600" h="21600">
                <a:moveTo>
                  <a:pt x="14335" y="61"/>
                </a:moveTo>
                <a:lnTo>
                  <a:pt x="14271" y="104"/>
                </a:lnTo>
                <a:lnTo>
                  <a:pt x="14262" y="215"/>
                </a:lnTo>
                <a:lnTo>
                  <a:pt x="14369" y="141"/>
                </a:lnTo>
                <a:lnTo>
                  <a:pt x="14403" y="78"/>
                </a:lnTo>
                <a:lnTo>
                  <a:pt x="14375" y="62"/>
                </a:lnTo>
              </a:path>
              <a:path w="21600" h="21600">
                <a:moveTo>
                  <a:pt x="2059" y="60"/>
                </a:moveTo>
                <a:lnTo>
                  <a:pt x="2058" y="67"/>
                </a:lnTo>
                <a:lnTo>
                  <a:pt x="2060" y="63"/>
                </a:lnTo>
              </a:path>
              <a:path w="21600" h="21600">
                <a:moveTo>
                  <a:pt x="3898" y="60"/>
                </a:moveTo>
                <a:lnTo>
                  <a:pt x="3906" y="140"/>
                </a:lnTo>
                <a:lnTo>
                  <a:pt x="3921" y="157"/>
                </a:lnTo>
                <a:lnTo>
                  <a:pt x="3935" y="152"/>
                </a:lnTo>
                <a:lnTo>
                  <a:pt x="3934" y="106"/>
                </a:lnTo>
              </a:path>
              <a:path w="21600" h="21600">
                <a:moveTo>
                  <a:pt x="11542" y="59"/>
                </a:moveTo>
                <a:lnTo>
                  <a:pt x="11414" y="109"/>
                </a:lnTo>
                <a:lnTo>
                  <a:pt x="11064" y="274"/>
                </a:lnTo>
                <a:lnTo>
                  <a:pt x="11080" y="388"/>
                </a:lnTo>
                <a:lnTo>
                  <a:pt x="11549" y="143"/>
                </a:lnTo>
              </a:path>
              <a:path w="21600" h="21600">
                <a:moveTo>
                  <a:pt x="14213" y="56"/>
                </a:moveTo>
                <a:lnTo>
                  <a:pt x="14119" y="68"/>
                </a:lnTo>
                <a:lnTo>
                  <a:pt x="14047" y="110"/>
                </a:lnTo>
                <a:lnTo>
                  <a:pt x="14021" y="170"/>
                </a:lnTo>
                <a:lnTo>
                  <a:pt x="14064" y="192"/>
                </a:lnTo>
                <a:lnTo>
                  <a:pt x="14187" y="109"/>
                </a:lnTo>
              </a:path>
              <a:path w="21600" h="21600">
                <a:moveTo>
                  <a:pt x="9876" y="49"/>
                </a:moveTo>
                <a:lnTo>
                  <a:pt x="9392" y="184"/>
                </a:lnTo>
                <a:lnTo>
                  <a:pt x="9433" y="357"/>
                </a:lnTo>
                <a:lnTo>
                  <a:pt x="9596" y="282"/>
                </a:lnTo>
                <a:lnTo>
                  <a:pt x="9901" y="174"/>
                </a:lnTo>
              </a:path>
              <a:path w="21600" h="21600">
                <a:moveTo>
                  <a:pt x="15592" y="47"/>
                </a:moveTo>
                <a:lnTo>
                  <a:pt x="15339" y="258"/>
                </a:lnTo>
                <a:lnTo>
                  <a:pt x="15301" y="306"/>
                </a:lnTo>
                <a:lnTo>
                  <a:pt x="15367" y="411"/>
                </a:lnTo>
                <a:lnTo>
                  <a:pt x="15627" y="100"/>
                </a:lnTo>
              </a:path>
              <a:path w="21600" h="21600">
                <a:moveTo>
                  <a:pt x="13836" y="43"/>
                </a:moveTo>
                <a:lnTo>
                  <a:pt x="13799" y="49"/>
                </a:lnTo>
                <a:lnTo>
                  <a:pt x="13743" y="74"/>
                </a:lnTo>
                <a:lnTo>
                  <a:pt x="13743" y="79"/>
                </a:lnTo>
                <a:lnTo>
                  <a:pt x="13762" y="76"/>
                </a:lnTo>
                <a:lnTo>
                  <a:pt x="13827" y="67"/>
                </a:lnTo>
              </a:path>
              <a:path w="21600" h="21600">
                <a:moveTo>
                  <a:pt x="10436" y="41"/>
                </a:moveTo>
                <a:lnTo>
                  <a:pt x="10001" y="183"/>
                </a:lnTo>
                <a:lnTo>
                  <a:pt x="9952" y="200"/>
                </a:lnTo>
                <a:lnTo>
                  <a:pt x="9980" y="341"/>
                </a:lnTo>
                <a:lnTo>
                  <a:pt x="9983" y="340"/>
                </a:lnTo>
                <a:lnTo>
                  <a:pt x="10454" y="153"/>
                </a:lnTo>
              </a:path>
              <a:path w="21600" h="21600">
                <a:moveTo>
                  <a:pt x="3308" y="38"/>
                </a:moveTo>
                <a:lnTo>
                  <a:pt x="3217" y="60"/>
                </a:lnTo>
                <a:lnTo>
                  <a:pt x="3265" y="172"/>
                </a:lnTo>
                <a:lnTo>
                  <a:pt x="3451" y="309"/>
                </a:lnTo>
                <a:lnTo>
                  <a:pt x="3497" y="299"/>
                </a:lnTo>
                <a:lnTo>
                  <a:pt x="3457" y="158"/>
                </a:lnTo>
              </a:path>
              <a:path w="21600" h="21600">
                <a:moveTo>
                  <a:pt x="1500" y="35"/>
                </a:moveTo>
                <a:lnTo>
                  <a:pt x="1249" y="68"/>
                </a:lnTo>
                <a:lnTo>
                  <a:pt x="962" y="112"/>
                </a:lnTo>
                <a:lnTo>
                  <a:pt x="1148" y="337"/>
                </a:lnTo>
                <a:lnTo>
                  <a:pt x="1494" y="289"/>
                </a:lnTo>
                <a:lnTo>
                  <a:pt x="1642" y="272"/>
                </a:lnTo>
                <a:lnTo>
                  <a:pt x="1639" y="230"/>
                </a:lnTo>
              </a:path>
              <a:path w="21600" h="21600">
                <a:moveTo>
                  <a:pt x="13892" y="35"/>
                </a:moveTo>
                <a:lnTo>
                  <a:pt x="13888" y="36"/>
                </a:lnTo>
                <a:lnTo>
                  <a:pt x="13888" y="38"/>
                </a:lnTo>
              </a:path>
              <a:path w="21600" h="21600">
                <a:moveTo>
                  <a:pt x="3971" y="34"/>
                </a:moveTo>
                <a:lnTo>
                  <a:pt x="3980" y="94"/>
                </a:lnTo>
                <a:lnTo>
                  <a:pt x="4006" y="127"/>
                </a:lnTo>
                <a:lnTo>
                  <a:pt x="4019" y="122"/>
                </a:lnTo>
                <a:lnTo>
                  <a:pt x="4018" y="99"/>
                </a:lnTo>
                <a:lnTo>
                  <a:pt x="4017" y="96"/>
                </a:lnTo>
              </a:path>
              <a:path w="21600" h="21600">
                <a:moveTo>
                  <a:pt x="2128" y="31"/>
                </a:moveTo>
                <a:lnTo>
                  <a:pt x="2123" y="40"/>
                </a:lnTo>
                <a:lnTo>
                  <a:pt x="2149" y="101"/>
                </a:lnTo>
                <a:lnTo>
                  <a:pt x="2237" y="198"/>
                </a:lnTo>
                <a:lnTo>
                  <a:pt x="2248" y="196"/>
                </a:lnTo>
              </a:path>
              <a:path w="21600" h="21600">
                <a:moveTo>
                  <a:pt x="2635" y="28"/>
                </a:moveTo>
                <a:lnTo>
                  <a:pt x="2667" y="97"/>
                </a:lnTo>
                <a:lnTo>
                  <a:pt x="2683" y="117"/>
                </a:lnTo>
                <a:lnTo>
                  <a:pt x="2679" y="121"/>
                </a:lnTo>
                <a:lnTo>
                  <a:pt x="2684" y="132"/>
                </a:lnTo>
                <a:lnTo>
                  <a:pt x="2758" y="120"/>
                </a:lnTo>
                <a:lnTo>
                  <a:pt x="2735" y="104"/>
                </a:lnTo>
              </a:path>
              <a:path w="21600" h="21600">
                <a:moveTo>
                  <a:pt x="14619" y="24"/>
                </a:moveTo>
                <a:lnTo>
                  <a:pt x="14517" y="93"/>
                </a:lnTo>
                <a:lnTo>
                  <a:pt x="14560" y="116"/>
                </a:lnTo>
              </a:path>
              <a:path w="21600" h="21600">
                <a:moveTo>
                  <a:pt x="3380" y="19"/>
                </a:moveTo>
                <a:lnTo>
                  <a:pt x="3362" y="25"/>
                </a:lnTo>
                <a:lnTo>
                  <a:pt x="3406" y="61"/>
                </a:lnTo>
              </a:path>
              <a:path w="21600" h="21600">
                <a:moveTo>
                  <a:pt x="1644" y="16"/>
                </a:moveTo>
                <a:lnTo>
                  <a:pt x="1547" y="29"/>
                </a:lnTo>
                <a:lnTo>
                  <a:pt x="1637" y="156"/>
                </a:lnTo>
                <a:lnTo>
                  <a:pt x="1645" y="25"/>
                </a:lnTo>
              </a:path>
              <a:path w="21600" h="21600">
                <a:moveTo>
                  <a:pt x="14038" y="14"/>
                </a:moveTo>
                <a:lnTo>
                  <a:pt x="14014" y="18"/>
                </a:lnTo>
                <a:lnTo>
                  <a:pt x="13963" y="47"/>
                </a:lnTo>
                <a:lnTo>
                  <a:pt x="13975" y="45"/>
                </a:lnTo>
                <a:lnTo>
                  <a:pt x="14010" y="40"/>
                </a:lnTo>
                <a:lnTo>
                  <a:pt x="14027" y="38"/>
                </a:lnTo>
              </a:path>
              <a:path w="21600" h="21600">
                <a:moveTo>
                  <a:pt x="15535" y="12"/>
                </a:moveTo>
                <a:lnTo>
                  <a:pt x="15476" y="87"/>
                </a:lnTo>
                <a:lnTo>
                  <a:pt x="15553" y="23"/>
                </a:lnTo>
              </a:path>
              <a:path w="21600" h="21600">
                <a:moveTo>
                  <a:pt x="7589" y="9"/>
                </a:moveTo>
                <a:lnTo>
                  <a:pt x="7370" y="113"/>
                </a:lnTo>
                <a:lnTo>
                  <a:pt x="7149" y="278"/>
                </a:lnTo>
                <a:lnTo>
                  <a:pt x="7162" y="315"/>
                </a:lnTo>
                <a:cubicBezTo>
                  <a:pt x="7192" y="397"/>
                  <a:pt x="7227" y="483"/>
                  <a:pt x="7262" y="568"/>
                </a:cubicBezTo>
                <a:cubicBezTo>
                  <a:pt x="7377" y="467"/>
                  <a:pt x="7482" y="386"/>
                  <a:pt x="7580" y="320"/>
                </a:cubicBezTo>
                <a:lnTo>
                  <a:pt x="7671" y="270"/>
                </a:lnTo>
                <a:lnTo>
                  <a:pt x="7669" y="266"/>
                </a:lnTo>
              </a:path>
              <a:path w="21600" h="21600">
                <a:moveTo>
                  <a:pt x="9306" y="8"/>
                </a:moveTo>
                <a:lnTo>
                  <a:pt x="9105" y="51"/>
                </a:lnTo>
                <a:lnTo>
                  <a:pt x="8816" y="140"/>
                </a:lnTo>
                <a:lnTo>
                  <a:pt x="8869" y="333"/>
                </a:lnTo>
                <a:lnTo>
                  <a:pt x="9337" y="153"/>
                </a:lnTo>
                <a:lnTo>
                  <a:pt x="9318" y="76"/>
                </a:lnTo>
              </a:path>
              <a:path w="21600" h="21600">
                <a:moveTo>
                  <a:pt x="1715" y="7"/>
                </a:moveTo>
                <a:lnTo>
                  <a:pt x="1695" y="10"/>
                </a:lnTo>
                <a:lnTo>
                  <a:pt x="1694" y="36"/>
                </a:lnTo>
                <a:lnTo>
                  <a:pt x="1702" y="77"/>
                </a:lnTo>
              </a:path>
              <a:path w="21600" h="21600">
                <a:moveTo>
                  <a:pt x="14233" y="2"/>
                </a:moveTo>
                <a:lnTo>
                  <a:pt x="14203" y="19"/>
                </a:lnTo>
                <a:lnTo>
                  <a:pt x="14232" y="16"/>
                </a:lnTo>
              </a:path>
              <a:path w="21600" h="21600">
                <a:moveTo>
                  <a:pt x="10985" y="0"/>
                </a:moveTo>
                <a:lnTo>
                  <a:pt x="10705" y="103"/>
                </a:lnTo>
                <a:lnTo>
                  <a:pt x="10622" y="134"/>
                </a:lnTo>
                <a:lnTo>
                  <a:pt x="10504" y="181"/>
                </a:lnTo>
                <a:lnTo>
                  <a:pt x="10523" y="301"/>
                </a:lnTo>
                <a:lnTo>
                  <a:pt x="10752" y="198"/>
                </a:lnTo>
                <a:lnTo>
                  <a:pt x="10758" y="195"/>
                </a:lnTo>
                <a:lnTo>
                  <a:pt x="10996" y="95"/>
                </a:lnTo>
              </a:path>
              <a:path w="21600" h="21600">
                <a:moveTo>
                  <a:pt x="21470" y="0"/>
                </a:moveTo>
                <a:lnTo>
                  <a:pt x="21599" y="0"/>
                </a:lnTo>
                <a:lnTo>
                  <a:pt x="21528" y="21"/>
                </a:lnTo>
              </a:path>
              <a:path w="21600" h="21600">
                <a:moveTo>
                  <a:pt x="20833" y="0"/>
                </a:moveTo>
                <a:lnTo>
                  <a:pt x="20989" y="0"/>
                </a:lnTo>
                <a:lnTo>
                  <a:pt x="21085" y="23"/>
                </a:lnTo>
                <a:lnTo>
                  <a:pt x="21121" y="0"/>
                </a:lnTo>
                <a:lnTo>
                  <a:pt x="21231" y="0"/>
                </a:lnTo>
                <a:lnTo>
                  <a:pt x="21216" y="12"/>
                </a:lnTo>
                <a:cubicBezTo>
                  <a:pt x="21089" y="95"/>
                  <a:pt x="20964" y="92"/>
                  <a:pt x="20837" y="3"/>
                </a:cubicBezTo>
              </a:path>
              <a:path w="21600" h="21600">
                <a:moveTo>
                  <a:pt x="184" y="0"/>
                </a:moveTo>
                <a:lnTo>
                  <a:pt x="230" y="0"/>
                </a:lnTo>
                <a:lnTo>
                  <a:pt x="331" y="133"/>
                </a:lnTo>
                <a:lnTo>
                  <a:pt x="355" y="160"/>
                </a:lnTo>
                <a:lnTo>
                  <a:pt x="880" y="79"/>
                </a:lnTo>
                <a:lnTo>
                  <a:pt x="824" y="0"/>
                </a:lnTo>
                <a:lnTo>
                  <a:pt x="877" y="0"/>
                </a:lnTo>
                <a:lnTo>
                  <a:pt x="918" y="58"/>
                </a:lnTo>
                <a:lnTo>
                  <a:pt x="929" y="72"/>
                </a:lnTo>
                <a:lnTo>
                  <a:pt x="1244" y="24"/>
                </a:lnTo>
                <a:lnTo>
                  <a:pt x="1432" y="0"/>
                </a:lnTo>
                <a:lnTo>
                  <a:pt x="1769" y="0"/>
                </a:lnTo>
                <a:lnTo>
                  <a:pt x="1801" y="151"/>
                </a:lnTo>
                <a:lnTo>
                  <a:pt x="1810" y="179"/>
                </a:lnTo>
                <a:lnTo>
                  <a:pt x="1815" y="161"/>
                </a:lnTo>
                <a:lnTo>
                  <a:pt x="1869" y="21"/>
                </a:lnTo>
                <a:lnTo>
                  <a:pt x="1862" y="0"/>
                </a:lnTo>
                <a:lnTo>
                  <a:pt x="1925" y="0"/>
                </a:lnTo>
                <a:lnTo>
                  <a:pt x="1917" y="22"/>
                </a:lnTo>
                <a:lnTo>
                  <a:pt x="1990" y="230"/>
                </a:lnTo>
                <a:lnTo>
                  <a:pt x="1992" y="230"/>
                </a:lnTo>
                <a:lnTo>
                  <a:pt x="2001" y="208"/>
                </a:lnTo>
                <a:lnTo>
                  <a:pt x="2021" y="10"/>
                </a:lnTo>
                <a:lnTo>
                  <a:pt x="2031" y="0"/>
                </a:lnTo>
                <a:lnTo>
                  <a:pt x="2158" y="0"/>
                </a:lnTo>
                <a:lnTo>
                  <a:pt x="2279" y="166"/>
                </a:lnTo>
                <a:lnTo>
                  <a:pt x="2332" y="78"/>
                </a:lnTo>
                <a:lnTo>
                  <a:pt x="2314" y="40"/>
                </a:lnTo>
                <a:lnTo>
                  <a:pt x="2269" y="0"/>
                </a:lnTo>
                <a:lnTo>
                  <a:pt x="2345" y="0"/>
                </a:lnTo>
                <a:lnTo>
                  <a:pt x="2352" y="13"/>
                </a:lnTo>
                <a:lnTo>
                  <a:pt x="2364" y="25"/>
                </a:lnTo>
                <a:lnTo>
                  <a:pt x="2380" y="0"/>
                </a:lnTo>
                <a:lnTo>
                  <a:pt x="2437" y="0"/>
                </a:lnTo>
                <a:lnTo>
                  <a:pt x="2401" y="57"/>
                </a:lnTo>
                <a:lnTo>
                  <a:pt x="2494" y="139"/>
                </a:lnTo>
                <a:lnTo>
                  <a:pt x="2601" y="111"/>
                </a:lnTo>
                <a:lnTo>
                  <a:pt x="2621" y="104"/>
                </a:lnTo>
                <a:lnTo>
                  <a:pt x="2591" y="40"/>
                </a:lnTo>
                <a:lnTo>
                  <a:pt x="2571" y="0"/>
                </a:lnTo>
                <a:lnTo>
                  <a:pt x="2671" y="0"/>
                </a:lnTo>
                <a:lnTo>
                  <a:pt x="2762" y="69"/>
                </a:lnTo>
                <a:lnTo>
                  <a:pt x="2805" y="98"/>
                </a:lnTo>
                <a:lnTo>
                  <a:pt x="2746" y="0"/>
                </a:lnTo>
                <a:lnTo>
                  <a:pt x="2793" y="0"/>
                </a:lnTo>
                <a:lnTo>
                  <a:pt x="2860" y="101"/>
                </a:lnTo>
                <a:lnTo>
                  <a:pt x="2904" y="91"/>
                </a:lnTo>
                <a:lnTo>
                  <a:pt x="2858" y="0"/>
                </a:lnTo>
                <a:lnTo>
                  <a:pt x="2909" y="0"/>
                </a:lnTo>
                <a:lnTo>
                  <a:pt x="2949" y="80"/>
                </a:lnTo>
                <a:lnTo>
                  <a:pt x="3034" y="60"/>
                </a:lnTo>
                <a:lnTo>
                  <a:pt x="2951" y="0"/>
                </a:lnTo>
                <a:lnTo>
                  <a:pt x="3029" y="0"/>
                </a:lnTo>
                <a:lnTo>
                  <a:pt x="3092" y="46"/>
                </a:lnTo>
                <a:lnTo>
                  <a:pt x="3155" y="31"/>
                </a:lnTo>
                <a:lnTo>
                  <a:pt x="3142" y="0"/>
                </a:lnTo>
                <a:lnTo>
                  <a:pt x="3191" y="0"/>
                </a:lnTo>
                <a:lnTo>
                  <a:pt x="3200" y="20"/>
                </a:lnTo>
                <a:lnTo>
                  <a:pt x="3265" y="5"/>
                </a:lnTo>
                <a:lnTo>
                  <a:pt x="3259" y="0"/>
                </a:lnTo>
                <a:lnTo>
                  <a:pt x="3458" y="0"/>
                </a:lnTo>
                <a:lnTo>
                  <a:pt x="3490" y="112"/>
                </a:lnTo>
                <a:lnTo>
                  <a:pt x="3510" y="144"/>
                </a:lnTo>
                <a:lnTo>
                  <a:pt x="3649" y="254"/>
                </a:lnTo>
                <a:lnTo>
                  <a:pt x="3700" y="236"/>
                </a:lnTo>
                <a:lnTo>
                  <a:pt x="3693" y="155"/>
                </a:lnTo>
                <a:lnTo>
                  <a:pt x="3512" y="0"/>
                </a:lnTo>
                <a:lnTo>
                  <a:pt x="3580" y="0"/>
                </a:lnTo>
                <a:lnTo>
                  <a:pt x="3686" y="90"/>
                </a:lnTo>
                <a:lnTo>
                  <a:pt x="3658" y="0"/>
                </a:lnTo>
                <a:lnTo>
                  <a:pt x="3704" y="0"/>
                </a:lnTo>
                <a:lnTo>
                  <a:pt x="3733" y="92"/>
                </a:lnTo>
                <a:lnTo>
                  <a:pt x="3736" y="133"/>
                </a:lnTo>
                <a:lnTo>
                  <a:pt x="3810" y="197"/>
                </a:lnTo>
                <a:lnTo>
                  <a:pt x="3870" y="175"/>
                </a:lnTo>
                <a:lnTo>
                  <a:pt x="3870" y="168"/>
                </a:lnTo>
                <a:lnTo>
                  <a:pt x="3756" y="31"/>
                </a:lnTo>
                <a:lnTo>
                  <a:pt x="3721" y="0"/>
                </a:lnTo>
                <a:lnTo>
                  <a:pt x="3789" y="0"/>
                </a:lnTo>
                <a:lnTo>
                  <a:pt x="3791" y="2"/>
                </a:lnTo>
                <a:lnTo>
                  <a:pt x="3864" y="89"/>
                </a:lnTo>
                <a:lnTo>
                  <a:pt x="3858" y="9"/>
                </a:lnTo>
                <a:lnTo>
                  <a:pt x="3851" y="0"/>
                </a:lnTo>
                <a:lnTo>
                  <a:pt x="3906" y="0"/>
                </a:lnTo>
                <a:lnTo>
                  <a:pt x="3933" y="34"/>
                </a:lnTo>
                <a:lnTo>
                  <a:pt x="3933" y="0"/>
                </a:lnTo>
                <a:lnTo>
                  <a:pt x="4115" y="0"/>
                </a:lnTo>
                <a:lnTo>
                  <a:pt x="4115" y="0"/>
                </a:lnTo>
                <a:lnTo>
                  <a:pt x="4123" y="25"/>
                </a:lnTo>
                <a:lnTo>
                  <a:pt x="4140" y="63"/>
                </a:lnTo>
                <a:lnTo>
                  <a:pt x="4267" y="0"/>
                </a:lnTo>
                <a:lnTo>
                  <a:pt x="4366" y="0"/>
                </a:lnTo>
                <a:lnTo>
                  <a:pt x="4158" y="103"/>
                </a:lnTo>
                <a:lnTo>
                  <a:pt x="4202" y="199"/>
                </a:lnTo>
                <a:lnTo>
                  <a:pt x="4216" y="248"/>
                </a:lnTo>
                <a:lnTo>
                  <a:pt x="4288" y="396"/>
                </a:lnTo>
                <a:lnTo>
                  <a:pt x="4290" y="404"/>
                </a:lnTo>
                <a:lnTo>
                  <a:pt x="4296" y="402"/>
                </a:lnTo>
                <a:lnTo>
                  <a:pt x="4707" y="192"/>
                </a:lnTo>
                <a:lnTo>
                  <a:pt x="4674" y="131"/>
                </a:lnTo>
                <a:lnTo>
                  <a:pt x="4603" y="0"/>
                </a:lnTo>
                <a:lnTo>
                  <a:pt x="4656" y="0"/>
                </a:lnTo>
                <a:lnTo>
                  <a:pt x="4716" y="111"/>
                </a:lnTo>
                <a:lnTo>
                  <a:pt x="4749" y="171"/>
                </a:lnTo>
                <a:lnTo>
                  <a:pt x="4937" y="76"/>
                </a:lnTo>
                <a:lnTo>
                  <a:pt x="5052" y="0"/>
                </a:lnTo>
                <a:lnTo>
                  <a:pt x="5134" y="0"/>
                </a:lnTo>
                <a:lnTo>
                  <a:pt x="4960" y="114"/>
                </a:lnTo>
                <a:lnTo>
                  <a:pt x="4770" y="211"/>
                </a:lnTo>
                <a:lnTo>
                  <a:pt x="4928" y="506"/>
                </a:lnTo>
                <a:lnTo>
                  <a:pt x="5335" y="244"/>
                </a:lnTo>
                <a:lnTo>
                  <a:pt x="5245" y="62"/>
                </a:lnTo>
                <a:lnTo>
                  <a:pt x="5214" y="0"/>
                </a:lnTo>
                <a:lnTo>
                  <a:pt x="5263" y="0"/>
                </a:lnTo>
                <a:lnTo>
                  <a:pt x="5285" y="44"/>
                </a:lnTo>
                <a:lnTo>
                  <a:pt x="5372" y="220"/>
                </a:lnTo>
                <a:lnTo>
                  <a:pt x="5714" y="0"/>
                </a:lnTo>
                <a:lnTo>
                  <a:pt x="5789" y="0"/>
                </a:lnTo>
                <a:lnTo>
                  <a:pt x="5774" y="12"/>
                </a:lnTo>
                <a:lnTo>
                  <a:pt x="5391" y="259"/>
                </a:lnTo>
                <a:lnTo>
                  <a:pt x="5509" y="499"/>
                </a:lnTo>
                <a:cubicBezTo>
                  <a:pt x="5522" y="524"/>
                  <a:pt x="5535" y="550"/>
                  <a:pt x="5549" y="576"/>
                </a:cubicBezTo>
                <a:lnTo>
                  <a:pt x="5943" y="289"/>
                </a:lnTo>
                <a:lnTo>
                  <a:pt x="5814" y="0"/>
                </a:lnTo>
                <a:lnTo>
                  <a:pt x="5863" y="0"/>
                </a:lnTo>
                <a:lnTo>
                  <a:pt x="5980" y="262"/>
                </a:lnTo>
                <a:lnTo>
                  <a:pt x="6005" y="245"/>
                </a:lnTo>
                <a:cubicBezTo>
                  <a:pt x="6071" y="190"/>
                  <a:pt x="6134" y="132"/>
                  <a:pt x="6195" y="77"/>
                </a:cubicBezTo>
                <a:lnTo>
                  <a:pt x="6286" y="0"/>
                </a:lnTo>
                <a:lnTo>
                  <a:pt x="6355" y="0"/>
                </a:lnTo>
                <a:lnTo>
                  <a:pt x="6227" y="109"/>
                </a:lnTo>
                <a:cubicBezTo>
                  <a:pt x="6166" y="165"/>
                  <a:pt x="6102" y="223"/>
                  <a:pt x="6035" y="278"/>
                </a:cubicBezTo>
                <a:lnTo>
                  <a:pt x="5999" y="304"/>
                </a:lnTo>
                <a:lnTo>
                  <a:pt x="6059" y="439"/>
                </a:lnTo>
                <a:cubicBezTo>
                  <a:pt x="6085" y="496"/>
                  <a:pt x="6113" y="554"/>
                  <a:pt x="6142" y="613"/>
                </a:cubicBezTo>
                <a:cubicBezTo>
                  <a:pt x="6183" y="580"/>
                  <a:pt x="6223" y="547"/>
                  <a:pt x="6261" y="514"/>
                </a:cubicBezTo>
                <a:cubicBezTo>
                  <a:pt x="6330" y="456"/>
                  <a:pt x="6394" y="394"/>
                  <a:pt x="6456" y="334"/>
                </a:cubicBezTo>
                <a:lnTo>
                  <a:pt x="6522" y="275"/>
                </a:lnTo>
                <a:lnTo>
                  <a:pt x="6412" y="0"/>
                </a:lnTo>
                <a:lnTo>
                  <a:pt x="6460" y="0"/>
                </a:lnTo>
                <a:lnTo>
                  <a:pt x="6558" y="243"/>
                </a:lnTo>
                <a:lnTo>
                  <a:pt x="6685" y="128"/>
                </a:lnTo>
                <a:lnTo>
                  <a:pt x="6872" y="0"/>
                </a:lnTo>
                <a:lnTo>
                  <a:pt x="6949" y="0"/>
                </a:lnTo>
                <a:lnTo>
                  <a:pt x="6714" y="161"/>
                </a:lnTo>
                <a:lnTo>
                  <a:pt x="6575" y="286"/>
                </a:lnTo>
                <a:lnTo>
                  <a:pt x="6611" y="376"/>
                </a:lnTo>
                <a:cubicBezTo>
                  <a:pt x="6641" y="448"/>
                  <a:pt x="6674" y="524"/>
                  <a:pt x="6708" y="599"/>
                </a:cubicBezTo>
                <a:cubicBezTo>
                  <a:pt x="6712" y="595"/>
                  <a:pt x="6715" y="591"/>
                  <a:pt x="6719" y="588"/>
                </a:cubicBezTo>
                <a:cubicBezTo>
                  <a:pt x="6792" y="515"/>
                  <a:pt x="6861" y="446"/>
                  <a:pt x="6934" y="383"/>
                </a:cubicBezTo>
                <a:lnTo>
                  <a:pt x="7096" y="262"/>
                </a:lnTo>
                <a:lnTo>
                  <a:pt x="7003" y="0"/>
                </a:lnTo>
                <a:lnTo>
                  <a:pt x="7050" y="0"/>
                </a:lnTo>
                <a:lnTo>
                  <a:pt x="7133" y="235"/>
                </a:lnTo>
                <a:lnTo>
                  <a:pt x="7346" y="77"/>
                </a:lnTo>
                <a:lnTo>
                  <a:pt x="7508" y="0"/>
                </a:lnTo>
                <a:lnTo>
                  <a:pt x="7633" y="0"/>
                </a:lnTo>
                <a:lnTo>
                  <a:pt x="7711" y="249"/>
                </a:lnTo>
                <a:lnTo>
                  <a:pt x="7977" y="104"/>
                </a:lnTo>
                <a:lnTo>
                  <a:pt x="8173" y="33"/>
                </a:lnTo>
                <a:lnTo>
                  <a:pt x="8164" y="0"/>
                </a:lnTo>
                <a:lnTo>
                  <a:pt x="8211" y="0"/>
                </a:lnTo>
                <a:lnTo>
                  <a:pt x="8216" y="18"/>
                </a:lnTo>
                <a:lnTo>
                  <a:pt x="8268" y="0"/>
                </a:lnTo>
                <a:lnTo>
                  <a:pt x="8426" y="0"/>
                </a:lnTo>
                <a:lnTo>
                  <a:pt x="8337" y="21"/>
                </a:lnTo>
                <a:lnTo>
                  <a:pt x="8227" y="60"/>
                </a:lnTo>
                <a:lnTo>
                  <a:pt x="8262" y="192"/>
                </a:lnTo>
                <a:lnTo>
                  <a:pt x="8292" y="285"/>
                </a:lnTo>
                <a:lnTo>
                  <a:pt x="8522" y="184"/>
                </a:lnTo>
                <a:lnTo>
                  <a:pt x="8762" y="110"/>
                </a:lnTo>
                <a:lnTo>
                  <a:pt x="8736" y="0"/>
                </a:lnTo>
                <a:lnTo>
                  <a:pt x="8784" y="0"/>
                </a:lnTo>
                <a:lnTo>
                  <a:pt x="8806" y="97"/>
                </a:lnTo>
                <a:lnTo>
                  <a:pt x="9091" y="9"/>
                </a:lnTo>
                <a:lnTo>
                  <a:pt x="9133" y="0"/>
                </a:lnTo>
                <a:lnTo>
                  <a:pt x="9352" y="0"/>
                </a:lnTo>
                <a:lnTo>
                  <a:pt x="9365" y="67"/>
                </a:lnTo>
                <a:lnTo>
                  <a:pt x="9382" y="140"/>
                </a:lnTo>
                <a:lnTo>
                  <a:pt x="9868" y="5"/>
                </a:lnTo>
                <a:lnTo>
                  <a:pt x="9867" y="0"/>
                </a:lnTo>
                <a:lnTo>
                  <a:pt x="10055" y="0"/>
                </a:lnTo>
                <a:lnTo>
                  <a:pt x="9920" y="37"/>
                </a:lnTo>
                <a:lnTo>
                  <a:pt x="9944" y="159"/>
                </a:lnTo>
                <a:lnTo>
                  <a:pt x="9989" y="143"/>
                </a:lnTo>
                <a:lnTo>
                  <a:pt x="10428" y="0"/>
                </a:lnTo>
                <a:lnTo>
                  <a:pt x="10563" y="0"/>
                </a:lnTo>
                <a:lnTo>
                  <a:pt x="10480" y="26"/>
                </a:lnTo>
                <a:lnTo>
                  <a:pt x="10497" y="136"/>
                </a:lnTo>
                <a:lnTo>
                  <a:pt x="10607" y="93"/>
                </a:lnTo>
                <a:lnTo>
                  <a:pt x="10689" y="61"/>
                </a:lnTo>
                <a:lnTo>
                  <a:pt x="10858" y="0"/>
                </a:lnTo>
                <a:lnTo>
                  <a:pt x="11030" y="0"/>
                </a:lnTo>
                <a:lnTo>
                  <a:pt x="11040" y="77"/>
                </a:lnTo>
                <a:lnTo>
                  <a:pt x="11223" y="0"/>
                </a:lnTo>
                <a:lnTo>
                  <a:pt x="11346" y="0"/>
                </a:lnTo>
                <a:lnTo>
                  <a:pt x="11269" y="27"/>
                </a:lnTo>
                <a:lnTo>
                  <a:pt x="11045" y="121"/>
                </a:lnTo>
                <a:lnTo>
                  <a:pt x="11058" y="228"/>
                </a:lnTo>
                <a:lnTo>
                  <a:pt x="11396" y="69"/>
                </a:lnTo>
                <a:lnTo>
                  <a:pt x="11538" y="13"/>
                </a:lnTo>
                <a:lnTo>
                  <a:pt x="11537" y="0"/>
                </a:lnTo>
                <a:lnTo>
                  <a:pt x="11693" y="0"/>
                </a:lnTo>
                <a:lnTo>
                  <a:pt x="11585" y="42"/>
                </a:lnTo>
                <a:lnTo>
                  <a:pt x="11593" y="124"/>
                </a:lnTo>
                <a:lnTo>
                  <a:pt x="11882" y="0"/>
                </a:lnTo>
                <a:lnTo>
                  <a:pt x="11993" y="0"/>
                </a:lnTo>
                <a:lnTo>
                  <a:pt x="11597" y="170"/>
                </a:lnTo>
                <a:lnTo>
                  <a:pt x="11598" y="187"/>
                </a:lnTo>
                <a:cubicBezTo>
                  <a:pt x="11601" y="215"/>
                  <a:pt x="11604" y="242"/>
                  <a:pt x="11607" y="270"/>
                </a:cubicBezTo>
                <a:lnTo>
                  <a:pt x="12086" y="40"/>
                </a:lnTo>
                <a:lnTo>
                  <a:pt x="12084" y="0"/>
                </a:lnTo>
                <a:lnTo>
                  <a:pt x="12130" y="0"/>
                </a:lnTo>
                <a:lnTo>
                  <a:pt x="12131" y="19"/>
                </a:lnTo>
                <a:lnTo>
                  <a:pt x="12171" y="0"/>
                </a:lnTo>
                <a:lnTo>
                  <a:pt x="12262" y="0"/>
                </a:lnTo>
                <a:lnTo>
                  <a:pt x="12249" y="12"/>
                </a:lnTo>
                <a:lnTo>
                  <a:pt x="12134" y="68"/>
                </a:lnTo>
                <a:lnTo>
                  <a:pt x="12137" y="130"/>
                </a:lnTo>
                <a:cubicBezTo>
                  <a:pt x="12137" y="134"/>
                  <a:pt x="12137" y="138"/>
                  <a:pt x="12138" y="142"/>
                </a:cubicBezTo>
                <a:cubicBezTo>
                  <a:pt x="12212" y="106"/>
                  <a:pt x="12289" y="69"/>
                  <a:pt x="12369" y="34"/>
                </a:cubicBezTo>
                <a:lnTo>
                  <a:pt x="12389" y="0"/>
                </a:lnTo>
                <a:lnTo>
                  <a:pt x="12432" y="0"/>
                </a:lnTo>
                <a:lnTo>
                  <a:pt x="12388" y="74"/>
                </a:lnTo>
                <a:cubicBezTo>
                  <a:pt x="12302" y="112"/>
                  <a:pt x="12220" y="151"/>
                  <a:pt x="12141" y="190"/>
                </a:cubicBezTo>
                <a:lnTo>
                  <a:pt x="12146" y="291"/>
                </a:lnTo>
                <a:lnTo>
                  <a:pt x="12505" y="96"/>
                </a:lnTo>
                <a:cubicBezTo>
                  <a:pt x="12528" y="85"/>
                  <a:pt x="12546" y="47"/>
                  <a:pt x="12544" y="31"/>
                </a:cubicBezTo>
                <a:lnTo>
                  <a:pt x="12547" y="0"/>
                </a:lnTo>
                <a:lnTo>
                  <a:pt x="12592" y="0"/>
                </a:lnTo>
                <a:lnTo>
                  <a:pt x="12590" y="28"/>
                </a:lnTo>
                <a:cubicBezTo>
                  <a:pt x="12593" y="61"/>
                  <a:pt x="12566" y="115"/>
                  <a:pt x="12526" y="134"/>
                </a:cubicBezTo>
                <a:lnTo>
                  <a:pt x="12148" y="339"/>
                </a:lnTo>
                <a:lnTo>
                  <a:pt x="12154" y="462"/>
                </a:lnTo>
                <a:lnTo>
                  <a:pt x="12631" y="163"/>
                </a:lnTo>
                <a:lnTo>
                  <a:pt x="12629" y="74"/>
                </a:lnTo>
                <a:lnTo>
                  <a:pt x="12628" y="0"/>
                </a:lnTo>
                <a:lnTo>
                  <a:pt x="12672" y="0"/>
                </a:lnTo>
                <a:lnTo>
                  <a:pt x="12673" y="74"/>
                </a:lnTo>
                <a:lnTo>
                  <a:pt x="12673" y="106"/>
                </a:lnTo>
                <a:lnTo>
                  <a:pt x="12684" y="89"/>
                </a:lnTo>
                <a:lnTo>
                  <a:pt x="12696" y="0"/>
                </a:lnTo>
                <a:lnTo>
                  <a:pt x="12741" y="0"/>
                </a:lnTo>
                <a:lnTo>
                  <a:pt x="12730" y="89"/>
                </a:lnTo>
                <a:lnTo>
                  <a:pt x="12675" y="179"/>
                </a:lnTo>
                <a:lnTo>
                  <a:pt x="12677" y="281"/>
                </a:lnTo>
                <a:lnTo>
                  <a:pt x="12780" y="217"/>
                </a:lnTo>
                <a:cubicBezTo>
                  <a:pt x="12802" y="205"/>
                  <a:pt x="12822" y="169"/>
                  <a:pt x="12822" y="148"/>
                </a:cubicBezTo>
                <a:lnTo>
                  <a:pt x="12848" y="0"/>
                </a:lnTo>
                <a:lnTo>
                  <a:pt x="12895" y="0"/>
                </a:lnTo>
                <a:lnTo>
                  <a:pt x="12869" y="150"/>
                </a:lnTo>
                <a:lnTo>
                  <a:pt x="12807" y="250"/>
                </a:lnTo>
                <a:lnTo>
                  <a:pt x="12964" y="206"/>
                </a:lnTo>
                <a:lnTo>
                  <a:pt x="13009" y="0"/>
                </a:lnTo>
                <a:lnTo>
                  <a:pt x="13055" y="0"/>
                </a:lnTo>
                <a:lnTo>
                  <a:pt x="13013" y="189"/>
                </a:lnTo>
                <a:lnTo>
                  <a:pt x="13046" y="175"/>
                </a:lnTo>
                <a:lnTo>
                  <a:pt x="13132" y="148"/>
                </a:lnTo>
                <a:lnTo>
                  <a:pt x="13166" y="18"/>
                </a:lnTo>
                <a:lnTo>
                  <a:pt x="13166" y="15"/>
                </a:lnTo>
                <a:lnTo>
                  <a:pt x="13167" y="0"/>
                </a:lnTo>
                <a:lnTo>
                  <a:pt x="13216" y="0"/>
                </a:lnTo>
                <a:lnTo>
                  <a:pt x="13212" y="15"/>
                </a:lnTo>
                <a:lnTo>
                  <a:pt x="13212" y="15"/>
                </a:lnTo>
                <a:lnTo>
                  <a:pt x="13210" y="123"/>
                </a:lnTo>
                <a:lnTo>
                  <a:pt x="13299" y="95"/>
                </a:lnTo>
                <a:lnTo>
                  <a:pt x="13330" y="0"/>
                </a:lnTo>
                <a:lnTo>
                  <a:pt x="13377" y="0"/>
                </a:lnTo>
                <a:lnTo>
                  <a:pt x="13351" y="79"/>
                </a:lnTo>
                <a:lnTo>
                  <a:pt x="13479" y="38"/>
                </a:lnTo>
                <a:lnTo>
                  <a:pt x="13494" y="0"/>
                </a:lnTo>
                <a:lnTo>
                  <a:pt x="13541" y="0"/>
                </a:lnTo>
                <a:lnTo>
                  <a:pt x="13533" y="21"/>
                </a:lnTo>
                <a:lnTo>
                  <a:pt x="13594" y="2"/>
                </a:lnTo>
                <a:lnTo>
                  <a:pt x="13601" y="0"/>
                </a:lnTo>
                <a:lnTo>
                  <a:pt x="14139" y="0"/>
                </a:lnTo>
                <a:lnTo>
                  <a:pt x="14093" y="6"/>
                </a:lnTo>
                <a:lnTo>
                  <a:pt x="14081" y="32"/>
                </a:lnTo>
                <a:lnTo>
                  <a:pt x="14096" y="31"/>
                </a:lnTo>
                <a:lnTo>
                  <a:pt x="14150" y="0"/>
                </a:lnTo>
                <a:lnTo>
                  <a:pt x="14294" y="0"/>
                </a:lnTo>
                <a:lnTo>
                  <a:pt x="14288" y="12"/>
                </a:lnTo>
                <a:lnTo>
                  <a:pt x="14325" y="16"/>
                </a:lnTo>
                <a:lnTo>
                  <a:pt x="14348" y="0"/>
                </a:lnTo>
                <a:lnTo>
                  <a:pt x="14348" y="0"/>
                </a:lnTo>
                <a:lnTo>
                  <a:pt x="14433" y="0"/>
                </a:lnTo>
                <a:lnTo>
                  <a:pt x="14391" y="25"/>
                </a:lnTo>
                <a:lnTo>
                  <a:pt x="14422" y="42"/>
                </a:lnTo>
                <a:lnTo>
                  <a:pt x="14445" y="0"/>
                </a:lnTo>
                <a:lnTo>
                  <a:pt x="14498" y="0"/>
                </a:lnTo>
                <a:lnTo>
                  <a:pt x="14463" y="64"/>
                </a:lnTo>
                <a:lnTo>
                  <a:pt x="14473" y="69"/>
                </a:lnTo>
                <a:lnTo>
                  <a:pt x="14575" y="0"/>
                </a:lnTo>
                <a:lnTo>
                  <a:pt x="14687" y="0"/>
                </a:lnTo>
                <a:lnTo>
                  <a:pt x="14598" y="137"/>
                </a:lnTo>
                <a:lnTo>
                  <a:pt x="14607" y="142"/>
                </a:lnTo>
                <a:lnTo>
                  <a:pt x="14608" y="141"/>
                </a:lnTo>
                <a:lnTo>
                  <a:pt x="14757" y="37"/>
                </a:lnTo>
                <a:lnTo>
                  <a:pt x="14761" y="0"/>
                </a:lnTo>
                <a:lnTo>
                  <a:pt x="14808" y="0"/>
                </a:lnTo>
                <a:lnTo>
                  <a:pt x="14808" y="1"/>
                </a:lnTo>
                <a:lnTo>
                  <a:pt x="14811" y="0"/>
                </a:lnTo>
                <a:lnTo>
                  <a:pt x="14898" y="0"/>
                </a:lnTo>
                <a:lnTo>
                  <a:pt x="14791" y="155"/>
                </a:lnTo>
                <a:lnTo>
                  <a:pt x="14785" y="207"/>
                </a:lnTo>
                <a:lnTo>
                  <a:pt x="15006" y="33"/>
                </a:lnTo>
                <a:lnTo>
                  <a:pt x="15005" y="32"/>
                </a:lnTo>
                <a:lnTo>
                  <a:pt x="14925" y="0"/>
                </a:lnTo>
                <a:lnTo>
                  <a:pt x="15035" y="0"/>
                </a:lnTo>
                <a:lnTo>
                  <a:pt x="15043" y="6"/>
                </a:lnTo>
                <a:lnTo>
                  <a:pt x="15052" y="0"/>
                </a:lnTo>
                <a:lnTo>
                  <a:pt x="15131" y="0"/>
                </a:lnTo>
                <a:lnTo>
                  <a:pt x="15083" y="31"/>
                </a:lnTo>
                <a:lnTo>
                  <a:pt x="15080" y="36"/>
                </a:lnTo>
                <a:lnTo>
                  <a:pt x="15171" y="111"/>
                </a:lnTo>
                <a:lnTo>
                  <a:pt x="15204" y="84"/>
                </a:lnTo>
                <a:lnTo>
                  <a:pt x="15269" y="0"/>
                </a:lnTo>
                <a:lnTo>
                  <a:pt x="15380" y="0"/>
                </a:lnTo>
                <a:lnTo>
                  <a:pt x="15326" y="43"/>
                </a:lnTo>
                <a:lnTo>
                  <a:pt x="15308" y="167"/>
                </a:lnTo>
                <a:lnTo>
                  <a:pt x="15284" y="246"/>
                </a:lnTo>
                <a:lnTo>
                  <a:pt x="15305" y="229"/>
                </a:lnTo>
                <a:lnTo>
                  <a:pt x="15488" y="0"/>
                </a:lnTo>
                <a:lnTo>
                  <a:pt x="15649" y="0"/>
                </a:lnTo>
                <a:lnTo>
                  <a:pt x="15625" y="19"/>
                </a:lnTo>
                <a:lnTo>
                  <a:pt x="15656" y="65"/>
                </a:lnTo>
                <a:lnTo>
                  <a:pt x="15711" y="0"/>
                </a:lnTo>
                <a:lnTo>
                  <a:pt x="15768" y="0"/>
                </a:lnTo>
                <a:lnTo>
                  <a:pt x="15681" y="103"/>
                </a:lnTo>
                <a:lnTo>
                  <a:pt x="15701" y="133"/>
                </a:lnTo>
                <a:lnTo>
                  <a:pt x="15798" y="50"/>
                </a:lnTo>
                <a:lnTo>
                  <a:pt x="15807" y="0"/>
                </a:lnTo>
                <a:lnTo>
                  <a:pt x="15851" y="0"/>
                </a:lnTo>
                <a:lnTo>
                  <a:pt x="15849" y="6"/>
                </a:lnTo>
                <a:lnTo>
                  <a:pt x="15857" y="0"/>
                </a:lnTo>
                <a:lnTo>
                  <a:pt x="15925" y="0"/>
                </a:lnTo>
                <a:lnTo>
                  <a:pt x="15838" y="74"/>
                </a:lnTo>
                <a:lnTo>
                  <a:pt x="15831" y="114"/>
                </a:lnTo>
                <a:lnTo>
                  <a:pt x="15825" y="132"/>
                </a:lnTo>
                <a:lnTo>
                  <a:pt x="15940" y="0"/>
                </a:lnTo>
                <a:lnTo>
                  <a:pt x="15999" y="0"/>
                </a:lnTo>
                <a:lnTo>
                  <a:pt x="15788" y="243"/>
                </a:lnTo>
                <a:lnTo>
                  <a:pt x="15783" y="256"/>
                </a:lnTo>
                <a:lnTo>
                  <a:pt x="15820" y="311"/>
                </a:lnTo>
                <a:lnTo>
                  <a:pt x="15985" y="135"/>
                </a:lnTo>
                <a:lnTo>
                  <a:pt x="16095" y="39"/>
                </a:lnTo>
                <a:lnTo>
                  <a:pt x="16068" y="0"/>
                </a:lnTo>
                <a:lnTo>
                  <a:pt x="16127" y="0"/>
                </a:lnTo>
                <a:lnTo>
                  <a:pt x="16132" y="6"/>
                </a:lnTo>
                <a:lnTo>
                  <a:pt x="16140" y="0"/>
                </a:lnTo>
                <a:lnTo>
                  <a:pt x="16228" y="0"/>
                </a:lnTo>
                <a:lnTo>
                  <a:pt x="16170" y="63"/>
                </a:lnTo>
                <a:lnTo>
                  <a:pt x="16243" y="169"/>
                </a:lnTo>
                <a:lnTo>
                  <a:pt x="16286" y="123"/>
                </a:lnTo>
                <a:lnTo>
                  <a:pt x="16314" y="48"/>
                </a:lnTo>
                <a:lnTo>
                  <a:pt x="16324" y="0"/>
                </a:lnTo>
                <a:lnTo>
                  <a:pt x="16368" y="0"/>
                </a:lnTo>
                <a:lnTo>
                  <a:pt x="16358" y="46"/>
                </a:lnTo>
                <a:lnTo>
                  <a:pt x="16397" y="5"/>
                </a:lnTo>
                <a:lnTo>
                  <a:pt x="16403" y="0"/>
                </a:lnTo>
                <a:lnTo>
                  <a:pt x="16504" y="0"/>
                </a:lnTo>
                <a:lnTo>
                  <a:pt x="16307" y="190"/>
                </a:lnTo>
                <a:lnTo>
                  <a:pt x="16290" y="237"/>
                </a:lnTo>
                <a:lnTo>
                  <a:pt x="16307" y="263"/>
                </a:lnTo>
                <a:lnTo>
                  <a:pt x="16330" y="313"/>
                </a:lnTo>
                <a:lnTo>
                  <a:pt x="16585" y="55"/>
                </a:lnTo>
                <a:lnTo>
                  <a:pt x="16612" y="31"/>
                </a:lnTo>
                <a:lnTo>
                  <a:pt x="16589" y="0"/>
                </a:lnTo>
                <a:lnTo>
                  <a:pt x="16645" y="0"/>
                </a:lnTo>
                <a:lnTo>
                  <a:pt x="16645" y="0"/>
                </a:lnTo>
                <a:lnTo>
                  <a:pt x="16646" y="0"/>
                </a:lnTo>
                <a:lnTo>
                  <a:pt x="16712" y="0"/>
                </a:lnTo>
                <a:lnTo>
                  <a:pt x="16671" y="37"/>
                </a:lnTo>
                <a:lnTo>
                  <a:pt x="16767" y="173"/>
                </a:lnTo>
                <a:lnTo>
                  <a:pt x="16837" y="0"/>
                </a:lnTo>
                <a:lnTo>
                  <a:pt x="16884" y="0"/>
                </a:lnTo>
                <a:lnTo>
                  <a:pt x="16882" y="8"/>
                </a:lnTo>
                <a:lnTo>
                  <a:pt x="16794" y="223"/>
                </a:lnTo>
                <a:lnTo>
                  <a:pt x="16811" y="256"/>
                </a:lnTo>
                <a:cubicBezTo>
                  <a:pt x="16841" y="318"/>
                  <a:pt x="16873" y="383"/>
                  <a:pt x="16924" y="418"/>
                </a:cubicBezTo>
                <a:cubicBezTo>
                  <a:pt x="16963" y="446"/>
                  <a:pt x="17001" y="456"/>
                  <a:pt x="17038" y="449"/>
                </a:cubicBezTo>
                <a:cubicBezTo>
                  <a:pt x="17094" y="437"/>
                  <a:pt x="17152" y="384"/>
                  <a:pt x="17211" y="291"/>
                </a:cubicBezTo>
                <a:lnTo>
                  <a:pt x="17247" y="209"/>
                </a:lnTo>
                <a:lnTo>
                  <a:pt x="17240" y="199"/>
                </a:lnTo>
                <a:cubicBezTo>
                  <a:pt x="17227" y="174"/>
                  <a:pt x="17213" y="149"/>
                  <a:pt x="17199" y="126"/>
                </a:cubicBezTo>
                <a:lnTo>
                  <a:pt x="17109" y="0"/>
                </a:lnTo>
                <a:lnTo>
                  <a:pt x="17165" y="0"/>
                </a:lnTo>
                <a:lnTo>
                  <a:pt x="17239" y="102"/>
                </a:lnTo>
                <a:lnTo>
                  <a:pt x="17270" y="157"/>
                </a:lnTo>
                <a:lnTo>
                  <a:pt x="17338" y="0"/>
                </a:lnTo>
                <a:lnTo>
                  <a:pt x="17387" y="0"/>
                </a:lnTo>
                <a:lnTo>
                  <a:pt x="17298" y="201"/>
                </a:lnTo>
                <a:lnTo>
                  <a:pt x="17416" y="362"/>
                </a:lnTo>
                <a:cubicBezTo>
                  <a:pt x="17459" y="392"/>
                  <a:pt x="17500" y="403"/>
                  <a:pt x="17540" y="395"/>
                </a:cubicBezTo>
                <a:cubicBezTo>
                  <a:pt x="17600" y="385"/>
                  <a:pt x="17661" y="331"/>
                  <a:pt x="17724" y="238"/>
                </a:cubicBezTo>
                <a:lnTo>
                  <a:pt x="17753" y="175"/>
                </a:lnTo>
                <a:lnTo>
                  <a:pt x="17709" y="118"/>
                </a:lnTo>
                <a:cubicBezTo>
                  <a:pt x="17695" y="92"/>
                  <a:pt x="17681" y="67"/>
                  <a:pt x="17666" y="43"/>
                </a:cubicBezTo>
                <a:lnTo>
                  <a:pt x="17634" y="0"/>
                </a:lnTo>
                <a:lnTo>
                  <a:pt x="17688" y="0"/>
                </a:lnTo>
                <a:lnTo>
                  <a:pt x="17705" y="22"/>
                </a:lnTo>
                <a:cubicBezTo>
                  <a:pt x="17720" y="47"/>
                  <a:pt x="17735" y="72"/>
                  <a:pt x="17750" y="98"/>
                </a:cubicBezTo>
                <a:lnTo>
                  <a:pt x="17774" y="130"/>
                </a:lnTo>
                <a:lnTo>
                  <a:pt x="17836" y="0"/>
                </a:lnTo>
                <a:lnTo>
                  <a:pt x="17885" y="0"/>
                </a:lnTo>
                <a:lnTo>
                  <a:pt x="17804" y="170"/>
                </a:lnTo>
                <a:lnTo>
                  <a:pt x="17908" y="305"/>
                </a:lnTo>
                <a:cubicBezTo>
                  <a:pt x="17955" y="338"/>
                  <a:pt x="17999" y="350"/>
                  <a:pt x="18042" y="343"/>
                </a:cubicBezTo>
                <a:cubicBezTo>
                  <a:pt x="18106" y="332"/>
                  <a:pt x="18169" y="280"/>
                  <a:pt x="18235" y="185"/>
                </a:cubicBezTo>
                <a:lnTo>
                  <a:pt x="18258" y="140"/>
                </a:lnTo>
                <a:lnTo>
                  <a:pt x="18178" y="41"/>
                </a:lnTo>
                <a:lnTo>
                  <a:pt x="18153" y="0"/>
                </a:lnTo>
                <a:lnTo>
                  <a:pt x="18206" y="0"/>
                </a:lnTo>
                <a:lnTo>
                  <a:pt x="18218" y="19"/>
                </a:lnTo>
                <a:lnTo>
                  <a:pt x="18280" y="97"/>
                </a:lnTo>
                <a:lnTo>
                  <a:pt x="18329" y="0"/>
                </a:lnTo>
                <a:lnTo>
                  <a:pt x="18378" y="0"/>
                </a:lnTo>
                <a:lnTo>
                  <a:pt x="18310" y="134"/>
                </a:lnTo>
                <a:lnTo>
                  <a:pt x="18401" y="249"/>
                </a:lnTo>
                <a:cubicBezTo>
                  <a:pt x="18451" y="284"/>
                  <a:pt x="18498" y="297"/>
                  <a:pt x="18545" y="290"/>
                </a:cubicBezTo>
                <a:cubicBezTo>
                  <a:pt x="18612" y="279"/>
                  <a:pt x="18678" y="228"/>
                  <a:pt x="18748" y="133"/>
                </a:cubicBezTo>
                <a:lnTo>
                  <a:pt x="18764" y="102"/>
                </a:lnTo>
                <a:lnTo>
                  <a:pt x="18680" y="0"/>
                </a:lnTo>
                <a:lnTo>
                  <a:pt x="18735" y="0"/>
                </a:lnTo>
                <a:lnTo>
                  <a:pt x="18786" y="62"/>
                </a:lnTo>
                <a:lnTo>
                  <a:pt x="18819" y="0"/>
                </a:lnTo>
                <a:lnTo>
                  <a:pt x="18870" y="0"/>
                </a:lnTo>
                <a:lnTo>
                  <a:pt x="18816" y="99"/>
                </a:lnTo>
                <a:lnTo>
                  <a:pt x="18893" y="193"/>
                </a:lnTo>
                <a:cubicBezTo>
                  <a:pt x="19017" y="280"/>
                  <a:pt x="19134" y="245"/>
                  <a:pt x="19260" y="82"/>
                </a:cubicBezTo>
                <a:lnTo>
                  <a:pt x="19262" y="78"/>
                </a:lnTo>
                <a:lnTo>
                  <a:pt x="19222" y="39"/>
                </a:lnTo>
                <a:lnTo>
                  <a:pt x="19195" y="0"/>
                </a:lnTo>
                <a:lnTo>
                  <a:pt x="19250" y="0"/>
                </a:lnTo>
                <a:lnTo>
                  <a:pt x="19259" y="12"/>
                </a:lnTo>
                <a:lnTo>
                  <a:pt x="19285" y="37"/>
                </a:lnTo>
                <a:lnTo>
                  <a:pt x="19307" y="0"/>
                </a:lnTo>
                <a:lnTo>
                  <a:pt x="19358" y="0"/>
                </a:lnTo>
                <a:lnTo>
                  <a:pt x="19318" y="70"/>
                </a:lnTo>
                <a:lnTo>
                  <a:pt x="19387" y="137"/>
                </a:lnTo>
                <a:cubicBezTo>
                  <a:pt x="19452" y="183"/>
                  <a:pt x="19515" y="197"/>
                  <a:pt x="19579" y="179"/>
                </a:cubicBezTo>
                <a:lnTo>
                  <a:pt x="19766" y="35"/>
                </a:lnTo>
                <a:lnTo>
                  <a:pt x="19730" y="0"/>
                </a:lnTo>
                <a:lnTo>
                  <a:pt x="19842" y="0"/>
                </a:lnTo>
                <a:lnTo>
                  <a:pt x="19824" y="28"/>
                </a:lnTo>
                <a:lnTo>
                  <a:pt x="19878" y="81"/>
                </a:lnTo>
                <a:cubicBezTo>
                  <a:pt x="19946" y="129"/>
                  <a:pt x="20013" y="144"/>
                  <a:pt x="20080" y="127"/>
                </a:cubicBezTo>
                <a:lnTo>
                  <a:pt x="20254" y="0"/>
                </a:lnTo>
                <a:lnTo>
                  <a:pt x="20345" y="0"/>
                </a:lnTo>
                <a:lnTo>
                  <a:pt x="20371" y="24"/>
                </a:lnTo>
                <a:cubicBezTo>
                  <a:pt x="20443" y="75"/>
                  <a:pt x="20512" y="92"/>
                  <a:pt x="20583" y="75"/>
                </a:cubicBezTo>
                <a:lnTo>
                  <a:pt x="20691" y="0"/>
                </a:lnTo>
                <a:lnTo>
                  <a:pt x="20764" y="0"/>
                </a:lnTo>
                <a:lnTo>
                  <a:pt x="20589" y="119"/>
                </a:lnTo>
                <a:cubicBezTo>
                  <a:pt x="20508" y="136"/>
                  <a:pt x="20427" y="117"/>
                  <a:pt x="20345" y="59"/>
                </a:cubicBezTo>
                <a:lnTo>
                  <a:pt x="20302" y="18"/>
                </a:lnTo>
                <a:lnTo>
                  <a:pt x="20086" y="172"/>
                </a:lnTo>
                <a:cubicBezTo>
                  <a:pt x="20008" y="190"/>
                  <a:pt x="19930" y="172"/>
                  <a:pt x="19851" y="116"/>
                </a:cubicBezTo>
                <a:lnTo>
                  <a:pt x="19796" y="63"/>
                </a:lnTo>
                <a:lnTo>
                  <a:pt x="19583" y="222"/>
                </a:lnTo>
                <a:cubicBezTo>
                  <a:pt x="19509" y="242"/>
                  <a:pt x="19434" y="224"/>
                  <a:pt x="19358" y="171"/>
                </a:cubicBezTo>
                <a:lnTo>
                  <a:pt x="19294" y="109"/>
                </a:lnTo>
                <a:lnTo>
                  <a:pt x="19084" y="274"/>
                </a:lnTo>
                <a:cubicBezTo>
                  <a:pt x="19013" y="295"/>
                  <a:pt x="18941" y="279"/>
                  <a:pt x="18868" y="228"/>
                </a:cubicBezTo>
                <a:lnTo>
                  <a:pt x="18795" y="139"/>
                </a:lnTo>
                <a:lnTo>
                  <a:pt x="18785" y="158"/>
                </a:lnTo>
                <a:cubicBezTo>
                  <a:pt x="18707" y="263"/>
                  <a:pt x="18631" y="320"/>
                  <a:pt x="18552" y="333"/>
                </a:cubicBezTo>
                <a:cubicBezTo>
                  <a:pt x="18493" y="342"/>
                  <a:pt x="18433" y="326"/>
                  <a:pt x="18374" y="284"/>
                </a:cubicBezTo>
                <a:lnTo>
                  <a:pt x="18288" y="177"/>
                </a:lnTo>
                <a:lnTo>
                  <a:pt x="18273" y="208"/>
                </a:lnTo>
                <a:cubicBezTo>
                  <a:pt x="18199" y="313"/>
                  <a:pt x="18126" y="371"/>
                  <a:pt x="18050" y="384"/>
                </a:cubicBezTo>
                <a:cubicBezTo>
                  <a:pt x="17994" y="394"/>
                  <a:pt x="17937" y="378"/>
                  <a:pt x="17881" y="339"/>
                </a:cubicBezTo>
                <a:lnTo>
                  <a:pt x="17784" y="214"/>
                </a:lnTo>
                <a:lnTo>
                  <a:pt x="17761" y="262"/>
                </a:lnTo>
                <a:cubicBezTo>
                  <a:pt x="17691" y="368"/>
                  <a:pt x="17621" y="426"/>
                  <a:pt x="17548" y="440"/>
                </a:cubicBezTo>
                <a:cubicBezTo>
                  <a:pt x="17495" y="449"/>
                  <a:pt x="17442" y="435"/>
                  <a:pt x="17389" y="398"/>
                </a:cubicBezTo>
                <a:lnTo>
                  <a:pt x="17278" y="249"/>
                </a:lnTo>
                <a:lnTo>
                  <a:pt x="17250" y="313"/>
                </a:lnTo>
                <a:cubicBezTo>
                  <a:pt x="17183" y="419"/>
                  <a:pt x="17117" y="478"/>
                  <a:pt x="17046" y="492"/>
                </a:cubicBezTo>
                <a:cubicBezTo>
                  <a:pt x="16997" y="501"/>
                  <a:pt x="16947" y="489"/>
                  <a:pt x="16897" y="454"/>
                </a:cubicBezTo>
                <a:lnTo>
                  <a:pt x="16772" y="278"/>
                </a:lnTo>
                <a:lnTo>
                  <a:pt x="16737" y="365"/>
                </a:lnTo>
                <a:cubicBezTo>
                  <a:pt x="16675" y="472"/>
                  <a:pt x="16611" y="531"/>
                  <a:pt x="16543" y="545"/>
                </a:cubicBezTo>
                <a:cubicBezTo>
                  <a:pt x="16497" y="555"/>
                  <a:pt x="16450" y="544"/>
                  <a:pt x="16403" y="511"/>
                </a:cubicBezTo>
                <a:lnTo>
                  <a:pt x="16320" y="386"/>
                </a:lnTo>
                <a:lnTo>
                  <a:pt x="16088" y="621"/>
                </a:lnTo>
                <a:cubicBezTo>
                  <a:pt x="15534" y="1220"/>
                  <a:pt x="14943" y="2003"/>
                  <a:pt x="14642" y="2933"/>
                </a:cubicBezTo>
                <a:cubicBezTo>
                  <a:pt x="14330" y="3897"/>
                  <a:pt x="14322" y="4974"/>
                  <a:pt x="14616" y="6324"/>
                </a:cubicBezTo>
                <a:cubicBezTo>
                  <a:pt x="14829" y="7306"/>
                  <a:pt x="15022" y="8349"/>
                  <a:pt x="14819" y="9345"/>
                </a:cubicBezTo>
                <a:cubicBezTo>
                  <a:pt x="14744" y="9708"/>
                  <a:pt x="14572" y="10210"/>
                  <a:pt x="14172" y="10538"/>
                </a:cubicBezTo>
                <a:cubicBezTo>
                  <a:pt x="13896" y="10764"/>
                  <a:pt x="13504" y="10851"/>
                  <a:pt x="13040" y="10789"/>
                </a:cubicBezTo>
                <a:cubicBezTo>
                  <a:pt x="12482" y="10715"/>
                  <a:pt x="11972" y="10486"/>
                  <a:pt x="11478" y="10265"/>
                </a:cubicBezTo>
                <a:cubicBezTo>
                  <a:pt x="11080" y="10087"/>
                  <a:pt x="10669" y="9902"/>
                  <a:pt x="10236" y="9801"/>
                </a:cubicBezTo>
                <a:cubicBezTo>
                  <a:pt x="9063" y="9527"/>
                  <a:pt x="7688" y="9791"/>
                  <a:pt x="6365" y="10547"/>
                </a:cubicBezTo>
                <a:cubicBezTo>
                  <a:pt x="5014" y="11319"/>
                  <a:pt x="4115" y="12171"/>
                  <a:pt x="3615" y="13153"/>
                </a:cubicBezTo>
                <a:cubicBezTo>
                  <a:pt x="3354" y="13665"/>
                  <a:pt x="3168" y="14252"/>
                  <a:pt x="3062" y="14897"/>
                </a:cubicBezTo>
                <a:cubicBezTo>
                  <a:pt x="2982" y="15378"/>
                  <a:pt x="2970" y="15868"/>
                  <a:pt x="2958" y="16343"/>
                </a:cubicBezTo>
                <a:cubicBezTo>
                  <a:pt x="2955" y="16471"/>
                  <a:pt x="2952" y="16599"/>
                  <a:pt x="2947" y="16727"/>
                </a:cubicBezTo>
                <a:cubicBezTo>
                  <a:pt x="2902" y="18046"/>
                  <a:pt x="2652" y="19034"/>
                  <a:pt x="2162" y="19836"/>
                </a:cubicBezTo>
                <a:cubicBezTo>
                  <a:pt x="1695" y="20600"/>
                  <a:pt x="934" y="21223"/>
                  <a:pt x="67" y="21580"/>
                </a:cubicBezTo>
                <a:lnTo>
                  <a:pt x="0" y="21600"/>
                </a:lnTo>
                <a:lnTo>
                  <a:pt x="0" y="21554"/>
                </a:lnTo>
                <a:lnTo>
                  <a:pt x="50" y="21539"/>
                </a:lnTo>
                <a:cubicBezTo>
                  <a:pt x="908" y="21186"/>
                  <a:pt x="1661" y="20569"/>
                  <a:pt x="2123" y="19813"/>
                </a:cubicBezTo>
                <a:cubicBezTo>
                  <a:pt x="2610" y="19017"/>
                  <a:pt x="2858" y="18036"/>
                  <a:pt x="2902" y="16725"/>
                </a:cubicBezTo>
                <a:cubicBezTo>
                  <a:pt x="2907" y="16597"/>
                  <a:pt x="2910" y="16468"/>
                  <a:pt x="2913" y="16341"/>
                </a:cubicBezTo>
                <a:cubicBezTo>
                  <a:pt x="2925" y="15865"/>
                  <a:pt x="2937" y="15373"/>
                  <a:pt x="3017" y="14889"/>
                </a:cubicBezTo>
                <a:cubicBezTo>
                  <a:pt x="3125" y="14240"/>
                  <a:pt x="3312" y="13649"/>
                  <a:pt x="3575" y="13133"/>
                </a:cubicBezTo>
                <a:cubicBezTo>
                  <a:pt x="4079" y="12144"/>
                  <a:pt x="4984" y="11285"/>
                  <a:pt x="6342" y="10509"/>
                </a:cubicBezTo>
                <a:cubicBezTo>
                  <a:pt x="7676" y="9748"/>
                  <a:pt x="9063" y="9481"/>
                  <a:pt x="10248" y="9759"/>
                </a:cubicBezTo>
                <a:cubicBezTo>
                  <a:pt x="10684" y="9861"/>
                  <a:pt x="11098" y="10046"/>
                  <a:pt x="11498" y="10225"/>
                </a:cubicBezTo>
                <a:cubicBezTo>
                  <a:pt x="11988" y="10445"/>
                  <a:pt x="12496" y="10672"/>
                  <a:pt x="13047" y="10746"/>
                </a:cubicBezTo>
                <a:cubicBezTo>
                  <a:pt x="13505" y="10807"/>
                  <a:pt x="13873" y="10726"/>
                  <a:pt x="14143" y="10505"/>
                </a:cubicBezTo>
                <a:cubicBezTo>
                  <a:pt x="14533" y="10184"/>
                  <a:pt x="14702" y="9693"/>
                  <a:pt x="14775" y="9336"/>
                </a:cubicBezTo>
                <a:cubicBezTo>
                  <a:pt x="14976" y="8348"/>
                  <a:pt x="14785" y="7311"/>
                  <a:pt x="14572" y="6332"/>
                </a:cubicBezTo>
                <a:cubicBezTo>
                  <a:pt x="14276" y="4975"/>
                  <a:pt x="14285" y="3891"/>
                  <a:pt x="14599" y="2920"/>
                </a:cubicBezTo>
                <a:cubicBezTo>
                  <a:pt x="14902" y="1983"/>
                  <a:pt x="15497" y="1195"/>
                  <a:pt x="16053" y="593"/>
                </a:cubicBezTo>
                <a:lnTo>
                  <a:pt x="16069" y="577"/>
                </a:lnTo>
                <a:lnTo>
                  <a:pt x="16041" y="594"/>
                </a:lnTo>
                <a:lnTo>
                  <a:pt x="15949" y="573"/>
                </a:lnTo>
                <a:lnTo>
                  <a:pt x="15560" y="1017"/>
                </a:lnTo>
                <a:cubicBezTo>
                  <a:pt x="14829" y="1921"/>
                  <a:pt x="14402" y="2898"/>
                  <a:pt x="14291" y="3921"/>
                </a:cubicBezTo>
                <a:cubicBezTo>
                  <a:pt x="14233" y="4448"/>
                  <a:pt x="14251" y="5012"/>
                  <a:pt x="14345" y="5643"/>
                </a:cubicBezTo>
                <a:cubicBezTo>
                  <a:pt x="14386" y="5919"/>
                  <a:pt x="14445" y="6197"/>
                  <a:pt x="14501" y="6466"/>
                </a:cubicBezTo>
                <a:cubicBezTo>
                  <a:pt x="14552" y="6708"/>
                  <a:pt x="14604" y="6959"/>
                  <a:pt x="14645" y="7208"/>
                </a:cubicBezTo>
                <a:cubicBezTo>
                  <a:pt x="14764" y="7950"/>
                  <a:pt x="15012" y="9492"/>
                  <a:pt x="14174" y="10348"/>
                </a:cubicBezTo>
                <a:cubicBezTo>
                  <a:pt x="13867" y="10661"/>
                  <a:pt x="13400" y="10747"/>
                  <a:pt x="12784" y="10604"/>
                </a:cubicBezTo>
                <a:cubicBezTo>
                  <a:pt x="12306" y="10492"/>
                  <a:pt x="11851" y="10295"/>
                  <a:pt x="11411" y="10104"/>
                </a:cubicBezTo>
                <a:cubicBezTo>
                  <a:pt x="11354" y="10080"/>
                  <a:pt x="11298" y="10055"/>
                  <a:pt x="11242" y="10031"/>
                </a:cubicBezTo>
                <a:cubicBezTo>
                  <a:pt x="10798" y="9839"/>
                  <a:pt x="10358" y="9663"/>
                  <a:pt x="9864" y="9603"/>
                </a:cubicBezTo>
                <a:cubicBezTo>
                  <a:pt x="9215" y="9526"/>
                  <a:pt x="8557" y="9575"/>
                  <a:pt x="7908" y="9749"/>
                </a:cubicBezTo>
                <a:cubicBezTo>
                  <a:pt x="6802" y="10044"/>
                  <a:pt x="5632" y="10712"/>
                  <a:pt x="4611" y="11628"/>
                </a:cubicBezTo>
                <a:cubicBezTo>
                  <a:pt x="3755" y="12396"/>
                  <a:pt x="3180" y="13471"/>
                  <a:pt x="2948" y="14737"/>
                </a:cubicBezTo>
                <a:lnTo>
                  <a:pt x="2878" y="15315"/>
                </a:lnTo>
                <a:lnTo>
                  <a:pt x="2874" y="15359"/>
                </a:lnTo>
                <a:cubicBezTo>
                  <a:pt x="2862" y="15598"/>
                  <a:pt x="2859" y="15835"/>
                  <a:pt x="2856" y="16069"/>
                </a:cubicBezTo>
                <a:cubicBezTo>
                  <a:pt x="2854" y="16196"/>
                  <a:pt x="2852" y="16324"/>
                  <a:pt x="2850" y="16452"/>
                </a:cubicBezTo>
                <a:cubicBezTo>
                  <a:pt x="2834" y="17090"/>
                  <a:pt x="2770" y="17640"/>
                  <a:pt x="2654" y="18135"/>
                </a:cubicBezTo>
                <a:lnTo>
                  <a:pt x="2634" y="18199"/>
                </a:lnTo>
                <a:lnTo>
                  <a:pt x="2621" y="18287"/>
                </a:lnTo>
                <a:cubicBezTo>
                  <a:pt x="2336" y="19544"/>
                  <a:pt x="1659" y="20522"/>
                  <a:pt x="664" y="21115"/>
                </a:cubicBezTo>
                <a:cubicBezTo>
                  <a:pt x="486" y="21221"/>
                  <a:pt x="305" y="21315"/>
                  <a:pt x="122" y="21396"/>
                </a:cubicBezTo>
                <a:lnTo>
                  <a:pt x="0" y="21441"/>
                </a:lnTo>
                <a:lnTo>
                  <a:pt x="0" y="21397"/>
                </a:lnTo>
                <a:lnTo>
                  <a:pt x="104" y="21359"/>
                </a:lnTo>
                <a:cubicBezTo>
                  <a:pt x="285" y="21278"/>
                  <a:pt x="464" y="21186"/>
                  <a:pt x="641" y="21080"/>
                </a:cubicBezTo>
                <a:cubicBezTo>
                  <a:pt x="1133" y="20787"/>
                  <a:pt x="1546" y="20398"/>
                  <a:pt x="1872" y="19927"/>
                </a:cubicBezTo>
                <a:lnTo>
                  <a:pt x="2051" y="19601"/>
                </a:lnTo>
                <a:lnTo>
                  <a:pt x="1618" y="20167"/>
                </a:lnTo>
                <a:cubicBezTo>
                  <a:pt x="1204" y="20610"/>
                  <a:pt x="682" y="20975"/>
                  <a:pt x="110" y="21222"/>
                </a:cubicBezTo>
                <a:lnTo>
                  <a:pt x="0" y="21260"/>
                </a:lnTo>
                <a:lnTo>
                  <a:pt x="0" y="21203"/>
                </a:lnTo>
                <a:lnTo>
                  <a:pt x="280" y="21097"/>
                </a:lnTo>
                <a:cubicBezTo>
                  <a:pt x="1020" y="20737"/>
                  <a:pt x="1659" y="20177"/>
                  <a:pt x="2065" y="19514"/>
                </a:cubicBezTo>
                <a:cubicBezTo>
                  <a:pt x="2187" y="19316"/>
                  <a:pt x="2292" y="19103"/>
                  <a:pt x="2383" y="18873"/>
                </a:cubicBezTo>
                <a:lnTo>
                  <a:pt x="2589" y="18203"/>
                </a:lnTo>
                <a:lnTo>
                  <a:pt x="2715" y="17337"/>
                </a:lnTo>
                <a:lnTo>
                  <a:pt x="2741" y="16832"/>
                </a:lnTo>
                <a:lnTo>
                  <a:pt x="2681" y="17386"/>
                </a:lnTo>
                <a:cubicBezTo>
                  <a:pt x="2657" y="17539"/>
                  <a:pt x="2631" y="17682"/>
                  <a:pt x="2600" y="17821"/>
                </a:cubicBezTo>
                <a:lnTo>
                  <a:pt x="2428" y="18360"/>
                </a:lnTo>
                <a:lnTo>
                  <a:pt x="2357" y="18602"/>
                </a:lnTo>
                <a:lnTo>
                  <a:pt x="2340" y="18637"/>
                </a:lnTo>
                <a:lnTo>
                  <a:pt x="2311" y="18727"/>
                </a:lnTo>
                <a:lnTo>
                  <a:pt x="2071" y="19185"/>
                </a:lnTo>
                <a:lnTo>
                  <a:pt x="2047" y="19234"/>
                </a:lnTo>
                <a:lnTo>
                  <a:pt x="2041" y="19241"/>
                </a:lnTo>
                <a:lnTo>
                  <a:pt x="1953" y="19410"/>
                </a:lnTo>
                <a:cubicBezTo>
                  <a:pt x="1817" y="19622"/>
                  <a:pt x="1665" y="19818"/>
                  <a:pt x="1498" y="19997"/>
                </a:cubicBezTo>
                <a:cubicBezTo>
                  <a:pt x="1263" y="20247"/>
                  <a:pt x="996" y="20466"/>
                  <a:pt x="703" y="20647"/>
                </a:cubicBezTo>
                <a:cubicBezTo>
                  <a:pt x="509" y="20767"/>
                  <a:pt x="311" y="20872"/>
                  <a:pt x="113" y="20961"/>
                </a:cubicBezTo>
                <a:lnTo>
                  <a:pt x="0" y="20999"/>
                </a:lnTo>
                <a:lnTo>
                  <a:pt x="0" y="20956"/>
                </a:lnTo>
                <a:lnTo>
                  <a:pt x="94" y="20924"/>
                </a:lnTo>
                <a:cubicBezTo>
                  <a:pt x="291" y="20836"/>
                  <a:pt x="487" y="20732"/>
                  <a:pt x="679" y="20613"/>
                </a:cubicBezTo>
                <a:lnTo>
                  <a:pt x="912" y="20422"/>
                </a:lnTo>
                <a:lnTo>
                  <a:pt x="270" y="20809"/>
                </a:lnTo>
                <a:lnTo>
                  <a:pt x="0" y="20911"/>
                </a:lnTo>
                <a:lnTo>
                  <a:pt x="0" y="20880"/>
                </a:lnTo>
                <a:lnTo>
                  <a:pt x="66" y="20857"/>
                </a:lnTo>
                <a:cubicBezTo>
                  <a:pt x="624" y="20616"/>
                  <a:pt x="1133" y="20261"/>
                  <a:pt x="1536" y="19830"/>
                </a:cubicBezTo>
                <a:lnTo>
                  <a:pt x="2003" y="19221"/>
                </a:lnTo>
                <a:lnTo>
                  <a:pt x="2031" y="19168"/>
                </a:lnTo>
                <a:lnTo>
                  <a:pt x="2298" y="18623"/>
                </a:lnTo>
                <a:lnTo>
                  <a:pt x="2383" y="18356"/>
                </a:lnTo>
                <a:lnTo>
                  <a:pt x="2536" y="17833"/>
                </a:lnTo>
                <a:cubicBezTo>
                  <a:pt x="2615" y="17477"/>
                  <a:pt x="2666" y="17097"/>
                  <a:pt x="2693" y="16680"/>
                </a:cubicBezTo>
                <a:cubicBezTo>
                  <a:pt x="2683" y="16761"/>
                  <a:pt x="2671" y="16842"/>
                  <a:pt x="2659" y="16922"/>
                </a:cubicBezTo>
                <a:cubicBezTo>
                  <a:pt x="2635" y="17076"/>
                  <a:pt x="2608" y="17218"/>
                  <a:pt x="2577" y="17357"/>
                </a:cubicBezTo>
                <a:lnTo>
                  <a:pt x="2402" y="17919"/>
                </a:lnTo>
                <a:lnTo>
                  <a:pt x="2290" y="18317"/>
                </a:lnTo>
                <a:cubicBezTo>
                  <a:pt x="2205" y="18546"/>
                  <a:pt x="2106" y="18750"/>
                  <a:pt x="1990" y="18938"/>
                </a:cubicBezTo>
                <a:cubicBezTo>
                  <a:pt x="1592" y="19587"/>
                  <a:pt x="966" y="20135"/>
                  <a:pt x="240" y="20488"/>
                </a:cubicBezTo>
                <a:lnTo>
                  <a:pt x="0" y="20578"/>
                </a:lnTo>
                <a:lnTo>
                  <a:pt x="0" y="20512"/>
                </a:lnTo>
                <a:lnTo>
                  <a:pt x="150" y="20458"/>
                </a:lnTo>
                <a:cubicBezTo>
                  <a:pt x="339" y="20369"/>
                  <a:pt x="530" y="20264"/>
                  <a:pt x="716" y="20144"/>
                </a:cubicBezTo>
                <a:cubicBezTo>
                  <a:pt x="996" y="19964"/>
                  <a:pt x="1252" y="19747"/>
                  <a:pt x="1476" y="19499"/>
                </a:cubicBezTo>
                <a:cubicBezTo>
                  <a:pt x="1795" y="19147"/>
                  <a:pt x="2057" y="18724"/>
                  <a:pt x="2254" y="18243"/>
                </a:cubicBezTo>
                <a:lnTo>
                  <a:pt x="2336" y="17979"/>
                </a:lnTo>
                <a:lnTo>
                  <a:pt x="2460" y="17539"/>
                </a:lnTo>
                <a:cubicBezTo>
                  <a:pt x="2508" y="17309"/>
                  <a:pt x="2544" y="17070"/>
                  <a:pt x="2570" y="16819"/>
                </a:cubicBezTo>
                <a:cubicBezTo>
                  <a:pt x="2565" y="16843"/>
                  <a:pt x="2560" y="16866"/>
                  <a:pt x="2555" y="16890"/>
                </a:cubicBezTo>
                <a:lnTo>
                  <a:pt x="2347" y="17573"/>
                </a:lnTo>
                <a:lnTo>
                  <a:pt x="2260" y="17914"/>
                </a:lnTo>
                <a:cubicBezTo>
                  <a:pt x="2182" y="18152"/>
                  <a:pt x="2077" y="18399"/>
                  <a:pt x="1930" y="18637"/>
                </a:cubicBezTo>
                <a:cubicBezTo>
                  <a:pt x="1536" y="19276"/>
                  <a:pt x="919" y="19815"/>
                  <a:pt x="205" y="20162"/>
                </a:cubicBezTo>
                <a:lnTo>
                  <a:pt x="0" y="20239"/>
                </a:lnTo>
                <a:lnTo>
                  <a:pt x="0" y="20194"/>
                </a:lnTo>
                <a:lnTo>
                  <a:pt x="185" y="20124"/>
                </a:lnTo>
                <a:cubicBezTo>
                  <a:pt x="891" y="19780"/>
                  <a:pt x="1502" y="19247"/>
                  <a:pt x="1892" y="18616"/>
                </a:cubicBezTo>
                <a:lnTo>
                  <a:pt x="2116" y="18125"/>
                </a:lnTo>
                <a:lnTo>
                  <a:pt x="1945" y="18474"/>
                </a:lnTo>
                <a:cubicBezTo>
                  <a:pt x="1818" y="18685"/>
                  <a:pt x="1677" y="18881"/>
                  <a:pt x="1521" y="19058"/>
                </a:cubicBezTo>
                <a:cubicBezTo>
                  <a:pt x="1303" y="19309"/>
                  <a:pt x="1053" y="19529"/>
                  <a:pt x="779" y="19713"/>
                </a:cubicBezTo>
                <a:cubicBezTo>
                  <a:pt x="598" y="19834"/>
                  <a:pt x="411" y="19942"/>
                  <a:pt x="226" y="20033"/>
                </a:cubicBezTo>
                <a:lnTo>
                  <a:pt x="0" y="20118"/>
                </a:lnTo>
                <a:lnTo>
                  <a:pt x="0" y="20072"/>
                </a:lnTo>
                <a:lnTo>
                  <a:pt x="205" y="19994"/>
                </a:lnTo>
                <a:cubicBezTo>
                  <a:pt x="389" y="19904"/>
                  <a:pt x="574" y="19798"/>
                  <a:pt x="753" y="19677"/>
                </a:cubicBezTo>
                <a:cubicBezTo>
                  <a:pt x="1024" y="19496"/>
                  <a:pt x="1271" y="19278"/>
                  <a:pt x="1487" y="19031"/>
                </a:cubicBezTo>
                <a:cubicBezTo>
                  <a:pt x="1794" y="18679"/>
                  <a:pt x="2047" y="18257"/>
                  <a:pt x="2238" y="17776"/>
                </a:cubicBezTo>
                <a:lnTo>
                  <a:pt x="2308" y="17545"/>
                </a:lnTo>
                <a:lnTo>
                  <a:pt x="2384" y="17246"/>
                </a:lnTo>
                <a:cubicBezTo>
                  <a:pt x="2419" y="17065"/>
                  <a:pt x="2448" y="16878"/>
                  <a:pt x="2469" y="16684"/>
                </a:cubicBezTo>
                <a:cubicBezTo>
                  <a:pt x="2411" y="16907"/>
                  <a:pt x="2342" y="17122"/>
                  <a:pt x="2265" y="17324"/>
                </a:cubicBezTo>
                <a:lnTo>
                  <a:pt x="2264" y="17325"/>
                </a:lnTo>
                <a:lnTo>
                  <a:pt x="2190" y="17634"/>
                </a:lnTo>
                <a:cubicBezTo>
                  <a:pt x="2116" y="17868"/>
                  <a:pt x="2015" y="18107"/>
                  <a:pt x="1873" y="18337"/>
                </a:cubicBezTo>
                <a:cubicBezTo>
                  <a:pt x="1484" y="18964"/>
                  <a:pt x="876" y="19494"/>
                  <a:pt x="174" y="19836"/>
                </a:cubicBezTo>
                <a:lnTo>
                  <a:pt x="0" y="19902"/>
                </a:lnTo>
                <a:lnTo>
                  <a:pt x="0" y="19857"/>
                </a:lnTo>
                <a:lnTo>
                  <a:pt x="154" y="19799"/>
                </a:lnTo>
                <a:cubicBezTo>
                  <a:pt x="849" y="19461"/>
                  <a:pt x="1450" y="18936"/>
                  <a:pt x="1834" y="18316"/>
                </a:cubicBezTo>
                <a:cubicBezTo>
                  <a:pt x="1975" y="18089"/>
                  <a:pt x="2074" y="17853"/>
                  <a:pt x="2148" y="17621"/>
                </a:cubicBezTo>
                <a:lnTo>
                  <a:pt x="2173" y="17517"/>
                </a:lnTo>
                <a:lnTo>
                  <a:pt x="1941" y="18006"/>
                </a:lnTo>
                <a:cubicBezTo>
                  <a:pt x="1819" y="18217"/>
                  <a:pt x="1683" y="18412"/>
                  <a:pt x="1534" y="18589"/>
                </a:cubicBezTo>
                <a:cubicBezTo>
                  <a:pt x="1323" y="18840"/>
                  <a:pt x="1082" y="19060"/>
                  <a:pt x="817" y="19245"/>
                </a:cubicBezTo>
                <a:cubicBezTo>
                  <a:pt x="642" y="19367"/>
                  <a:pt x="462" y="19476"/>
                  <a:pt x="282" y="19569"/>
                </a:cubicBezTo>
                <a:lnTo>
                  <a:pt x="0" y="19681"/>
                </a:lnTo>
                <a:lnTo>
                  <a:pt x="0" y="19634"/>
                </a:lnTo>
                <a:lnTo>
                  <a:pt x="261" y="19529"/>
                </a:lnTo>
                <a:cubicBezTo>
                  <a:pt x="439" y="19438"/>
                  <a:pt x="617" y="19330"/>
                  <a:pt x="791" y="19209"/>
                </a:cubicBezTo>
                <a:cubicBezTo>
                  <a:pt x="1053" y="19027"/>
                  <a:pt x="1291" y="18808"/>
                  <a:pt x="1499" y="18561"/>
                </a:cubicBezTo>
                <a:cubicBezTo>
                  <a:pt x="1794" y="18211"/>
                  <a:pt x="2037" y="17789"/>
                  <a:pt x="2223" y="17308"/>
                </a:cubicBezTo>
                <a:lnTo>
                  <a:pt x="2224" y="17302"/>
                </a:lnTo>
                <a:lnTo>
                  <a:pt x="2308" y="16952"/>
                </a:lnTo>
                <a:cubicBezTo>
                  <a:pt x="2336" y="16796"/>
                  <a:pt x="2360" y="16634"/>
                  <a:pt x="2378" y="16468"/>
                </a:cubicBezTo>
                <a:cubicBezTo>
                  <a:pt x="2338" y="16601"/>
                  <a:pt x="2295" y="16730"/>
                  <a:pt x="2249" y="16854"/>
                </a:cubicBezTo>
                <a:lnTo>
                  <a:pt x="2214" y="16932"/>
                </a:lnTo>
                <a:lnTo>
                  <a:pt x="2120" y="17346"/>
                </a:lnTo>
                <a:cubicBezTo>
                  <a:pt x="2049" y="17580"/>
                  <a:pt x="1951" y="17816"/>
                  <a:pt x="1813" y="18039"/>
                </a:cubicBezTo>
                <a:cubicBezTo>
                  <a:pt x="1430" y="18656"/>
                  <a:pt x="831" y="19177"/>
                  <a:pt x="140" y="19513"/>
                </a:cubicBezTo>
                <a:lnTo>
                  <a:pt x="0" y="19566"/>
                </a:lnTo>
                <a:lnTo>
                  <a:pt x="0" y="19519"/>
                </a:lnTo>
                <a:lnTo>
                  <a:pt x="121" y="19473"/>
                </a:lnTo>
                <a:cubicBezTo>
                  <a:pt x="805" y="19141"/>
                  <a:pt x="1397" y="18626"/>
                  <a:pt x="1776" y="18016"/>
                </a:cubicBezTo>
                <a:cubicBezTo>
                  <a:pt x="1912" y="17796"/>
                  <a:pt x="2007" y="17568"/>
                  <a:pt x="2077" y="17340"/>
                </a:cubicBezTo>
                <a:lnTo>
                  <a:pt x="2126" y="17123"/>
                </a:lnTo>
                <a:lnTo>
                  <a:pt x="1937" y="17536"/>
                </a:lnTo>
                <a:cubicBezTo>
                  <a:pt x="1819" y="17747"/>
                  <a:pt x="1689" y="17942"/>
                  <a:pt x="1546" y="18118"/>
                </a:cubicBezTo>
                <a:cubicBezTo>
                  <a:pt x="1343" y="18369"/>
                  <a:pt x="1111" y="18590"/>
                  <a:pt x="855" y="18776"/>
                </a:cubicBezTo>
                <a:cubicBezTo>
                  <a:pt x="686" y="18899"/>
                  <a:pt x="512" y="19009"/>
                  <a:pt x="338" y="19103"/>
                </a:cubicBezTo>
                <a:lnTo>
                  <a:pt x="0" y="19246"/>
                </a:lnTo>
                <a:lnTo>
                  <a:pt x="0" y="19182"/>
                </a:lnTo>
                <a:lnTo>
                  <a:pt x="90" y="19148"/>
                </a:lnTo>
                <a:cubicBezTo>
                  <a:pt x="762" y="18821"/>
                  <a:pt x="1345" y="18315"/>
                  <a:pt x="1718" y="17716"/>
                </a:cubicBezTo>
                <a:cubicBezTo>
                  <a:pt x="1851" y="17502"/>
                  <a:pt x="1943" y="17277"/>
                  <a:pt x="2010" y="17048"/>
                </a:cubicBezTo>
                <a:lnTo>
                  <a:pt x="2074" y="16745"/>
                </a:lnTo>
                <a:lnTo>
                  <a:pt x="1932" y="17067"/>
                </a:lnTo>
                <a:lnTo>
                  <a:pt x="1738" y="17368"/>
                </a:lnTo>
                <a:lnTo>
                  <a:pt x="1700" y="17440"/>
                </a:lnTo>
                <a:lnTo>
                  <a:pt x="1644" y="17513"/>
                </a:lnTo>
                <a:lnTo>
                  <a:pt x="1557" y="17647"/>
                </a:lnTo>
                <a:lnTo>
                  <a:pt x="1479" y="17724"/>
                </a:lnTo>
                <a:lnTo>
                  <a:pt x="1264" y="18001"/>
                </a:lnTo>
                <a:cubicBezTo>
                  <a:pt x="1015" y="18263"/>
                  <a:pt x="725" y="18495"/>
                  <a:pt x="407" y="18686"/>
                </a:cubicBezTo>
                <a:lnTo>
                  <a:pt x="0" y="18895"/>
                </a:lnTo>
                <a:lnTo>
                  <a:pt x="0" y="18847"/>
                </a:lnTo>
                <a:lnTo>
                  <a:pt x="58" y="18825"/>
                </a:lnTo>
                <a:lnTo>
                  <a:pt x="300" y="18679"/>
                </a:lnTo>
                <a:lnTo>
                  <a:pt x="0" y="18814"/>
                </a:lnTo>
                <a:lnTo>
                  <a:pt x="0" y="18767"/>
                </a:lnTo>
                <a:lnTo>
                  <a:pt x="371" y="18601"/>
                </a:lnTo>
                <a:cubicBezTo>
                  <a:pt x="537" y="18506"/>
                  <a:pt x="703" y="18396"/>
                  <a:pt x="864" y="18274"/>
                </a:cubicBezTo>
                <a:lnTo>
                  <a:pt x="1432" y="17710"/>
                </a:lnTo>
                <a:lnTo>
                  <a:pt x="1620" y="17468"/>
                </a:lnTo>
                <a:lnTo>
                  <a:pt x="1686" y="17367"/>
                </a:lnTo>
                <a:lnTo>
                  <a:pt x="1832" y="17082"/>
                </a:lnTo>
                <a:cubicBezTo>
                  <a:pt x="1879" y="16969"/>
                  <a:pt x="1918" y="16854"/>
                  <a:pt x="1949" y="16739"/>
                </a:cubicBezTo>
                <a:lnTo>
                  <a:pt x="2017" y="16387"/>
                </a:lnTo>
                <a:lnTo>
                  <a:pt x="1921" y="16612"/>
                </a:lnTo>
                <a:lnTo>
                  <a:pt x="1825" y="16766"/>
                </a:lnTo>
                <a:lnTo>
                  <a:pt x="1810" y="16809"/>
                </a:lnTo>
                <a:cubicBezTo>
                  <a:pt x="1764" y="16921"/>
                  <a:pt x="1708" y="17032"/>
                  <a:pt x="1640" y="17140"/>
                </a:cubicBezTo>
                <a:cubicBezTo>
                  <a:pt x="1275" y="17725"/>
                  <a:pt x="705" y="18219"/>
                  <a:pt x="47" y="18539"/>
                </a:cubicBezTo>
                <a:lnTo>
                  <a:pt x="0" y="18556"/>
                </a:lnTo>
                <a:lnTo>
                  <a:pt x="0" y="18503"/>
                </a:lnTo>
                <a:lnTo>
                  <a:pt x="343" y="18327"/>
                </a:lnTo>
                <a:cubicBezTo>
                  <a:pt x="652" y="18142"/>
                  <a:pt x="935" y="17917"/>
                  <a:pt x="1176" y="17662"/>
                </a:cubicBezTo>
                <a:lnTo>
                  <a:pt x="1497" y="17250"/>
                </a:lnTo>
                <a:lnTo>
                  <a:pt x="929" y="17838"/>
                </a:lnTo>
                <a:cubicBezTo>
                  <a:pt x="770" y="17965"/>
                  <a:pt x="609" y="18077"/>
                  <a:pt x="449" y="18172"/>
                </a:cubicBezTo>
                <a:lnTo>
                  <a:pt x="0" y="18386"/>
                </a:lnTo>
                <a:lnTo>
                  <a:pt x="0" y="18339"/>
                </a:lnTo>
                <a:lnTo>
                  <a:pt x="426" y="18136"/>
                </a:lnTo>
                <a:cubicBezTo>
                  <a:pt x="584" y="18042"/>
                  <a:pt x="744" y="17932"/>
                  <a:pt x="901" y="17806"/>
                </a:cubicBezTo>
                <a:cubicBezTo>
                  <a:pt x="1136" y="17620"/>
                  <a:pt x="1348" y="17401"/>
                  <a:pt x="1533" y="17153"/>
                </a:cubicBezTo>
                <a:lnTo>
                  <a:pt x="1779" y="16756"/>
                </a:lnTo>
                <a:lnTo>
                  <a:pt x="1880" y="16454"/>
                </a:lnTo>
                <a:lnTo>
                  <a:pt x="1950" y="16059"/>
                </a:lnTo>
                <a:lnTo>
                  <a:pt x="1876" y="16226"/>
                </a:lnTo>
                <a:lnTo>
                  <a:pt x="1805" y="16343"/>
                </a:lnTo>
                <a:lnTo>
                  <a:pt x="1749" y="16515"/>
                </a:lnTo>
                <a:cubicBezTo>
                  <a:pt x="1704" y="16625"/>
                  <a:pt x="1650" y="16733"/>
                  <a:pt x="1583" y="16839"/>
                </a:cubicBezTo>
                <a:cubicBezTo>
                  <a:pt x="1218" y="17421"/>
                  <a:pt x="668" y="17900"/>
                  <a:pt x="21" y="18212"/>
                </a:cubicBezTo>
                <a:lnTo>
                  <a:pt x="0" y="18219"/>
                </a:lnTo>
                <a:lnTo>
                  <a:pt x="0" y="18171"/>
                </a:lnTo>
                <a:lnTo>
                  <a:pt x="602" y="17810"/>
                </a:lnTo>
                <a:cubicBezTo>
                  <a:pt x="982" y="17534"/>
                  <a:pt x="1307" y="17195"/>
                  <a:pt x="1544" y="16817"/>
                </a:cubicBezTo>
                <a:lnTo>
                  <a:pt x="1695" y="16523"/>
                </a:lnTo>
                <a:lnTo>
                  <a:pt x="1581" y="16708"/>
                </a:lnTo>
                <a:cubicBezTo>
                  <a:pt x="1403" y="16959"/>
                  <a:pt x="1196" y="17182"/>
                  <a:pt x="968" y="17371"/>
                </a:cubicBezTo>
                <a:cubicBezTo>
                  <a:pt x="815" y="17499"/>
                  <a:pt x="659" y="17612"/>
                  <a:pt x="506" y="17708"/>
                </a:cubicBezTo>
                <a:lnTo>
                  <a:pt x="0" y="17964"/>
                </a:lnTo>
                <a:lnTo>
                  <a:pt x="0" y="17914"/>
                </a:lnTo>
                <a:lnTo>
                  <a:pt x="481" y="17671"/>
                </a:lnTo>
                <a:cubicBezTo>
                  <a:pt x="633" y="17576"/>
                  <a:pt x="787" y="17464"/>
                  <a:pt x="938" y="17338"/>
                </a:cubicBezTo>
                <a:cubicBezTo>
                  <a:pt x="1164" y="17151"/>
                  <a:pt x="1367" y="16930"/>
                  <a:pt x="1544" y="16682"/>
                </a:cubicBezTo>
                <a:lnTo>
                  <a:pt x="1769" y="16308"/>
                </a:lnTo>
                <a:lnTo>
                  <a:pt x="1814" y="16169"/>
                </a:lnTo>
                <a:lnTo>
                  <a:pt x="1889" y="15712"/>
                </a:lnTo>
                <a:lnTo>
                  <a:pt x="1831" y="15837"/>
                </a:lnTo>
                <a:lnTo>
                  <a:pt x="1786" y="15913"/>
                </a:lnTo>
                <a:lnTo>
                  <a:pt x="1687" y="16226"/>
                </a:lnTo>
                <a:cubicBezTo>
                  <a:pt x="1643" y="16333"/>
                  <a:pt x="1591" y="16439"/>
                  <a:pt x="1525" y="16543"/>
                </a:cubicBezTo>
                <a:cubicBezTo>
                  <a:pt x="1256" y="16971"/>
                  <a:pt x="884" y="17343"/>
                  <a:pt x="447" y="17631"/>
                </a:cubicBezTo>
                <a:lnTo>
                  <a:pt x="0" y="17884"/>
                </a:lnTo>
                <a:lnTo>
                  <a:pt x="0" y="17830"/>
                </a:lnTo>
                <a:lnTo>
                  <a:pt x="562" y="17495"/>
                </a:lnTo>
                <a:cubicBezTo>
                  <a:pt x="933" y="17226"/>
                  <a:pt x="1250" y="16894"/>
                  <a:pt x="1486" y="16518"/>
                </a:cubicBezTo>
                <a:cubicBezTo>
                  <a:pt x="1550" y="16416"/>
                  <a:pt x="1602" y="16312"/>
                  <a:pt x="1645" y="16206"/>
                </a:cubicBezTo>
                <a:lnTo>
                  <a:pt x="1684" y="16083"/>
                </a:lnTo>
                <a:lnTo>
                  <a:pt x="1592" y="16237"/>
                </a:lnTo>
                <a:cubicBezTo>
                  <a:pt x="1421" y="16488"/>
                  <a:pt x="1223" y="16712"/>
                  <a:pt x="1004" y="16903"/>
                </a:cubicBezTo>
                <a:cubicBezTo>
                  <a:pt x="856" y="17032"/>
                  <a:pt x="707" y="17146"/>
                  <a:pt x="560" y="17243"/>
                </a:cubicBezTo>
                <a:lnTo>
                  <a:pt x="0" y="17543"/>
                </a:lnTo>
                <a:lnTo>
                  <a:pt x="0" y="17489"/>
                </a:lnTo>
                <a:lnTo>
                  <a:pt x="521" y="17178"/>
                </a:lnTo>
                <a:cubicBezTo>
                  <a:pt x="886" y="16914"/>
                  <a:pt x="1197" y="16589"/>
                  <a:pt x="1429" y="16220"/>
                </a:cubicBezTo>
                <a:cubicBezTo>
                  <a:pt x="1497" y="16112"/>
                  <a:pt x="1551" y="16000"/>
                  <a:pt x="1594" y="15887"/>
                </a:cubicBezTo>
                <a:lnTo>
                  <a:pt x="1657" y="15666"/>
                </a:lnTo>
                <a:lnTo>
                  <a:pt x="1605" y="15765"/>
                </a:lnTo>
                <a:cubicBezTo>
                  <a:pt x="1440" y="16019"/>
                  <a:pt x="1251" y="16244"/>
                  <a:pt x="1043" y="16433"/>
                </a:cubicBezTo>
                <a:lnTo>
                  <a:pt x="923" y="16530"/>
                </a:lnTo>
                <a:lnTo>
                  <a:pt x="504" y="16895"/>
                </a:lnTo>
                <a:lnTo>
                  <a:pt x="0" y="17196"/>
                </a:lnTo>
                <a:lnTo>
                  <a:pt x="0" y="17145"/>
                </a:lnTo>
                <a:lnTo>
                  <a:pt x="479" y="16859"/>
                </a:lnTo>
                <a:lnTo>
                  <a:pt x="492" y="16848"/>
                </a:lnTo>
                <a:lnTo>
                  <a:pt x="47" y="17101"/>
                </a:lnTo>
                <a:lnTo>
                  <a:pt x="0" y="17117"/>
                </a:lnTo>
                <a:lnTo>
                  <a:pt x="0" y="17073"/>
                </a:lnTo>
                <a:lnTo>
                  <a:pt x="29" y="17064"/>
                </a:lnTo>
                <a:cubicBezTo>
                  <a:pt x="220" y="16978"/>
                  <a:pt x="407" y="16871"/>
                  <a:pt x="592" y="16742"/>
                </a:cubicBezTo>
                <a:lnTo>
                  <a:pt x="896" y="16496"/>
                </a:lnTo>
                <a:lnTo>
                  <a:pt x="974" y="16428"/>
                </a:lnTo>
                <a:cubicBezTo>
                  <a:pt x="1123" y="16271"/>
                  <a:pt x="1257" y="16101"/>
                  <a:pt x="1371" y="15920"/>
                </a:cubicBezTo>
                <a:cubicBezTo>
                  <a:pt x="1438" y="15814"/>
                  <a:pt x="1490" y="15705"/>
                  <a:pt x="1531" y="15595"/>
                </a:cubicBezTo>
                <a:lnTo>
                  <a:pt x="1614" y="15299"/>
                </a:lnTo>
                <a:lnTo>
                  <a:pt x="1363" y="15612"/>
                </a:lnTo>
                <a:lnTo>
                  <a:pt x="1349" y="15641"/>
                </a:lnTo>
                <a:cubicBezTo>
                  <a:pt x="1122" y="15999"/>
                  <a:pt x="818" y="16316"/>
                  <a:pt x="462" y="16573"/>
                </a:cubicBezTo>
                <a:lnTo>
                  <a:pt x="0" y="16848"/>
                </a:lnTo>
                <a:lnTo>
                  <a:pt x="0" y="16803"/>
                </a:lnTo>
                <a:lnTo>
                  <a:pt x="164" y="16720"/>
                </a:lnTo>
                <a:cubicBezTo>
                  <a:pt x="446" y="16552"/>
                  <a:pt x="702" y="16349"/>
                  <a:pt x="923" y="16118"/>
                </a:cubicBezTo>
                <a:lnTo>
                  <a:pt x="964" y="16065"/>
                </a:lnTo>
                <a:lnTo>
                  <a:pt x="674" y="16312"/>
                </a:lnTo>
                <a:cubicBezTo>
                  <a:pt x="495" y="16444"/>
                  <a:pt x="314" y="16555"/>
                  <a:pt x="127" y="16644"/>
                </a:cubicBezTo>
                <a:lnTo>
                  <a:pt x="0" y="16690"/>
                </a:lnTo>
                <a:lnTo>
                  <a:pt x="0" y="16644"/>
                </a:lnTo>
                <a:lnTo>
                  <a:pt x="107" y="16606"/>
                </a:lnTo>
                <a:cubicBezTo>
                  <a:pt x="291" y="16517"/>
                  <a:pt x="470" y="16408"/>
                  <a:pt x="647" y="16278"/>
                </a:cubicBezTo>
                <a:cubicBezTo>
                  <a:pt x="781" y="16179"/>
                  <a:pt x="913" y="16067"/>
                  <a:pt x="1049" y="15935"/>
                </a:cubicBezTo>
                <a:lnTo>
                  <a:pt x="1332" y="15581"/>
                </a:lnTo>
                <a:lnTo>
                  <a:pt x="1470" y="15302"/>
                </a:lnTo>
                <a:cubicBezTo>
                  <a:pt x="1509" y="15195"/>
                  <a:pt x="1537" y="15086"/>
                  <a:pt x="1558" y="14977"/>
                </a:cubicBezTo>
                <a:lnTo>
                  <a:pt x="1564" y="14915"/>
                </a:lnTo>
                <a:lnTo>
                  <a:pt x="1383" y="15153"/>
                </a:lnTo>
                <a:lnTo>
                  <a:pt x="1291" y="15343"/>
                </a:lnTo>
                <a:cubicBezTo>
                  <a:pt x="1067" y="15694"/>
                  <a:pt x="769" y="16004"/>
                  <a:pt x="419" y="16256"/>
                </a:cubicBezTo>
                <a:lnTo>
                  <a:pt x="0" y="16505"/>
                </a:lnTo>
                <a:lnTo>
                  <a:pt x="0" y="16463"/>
                </a:lnTo>
                <a:lnTo>
                  <a:pt x="127" y="16399"/>
                </a:lnTo>
                <a:cubicBezTo>
                  <a:pt x="404" y="16234"/>
                  <a:pt x="655" y="16035"/>
                  <a:pt x="872" y="15809"/>
                </a:cubicBezTo>
                <a:lnTo>
                  <a:pt x="1104" y="15514"/>
                </a:lnTo>
                <a:lnTo>
                  <a:pt x="732" y="15849"/>
                </a:lnTo>
                <a:cubicBezTo>
                  <a:pt x="561" y="15983"/>
                  <a:pt x="387" y="16095"/>
                  <a:pt x="208" y="16188"/>
                </a:cubicBezTo>
                <a:lnTo>
                  <a:pt x="0" y="16270"/>
                </a:lnTo>
                <a:lnTo>
                  <a:pt x="0" y="16222"/>
                </a:lnTo>
                <a:lnTo>
                  <a:pt x="185" y="16148"/>
                </a:lnTo>
                <a:cubicBezTo>
                  <a:pt x="362" y="16057"/>
                  <a:pt x="534" y="15946"/>
                  <a:pt x="702" y="15814"/>
                </a:cubicBezTo>
                <a:cubicBezTo>
                  <a:pt x="830" y="15714"/>
                  <a:pt x="956" y="15601"/>
                  <a:pt x="1087" y="15468"/>
                </a:cubicBezTo>
                <a:lnTo>
                  <a:pt x="1360" y="15108"/>
                </a:lnTo>
                <a:lnTo>
                  <a:pt x="1408" y="15009"/>
                </a:lnTo>
                <a:cubicBezTo>
                  <a:pt x="1447" y="14903"/>
                  <a:pt x="1473" y="14796"/>
                  <a:pt x="1492" y="14689"/>
                </a:cubicBezTo>
                <a:lnTo>
                  <a:pt x="1501" y="14579"/>
                </a:lnTo>
                <a:lnTo>
                  <a:pt x="1414" y="14717"/>
                </a:lnTo>
                <a:lnTo>
                  <a:pt x="1363" y="14779"/>
                </a:lnTo>
                <a:lnTo>
                  <a:pt x="1236" y="15042"/>
                </a:lnTo>
                <a:cubicBezTo>
                  <a:pt x="1071" y="15300"/>
                  <a:pt x="866" y="15535"/>
                  <a:pt x="628" y="15741"/>
                </a:cubicBezTo>
                <a:lnTo>
                  <a:pt x="0" y="16152"/>
                </a:lnTo>
                <a:lnTo>
                  <a:pt x="0" y="16103"/>
                </a:lnTo>
                <a:lnTo>
                  <a:pt x="597" y="15711"/>
                </a:lnTo>
                <a:cubicBezTo>
                  <a:pt x="832" y="15508"/>
                  <a:pt x="1035" y="15276"/>
                  <a:pt x="1197" y="15022"/>
                </a:cubicBezTo>
                <a:lnTo>
                  <a:pt x="1244" y="14925"/>
                </a:lnTo>
                <a:lnTo>
                  <a:pt x="1158" y="15030"/>
                </a:lnTo>
                <a:cubicBezTo>
                  <a:pt x="1032" y="15166"/>
                  <a:pt x="910" y="15282"/>
                  <a:pt x="788" y="15384"/>
                </a:cubicBezTo>
                <a:cubicBezTo>
                  <a:pt x="625" y="15519"/>
                  <a:pt x="458" y="15634"/>
                  <a:pt x="286" y="15729"/>
                </a:cubicBezTo>
                <a:lnTo>
                  <a:pt x="0" y="15853"/>
                </a:lnTo>
                <a:lnTo>
                  <a:pt x="0" y="15771"/>
                </a:lnTo>
                <a:lnTo>
                  <a:pt x="311" y="15586"/>
                </a:lnTo>
                <a:cubicBezTo>
                  <a:pt x="644" y="15347"/>
                  <a:pt x="927" y="15054"/>
                  <a:pt x="1140" y="14722"/>
                </a:cubicBezTo>
                <a:lnTo>
                  <a:pt x="1267" y="14456"/>
                </a:lnTo>
                <a:lnTo>
                  <a:pt x="1196" y="14560"/>
                </a:lnTo>
                <a:cubicBezTo>
                  <a:pt x="1073" y="14700"/>
                  <a:pt x="958" y="14816"/>
                  <a:pt x="844" y="14917"/>
                </a:cubicBezTo>
                <a:cubicBezTo>
                  <a:pt x="688" y="15055"/>
                  <a:pt x="530" y="15172"/>
                  <a:pt x="366" y="15270"/>
                </a:cubicBezTo>
                <a:lnTo>
                  <a:pt x="285" y="15308"/>
                </a:lnTo>
                <a:lnTo>
                  <a:pt x="0" y="15477"/>
                </a:lnTo>
                <a:lnTo>
                  <a:pt x="0" y="15394"/>
                </a:lnTo>
                <a:lnTo>
                  <a:pt x="268" y="15268"/>
                </a:lnTo>
                <a:lnTo>
                  <a:pt x="270" y="15267"/>
                </a:lnTo>
                <a:cubicBezTo>
                  <a:pt x="595" y="15033"/>
                  <a:pt x="874" y="14746"/>
                  <a:pt x="1082" y="14422"/>
                </a:cubicBezTo>
                <a:cubicBezTo>
                  <a:pt x="1145" y="14324"/>
                  <a:pt x="1192" y="14222"/>
                  <a:pt x="1226" y="14119"/>
                </a:cubicBezTo>
                <a:lnTo>
                  <a:pt x="1232" y="14094"/>
                </a:lnTo>
                <a:lnTo>
                  <a:pt x="900" y="14452"/>
                </a:lnTo>
                <a:lnTo>
                  <a:pt x="546" y="14732"/>
                </a:lnTo>
                <a:lnTo>
                  <a:pt x="254" y="14984"/>
                </a:lnTo>
                <a:lnTo>
                  <a:pt x="0" y="15134"/>
                </a:lnTo>
                <a:lnTo>
                  <a:pt x="0" y="15083"/>
                </a:lnTo>
                <a:lnTo>
                  <a:pt x="228" y="14949"/>
                </a:lnTo>
                <a:lnTo>
                  <a:pt x="300" y="14886"/>
                </a:lnTo>
                <a:lnTo>
                  <a:pt x="0" y="15040"/>
                </a:lnTo>
                <a:lnTo>
                  <a:pt x="0" y="14991"/>
                </a:lnTo>
                <a:lnTo>
                  <a:pt x="420" y="14776"/>
                </a:lnTo>
                <a:lnTo>
                  <a:pt x="512" y="14704"/>
                </a:lnTo>
                <a:lnTo>
                  <a:pt x="669" y="14569"/>
                </a:lnTo>
                <a:cubicBezTo>
                  <a:pt x="802" y="14430"/>
                  <a:pt x="921" y="14281"/>
                  <a:pt x="1023" y="14122"/>
                </a:cubicBezTo>
                <a:cubicBezTo>
                  <a:pt x="1086" y="14025"/>
                  <a:pt x="1132" y="13924"/>
                  <a:pt x="1166" y="13823"/>
                </a:cubicBezTo>
                <a:lnTo>
                  <a:pt x="1188" y="13720"/>
                </a:lnTo>
                <a:lnTo>
                  <a:pt x="956" y="13988"/>
                </a:lnTo>
                <a:lnTo>
                  <a:pt x="752" y="14161"/>
                </a:lnTo>
                <a:lnTo>
                  <a:pt x="651" y="14287"/>
                </a:lnTo>
                <a:lnTo>
                  <a:pt x="0" y="14799"/>
                </a:lnTo>
                <a:lnTo>
                  <a:pt x="0" y="14740"/>
                </a:lnTo>
                <a:lnTo>
                  <a:pt x="185" y="14630"/>
                </a:lnTo>
                <a:lnTo>
                  <a:pt x="475" y="14382"/>
                </a:lnTo>
                <a:lnTo>
                  <a:pt x="56" y="14615"/>
                </a:lnTo>
                <a:lnTo>
                  <a:pt x="0" y="14634"/>
                </a:lnTo>
                <a:lnTo>
                  <a:pt x="0" y="14588"/>
                </a:lnTo>
                <a:lnTo>
                  <a:pt x="38" y="14575"/>
                </a:lnTo>
                <a:cubicBezTo>
                  <a:pt x="199" y="14506"/>
                  <a:pt x="351" y="14421"/>
                  <a:pt x="498" y="14319"/>
                </a:cubicBezTo>
                <a:lnTo>
                  <a:pt x="720" y="14130"/>
                </a:lnTo>
                <a:lnTo>
                  <a:pt x="965" y="13823"/>
                </a:lnTo>
                <a:cubicBezTo>
                  <a:pt x="1027" y="13726"/>
                  <a:pt x="1073" y="13627"/>
                  <a:pt x="1105" y="13526"/>
                </a:cubicBezTo>
                <a:lnTo>
                  <a:pt x="1138" y="13368"/>
                </a:lnTo>
                <a:lnTo>
                  <a:pt x="1013" y="13523"/>
                </a:lnTo>
                <a:lnTo>
                  <a:pt x="835" y="13685"/>
                </a:lnTo>
                <a:lnTo>
                  <a:pt x="599" y="13980"/>
                </a:lnTo>
                <a:lnTo>
                  <a:pt x="0" y="14449"/>
                </a:lnTo>
                <a:lnTo>
                  <a:pt x="0" y="14393"/>
                </a:lnTo>
                <a:lnTo>
                  <a:pt x="567" y="13949"/>
                </a:lnTo>
                <a:lnTo>
                  <a:pt x="624" y="13877"/>
                </a:lnTo>
                <a:lnTo>
                  <a:pt x="603" y="13896"/>
                </a:lnTo>
                <a:cubicBezTo>
                  <a:pt x="462" y="14003"/>
                  <a:pt x="314" y="14093"/>
                  <a:pt x="159" y="14167"/>
                </a:cubicBezTo>
                <a:lnTo>
                  <a:pt x="0" y="14228"/>
                </a:lnTo>
                <a:lnTo>
                  <a:pt x="0" y="14180"/>
                </a:lnTo>
                <a:lnTo>
                  <a:pt x="138" y="14127"/>
                </a:lnTo>
                <a:cubicBezTo>
                  <a:pt x="291" y="14054"/>
                  <a:pt x="436" y="13966"/>
                  <a:pt x="575" y="13860"/>
                </a:cubicBezTo>
                <a:lnTo>
                  <a:pt x="805" y="13650"/>
                </a:lnTo>
                <a:lnTo>
                  <a:pt x="907" y="13524"/>
                </a:lnTo>
                <a:cubicBezTo>
                  <a:pt x="969" y="13428"/>
                  <a:pt x="1013" y="13329"/>
                  <a:pt x="1045" y="13229"/>
                </a:cubicBezTo>
                <a:lnTo>
                  <a:pt x="1082" y="13039"/>
                </a:lnTo>
                <a:lnTo>
                  <a:pt x="1069" y="13056"/>
                </a:lnTo>
                <a:lnTo>
                  <a:pt x="903" y="13219"/>
                </a:lnTo>
                <a:lnTo>
                  <a:pt x="890" y="13248"/>
                </a:lnTo>
                <a:cubicBezTo>
                  <a:pt x="696" y="13547"/>
                  <a:pt x="436" y="13812"/>
                  <a:pt x="132" y="14029"/>
                </a:cubicBezTo>
                <a:lnTo>
                  <a:pt x="0" y="14107"/>
                </a:lnTo>
                <a:lnTo>
                  <a:pt x="0" y="14044"/>
                </a:lnTo>
                <a:lnTo>
                  <a:pt x="517" y="13640"/>
                </a:lnTo>
                <a:lnTo>
                  <a:pt x="677" y="13440"/>
                </a:lnTo>
                <a:lnTo>
                  <a:pt x="261" y="13718"/>
                </a:lnTo>
                <a:lnTo>
                  <a:pt x="0" y="13831"/>
                </a:lnTo>
                <a:lnTo>
                  <a:pt x="0" y="13784"/>
                </a:lnTo>
                <a:lnTo>
                  <a:pt x="239" y="13680"/>
                </a:lnTo>
                <a:cubicBezTo>
                  <a:pt x="384" y="13604"/>
                  <a:pt x="521" y="13512"/>
                  <a:pt x="653" y="13404"/>
                </a:cubicBezTo>
                <a:lnTo>
                  <a:pt x="863" y="13198"/>
                </a:lnTo>
                <a:lnTo>
                  <a:pt x="986" y="12933"/>
                </a:lnTo>
                <a:lnTo>
                  <a:pt x="1031" y="12691"/>
                </a:lnTo>
                <a:lnTo>
                  <a:pt x="872" y="12861"/>
                </a:lnTo>
                <a:lnTo>
                  <a:pt x="831" y="12949"/>
                </a:lnTo>
                <a:cubicBezTo>
                  <a:pt x="641" y="13241"/>
                  <a:pt x="387" y="13500"/>
                  <a:pt x="89" y="13711"/>
                </a:cubicBezTo>
                <a:lnTo>
                  <a:pt x="0" y="13764"/>
                </a:lnTo>
                <a:lnTo>
                  <a:pt x="0" y="13694"/>
                </a:lnTo>
                <a:lnTo>
                  <a:pt x="467" y="13330"/>
                </a:lnTo>
                <a:lnTo>
                  <a:pt x="732" y="13000"/>
                </a:lnTo>
                <a:lnTo>
                  <a:pt x="362" y="13270"/>
                </a:lnTo>
                <a:lnTo>
                  <a:pt x="0" y="13445"/>
                </a:lnTo>
                <a:lnTo>
                  <a:pt x="0" y="13369"/>
                </a:lnTo>
                <a:lnTo>
                  <a:pt x="18" y="13357"/>
                </a:lnTo>
                <a:cubicBezTo>
                  <a:pt x="306" y="13154"/>
                  <a:pt x="550" y="12905"/>
                  <a:pt x="733" y="12625"/>
                </a:cubicBezTo>
                <a:lnTo>
                  <a:pt x="745" y="12599"/>
                </a:lnTo>
                <a:lnTo>
                  <a:pt x="464" y="12821"/>
                </a:lnTo>
                <a:cubicBezTo>
                  <a:pt x="330" y="12908"/>
                  <a:pt x="187" y="12985"/>
                  <a:pt x="31" y="13055"/>
                </a:cubicBezTo>
                <a:lnTo>
                  <a:pt x="28" y="13056"/>
                </a:lnTo>
                <a:lnTo>
                  <a:pt x="6" y="13075"/>
                </a:lnTo>
                <a:lnTo>
                  <a:pt x="0" y="13079"/>
                </a:lnTo>
                <a:lnTo>
                  <a:pt x="0" y="13020"/>
                </a:lnTo>
                <a:lnTo>
                  <a:pt x="365" y="12710"/>
                </a:lnTo>
                <a:cubicBezTo>
                  <a:pt x="482" y="12590"/>
                  <a:pt x="587" y="12462"/>
                  <a:pt x="676" y="12326"/>
                </a:cubicBezTo>
                <a:lnTo>
                  <a:pt x="723" y="12223"/>
                </a:lnTo>
                <a:lnTo>
                  <a:pt x="565" y="12373"/>
                </a:lnTo>
                <a:cubicBezTo>
                  <a:pt x="436" y="12466"/>
                  <a:pt x="300" y="12548"/>
                  <a:pt x="151" y="12624"/>
                </a:cubicBezTo>
                <a:lnTo>
                  <a:pt x="84" y="12652"/>
                </a:lnTo>
                <a:lnTo>
                  <a:pt x="0" y="12723"/>
                </a:lnTo>
                <a:lnTo>
                  <a:pt x="0" y="12641"/>
                </a:lnTo>
                <a:lnTo>
                  <a:pt x="60" y="12616"/>
                </a:lnTo>
                <a:lnTo>
                  <a:pt x="314" y="12401"/>
                </a:lnTo>
                <a:cubicBezTo>
                  <a:pt x="429" y="12284"/>
                  <a:pt x="531" y="12159"/>
                  <a:pt x="618" y="12027"/>
                </a:cubicBezTo>
                <a:lnTo>
                  <a:pt x="662" y="11929"/>
                </a:lnTo>
                <a:lnTo>
                  <a:pt x="272" y="12192"/>
                </a:lnTo>
                <a:lnTo>
                  <a:pt x="142" y="12253"/>
                </a:lnTo>
                <a:lnTo>
                  <a:pt x="0" y="12374"/>
                </a:lnTo>
                <a:lnTo>
                  <a:pt x="0" y="12273"/>
                </a:lnTo>
                <a:lnTo>
                  <a:pt x="108" y="12221"/>
                </a:lnTo>
                <a:lnTo>
                  <a:pt x="264" y="12090"/>
                </a:lnTo>
                <a:cubicBezTo>
                  <a:pt x="376" y="11977"/>
                  <a:pt x="475" y="11855"/>
                  <a:pt x="560" y="11726"/>
                </a:cubicBezTo>
                <a:lnTo>
                  <a:pt x="622" y="11590"/>
                </a:lnTo>
                <a:lnTo>
                  <a:pt x="394" y="11760"/>
                </a:lnTo>
                <a:lnTo>
                  <a:pt x="153" y="11890"/>
                </a:lnTo>
                <a:lnTo>
                  <a:pt x="0" y="12018"/>
                </a:lnTo>
                <a:lnTo>
                  <a:pt x="0" y="11921"/>
                </a:lnTo>
                <a:lnTo>
                  <a:pt x="127" y="11853"/>
                </a:lnTo>
                <a:lnTo>
                  <a:pt x="213" y="11781"/>
                </a:lnTo>
                <a:cubicBezTo>
                  <a:pt x="322" y="11671"/>
                  <a:pt x="419" y="11553"/>
                  <a:pt x="502" y="11428"/>
                </a:cubicBezTo>
                <a:lnTo>
                  <a:pt x="566" y="11283"/>
                </a:lnTo>
                <a:lnTo>
                  <a:pt x="481" y="11352"/>
                </a:lnTo>
                <a:lnTo>
                  <a:pt x="124" y="11563"/>
                </a:lnTo>
                <a:lnTo>
                  <a:pt x="0" y="11667"/>
                </a:lnTo>
                <a:lnTo>
                  <a:pt x="0" y="11576"/>
                </a:lnTo>
                <a:lnTo>
                  <a:pt x="68" y="11545"/>
                </a:lnTo>
                <a:lnTo>
                  <a:pt x="92" y="11531"/>
                </a:lnTo>
                <a:lnTo>
                  <a:pt x="164" y="11471"/>
                </a:lnTo>
                <a:cubicBezTo>
                  <a:pt x="270" y="11364"/>
                  <a:pt x="364" y="11249"/>
                  <a:pt x="445" y="11128"/>
                </a:cubicBezTo>
                <a:lnTo>
                  <a:pt x="516" y="10968"/>
                </a:lnTo>
                <a:lnTo>
                  <a:pt x="233" y="11167"/>
                </a:lnTo>
                <a:lnTo>
                  <a:pt x="90" y="11239"/>
                </a:lnTo>
                <a:lnTo>
                  <a:pt x="0" y="11315"/>
                </a:lnTo>
                <a:lnTo>
                  <a:pt x="0" y="11237"/>
                </a:lnTo>
                <a:lnTo>
                  <a:pt x="57" y="11207"/>
                </a:lnTo>
                <a:lnTo>
                  <a:pt x="113" y="11161"/>
                </a:lnTo>
                <a:cubicBezTo>
                  <a:pt x="217" y="11057"/>
                  <a:pt x="309" y="10946"/>
                  <a:pt x="387" y="10828"/>
                </a:cubicBezTo>
                <a:lnTo>
                  <a:pt x="441" y="10704"/>
                </a:lnTo>
                <a:lnTo>
                  <a:pt x="375" y="10752"/>
                </a:lnTo>
                <a:cubicBezTo>
                  <a:pt x="299" y="10800"/>
                  <a:pt x="221" y="10844"/>
                  <a:pt x="141" y="10884"/>
                </a:cubicBezTo>
                <a:lnTo>
                  <a:pt x="52" y="10916"/>
                </a:lnTo>
                <a:lnTo>
                  <a:pt x="0" y="10960"/>
                </a:lnTo>
                <a:lnTo>
                  <a:pt x="0" y="10888"/>
                </a:lnTo>
                <a:lnTo>
                  <a:pt x="30" y="10877"/>
                </a:lnTo>
                <a:lnTo>
                  <a:pt x="63" y="10850"/>
                </a:lnTo>
                <a:cubicBezTo>
                  <a:pt x="163" y="10750"/>
                  <a:pt x="253" y="10642"/>
                  <a:pt x="329" y="10528"/>
                </a:cubicBezTo>
                <a:lnTo>
                  <a:pt x="374" y="10424"/>
                </a:lnTo>
                <a:lnTo>
                  <a:pt x="290" y="10477"/>
                </a:lnTo>
                <a:lnTo>
                  <a:pt x="26" y="10583"/>
                </a:lnTo>
                <a:lnTo>
                  <a:pt x="0" y="10605"/>
                </a:lnTo>
                <a:lnTo>
                  <a:pt x="0" y="10548"/>
                </a:lnTo>
                <a:lnTo>
                  <a:pt x="5" y="10546"/>
                </a:lnTo>
                <a:lnTo>
                  <a:pt x="11" y="10541"/>
                </a:lnTo>
                <a:cubicBezTo>
                  <a:pt x="109" y="10443"/>
                  <a:pt x="196" y="10339"/>
                  <a:pt x="270" y="10229"/>
                </a:cubicBezTo>
                <a:lnTo>
                  <a:pt x="313" y="10128"/>
                </a:lnTo>
                <a:lnTo>
                  <a:pt x="0" y="10266"/>
                </a:lnTo>
                <a:lnTo>
                  <a:pt x="0" y="10186"/>
                </a:lnTo>
                <a:lnTo>
                  <a:pt x="213" y="9931"/>
                </a:lnTo>
                <a:lnTo>
                  <a:pt x="251" y="9841"/>
                </a:lnTo>
                <a:lnTo>
                  <a:pt x="16" y="9943"/>
                </a:lnTo>
                <a:lnTo>
                  <a:pt x="0" y="9947"/>
                </a:lnTo>
                <a:lnTo>
                  <a:pt x="0" y="9903"/>
                </a:lnTo>
                <a:lnTo>
                  <a:pt x="0" y="9903"/>
                </a:lnTo>
                <a:lnTo>
                  <a:pt x="276" y="9781"/>
                </a:lnTo>
                <a:lnTo>
                  <a:pt x="332" y="9647"/>
                </a:lnTo>
                <a:lnTo>
                  <a:pt x="338" y="9490"/>
                </a:lnTo>
                <a:lnTo>
                  <a:pt x="246" y="9528"/>
                </a:lnTo>
                <a:lnTo>
                  <a:pt x="193" y="9655"/>
                </a:lnTo>
                <a:lnTo>
                  <a:pt x="0" y="9885"/>
                </a:lnTo>
                <a:lnTo>
                  <a:pt x="0" y="9814"/>
                </a:lnTo>
                <a:lnTo>
                  <a:pt x="154" y="9629"/>
                </a:lnTo>
                <a:lnTo>
                  <a:pt x="186" y="9552"/>
                </a:lnTo>
                <a:lnTo>
                  <a:pt x="176" y="9556"/>
                </a:lnTo>
                <a:lnTo>
                  <a:pt x="0" y="9600"/>
                </a:lnTo>
                <a:lnTo>
                  <a:pt x="0" y="9555"/>
                </a:lnTo>
                <a:lnTo>
                  <a:pt x="160" y="9515"/>
                </a:lnTo>
                <a:lnTo>
                  <a:pt x="210" y="9495"/>
                </a:lnTo>
                <a:lnTo>
                  <a:pt x="272" y="9346"/>
                </a:lnTo>
                <a:lnTo>
                  <a:pt x="275" y="9248"/>
                </a:lnTo>
                <a:lnTo>
                  <a:pt x="255" y="9195"/>
                </a:lnTo>
                <a:lnTo>
                  <a:pt x="194" y="9211"/>
                </a:lnTo>
                <a:lnTo>
                  <a:pt x="134" y="9355"/>
                </a:lnTo>
                <a:lnTo>
                  <a:pt x="0" y="9515"/>
                </a:lnTo>
                <a:lnTo>
                  <a:pt x="0" y="9445"/>
                </a:lnTo>
                <a:lnTo>
                  <a:pt x="96" y="9330"/>
                </a:lnTo>
                <a:lnTo>
                  <a:pt x="140" y="9225"/>
                </a:lnTo>
                <a:lnTo>
                  <a:pt x="0" y="9260"/>
                </a:lnTo>
                <a:lnTo>
                  <a:pt x="0" y="9217"/>
                </a:lnTo>
                <a:lnTo>
                  <a:pt x="160" y="9176"/>
                </a:lnTo>
                <a:lnTo>
                  <a:pt x="206" y="9066"/>
                </a:lnTo>
                <a:lnTo>
                  <a:pt x="141" y="8898"/>
                </a:lnTo>
                <a:lnTo>
                  <a:pt x="75" y="9056"/>
                </a:lnTo>
                <a:lnTo>
                  <a:pt x="0" y="9145"/>
                </a:lnTo>
                <a:lnTo>
                  <a:pt x="0" y="9078"/>
                </a:lnTo>
                <a:lnTo>
                  <a:pt x="39" y="9031"/>
                </a:lnTo>
                <a:lnTo>
                  <a:pt x="90" y="8907"/>
                </a:lnTo>
                <a:lnTo>
                  <a:pt x="0" y="8925"/>
                </a:lnTo>
                <a:lnTo>
                  <a:pt x="0" y="8882"/>
                </a:lnTo>
                <a:lnTo>
                  <a:pt x="110" y="8858"/>
                </a:lnTo>
                <a:lnTo>
                  <a:pt x="118" y="8839"/>
                </a:lnTo>
                <a:lnTo>
                  <a:pt x="88" y="8762"/>
                </a:lnTo>
                <a:lnTo>
                  <a:pt x="58" y="8685"/>
                </a:lnTo>
                <a:lnTo>
                  <a:pt x="52" y="8670"/>
                </a:lnTo>
                <a:lnTo>
                  <a:pt x="17" y="8755"/>
                </a:lnTo>
                <a:lnTo>
                  <a:pt x="0" y="8776"/>
                </a:lnTo>
                <a:lnTo>
                  <a:pt x="0" y="8687"/>
                </a:lnTo>
                <a:lnTo>
                  <a:pt x="29" y="8614"/>
                </a:lnTo>
                <a:lnTo>
                  <a:pt x="16" y="8582"/>
                </a:lnTo>
                <a:lnTo>
                  <a:pt x="0" y="8584"/>
                </a:lnTo>
                <a:lnTo>
                  <a:pt x="0" y="7508"/>
                </a:lnTo>
                <a:lnTo>
                  <a:pt x="17" y="7505"/>
                </a:lnTo>
                <a:lnTo>
                  <a:pt x="13" y="7207"/>
                </a:lnTo>
                <a:lnTo>
                  <a:pt x="0" y="7209"/>
                </a:lnTo>
                <a:lnTo>
                  <a:pt x="0" y="7166"/>
                </a:lnTo>
                <a:lnTo>
                  <a:pt x="13" y="7164"/>
                </a:lnTo>
                <a:lnTo>
                  <a:pt x="11" y="6990"/>
                </a:lnTo>
                <a:lnTo>
                  <a:pt x="17" y="6913"/>
                </a:lnTo>
                <a:lnTo>
                  <a:pt x="23" y="6852"/>
                </a:lnTo>
                <a:lnTo>
                  <a:pt x="0" y="6854"/>
                </a:lnTo>
                <a:lnTo>
                  <a:pt x="0" y="6811"/>
                </a:lnTo>
                <a:lnTo>
                  <a:pt x="27" y="6809"/>
                </a:lnTo>
                <a:lnTo>
                  <a:pt x="54" y="6546"/>
                </a:lnTo>
                <a:lnTo>
                  <a:pt x="69" y="6492"/>
                </a:lnTo>
                <a:lnTo>
                  <a:pt x="0" y="6496"/>
                </a:lnTo>
                <a:lnTo>
                  <a:pt x="0" y="6452"/>
                </a:lnTo>
                <a:lnTo>
                  <a:pt x="81" y="6448"/>
                </a:lnTo>
                <a:lnTo>
                  <a:pt x="151" y="6187"/>
                </a:lnTo>
                <a:lnTo>
                  <a:pt x="176" y="6144"/>
                </a:lnTo>
                <a:lnTo>
                  <a:pt x="0" y="6160"/>
                </a:lnTo>
                <a:lnTo>
                  <a:pt x="0" y="6117"/>
                </a:lnTo>
                <a:lnTo>
                  <a:pt x="203" y="6098"/>
                </a:lnTo>
                <a:lnTo>
                  <a:pt x="314" y="5906"/>
                </a:lnTo>
                <a:lnTo>
                  <a:pt x="423" y="5770"/>
                </a:lnTo>
                <a:lnTo>
                  <a:pt x="72" y="5803"/>
                </a:lnTo>
                <a:lnTo>
                  <a:pt x="0" y="5936"/>
                </a:lnTo>
                <a:lnTo>
                  <a:pt x="0" y="5843"/>
                </a:lnTo>
                <a:lnTo>
                  <a:pt x="21" y="5803"/>
                </a:lnTo>
                <a:lnTo>
                  <a:pt x="0" y="5802"/>
                </a:lnTo>
                <a:lnTo>
                  <a:pt x="0" y="5761"/>
                </a:lnTo>
                <a:lnTo>
                  <a:pt x="43" y="5762"/>
                </a:lnTo>
                <a:lnTo>
                  <a:pt x="86" y="5683"/>
                </a:lnTo>
                <a:lnTo>
                  <a:pt x="271" y="5442"/>
                </a:lnTo>
                <a:lnTo>
                  <a:pt x="225" y="5446"/>
                </a:lnTo>
                <a:lnTo>
                  <a:pt x="0" y="5439"/>
                </a:lnTo>
                <a:lnTo>
                  <a:pt x="0" y="5396"/>
                </a:lnTo>
                <a:lnTo>
                  <a:pt x="222" y="5403"/>
                </a:lnTo>
                <a:lnTo>
                  <a:pt x="307" y="5394"/>
                </a:lnTo>
                <a:lnTo>
                  <a:pt x="425" y="5244"/>
                </a:lnTo>
                <a:lnTo>
                  <a:pt x="590" y="5065"/>
                </a:lnTo>
                <a:lnTo>
                  <a:pt x="392" y="5087"/>
                </a:lnTo>
                <a:lnTo>
                  <a:pt x="193" y="5081"/>
                </a:lnTo>
                <a:lnTo>
                  <a:pt x="94" y="5213"/>
                </a:lnTo>
                <a:lnTo>
                  <a:pt x="0" y="5342"/>
                </a:lnTo>
                <a:lnTo>
                  <a:pt x="0" y="5268"/>
                </a:lnTo>
                <a:lnTo>
                  <a:pt x="57" y="5188"/>
                </a:lnTo>
                <a:lnTo>
                  <a:pt x="139" y="5080"/>
                </a:lnTo>
                <a:lnTo>
                  <a:pt x="0" y="5076"/>
                </a:lnTo>
                <a:lnTo>
                  <a:pt x="0" y="5032"/>
                </a:lnTo>
                <a:lnTo>
                  <a:pt x="171" y="5037"/>
                </a:lnTo>
                <a:lnTo>
                  <a:pt x="179" y="5026"/>
                </a:lnTo>
                <a:cubicBezTo>
                  <a:pt x="240" y="4943"/>
                  <a:pt x="313" y="4860"/>
                  <a:pt x="396" y="4780"/>
                </a:cubicBezTo>
                <a:lnTo>
                  <a:pt x="461" y="4726"/>
                </a:lnTo>
                <a:lnTo>
                  <a:pt x="67" y="4715"/>
                </a:lnTo>
                <a:lnTo>
                  <a:pt x="0" y="4795"/>
                </a:lnTo>
                <a:lnTo>
                  <a:pt x="0" y="4725"/>
                </a:lnTo>
                <a:lnTo>
                  <a:pt x="9" y="4714"/>
                </a:lnTo>
                <a:lnTo>
                  <a:pt x="0" y="4714"/>
                </a:lnTo>
                <a:lnTo>
                  <a:pt x="0" y="4669"/>
                </a:lnTo>
                <a:lnTo>
                  <a:pt x="46" y="4670"/>
                </a:lnTo>
                <a:lnTo>
                  <a:pt x="141" y="4559"/>
                </a:lnTo>
                <a:lnTo>
                  <a:pt x="373" y="4361"/>
                </a:lnTo>
                <a:lnTo>
                  <a:pt x="207" y="4357"/>
                </a:lnTo>
                <a:lnTo>
                  <a:pt x="0" y="4414"/>
                </a:lnTo>
                <a:lnTo>
                  <a:pt x="0" y="4304"/>
                </a:lnTo>
                <a:lnTo>
                  <a:pt x="30" y="4308"/>
                </a:lnTo>
                <a:lnTo>
                  <a:pt x="34" y="4308"/>
                </a:lnTo>
                <a:lnTo>
                  <a:pt x="158" y="4267"/>
                </a:lnTo>
                <a:lnTo>
                  <a:pt x="42" y="4263"/>
                </a:lnTo>
                <a:lnTo>
                  <a:pt x="0" y="4300"/>
                </a:lnTo>
                <a:lnTo>
                  <a:pt x="0" y="4178"/>
                </a:lnTo>
                <a:lnTo>
                  <a:pt x="10" y="4167"/>
                </a:lnTo>
                <a:lnTo>
                  <a:pt x="42" y="3988"/>
                </a:lnTo>
                <a:lnTo>
                  <a:pt x="0" y="3967"/>
                </a:lnTo>
                <a:lnTo>
                  <a:pt x="0" y="3909"/>
                </a:lnTo>
                <a:lnTo>
                  <a:pt x="15" y="3923"/>
                </a:lnTo>
                <a:lnTo>
                  <a:pt x="40" y="3927"/>
                </a:lnTo>
                <a:lnTo>
                  <a:pt x="18" y="3860"/>
                </a:lnTo>
                <a:lnTo>
                  <a:pt x="0" y="3871"/>
                </a:lnTo>
                <a:lnTo>
                  <a:pt x="0" y="3821"/>
                </a:lnTo>
                <a:lnTo>
                  <a:pt x="5" y="3818"/>
                </a:lnTo>
                <a:lnTo>
                  <a:pt x="0" y="3802"/>
                </a:lnTo>
                <a:lnTo>
                  <a:pt x="0" y="3674"/>
                </a:lnTo>
                <a:lnTo>
                  <a:pt x="5" y="3681"/>
                </a:lnTo>
                <a:lnTo>
                  <a:pt x="42" y="3796"/>
                </a:lnTo>
                <a:lnTo>
                  <a:pt x="197" y="3705"/>
                </a:lnTo>
                <a:lnTo>
                  <a:pt x="123" y="3644"/>
                </a:lnTo>
                <a:lnTo>
                  <a:pt x="104" y="3627"/>
                </a:lnTo>
                <a:lnTo>
                  <a:pt x="78" y="3594"/>
                </a:lnTo>
                <a:lnTo>
                  <a:pt x="0" y="3583"/>
                </a:lnTo>
                <a:lnTo>
                  <a:pt x="0" y="3539"/>
                </a:lnTo>
                <a:lnTo>
                  <a:pt x="36" y="3544"/>
                </a:lnTo>
                <a:lnTo>
                  <a:pt x="0" y="3499"/>
                </a:lnTo>
                <a:lnTo>
                  <a:pt x="0" y="3418"/>
                </a:lnTo>
                <a:lnTo>
                  <a:pt x="186" y="3320"/>
                </a:lnTo>
                <a:lnTo>
                  <a:pt x="100" y="3211"/>
                </a:lnTo>
                <a:lnTo>
                  <a:pt x="0" y="3184"/>
                </a:lnTo>
                <a:lnTo>
                  <a:pt x="0" y="3142"/>
                </a:lnTo>
                <a:lnTo>
                  <a:pt x="37" y="3153"/>
                </a:lnTo>
                <a:lnTo>
                  <a:pt x="0" y="3120"/>
                </a:lnTo>
                <a:lnTo>
                  <a:pt x="0" y="3052"/>
                </a:lnTo>
                <a:lnTo>
                  <a:pt x="73" y="3013"/>
                </a:lnTo>
                <a:lnTo>
                  <a:pt x="134" y="2991"/>
                </a:lnTo>
                <a:lnTo>
                  <a:pt x="111" y="2926"/>
                </a:lnTo>
                <a:lnTo>
                  <a:pt x="139" y="2812"/>
                </a:lnTo>
                <a:lnTo>
                  <a:pt x="0" y="2774"/>
                </a:lnTo>
                <a:lnTo>
                  <a:pt x="0" y="2717"/>
                </a:lnTo>
                <a:lnTo>
                  <a:pt x="30" y="2706"/>
                </a:lnTo>
                <a:lnTo>
                  <a:pt x="0" y="2682"/>
                </a:lnTo>
                <a:lnTo>
                  <a:pt x="0" y="2627"/>
                </a:lnTo>
                <a:lnTo>
                  <a:pt x="80" y="2688"/>
                </a:lnTo>
                <a:lnTo>
                  <a:pt x="179" y="2651"/>
                </a:lnTo>
                <a:lnTo>
                  <a:pt x="339" y="2508"/>
                </a:lnTo>
                <a:lnTo>
                  <a:pt x="232" y="2428"/>
                </a:lnTo>
                <a:lnTo>
                  <a:pt x="167" y="2410"/>
                </a:lnTo>
                <a:lnTo>
                  <a:pt x="46" y="2454"/>
                </a:lnTo>
                <a:lnTo>
                  <a:pt x="0" y="2499"/>
                </a:lnTo>
                <a:lnTo>
                  <a:pt x="0" y="2439"/>
                </a:lnTo>
                <a:lnTo>
                  <a:pt x="3" y="2435"/>
                </a:lnTo>
                <a:lnTo>
                  <a:pt x="0" y="2437"/>
                </a:lnTo>
                <a:lnTo>
                  <a:pt x="0" y="2390"/>
                </a:lnTo>
                <a:lnTo>
                  <a:pt x="41" y="2375"/>
                </a:lnTo>
                <a:lnTo>
                  <a:pt x="0" y="2363"/>
                </a:lnTo>
                <a:lnTo>
                  <a:pt x="0" y="2318"/>
                </a:lnTo>
                <a:lnTo>
                  <a:pt x="109" y="2349"/>
                </a:lnTo>
                <a:lnTo>
                  <a:pt x="123" y="2344"/>
                </a:lnTo>
                <a:lnTo>
                  <a:pt x="53" y="2287"/>
                </a:lnTo>
                <a:lnTo>
                  <a:pt x="0" y="2292"/>
                </a:lnTo>
                <a:lnTo>
                  <a:pt x="0" y="2249"/>
                </a:lnTo>
                <a:lnTo>
                  <a:pt x="5" y="2247"/>
                </a:lnTo>
                <a:lnTo>
                  <a:pt x="0" y="2242"/>
                </a:lnTo>
                <a:lnTo>
                  <a:pt x="0" y="2144"/>
                </a:lnTo>
                <a:lnTo>
                  <a:pt x="94" y="2134"/>
                </a:lnTo>
                <a:lnTo>
                  <a:pt x="73" y="2124"/>
                </a:lnTo>
                <a:lnTo>
                  <a:pt x="20" y="2099"/>
                </a:lnTo>
                <a:lnTo>
                  <a:pt x="0" y="2107"/>
                </a:lnTo>
                <a:lnTo>
                  <a:pt x="0" y="1967"/>
                </a:lnTo>
                <a:lnTo>
                  <a:pt x="114" y="2000"/>
                </a:lnTo>
                <a:lnTo>
                  <a:pt x="134" y="2010"/>
                </a:lnTo>
                <a:lnTo>
                  <a:pt x="166" y="1998"/>
                </a:lnTo>
                <a:lnTo>
                  <a:pt x="0" y="1949"/>
                </a:lnTo>
                <a:lnTo>
                  <a:pt x="0" y="1905"/>
                </a:lnTo>
                <a:lnTo>
                  <a:pt x="232" y="1972"/>
                </a:lnTo>
                <a:lnTo>
                  <a:pt x="246" y="1967"/>
                </a:lnTo>
                <a:lnTo>
                  <a:pt x="23" y="1763"/>
                </a:lnTo>
                <a:lnTo>
                  <a:pt x="0" y="1772"/>
                </a:lnTo>
                <a:lnTo>
                  <a:pt x="0" y="1684"/>
                </a:lnTo>
                <a:lnTo>
                  <a:pt x="31" y="1713"/>
                </a:lnTo>
                <a:lnTo>
                  <a:pt x="58" y="1702"/>
                </a:lnTo>
                <a:lnTo>
                  <a:pt x="454" y="1616"/>
                </a:lnTo>
                <a:lnTo>
                  <a:pt x="242" y="1411"/>
                </a:lnTo>
                <a:lnTo>
                  <a:pt x="0" y="1466"/>
                </a:lnTo>
                <a:lnTo>
                  <a:pt x="0" y="1422"/>
                </a:lnTo>
                <a:lnTo>
                  <a:pt x="205" y="1376"/>
                </a:lnTo>
                <a:lnTo>
                  <a:pt x="0" y="1181"/>
                </a:lnTo>
                <a:lnTo>
                  <a:pt x="0" y="1119"/>
                </a:lnTo>
                <a:lnTo>
                  <a:pt x="0" y="1120"/>
                </a:lnTo>
                <a:lnTo>
                  <a:pt x="3" y="1123"/>
                </a:lnTo>
                <a:lnTo>
                  <a:pt x="450" y="1017"/>
                </a:lnTo>
                <a:lnTo>
                  <a:pt x="245" y="804"/>
                </a:lnTo>
                <a:lnTo>
                  <a:pt x="0" y="865"/>
                </a:lnTo>
                <a:lnTo>
                  <a:pt x="0" y="821"/>
                </a:lnTo>
                <a:lnTo>
                  <a:pt x="211" y="769"/>
                </a:lnTo>
                <a:lnTo>
                  <a:pt x="122" y="677"/>
                </a:lnTo>
                <a:cubicBezTo>
                  <a:pt x="85" y="638"/>
                  <a:pt x="48" y="599"/>
                  <a:pt x="10" y="559"/>
                </a:cubicBezTo>
                <a:lnTo>
                  <a:pt x="6" y="554"/>
                </a:lnTo>
                <a:lnTo>
                  <a:pt x="0" y="556"/>
                </a:lnTo>
                <a:lnTo>
                  <a:pt x="0" y="479"/>
                </a:lnTo>
                <a:lnTo>
                  <a:pt x="23" y="506"/>
                </a:lnTo>
                <a:lnTo>
                  <a:pt x="128" y="479"/>
                </a:lnTo>
                <a:lnTo>
                  <a:pt x="530" y="423"/>
                </a:lnTo>
                <a:lnTo>
                  <a:pt x="352" y="205"/>
                </a:lnTo>
                <a:lnTo>
                  <a:pt x="0" y="258"/>
                </a:lnTo>
                <a:lnTo>
                  <a:pt x="0" y="214"/>
                </a:lnTo>
                <a:lnTo>
                  <a:pt x="319" y="165"/>
                </a:lnTo>
                <a:close/>
              </a:path>
            </a:pathLst>
          </a:custGeom>
          <a:gradFill rotWithShape="1">
            <a:gsLst>
              <a:gs pos="0">
                <a:srgbClr val="FF7E00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25A305">
                  <a:alpha val="100000"/>
                </a:srgbClr>
              </a:gs>
            </a:gsLst>
            <a:lin ang="0" scaled="1"/>
          </a:gradFill>
          <a:ln w="15725" cap="rnd" cmpd="sng">
            <a:noFill/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9" name="矩形"/>
          <p:cNvSpPr/>
          <p:nvPr/>
        </p:nvSpPr>
        <p:spPr>
          <a:xfrm rot="0">
            <a:off x="0" y="162526"/>
            <a:ext cx="12192000" cy="661347"/>
          </a:xfrm>
          <a:prstGeom prst="rect"/>
          <a:gradFill rotWithShape="1">
            <a:gsLst>
              <a:gs pos="0">
                <a:srgbClr val="113455">
                  <a:lumMod val="50000"/>
                  <a:alpha val="100000"/>
                </a:srgbClr>
              </a:gs>
              <a:gs pos="100000">
                <a:srgbClr val="164269">
                  <a:alpha val="100000"/>
                </a:srgbClr>
              </a:gs>
            </a:gsLst>
            <a:lin ang="5400000" scaled="1"/>
          </a:gradFill>
          <a:ln w="12700" cap="flat" cmpd="sng">
            <a:noFill/>
            <a:prstDash val="solid"/>
            <a:round/>
          </a:ln>
        </p:spPr>
      </p:sp>
      <p:sp>
        <p:nvSpPr>
          <p:cNvPr id="1048890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/>
            <a:r>
              <a:rPr altLang="zh-CN" b="1" sz="3600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Click to edit Master title style</a:t>
            </a:r>
            <a:endParaRPr altLang="en-US" b="1" sz="3600" lang="zh-CN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91" name="文本框"/>
          <p:cNvSpPr>
            <a:spLocks noGrp="1"/>
          </p:cNvSpPr>
          <p:nvPr>
            <p:ph type="body" idx="10"/>
          </p:nvPr>
        </p:nvSpPr>
        <p:spPr>
          <a:xfrm rot="0">
            <a:off x="2607600" y="1354359"/>
            <a:ext cx="6976800" cy="3471863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</a:bodyPr>
          <a:p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Click to edit Master text styles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1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Second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2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Third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3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Fourth level</a:t>
            </a:r>
            <a:endParaRPr altLang="zh-CN" lang="en-US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  <a:p>
            <a:pPr lvl="4"/>
            <a:r>
              <a:rPr altLang="zh-CN" lang="en-US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Fifth level</a:t>
            </a:r>
            <a:endParaRPr altLang="en-US" lang="zh-CN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92" name="曲线"/>
          <p:cNvSpPr/>
          <p:nvPr/>
        </p:nvSpPr>
        <p:spPr>
          <a:xfrm rot="0">
            <a:off x="543" y="4904788"/>
            <a:ext cx="12191457" cy="1953745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2916" y="19654"/>
                </a:moveTo>
                <a:lnTo>
                  <a:pt x="12902" y="19863"/>
                </a:lnTo>
                <a:cubicBezTo>
                  <a:pt x="12897" y="19892"/>
                  <a:pt x="12892" y="19915"/>
                  <a:pt x="12885" y="19932"/>
                </a:cubicBezTo>
                <a:lnTo>
                  <a:pt x="12872" y="19949"/>
                </a:lnTo>
                <a:lnTo>
                  <a:pt x="12872" y="20606"/>
                </a:lnTo>
                <a:lnTo>
                  <a:pt x="13169" y="20606"/>
                </a:lnTo>
                <a:lnTo>
                  <a:pt x="13169" y="19654"/>
                </a:lnTo>
              </a:path>
              <a:path w="21600" h="21600">
                <a:moveTo>
                  <a:pt x="8430" y="19654"/>
                </a:moveTo>
                <a:lnTo>
                  <a:pt x="8430" y="20606"/>
                </a:lnTo>
                <a:lnTo>
                  <a:pt x="8727" y="20606"/>
                </a:lnTo>
                <a:lnTo>
                  <a:pt x="8727" y="19949"/>
                </a:lnTo>
                <a:lnTo>
                  <a:pt x="8714" y="19932"/>
                </a:lnTo>
                <a:cubicBezTo>
                  <a:pt x="8707" y="19915"/>
                  <a:pt x="8702" y="19892"/>
                  <a:pt x="8697" y="19863"/>
                </a:cubicBezTo>
                <a:lnTo>
                  <a:pt x="8683" y="19654"/>
                </a:lnTo>
              </a:path>
              <a:path w="21600" h="21600">
                <a:moveTo>
                  <a:pt x="18995" y="17718"/>
                </a:moveTo>
                <a:lnTo>
                  <a:pt x="18982" y="17911"/>
                </a:lnTo>
                <a:cubicBezTo>
                  <a:pt x="18977" y="17940"/>
                  <a:pt x="18972" y="17963"/>
                  <a:pt x="18965" y="17980"/>
                </a:cubicBezTo>
                <a:lnTo>
                  <a:pt x="18952" y="17997"/>
                </a:lnTo>
                <a:lnTo>
                  <a:pt x="18952" y="20606"/>
                </a:lnTo>
                <a:lnTo>
                  <a:pt x="19610" y="20606"/>
                </a:lnTo>
                <a:lnTo>
                  <a:pt x="19622" y="20418"/>
                </a:lnTo>
                <a:cubicBezTo>
                  <a:pt x="19627" y="20387"/>
                  <a:pt x="19633" y="20363"/>
                  <a:pt x="19639" y="20348"/>
                </a:cubicBezTo>
                <a:lnTo>
                  <a:pt x="19653" y="20331"/>
                </a:lnTo>
                <a:lnTo>
                  <a:pt x="19653" y="17718"/>
                </a:lnTo>
              </a:path>
              <a:path w="21600" h="21600">
                <a:moveTo>
                  <a:pt x="1946" y="17718"/>
                </a:moveTo>
                <a:lnTo>
                  <a:pt x="1946" y="20331"/>
                </a:lnTo>
                <a:lnTo>
                  <a:pt x="1960" y="20348"/>
                </a:lnTo>
                <a:cubicBezTo>
                  <a:pt x="1966" y="20363"/>
                  <a:pt x="1972" y="20387"/>
                  <a:pt x="1977" y="20418"/>
                </a:cubicBezTo>
                <a:lnTo>
                  <a:pt x="1989" y="20606"/>
                </a:lnTo>
                <a:lnTo>
                  <a:pt x="2647" y="20606"/>
                </a:lnTo>
                <a:lnTo>
                  <a:pt x="2647" y="17997"/>
                </a:lnTo>
                <a:lnTo>
                  <a:pt x="2634" y="17980"/>
                </a:lnTo>
                <a:cubicBezTo>
                  <a:pt x="2627" y="17963"/>
                  <a:pt x="2622" y="17940"/>
                  <a:pt x="2617" y="17911"/>
                </a:cubicBezTo>
                <a:lnTo>
                  <a:pt x="2604" y="17718"/>
                </a:lnTo>
              </a:path>
              <a:path w="21600" h="21600">
                <a:moveTo>
                  <a:pt x="13700" y="17460"/>
                </a:moveTo>
                <a:lnTo>
                  <a:pt x="13688" y="17649"/>
                </a:lnTo>
                <a:cubicBezTo>
                  <a:pt x="13683" y="17678"/>
                  <a:pt x="13677" y="17701"/>
                  <a:pt x="13671" y="17718"/>
                </a:cubicBezTo>
                <a:lnTo>
                  <a:pt x="13658" y="17735"/>
                </a:lnTo>
                <a:lnTo>
                  <a:pt x="13658" y="18929"/>
                </a:lnTo>
                <a:lnTo>
                  <a:pt x="14742" y="18929"/>
                </a:lnTo>
                <a:lnTo>
                  <a:pt x="14745" y="18818"/>
                </a:lnTo>
                <a:cubicBezTo>
                  <a:pt x="14752" y="18748"/>
                  <a:pt x="14763" y="18694"/>
                  <a:pt x="14777" y="18674"/>
                </a:cubicBezTo>
                <a:lnTo>
                  <a:pt x="14782" y="18673"/>
                </a:lnTo>
                <a:lnTo>
                  <a:pt x="14782" y="17460"/>
                </a:lnTo>
              </a:path>
              <a:path w="21600" h="21600">
                <a:moveTo>
                  <a:pt x="6817" y="17460"/>
                </a:moveTo>
                <a:lnTo>
                  <a:pt x="6817" y="18673"/>
                </a:lnTo>
                <a:lnTo>
                  <a:pt x="6822" y="18674"/>
                </a:lnTo>
                <a:cubicBezTo>
                  <a:pt x="6836" y="18694"/>
                  <a:pt x="6847" y="18748"/>
                  <a:pt x="6854" y="18818"/>
                </a:cubicBezTo>
                <a:lnTo>
                  <a:pt x="6857" y="18929"/>
                </a:lnTo>
                <a:lnTo>
                  <a:pt x="7941" y="18929"/>
                </a:lnTo>
                <a:lnTo>
                  <a:pt x="7941" y="17735"/>
                </a:lnTo>
                <a:lnTo>
                  <a:pt x="7928" y="17718"/>
                </a:lnTo>
                <a:cubicBezTo>
                  <a:pt x="7922" y="17701"/>
                  <a:pt x="7916" y="17678"/>
                  <a:pt x="7911" y="17649"/>
                </a:cubicBezTo>
                <a:lnTo>
                  <a:pt x="7899" y="17460"/>
                </a:lnTo>
              </a:path>
              <a:path w="21600" h="21600">
                <a:moveTo>
                  <a:pt x="17448" y="16105"/>
                </a:moveTo>
                <a:lnTo>
                  <a:pt x="17436" y="16293"/>
                </a:lnTo>
                <a:cubicBezTo>
                  <a:pt x="17431" y="16325"/>
                  <a:pt x="17425" y="16348"/>
                  <a:pt x="17419" y="16364"/>
                </a:cubicBezTo>
                <a:lnTo>
                  <a:pt x="17406" y="16380"/>
                </a:lnTo>
                <a:lnTo>
                  <a:pt x="17406" y="20332"/>
                </a:lnTo>
                <a:lnTo>
                  <a:pt x="17419" y="20348"/>
                </a:lnTo>
                <a:cubicBezTo>
                  <a:pt x="17425" y="20363"/>
                  <a:pt x="17431" y="20387"/>
                  <a:pt x="17436" y="20418"/>
                </a:cubicBezTo>
                <a:lnTo>
                  <a:pt x="17448" y="20606"/>
                </a:lnTo>
                <a:lnTo>
                  <a:pt x="17657" y="20606"/>
                </a:lnTo>
                <a:lnTo>
                  <a:pt x="17657" y="20522"/>
                </a:lnTo>
                <a:cubicBezTo>
                  <a:pt x="17661" y="20461"/>
                  <a:pt x="17668" y="20411"/>
                  <a:pt x="17676" y="20377"/>
                </a:cubicBezTo>
                <a:lnTo>
                  <a:pt x="17698" y="20336"/>
                </a:lnTo>
                <a:lnTo>
                  <a:pt x="17698" y="16105"/>
                </a:lnTo>
              </a:path>
              <a:path w="21600" h="21600">
                <a:moveTo>
                  <a:pt x="3901" y="16105"/>
                </a:moveTo>
                <a:lnTo>
                  <a:pt x="3901" y="20336"/>
                </a:lnTo>
                <a:lnTo>
                  <a:pt x="3923" y="20377"/>
                </a:lnTo>
                <a:cubicBezTo>
                  <a:pt x="3931" y="20411"/>
                  <a:pt x="3938" y="20461"/>
                  <a:pt x="3942" y="20522"/>
                </a:cubicBezTo>
                <a:lnTo>
                  <a:pt x="3942" y="20606"/>
                </a:lnTo>
                <a:lnTo>
                  <a:pt x="4151" y="20606"/>
                </a:lnTo>
                <a:lnTo>
                  <a:pt x="4163" y="20418"/>
                </a:lnTo>
                <a:cubicBezTo>
                  <a:pt x="4168" y="20387"/>
                  <a:pt x="4174" y="20363"/>
                  <a:pt x="4180" y="20348"/>
                </a:cubicBezTo>
                <a:lnTo>
                  <a:pt x="4193" y="20332"/>
                </a:lnTo>
                <a:lnTo>
                  <a:pt x="4193" y="16380"/>
                </a:lnTo>
                <a:lnTo>
                  <a:pt x="4180" y="16364"/>
                </a:lnTo>
                <a:cubicBezTo>
                  <a:pt x="4174" y="16348"/>
                  <a:pt x="4168" y="16325"/>
                  <a:pt x="4163" y="16293"/>
                </a:cubicBezTo>
                <a:lnTo>
                  <a:pt x="4151" y="16105"/>
                </a:lnTo>
              </a:path>
              <a:path w="21600" h="21600">
                <a:moveTo>
                  <a:pt x="18993" y="15202"/>
                </a:moveTo>
                <a:lnTo>
                  <a:pt x="18993" y="15290"/>
                </a:lnTo>
                <a:cubicBezTo>
                  <a:pt x="18987" y="15372"/>
                  <a:pt x="18977" y="15433"/>
                  <a:pt x="18965" y="15464"/>
                </a:cubicBezTo>
                <a:lnTo>
                  <a:pt x="18952" y="15481"/>
                </a:lnTo>
                <a:lnTo>
                  <a:pt x="18952" y="17369"/>
                </a:lnTo>
                <a:lnTo>
                  <a:pt x="18965" y="17385"/>
                </a:lnTo>
                <a:cubicBezTo>
                  <a:pt x="18972" y="17402"/>
                  <a:pt x="18977" y="17425"/>
                  <a:pt x="18982" y="17455"/>
                </a:cubicBezTo>
                <a:lnTo>
                  <a:pt x="18994" y="17638"/>
                </a:lnTo>
                <a:lnTo>
                  <a:pt x="19665" y="17638"/>
                </a:lnTo>
                <a:lnTo>
                  <a:pt x="19665" y="20332"/>
                </a:lnTo>
                <a:lnTo>
                  <a:pt x="19678" y="20348"/>
                </a:lnTo>
                <a:cubicBezTo>
                  <a:pt x="19684" y="20363"/>
                  <a:pt x="19690" y="20387"/>
                  <a:pt x="19695" y="20418"/>
                </a:cubicBezTo>
                <a:lnTo>
                  <a:pt x="19708" y="20606"/>
                </a:lnTo>
                <a:lnTo>
                  <a:pt x="20190" y="20606"/>
                </a:lnTo>
                <a:lnTo>
                  <a:pt x="20190" y="18442"/>
                </a:lnTo>
                <a:lnTo>
                  <a:pt x="20179" y="18429"/>
                </a:lnTo>
                <a:cubicBezTo>
                  <a:pt x="20173" y="18413"/>
                  <a:pt x="20167" y="18390"/>
                  <a:pt x="20162" y="18358"/>
                </a:cubicBezTo>
                <a:lnTo>
                  <a:pt x="20150" y="18170"/>
                </a:lnTo>
                <a:lnTo>
                  <a:pt x="19901" y="18170"/>
                </a:lnTo>
                <a:lnTo>
                  <a:pt x="19901" y="15202"/>
                </a:lnTo>
              </a:path>
              <a:path w="21600" h="21600">
                <a:moveTo>
                  <a:pt x="1698" y="15202"/>
                </a:moveTo>
                <a:lnTo>
                  <a:pt x="1698" y="18170"/>
                </a:lnTo>
                <a:lnTo>
                  <a:pt x="1449" y="18170"/>
                </a:lnTo>
                <a:lnTo>
                  <a:pt x="1437" y="18358"/>
                </a:lnTo>
                <a:cubicBezTo>
                  <a:pt x="1432" y="18390"/>
                  <a:pt x="1426" y="18413"/>
                  <a:pt x="1420" y="18429"/>
                </a:cubicBezTo>
                <a:lnTo>
                  <a:pt x="1409" y="18442"/>
                </a:lnTo>
                <a:lnTo>
                  <a:pt x="1409" y="20606"/>
                </a:lnTo>
                <a:lnTo>
                  <a:pt x="1891" y="20606"/>
                </a:lnTo>
                <a:lnTo>
                  <a:pt x="1904" y="20418"/>
                </a:lnTo>
                <a:cubicBezTo>
                  <a:pt x="1909" y="20387"/>
                  <a:pt x="1915" y="20363"/>
                  <a:pt x="1921" y="20348"/>
                </a:cubicBezTo>
                <a:lnTo>
                  <a:pt x="1934" y="20332"/>
                </a:lnTo>
                <a:lnTo>
                  <a:pt x="1934" y="17638"/>
                </a:lnTo>
                <a:lnTo>
                  <a:pt x="2605" y="17638"/>
                </a:lnTo>
                <a:lnTo>
                  <a:pt x="2617" y="17455"/>
                </a:lnTo>
                <a:cubicBezTo>
                  <a:pt x="2622" y="17425"/>
                  <a:pt x="2627" y="17402"/>
                  <a:pt x="2634" y="17385"/>
                </a:cubicBezTo>
                <a:lnTo>
                  <a:pt x="2647" y="17369"/>
                </a:lnTo>
                <a:lnTo>
                  <a:pt x="2647" y="15481"/>
                </a:lnTo>
                <a:lnTo>
                  <a:pt x="2634" y="15464"/>
                </a:lnTo>
                <a:cubicBezTo>
                  <a:pt x="2622" y="15433"/>
                  <a:pt x="2612" y="15372"/>
                  <a:pt x="2606" y="15290"/>
                </a:cubicBezTo>
                <a:lnTo>
                  <a:pt x="2606" y="15202"/>
                </a:lnTo>
              </a:path>
              <a:path w="21600" h="21600">
                <a:moveTo>
                  <a:pt x="11250" y="14686"/>
                </a:moveTo>
                <a:lnTo>
                  <a:pt x="11237" y="14874"/>
                </a:lnTo>
                <a:cubicBezTo>
                  <a:pt x="11232" y="14905"/>
                  <a:pt x="11226" y="14929"/>
                  <a:pt x="11220" y="14945"/>
                </a:cubicBezTo>
                <a:lnTo>
                  <a:pt x="11207" y="14960"/>
                </a:lnTo>
                <a:lnTo>
                  <a:pt x="11207" y="20090"/>
                </a:lnTo>
                <a:lnTo>
                  <a:pt x="11587" y="20090"/>
                </a:lnTo>
                <a:lnTo>
                  <a:pt x="11587" y="16864"/>
                </a:lnTo>
                <a:lnTo>
                  <a:pt x="11918" y="16864"/>
                </a:lnTo>
                <a:lnTo>
                  <a:pt x="11929" y="16692"/>
                </a:lnTo>
                <a:cubicBezTo>
                  <a:pt x="11934" y="16663"/>
                  <a:pt x="11939" y="16639"/>
                  <a:pt x="11946" y="16623"/>
                </a:cubicBezTo>
                <a:lnTo>
                  <a:pt x="11960" y="16606"/>
                </a:lnTo>
                <a:lnTo>
                  <a:pt x="11960" y="14961"/>
                </a:lnTo>
                <a:lnTo>
                  <a:pt x="11946" y="14945"/>
                </a:lnTo>
                <a:cubicBezTo>
                  <a:pt x="11940" y="14929"/>
                  <a:pt x="11934" y="14906"/>
                  <a:pt x="11929" y="14874"/>
                </a:cubicBezTo>
                <a:lnTo>
                  <a:pt x="11917" y="14686"/>
                </a:lnTo>
              </a:path>
              <a:path w="21600" h="21600">
                <a:moveTo>
                  <a:pt x="9682" y="14686"/>
                </a:moveTo>
                <a:lnTo>
                  <a:pt x="9670" y="14874"/>
                </a:lnTo>
                <a:cubicBezTo>
                  <a:pt x="9665" y="14906"/>
                  <a:pt x="9659" y="14929"/>
                  <a:pt x="9653" y="14945"/>
                </a:cubicBezTo>
                <a:lnTo>
                  <a:pt x="9639" y="14961"/>
                </a:lnTo>
                <a:lnTo>
                  <a:pt x="9639" y="16606"/>
                </a:lnTo>
                <a:lnTo>
                  <a:pt x="9653" y="16623"/>
                </a:lnTo>
                <a:cubicBezTo>
                  <a:pt x="9660" y="16639"/>
                  <a:pt x="9665" y="16663"/>
                  <a:pt x="9670" y="16692"/>
                </a:cubicBezTo>
                <a:lnTo>
                  <a:pt x="9681" y="16864"/>
                </a:lnTo>
                <a:lnTo>
                  <a:pt x="10012" y="16864"/>
                </a:lnTo>
                <a:lnTo>
                  <a:pt x="10012" y="20090"/>
                </a:lnTo>
                <a:lnTo>
                  <a:pt x="10392" y="20090"/>
                </a:lnTo>
                <a:lnTo>
                  <a:pt x="10392" y="14960"/>
                </a:lnTo>
                <a:lnTo>
                  <a:pt x="10379" y="14945"/>
                </a:lnTo>
                <a:cubicBezTo>
                  <a:pt x="10373" y="14929"/>
                  <a:pt x="10367" y="14905"/>
                  <a:pt x="10362" y="14874"/>
                </a:cubicBezTo>
                <a:lnTo>
                  <a:pt x="10349" y="14686"/>
                </a:lnTo>
              </a:path>
              <a:path w="21600" h="21600">
                <a:moveTo>
                  <a:pt x="20203" y="13718"/>
                </a:moveTo>
                <a:lnTo>
                  <a:pt x="20203" y="17813"/>
                </a:lnTo>
                <a:lnTo>
                  <a:pt x="20218" y="17831"/>
                </a:lnTo>
                <a:cubicBezTo>
                  <a:pt x="20225" y="17847"/>
                  <a:pt x="20230" y="17870"/>
                  <a:pt x="20235" y="17902"/>
                </a:cubicBezTo>
                <a:lnTo>
                  <a:pt x="20248" y="18090"/>
                </a:lnTo>
                <a:lnTo>
                  <a:pt x="21247" y="18090"/>
                </a:lnTo>
                <a:lnTo>
                  <a:pt x="21253" y="17942"/>
                </a:lnTo>
                <a:cubicBezTo>
                  <a:pt x="21257" y="17909"/>
                  <a:pt x="21262" y="17880"/>
                  <a:pt x="21267" y="17858"/>
                </a:cubicBezTo>
                <a:lnTo>
                  <a:pt x="21286" y="17814"/>
                </a:lnTo>
                <a:lnTo>
                  <a:pt x="21286" y="16364"/>
                </a:lnTo>
                <a:lnTo>
                  <a:pt x="20728" y="16364"/>
                </a:lnTo>
                <a:lnTo>
                  <a:pt x="20728" y="13993"/>
                </a:lnTo>
                <a:lnTo>
                  <a:pt x="20714" y="13976"/>
                </a:lnTo>
                <a:cubicBezTo>
                  <a:pt x="20701" y="13942"/>
                  <a:pt x="20691" y="13878"/>
                  <a:pt x="20686" y="13802"/>
                </a:cubicBezTo>
                <a:lnTo>
                  <a:pt x="20686" y="13718"/>
                </a:lnTo>
              </a:path>
              <a:path w="21600" h="21600">
                <a:moveTo>
                  <a:pt x="913" y="13718"/>
                </a:moveTo>
                <a:lnTo>
                  <a:pt x="913" y="13802"/>
                </a:lnTo>
                <a:cubicBezTo>
                  <a:pt x="908" y="13878"/>
                  <a:pt x="898" y="13942"/>
                  <a:pt x="885" y="13976"/>
                </a:cubicBezTo>
                <a:lnTo>
                  <a:pt x="871" y="13993"/>
                </a:lnTo>
                <a:lnTo>
                  <a:pt x="871" y="16364"/>
                </a:lnTo>
                <a:lnTo>
                  <a:pt x="313" y="16364"/>
                </a:lnTo>
                <a:lnTo>
                  <a:pt x="313" y="17814"/>
                </a:lnTo>
                <a:lnTo>
                  <a:pt x="332" y="17858"/>
                </a:lnTo>
                <a:cubicBezTo>
                  <a:pt x="337" y="17880"/>
                  <a:pt x="342" y="17909"/>
                  <a:pt x="346" y="17942"/>
                </a:cubicBezTo>
                <a:lnTo>
                  <a:pt x="352" y="18090"/>
                </a:lnTo>
                <a:lnTo>
                  <a:pt x="1351" y="18090"/>
                </a:lnTo>
                <a:lnTo>
                  <a:pt x="1364" y="17902"/>
                </a:lnTo>
                <a:cubicBezTo>
                  <a:pt x="1369" y="17870"/>
                  <a:pt x="1374" y="17847"/>
                  <a:pt x="1381" y="17831"/>
                </a:cubicBezTo>
                <a:lnTo>
                  <a:pt x="1396" y="17813"/>
                </a:lnTo>
                <a:lnTo>
                  <a:pt x="1396" y="13718"/>
                </a:lnTo>
              </a:path>
              <a:path w="21600" h="21600">
                <a:moveTo>
                  <a:pt x="15539" y="11395"/>
                </a:moveTo>
                <a:lnTo>
                  <a:pt x="15536" y="11538"/>
                </a:lnTo>
                <a:cubicBezTo>
                  <a:pt x="15529" y="11608"/>
                  <a:pt x="15518" y="11662"/>
                  <a:pt x="15504" y="11682"/>
                </a:cubicBezTo>
                <a:lnTo>
                  <a:pt x="15498" y="11683"/>
                </a:lnTo>
                <a:lnTo>
                  <a:pt x="15498" y="13122"/>
                </a:lnTo>
                <a:lnTo>
                  <a:pt x="16011" y="13122"/>
                </a:lnTo>
                <a:lnTo>
                  <a:pt x="16024" y="12931"/>
                </a:lnTo>
                <a:cubicBezTo>
                  <a:pt x="16028" y="12902"/>
                  <a:pt x="16034" y="12878"/>
                  <a:pt x="16040" y="12862"/>
                </a:cubicBezTo>
                <a:lnTo>
                  <a:pt x="16054" y="12844"/>
                </a:lnTo>
                <a:lnTo>
                  <a:pt x="16054" y="11395"/>
                </a:lnTo>
              </a:path>
              <a:path w="21600" h="21600">
                <a:moveTo>
                  <a:pt x="5545" y="11395"/>
                </a:moveTo>
                <a:lnTo>
                  <a:pt x="5545" y="12844"/>
                </a:lnTo>
                <a:lnTo>
                  <a:pt x="5559" y="12862"/>
                </a:lnTo>
                <a:cubicBezTo>
                  <a:pt x="5565" y="12878"/>
                  <a:pt x="5571" y="12902"/>
                  <a:pt x="5575" y="12931"/>
                </a:cubicBezTo>
                <a:lnTo>
                  <a:pt x="5588" y="13122"/>
                </a:lnTo>
                <a:lnTo>
                  <a:pt x="6101" y="13122"/>
                </a:lnTo>
                <a:lnTo>
                  <a:pt x="6101" y="11683"/>
                </a:lnTo>
                <a:lnTo>
                  <a:pt x="6095" y="11682"/>
                </a:lnTo>
                <a:cubicBezTo>
                  <a:pt x="6081" y="11662"/>
                  <a:pt x="6070" y="11608"/>
                  <a:pt x="6063" y="11538"/>
                </a:cubicBezTo>
                <a:lnTo>
                  <a:pt x="6060" y="11395"/>
                </a:lnTo>
              </a:path>
              <a:path w="21600" h="21600">
                <a:moveTo>
                  <a:pt x="11207" y="10492"/>
                </a:moveTo>
                <a:lnTo>
                  <a:pt x="11207" y="14332"/>
                </a:lnTo>
                <a:lnTo>
                  <a:pt x="11220" y="14347"/>
                </a:lnTo>
                <a:cubicBezTo>
                  <a:pt x="11226" y="14363"/>
                  <a:pt x="11232" y="14386"/>
                  <a:pt x="11237" y="14418"/>
                </a:cubicBezTo>
                <a:lnTo>
                  <a:pt x="11250" y="14606"/>
                </a:lnTo>
                <a:lnTo>
                  <a:pt x="11917" y="14606"/>
                </a:lnTo>
                <a:lnTo>
                  <a:pt x="11929" y="14418"/>
                </a:lnTo>
                <a:cubicBezTo>
                  <a:pt x="11934" y="14386"/>
                  <a:pt x="11940" y="14363"/>
                  <a:pt x="11946" y="14347"/>
                </a:cubicBezTo>
                <a:lnTo>
                  <a:pt x="11960" y="14331"/>
                </a:lnTo>
                <a:lnTo>
                  <a:pt x="11960" y="12879"/>
                </a:lnTo>
                <a:lnTo>
                  <a:pt x="11401" y="12879"/>
                </a:lnTo>
                <a:lnTo>
                  <a:pt x="11401" y="10743"/>
                </a:lnTo>
                <a:lnTo>
                  <a:pt x="11388" y="10727"/>
                </a:lnTo>
                <a:cubicBezTo>
                  <a:pt x="11382" y="10711"/>
                  <a:pt x="11376" y="10687"/>
                  <a:pt x="11371" y="10656"/>
                </a:cubicBezTo>
                <a:lnTo>
                  <a:pt x="11360" y="10492"/>
                </a:lnTo>
              </a:path>
              <a:path w="21600" h="21600">
                <a:moveTo>
                  <a:pt x="10239" y="10492"/>
                </a:moveTo>
                <a:lnTo>
                  <a:pt x="10228" y="10656"/>
                </a:lnTo>
                <a:cubicBezTo>
                  <a:pt x="10223" y="10687"/>
                  <a:pt x="10217" y="10711"/>
                  <a:pt x="10211" y="10727"/>
                </a:cubicBezTo>
                <a:lnTo>
                  <a:pt x="10198" y="10743"/>
                </a:lnTo>
                <a:lnTo>
                  <a:pt x="10198" y="12879"/>
                </a:lnTo>
                <a:lnTo>
                  <a:pt x="9639" y="12879"/>
                </a:lnTo>
                <a:lnTo>
                  <a:pt x="9639" y="14331"/>
                </a:lnTo>
                <a:lnTo>
                  <a:pt x="9653" y="14347"/>
                </a:lnTo>
                <a:cubicBezTo>
                  <a:pt x="9659" y="14363"/>
                  <a:pt x="9665" y="14386"/>
                  <a:pt x="9670" y="14418"/>
                </a:cubicBezTo>
                <a:lnTo>
                  <a:pt x="9682" y="14606"/>
                </a:lnTo>
                <a:lnTo>
                  <a:pt x="10349" y="14606"/>
                </a:lnTo>
                <a:lnTo>
                  <a:pt x="10362" y="14418"/>
                </a:lnTo>
                <a:cubicBezTo>
                  <a:pt x="10367" y="14386"/>
                  <a:pt x="10373" y="14363"/>
                  <a:pt x="10379" y="14347"/>
                </a:cubicBezTo>
                <a:lnTo>
                  <a:pt x="10392" y="14332"/>
                </a:lnTo>
                <a:lnTo>
                  <a:pt x="10392" y="10492"/>
                </a:lnTo>
              </a:path>
              <a:path w="21600" h="21600">
                <a:moveTo>
                  <a:pt x="17101" y="10105"/>
                </a:moveTo>
                <a:lnTo>
                  <a:pt x="17101" y="16025"/>
                </a:lnTo>
                <a:lnTo>
                  <a:pt x="17350" y="16025"/>
                </a:lnTo>
                <a:lnTo>
                  <a:pt x="17363" y="15837"/>
                </a:lnTo>
                <a:cubicBezTo>
                  <a:pt x="17368" y="15806"/>
                  <a:pt x="17374" y="15782"/>
                  <a:pt x="17380" y="15766"/>
                </a:cubicBezTo>
                <a:lnTo>
                  <a:pt x="17393" y="15750"/>
                </a:lnTo>
                <a:lnTo>
                  <a:pt x="17393" y="10105"/>
                </a:lnTo>
              </a:path>
              <a:path w="21600" h="21600">
                <a:moveTo>
                  <a:pt x="4206" y="10105"/>
                </a:moveTo>
                <a:lnTo>
                  <a:pt x="4206" y="15750"/>
                </a:lnTo>
                <a:lnTo>
                  <a:pt x="4219" y="15766"/>
                </a:lnTo>
                <a:cubicBezTo>
                  <a:pt x="4225" y="15782"/>
                  <a:pt x="4231" y="15806"/>
                  <a:pt x="4236" y="15837"/>
                </a:cubicBezTo>
                <a:lnTo>
                  <a:pt x="4249" y="16025"/>
                </a:lnTo>
                <a:lnTo>
                  <a:pt x="4498" y="16025"/>
                </a:lnTo>
                <a:lnTo>
                  <a:pt x="4498" y="10105"/>
                </a:lnTo>
              </a:path>
              <a:path w="21600" h="21600">
                <a:moveTo>
                  <a:pt x="11416" y="326"/>
                </a:moveTo>
                <a:cubicBezTo>
                  <a:pt x="11436" y="347"/>
                  <a:pt x="11453" y="440"/>
                  <a:pt x="11458" y="570"/>
                </a:cubicBezTo>
                <a:cubicBezTo>
                  <a:pt x="11465" y="743"/>
                  <a:pt x="11447" y="917"/>
                  <a:pt x="11420" y="958"/>
                </a:cubicBezTo>
                <a:lnTo>
                  <a:pt x="11414" y="959"/>
                </a:lnTo>
                <a:lnTo>
                  <a:pt x="11414" y="10114"/>
                </a:lnTo>
                <a:lnTo>
                  <a:pt x="11427" y="10129"/>
                </a:lnTo>
                <a:cubicBezTo>
                  <a:pt x="11433" y="10145"/>
                  <a:pt x="11439" y="10168"/>
                  <a:pt x="11444" y="10200"/>
                </a:cubicBezTo>
                <a:lnTo>
                  <a:pt x="11458" y="10412"/>
                </a:lnTo>
                <a:lnTo>
                  <a:pt x="11867" y="10412"/>
                </a:lnTo>
                <a:lnTo>
                  <a:pt x="11867" y="4389"/>
                </a:lnTo>
                <a:lnTo>
                  <a:pt x="11851" y="4370"/>
                </a:lnTo>
                <a:cubicBezTo>
                  <a:pt x="11833" y="4321"/>
                  <a:pt x="11820" y="4206"/>
                  <a:pt x="11820" y="4073"/>
                </a:cubicBezTo>
                <a:cubicBezTo>
                  <a:pt x="11820" y="3894"/>
                  <a:pt x="11843" y="3750"/>
                  <a:pt x="11871" y="3750"/>
                </a:cubicBezTo>
                <a:cubicBezTo>
                  <a:pt x="11900" y="3750"/>
                  <a:pt x="11923" y="3894"/>
                  <a:pt x="11923" y="4073"/>
                </a:cubicBezTo>
                <a:cubicBezTo>
                  <a:pt x="11923" y="4206"/>
                  <a:pt x="11910" y="4321"/>
                  <a:pt x="11892" y="4370"/>
                </a:cubicBezTo>
                <a:lnTo>
                  <a:pt x="11879" y="4385"/>
                </a:lnTo>
                <a:lnTo>
                  <a:pt x="11879" y="10492"/>
                </a:lnTo>
                <a:lnTo>
                  <a:pt x="11455" y="10492"/>
                </a:lnTo>
                <a:lnTo>
                  <a:pt x="11444" y="10656"/>
                </a:lnTo>
                <a:cubicBezTo>
                  <a:pt x="11439" y="10687"/>
                  <a:pt x="11433" y="10711"/>
                  <a:pt x="11427" y="10727"/>
                </a:cubicBezTo>
                <a:lnTo>
                  <a:pt x="11414" y="10742"/>
                </a:lnTo>
                <a:lnTo>
                  <a:pt x="11414" y="12799"/>
                </a:lnTo>
                <a:lnTo>
                  <a:pt x="11972" y="12799"/>
                </a:lnTo>
                <a:lnTo>
                  <a:pt x="11972" y="14332"/>
                </a:lnTo>
                <a:lnTo>
                  <a:pt x="11985" y="14347"/>
                </a:lnTo>
                <a:cubicBezTo>
                  <a:pt x="11991" y="14363"/>
                  <a:pt x="11997" y="14386"/>
                  <a:pt x="12002" y="14418"/>
                </a:cubicBezTo>
                <a:lnTo>
                  <a:pt x="12015" y="14606"/>
                </a:lnTo>
                <a:lnTo>
                  <a:pt x="12394" y="14606"/>
                </a:lnTo>
                <a:lnTo>
                  <a:pt x="12394" y="6024"/>
                </a:lnTo>
                <a:lnTo>
                  <a:pt x="13769" y="6024"/>
                </a:lnTo>
                <a:lnTo>
                  <a:pt x="13769" y="4387"/>
                </a:lnTo>
                <a:lnTo>
                  <a:pt x="13755" y="4370"/>
                </a:lnTo>
                <a:cubicBezTo>
                  <a:pt x="13737" y="4321"/>
                  <a:pt x="13724" y="4206"/>
                  <a:pt x="13724" y="4073"/>
                </a:cubicBezTo>
                <a:cubicBezTo>
                  <a:pt x="13724" y="3894"/>
                  <a:pt x="13747" y="3750"/>
                  <a:pt x="13775" y="3750"/>
                </a:cubicBezTo>
                <a:cubicBezTo>
                  <a:pt x="13804" y="3750"/>
                  <a:pt x="13827" y="3894"/>
                  <a:pt x="13827" y="4073"/>
                </a:cubicBezTo>
                <a:cubicBezTo>
                  <a:pt x="13827" y="4206"/>
                  <a:pt x="13814" y="4321"/>
                  <a:pt x="13795" y="4370"/>
                </a:cubicBezTo>
                <a:lnTo>
                  <a:pt x="13782" y="4387"/>
                </a:lnTo>
                <a:lnTo>
                  <a:pt x="13782" y="6105"/>
                </a:lnTo>
                <a:lnTo>
                  <a:pt x="12407" y="6105"/>
                </a:lnTo>
                <a:lnTo>
                  <a:pt x="12407" y="14686"/>
                </a:lnTo>
                <a:lnTo>
                  <a:pt x="12015" y="14686"/>
                </a:lnTo>
                <a:lnTo>
                  <a:pt x="12002" y="14874"/>
                </a:lnTo>
                <a:cubicBezTo>
                  <a:pt x="11997" y="14906"/>
                  <a:pt x="11991" y="14929"/>
                  <a:pt x="11985" y="14945"/>
                </a:cubicBezTo>
                <a:lnTo>
                  <a:pt x="11972" y="14960"/>
                </a:lnTo>
                <a:lnTo>
                  <a:pt x="11972" y="16606"/>
                </a:lnTo>
                <a:lnTo>
                  <a:pt x="11986" y="16623"/>
                </a:lnTo>
                <a:cubicBezTo>
                  <a:pt x="11992" y="16639"/>
                  <a:pt x="11998" y="16663"/>
                  <a:pt x="12002" y="16692"/>
                </a:cubicBezTo>
                <a:lnTo>
                  <a:pt x="12014" y="16864"/>
                </a:lnTo>
                <a:lnTo>
                  <a:pt x="12283" y="16864"/>
                </a:lnTo>
                <a:lnTo>
                  <a:pt x="12283" y="19574"/>
                </a:lnTo>
                <a:lnTo>
                  <a:pt x="12818" y="19574"/>
                </a:lnTo>
                <a:lnTo>
                  <a:pt x="12829" y="19406"/>
                </a:lnTo>
                <a:cubicBezTo>
                  <a:pt x="12833" y="19377"/>
                  <a:pt x="12839" y="19354"/>
                  <a:pt x="12845" y="19337"/>
                </a:cubicBezTo>
                <a:lnTo>
                  <a:pt x="12859" y="19320"/>
                </a:lnTo>
                <a:lnTo>
                  <a:pt x="12859" y="13638"/>
                </a:lnTo>
                <a:lnTo>
                  <a:pt x="13169" y="13638"/>
                </a:lnTo>
                <a:lnTo>
                  <a:pt x="13169" y="8446"/>
                </a:lnTo>
                <a:lnTo>
                  <a:pt x="13154" y="8426"/>
                </a:lnTo>
                <a:cubicBezTo>
                  <a:pt x="13136" y="8377"/>
                  <a:pt x="13123" y="8263"/>
                  <a:pt x="13123" y="8129"/>
                </a:cubicBezTo>
                <a:cubicBezTo>
                  <a:pt x="13123" y="7951"/>
                  <a:pt x="13146" y="7807"/>
                  <a:pt x="13174" y="7807"/>
                </a:cubicBezTo>
                <a:cubicBezTo>
                  <a:pt x="13203" y="7807"/>
                  <a:pt x="13226" y="7951"/>
                  <a:pt x="13226" y="8129"/>
                </a:cubicBezTo>
                <a:cubicBezTo>
                  <a:pt x="13226" y="8263"/>
                  <a:pt x="13213" y="8377"/>
                  <a:pt x="13194" y="8426"/>
                </a:cubicBezTo>
                <a:lnTo>
                  <a:pt x="13182" y="8442"/>
                </a:lnTo>
                <a:lnTo>
                  <a:pt x="13182" y="13718"/>
                </a:lnTo>
                <a:lnTo>
                  <a:pt x="12872" y="13718"/>
                </a:lnTo>
                <a:lnTo>
                  <a:pt x="12872" y="19320"/>
                </a:lnTo>
                <a:lnTo>
                  <a:pt x="12885" y="19337"/>
                </a:lnTo>
                <a:cubicBezTo>
                  <a:pt x="12892" y="19354"/>
                  <a:pt x="12897" y="19377"/>
                  <a:pt x="12902" y="19406"/>
                </a:cubicBezTo>
                <a:lnTo>
                  <a:pt x="12913" y="19574"/>
                </a:lnTo>
                <a:lnTo>
                  <a:pt x="13169" y="19574"/>
                </a:lnTo>
                <a:lnTo>
                  <a:pt x="13169" y="17380"/>
                </a:lnTo>
                <a:lnTo>
                  <a:pt x="13602" y="17380"/>
                </a:lnTo>
                <a:lnTo>
                  <a:pt x="13615" y="17192"/>
                </a:lnTo>
                <a:cubicBezTo>
                  <a:pt x="13619" y="17163"/>
                  <a:pt x="13625" y="17140"/>
                  <a:pt x="13631" y="17123"/>
                </a:cubicBezTo>
                <a:lnTo>
                  <a:pt x="13645" y="17106"/>
                </a:lnTo>
                <a:lnTo>
                  <a:pt x="13645" y="14348"/>
                </a:lnTo>
                <a:lnTo>
                  <a:pt x="14286" y="14348"/>
                </a:lnTo>
                <a:lnTo>
                  <a:pt x="14286" y="7478"/>
                </a:lnTo>
                <a:lnTo>
                  <a:pt x="14271" y="7459"/>
                </a:lnTo>
                <a:cubicBezTo>
                  <a:pt x="14252" y="7410"/>
                  <a:pt x="14239" y="7295"/>
                  <a:pt x="14239" y="7161"/>
                </a:cubicBezTo>
                <a:cubicBezTo>
                  <a:pt x="14239" y="6983"/>
                  <a:pt x="14262" y="6839"/>
                  <a:pt x="14291" y="6839"/>
                </a:cubicBezTo>
                <a:cubicBezTo>
                  <a:pt x="14320" y="6839"/>
                  <a:pt x="14343" y="6983"/>
                  <a:pt x="14343" y="7161"/>
                </a:cubicBezTo>
                <a:cubicBezTo>
                  <a:pt x="14343" y="7295"/>
                  <a:pt x="14330" y="7410"/>
                  <a:pt x="14311" y="7459"/>
                </a:cubicBezTo>
                <a:lnTo>
                  <a:pt x="14299" y="7474"/>
                </a:lnTo>
                <a:lnTo>
                  <a:pt x="14299" y="14428"/>
                </a:lnTo>
                <a:lnTo>
                  <a:pt x="13658" y="14428"/>
                </a:lnTo>
                <a:lnTo>
                  <a:pt x="13658" y="17106"/>
                </a:lnTo>
                <a:lnTo>
                  <a:pt x="13671" y="17123"/>
                </a:lnTo>
                <a:cubicBezTo>
                  <a:pt x="13677" y="17140"/>
                  <a:pt x="13683" y="17163"/>
                  <a:pt x="13688" y="17192"/>
                </a:cubicBezTo>
                <a:lnTo>
                  <a:pt x="13700" y="17380"/>
                </a:lnTo>
                <a:lnTo>
                  <a:pt x="14795" y="17380"/>
                </a:lnTo>
                <a:lnTo>
                  <a:pt x="14795" y="18670"/>
                </a:lnTo>
                <a:lnTo>
                  <a:pt x="14797" y="18670"/>
                </a:lnTo>
                <a:cubicBezTo>
                  <a:pt x="14817" y="18691"/>
                  <a:pt x="14834" y="18784"/>
                  <a:pt x="14839" y="18914"/>
                </a:cubicBezTo>
                <a:lnTo>
                  <a:pt x="14839" y="18929"/>
                </a:lnTo>
                <a:lnTo>
                  <a:pt x="15041" y="18929"/>
                </a:lnTo>
                <a:lnTo>
                  <a:pt x="15041" y="14983"/>
                </a:lnTo>
                <a:lnTo>
                  <a:pt x="15026" y="14965"/>
                </a:lnTo>
                <a:cubicBezTo>
                  <a:pt x="15020" y="14950"/>
                  <a:pt x="15014" y="14926"/>
                  <a:pt x="15009" y="14895"/>
                </a:cubicBezTo>
                <a:lnTo>
                  <a:pt x="14995" y="14686"/>
                </a:lnTo>
                <a:lnTo>
                  <a:pt x="14741" y="14686"/>
                </a:lnTo>
                <a:lnTo>
                  <a:pt x="14741" y="7121"/>
                </a:lnTo>
                <a:lnTo>
                  <a:pt x="15175" y="7121"/>
                </a:lnTo>
                <a:lnTo>
                  <a:pt x="15175" y="4389"/>
                </a:lnTo>
                <a:lnTo>
                  <a:pt x="15160" y="4370"/>
                </a:lnTo>
                <a:cubicBezTo>
                  <a:pt x="15142" y="4321"/>
                  <a:pt x="15129" y="4206"/>
                  <a:pt x="15129" y="4073"/>
                </a:cubicBezTo>
                <a:cubicBezTo>
                  <a:pt x="15129" y="3894"/>
                  <a:pt x="15152" y="3750"/>
                  <a:pt x="15180" y="3750"/>
                </a:cubicBezTo>
                <a:cubicBezTo>
                  <a:pt x="15209" y="3750"/>
                  <a:pt x="15232" y="3894"/>
                  <a:pt x="15232" y="4073"/>
                </a:cubicBezTo>
                <a:cubicBezTo>
                  <a:pt x="15232" y="4206"/>
                  <a:pt x="15219" y="4321"/>
                  <a:pt x="15200" y="4370"/>
                </a:cubicBezTo>
                <a:lnTo>
                  <a:pt x="15188" y="4385"/>
                </a:lnTo>
                <a:lnTo>
                  <a:pt x="15188" y="7201"/>
                </a:lnTo>
                <a:lnTo>
                  <a:pt x="14754" y="7201"/>
                </a:lnTo>
                <a:lnTo>
                  <a:pt x="14754" y="14606"/>
                </a:lnTo>
                <a:lnTo>
                  <a:pt x="14998" y="14606"/>
                </a:lnTo>
                <a:lnTo>
                  <a:pt x="15009" y="14438"/>
                </a:lnTo>
                <a:cubicBezTo>
                  <a:pt x="15014" y="14407"/>
                  <a:pt x="15020" y="14383"/>
                  <a:pt x="15026" y="14368"/>
                </a:cubicBezTo>
                <a:lnTo>
                  <a:pt x="15041" y="14350"/>
                </a:lnTo>
                <a:lnTo>
                  <a:pt x="15041" y="11315"/>
                </a:lnTo>
                <a:lnTo>
                  <a:pt x="15445" y="11315"/>
                </a:lnTo>
                <a:lnTo>
                  <a:pt x="15448" y="11198"/>
                </a:lnTo>
                <a:cubicBezTo>
                  <a:pt x="15455" y="11128"/>
                  <a:pt x="15466" y="11074"/>
                  <a:pt x="15480" y="11054"/>
                </a:cubicBezTo>
                <a:lnTo>
                  <a:pt x="15486" y="11053"/>
                </a:lnTo>
                <a:lnTo>
                  <a:pt x="15486" y="8831"/>
                </a:lnTo>
                <a:lnTo>
                  <a:pt x="15909" y="8831"/>
                </a:lnTo>
                <a:lnTo>
                  <a:pt x="15909" y="6381"/>
                </a:lnTo>
                <a:lnTo>
                  <a:pt x="15894" y="6362"/>
                </a:lnTo>
                <a:cubicBezTo>
                  <a:pt x="15876" y="6313"/>
                  <a:pt x="15863" y="6198"/>
                  <a:pt x="15863" y="6064"/>
                </a:cubicBezTo>
                <a:cubicBezTo>
                  <a:pt x="15863" y="5886"/>
                  <a:pt x="15886" y="5742"/>
                  <a:pt x="15914" y="5742"/>
                </a:cubicBezTo>
                <a:cubicBezTo>
                  <a:pt x="15943" y="5742"/>
                  <a:pt x="15966" y="5886"/>
                  <a:pt x="15966" y="6064"/>
                </a:cubicBezTo>
                <a:cubicBezTo>
                  <a:pt x="15966" y="6198"/>
                  <a:pt x="15953" y="6313"/>
                  <a:pt x="15934" y="6362"/>
                </a:cubicBezTo>
                <a:lnTo>
                  <a:pt x="15922" y="6377"/>
                </a:lnTo>
                <a:lnTo>
                  <a:pt x="15922" y="8911"/>
                </a:lnTo>
                <a:lnTo>
                  <a:pt x="15498" y="8911"/>
                </a:lnTo>
                <a:lnTo>
                  <a:pt x="15498" y="11050"/>
                </a:lnTo>
                <a:lnTo>
                  <a:pt x="15501" y="11050"/>
                </a:lnTo>
                <a:cubicBezTo>
                  <a:pt x="15520" y="11071"/>
                  <a:pt x="15537" y="11164"/>
                  <a:pt x="15542" y="11294"/>
                </a:cubicBezTo>
                <a:lnTo>
                  <a:pt x="15542" y="11315"/>
                </a:lnTo>
                <a:lnTo>
                  <a:pt x="16067" y="11315"/>
                </a:lnTo>
                <a:lnTo>
                  <a:pt x="16067" y="12845"/>
                </a:lnTo>
                <a:lnTo>
                  <a:pt x="16080" y="12862"/>
                </a:lnTo>
                <a:cubicBezTo>
                  <a:pt x="16087" y="12878"/>
                  <a:pt x="16092" y="12902"/>
                  <a:pt x="16097" y="12931"/>
                </a:cubicBezTo>
                <a:lnTo>
                  <a:pt x="16110" y="13122"/>
                </a:lnTo>
                <a:lnTo>
                  <a:pt x="16625" y="13122"/>
                </a:lnTo>
                <a:lnTo>
                  <a:pt x="16625" y="20606"/>
                </a:lnTo>
                <a:lnTo>
                  <a:pt x="17350" y="20606"/>
                </a:lnTo>
                <a:lnTo>
                  <a:pt x="17363" y="20418"/>
                </a:lnTo>
                <a:cubicBezTo>
                  <a:pt x="17368" y="20387"/>
                  <a:pt x="17374" y="20363"/>
                  <a:pt x="17380" y="20348"/>
                </a:cubicBezTo>
                <a:lnTo>
                  <a:pt x="17393" y="20331"/>
                </a:lnTo>
                <a:lnTo>
                  <a:pt x="17393" y="16380"/>
                </a:lnTo>
                <a:lnTo>
                  <a:pt x="17380" y="16364"/>
                </a:lnTo>
                <a:cubicBezTo>
                  <a:pt x="17374" y="16348"/>
                  <a:pt x="17368" y="16325"/>
                  <a:pt x="17363" y="16293"/>
                </a:cubicBezTo>
                <a:lnTo>
                  <a:pt x="17350" y="16105"/>
                </a:lnTo>
                <a:lnTo>
                  <a:pt x="17088" y="16105"/>
                </a:lnTo>
                <a:lnTo>
                  <a:pt x="17088" y="10105"/>
                </a:lnTo>
                <a:lnTo>
                  <a:pt x="16561" y="10105"/>
                </a:lnTo>
                <a:lnTo>
                  <a:pt x="16549" y="10293"/>
                </a:lnTo>
                <a:cubicBezTo>
                  <a:pt x="16539" y="10351"/>
                  <a:pt x="16526" y="10387"/>
                  <a:pt x="16512" y="10387"/>
                </a:cubicBezTo>
                <a:cubicBezTo>
                  <a:pt x="16484" y="10387"/>
                  <a:pt x="16460" y="10243"/>
                  <a:pt x="16460" y="10065"/>
                </a:cubicBezTo>
                <a:cubicBezTo>
                  <a:pt x="16460" y="9887"/>
                  <a:pt x="16484" y="9742"/>
                  <a:pt x="16512" y="9742"/>
                </a:cubicBezTo>
                <a:cubicBezTo>
                  <a:pt x="16526" y="9742"/>
                  <a:pt x="16539" y="9778"/>
                  <a:pt x="16549" y="9837"/>
                </a:cubicBezTo>
                <a:lnTo>
                  <a:pt x="16561" y="10025"/>
                </a:lnTo>
                <a:lnTo>
                  <a:pt x="17088" y="10025"/>
                </a:lnTo>
                <a:lnTo>
                  <a:pt x="17088" y="5411"/>
                </a:lnTo>
                <a:lnTo>
                  <a:pt x="17087" y="5411"/>
                </a:lnTo>
                <a:cubicBezTo>
                  <a:pt x="17067" y="5383"/>
                  <a:pt x="17051" y="5285"/>
                  <a:pt x="17047" y="5153"/>
                </a:cubicBezTo>
                <a:cubicBezTo>
                  <a:pt x="17042" y="4978"/>
                  <a:pt x="17061" y="4810"/>
                  <a:pt x="17089" y="4779"/>
                </a:cubicBezTo>
                <a:cubicBezTo>
                  <a:pt x="17117" y="4747"/>
                  <a:pt x="17144" y="4863"/>
                  <a:pt x="17149" y="5039"/>
                </a:cubicBezTo>
                <a:cubicBezTo>
                  <a:pt x="17154" y="5214"/>
                  <a:pt x="17135" y="5382"/>
                  <a:pt x="17107" y="5413"/>
                </a:cubicBezTo>
                <a:lnTo>
                  <a:pt x="17101" y="5413"/>
                </a:lnTo>
                <a:lnTo>
                  <a:pt x="17101" y="10025"/>
                </a:lnTo>
                <a:lnTo>
                  <a:pt x="17406" y="10025"/>
                </a:lnTo>
                <a:lnTo>
                  <a:pt x="17406" y="15751"/>
                </a:lnTo>
                <a:lnTo>
                  <a:pt x="17419" y="15766"/>
                </a:lnTo>
                <a:cubicBezTo>
                  <a:pt x="17425" y="15782"/>
                  <a:pt x="17431" y="15806"/>
                  <a:pt x="17436" y="15837"/>
                </a:cubicBezTo>
                <a:lnTo>
                  <a:pt x="17448" y="16025"/>
                </a:lnTo>
                <a:lnTo>
                  <a:pt x="17711" y="16025"/>
                </a:lnTo>
                <a:lnTo>
                  <a:pt x="17711" y="20333"/>
                </a:lnTo>
                <a:lnTo>
                  <a:pt x="17724" y="20349"/>
                </a:lnTo>
                <a:cubicBezTo>
                  <a:pt x="17738" y="20384"/>
                  <a:pt x="17747" y="20448"/>
                  <a:pt x="17752" y="20525"/>
                </a:cubicBezTo>
                <a:lnTo>
                  <a:pt x="17752" y="20606"/>
                </a:lnTo>
                <a:lnTo>
                  <a:pt x="18060" y="20606"/>
                </a:lnTo>
                <a:lnTo>
                  <a:pt x="18064" y="20475"/>
                </a:lnTo>
                <a:cubicBezTo>
                  <a:pt x="18071" y="20405"/>
                  <a:pt x="18082" y="20352"/>
                  <a:pt x="18096" y="20332"/>
                </a:cubicBezTo>
                <a:cubicBezTo>
                  <a:pt x="18103" y="20322"/>
                  <a:pt x="18110" y="20322"/>
                  <a:pt x="18117" y="20329"/>
                </a:cubicBezTo>
                <a:cubicBezTo>
                  <a:pt x="18137" y="20351"/>
                  <a:pt x="18153" y="20445"/>
                  <a:pt x="18158" y="20575"/>
                </a:cubicBezTo>
                <a:cubicBezTo>
                  <a:pt x="18164" y="20749"/>
                  <a:pt x="18147" y="20922"/>
                  <a:pt x="18119" y="20961"/>
                </a:cubicBezTo>
                <a:cubicBezTo>
                  <a:pt x="18091" y="21001"/>
                  <a:pt x="18064" y="20892"/>
                  <a:pt x="18057" y="20718"/>
                </a:cubicBezTo>
                <a:lnTo>
                  <a:pt x="18058" y="20686"/>
                </a:lnTo>
                <a:lnTo>
                  <a:pt x="17752" y="20686"/>
                </a:lnTo>
                <a:lnTo>
                  <a:pt x="17752" y="20772"/>
                </a:lnTo>
                <a:cubicBezTo>
                  <a:pt x="17747" y="20854"/>
                  <a:pt x="17736" y="20914"/>
                  <a:pt x="17724" y="20945"/>
                </a:cubicBezTo>
                <a:lnTo>
                  <a:pt x="17711" y="20961"/>
                </a:lnTo>
                <a:lnTo>
                  <a:pt x="17711" y="21600"/>
                </a:lnTo>
                <a:lnTo>
                  <a:pt x="17698" y="21600"/>
                </a:lnTo>
                <a:lnTo>
                  <a:pt x="17698" y="20962"/>
                </a:lnTo>
                <a:lnTo>
                  <a:pt x="17684" y="20944"/>
                </a:lnTo>
                <a:cubicBezTo>
                  <a:pt x="17671" y="20910"/>
                  <a:pt x="17662" y="20846"/>
                  <a:pt x="17657" y="20769"/>
                </a:cubicBezTo>
                <a:lnTo>
                  <a:pt x="17657" y="20686"/>
                </a:lnTo>
                <a:lnTo>
                  <a:pt x="17448" y="20686"/>
                </a:lnTo>
                <a:lnTo>
                  <a:pt x="17436" y="20875"/>
                </a:lnTo>
                <a:cubicBezTo>
                  <a:pt x="17431" y="20906"/>
                  <a:pt x="17425" y="20930"/>
                  <a:pt x="17419" y="20945"/>
                </a:cubicBezTo>
                <a:lnTo>
                  <a:pt x="17406" y="20961"/>
                </a:lnTo>
                <a:lnTo>
                  <a:pt x="17406" y="21600"/>
                </a:lnTo>
                <a:lnTo>
                  <a:pt x="17393" y="21600"/>
                </a:lnTo>
                <a:lnTo>
                  <a:pt x="17393" y="20962"/>
                </a:lnTo>
                <a:lnTo>
                  <a:pt x="17380" y="20945"/>
                </a:lnTo>
                <a:cubicBezTo>
                  <a:pt x="17374" y="20930"/>
                  <a:pt x="17368" y="20906"/>
                  <a:pt x="17363" y="20875"/>
                </a:cubicBezTo>
                <a:lnTo>
                  <a:pt x="17350" y="20686"/>
                </a:lnTo>
                <a:lnTo>
                  <a:pt x="16613" y="20686"/>
                </a:lnTo>
                <a:lnTo>
                  <a:pt x="16613" y="13202"/>
                </a:lnTo>
                <a:lnTo>
                  <a:pt x="16109" y="13202"/>
                </a:lnTo>
                <a:lnTo>
                  <a:pt x="16097" y="13387"/>
                </a:lnTo>
                <a:cubicBezTo>
                  <a:pt x="16092" y="13416"/>
                  <a:pt x="16087" y="13440"/>
                  <a:pt x="16080" y="13456"/>
                </a:cubicBezTo>
                <a:lnTo>
                  <a:pt x="16067" y="13473"/>
                </a:lnTo>
                <a:lnTo>
                  <a:pt x="16067" y="21600"/>
                </a:lnTo>
                <a:lnTo>
                  <a:pt x="16054" y="21600"/>
                </a:lnTo>
                <a:lnTo>
                  <a:pt x="16054" y="13474"/>
                </a:lnTo>
                <a:lnTo>
                  <a:pt x="16040" y="13456"/>
                </a:lnTo>
                <a:cubicBezTo>
                  <a:pt x="16034" y="13440"/>
                  <a:pt x="16028" y="13416"/>
                  <a:pt x="16024" y="13387"/>
                </a:cubicBezTo>
                <a:lnTo>
                  <a:pt x="16012" y="13202"/>
                </a:lnTo>
                <a:lnTo>
                  <a:pt x="15486" y="13202"/>
                </a:lnTo>
                <a:lnTo>
                  <a:pt x="15486" y="11685"/>
                </a:lnTo>
                <a:lnTo>
                  <a:pt x="15483" y="11686"/>
                </a:lnTo>
                <a:cubicBezTo>
                  <a:pt x="15463" y="11665"/>
                  <a:pt x="15446" y="11572"/>
                  <a:pt x="15441" y="11442"/>
                </a:cubicBezTo>
                <a:lnTo>
                  <a:pt x="15443" y="11395"/>
                </a:lnTo>
                <a:lnTo>
                  <a:pt x="15054" y="11395"/>
                </a:lnTo>
                <a:lnTo>
                  <a:pt x="15054" y="14354"/>
                </a:lnTo>
                <a:lnTo>
                  <a:pt x="15065" y="14368"/>
                </a:lnTo>
                <a:cubicBezTo>
                  <a:pt x="15071" y="14383"/>
                  <a:pt x="15077" y="14407"/>
                  <a:pt x="15082" y="14438"/>
                </a:cubicBezTo>
                <a:lnTo>
                  <a:pt x="15093" y="14606"/>
                </a:lnTo>
                <a:lnTo>
                  <a:pt x="15829" y="14606"/>
                </a:lnTo>
                <a:lnTo>
                  <a:pt x="15829" y="21600"/>
                </a:lnTo>
                <a:lnTo>
                  <a:pt x="15816" y="21600"/>
                </a:lnTo>
                <a:lnTo>
                  <a:pt x="15816" y="14686"/>
                </a:lnTo>
                <a:lnTo>
                  <a:pt x="15096" y="14686"/>
                </a:lnTo>
                <a:lnTo>
                  <a:pt x="15082" y="14895"/>
                </a:lnTo>
                <a:cubicBezTo>
                  <a:pt x="15077" y="14926"/>
                  <a:pt x="15071" y="14950"/>
                  <a:pt x="15065" y="14965"/>
                </a:cubicBezTo>
                <a:lnTo>
                  <a:pt x="15054" y="14979"/>
                </a:lnTo>
                <a:lnTo>
                  <a:pt x="15054" y="19009"/>
                </a:lnTo>
                <a:lnTo>
                  <a:pt x="14837" y="19009"/>
                </a:lnTo>
                <a:lnTo>
                  <a:pt x="14833" y="19157"/>
                </a:lnTo>
                <a:cubicBezTo>
                  <a:pt x="14826" y="19228"/>
                  <a:pt x="14815" y="19281"/>
                  <a:pt x="14801" y="19302"/>
                </a:cubicBezTo>
                <a:lnTo>
                  <a:pt x="14795" y="19303"/>
                </a:lnTo>
                <a:lnTo>
                  <a:pt x="14795" y="21600"/>
                </a:lnTo>
                <a:lnTo>
                  <a:pt x="14782" y="21600"/>
                </a:lnTo>
                <a:lnTo>
                  <a:pt x="14782" y="19306"/>
                </a:lnTo>
                <a:lnTo>
                  <a:pt x="14780" y="19306"/>
                </a:lnTo>
                <a:cubicBezTo>
                  <a:pt x="14760" y="19285"/>
                  <a:pt x="14743" y="19192"/>
                  <a:pt x="14738" y="19062"/>
                </a:cubicBezTo>
                <a:lnTo>
                  <a:pt x="14740" y="19009"/>
                </a:lnTo>
                <a:lnTo>
                  <a:pt x="13645" y="19009"/>
                </a:lnTo>
                <a:lnTo>
                  <a:pt x="13645" y="17735"/>
                </a:lnTo>
                <a:lnTo>
                  <a:pt x="13631" y="17718"/>
                </a:lnTo>
                <a:cubicBezTo>
                  <a:pt x="13625" y="17701"/>
                  <a:pt x="13619" y="17678"/>
                  <a:pt x="13615" y="17649"/>
                </a:cubicBezTo>
                <a:lnTo>
                  <a:pt x="13602" y="17460"/>
                </a:lnTo>
                <a:lnTo>
                  <a:pt x="13182" y="17460"/>
                </a:lnTo>
                <a:lnTo>
                  <a:pt x="13182" y="19574"/>
                </a:lnTo>
                <a:lnTo>
                  <a:pt x="13324" y="19574"/>
                </a:lnTo>
                <a:lnTo>
                  <a:pt x="13335" y="19406"/>
                </a:lnTo>
                <a:cubicBezTo>
                  <a:pt x="13345" y="19348"/>
                  <a:pt x="13358" y="19312"/>
                  <a:pt x="13372" y="19312"/>
                </a:cubicBezTo>
                <a:cubicBezTo>
                  <a:pt x="13400" y="19312"/>
                  <a:pt x="13424" y="19456"/>
                  <a:pt x="13424" y="19634"/>
                </a:cubicBezTo>
                <a:cubicBezTo>
                  <a:pt x="13424" y="19813"/>
                  <a:pt x="13400" y="19957"/>
                  <a:pt x="13372" y="19957"/>
                </a:cubicBezTo>
                <a:cubicBezTo>
                  <a:pt x="13358" y="19957"/>
                  <a:pt x="13345" y="19921"/>
                  <a:pt x="13335" y="19863"/>
                </a:cubicBezTo>
                <a:lnTo>
                  <a:pt x="13322" y="19654"/>
                </a:lnTo>
                <a:lnTo>
                  <a:pt x="13182" y="19654"/>
                </a:lnTo>
                <a:lnTo>
                  <a:pt x="13182" y="20686"/>
                </a:lnTo>
                <a:lnTo>
                  <a:pt x="12859" y="20686"/>
                </a:lnTo>
                <a:lnTo>
                  <a:pt x="12859" y="19949"/>
                </a:lnTo>
                <a:lnTo>
                  <a:pt x="12845" y="19932"/>
                </a:lnTo>
                <a:cubicBezTo>
                  <a:pt x="12839" y="19915"/>
                  <a:pt x="12833" y="19892"/>
                  <a:pt x="12829" y="19863"/>
                </a:cubicBezTo>
                <a:lnTo>
                  <a:pt x="12815" y="19654"/>
                </a:lnTo>
                <a:lnTo>
                  <a:pt x="12270" y="19654"/>
                </a:lnTo>
                <a:lnTo>
                  <a:pt x="12270" y="16944"/>
                </a:lnTo>
                <a:lnTo>
                  <a:pt x="12016" y="16944"/>
                </a:lnTo>
                <a:lnTo>
                  <a:pt x="12002" y="17148"/>
                </a:lnTo>
                <a:cubicBezTo>
                  <a:pt x="11998" y="17178"/>
                  <a:pt x="11992" y="17201"/>
                  <a:pt x="11986" y="17218"/>
                </a:cubicBezTo>
                <a:lnTo>
                  <a:pt x="11972" y="17234"/>
                </a:lnTo>
                <a:lnTo>
                  <a:pt x="11972" y="21600"/>
                </a:lnTo>
                <a:lnTo>
                  <a:pt x="11960" y="21600"/>
                </a:lnTo>
                <a:lnTo>
                  <a:pt x="11960" y="17235"/>
                </a:lnTo>
                <a:lnTo>
                  <a:pt x="11946" y="17218"/>
                </a:lnTo>
                <a:cubicBezTo>
                  <a:pt x="11939" y="17201"/>
                  <a:pt x="11934" y="17178"/>
                  <a:pt x="11929" y="17148"/>
                </a:cubicBezTo>
                <a:lnTo>
                  <a:pt x="11916" y="16944"/>
                </a:lnTo>
                <a:lnTo>
                  <a:pt x="11600" y="16944"/>
                </a:lnTo>
                <a:lnTo>
                  <a:pt x="11600" y="20170"/>
                </a:lnTo>
                <a:lnTo>
                  <a:pt x="11194" y="20170"/>
                </a:lnTo>
                <a:lnTo>
                  <a:pt x="11194" y="14961"/>
                </a:lnTo>
                <a:lnTo>
                  <a:pt x="11181" y="14945"/>
                </a:lnTo>
                <a:cubicBezTo>
                  <a:pt x="11175" y="14929"/>
                  <a:pt x="11169" y="14905"/>
                  <a:pt x="11164" y="14874"/>
                </a:cubicBezTo>
                <a:lnTo>
                  <a:pt x="11151" y="14686"/>
                </a:lnTo>
                <a:lnTo>
                  <a:pt x="10800" y="14686"/>
                </a:lnTo>
                <a:lnTo>
                  <a:pt x="10800" y="14606"/>
                </a:lnTo>
                <a:lnTo>
                  <a:pt x="11151" y="14606"/>
                </a:lnTo>
                <a:lnTo>
                  <a:pt x="11164" y="14418"/>
                </a:lnTo>
                <a:cubicBezTo>
                  <a:pt x="11169" y="14386"/>
                  <a:pt x="11175" y="14363"/>
                  <a:pt x="11181" y="14347"/>
                </a:cubicBezTo>
                <a:lnTo>
                  <a:pt x="11194" y="14331"/>
                </a:lnTo>
                <a:lnTo>
                  <a:pt x="11194" y="10412"/>
                </a:lnTo>
                <a:lnTo>
                  <a:pt x="11357" y="10412"/>
                </a:lnTo>
                <a:lnTo>
                  <a:pt x="11371" y="10200"/>
                </a:lnTo>
                <a:cubicBezTo>
                  <a:pt x="11376" y="10168"/>
                  <a:pt x="11382" y="10145"/>
                  <a:pt x="11388" y="10129"/>
                </a:cubicBezTo>
                <a:lnTo>
                  <a:pt x="11401" y="10113"/>
                </a:lnTo>
                <a:lnTo>
                  <a:pt x="11401" y="962"/>
                </a:lnTo>
                <a:lnTo>
                  <a:pt x="11399" y="962"/>
                </a:lnTo>
                <a:cubicBezTo>
                  <a:pt x="11379" y="941"/>
                  <a:pt x="11362" y="848"/>
                  <a:pt x="11357" y="718"/>
                </a:cubicBezTo>
                <a:cubicBezTo>
                  <a:pt x="11351" y="545"/>
                  <a:pt x="11368" y="371"/>
                  <a:pt x="11396" y="330"/>
                </a:cubicBezTo>
                <a:cubicBezTo>
                  <a:pt x="11403" y="320"/>
                  <a:pt x="11410" y="319"/>
                  <a:pt x="11416" y="326"/>
                </a:cubicBezTo>
              </a:path>
              <a:path w="21600" h="21600">
                <a:moveTo>
                  <a:pt x="10183" y="326"/>
                </a:moveTo>
                <a:cubicBezTo>
                  <a:pt x="10189" y="319"/>
                  <a:pt x="10196" y="320"/>
                  <a:pt x="10203" y="330"/>
                </a:cubicBezTo>
                <a:cubicBezTo>
                  <a:pt x="10231" y="371"/>
                  <a:pt x="10248" y="545"/>
                  <a:pt x="10242" y="718"/>
                </a:cubicBezTo>
                <a:cubicBezTo>
                  <a:pt x="10237" y="848"/>
                  <a:pt x="10220" y="941"/>
                  <a:pt x="10200" y="962"/>
                </a:cubicBezTo>
                <a:lnTo>
                  <a:pt x="10198" y="962"/>
                </a:lnTo>
                <a:lnTo>
                  <a:pt x="10198" y="10113"/>
                </a:lnTo>
                <a:lnTo>
                  <a:pt x="10211" y="10129"/>
                </a:lnTo>
                <a:cubicBezTo>
                  <a:pt x="10217" y="10145"/>
                  <a:pt x="10223" y="10168"/>
                  <a:pt x="10228" y="10200"/>
                </a:cubicBezTo>
                <a:lnTo>
                  <a:pt x="10242" y="10412"/>
                </a:lnTo>
                <a:lnTo>
                  <a:pt x="10405" y="10412"/>
                </a:lnTo>
                <a:lnTo>
                  <a:pt x="10405" y="14331"/>
                </a:lnTo>
                <a:lnTo>
                  <a:pt x="10418" y="14347"/>
                </a:lnTo>
                <a:cubicBezTo>
                  <a:pt x="10424" y="14363"/>
                  <a:pt x="10430" y="14386"/>
                  <a:pt x="10435" y="14418"/>
                </a:cubicBezTo>
                <a:lnTo>
                  <a:pt x="10448" y="14606"/>
                </a:lnTo>
                <a:lnTo>
                  <a:pt x="10799" y="14606"/>
                </a:lnTo>
                <a:lnTo>
                  <a:pt x="10799" y="14686"/>
                </a:lnTo>
                <a:lnTo>
                  <a:pt x="10448" y="14686"/>
                </a:lnTo>
                <a:lnTo>
                  <a:pt x="10435" y="14874"/>
                </a:lnTo>
                <a:cubicBezTo>
                  <a:pt x="10430" y="14905"/>
                  <a:pt x="10424" y="14929"/>
                  <a:pt x="10418" y="14945"/>
                </a:cubicBezTo>
                <a:lnTo>
                  <a:pt x="10405" y="14961"/>
                </a:lnTo>
                <a:lnTo>
                  <a:pt x="10405" y="20170"/>
                </a:lnTo>
                <a:lnTo>
                  <a:pt x="9999" y="20170"/>
                </a:lnTo>
                <a:lnTo>
                  <a:pt x="9999" y="16944"/>
                </a:lnTo>
                <a:lnTo>
                  <a:pt x="9683" y="16944"/>
                </a:lnTo>
                <a:lnTo>
                  <a:pt x="9670" y="17148"/>
                </a:lnTo>
                <a:cubicBezTo>
                  <a:pt x="9665" y="17178"/>
                  <a:pt x="9660" y="17201"/>
                  <a:pt x="9653" y="17218"/>
                </a:cubicBezTo>
                <a:lnTo>
                  <a:pt x="9639" y="17235"/>
                </a:lnTo>
                <a:lnTo>
                  <a:pt x="9639" y="21600"/>
                </a:lnTo>
                <a:lnTo>
                  <a:pt x="9627" y="21600"/>
                </a:lnTo>
                <a:lnTo>
                  <a:pt x="9627" y="17234"/>
                </a:lnTo>
                <a:lnTo>
                  <a:pt x="9613" y="17218"/>
                </a:lnTo>
                <a:cubicBezTo>
                  <a:pt x="9607" y="17201"/>
                  <a:pt x="9601" y="17178"/>
                  <a:pt x="9597" y="17148"/>
                </a:cubicBezTo>
                <a:lnTo>
                  <a:pt x="9583" y="16944"/>
                </a:lnTo>
                <a:lnTo>
                  <a:pt x="9329" y="16944"/>
                </a:lnTo>
                <a:lnTo>
                  <a:pt x="9329" y="19654"/>
                </a:lnTo>
                <a:lnTo>
                  <a:pt x="8784" y="19654"/>
                </a:lnTo>
                <a:lnTo>
                  <a:pt x="8770" y="19863"/>
                </a:lnTo>
                <a:cubicBezTo>
                  <a:pt x="8766" y="19892"/>
                  <a:pt x="8760" y="19915"/>
                  <a:pt x="8754" y="19932"/>
                </a:cubicBezTo>
                <a:lnTo>
                  <a:pt x="8740" y="19949"/>
                </a:lnTo>
                <a:lnTo>
                  <a:pt x="8740" y="20686"/>
                </a:lnTo>
                <a:lnTo>
                  <a:pt x="8417" y="20686"/>
                </a:lnTo>
                <a:lnTo>
                  <a:pt x="8417" y="19654"/>
                </a:lnTo>
                <a:lnTo>
                  <a:pt x="8277" y="19654"/>
                </a:lnTo>
                <a:lnTo>
                  <a:pt x="8264" y="19863"/>
                </a:lnTo>
                <a:cubicBezTo>
                  <a:pt x="8254" y="19921"/>
                  <a:pt x="8241" y="19957"/>
                  <a:pt x="8227" y="19957"/>
                </a:cubicBezTo>
                <a:cubicBezTo>
                  <a:pt x="8199" y="19957"/>
                  <a:pt x="8175" y="19813"/>
                  <a:pt x="8175" y="19634"/>
                </a:cubicBezTo>
                <a:cubicBezTo>
                  <a:pt x="8175" y="19456"/>
                  <a:pt x="8199" y="19312"/>
                  <a:pt x="8227" y="19312"/>
                </a:cubicBezTo>
                <a:cubicBezTo>
                  <a:pt x="8241" y="19312"/>
                  <a:pt x="8254" y="19348"/>
                  <a:pt x="8264" y="19406"/>
                </a:cubicBezTo>
                <a:lnTo>
                  <a:pt x="8275" y="19574"/>
                </a:lnTo>
                <a:lnTo>
                  <a:pt x="8417" y="19574"/>
                </a:lnTo>
                <a:lnTo>
                  <a:pt x="8417" y="17460"/>
                </a:lnTo>
                <a:lnTo>
                  <a:pt x="7997" y="17460"/>
                </a:lnTo>
                <a:lnTo>
                  <a:pt x="7984" y="17649"/>
                </a:lnTo>
                <a:cubicBezTo>
                  <a:pt x="7980" y="17678"/>
                  <a:pt x="7974" y="17701"/>
                  <a:pt x="7968" y="17718"/>
                </a:cubicBezTo>
                <a:lnTo>
                  <a:pt x="7954" y="17735"/>
                </a:lnTo>
                <a:lnTo>
                  <a:pt x="7954" y="19009"/>
                </a:lnTo>
                <a:lnTo>
                  <a:pt x="6859" y="19009"/>
                </a:lnTo>
                <a:lnTo>
                  <a:pt x="6861" y="19062"/>
                </a:lnTo>
                <a:cubicBezTo>
                  <a:pt x="6856" y="19192"/>
                  <a:pt x="6839" y="19285"/>
                  <a:pt x="6819" y="19306"/>
                </a:cubicBezTo>
                <a:lnTo>
                  <a:pt x="6817" y="19306"/>
                </a:lnTo>
                <a:lnTo>
                  <a:pt x="6817" y="21600"/>
                </a:lnTo>
                <a:lnTo>
                  <a:pt x="6804" y="21600"/>
                </a:lnTo>
                <a:lnTo>
                  <a:pt x="6804" y="19303"/>
                </a:lnTo>
                <a:lnTo>
                  <a:pt x="6798" y="19302"/>
                </a:lnTo>
                <a:cubicBezTo>
                  <a:pt x="6784" y="19281"/>
                  <a:pt x="6773" y="19228"/>
                  <a:pt x="6766" y="19157"/>
                </a:cubicBezTo>
                <a:lnTo>
                  <a:pt x="6762" y="19009"/>
                </a:lnTo>
                <a:lnTo>
                  <a:pt x="6545" y="19009"/>
                </a:lnTo>
                <a:lnTo>
                  <a:pt x="6545" y="14979"/>
                </a:lnTo>
                <a:lnTo>
                  <a:pt x="6534" y="14965"/>
                </a:lnTo>
                <a:cubicBezTo>
                  <a:pt x="6528" y="14950"/>
                  <a:pt x="6522" y="14926"/>
                  <a:pt x="6517" y="14895"/>
                </a:cubicBezTo>
                <a:lnTo>
                  <a:pt x="6503" y="14686"/>
                </a:lnTo>
                <a:lnTo>
                  <a:pt x="5783" y="14686"/>
                </a:lnTo>
                <a:lnTo>
                  <a:pt x="5783" y="21600"/>
                </a:lnTo>
                <a:lnTo>
                  <a:pt x="5770" y="21600"/>
                </a:lnTo>
                <a:lnTo>
                  <a:pt x="5770" y="14606"/>
                </a:lnTo>
                <a:lnTo>
                  <a:pt x="6506" y="14606"/>
                </a:lnTo>
                <a:lnTo>
                  <a:pt x="6517" y="14438"/>
                </a:lnTo>
                <a:cubicBezTo>
                  <a:pt x="6522" y="14407"/>
                  <a:pt x="6528" y="14383"/>
                  <a:pt x="6534" y="14368"/>
                </a:cubicBezTo>
                <a:lnTo>
                  <a:pt x="6545" y="14354"/>
                </a:lnTo>
                <a:lnTo>
                  <a:pt x="6545" y="11395"/>
                </a:lnTo>
                <a:lnTo>
                  <a:pt x="6156" y="11395"/>
                </a:lnTo>
                <a:lnTo>
                  <a:pt x="6158" y="11442"/>
                </a:lnTo>
                <a:cubicBezTo>
                  <a:pt x="6153" y="11572"/>
                  <a:pt x="6136" y="11665"/>
                  <a:pt x="6116" y="11686"/>
                </a:cubicBezTo>
                <a:lnTo>
                  <a:pt x="6113" y="11685"/>
                </a:lnTo>
                <a:lnTo>
                  <a:pt x="6113" y="13202"/>
                </a:lnTo>
                <a:lnTo>
                  <a:pt x="5587" y="13202"/>
                </a:lnTo>
                <a:lnTo>
                  <a:pt x="5575" y="13387"/>
                </a:lnTo>
                <a:cubicBezTo>
                  <a:pt x="5571" y="13416"/>
                  <a:pt x="5565" y="13440"/>
                  <a:pt x="5559" y="13456"/>
                </a:cubicBezTo>
                <a:lnTo>
                  <a:pt x="5545" y="13474"/>
                </a:lnTo>
                <a:lnTo>
                  <a:pt x="5545" y="21600"/>
                </a:lnTo>
                <a:lnTo>
                  <a:pt x="5532" y="21600"/>
                </a:lnTo>
                <a:lnTo>
                  <a:pt x="5532" y="13473"/>
                </a:lnTo>
                <a:lnTo>
                  <a:pt x="5519" y="13456"/>
                </a:lnTo>
                <a:cubicBezTo>
                  <a:pt x="5512" y="13440"/>
                  <a:pt x="5507" y="13416"/>
                  <a:pt x="5502" y="13387"/>
                </a:cubicBezTo>
                <a:lnTo>
                  <a:pt x="5490" y="13202"/>
                </a:lnTo>
                <a:lnTo>
                  <a:pt x="4986" y="13202"/>
                </a:lnTo>
                <a:lnTo>
                  <a:pt x="4986" y="20686"/>
                </a:lnTo>
                <a:lnTo>
                  <a:pt x="4249" y="20686"/>
                </a:lnTo>
                <a:lnTo>
                  <a:pt x="4236" y="20875"/>
                </a:lnTo>
                <a:cubicBezTo>
                  <a:pt x="4231" y="20906"/>
                  <a:pt x="4225" y="20930"/>
                  <a:pt x="4219" y="20945"/>
                </a:cubicBezTo>
                <a:lnTo>
                  <a:pt x="4206" y="20962"/>
                </a:lnTo>
                <a:lnTo>
                  <a:pt x="4206" y="21600"/>
                </a:lnTo>
                <a:lnTo>
                  <a:pt x="4193" y="21600"/>
                </a:lnTo>
                <a:lnTo>
                  <a:pt x="4193" y="20961"/>
                </a:lnTo>
                <a:lnTo>
                  <a:pt x="4180" y="20945"/>
                </a:lnTo>
                <a:cubicBezTo>
                  <a:pt x="4174" y="20930"/>
                  <a:pt x="4168" y="20906"/>
                  <a:pt x="4163" y="20875"/>
                </a:cubicBezTo>
                <a:lnTo>
                  <a:pt x="4151" y="20686"/>
                </a:lnTo>
                <a:lnTo>
                  <a:pt x="3942" y="20686"/>
                </a:lnTo>
                <a:lnTo>
                  <a:pt x="3942" y="20769"/>
                </a:lnTo>
                <a:cubicBezTo>
                  <a:pt x="3937" y="20846"/>
                  <a:pt x="3928" y="20910"/>
                  <a:pt x="3915" y="20944"/>
                </a:cubicBezTo>
                <a:lnTo>
                  <a:pt x="3901" y="20962"/>
                </a:lnTo>
                <a:lnTo>
                  <a:pt x="3901" y="21600"/>
                </a:lnTo>
                <a:lnTo>
                  <a:pt x="3888" y="21600"/>
                </a:lnTo>
                <a:lnTo>
                  <a:pt x="3888" y="20961"/>
                </a:lnTo>
                <a:lnTo>
                  <a:pt x="3875" y="20945"/>
                </a:lnTo>
                <a:cubicBezTo>
                  <a:pt x="3863" y="20914"/>
                  <a:pt x="3852" y="20854"/>
                  <a:pt x="3847" y="20772"/>
                </a:cubicBezTo>
                <a:lnTo>
                  <a:pt x="3847" y="20686"/>
                </a:lnTo>
                <a:lnTo>
                  <a:pt x="3541" y="20686"/>
                </a:lnTo>
                <a:lnTo>
                  <a:pt x="3542" y="20718"/>
                </a:lnTo>
                <a:cubicBezTo>
                  <a:pt x="3535" y="20892"/>
                  <a:pt x="3508" y="21001"/>
                  <a:pt x="3480" y="20961"/>
                </a:cubicBezTo>
                <a:cubicBezTo>
                  <a:pt x="3452" y="20922"/>
                  <a:pt x="3435" y="20749"/>
                  <a:pt x="3441" y="20575"/>
                </a:cubicBezTo>
                <a:cubicBezTo>
                  <a:pt x="3446" y="20445"/>
                  <a:pt x="3462" y="20351"/>
                  <a:pt x="3482" y="20329"/>
                </a:cubicBezTo>
                <a:cubicBezTo>
                  <a:pt x="3489" y="20322"/>
                  <a:pt x="3496" y="20322"/>
                  <a:pt x="3503" y="20332"/>
                </a:cubicBezTo>
                <a:cubicBezTo>
                  <a:pt x="3517" y="20352"/>
                  <a:pt x="3528" y="20405"/>
                  <a:pt x="3535" y="20475"/>
                </a:cubicBezTo>
                <a:lnTo>
                  <a:pt x="3539" y="20606"/>
                </a:lnTo>
                <a:lnTo>
                  <a:pt x="3847" y="20606"/>
                </a:lnTo>
                <a:lnTo>
                  <a:pt x="3847" y="20525"/>
                </a:lnTo>
                <a:cubicBezTo>
                  <a:pt x="3852" y="20448"/>
                  <a:pt x="3861" y="20384"/>
                  <a:pt x="3875" y="20349"/>
                </a:cubicBezTo>
                <a:lnTo>
                  <a:pt x="3888" y="20333"/>
                </a:lnTo>
                <a:lnTo>
                  <a:pt x="3888" y="16025"/>
                </a:lnTo>
                <a:lnTo>
                  <a:pt x="4151" y="16025"/>
                </a:lnTo>
                <a:lnTo>
                  <a:pt x="4163" y="15837"/>
                </a:lnTo>
                <a:cubicBezTo>
                  <a:pt x="4168" y="15806"/>
                  <a:pt x="4174" y="15782"/>
                  <a:pt x="4180" y="15766"/>
                </a:cubicBezTo>
                <a:lnTo>
                  <a:pt x="4193" y="15751"/>
                </a:lnTo>
                <a:lnTo>
                  <a:pt x="4193" y="10025"/>
                </a:lnTo>
                <a:lnTo>
                  <a:pt x="4498" y="10025"/>
                </a:lnTo>
                <a:lnTo>
                  <a:pt x="4498" y="5413"/>
                </a:lnTo>
                <a:lnTo>
                  <a:pt x="4492" y="5413"/>
                </a:lnTo>
                <a:cubicBezTo>
                  <a:pt x="4464" y="5382"/>
                  <a:pt x="4445" y="5214"/>
                  <a:pt x="4450" y="5039"/>
                </a:cubicBezTo>
                <a:cubicBezTo>
                  <a:pt x="4455" y="4863"/>
                  <a:pt x="4482" y="4747"/>
                  <a:pt x="4510" y="4779"/>
                </a:cubicBezTo>
                <a:cubicBezTo>
                  <a:pt x="4538" y="4810"/>
                  <a:pt x="4557" y="4978"/>
                  <a:pt x="4552" y="5153"/>
                </a:cubicBezTo>
                <a:cubicBezTo>
                  <a:pt x="4548" y="5285"/>
                  <a:pt x="4532" y="5383"/>
                  <a:pt x="4512" y="5411"/>
                </a:cubicBezTo>
                <a:lnTo>
                  <a:pt x="4511" y="5411"/>
                </a:lnTo>
                <a:lnTo>
                  <a:pt x="4511" y="10025"/>
                </a:lnTo>
                <a:lnTo>
                  <a:pt x="5038" y="10025"/>
                </a:lnTo>
                <a:lnTo>
                  <a:pt x="5050" y="9837"/>
                </a:lnTo>
                <a:cubicBezTo>
                  <a:pt x="5060" y="9778"/>
                  <a:pt x="5073" y="9742"/>
                  <a:pt x="5087" y="9742"/>
                </a:cubicBezTo>
                <a:cubicBezTo>
                  <a:pt x="5115" y="9742"/>
                  <a:pt x="5139" y="9887"/>
                  <a:pt x="5139" y="10065"/>
                </a:cubicBezTo>
                <a:cubicBezTo>
                  <a:pt x="5139" y="10243"/>
                  <a:pt x="5115" y="10387"/>
                  <a:pt x="5087" y="10387"/>
                </a:cubicBezTo>
                <a:cubicBezTo>
                  <a:pt x="5073" y="10387"/>
                  <a:pt x="5060" y="10351"/>
                  <a:pt x="5050" y="10293"/>
                </a:cubicBezTo>
                <a:lnTo>
                  <a:pt x="5038" y="10105"/>
                </a:lnTo>
                <a:lnTo>
                  <a:pt x="4511" y="10105"/>
                </a:lnTo>
                <a:lnTo>
                  <a:pt x="4511" y="16105"/>
                </a:lnTo>
                <a:lnTo>
                  <a:pt x="4249" y="16105"/>
                </a:lnTo>
                <a:lnTo>
                  <a:pt x="4236" y="16293"/>
                </a:lnTo>
                <a:cubicBezTo>
                  <a:pt x="4231" y="16325"/>
                  <a:pt x="4225" y="16348"/>
                  <a:pt x="4219" y="16364"/>
                </a:cubicBezTo>
                <a:lnTo>
                  <a:pt x="4206" y="16380"/>
                </a:lnTo>
                <a:lnTo>
                  <a:pt x="4206" y="20331"/>
                </a:lnTo>
                <a:lnTo>
                  <a:pt x="4219" y="20348"/>
                </a:lnTo>
                <a:cubicBezTo>
                  <a:pt x="4225" y="20363"/>
                  <a:pt x="4231" y="20387"/>
                  <a:pt x="4236" y="20418"/>
                </a:cubicBezTo>
                <a:lnTo>
                  <a:pt x="4249" y="20606"/>
                </a:lnTo>
                <a:lnTo>
                  <a:pt x="4974" y="20606"/>
                </a:lnTo>
                <a:lnTo>
                  <a:pt x="4974" y="13122"/>
                </a:lnTo>
                <a:lnTo>
                  <a:pt x="5489" y="13122"/>
                </a:lnTo>
                <a:lnTo>
                  <a:pt x="5502" y="12931"/>
                </a:lnTo>
                <a:cubicBezTo>
                  <a:pt x="5507" y="12902"/>
                  <a:pt x="5512" y="12878"/>
                  <a:pt x="5519" y="12862"/>
                </a:cubicBezTo>
                <a:lnTo>
                  <a:pt x="5532" y="12845"/>
                </a:lnTo>
                <a:lnTo>
                  <a:pt x="5532" y="11315"/>
                </a:lnTo>
                <a:lnTo>
                  <a:pt x="6057" y="11315"/>
                </a:lnTo>
                <a:lnTo>
                  <a:pt x="6057" y="11294"/>
                </a:lnTo>
                <a:cubicBezTo>
                  <a:pt x="6062" y="11164"/>
                  <a:pt x="6079" y="11071"/>
                  <a:pt x="6098" y="11050"/>
                </a:cubicBezTo>
                <a:lnTo>
                  <a:pt x="6101" y="11050"/>
                </a:lnTo>
                <a:lnTo>
                  <a:pt x="6101" y="8911"/>
                </a:lnTo>
                <a:lnTo>
                  <a:pt x="5677" y="8911"/>
                </a:lnTo>
                <a:lnTo>
                  <a:pt x="5677" y="6377"/>
                </a:lnTo>
                <a:lnTo>
                  <a:pt x="5665" y="6362"/>
                </a:lnTo>
                <a:cubicBezTo>
                  <a:pt x="5646" y="6313"/>
                  <a:pt x="5633" y="6198"/>
                  <a:pt x="5633" y="6064"/>
                </a:cubicBezTo>
                <a:cubicBezTo>
                  <a:pt x="5633" y="5886"/>
                  <a:pt x="5656" y="5742"/>
                  <a:pt x="5685" y="5742"/>
                </a:cubicBezTo>
                <a:cubicBezTo>
                  <a:pt x="5713" y="5742"/>
                  <a:pt x="5736" y="5886"/>
                  <a:pt x="5736" y="6064"/>
                </a:cubicBezTo>
                <a:cubicBezTo>
                  <a:pt x="5736" y="6198"/>
                  <a:pt x="5723" y="6313"/>
                  <a:pt x="5705" y="6362"/>
                </a:cubicBezTo>
                <a:lnTo>
                  <a:pt x="5690" y="6381"/>
                </a:lnTo>
                <a:lnTo>
                  <a:pt x="5690" y="8831"/>
                </a:lnTo>
                <a:lnTo>
                  <a:pt x="6113" y="8831"/>
                </a:lnTo>
                <a:lnTo>
                  <a:pt x="6113" y="11053"/>
                </a:lnTo>
                <a:lnTo>
                  <a:pt x="6119" y="11054"/>
                </a:lnTo>
                <a:cubicBezTo>
                  <a:pt x="6133" y="11074"/>
                  <a:pt x="6144" y="11128"/>
                  <a:pt x="6151" y="11198"/>
                </a:cubicBezTo>
                <a:lnTo>
                  <a:pt x="6154" y="11315"/>
                </a:lnTo>
                <a:lnTo>
                  <a:pt x="6558" y="11315"/>
                </a:lnTo>
                <a:lnTo>
                  <a:pt x="6558" y="14350"/>
                </a:lnTo>
                <a:lnTo>
                  <a:pt x="6573" y="14368"/>
                </a:lnTo>
                <a:cubicBezTo>
                  <a:pt x="6579" y="14383"/>
                  <a:pt x="6585" y="14407"/>
                  <a:pt x="6590" y="14438"/>
                </a:cubicBezTo>
                <a:lnTo>
                  <a:pt x="6601" y="14606"/>
                </a:lnTo>
                <a:lnTo>
                  <a:pt x="6845" y="14606"/>
                </a:lnTo>
                <a:lnTo>
                  <a:pt x="6845" y="7201"/>
                </a:lnTo>
                <a:lnTo>
                  <a:pt x="6411" y="7201"/>
                </a:lnTo>
                <a:lnTo>
                  <a:pt x="6411" y="4385"/>
                </a:lnTo>
                <a:lnTo>
                  <a:pt x="6399" y="4370"/>
                </a:lnTo>
                <a:cubicBezTo>
                  <a:pt x="6380" y="4321"/>
                  <a:pt x="6367" y="4206"/>
                  <a:pt x="6367" y="4073"/>
                </a:cubicBezTo>
                <a:cubicBezTo>
                  <a:pt x="6367" y="3894"/>
                  <a:pt x="6390" y="3750"/>
                  <a:pt x="6419" y="3750"/>
                </a:cubicBezTo>
                <a:cubicBezTo>
                  <a:pt x="6447" y="3750"/>
                  <a:pt x="6470" y="3894"/>
                  <a:pt x="6470" y="4073"/>
                </a:cubicBezTo>
                <a:cubicBezTo>
                  <a:pt x="6470" y="4206"/>
                  <a:pt x="6457" y="4321"/>
                  <a:pt x="6439" y="4370"/>
                </a:cubicBezTo>
                <a:lnTo>
                  <a:pt x="6424" y="4389"/>
                </a:lnTo>
                <a:lnTo>
                  <a:pt x="6424" y="7121"/>
                </a:lnTo>
                <a:lnTo>
                  <a:pt x="6858" y="7121"/>
                </a:lnTo>
                <a:lnTo>
                  <a:pt x="6858" y="14686"/>
                </a:lnTo>
                <a:lnTo>
                  <a:pt x="6604" y="14686"/>
                </a:lnTo>
                <a:lnTo>
                  <a:pt x="6590" y="14895"/>
                </a:lnTo>
                <a:cubicBezTo>
                  <a:pt x="6585" y="14926"/>
                  <a:pt x="6579" y="14950"/>
                  <a:pt x="6573" y="14965"/>
                </a:cubicBezTo>
                <a:lnTo>
                  <a:pt x="6558" y="14983"/>
                </a:lnTo>
                <a:lnTo>
                  <a:pt x="6558" y="18929"/>
                </a:lnTo>
                <a:lnTo>
                  <a:pt x="6760" y="18929"/>
                </a:lnTo>
                <a:lnTo>
                  <a:pt x="6760" y="18914"/>
                </a:lnTo>
                <a:cubicBezTo>
                  <a:pt x="6765" y="18784"/>
                  <a:pt x="6782" y="18691"/>
                  <a:pt x="6802" y="18670"/>
                </a:cubicBezTo>
                <a:lnTo>
                  <a:pt x="6804" y="18670"/>
                </a:lnTo>
                <a:lnTo>
                  <a:pt x="6804" y="17380"/>
                </a:lnTo>
                <a:lnTo>
                  <a:pt x="7899" y="17380"/>
                </a:lnTo>
                <a:lnTo>
                  <a:pt x="7911" y="17192"/>
                </a:lnTo>
                <a:cubicBezTo>
                  <a:pt x="7916" y="17163"/>
                  <a:pt x="7922" y="17140"/>
                  <a:pt x="7928" y="17123"/>
                </a:cubicBezTo>
                <a:lnTo>
                  <a:pt x="7941" y="17106"/>
                </a:lnTo>
                <a:lnTo>
                  <a:pt x="7941" y="14428"/>
                </a:lnTo>
                <a:lnTo>
                  <a:pt x="7300" y="14428"/>
                </a:lnTo>
                <a:lnTo>
                  <a:pt x="7300" y="7474"/>
                </a:lnTo>
                <a:lnTo>
                  <a:pt x="7288" y="7459"/>
                </a:lnTo>
                <a:cubicBezTo>
                  <a:pt x="7269" y="7410"/>
                  <a:pt x="7256" y="7295"/>
                  <a:pt x="7256" y="7161"/>
                </a:cubicBezTo>
                <a:cubicBezTo>
                  <a:pt x="7256" y="6983"/>
                  <a:pt x="7279" y="6839"/>
                  <a:pt x="7308" y="6839"/>
                </a:cubicBezTo>
                <a:cubicBezTo>
                  <a:pt x="7337" y="6839"/>
                  <a:pt x="7360" y="6983"/>
                  <a:pt x="7360" y="7161"/>
                </a:cubicBezTo>
                <a:cubicBezTo>
                  <a:pt x="7360" y="7295"/>
                  <a:pt x="7347" y="7410"/>
                  <a:pt x="7328" y="7459"/>
                </a:cubicBezTo>
                <a:lnTo>
                  <a:pt x="7313" y="7478"/>
                </a:lnTo>
                <a:lnTo>
                  <a:pt x="7313" y="14348"/>
                </a:lnTo>
                <a:lnTo>
                  <a:pt x="7954" y="14348"/>
                </a:lnTo>
                <a:lnTo>
                  <a:pt x="7954" y="17106"/>
                </a:lnTo>
                <a:lnTo>
                  <a:pt x="7968" y="17123"/>
                </a:lnTo>
                <a:cubicBezTo>
                  <a:pt x="7974" y="17140"/>
                  <a:pt x="7980" y="17163"/>
                  <a:pt x="7984" y="17192"/>
                </a:cubicBezTo>
                <a:lnTo>
                  <a:pt x="7997" y="17380"/>
                </a:lnTo>
                <a:lnTo>
                  <a:pt x="8430" y="17380"/>
                </a:lnTo>
                <a:lnTo>
                  <a:pt x="8430" y="19574"/>
                </a:lnTo>
                <a:lnTo>
                  <a:pt x="8686" y="19574"/>
                </a:lnTo>
                <a:lnTo>
                  <a:pt x="8697" y="19406"/>
                </a:lnTo>
                <a:cubicBezTo>
                  <a:pt x="8702" y="19377"/>
                  <a:pt x="8707" y="19354"/>
                  <a:pt x="8714" y="19337"/>
                </a:cubicBezTo>
                <a:lnTo>
                  <a:pt x="8727" y="19320"/>
                </a:lnTo>
                <a:lnTo>
                  <a:pt x="8727" y="13718"/>
                </a:lnTo>
                <a:lnTo>
                  <a:pt x="8417" y="13718"/>
                </a:lnTo>
                <a:lnTo>
                  <a:pt x="8417" y="8442"/>
                </a:lnTo>
                <a:lnTo>
                  <a:pt x="8405" y="8426"/>
                </a:lnTo>
                <a:cubicBezTo>
                  <a:pt x="8386" y="8377"/>
                  <a:pt x="8373" y="8263"/>
                  <a:pt x="8373" y="8129"/>
                </a:cubicBezTo>
                <a:cubicBezTo>
                  <a:pt x="8373" y="7951"/>
                  <a:pt x="8396" y="7807"/>
                  <a:pt x="8425" y="7807"/>
                </a:cubicBezTo>
                <a:cubicBezTo>
                  <a:pt x="8453" y="7807"/>
                  <a:pt x="8476" y="7951"/>
                  <a:pt x="8476" y="8129"/>
                </a:cubicBezTo>
                <a:cubicBezTo>
                  <a:pt x="8476" y="8263"/>
                  <a:pt x="8463" y="8377"/>
                  <a:pt x="8445" y="8426"/>
                </a:cubicBezTo>
                <a:lnTo>
                  <a:pt x="8430" y="8446"/>
                </a:lnTo>
                <a:lnTo>
                  <a:pt x="8430" y="13638"/>
                </a:lnTo>
                <a:lnTo>
                  <a:pt x="8740" y="13638"/>
                </a:lnTo>
                <a:lnTo>
                  <a:pt x="8740" y="19320"/>
                </a:lnTo>
                <a:lnTo>
                  <a:pt x="8754" y="19337"/>
                </a:lnTo>
                <a:cubicBezTo>
                  <a:pt x="8760" y="19354"/>
                  <a:pt x="8766" y="19377"/>
                  <a:pt x="8770" y="19406"/>
                </a:cubicBezTo>
                <a:lnTo>
                  <a:pt x="8781" y="19574"/>
                </a:lnTo>
                <a:lnTo>
                  <a:pt x="9316" y="19574"/>
                </a:lnTo>
                <a:lnTo>
                  <a:pt x="9316" y="16864"/>
                </a:lnTo>
                <a:lnTo>
                  <a:pt x="9585" y="16864"/>
                </a:lnTo>
                <a:lnTo>
                  <a:pt x="9597" y="16692"/>
                </a:lnTo>
                <a:cubicBezTo>
                  <a:pt x="9601" y="16663"/>
                  <a:pt x="9607" y="16639"/>
                  <a:pt x="9613" y="16623"/>
                </a:cubicBezTo>
                <a:lnTo>
                  <a:pt x="9627" y="16606"/>
                </a:lnTo>
                <a:lnTo>
                  <a:pt x="9627" y="14960"/>
                </a:lnTo>
                <a:lnTo>
                  <a:pt x="9614" y="14945"/>
                </a:lnTo>
                <a:cubicBezTo>
                  <a:pt x="9608" y="14929"/>
                  <a:pt x="9602" y="14906"/>
                  <a:pt x="9597" y="14874"/>
                </a:cubicBezTo>
                <a:lnTo>
                  <a:pt x="9584" y="14686"/>
                </a:lnTo>
                <a:lnTo>
                  <a:pt x="9192" y="14686"/>
                </a:lnTo>
                <a:lnTo>
                  <a:pt x="9192" y="6105"/>
                </a:lnTo>
                <a:lnTo>
                  <a:pt x="7817" y="6105"/>
                </a:lnTo>
                <a:lnTo>
                  <a:pt x="7817" y="4387"/>
                </a:lnTo>
                <a:lnTo>
                  <a:pt x="7804" y="4370"/>
                </a:lnTo>
                <a:cubicBezTo>
                  <a:pt x="7785" y="4321"/>
                  <a:pt x="7772" y="4206"/>
                  <a:pt x="7772" y="4073"/>
                </a:cubicBezTo>
                <a:cubicBezTo>
                  <a:pt x="7772" y="3894"/>
                  <a:pt x="7795" y="3750"/>
                  <a:pt x="7824" y="3750"/>
                </a:cubicBezTo>
                <a:cubicBezTo>
                  <a:pt x="7852" y="3750"/>
                  <a:pt x="7875" y="3894"/>
                  <a:pt x="7875" y="4073"/>
                </a:cubicBezTo>
                <a:cubicBezTo>
                  <a:pt x="7875" y="4206"/>
                  <a:pt x="7862" y="4321"/>
                  <a:pt x="7844" y="4370"/>
                </a:cubicBezTo>
                <a:lnTo>
                  <a:pt x="7830" y="4387"/>
                </a:lnTo>
                <a:lnTo>
                  <a:pt x="7830" y="6024"/>
                </a:lnTo>
                <a:lnTo>
                  <a:pt x="9205" y="6024"/>
                </a:lnTo>
                <a:lnTo>
                  <a:pt x="9205" y="14606"/>
                </a:lnTo>
                <a:lnTo>
                  <a:pt x="9584" y="14606"/>
                </a:lnTo>
                <a:lnTo>
                  <a:pt x="9597" y="14418"/>
                </a:lnTo>
                <a:cubicBezTo>
                  <a:pt x="9602" y="14386"/>
                  <a:pt x="9608" y="14363"/>
                  <a:pt x="9614" y="14347"/>
                </a:cubicBezTo>
                <a:lnTo>
                  <a:pt x="9627" y="14332"/>
                </a:lnTo>
                <a:lnTo>
                  <a:pt x="9627" y="12799"/>
                </a:lnTo>
                <a:lnTo>
                  <a:pt x="10185" y="12799"/>
                </a:lnTo>
                <a:lnTo>
                  <a:pt x="10185" y="10742"/>
                </a:lnTo>
                <a:lnTo>
                  <a:pt x="10172" y="10727"/>
                </a:lnTo>
                <a:cubicBezTo>
                  <a:pt x="10166" y="10711"/>
                  <a:pt x="10160" y="10687"/>
                  <a:pt x="10155" y="10656"/>
                </a:cubicBezTo>
                <a:lnTo>
                  <a:pt x="10144" y="10492"/>
                </a:lnTo>
                <a:lnTo>
                  <a:pt x="9720" y="10492"/>
                </a:lnTo>
                <a:lnTo>
                  <a:pt x="9720" y="4385"/>
                </a:lnTo>
                <a:lnTo>
                  <a:pt x="9707" y="4370"/>
                </a:lnTo>
                <a:cubicBezTo>
                  <a:pt x="9689" y="4321"/>
                  <a:pt x="9676" y="4206"/>
                  <a:pt x="9676" y="4073"/>
                </a:cubicBezTo>
                <a:cubicBezTo>
                  <a:pt x="9676" y="3894"/>
                  <a:pt x="9699" y="3750"/>
                  <a:pt x="9728" y="3750"/>
                </a:cubicBezTo>
                <a:cubicBezTo>
                  <a:pt x="9756" y="3750"/>
                  <a:pt x="9779" y="3894"/>
                  <a:pt x="9779" y="4073"/>
                </a:cubicBezTo>
                <a:cubicBezTo>
                  <a:pt x="9779" y="4206"/>
                  <a:pt x="9766" y="4321"/>
                  <a:pt x="9748" y="4370"/>
                </a:cubicBezTo>
                <a:lnTo>
                  <a:pt x="9733" y="4389"/>
                </a:lnTo>
                <a:lnTo>
                  <a:pt x="9733" y="10412"/>
                </a:lnTo>
                <a:lnTo>
                  <a:pt x="10141" y="10412"/>
                </a:lnTo>
                <a:lnTo>
                  <a:pt x="10155" y="10200"/>
                </a:lnTo>
                <a:cubicBezTo>
                  <a:pt x="10160" y="10168"/>
                  <a:pt x="10166" y="10145"/>
                  <a:pt x="10172" y="10129"/>
                </a:cubicBezTo>
                <a:lnTo>
                  <a:pt x="10185" y="10114"/>
                </a:lnTo>
                <a:lnTo>
                  <a:pt x="10185" y="959"/>
                </a:lnTo>
                <a:lnTo>
                  <a:pt x="10179" y="958"/>
                </a:lnTo>
                <a:cubicBezTo>
                  <a:pt x="10152" y="917"/>
                  <a:pt x="10134" y="743"/>
                  <a:pt x="10141" y="570"/>
                </a:cubicBezTo>
                <a:cubicBezTo>
                  <a:pt x="10146" y="440"/>
                  <a:pt x="10163" y="347"/>
                  <a:pt x="10183" y="326"/>
                </a:cubicBezTo>
              </a:path>
              <a:path w="21600" h="21600">
                <a:moveTo>
                  <a:pt x="20726" y="4"/>
                </a:moveTo>
                <a:cubicBezTo>
                  <a:pt x="20754" y="-24"/>
                  <a:pt x="20780" y="95"/>
                  <a:pt x="20785" y="270"/>
                </a:cubicBezTo>
                <a:cubicBezTo>
                  <a:pt x="20790" y="446"/>
                  <a:pt x="20770" y="612"/>
                  <a:pt x="20742" y="640"/>
                </a:cubicBezTo>
                <a:lnTo>
                  <a:pt x="20741" y="640"/>
                </a:lnTo>
                <a:lnTo>
                  <a:pt x="20741" y="10977"/>
                </a:lnTo>
                <a:lnTo>
                  <a:pt x="20754" y="10993"/>
                </a:lnTo>
                <a:cubicBezTo>
                  <a:pt x="20767" y="11027"/>
                  <a:pt x="20777" y="11091"/>
                  <a:pt x="20782" y="11167"/>
                </a:cubicBezTo>
                <a:lnTo>
                  <a:pt x="20782" y="11251"/>
                </a:lnTo>
                <a:lnTo>
                  <a:pt x="21600" y="11251"/>
                </a:lnTo>
                <a:lnTo>
                  <a:pt x="21600" y="11331"/>
                </a:lnTo>
                <a:lnTo>
                  <a:pt x="20782" y="11331"/>
                </a:lnTo>
                <a:lnTo>
                  <a:pt x="20782" y="11414"/>
                </a:lnTo>
                <a:cubicBezTo>
                  <a:pt x="20776" y="11497"/>
                  <a:pt x="20766" y="11557"/>
                  <a:pt x="20754" y="11589"/>
                </a:cubicBezTo>
                <a:lnTo>
                  <a:pt x="20741" y="11605"/>
                </a:lnTo>
                <a:lnTo>
                  <a:pt x="20741" y="13364"/>
                </a:lnTo>
                <a:lnTo>
                  <a:pt x="20754" y="13380"/>
                </a:lnTo>
                <a:cubicBezTo>
                  <a:pt x="20767" y="13414"/>
                  <a:pt x="20777" y="13478"/>
                  <a:pt x="20782" y="13555"/>
                </a:cubicBezTo>
                <a:lnTo>
                  <a:pt x="20782" y="13638"/>
                </a:lnTo>
                <a:lnTo>
                  <a:pt x="21600" y="13638"/>
                </a:lnTo>
                <a:lnTo>
                  <a:pt x="21600" y="13718"/>
                </a:lnTo>
                <a:lnTo>
                  <a:pt x="20782" y="13718"/>
                </a:lnTo>
                <a:lnTo>
                  <a:pt x="20782" y="13802"/>
                </a:lnTo>
                <a:cubicBezTo>
                  <a:pt x="20776" y="13884"/>
                  <a:pt x="20766" y="13945"/>
                  <a:pt x="20754" y="13976"/>
                </a:cubicBezTo>
                <a:lnTo>
                  <a:pt x="20741" y="13993"/>
                </a:lnTo>
                <a:lnTo>
                  <a:pt x="20741" y="16283"/>
                </a:lnTo>
                <a:lnTo>
                  <a:pt x="21299" y="16283"/>
                </a:lnTo>
                <a:lnTo>
                  <a:pt x="21299" y="17816"/>
                </a:lnTo>
                <a:lnTo>
                  <a:pt x="21307" y="17817"/>
                </a:lnTo>
                <a:cubicBezTo>
                  <a:pt x="21327" y="17847"/>
                  <a:pt x="21343" y="17947"/>
                  <a:pt x="21346" y="18079"/>
                </a:cubicBezTo>
                <a:lnTo>
                  <a:pt x="21346" y="18090"/>
                </a:lnTo>
                <a:lnTo>
                  <a:pt x="21600" y="18090"/>
                </a:lnTo>
                <a:lnTo>
                  <a:pt x="21600" y="18170"/>
                </a:lnTo>
                <a:lnTo>
                  <a:pt x="21343" y="18170"/>
                </a:lnTo>
                <a:lnTo>
                  <a:pt x="21337" y="18319"/>
                </a:lnTo>
                <a:cubicBezTo>
                  <a:pt x="21329" y="18386"/>
                  <a:pt x="21317" y="18435"/>
                  <a:pt x="21303" y="18449"/>
                </a:cubicBezTo>
                <a:lnTo>
                  <a:pt x="21299" y="18448"/>
                </a:lnTo>
                <a:lnTo>
                  <a:pt x="21299" y="19768"/>
                </a:lnTo>
                <a:lnTo>
                  <a:pt x="21600" y="19768"/>
                </a:lnTo>
                <a:lnTo>
                  <a:pt x="21600" y="19848"/>
                </a:lnTo>
                <a:lnTo>
                  <a:pt x="21286" y="19848"/>
                </a:lnTo>
                <a:lnTo>
                  <a:pt x="21286" y="18445"/>
                </a:lnTo>
                <a:lnTo>
                  <a:pt x="21283" y="18444"/>
                </a:lnTo>
                <a:cubicBezTo>
                  <a:pt x="21263" y="18415"/>
                  <a:pt x="21247" y="18314"/>
                  <a:pt x="21244" y="18183"/>
                </a:cubicBezTo>
                <a:lnTo>
                  <a:pt x="21244" y="18170"/>
                </a:lnTo>
                <a:lnTo>
                  <a:pt x="20248" y="18170"/>
                </a:lnTo>
                <a:lnTo>
                  <a:pt x="20235" y="18358"/>
                </a:lnTo>
                <a:cubicBezTo>
                  <a:pt x="20230" y="18390"/>
                  <a:pt x="20225" y="18413"/>
                  <a:pt x="20218" y="18429"/>
                </a:cubicBezTo>
                <a:lnTo>
                  <a:pt x="20203" y="18448"/>
                </a:lnTo>
                <a:lnTo>
                  <a:pt x="20203" y="20686"/>
                </a:lnTo>
                <a:lnTo>
                  <a:pt x="19708" y="20686"/>
                </a:lnTo>
                <a:lnTo>
                  <a:pt x="19695" y="20875"/>
                </a:lnTo>
                <a:cubicBezTo>
                  <a:pt x="19690" y="20906"/>
                  <a:pt x="19684" y="20930"/>
                  <a:pt x="19678" y="20945"/>
                </a:cubicBezTo>
                <a:lnTo>
                  <a:pt x="19665" y="20961"/>
                </a:lnTo>
                <a:lnTo>
                  <a:pt x="19665" y="21600"/>
                </a:lnTo>
                <a:lnTo>
                  <a:pt x="19653" y="21600"/>
                </a:lnTo>
                <a:lnTo>
                  <a:pt x="19653" y="20962"/>
                </a:lnTo>
                <a:lnTo>
                  <a:pt x="19639" y="20945"/>
                </a:lnTo>
                <a:cubicBezTo>
                  <a:pt x="19633" y="20930"/>
                  <a:pt x="19627" y="20906"/>
                  <a:pt x="19622" y="20875"/>
                </a:cubicBezTo>
                <a:lnTo>
                  <a:pt x="19610" y="20686"/>
                </a:lnTo>
                <a:lnTo>
                  <a:pt x="18939" y="20686"/>
                </a:lnTo>
                <a:lnTo>
                  <a:pt x="18939" y="17997"/>
                </a:lnTo>
                <a:lnTo>
                  <a:pt x="18925" y="17980"/>
                </a:lnTo>
                <a:cubicBezTo>
                  <a:pt x="18919" y="17963"/>
                  <a:pt x="18913" y="17940"/>
                  <a:pt x="18909" y="17911"/>
                </a:cubicBezTo>
                <a:lnTo>
                  <a:pt x="18896" y="17718"/>
                </a:lnTo>
                <a:lnTo>
                  <a:pt x="18060" y="17718"/>
                </a:lnTo>
                <a:lnTo>
                  <a:pt x="18060" y="12621"/>
                </a:lnTo>
                <a:lnTo>
                  <a:pt x="17740" y="12621"/>
                </a:lnTo>
                <a:lnTo>
                  <a:pt x="17740" y="8766"/>
                </a:lnTo>
                <a:lnTo>
                  <a:pt x="17726" y="8749"/>
                </a:lnTo>
                <a:cubicBezTo>
                  <a:pt x="17707" y="8700"/>
                  <a:pt x="17694" y="8585"/>
                  <a:pt x="17694" y="8452"/>
                </a:cubicBezTo>
                <a:cubicBezTo>
                  <a:pt x="17694" y="8274"/>
                  <a:pt x="17717" y="8129"/>
                  <a:pt x="17746" y="8129"/>
                </a:cubicBezTo>
                <a:cubicBezTo>
                  <a:pt x="17774" y="8129"/>
                  <a:pt x="17797" y="8274"/>
                  <a:pt x="17797" y="8452"/>
                </a:cubicBezTo>
                <a:cubicBezTo>
                  <a:pt x="17797" y="8585"/>
                  <a:pt x="17784" y="8700"/>
                  <a:pt x="17766" y="8749"/>
                </a:cubicBezTo>
                <a:lnTo>
                  <a:pt x="17752" y="8766"/>
                </a:lnTo>
                <a:lnTo>
                  <a:pt x="17752" y="12541"/>
                </a:lnTo>
                <a:lnTo>
                  <a:pt x="18073" y="12541"/>
                </a:lnTo>
                <a:lnTo>
                  <a:pt x="18073" y="17638"/>
                </a:lnTo>
                <a:lnTo>
                  <a:pt x="18896" y="17638"/>
                </a:lnTo>
                <a:lnTo>
                  <a:pt x="18909" y="17455"/>
                </a:lnTo>
                <a:cubicBezTo>
                  <a:pt x="18913" y="17425"/>
                  <a:pt x="18919" y="17402"/>
                  <a:pt x="18925" y="17385"/>
                </a:cubicBezTo>
                <a:lnTo>
                  <a:pt x="18939" y="17368"/>
                </a:lnTo>
                <a:lnTo>
                  <a:pt x="18939" y="15481"/>
                </a:lnTo>
                <a:lnTo>
                  <a:pt x="18925" y="15464"/>
                </a:lnTo>
                <a:cubicBezTo>
                  <a:pt x="18912" y="15430"/>
                  <a:pt x="18903" y="15366"/>
                  <a:pt x="18897" y="15290"/>
                </a:cubicBezTo>
                <a:lnTo>
                  <a:pt x="18897" y="15202"/>
                </a:lnTo>
                <a:lnTo>
                  <a:pt x="18546" y="15202"/>
                </a:lnTo>
                <a:lnTo>
                  <a:pt x="18546" y="7154"/>
                </a:lnTo>
                <a:lnTo>
                  <a:pt x="18532" y="7136"/>
                </a:lnTo>
                <a:cubicBezTo>
                  <a:pt x="18514" y="7087"/>
                  <a:pt x="18501" y="6972"/>
                  <a:pt x="18501" y="6839"/>
                </a:cubicBezTo>
                <a:cubicBezTo>
                  <a:pt x="18501" y="6661"/>
                  <a:pt x="18524" y="6516"/>
                  <a:pt x="18552" y="6516"/>
                </a:cubicBezTo>
                <a:cubicBezTo>
                  <a:pt x="18581" y="6516"/>
                  <a:pt x="18604" y="6661"/>
                  <a:pt x="18604" y="6839"/>
                </a:cubicBezTo>
                <a:cubicBezTo>
                  <a:pt x="18604" y="6972"/>
                  <a:pt x="18591" y="7087"/>
                  <a:pt x="18572" y="7136"/>
                </a:cubicBezTo>
                <a:lnTo>
                  <a:pt x="18559" y="7153"/>
                </a:lnTo>
                <a:lnTo>
                  <a:pt x="18559" y="15122"/>
                </a:lnTo>
                <a:lnTo>
                  <a:pt x="18897" y="15122"/>
                </a:lnTo>
                <a:lnTo>
                  <a:pt x="18897" y="15043"/>
                </a:lnTo>
                <a:cubicBezTo>
                  <a:pt x="18902" y="14981"/>
                  <a:pt x="18908" y="14932"/>
                  <a:pt x="18917" y="14897"/>
                </a:cubicBezTo>
                <a:lnTo>
                  <a:pt x="18939" y="14855"/>
                </a:lnTo>
                <a:lnTo>
                  <a:pt x="18939" y="11057"/>
                </a:lnTo>
                <a:lnTo>
                  <a:pt x="19342" y="11057"/>
                </a:lnTo>
                <a:lnTo>
                  <a:pt x="19342" y="4058"/>
                </a:lnTo>
                <a:lnTo>
                  <a:pt x="19338" y="4059"/>
                </a:lnTo>
                <a:cubicBezTo>
                  <a:pt x="19318" y="4038"/>
                  <a:pt x="19301" y="3945"/>
                  <a:pt x="19296" y="3815"/>
                </a:cubicBezTo>
                <a:cubicBezTo>
                  <a:pt x="19290" y="3642"/>
                  <a:pt x="19307" y="3468"/>
                  <a:pt x="19335" y="3427"/>
                </a:cubicBezTo>
                <a:cubicBezTo>
                  <a:pt x="19342" y="3417"/>
                  <a:pt x="19348" y="3416"/>
                  <a:pt x="19355" y="3423"/>
                </a:cubicBezTo>
                <a:cubicBezTo>
                  <a:pt x="19375" y="3444"/>
                  <a:pt x="19392" y="3537"/>
                  <a:pt x="19397" y="3667"/>
                </a:cubicBezTo>
                <a:cubicBezTo>
                  <a:pt x="19403" y="3841"/>
                  <a:pt x="19386" y="4014"/>
                  <a:pt x="19358" y="4055"/>
                </a:cubicBezTo>
                <a:lnTo>
                  <a:pt x="19355" y="4056"/>
                </a:lnTo>
                <a:lnTo>
                  <a:pt x="19355" y="11137"/>
                </a:lnTo>
                <a:lnTo>
                  <a:pt x="18952" y="11137"/>
                </a:lnTo>
                <a:lnTo>
                  <a:pt x="18952" y="14852"/>
                </a:lnTo>
                <a:lnTo>
                  <a:pt x="18965" y="14868"/>
                </a:lnTo>
                <a:cubicBezTo>
                  <a:pt x="18978" y="14903"/>
                  <a:pt x="18988" y="14967"/>
                  <a:pt x="18993" y="15043"/>
                </a:cubicBezTo>
                <a:lnTo>
                  <a:pt x="18993" y="15122"/>
                </a:lnTo>
                <a:lnTo>
                  <a:pt x="19914" y="15122"/>
                </a:lnTo>
                <a:lnTo>
                  <a:pt x="19914" y="18090"/>
                </a:lnTo>
                <a:lnTo>
                  <a:pt x="20150" y="18090"/>
                </a:lnTo>
                <a:lnTo>
                  <a:pt x="20162" y="17902"/>
                </a:lnTo>
                <a:cubicBezTo>
                  <a:pt x="20167" y="17870"/>
                  <a:pt x="20173" y="17847"/>
                  <a:pt x="20179" y="17831"/>
                </a:cubicBezTo>
                <a:lnTo>
                  <a:pt x="20190" y="17818"/>
                </a:lnTo>
                <a:lnTo>
                  <a:pt x="20190" y="13638"/>
                </a:lnTo>
                <a:lnTo>
                  <a:pt x="20686" y="13638"/>
                </a:lnTo>
                <a:lnTo>
                  <a:pt x="20686" y="13555"/>
                </a:lnTo>
                <a:cubicBezTo>
                  <a:pt x="20690" y="13493"/>
                  <a:pt x="20697" y="13443"/>
                  <a:pt x="20705" y="13409"/>
                </a:cubicBezTo>
                <a:lnTo>
                  <a:pt x="20728" y="13366"/>
                </a:lnTo>
                <a:lnTo>
                  <a:pt x="20728" y="11606"/>
                </a:lnTo>
                <a:lnTo>
                  <a:pt x="20714" y="11589"/>
                </a:lnTo>
                <a:cubicBezTo>
                  <a:pt x="20701" y="11555"/>
                  <a:pt x="20691" y="11491"/>
                  <a:pt x="20686" y="11414"/>
                </a:cubicBezTo>
                <a:lnTo>
                  <a:pt x="20686" y="11331"/>
                </a:lnTo>
                <a:lnTo>
                  <a:pt x="19977" y="11331"/>
                </a:lnTo>
                <a:lnTo>
                  <a:pt x="19964" y="11519"/>
                </a:lnTo>
                <a:cubicBezTo>
                  <a:pt x="19944" y="11645"/>
                  <a:pt x="19911" y="11645"/>
                  <a:pt x="19891" y="11519"/>
                </a:cubicBezTo>
                <a:cubicBezTo>
                  <a:pt x="19871" y="11393"/>
                  <a:pt x="19871" y="11189"/>
                  <a:pt x="19891" y="11063"/>
                </a:cubicBezTo>
                <a:cubicBezTo>
                  <a:pt x="19901" y="11000"/>
                  <a:pt x="19914" y="10968"/>
                  <a:pt x="19927" y="10968"/>
                </a:cubicBezTo>
                <a:cubicBezTo>
                  <a:pt x="19941" y="10968"/>
                  <a:pt x="19954" y="11000"/>
                  <a:pt x="19964" y="11063"/>
                </a:cubicBezTo>
                <a:lnTo>
                  <a:pt x="19977" y="11251"/>
                </a:lnTo>
                <a:lnTo>
                  <a:pt x="20686" y="11251"/>
                </a:lnTo>
                <a:lnTo>
                  <a:pt x="20686" y="11167"/>
                </a:lnTo>
                <a:cubicBezTo>
                  <a:pt x="20690" y="11106"/>
                  <a:pt x="20697" y="11056"/>
                  <a:pt x="20705" y="11022"/>
                </a:cubicBezTo>
                <a:lnTo>
                  <a:pt x="20728" y="10979"/>
                </a:lnTo>
                <a:lnTo>
                  <a:pt x="20728" y="637"/>
                </a:lnTo>
                <a:lnTo>
                  <a:pt x="20722" y="636"/>
                </a:lnTo>
                <a:cubicBezTo>
                  <a:pt x="20702" y="606"/>
                  <a:pt x="20686" y="506"/>
                  <a:pt x="20683" y="374"/>
                </a:cubicBezTo>
                <a:cubicBezTo>
                  <a:pt x="20678" y="198"/>
                  <a:pt x="20698" y="32"/>
                  <a:pt x="20726" y="4"/>
                </a:cubicBezTo>
              </a:path>
              <a:path w="21600" h="21600">
                <a:moveTo>
                  <a:pt x="873" y="4"/>
                </a:moveTo>
                <a:cubicBezTo>
                  <a:pt x="901" y="32"/>
                  <a:pt x="921" y="198"/>
                  <a:pt x="916" y="374"/>
                </a:cubicBezTo>
                <a:cubicBezTo>
                  <a:pt x="913" y="506"/>
                  <a:pt x="897" y="606"/>
                  <a:pt x="877" y="636"/>
                </a:cubicBezTo>
                <a:lnTo>
                  <a:pt x="871" y="637"/>
                </a:lnTo>
                <a:lnTo>
                  <a:pt x="871" y="10979"/>
                </a:lnTo>
                <a:lnTo>
                  <a:pt x="894" y="11022"/>
                </a:lnTo>
                <a:cubicBezTo>
                  <a:pt x="902" y="11056"/>
                  <a:pt x="909" y="11106"/>
                  <a:pt x="913" y="11167"/>
                </a:cubicBezTo>
                <a:lnTo>
                  <a:pt x="913" y="11251"/>
                </a:lnTo>
                <a:lnTo>
                  <a:pt x="1622" y="11251"/>
                </a:lnTo>
                <a:lnTo>
                  <a:pt x="1635" y="11063"/>
                </a:lnTo>
                <a:cubicBezTo>
                  <a:pt x="1645" y="11000"/>
                  <a:pt x="1658" y="10968"/>
                  <a:pt x="1672" y="10968"/>
                </a:cubicBezTo>
                <a:cubicBezTo>
                  <a:pt x="1685" y="10968"/>
                  <a:pt x="1698" y="11000"/>
                  <a:pt x="1708" y="11063"/>
                </a:cubicBezTo>
                <a:cubicBezTo>
                  <a:pt x="1728" y="11189"/>
                  <a:pt x="1728" y="11393"/>
                  <a:pt x="1708" y="11519"/>
                </a:cubicBezTo>
                <a:cubicBezTo>
                  <a:pt x="1688" y="11645"/>
                  <a:pt x="1655" y="11645"/>
                  <a:pt x="1635" y="11519"/>
                </a:cubicBezTo>
                <a:lnTo>
                  <a:pt x="1622" y="11331"/>
                </a:lnTo>
                <a:lnTo>
                  <a:pt x="913" y="11331"/>
                </a:lnTo>
                <a:lnTo>
                  <a:pt x="913" y="11414"/>
                </a:lnTo>
                <a:cubicBezTo>
                  <a:pt x="908" y="11491"/>
                  <a:pt x="898" y="11555"/>
                  <a:pt x="885" y="11589"/>
                </a:cubicBezTo>
                <a:lnTo>
                  <a:pt x="871" y="11606"/>
                </a:lnTo>
                <a:lnTo>
                  <a:pt x="871" y="13366"/>
                </a:lnTo>
                <a:lnTo>
                  <a:pt x="894" y="13409"/>
                </a:lnTo>
                <a:cubicBezTo>
                  <a:pt x="902" y="13443"/>
                  <a:pt x="909" y="13493"/>
                  <a:pt x="913" y="13555"/>
                </a:cubicBezTo>
                <a:lnTo>
                  <a:pt x="913" y="13638"/>
                </a:lnTo>
                <a:lnTo>
                  <a:pt x="1409" y="13638"/>
                </a:lnTo>
                <a:lnTo>
                  <a:pt x="1409" y="17818"/>
                </a:lnTo>
                <a:lnTo>
                  <a:pt x="1420" y="17831"/>
                </a:lnTo>
                <a:cubicBezTo>
                  <a:pt x="1426" y="17847"/>
                  <a:pt x="1432" y="17870"/>
                  <a:pt x="1437" y="17902"/>
                </a:cubicBezTo>
                <a:lnTo>
                  <a:pt x="1449" y="18090"/>
                </a:lnTo>
                <a:lnTo>
                  <a:pt x="1685" y="18090"/>
                </a:lnTo>
                <a:lnTo>
                  <a:pt x="1685" y="15122"/>
                </a:lnTo>
                <a:lnTo>
                  <a:pt x="2606" y="15122"/>
                </a:lnTo>
                <a:lnTo>
                  <a:pt x="2606" y="15043"/>
                </a:lnTo>
                <a:cubicBezTo>
                  <a:pt x="2611" y="14967"/>
                  <a:pt x="2621" y="14903"/>
                  <a:pt x="2634" y="14868"/>
                </a:cubicBezTo>
                <a:lnTo>
                  <a:pt x="2647" y="14852"/>
                </a:lnTo>
                <a:lnTo>
                  <a:pt x="2647" y="11137"/>
                </a:lnTo>
                <a:lnTo>
                  <a:pt x="2244" y="11137"/>
                </a:lnTo>
                <a:lnTo>
                  <a:pt x="2244" y="4056"/>
                </a:lnTo>
                <a:lnTo>
                  <a:pt x="2241" y="4055"/>
                </a:lnTo>
                <a:cubicBezTo>
                  <a:pt x="2213" y="4014"/>
                  <a:pt x="2196" y="3841"/>
                  <a:pt x="2202" y="3667"/>
                </a:cubicBezTo>
                <a:cubicBezTo>
                  <a:pt x="2207" y="3537"/>
                  <a:pt x="2224" y="3444"/>
                  <a:pt x="2244" y="3423"/>
                </a:cubicBezTo>
                <a:cubicBezTo>
                  <a:pt x="2251" y="3416"/>
                  <a:pt x="2257" y="3417"/>
                  <a:pt x="2264" y="3427"/>
                </a:cubicBezTo>
                <a:cubicBezTo>
                  <a:pt x="2292" y="3468"/>
                  <a:pt x="2309" y="3642"/>
                  <a:pt x="2303" y="3815"/>
                </a:cubicBezTo>
                <a:cubicBezTo>
                  <a:pt x="2298" y="3945"/>
                  <a:pt x="2281" y="4038"/>
                  <a:pt x="2261" y="4059"/>
                </a:cubicBezTo>
                <a:lnTo>
                  <a:pt x="2257" y="4058"/>
                </a:lnTo>
                <a:lnTo>
                  <a:pt x="2257" y="11057"/>
                </a:lnTo>
                <a:lnTo>
                  <a:pt x="2660" y="11057"/>
                </a:lnTo>
                <a:lnTo>
                  <a:pt x="2660" y="14855"/>
                </a:lnTo>
                <a:lnTo>
                  <a:pt x="2682" y="14897"/>
                </a:lnTo>
                <a:cubicBezTo>
                  <a:pt x="2691" y="14932"/>
                  <a:pt x="2697" y="14981"/>
                  <a:pt x="2702" y="15043"/>
                </a:cubicBezTo>
                <a:lnTo>
                  <a:pt x="2702" y="15122"/>
                </a:lnTo>
                <a:lnTo>
                  <a:pt x="3040" y="15122"/>
                </a:lnTo>
                <a:lnTo>
                  <a:pt x="3040" y="7153"/>
                </a:lnTo>
                <a:lnTo>
                  <a:pt x="3027" y="7136"/>
                </a:lnTo>
                <a:cubicBezTo>
                  <a:pt x="3008" y="7087"/>
                  <a:pt x="2995" y="6972"/>
                  <a:pt x="2995" y="6839"/>
                </a:cubicBezTo>
                <a:cubicBezTo>
                  <a:pt x="2995" y="6661"/>
                  <a:pt x="3018" y="6516"/>
                  <a:pt x="3047" y="6516"/>
                </a:cubicBezTo>
                <a:cubicBezTo>
                  <a:pt x="3075" y="6516"/>
                  <a:pt x="3098" y="6661"/>
                  <a:pt x="3098" y="6839"/>
                </a:cubicBezTo>
                <a:cubicBezTo>
                  <a:pt x="3098" y="6972"/>
                  <a:pt x="3085" y="7087"/>
                  <a:pt x="3067" y="7136"/>
                </a:cubicBezTo>
                <a:lnTo>
                  <a:pt x="3053" y="7154"/>
                </a:lnTo>
                <a:lnTo>
                  <a:pt x="3053" y="15202"/>
                </a:lnTo>
                <a:lnTo>
                  <a:pt x="2702" y="15202"/>
                </a:lnTo>
                <a:lnTo>
                  <a:pt x="2702" y="15290"/>
                </a:lnTo>
                <a:cubicBezTo>
                  <a:pt x="2696" y="15366"/>
                  <a:pt x="2687" y="15430"/>
                  <a:pt x="2674" y="15464"/>
                </a:cubicBezTo>
                <a:lnTo>
                  <a:pt x="2660" y="15481"/>
                </a:lnTo>
                <a:lnTo>
                  <a:pt x="2660" y="17368"/>
                </a:lnTo>
                <a:lnTo>
                  <a:pt x="2674" y="17385"/>
                </a:lnTo>
                <a:cubicBezTo>
                  <a:pt x="2680" y="17402"/>
                  <a:pt x="2686" y="17425"/>
                  <a:pt x="2690" y="17455"/>
                </a:cubicBezTo>
                <a:lnTo>
                  <a:pt x="2703" y="17638"/>
                </a:lnTo>
                <a:lnTo>
                  <a:pt x="3526" y="17638"/>
                </a:lnTo>
                <a:lnTo>
                  <a:pt x="3526" y="12541"/>
                </a:lnTo>
                <a:lnTo>
                  <a:pt x="3847" y="12541"/>
                </a:lnTo>
                <a:lnTo>
                  <a:pt x="3847" y="8766"/>
                </a:lnTo>
                <a:lnTo>
                  <a:pt x="3833" y="8749"/>
                </a:lnTo>
                <a:cubicBezTo>
                  <a:pt x="3815" y="8700"/>
                  <a:pt x="3802" y="8585"/>
                  <a:pt x="3802" y="8452"/>
                </a:cubicBezTo>
                <a:cubicBezTo>
                  <a:pt x="3802" y="8274"/>
                  <a:pt x="3825" y="8129"/>
                  <a:pt x="3853" y="8129"/>
                </a:cubicBezTo>
                <a:cubicBezTo>
                  <a:pt x="3882" y="8129"/>
                  <a:pt x="3905" y="8274"/>
                  <a:pt x="3905" y="8452"/>
                </a:cubicBezTo>
                <a:cubicBezTo>
                  <a:pt x="3905" y="8585"/>
                  <a:pt x="3892" y="8700"/>
                  <a:pt x="3873" y="8749"/>
                </a:cubicBezTo>
                <a:lnTo>
                  <a:pt x="3859" y="8766"/>
                </a:lnTo>
                <a:lnTo>
                  <a:pt x="3859" y="12621"/>
                </a:lnTo>
                <a:lnTo>
                  <a:pt x="3539" y="12621"/>
                </a:lnTo>
                <a:lnTo>
                  <a:pt x="3539" y="17718"/>
                </a:lnTo>
                <a:lnTo>
                  <a:pt x="2703" y="17718"/>
                </a:lnTo>
                <a:lnTo>
                  <a:pt x="2690" y="17911"/>
                </a:lnTo>
                <a:cubicBezTo>
                  <a:pt x="2686" y="17940"/>
                  <a:pt x="2680" y="17963"/>
                  <a:pt x="2674" y="17980"/>
                </a:cubicBezTo>
                <a:lnTo>
                  <a:pt x="2660" y="17997"/>
                </a:lnTo>
                <a:lnTo>
                  <a:pt x="2660" y="20686"/>
                </a:lnTo>
                <a:lnTo>
                  <a:pt x="1989" y="20686"/>
                </a:lnTo>
                <a:lnTo>
                  <a:pt x="1977" y="20875"/>
                </a:lnTo>
                <a:cubicBezTo>
                  <a:pt x="1972" y="20906"/>
                  <a:pt x="1966" y="20930"/>
                  <a:pt x="1960" y="20945"/>
                </a:cubicBezTo>
                <a:lnTo>
                  <a:pt x="1946" y="20962"/>
                </a:lnTo>
                <a:lnTo>
                  <a:pt x="1946" y="21600"/>
                </a:lnTo>
                <a:lnTo>
                  <a:pt x="1934" y="21600"/>
                </a:lnTo>
                <a:lnTo>
                  <a:pt x="1934" y="20961"/>
                </a:lnTo>
                <a:lnTo>
                  <a:pt x="1921" y="20945"/>
                </a:lnTo>
                <a:cubicBezTo>
                  <a:pt x="1915" y="20930"/>
                  <a:pt x="1909" y="20906"/>
                  <a:pt x="1904" y="20875"/>
                </a:cubicBezTo>
                <a:lnTo>
                  <a:pt x="1891" y="20686"/>
                </a:lnTo>
                <a:lnTo>
                  <a:pt x="1396" y="20686"/>
                </a:lnTo>
                <a:lnTo>
                  <a:pt x="1396" y="18448"/>
                </a:lnTo>
                <a:lnTo>
                  <a:pt x="1381" y="18429"/>
                </a:lnTo>
                <a:cubicBezTo>
                  <a:pt x="1374" y="18413"/>
                  <a:pt x="1369" y="18390"/>
                  <a:pt x="1364" y="18358"/>
                </a:cubicBezTo>
                <a:lnTo>
                  <a:pt x="1351" y="18170"/>
                </a:lnTo>
                <a:lnTo>
                  <a:pt x="355" y="18170"/>
                </a:lnTo>
                <a:lnTo>
                  <a:pt x="355" y="18183"/>
                </a:lnTo>
                <a:cubicBezTo>
                  <a:pt x="352" y="18314"/>
                  <a:pt x="336" y="18415"/>
                  <a:pt x="316" y="18444"/>
                </a:cubicBezTo>
                <a:lnTo>
                  <a:pt x="313" y="18445"/>
                </a:lnTo>
                <a:lnTo>
                  <a:pt x="313" y="19848"/>
                </a:lnTo>
                <a:lnTo>
                  <a:pt x="0" y="19848"/>
                </a:lnTo>
                <a:lnTo>
                  <a:pt x="0" y="19768"/>
                </a:lnTo>
                <a:lnTo>
                  <a:pt x="300" y="19768"/>
                </a:lnTo>
                <a:lnTo>
                  <a:pt x="300" y="18448"/>
                </a:lnTo>
                <a:lnTo>
                  <a:pt x="296" y="18449"/>
                </a:lnTo>
                <a:cubicBezTo>
                  <a:pt x="282" y="18435"/>
                  <a:pt x="270" y="18386"/>
                  <a:pt x="262" y="18319"/>
                </a:cubicBezTo>
                <a:lnTo>
                  <a:pt x="256" y="18170"/>
                </a:lnTo>
                <a:lnTo>
                  <a:pt x="0" y="18170"/>
                </a:lnTo>
                <a:lnTo>
                  <a:pt x="0" y="18090"/>
                </a:lnTo>
                <a:lnTo>
                  <a:pt x="253" y="18090"/>
                </a:lnTo>
                <a:lnTo>
                  <a:pt x="253" y="18079"/>
                </a:lnTo>
                <a:cubicBezTo>
                  <a:pt x="256" y="17947"/>
                  <a:pt x="272" y="17847"/>
                  <a:pt x="292" y="17817"/>
                </a:cubicBezTo>
                <a:lnTo>
                  <a:pt x="300" y="17816"/>
                </a:lnTo>
                <a:lnTo>
                  <a:pt x="300" y="16283"/>
                </a:lnTo>
                <a:lnTo>
                  <a:pt x="858" y="16283"/>
                </a:lnTo>
                <a:lnTo>
                  <a:pt x="858" y="13993"/>
                </a:lnTo>
                <a:lnTo>
                  <a:pt x="845" y="13976"/>
                </a:lnTo>
                <a:cubicBezTo>
                  <a:pt x="833" y="13945"/>
                  <a:pt x="823" y="13884"/>
                  <a:pt x="817" y="13802"/>
                </a:cubicBezTo>
                <a:lnTo>
                  <a:pt x="817" y="13718"/>
                </a:lnTo>
                <a:lnTo>
                  <a:pt x="0" y="13718"/>
                </a:lnTo>
                <a:lnTo>
                  <a:pt x="0" y="13638"/>
                </a:lnTo>
                <a:lnTo>
                  <a:pt x="817" y="13638"/>
                </a:lnTo>
                <a:lnTo>
                  <a:pt x="817" y="13555"/>
                </a:lnTo>
                <a:cubicBezTo>
                  <a:pt x="822" y="13478"/>
                  <a:pt x="832" y="13414"/>
                  <a:pt x="845" y="13380"/>
                </a:cubicBezTo>
                <a:lnTo>
                  <a:pt x="858" y="13364"/>
                </a:lnTo>
                <a:lnTo>
                  <a:pt x="858" y="11605"/>
                </a:lnTo>
                <a:lnTo>
                  <a:pt x="845" y="11589"/>
                </a:lnTo>
                <a:cubicBezTo>
                  <a:pt x="833" y="11557"/>
                  <a:pt x="823" y="11497"/>
                  <a:pt x="817" y="11414"/>
                </a:cubicBezTo>
                <a:lnTo>
                  <a:pt x="817" y="11331"/>
                </a:lnTo>
                <a:lnTo>
                  <a:pt x="0" y="11331"/>
                </a:lnTo>
                <a:lnTo>
                  <a:pt x="0" y="11251"/>
                </a:lnTo>
                <a:lnTo>
                  <a:pt x="817" y="11251"/>
                </a:lnTo>
                <a:lnTo>
                  <a:pt x="817" y="11167"/>
                </a:lnTo>
                <a:cubicBezTo>
                  <a:pt x="822" y="11091"/>
                  <a:pt x="832" y="11027"/>
                  <a:pt x="845" y="10993"/>
                </a:cubicBezTo>
                <a:lnTo>
                  <a:pt x="858" y="10977"/>
                </a:lnTo>
                <a:lnTo>
                  <a:pt x="858" y="640"/>
                </a:lnTo>
                <a:lnTo>
                  <a:pt x="857" y="640"/>
                </a:lnTo>
                <a:cubicBezTo>
                  <a:pt x="829" y="612"/>
                  <a:pt x="809" y="446"/>
                  <a:pt x="814" y="270"/>
                </a:cubicBezTo>
                <a:cubicBezTo>
                  <a:pt x="819" y="95"/>
                  <a:pt x="845" y="-24"/>
                  <a:pt x="873" y="4"/>
                </a:cubicBezTo>
                <a:close/>
              </a:path>
            </a:pathLst>
          </a:custGeom>
          <a:solidFill>
            <a:srgbClr val="1182FF">
              <a:alpha val="10000"/>
            </a:srgbClr>
          </a:solidFill>
          <a:ln w="3684" cap="flat" cmpd="sng">
            <a:noFill/>
            <a:prstDash val="solid"/>
            <a:miter/>
          </a:ln>
        </p:spPr>
      </p:sp>
      <p:sp>
        <p:nvSpPr>
          <p:cNvPr id="1048893" name="曲线"/>
          <p:cNvSpPr/>
          <p:nvPr/>
        </p:nvSpPr>
        <p:spPr>
          <a:xfrm rot="0">
            <a:off x="423942" y="3441594"/>
            <a:ext cx="11344116" cy="341640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5753" y="21460"/>
                </a:moveTo>
                <a:lnTo>
                  <a:pt x="15795" y="21460"/>
                </a:lnTo>
                <a:lnTo>
                  <a:pt x="15795" y="21600"/>
                </a:lnTo>
                <a:lnTo>
                  <a:pt x="15753" y="21600"/>
                </a:lnTo>
              </a:path>
              <a:path w="21600" h="21600">
                <a:moveTo>
                  <a:pt x="5021" y="21460"/>
                </a:moveTo>
                <a:lnTo>
                  <a:pt x="5063" y="21460"/>
                </a:lnTo>
                <a:lnTo>
                  <a:pt x="5063" y="21600"/>
                </a:lnTo>
                <a:lnTo>
                  <a:pt x="5021" y="21600"/>
                </a:lnTo>
              </a:path>
              <a:path w="21600" h="21600">
                <a:moveTo>
                  <a:pt x="15754" y="21276"/>
                </a:moveTo>
                <a:lnTo>
                  <a:pt x="15795" y="21276"/>
                </a:lnTo>
                <a:lnTo>
                  <a:pt x="15795" y="21411"/>
                </a:lnTo>
                <a:lnTo>
                  <a:pt x="15754" y="21411"/>
                </a:lnTo>
              </a:path>
              <a:path w="21600" h="21600">
                <a:moveTo>
                  <a:pt x="5021" y="21276"/>
                </a:moveTo>
                <a:lnTo>
                  <a:pt x="5062" y="21276"/>
                </a:lnTo>
                <a:lnTo>
                  <a:pt x="5062" y="21411"/>
                </a:lnTo>
                <a:lnTo>
                  <a:pt x="5021" y="21411"/>
                </a:lnTo>
              </a:path>
              <a:path w="21600" h="21600">
                <a:moveTo>
                  <a:pt x="15754" y="21091"/>
                </a:moveTo>
                <a:lnTo>
                  <a:pt x="15794" y="21091"/>
                </a:lnTo>
                <a:lnTo>
                  <a:pt x="15794" y="21223"/>
                </a:lnTo>
                <a:lnTo>
                  <a:pt x="15754" y="21223"/>
                </a:lnTo>
              </a:path>
              <a:path w="21600" h="21600">
                <a:moveTo>
                  <a:pt x="5022" y="21091"/>
                </a:moveTo>
                <a:lnTo>
                  <a:pt x="5062" y="21091"/>
                </a:lnTo>
                <a:lnTo>
                  <a:pt x="5062" y="21223"/>
                </a:lnTo>
                <a:lnTo>
                  <a:pt x="5022" y="21223"/>
                </a:lnTo>
              </a:path>
              <a:path w="21600" h="21600">
                <a:moveTo>
                  <a:pt x="15755" y="20907"/>
                </a:moveTo>
                <a:lnTo>
                  <a:pt x="15794" y="20907"/>
                </a:lnTo>
                <a:lnTo>
                  <a:pt x="15794" y="21035"/>
                </a:lnTo>
                <a:lnTo>
                  <a:pt x="15755" y="21035"/>
                </a:lnTo>
              </a:path>
              <a:path w="21600" h="21600">
                <a:moveTo>
                  <a:pt x="5023" y="20907"/>
                </a:moveTo>
                <a:lnTo>
                  <a:pt x="5061" y="20907"/>
                </a:lnTo>
                <a:lnTo>
                  <a:pt x="5061" y="21035"/>
                </a:lnTo>
                <a:lnTo>
                  <a:pt x="5023" y="21035"/>
                </a:lnTo>
              </a:path>
              <a:path w="21600" h="21600">
                <a:moveTo>
                  <a:pt x="15756" y="20723"/>
                </a:moveTo>
                <a:lnTo>
                  <a:pt x="15793" y="20723"/>
                </a:lnTo>
                <a:lnTo>
                  <a:pt x="15793" y="20847"/>
                </a:lnTo>
                <a:lnTo>
                  <a:pt x="15756" y="20847"/>
                </a:lnTo>
              </a:path>
              <a:path w="21600" h="21600">
                <a:moveTo>
                  <a:pt x="5023" y="20723"/>
                </a:moveTo>
                <a:lnTo>
                  <a:pt x="5061" y="20723"/>
                </a:lnTo>
                <a:lnTo>
                  <a:pt x="5061" y="20847"/>
                </a:lnTo>
                <a:lnTo>
                  <a:pt x="5023" y="20847"/>
                </a:lnTo>
              </a:path>
              <a:path w="21600" h="21600">
                <a:moveTo>
                  <a:pt x="12120" y="20569"/>
                </a:moveTo>
                <a:lnTo>
                  <a:pt x="12143" y="20569"/>
                </a:lnTo>
                <a:lnTo>
                  <a:pt x="12143" y="20646"/>
                </a:lnTo>
                <a:lnTo>
                  <a:pt x="12120" y="20646"/>
                </a:lnTo>
              </a:path>
              <a:path w="21600" h="21600">
                <a:moveTo>
                  <a:pt x="15756" y="20539"/>
                </a:moveTo>
                <a:lnTo>
                  <a:pt x="15792" y="20539"/>
                </a:lnTo>
                <a:lnTo>
                  <a:pt x="15792" y="20659"/>
                </a:lnTo>
                <a:lnTo>
                  <a:pt x="15756" y="20659"/>
                </a:lnTo>
              </a:path>
              <a:path w="21600" h="21600">
                <a:moveTo>
                  <a:pt x="5024" y="20539"/>
                </a:moveTo>
                <a:lnTo>
                  <a:pt x="5060" y="20539"/>
                </a:lnTo>
                <a:lnTo>
                  <a:pt x="5060" y="20659"/>
                </a:lnTo>
                <a:lnTo>
                  <a:pt x="5024" y="20659"/>
                </a:lnTo>
              </a:path>
              <a:path w="21600" h="21600">
                <a:moveTo>
                  <a:pt x="15757" y="20355"/>
                </a:moveTo>
                <a:lnTo>
                  <a:pt x="15792" y="20355"/>
                </a:lnTo>
                <a:lnTo>
                  <a:pt x="15792" y="20471"/>
                </a:lnTo>
                <a:lnTo>
                  <a:pt x="15757" y="20471"/>
                </a:lnTo>
              </a:path>
              <a:path w="21600" h="21600">
                <a:moveTo>
                  <a:pt x="5024" y="20355"/>
                </a:moveTo>
                <a:lnTo>
                  <a:pt x="5059" y="20355"/>
                </a:lnTo>
                <a:lnTo>
                  <a:pt x="5059" y="20471"/>
                </a:lnTo>
                <a:lnTo>
                  <a:pt x="5024" y="20471"/>
                </a:lnTo>
              </a:path>
              <a:path w="21600" h="21600">
                <a:moveTo>
                  <a:pt x="12121" y="20187"/>
                </a:moveTo>
                <a:lnTo>
                  <a:pt x="12142" y="20187"/>
                </a:lnTo>
                <a:lnTo>
                  <a:pt x="12142" y="20259"/>
                </a:lnTo>
                <a:lnTo>
                  <a:pt x="12121" y="20259"/>
                </a:lnTo>
              </a:path>
              <a:path w="21600" h="21600">
                <a:moveTo>
                  <a:pt x="15757" y="20171"/>
                </a:moveTo>
                <a:lnTo>
                  <a:pt x="15791" y="20171"/>
                </a:lnTo>
                <a:lnTo>
                  <a:pt x="15791" y="20283"/>
                </a:lnTo>
                <a:lnTo>
                  <a:pt x="15757" y="20283"/>
                </a:lnTo>
              </a:path>
              <a:path w="21600" h="21600">
                <a:moveTo>
                  <a:pt x="5025" y="20171"/>
                </a:moveTo>
                <a:lnTo>
                  <a:pt x="5059" y="20171"/>
                </a:lnTo>
                <a:lnTo>
                  <a:pt x="5059" y="20283"/>
                </a:lnTo>
                <a:lnTo>
                  <a:pt x="5025" y="20283"/>
                </a:lnTo>
              </a:path>
              <a:path w="21600" h="21600">
                <a:moveTo>
                  <a:pt x="15758" y="19987"/>
                </a:moveTo>
                <a:lnTo>
                  <a:pt x="15791" y="19987"/>
                </a:lnTo>
                <a:lnTo>
                  <a:pt x="15791" y="20095"/>
                </a:lnTo>
                <a:lnTo>
                  <a:pt x="15758" y="20095"/>
                </a:lnTo>
              </a:path>
              <a:path w="21600" h="21600">
                <a:moveTo>
                  <a:pt x="5026" y="19987"/>
                </a:moveTo>
                <a:lnTo>
                  <a:pt x="5058" y="19987"/>
                </a:lnTo>
                <a:lnTo>
                  <a:pt x="5058" y="20095"/>
                </a:lnTo>
                <a:lnTo>
                  <a:pt x="5026" y="20095"/>
                </a:lnTo>
              </a:path>
              <a:path w="21600" h="21600">
                <a:moveTo>
                  <a:pt x="12121" y="19804"/>
                </a:moveTo>
                <a:lnTo>
                  <a:pt x="12142" y="19804"/>
                </a:lnTo>
                <a:lnTo>
                  <a:pt x="12142" y="19873"/>
                </a:lnTo>
                <a:lnTo>
                  <a:pt x="12121" y="19873"/>
                </a:lnTo>
              </a:path>
              <a:path w="21600" h="21600">
                <a:moveTo>
                  <a:pt x="15759" y="19802"/>
                </a:moveTo>
                <a:lnTo>
                  <a:pt x="15790" y="19802"/>
                </a:lnTo>
                <a:lnTo>
                  <a:pt x="15790" y="19906"/>
                </a:lnTo>
                <a:lnTo>
                  <a:pt x="15759" y="19906"/>
                </a:lnTo>
              </a:path>
              <a:path w="21600" h="21600">
                <a:moveTo>
                  <a:pt x="5026" y="19802"/>
                </a:moveTo>
                <a:lnTo>
                  <a:pt x="5058" y="19802"/>
                </a:lnTo>
                <a:lnTo>
                  <a:pt x="5058" y="19906"/>
                </a:lnTo>
                <a:lnTo>
                  <a:pt x="5026" y="19906"/>
                </a:lnTo>
              </a:path>
              <a:path w="21600" h="21600">
                <a:moveTo>
                  <a:pt x="15759" y="19618"/>
                </a:moveTo>
                <a:lnTo>
                  <a:pt x="15789" y="19618"/>
                </a:lnTo>
                <a:lnTo>
                  <a:pt x="15789" y="19719"/>
                </a:lnTo>
                <a:lnTo>
                  <a:pt x="15759" y="19719"/>
                </a:lnTo>
              </a:path>
              <a:path w="21600" h="21600">
                <a:moveTo>
                  <a:pt x="5027" y="19618"/>
                </a:moveTo>
                <a:lnTo>
                  <a:pt x="5057" y="19618"/>
                </a:lnTo>
                <a:lnTo>
                  <a:pt x="5057" y="19719"/>
                </a:lnTo>
                <a:lnTo>
                  <a:pt x="5027" y="19719"/>
                </a:lnTo>
              </a:path>
              <a:path w="21600" h="21600">
                <a:moveTo>
                  <a:pt x="17987" y="19614"/>
                </a:moveTo>
                <a:lnTo>
                  <a:pt x="18029" y="19614"/>
                </a:lnTo>
                <a:lnTo>
                  <a:pt x="18029" y="19753"/>
                </a:lnTo>
                <a:lnTo>
                  <a:pt x="17987" y="19753"/>
                </a:lnTo>
              </a:path>
              <a:path w="21600" h="21600">
                <a:moveTo>
                  <a:pt x="7254" y="19614"/>
                </a:moveTo>
                <a:lnTo>
                  <a:pt x="7296" y="19614"/>
                </a:lnTo>
                <a:lnTo>
                  <a:pt x="7296" y="19753"/>
                </a:lnTo>
                <a:lnTo>
                  <a:pt x="7254" y="19753"/>
                </a:lnTo>
              </a:path>
              <a:path w="21600" h="21600">
                <a:moveTo>
                  <a:pt x="15760" y="19434"/>
                </a:moveTo>
                <a:lnTo>
                  <a:pt x="15789" y="19434"/>
                </a:lnTo>
                <a:lnTo>
                  <a:pt x="15789" y="19530"/>
                </a:lnTo>
                <a:lnTo>
                  <a:pt x="15760" y="19530"/>
                </a:lnTo>
              </a:path>
              <a:path w="21600" h="21600">
                <a:moveTo>
                  <a:pt x="5027" y="19434"/>
                </a:moveTo>
                <a:lnTo>
                  <a:pt x="5056" y="19434"/>
                </a:lnTo>
                <a:lnTo>
                  <a:pt x="5056" y="19530"/>
                </a:lnTo>
                <a:lnTo>
                  <a:pt x="5027" y="19530"/>
                </a:lnTo>
              </a:path>
              <a:path w="21600" h="21600">
                <a:moveTo>
                  <a:pt x="17987" y="19430"/>
                </a:moveTo>
                <a:lnTo>
                  <a:pt x="18028" y="19430"/>
                </a:lnTo>
                <a:lnTo>
                  <a:pt x="18028" y="19565"/>
                </a:lnTo>
                <a:lnTo>
                  <a:pt x="17987" y="19565"/>
                </a:lnTo>
              </a:path>
              <a:path w="21600" h="21600">
                <a:moveTo>
                  <a:pt x="7255" y="19430"/>
                </a:moveTo>
                <a:lnTo>
                  <a:pt x="7296" y="19430"/>
                </a:lnTo>
                <a:lnTo>
                  <a:pt x="7296" y="19565"/>
                </a:lnTo>
                <a:lnTo>
                  <a:pt x="7255" y="19565"/>
                </a:lnTo>
              </a:path>
              <a:path w="21600" h="21600">
                <a:moveTo>
                  <a:pt x="12122" y="19421"/>
                </a:moveTo>
                <a:lnTo>
                  <a:pt x="12141" y="19421"/>
                </a:lnTo>
                <a:lnTo>
                  <a:pt x="12141" y="19486"/>
                </a:lnTo>
                <a:lnTo>
                  <a:pt x="12122" y="19486"/>
                </a:lnTo>
              </a:path>
              <a:path w="21600" h="21600">
                <a:moveTo>
                  <a:pt x="15760" y="19250"/>
                </a:moveTo>
                <a:lnTo>
                  <a:pt x="15788" y="19250"/>
                </a:lnTo>
                <a:lnTo>
                  <a:pt x="15788" y="19342"/>
                </a:lnTo>
                <a:lnTo>
                  <a:pt x="15760" y="19342"/>
                </a:lnTo>
              </a:path>
              <a:path w="21600" h="21600">
                <a:moveTo>
                  <a:pt x="5028" y="19250"/>
                </a:moveTo>
                <a:lnTo>
                  <a:pt x="5056" y="19250"/>
                </a:lnTo>
                <a:lnTo>
                  <a:pt x="5056" y="19342"/>
                </a:lnTo>
                <a:lnTo>
                  <a:pt x="5028" y="19342"/>
                </a:lnTo>
              </a:path>
              <a:path w="21600" h="21600">
                <a:moveTo>
                  <a:pt x="17988" y="19246"/>
                </a:moveTo>
                <a:lnTo>
                  <a:pt x="18028" y="19246"/>
                </a:lnTo>
                <a:lnTo>
                  <a:pt x="18028" y="19377"/>
                </a:lnTo>
                <a:lnTo>
                  <a:pt x="17988" y="19377"/>
                </a:lnTo>
              </a:path>
              <a:path w="21600" h="21600">
                <a:moveTo>
                  <a:pt x="7255" y="19246"/>
                </a:moveTo>
                <a:lnTo>
                  <a:pt x="7295" y="19246"/>
                </a:lnTo>
                <a:lnTo>
                  <a:pt x="7295" y="19377"/>
                </a:lnTo>
                <a:lnTo>
                  <a:pt x="7255" y="19377"/>
                </a:lnTo>
              </a:path>
              <a:path w="21600" h="21600">
                <a:moveTo>
                  <a:pt x="15761" y="19066"/>
                </a:moveTo>
                <a:lnTo>
                  <a:pt x="15788" y="19066"/>
                </a:lnTo>
                <a:lnTo>
                  <a:pt x="15788" y="19154"/>
                </a:lnTo>
                <a:lnTo>
                  <a:pt x="15761" y="19154"/>
                </a:lnTo>
              </a:path>
              <a:path w="21600" h="21600">
                <a:moveTo>
                  <a:pt x="5029" y="19066"/>
                </a:moveTo>
                <a:lnTo>
                  <a:pt x="5055" y="19066"/>
                </a:lnTo>
                <a:lnTo>
                  <a:pt x="5055" y="19154"/>
                </a:lnTo>
                <a:lnTo>
                  <a:pt x="5029" y="19154"/>
                </a:lnTo>
              </a:path>
              <a:path w="21600" h="21600">
                <a:moveTo>
                  <a:pt x="17988" y="19061"/>
                </a:moveTo>
                <a:lnTo>
                  <a:pt x="18027" y="19061"/>
                </a:lnTo>
                <a:lnTo>
                  <a:pt x="18027" y="19189"/>
                </a:lnTo>
                <a:lnTo>
                  <a:pt x="17988" y="19189"/>
                </a:lnTo>
              </a:path>
              <a:path w="21600" h="21600">
                <a:moveTo>
                  <a:pt x="7256" y="19061"/>
                </a:moveTo>
                <a:lnTo>
                  <a:pt x="7294" y="19061"/>
                </a:lnTo>
                <a:lnTo>
                  <a:pt x="7294" y="19189"/>
                </a:lnTo>
                <a:lnTo>
                  <a:pt x="7256" y="19189"/>
                </a:lnTo>
              </a:path>
              <a:path w="21600" h="21600">
                <a:moveTo>
                  <a:pt x="12122" y="19039"/>
                </a:moveTo>
                <a:lnTo>
                  <a:pt x="12141" y="19039"/>
                </a:lnTo>
                <a:lnTo>
                  <a:pt x="12141" y="19099"/>
                </a:lnTo>
                <a:lnTo>
                  <a:pt x="12122" y="19099"/>
                </a:lnTo>
              </a:path>
              <a:path w="21600" h="21600">
                <a:moveTo>
                  <a:pt x="15762" y="18882"/>
                </a:moveTo>
                <a:lnTo>
                  <a:pt x="15787" y="18882"/>
                </a:lnTo>
                <a:lnTo>
                  <a:pt x="15787" y="18966"/>
                </a:lnTo>
                <a:lnTo>
                  <a:pt x="15762" y="18966"/>
                </a:lnTo>
              </a:path>
              <a:path w="21600" h="21600">
                <a:moveTo>
                  <a:pt x="5029" y="18882"/>
                </a:moveTo>
                <a:lnTo>
                  <a:pt x="5055" y="18882"/>
                </a:lnTo>
                <a:lnTo>
                  <a:pt x="5055" y="18966"/>
                </a:lnTo>
                <a:lnTo>
                  <a:pt x="5029" y="18966"/>
                </a:lnTo>
              </a:path>
              <a:path w="21600" h="21600">
                <a:moveTo>
                  <a:pt x="17989" y="18877"/>
                </a:moveTo>
                <a:lnTo>
                  <a:pt x="18026" y="18877"/>
                </a:lnTo>
                <a:lnTo>
                  <a:pt x="18026" y="19001"/>
                </a:lnTo>
                <a:lnTo>
                  <a:pt x="17989" y="19001"/>
                </a:lnTo>
              </a:path>
              <a:path w="21600" h="21600">
                <a:moveTo>
                  <a:pt x="7257" y="18877"/>
                </a:moveTo>
                <a:lnTo>
                  <a:pt x="7294" y="18877"/>
                </a:lnTo>
                <a:lnTo>
                  <a:pt x="7294" y="19001"/>
                </a:lnTo>
                <a:lnTo>
                  <a:pt x="7257" y="19001"/>
                </a:lnTo>
              </a:path>
              <a:path w="21600" h="21600">
                <a:moveTo>
                  <a:pt x="15762" y="18697"/>
                </a:moveTo>
                <a:lnTo>
                  <a:pt x="15786" y="18697"/>
                </a:lnTo>
                <a:lnTo>
                  <a:pt x="15786" y="18778"/>
                </a:lnTo>
                <a:lnTo>
                  <a:pt x="15762" y="18778"/>
                </a:lnTo>
              </a:path>
              <a:path w="21600" h="21600">
                <a:moveTo>
                  <a:pt x="5030" y="18697"/>
                </a:moveTo>
                <a:lnTo>
                  <a:pt x="5054" y="18697"/>
                </a:lnTo>
                <a:lnTo>
                  <a:pt x="5054" y="18778"/>
                </a:lnTo>
                <a:lnTo>
                  <a:pt x="5030" y="18778"/>
                </a:lnTo>
              </a:path>
              <a:path w="21600" h="21600">
                <a:moveTo>
                  <a:pt x="17990" y="18693"/>
                </a:moveTo>
                <a:lnTo>
                  <a:pt x="18026" y="18693"/>
                </a:lnTo>
                <a:lnTo>
                  <a:pt x="18026" y="18813"/>
                </a:lnTo>
                <a:lnTo>
                  <a:pt x="17990" y="18813"/>
                </a:lnTo>
              </a:path>
              <a:path w="21600" h="21600">
                <a:moveTo>
                  <a:pt x="7257" y="18693"/>
                </a:moveTo>
                <a:lnTo>
                  <a:pt x="7293" y="18693"/>
                </a:lnTo>
                <a:lnTo>
                  <a:pt x="7293" y="18813"/>
                </a:lnTo>
                <a:lnTo>
                  <a:pt x="7257" y="18813"/>
                </a:lnTo>
              </a:path>
              <a:path w="21600" h="21600">
                <a:moveTo>
                  <a:pt x="12123" y="18656"/>
                </a:moveTo>
                <a:lnTo>
                  <a:pt x="12140" y="18656"/>
                </a:lnTo>
                <a:lnTo>
                  <a:pt x="12140" y="18713"/>
                </a:lnTo>
                <a:lnTo>
                  <a:pt x="12123" y="18713"/>
                </a:lnTo>
              </a:path>
              <a:path w="21600" h="21600">
                <a:moveTo>
                  <a:pt x="14461" y="18605"/>
                </a:moveTo>
                <a:lnTo>
                  <a:pt x="14503" y="18605"/>
                </a:lnTo>
                <a:lnTo>
                  <a:pt x="14503" y="18745"/>
                </a:lnTo>
                <a:lnTo>
                  <a:pt x="14461" y="18745"/>
                </a:lnTo>
              </a:path>
              <a:path w="21600" h="21600">
                <a:moveTo>
                  <a:pt x="3729" y="18605"/>
                </a:moveTo>
                <a:lnTo>
                  <a:pt x="3771" y="18605"/>
                </a:lnTo>
                <a:lnTo>
                  <a:pt x="3771" y="18745"/>
                </a:lnTo>
                <a:lnTo>
                  <a:pt x="3729" y="18745"/>
                </a:lnTo>
              </a:path>
              <a:path w="21600" h="21600">
                <a:moveTo>
                  <a:pt x="15763" y="18513"/>
                </a:moveTo>
                <a:lnTo>
                  <a:pt x="15786" y="18513"/>
                </a:lnTo>
                <a:lnTo>
                  <a:pt x="15786" y="18590"/>
                </a:lnTo>
                <a:lnTo>
                  <a:pt x="15763" y="18590"/>
                </a:lnTo>
              </a:path>
              <a:path w="21600" h="21600">
                <a:moveTo>
                  <a:pt x="5030" y="18513"/>
                </a:moveTo>
                <a:lnTo>
                  <a:pt x="5053" y="18513"/>
                </a:lnTo>
                <a:lnTo>
                  <a:pt x="5053" y="18590"/>
                </a:lnTo>
                <a:lnTo>
                  <a:pt x="5030" y="18590"/>
                </a:lnTo>
              </a:path>
              <a:path w="21600" h="21600">
                <a:moveTo>
                  <a:pt x="17990" y="18509"/>
                </a:moveTo>
                <a:lnTo>
                  <a:pt x="18025" y="18509"/>
                </a:lnTo>
                <a:lnTo>
                  <a:pt x="18025" y="18625"/>
                </a:lnTo>
                <a:lnTo>
                  <a:pt x="17990" y="18625"/>
                </a:lnTo>
              </a:path>
              <a:path w="21600" h="21600">
                <a:moveTo>
                  <a:pt x="7258" y="18509"/>
                </a:moveTo>
                <a:lnTo>
                  <a:pt x="7293" y="18509"/>
                </a:lnTo>
                <a:lnTo>
                  <a:pt x="7293" y="18625"/>
                </a:lnTo>
                <a:lnTo>
                  <a:pt x="7258" y="18625"/>
                </a:lnTo>
              </a:path>
              <a:path w="21600" h="21600">
                <a:moveTo>
                  <a:pt x="14462" y="18421"/>
                </a:moveTo>
                <a:lnTo>
                  <a:pt x="14503" y="18421"/>
                </a:lnTo>
                <a:lnTo>
                  <a:pt x="14503" y="18557"/>
                </a:lnTo>
                <a:lnTo>
                  <a:pt x="14462" y="18557"/>
                </a:lnTo>
              </a:path>
              <a:path w="21600" h="21600">
                <a:moveTo>
                  <a:pt x="3730" y="18421"/>
                </a:moveTo>
                <a:lnTo>
                  <a:pt x="3770" y="18421"/>
                </a:lnTo>
                <a:lnTo>
                  <a:pt x="3770" y="18557"/>
                </a:lnTo>
                <a:lnTo>
                  <a:pt x="3730" y="18557"/>
                </a:lnTo>
              </a:path>
              <a:path w="21600" h="21600">
                <a:moveTo>
                  <a:pt x="15763" y="18329"/>
                </a:moveTo>
                <a:lnTo>
                  <a:pt x="15785" y="18329"/>
                </a:lnTo>
                <a:lnTo>
                  <a:pt x="15785" y="18402"/>
                </a:lnTo>
                <a:lnTo>
                  <a:pt x="15763" y="18402"/>
                </a:lnTo>
              </a:path>
              <a:path w="21600" h="21600">
                <a:moveTo>
                  <a:pt x="5031" y="18329"/>
                </a:moveTo>
                <a:lnTo>
                  <a:pt x="5053" y="18329"/>
                </a:lnTo>
                <a:lnTo>
                  <a:pt x="5053" y="18402"/>
                </a:lnTo>
                <a:lnTo>
                  <a:pt x="5031" y="18402"/>
                </a:lnTo>
              </a:path>
              <a:path w="21600" h="21600">
                <a:moveTo>
                  <a:pt x="17991" y="18325"/>
                </a:moveTo>
                <a:lnTo>
                  <a:pt x="18025" y="18325"/>
                </a:lnTo>
                <a:lnTo>
                  <a:pt x="18025" y="18437"/>
                </a:lnTo>
                <a:lnTo>
                  <a:pt x="17991" y="18437"/>
                </a:lnTo>
              </a:path>
              <a:path w="21600" h="21600">
                <a:moveTo>
                  <a:pt x="7258" y="18325"/>
                </a:moveTo>
                <a:lnTo>
                  <a:pt x="7292" y="18325"/>
                </a:lnTo>
                <a:lnTo>
                  <a:pt x="7292" y="18437"/>
                </a:lnTo>
                <a:lnTo>
                  <a:pt x="7258" y="18437"/>
                </a:lnTo>
              </a:path>
              <a:path w="21600" h="21600">
                <a:moveTo>
                  <a:pt x="20549" y="18299"/>
                </a:moveTo>
                <a:lnTo>
                  <a:pt x="20591" y="18299"/>
                </a:lnTo>
                <a:lnTo>
                  <a:pt x="20591" y="18438"/>
                </a:lnTo>
                <a:lnTo>
                  <a:pt x="20549" y="18438"/>
                </a:lnTo>
              </a:path>
              <a:path w="21600" h="21600">
                <a:moveTo>
                  <a:pt x="9817" y="18299"/>
                </a:moveTo>
                <a:lnTo>
                  <a:pt x="9859" y="18299"/>
                </a:lnTo>
                <a:lnTo>
                  <a:pt x="9859" y="18438"/>
                </a:lnTo>
                <a:lnTo>
                  <a:pt x="9817" y="18438"/>
                </a:lnTo>
              </a:path>
              <a:path w="21600" h="21600">
                <a:moveTo>
                  <a:pt x="12123" y="18273"/>
                </a:moveTo>
                <a:lnTo>
                  <a:pt x="12139" y="18273"/>
                </a:lnTo>
                <a:lnTo>
                  <a:pt x="12139" y="18326"/>
                </a:lnTo>
                <a:lnTo>
                  <a:pt x="12123" y="18326"/>
                </a:lnTo>
              </a:path>
              <a:path w="21600" h="21600">
                <a:moveTo>
                  <a:pt x="14463" y="18237"/>
                </a:moveTo>
                <a:lnTo>
                  <a:pt x="14502" y="18237"/>
                </a:lnTo>
                <a:lnTo>
                  <a:pt x="14502" y="18369"/>
                </a:lnTo>
                <a:lnTo>
                  <a:pt x="14463" y="18369"/>
                </a:lnTo>
              </a:path>
              <a:path w="21600" h="21600">
                <a:moveTo>
                  <a:pt x="3730" y="18237"/>
                </a:moveTo>
                <a:lnTo>
                  <a:pt x="3770" y="18237"/>
                </a:lnTo>
                <a:lnTo>
                  <a:pt x="3770" y="18369"/>
                </a:lnTo>
                <a:lnTo>
                  <a:pt x="3730" y="18369"/>
                </a:lnTo>
              </a:path>
              <a:path w="21600" h="21600">
                <a:moveTo>
                  <a:pt x="15764" y="18145"/>
                </a:moveTo>
                <a:lnTo>
                  <a:pt x="15785" y="18145"/>
                </a:lnTo>
                <a:lnTo>
                  <a:pt x="15785" y="18214"/>
                </a:lnTo>
                <a:lnTo>
                  <a:pt x="15764" y="18214"/>
                </a:lnTo>
              </a:path>
              <a:path w="21600" h="21600">
                <a:moveTo>
                  <a:pt x="5032" y="18145"/>
                </a:moveTo>
                <a:lnTo>
                  <a:pt x="5052" y="18145"/>
                </a:lnTo>
                <a:lnTo>
                  <a:pt x="5052" y="18214"/>
                </a:lnTo>
                <a:lnTo>
                  <a:pt x="5032" y="18214"/>
                </a:lnTo>
              </a:path>
              <a:path w="21600" h="21600">
                <a:moveTo>
                  <a:pt x="17991" y="18141"/>
                </a:moveTo>
                <a:lnTo>
                  <a:pt x="18024" y="18141"/>
                </a:lnTo>
                <a:lnTo>
                  <a:pt x="18024" y="18249"/>
                </a:lnTo>
                <a:lnTo>
                  <a:pt x="17991" y="18249"/>
                </a:lnTo>
              </a:path>
              <a:path w="21600" h="21600">
                <a:moveTo>
                  <a:pt x="7259" y="18141"/>
                </a:moveTo>
                <a:lnTo>
                  <a:pt x="7291" y="18141"/>
                </a:lnTo>
                <a:lnTo>
                  <a:pt x="7291" y="18249"/>
                </a:lnTo>
                <a:lnTo>
                  <a:pt x="7259" y="18249"/>
                </a:lnTo>
              </a:path>
              <a:path w="21600" h="21600">
                <a:moveTo>
                  <a:pt x="20550" y="18115"/>
                </a:moveTo>
                <a:lnTo>
                  <a:pt x="20591" y="18115"/>
                </a:lnTo>
                <a:lnTo>
                  <a:pt x="20591" y="18250"/>
                </a:lnTo>
                <a:lnTo>
                  <a:pt x="20550" y="18250"/>
                </a:lnTo>
              </a:path>
              <a:path w="21600" h="21600">
                <a:moveTo>
                  <a:pt x="9817" y="18115"/>
                </a:moveTo>
                <a:lnTo>
                  <a:pt x="9858" y="18115"/>
                </a:lnTo>
                <a:lnTo>
                  <a:pt x="9858" y="18250"/>
                </a:lnTo>
                <a:lnTo>
                  <a:pt x="9817" y="18250"/>
                </a:lnTo>
              </a:path>
              <a:path w="21600" h="21600">
                <a:moveTo>
                  <a:pt x="14463" y="18053"/>
                </a:moveTo>
                <a:lnTo>
                  <a:pt x="14502" y="18053"/>
                </a:lnTo>
                <a:lnTo>
                  <a:pt x="14502" y="18181"/>
                </a:lnTo>
                <a:lnTo>
                  <a:pt x="14463" y="18181"/>
                </a:lnTo>
              </a:path>
              <a:path w="21600" h="21600">
                <a:moveTo>
                  <a:pt x="3731" y="18053"/>
                </a:moveTo>
                <a:lnTo>
                  <a:pt x="3769" y="18053"/>
                </a:lnTo>
                <a:lnTo>
                  <a:pt x="3769" y="18181"/>
                </a:lnTo>
                <a:lnTo>
                  <a:pt x="3731" y="18181"/>
                </a:lnTo>
              </a:path>
              <a:path w="21600" h="21600">
                <a:moveTo>
                  <a:pt x="15765" y="17961"/>
                </a:moveTo>
                <a:lnTo>
                  <a:pt x="15784" y="17961"/>
                </a:lnTo>
                <a:lnTo>
                  <a:pt x="15784" y="18026"/>
                </a:lnTo>
                <a:lnTo>
                  <a:pt x="15765" y="18026"/>
                </a:lnTo>
              </a:path>
              <a:path w="21600" h="21600">
                <a:moveTo>
                  <a:pt x="5032" y="17961"/>
                </a:moveTo>
                <a:lnTo>
                  <a:pt x="5052" y="17961"/>
                </a:lnTo>
                <a:lnTo>
                  <a:pt x="5052" y="18026"/>
                </a:lnTo>
                <a:lnTo>
                  <a:pt x="5032" y="18026"/>
                </a:lnTo>
              </a:path>
              <a:path w="21600" h="21600">
                <a:moveTo>
                  <a:pt x="17992" y="17956"/>
                </a:moveTo>
                <a:lnTo>
                  <a:pt x="18023" y="17956"/>
                </a:lnTo>
                <a:lnTo>
                  <a:pt x="18023" y="18060"/>
                </a:lnTo>
                <a:lnTo>
                  <a:pt x="17992" y="18060"/>
                </a:lnTo>
              </a:path>
              <a:path w="21600" h="21600">
                <a:moveTo>
                  <a:pt x="7260" y="17956"/>
                </a:moveTo>
                <a:lnTo>
                  <a:pt x="7291" y="17956"/>
                </a:lnTo>
                <a:lnTo>
                  <a:pt x="7291" y="18060"/>
                </a:lnTo>
                <a:lnTo>
                  <a:pt x="7260" y="18060"/>
                </a:lnTo>
              </a:path>
              <a:path w="21600" h="21600">
                <a:moveTo>
                  <a:pt x="20551" y="17931"/>
                </a:moveTo>
                <a:lnTo>
                  <a:pt x="20590" y="17931"/>
                </a:lnTo>
                <a:lnTo>
                  <a:pt x="20590" y="18062"/>
                </a:lnTo>
                <a:lnTo>
                  <a:pt x="20551" y="18062"/>
                </a:lnTo>
              </a:path>
              <a:path w="21600" h="21600">
                <a:moveTo>
                  <a:pt x="9818" y="17931"/>
                </a:moveTo>
                <a:lnTo>
                  <a:pt x="9858" y="17931"/>
                </a:lnTo>
                <a:lnTo>
                  <a:pt x="9858" y="18062"/>
                </a:lnTo>
                <a:lnTo>
                  <a:pt x="9818" y="18062"/>
                </a:lnTo>
              </a:path>
              <a:path w="21600" h="21600">
                <a:moveTo>
                  <a:pt x="12124" y="17890"/>
                </a:moveTo>
                <a:lnTo>
                  <a:pt x="12139" y="17890"/>
                </a:lnTo>
                <a:lnTo>
                  <a:pt x="12139" y="17939"/>
                </a:lnTo>
                <a:lnTo>
                  <a:pt x="12124" y="17939"/>
                </a:lnTo>
              </a:path>
              <a:path w="21600" h="21600">
                <a:moveTo>
                  <a:pt x="14464" y="17869"/>
                </a:moveTo>
                <a:lnTo>
                  <a:pt x="14501" y="17869"/>
                </a:lnTo>
                <a:lnTo>
                  <a:pt x="14501" y="17993"/>
                </a:lnTo>
                <a:lnTo>
                  <a:pt x="14464" y="17993"/>
                </a:lnTo>
              </a:path>
              <a:path w="21600" h="21600">
                <a:moveTo>
                  <a:pt x="3731" y="17869"/>
                </a:moveTo>
                <a:lnTo>
                  <a:pt x="3769" y="17869"/>
                </a:lnTo>
                <a:lnTo>
                  <a:pt x="3769" y="17993"/>
                </a:lnTo>
                <a:lnTo>
                  <a:pt x="3731" y="17993"/>
                </a:lnTo>
              </a:path>
              <a:path w="21600" h="21600">
                <a:moveTo>
                  <a:pt x="15765" y="17777"/>
                </a:moveTo>
                <a:lnTo>
                  <a:pt x="15783" y="17777"/>
                </a:lnTo>
                <a:lnTo>
                  <a:pt x="15783" y="17837"/>
                </a:lnTo>
                <a:lnTo>
                  <a:pt x="15765" y="17837"/>
                </a:lnTo>
              </a:path>
              <a:path w="21600" h="21600">
                <a:moveTo>
                  <a:pt x="5033" y="17777"/>
                </a:moveTo>
                <a:lnTo>
                  <a:pt x="5051" y="17777"/>
                </a:lnTo>
                <a:lnTo>
                  <a:pt x="5051" y="17837"/>
                </a:lnTo>
                <a:lnTo>
                  <a:pt x="5033" y="17837"/>
                </a:lnTo>
              </a:path>
              <a:path w="21600" h="21600">
                <a:moveTo>
                  <a:pt x="17993" y="17772"/>
                </a:moveTo>
                <a:lnTo>
                  <a:pt x="18023" y="17772"/>
                </a:lnTo>
                <a:lnTo>
                  <a:pt x="18023" y="17872"/>
                </a:lnTo>
                <a:lnTo>
                  <a:pt x="17993" y="17872"/>
                </a:lnTo>
              </a:path>
              <a:path w="21600" h="21600">
                <a:moveTo>
                  <a:pt x="7260" y="17772"/>
                </a:moveTo>
                <a:lnTo>
                  <a:pt x="7290" y="17772"/>
                </a:lnTo>
                <a:lnTo>
                  <a:pt x="7290" y="17872"/>
                </a:lnTo>
                <a:lnTo>
                  <a:pt x="7260" y="17872"/>
                </a:lnTo>
              </a:path>
              <a:path w="21600" h="21600">
                <a:moveTo>
                  <a:pt x="20551" y="17746"/>
                </a:moveTo>
                <a:lnTo>
                  <a:pt x="20590" y="17746"/>
                </a:lnTo>
                <a:lnTo>
                  <a:pt x="20590" y="17874"/>
                </a:lnTo>
                <a:lnTo>
                  <a:pt x="20551" y="17874"/>
                </a:lnTo>
              </a:path>
              <a:path w="21600" h="21600">
                <a:moveTo>
                  <a:pt x="9819" y="17746"/>
                </a:moveTo>
                <a:lnTo>
                  <a:pt x="9857" y="17746"/>
                </a:lnTo>
                <a:lnTo>
                  <a:pt x="9857" y="17874"/>
                </a:lnTo>
                <a:lnTo>
                  <a:pt x="9819" y="17874"/>
                </a:lnTo>
              </a:path>
              <a:path w="21600" h="21600">
                <a:moveTo>
                  <a:pt x="14464" y="17685"/>
                </a:moveTo>
                <a:lnTo>
                  <a:pt x="14500" y="17685"/>
                </a:lnTo>
                <a:lnTo>
                  <a:pt x="14500" y="17804"/>
                </a:lnTo>
                <a:lnTo>
                  <a:pt x="14464" y="17804"/>
                </a:lnTo>
              </a:path>
              <a:path w="21600" h="21600">
                <a:moveTo>
                  <a:pt x="3732" y="17685"/>
                </a:moveTo>
                <a:lnTo>
                  <a:pt x="3768" y="17685"/>
                </a:lnTo>
                <a:lnTo>
                  <a:pt x="3768" y="17804"/>
                </a:lnTo>
                <a:lnTo>
                  <a:pt x="3732" y="17804"/>
                </a:lnTo>
              </a:path>
              <a:path w="21600" h="21600">
                <a:moveTo>
                  <a:pt x="15766" y="17592"/>
                </a:moveTo>
                <a:lnTo>
                  <a:pt x="15783" y="17592"/>
                </a:lnTo>
                <a:lnTo>
                  <a:pt x="15783" y="17649"/>
                </a:lnTo>
                <a:lnTo>
                  <a:pt x="15766" y="17649"/>
                </a:lnTo>
              </a:path>
              <a:path w="21600" h="21600">
                <a:moveTo>
                  <a:pt x="5033" y="17592"/>
                </a:moveTo>
                <a:lnTo>
                  <a:pt x="5050" y="17592"/>
                </a:lnTo>
                <a:lnTo>
                  <a:pt x="5050" y="17649"/>
                </a:lnTo>
                <a:lnTo>
                  <a:pt x="5033" y="17649"/>
                </a:lnTo>
              </a:path>
              <a:path w="21600" h="21600">
                <a:moveTo>
                  <a:pt x="17993" y="17588"/>
                </a:moveTo>
                <a:lnTo>
                  <a:pt x="18022" y="17588"/>
                </a:lnTo>
                <a:lnTo>
                  <a:pt x="18022" y="17684"/>
                </a:lnTo>
                <a:lnTo>
                  <a:pt x="17993" y="17684"/>
                </a:lnTo>
              </a:path>
              <a:path w="21600" h="21600">
                <a:moveTo>
                  <a:pt x="7261" y="17588"/>
                </a:moveTo>
                <a:lnTo>
                  <a:pt x="7290" y="17588"/>
                </a:lnTo>
                <a:lnTo>
                  <a:pt x="7290" y="17684"/>
                </a:lnTo>
                <a:lnTo>
                  <a:pt x="7261" y="17684"/>
                </a:lnTo>
              </a:path>
              <a:path w="21600" h="21600">
                <a:moveTo>
                  <a:pt x="20552" y="17562"/>
                </a:moveTo>
                <a:lnTo>
                  <a:pt x="20589" y="17562"/>
                </a:lnTo>
                <a:lnTo>
                  <a:pt x="20589" y="17686"/>
                </a:lnTo>
                <a:lnTo>
                  <a:pt x="20552" y="17686"/>
                </a:lnTo>
              </a:path>
              <a:path w="21600" h="21600">
                <a:moveTo>
                  <a:pt x="9819" y="17562"/>
                </a:moveTo>
                <a:lnTo>
                  <a:pt x="9856" y="17562"/>
                </a:lnTo>
                <a:lnTo>
                  <a:pt x="9856" y="17686"/>
                </a:lnTo>
                <a:lnTo>
                  <a:pt x="9819" y="17686"/>
                </a:lnTo>
              </a:path>
              <a:path w="21600" h="21600">
                <a:moveTo>
                  <a:pt x="12125" y="17508"/>
                </a:moveTo>
                <a:lnTo>
                  <a:pt x="12138" y="17508"/>
                </a:lnTo>
                <a:lnTo>
                  <a:pt x="12138" y="17553"/>
                </a:lnTo>
                <a:lnTo>
                  <a:pt x="12125" y="17553"/>
                </a:lnTo>
              </a:path>
              <a:path w="21600" h="21600">
                <a:moveTo>
                  <a:pt x="14465" y="17500"/>
                </a:moveTo>
                <a:lnTo>
                  <a:pt x="14500" y="17500"/>
                </a:lnTo>
                <a:lnTo>
                  <a:pt x="14500" y="17616"/>
                </a:lnTo>
                <a:lnTo>
                  <a:pt x="14465" y="17616"/>
                </a:lnTo>
              </a:path>
              <a:path w="21600" h="21600">
                <a:moveTo>
                  <a:pt x="3732" y="17500"/>
                </a:moveTo>
                <a:lnTo>
                  <a:pt x="3767" y="17500"/>
                </a:lnTo>
                <a:lnTo>
                  <a:pt x="3767" y="17616"/>
                </a:lnTo>
                <a:lnTo>
                  <a:pt x="3732" y="17616"/>
                </a:lnTo>
              </a:path>
              <a:path w="21600" h="21600">
                <a:moveTo>
                  <a:pt x="15766" y="17408"/>
                </a:moveTo>
                <a:lnTo>
                  <a:pt x="15782" y="17408"/>
                </a:lnTo>
                <a:lnTo>
                  <a:pt x="15782" y="17461"/>
                </a:lnTo>
                <a:lnTo>
                  <a:pt x="15766" y="17461"/>
                </a:lnTo>
              </a:path>
              <a:path w="21600" h="21600">
                <a:moveTo>
                  <a:pt x="5034" y="17408"/>
                </a:moveTo>
                <a:lnTo>
                  <a:pt x="5050" y="17408"/>
                </a:lnTo>
                <a:lnTo>
                  <a:pt x="5050" y="17461"/>
                </a:lnTo>
                <a:lnTo>
                  <a:pt x="5034" y="17461"/>
                </a:lnTo>
              </a:path>
              <a:path w="21600" h="21600">
                <a:moveTo>
                  <a:pt x="17994" y="17404"/>
                </a:moveTo>
                <a:lnTo>
                  <a:pt x="18022" y="17404"/>
                </a:lnTo>
                <a:lnTo>
                  <a:pt x="18022" y="17496"/>
                </a:lnTo>
                <a:lnTo>
                  <a:pt x="17994" y="17496"/>
                </a:lnTo>
              </a:path>
              <a:path w="21600" h="21600">
                <a:moveTo>
                  <a:pt x="7261" y="17404"/>
                </a:moveTo>
                <a:lnTo>
                  <a:pt x="7289" y="17404"/>
                </a:lnTo>
                <a:lnTo>
                  <a:pt x="7289" y="17496"/>
                </a:lnTo>
                <a:lnTo>
                  <a:pt x="7261" y="17496"/>
                </a:lnTo>
              </a:path>
              <a:path w="21600" h="21600">
                <a:moveTo>
                  <a:pt x="20552" y="17378"/>
                </a:moveTo>
                <a:lnTo>
                  <a:pt x="20588" y="17378"/>
                </a:lnTo>
                <a:lnTo>
                  <a:pt x="20588" y="17498"/>
                </a:lnTo>
                <a:lnTo>
                  <a:pt x="20552" y="17498"/>
                </a:lnTo>
              </a:path>
              <a:path w="21600" h="21600">
                <a:moveTo>
                  <a:pt x="9820" y="17378"/>
                </a:moveTo>
                <a:lnTo>
                  <a:pt x="9856" y="17378"/>
                </a:lnTo>
                <a:lnTo>
                  <a:pt x="9856" y="17498"/>
                </a:lnTo>
                <a:lnTo>
                  <a:pt x="9820" y="17498"/>
                </a:lnTo>
              </a:path>
              <a:path w="21600" h="21600">
                <a:moveTo>
                  <a:pt x="14466" y="17316"/>
                </a:moveTo>
                <a:lnTo>
                  <a:pt x="14499" y="17316"/>
                </a:lnTo>
                <a:lnTo>
                  <a:pt x="14499" y="17428"/>
                </a:lnTo>
                <a:lnTo>
                  <a:pt x="14466" y="17428"/>
                </a:lnTo>
              </a:path>
              <a:path w="21600" h="21600">
                <a:moveTo>
                  <a:pt x="3733" y="17316"/>
                </a:moveTo>
                <a:lnTo>
                  <a:pt x="3767" y="17316"/>
                </a:lnTo>
                <a:lnTo>
                  <a:pt x="3767" y="17428"/>
                </a:lnTo>
                <a:lnTo>
                  <a:pt x="3733" y="17428"/>
                </a:lnTo>
              </a:path>
              <a:path w="21600" h="21600">
                <a:moveTo>
                  <a:pt x="15767" y="17224"/>
                </a:moveTo>
                <a:lnTo>
                  <a:pt x="15782" y="17224"/>
                </a:lnTo>
                <a:lnTo>
                  <a:pt x="15782" y="17273"/>
                </a:lnTo>
                <a:lnTo>
                  <a:pt x="15767" y="17273"/>
                </a:lnTo>
              </a:path>
              <a:path w="21600" h="21600">
                <a:moveTo>
                  <a:pt x="5035" y="17224"/>
                </a:moveTo>
                <a:lnTo>
                  <a:pt x="5049" y="17224"/>
                </a:lnTo>
                <a:lnTo>
                  <a:pt x="5049" y="17273"/>
                </a:lnTo>
                <a:lnTo>
                  <a:pt x="5035" y="17273"/>
                </a:lnTo>
              </a:path>
              <a:path w="21600" h="21600">
                <a:moveTo>
                  <a:pt x="17994" y="17220"/>
                </a:moveTo>
                <a:lnTo>
                  <a:pt x="18021" y="17220"/>
                </a:lnTo>
                <a:lnTo>
                  <a:pt x="18021" y="17308"/>
                </a:lnTo>
                <a:lnTo>
                  <a:pt x="17994" y="17308"/>
                </a:lnTo>
              </a:path>
              <a:path w="21600" h="21600">
                <a:moveTo>
                  <a:pt x="7262" y="17220"/>
                </a:moveTo>
                <a:lnTo>
                  <a:pt x="7288" y="17220"/>
                </a:lnTo>
                <a:lnTo>
                  <a:pt x="7288" y="17308"/>
                </a:lnTo>
                <a:lnTo>
                  <a:pt x="7262" y="17308"/>
                </a:lnTo>
              </a:path>
              <a:path w="21600" h="21600">
                <a:moveTo>
                  <a:pt x="20553" y="17194"/>
                </a:moveTo>
                <a:lnTo>
                  <a:pt x="20588" y="17194"/>
                </a:lnTo>
                <a:lnTo>
                  <a:pt x="20588" y="17310"/>
                </a:lnTo>
                <a:lnTo>
                  <a:pt x="20553" y="17310"/>
                </a:lnTo>
              </a:path>
              <a:path w="21600" h="21600">
                <a:moveTo>
                  <a:pt x="9820" y="17194"/>
                </a:moveTo>
                <a:lnTo>
                  <a:pt x="9855" y="17194"/>
                </a:lnTo>
                <a:lnTo>
                  <a:pt x="9855" y="17310"/>
                </a:lnTo>
                <a:lnTo>
                  <a:pt x="9820" y="17310"/>
                </a:lnTo>
              </a:path>
              <a:path w="21600" h="21600">
                <a:moveTo>
                  <a:pt x="14466" y="17132"/>
                </a:moveTo>
                <a:lnTo>
                  <a:pt x="14499" y="17132"/>
                </a:lnTo>
                <a:lnTo>
                  <a:pt x="14499" y="17240"/>
                </a:lnTo>
                <a:lnTo>
                  <a:pt x="14466" y="17240"/>
                </a:lnTo>
              </a:path>
              <a:path w="21600" h="21600">
                <a:moveTo>
                  <a:pt x="3734" y="17132"/>
                </a:moveTo>
                <a:lnTo>
                  <a:pt x="3766" y="17132"/>
                </a:lnTo>
                <a:lnTo>
                  <a:pt x="3766" y="17240"/>
                </a:lnTo>
                <a:lnTo>
                  <a:pt x="3734" y="17240"/>
                </a:lnTo>
              </a:path>
              <a:path w="21600" h="21600">
                <a:moveTo>
                  <a:pt x="12125" y="17125"/>
                </a:moveTo>
                <a:lnTo>
                  <a:pt x="12138" y="17125"/>
                </a:lnTo>
                <a:lnTo>
                  <a:pt x="12138" y="17166"/>
                </a:lnTo>
                <a:lnTo>
                  <a:pt x="12125" y="17166"/>
                </a:lnTo>
              </a:path>
              <a:path w="21600" h="21600">
                <a:moveTo>
                  <a:pt x="15768" y="17040"/>
                </a:moveTo>
                <a:lnTo>
                  <a:pt x="15781" y="17040"/>
                </a:lnTo>
                <a:lnTo>
                  <a:pt x="15781" y="17085"/>
                </a:lnTo>
                <a:lnTo>
                  <a:pt x="15768" y="17085"/>
                </a:lnTo>
              </a:path>
              <a:path w="21600" h="21600">
                <a:moveTo>
                  <a:pt x="5035" y="17040"/>
                </a:moveTo>
                <a:lnTo>
                  <a:pt x="5049" y="17040"/>
                </a:lnTo>
                <a:lnTo>
                  <a:pt x="5049" y="17085"/>
                </a:lnTo>
                <a:lnTo>
                  <a:pt x="5035" y="17085"/>
                </a:lnTo>
              </a:path>
              <a:path w="21600" h="21600">
                <a:moveTo>
                  <a:pt x="17995" y="17036"/>
                </a:moveTo>
                <a:lnTo>
                  <a:pt x="18020" y="17036"/>
                </a:lnTo>
                <a:lnTo>
                  <a:pt x="18020" y="17120"/>
                </a:lnTo>
                <a:lnTo>
                  <a:pt x="17995" y="17120"/>
                </a:lnTo>
              </a:path>
              <a:path w="21600" h="21600">
                <a:moveTo>
                  <a:pt x="7263" y="17036"/>
                </a:moveTo>
                <a:lnTo>
                  <a:pt x="7288" y="17036"/>
                </a:lnTo>
                <a:lnTo>
                  <a:pt x="7288" y="17120"/>
                </a:lnTo>
                <a:lnTo>
                  <a:pt x="7263" y="17120"/>
                </a:lnTo>
              </a:path>
              <a:path w="21600" h="21600">
                <a:moveTo>
                  <a:pt x="20554" y="17010"/>
                </a:moveTo>
                <a:lnTo>
                  <a:pt x="20587" y="17010"/>
                </a:lnTo>
                <a:lnTo>
                  <a:pt x="20587" y="17122"/>
                </a:lnTo>
                <a:lnTo>
                  <a:pt x="20554" y="17122"/>
                </a:lnTo>
              </a:path>
              <a:path w="21600" h="21600">
                <a:moveTo>
                  <a:pt x="9821" y="17010"/>
                </a:moveTo>
                <a:lnTo>
                  <a:pt x="9855" y="17010"/>
                </a:lnTo>
                <a:lnTo>
                  <a:pt x="9855" y="17122"/>
                </a:lnTo>
                <a:lnTo>
                  <a:pt x="9821" y="17122"/>
                </a:lnTo>
              </a:path>
              <a:path w="21600" h="21600">
                <a:moveTo>
                  <a:pt x="18243" y="16993"/>
                </a:moveTo>
                <a:lnTo>
                  <a:pt x="18267" y="16993"/>
                </a:lnTo>
                <a:lnTo>
                  <a:pt x="18267" y="17071"/>
                </a:lnTo>
                <a:lnTo>
                  <a:pt x="18243" y="17071"/>
                </a:lnTo>
              </a:path>
              <a:path w="21600" h="21600">
                <a:moveTo>
                  <a:pt x="7510" y="16993"/>
                </a:moveTo>
                <a:lnTo>
                  <a:pt x="7534" y="16993"/>
                </a:lnTo>
                <a:lnTo>
                  <a:pt x="7534" y="17071"/>
                </a:lnTo>
                <a:lnTo>
                  <a:pt x="7510" y="17071"/>
                </a:lnTo>
              </a:path>
              <a:path w="21600" h="21600">
                <a:moveTo>
                  <a:pt x="14467" y="16948"/>
                </a:moveTo>
                <a:lnTo>
                  <a:pt x="14498" y="16948"/>
                </a:lnTo>
                <a:lnTo>
                  <a:pt x="14498" y="17052"/>
                </a:lnTo>
                <a:lnTo>
                  <a:pt x="14467" y="17052"/>
                </a:lnTo>
              </a:path>
              <a:path w="21600" h="21600">
                <a:moveTo>
                  <a:pt x="3734" y="16948"/>
                </a:moveTo>
                <a:lnTo>
                  <a:pt x="3766" y="16948"/>
                </a:lnTo>
                <a:lnTo>
                  <a:pt x="3766" y="17052"/>
                </a:lnTo>
                <a:lnTo>
                  <a:pt x="3734" y="17052"/>
                </a:lnTo>
              </a:path>
              <a:path w="21600" h="21600">
                <a:moveTo>
                  <a:pt x="15768" y="16856"/>
                </a:moveTo>
                <a:lnTo>
                  <a:pt x="15781" y="16856"/>
                </a:lnTo>
                <a:lnTo>
                  <a:pt x="15781" y="16897"/>
                </a:lnTo>
                <a:lnTo>
                  <a:pt x="15768" y="16897"/>
                </a:lnTo>
              </a:path>
              <a:path w="21600" h="21600">
                <a:moveTo>
                  <a:pt x="5036" y="16856"/>
                </a:moveTo>
                <a:lnTo>
                  <a:pt x="5048" y="16856"/>
                </a:lnTo>
                <a:lnTo>
                  <a:pt x="5048" y="16897"/>
                </a:lnTo>
                <a:lnTo>
                  <a:pt x="5036" y="16897"/>
                </a:lnTo>
              </a:path>
              <a:path w="21600" h="21600">
                <a:moveTo>
                  <a:pt x="17996" y="16851"/>
                </a:moveTo>
                <a:lnTo>
                  <a:pt x="18020" y="16851"/>
                </a:lnTo>
                <a:lnTo>
                  <a:pt x="18020" y="16932"/>
                </a:lnTo>
                <a:lnTo>
                  <a:pt x="17996" y="16932"/>
                </a:lnTo>
              </a:path>
              <a:path w="21600" h="21600">
                <a:moveTo>
                  <a:pt x="7263" y="16851"/>
                </a:moveTo>
                <a:lnTo>
                  <a:pt x="7287" y="16851"/>
                </a:lnTo>
                <a:lnTo>
                  <a:pt x="7287" y="16932"/>
                </a:lnTo>
                <a:lnTo>
                  <a:pt x="7263" y="16932"/>
                </a:lnTo>
              </a:path>
              <a:path w="21600" h="21600">
                <a:moveTo>
                  <a:pt x="20554" y="16826"/>
                </a:moveTo>
                <a:lnTo>
                  <a:pt x="20587" y="16826"/>
                </a:lnTo>
                <a:lnTo>
                  <a:pt x="20587" y="16934"/>
                </a:lnTo>
                <a:lnTo>
                  <a:pt x="20554" y="16934"/>
                </a:lnTo>
              </a:path>
              <a:path w="21600" h="21600">
                <a:moveTo>
                  <a:pt x="9822" y="16826"/>
                </a:moveTo>
                <a:lnTo>
                  <a:pt x="9854" y="16826"/>
                </a:lnTo>
                <a:lnTo>
                  <a:pt x="9854" y="16934"/>
                </a:lnTo>
                <a:lnTo>
                  <a:pt x="9822" y="16934"/>
                </a:lnTo>
              </a:path>
              <a:path w="21600" h="21600">
                <a:moveTo>
                  <a:pt x="16314" y="16815"/>
                </a:moveTo>
                <a:lnTo>
                  <a:pt x="16338" y="16815"/>
                </a:lnTo>
                <a:lnTo>
                  <a:pt x="16338" y="16894"/>
                </a:lnTo>
                <a:lnTo>
                  <a:pt x="16314" y="16894"/>
                </a:lnTo>
              </a:path>
              <a:path w="21600" h="21600">
                <a:moveTo>
                  <a:pt x="5582" y="16815"/>
                </a:moveTo>
                <a:lnTo>
                  <a:pt x="5605" y="16815"/>
                </a:lnTo>
                <a:lnTo>
                  <a:pt x="5605" y="16894"/>
                </a:lnTo>
                <a:lnTo>
                  <a:pt x="5582" y="16894"/>
                </a:lnTo>
              </a:path>
              <a:path w="21600" h="21600">
                <a:moveTo>
                  <a:pt x="14467" y="16764"/>
                </a:moveTo>
                <a:lnTo>
                  <a:pt x="14497" y="16764"/>
                </a:lnTo>
                <a:lnTo>
                  <a:pt x="14497" y="16864"/>
                </a:lnTo>
                <a:lnTo>
                  <a:pt x="14467" y="16864"/>
                </a:lnTo>
              </a:path>
              <a:path w="21600" h="21600">
                <a:moveTo>
                  <a:pt x="3735" y="16764"/>
                </a:moveTo>
                <a:lnTo>
                  <a:pt x="3765" y="16764"/>
                </a:lnTo>
                <a:lnTo>
                  <a:pt x="3765" y="16864"/>
                </a:lnTo>
                <a:lnTo>
                  <a:pt x="3735" y="16864"/>
                </a:lnTo>
              </a:path>
              <a:path w="21600" h="21600">
                <a:moveTo>
                  <a:pt x="12126" y="16742"/>
                </a:moveTo>
                <a:lnTo>
                  <a:pt x="12137" y="16742"/>
                </a:lnTo>
                <a:lnTo>
                  <a:pt x="12137" y="16779"/>
                </a:lnTo>
                <a:lnTo>
                  <a:pt x="12126" y="16779"/>
                </a:lnTo>
              </a:path>
              <a:path w="21600" h="21600">
                <a:moveTo>
                  <a:pt x="15769" y="16672"/>
                </a:moveTo>
                <a:lnTo>
                  <a:pt x="15780" y="16672"/>
                </a:lnTo>
                <a:lnTo>
                  <a:pt x="15780" y="16709"/>
                </a:lnTo>
                <a:lnTo>
                  <a:pt x="15769" y="16709"/>
                </a:lnTo>
              </a:path>
              <a:path w="21600" h="21600">
                <a:moveTo>
                  <a:pt x="5036" y="16672"/>
                </a:moveTo>
                <a:lnTo>
                  <a:pt x="5047" y="16672"/>
                </a:lnTo>
                <a:lnTo>
                  <a:pt x="5047" y="16709"/>
                </a:lnTo>
                <a:lnTo>
                  <a:pt x="5036" y="16709"/>
                </a:lnTo>
              </a:path>
              <a:path w="21600" h="21600">
                <a:moveTo>
                  <a:pt x="17996" y="16667"/>
                </a:moveTo>
                <a:lnTo>
                  <a:pt x="18019" y="16667"/>
                </a:lnTo>
                <a:lnTo>
                  <a:pt x="18019" y="16744"/>
                </a:lnTo>
                <a:lnTo>
                  <a:pt x="17996" y="16744"/>
                </a:lnTo>
              </a:path>
              <a:path w="21600" h="21600">
                <a:moveTo>
                  <a:pt x="7264" y="16667"/>
                </a:moveTo>
                <a:lnTo>
                  <a:pt x="7287" y="16667"/>
                </a:lnTo>
                <a:lnTo>
                  <a:pt x="7287" y="16744"/>
                </a:lnTo>
                <a:lnTo>
                  <a:pt x="7264" y="16744"/>
                </a:lnTo>
              </a:path>
              <a:path w="21600" h="21600">
                <a:moveTo>
                  <a:pt x="20555" y="16641"/>
                </a:moveTo>
                <a:lnTo>
                  <a:pt x="20586" y="16641"/>
                </a:lnTo>
                <a:lnTo>
                  <a:pt x="20586" y="16745"/>
                </a:lnTo>
                <a:lnTo>
                  <a:pt x="20555" y="16745"/>
                </a:lnTo>
              </a:path>
              <a:path w="21600" h="21600">
                <a:moveTo>
                  <a:pt x="9822" y="16641"/>
                </a:moveTo>
                <a:lnTo>
                  <a:pt x="9854" y="16641"/>
                </a:lnTo>
                <a:lnTo>
                  <a:pt x="9854" y="16745"/>
                </a:lnTo>
                <a:lnTo>
                  <a:pt x="9822" y="16745"/>
                </a:lnTo>
              </a:path>
              <a:path w="21600" h="21600">
                <a:moveTo>
                  <a:pt x="18243" y="16640"/>
                </a:moveTo>
                <a:lnTo>
                  <a:pt x="18266" y="16640"/>
                </a:lnTo>
                <a:lnTo>
                  <a:pt x="18266" y="16718"/>
                </a:lnTo>
                <a:lnTo>
                  <a:pt x="18243" y="16718"/>
                </a:lnTo>
              </a:path>
              <a:path w="21600" h="21600">
                <a:moveTo>
                  <a:pt x="7511" y="16640"/>
                </a:moveTo>
                <a:lnTo>
                  <a:pt x="7534" y="16640"/>
                </a:lnTo>
                <a:lnTo>
                  <a:pt x="7534" y="16718"/>
                </a:lnTo>
                <a:lnTo>
                  <a:pt x="7511" y="16718"/>
                </a:lnTo>
              </a:path>
              <a:path w="21600" h="21600">
                <a:moveTo>
                  <a:pt x="14468" y="16579"/>
                </a:moveTo>
                <a:lnTo>
                  <a:pt x="14497" y="16579"/>
                </a:lnTo>
                <a:lnTo>
                  <a:pt x="14497" y="16676"/>
                </a:lnTo>
                <a:lnTo>
                  <a:pt x="14468" y="16676"/>
                </a:lnTo>
              </a:path>
              <a:path w="21600" h="21600">
                <a:moveTo>
                  <a:pt x="3735" y="16579"/>
                </a:moveTo>
                <a:lnTo>
                  <a:pt x="3764" y="16579"/>
                </a:lnTo>
                <a:lnTo>
                  <a:pt x="3764" y="16676"/>
                </a:lnTo>
                <a:lnTo>
                  <a:pt x="3735" y="16676"/>
                </a:lnTo>
              </a:path>
              <a:path w="21600" h="21600">
                <a:moveTo>
                  <a:pt x="15769" y="16487"/>
                </a:moveTo>
                <a:lnTo>
                  <a:pt x="15779" y="16487"/>
                </a:lnTo>
                <a:lnTo>
                  <a:pt x="15779" y="16521"/>
                </a:lnTo>
                <a:lnTo>
                  <a:pt x="15769" y="16521"/>
                </a:lnTo>
              </a:path>
              <a:path w="21600" h="21600">
                <a:moveTo>
                  <a:pt x="5037" y="16487"/>
                </a:moveTo>
                <a:lnTo>
                  <a:pt x="5047" y="16487"/>
                </a:lnTo>
                <a:lnTo>
                  <a:pt x="5047" y="16521"/>
                </a:lnTo>
                <a:lnTo>
                  <a:pt x="5037" y="16521"/>
                </a:lnTo>
              </a:path>
              <a:path w="21600" h="21600">
                <a:moveTo>
                  <a:pt x="17997" y="16483"/>
                </a:moveTo>
                <a:lnTo>
                  <a:pt x="18019" y="16483"/>
                </a:lnTo>
                <a:lnTo>
                  <a:pt x="18019" y="16556"/>
                </a:lnTo>
                <a:lnTo>
                  <a:pt x="17997" y="16556"/>
                </a:lnTo>
              </a:path>
              <a:path w="21600" h="21600">
                <a:moveTo>
                  <a:pt x="7264" y="16483"/>
                </a:moveTo>
                <a:lnTo>
                  <a:pt x="7286" y="16483"/>
                </a:lnTo>
                <a:lnTo>
                  <a:pt x="7286" y="16556"/>
                </a:lnTo>
                <a:lnTo>
                  <a:pt x="7264" y="16556"/>
                </a:lnTo>
              </a:path>
              <a:path w="21600" h="21600">
                <a:moveTo>
                  <a:pt x="12086" y="16469"/>
                </a:moveTo>
                <a:lnTo>
                  <a:pt x="12109" y="16469"/>
                </a:lnTo>
                <a:lnTo>
                  <a:pt x="12109" y="16548"/>
                </a:lnTo>
                <a:lnTo>
                  <a:pt x="12086" y="16548"/>
                </a:lnTo>
              </a:path>
              <a:path w="21600" h="21600">
                <a:moveTo>
                  <a:pt x="16314" y="16462"/>
                </a:moveTo>
                <a:lnTo>
                  <a:pt x="16337" y="16462"/>
                </a:lnTo>
                <a:lnTo>
                  <a:pt x="16337" y="16540"/>
                </a:lnTo>
                <a:lnTo>
                  <a:pt x="16314" y="16540"/>
                </a:lnTo>
              </a:path>
              <a:path w="21600" h="21600">
                <a:moveTo>
                  <a:pt x="5582" y="16462"/>
                </a:moveTo>
                <a:lnTo>
                  <a:pt x="5605" y="16462"/>
                </a:lnTo>
                <a:lnTo>
                  <a:pt x="5605" y="16540"/>
                </a:lnTo>
                <a:lnTo>
                  <a:pt x="5582" y="16540"/>
                </a:lnTo>
              </a:path>
              <a:path w="21600" h="21600">
                <a:moveTo>
                  <a:pt x="20555" y="16457"/>
                </a:moveTo>
                <a:lnTo>
                  <a:pt x="20586" y="16457"/>
                </a:lnTo>
                <a:lnTo>
                  <a:pt x="20586" y="16557"/>
                </a:lnTo>
                <a:lnTo>
                  <a:pt x="20555" y="16557"/>
                </a:lnTo>
              </a:path>
              <a:path w="21600" h="21600">
                <a:moveTo>
                  <a:pt x="9823" y="16457"/>
                </a:moveTo>
                <a:lnTo>
                  <a:pt x="9853" y="16457"/>
                </a:lnTo>
                <a:lnTo>
                  <a:pt x="9853" y="16557"/>
                </a:lnTo>
                <a:lnTo>
                  <a:pt x="9823" y="16557"/>
                </a:lnTo>
              </a:path>
              <a:path w="21600" h="21600">
                <a:moveTo>
                  <a:pt x="14468" y="16395"/>
                </a:moveTo>
                <a:lnTo>
                  <a:pt x="14496" y="16395"/>
                </a:lnTo>
                <a:lnTo>
                  <a:pt x="14496" y="16488"/>
                </a:lnTo>
                <a:lnTo>
                  <a:pt x="14468" y="16488"/>
                </a:lnTo>
              </a:path>
              <a:path w="21600" h="21600">
                <a:moveTo>
                  <a:pt x="3736" y="16395"/>
                </a:moveTo>
                <a:lnTo>
                  <a:pt x="3764" y="16395"/>
                </a:lnTo>
                <a:lnTo>
                  <a:pt x="3764" y="16488"/>
                </a:lnTo>
                <a:lnTo>
                  <a:pt x="3736" y="16488"/>
                </a:lnTo>
              </a:path>
              <a:path w="21600" h="21600">
                <a:moveTo>
                  <a:pt x="12126" y="16359"/>
                </a:moveTo>
                <a:lnTo>
                  <a:pt x="12136" y="16359"/>
                </a:lnTo>
                <a:lnTo>
                  <a:pt x="12136" y="16393"/>
                </a:lnTo>
                <a:lnTo>
                  <a:pt x="12126" y="16393"/>
                </a:lnTo>
              </a:path>
              <a:path w="21600" h="21600">
                <a:moveTo>
                  <a:pt x="15770" y="16303"/>
                </a:moveTo>
                <a:lnTo>
                  <a:pt x="15779" y="16303"/>
                </a:lnTo>
                <a:lnTo>
                  <a:pt x="15779" y="16332"/>
                </a:lnTo>
                <a:lnTo>
                  <a:pt x="15770" y="16332"/>
                </a:lnTo>
              </a:path>
              <a:path w="21600" h="21600">
                <a:moveTo>
                  <a:pt x="5037" y="16303"/>
                </a:moveTo>
                <a:lnTo>
                  <a:pt x="5046" y="16303"/>
                </a:lnTo>
                <a:lnTo>
                  <a:pt x="5046" y="16332"/>
                </a:lnTo>
                <a:lnTo>
                  <a:pt x="5037" y="16332"/>
                </a:lnTo>
              </a:path>
              <a:path w="21600" h="21600">
                <a:moveTo>
                  <a:pt x="17997" y="16299"/>
                </a:moveTo>
                <a:lnTo>
                  <a:pt x="18018" y="16299"/>
                </a:lnTo>
                <a:lnTo>
                  <a:pt x="18018" y="16368"/>
                </a:lnTo>
                <a:lnTo>
                  <a:pt x="17997" y="16368"/>
                </a:lnTo>
              </a:path>
              <a:path w="21600" h="21600">
                <a:moveTo>
                  <a:pt x="7265" y="16299"/>
                </a:moveTo>
                <a:lnTo>
                  <a:pt x="7285" y="16299"/>
                </a:lnTo>
                <a:lnTo>
                  <a:pt x="7285" y="16368"/>
                </a:lnTo>
                <a:lnTo>
                  <a:pt x="7265" y="16368"/>
                </a:lnTo>
              </a:path>
              <a:path w="21600" h="21600">
                <a:moveTo>
                  <a:pt x="18243" y="16288"/>
                </a:moveTo>
                <a:lnTo>
                  <a:pt x="18266" y="16288"/>
                </a:lnTo>
                <a:lnTo>
                  <a:pt x="18266" y="16364"/>
                </a:lnTo>
                <a:lnTo>
                  <a:pt x="18243" y="16364"/>
                </a:lnTo>
              </a:path>
              <a:path w="21600" h="21600">
                <a:moveTo>
                  <a:pt x="7511" y="16288"/>
                </a:moveTo>
                <a:lnTo>
                  <a:pt x="7534" y="16288"/>
                </a:lnTo>
                <a:lnTo>
                  <a:pt x="7534" y="16364"/>
                </a:lnTo>
                <a:lnTo>
                  <a:pt x="7511" y="16364"/>
                </a:lnTo>
              </a:path>
              <a:path w="21600" h="21600">
                <a:moveTo>
                  <a:pt x="20556" y="16273"/>
                </a:moveTo>
                <a:lnTo>
                  <a:pt x="20585" y="16273"/>
                </a:lnTo>
                <a:lnTo>
                  <a:pt x="20585" y="16369"/>
                </a:lnTo>
                <a:lnTo>
                  <a:pt x="20556" y="16369"/>
                </a:lnTo>
              </a:path>
              <a:path w="21600" h="21600">
                <a:moveTo>
                  <a:pt x="9823" y="16273"/>
                </a:moveTo>
                <a:lnTo>
                  <a:pt x="9852" y="16273"/>
                </a:lnTo>
                <a:lnTo>
                  <a:pt x="9852" y="16369"/>
                </a:lnTo>
                <a:lnTo>
                  <a:pt x="9823" y="16369"/>
                </a:lnTo>
              </a:path>
              <a:path w="21600" h="21600">
                <a:moveTo>
                  <a:pt x="14469" y="16211"/>
                </a:moveTo>
                <a:lnTo>
                  <a:pt x="14496" y="16211"/>
                </a:lnTo>
                <a:lnTo>
                  <a:pt x="14496" y="16300"/>
                </a:lnTo>
                <a:lnTo>
                  <a:pt x="14469" y="16300"/>
                </a:lnTo>
              </a:path>
              <a:path w="21600" h="21600">
                <a:moveTo>
                  <a:pt x="3737" y="16211"/>
                </a:moveTo>
                <a:lnTo>
                  <a:pt x="3763" y="16211"/>
                </a:lnTo>
                <a:lnTo>
                  <a:pt x="3763" y="16300"/>
                </a:lnTo>
                <a:lnTo>
                  <a:pt x="3737" y="16300"/>
                </a:lnTo>
              </a:path>
              <a:path w="21600" h="21600">
                <a:moveTo>
                  <a:pt x="15771" y="16119"/>
                </a:moveTo>
                <a:lnTo>
                  <a:pt x="15778" y="16119"/>
                </a:lnTo>
                <a:lnTo>
                  <a:pt x="15778" y="16144"/>
                </a:lnTo>
                <a:lnTo>
                  <a:pt x="15771" y="16144"/>
                </a:lnTo>
              </a:path>
              <a:path w="21600" h="21600">
                <a:moveTo>
                  <a:pt x="5038" y="16119"/>
                </a:moveTo>
                <a:lnTo>
                  <a:pt x="5046" y="16119"/>
                </a:lnTo>
                <a:lnTo>
                  <a:pt x="5046" y="16144"/>
                </a:lnTo>
                <a:lnTo>
                  <a:pt x="5038" y="16144"/>
                </a:lnTo>
              </a:path>
              <a:path w="21600" h="21600">
                <a:moveTo>
                  <a:pt x="12086" y="16117"/>
                </a:moveTo>
                <a:lnTo>
                  <a:pt x="12109" y="16117"/>
                </a:lnTo>
                <a:lnTo>
                  <a:pt x="12109" y="16194"/>
                </a:lnTo>
                <a:lnTo>
                  <a:pt x="12086" y="16194"/>
                </a:lnTo>
              </a:path>
              <a:path w="21600" h="21600">
                <a:moveTo>
                  <a:pt x="17998" y="16115"/>
                </a:moveTo>
                <a:lnTo>
                  <a:pt x="18017" y="16115"/>
                </a:lnTo>
                <a:lnTo>
                  <a:pt x="18017" y="16180"/>
                </a:lnTo>
                <a:lnTo>
                  <a:pt x="17998" y="16180"/>
                </a:lnTo>
              </a:path>
              <a:path w="21600" h="21600">
                <a:moveTo>
                  <a:pt x="7266" y="16115"/>
                </a:moveTo>
                <a:lnTo>
                  <a:pt x="7285" y="16115"/>
                </a:lnTo>
                <a:lnTo>
                  <a:pt x="7285" y="16180"/>
                </a:lnTo>
                <a:lnTo>
                  <a:pt x="7266" y="16180"/>
                </a:lnTo>
              </a:path>
              <a:path w="21600" h="21600">
                <a:moveTo>
                  <a:pt x="16314" y="16110"/>
                </a:moveTo>
                <a:lnTo>
                  <a:pt x="16337" y="16110"/>
                </a:lnTo>
                <a:lnTo>
                  <a:pt x="16337" y="16186"/>
                </a:lnTo>
                <a:lnTo>
                  <a:pt x="16314" y="16186"/>
                </a:lnTo>
              </a:path>
              <a:path w="21600" h="21600">
                <a:moveTo>
                  <a:pt x="5582" y="16110"/>
                </a:moveTo>
                <a:lnTo>
                  <a:pt x="5605" y="16110"/>
                </a:lnTo>
                <a:lnTo>
                  <a:pt x="5605" y="16186"/>
                </a:lnTo>
                <a:lnTo>
                  <a:pt x="5582" y="16186"/>
                </a:lnTo>
              </a:path>
              <a:path w="21600" h="21600">
                <a:moveTo>
                  <a:pt x="20557" y="16089"/>
                </a:moveTo>
                <a:lnTo>
                  <a:pt x="20584" y="16089"/>
                </a:lnTo>
                <a:lnTo>
                  <a:pt x="20584" y="16181"/>
                </a:lnTo>
                <a:lnTo>
                  <a:pt x="20557" y="16181"/>
                </a:lnTo>
              </a:path>
              <a:path w="21600" h="21600">
                <a:moveTo>
                  <a:pt x="9824" y="16089"/>
                </a:moveTo>
                <a:lnTo>
                  <a:pt x="9852" y="16089"/>
                </a:lnTo>
                <a:lnTo>
                  <a:pt x="9852" y="16181"/>
                </a:lnTo>
                <a:lnTo>
                  <a:pt x="9824" y="16181"/>
                </a:lnTo>
              </a:path>
              <a:path w="21600" h="21600">
                <a:moveTo>
                  <a:pt x="14470" y="16027"/>
                </a:moveTo>
                <a:lnTo>
                  <a:pt x="14495" y="16027"/>
                </a:lnTo>
                <a:lnTo>
                  <a:pt x="14495" y="16111"/>
                </a:lnTo>
                <a:lnTo>
                  <a:pt x="14470" y="16111"/>
                </a:lnTo>
              </a:path>
              <a:path w="21600" h="21600">
                <a:moveTo>
                  <a:pt x="3737" y="16027"/>
                </a:moveTo>
                <a:lnTo>
                  <a:pt x="3763" y="16027"/>
                </a:lnTo>
                <a:lnTo>
                  <a:pt x="3763" y="16111"/>
                </a:lnTo>
                <a:lnTo>
                  <a:pt x="3737" y="16111"/>
                </a:lnTo>
              </a:path>
              <a:path w="21600" h="21600">
                <a:moveTo>
                  <a:pt x="12127" y="15977"/>
                </a:moveTo>
                <a:lnTo>
                  <a:pt x="12136" y="15977"/>
                </a:lnTo>
                <a:lnTo>
                  <a:pt x="12136" y="16006"/>
                </a:lnTo>
                <a:lnTo>
                  <a:pt x="12127" y="16006"/>
                </a:lnTo>
              </a:path>
              <a:path w="21600" h="21600">
                <a:moveTo>
                  <a:pt x="18244" y="15935"/>
                </a:moveTo>
                <a:lnTo>
                  <a:pt x="18266" y="15935"/>
                </a:lnTo>
                <a:lnTo>
                  <a:pt x="18266" y="16010"/>
                </a:lnTo>
                <a:lnTo>
                  <a:pt x="18244" y="16010"/>
                </a:lnTo>
              </a:path>
              <a:path w="21600" h="21600">
                <a:moveTo>
                  <a:pt x="7511" y="15935"/>
                </a:moveTo>
                <a:lnTo>
                  <a:pt x="7533" y="15935"/>
                </a:lnTo>
                <a:lnTo>
                  <a:pt x="7533" y="16010"/>
                </a:lnTo>
                <a:lnTo>
                  <a:pt x="7511" y="16010"/>
                </a:lnTo>
              </a:path>
              <a:path w="21600" h="21600">
                <a:moveTo>
                  <a:pt x="15771" y="15935"/>
                </a:moveTo>
                <a:lnTo>
                  <a:pt x="15777" y="15935"/>
                </a:lnTo>
                <a:lnTo>
                  <a:pt x="15777" y="15956"/>
                </a:lnTo>
                <a:lnTo>
                  <a:pt x="15771" y="15956"/>
                </a:lnTo>
              </a:path>
              <a:path w="21600" h="21600">
                <a:moveTo>
                  <a:pt x="5039" y="15935"/>
                </a:moveTo>
                <a:lnTo>
                  <a:pt x="5045" y="15935"/>
                </a:lnTo>
                <a:lnTo>
                  <a:pt x="5045" y="15956"/>
                </a:lnTo>
                <a:lnTo>
                  <a:pt x="5039" y="15956"/>
                </a:lnTo>
              </a:path>
              <a:path w="21600" h="21600">
                <a:moveTo>
                  <a:pt x="17999" y="15931"/>
                </a:moveTo>
                <a:lnTo>
                  <a:pt x="18017" y="15931"/>
                </a:lnTo>
                <a:lnTo>
                  <a:pt x="18017" y="15991"/>
                </a:lnTo>
                <a:lnTo>
                  <a:pt x="17999" y="15991"/>
                </a:lnTo>
              </a:path>
              <a:path w="21600" h="21600">
                <a:moveTo>
                  <a:pt x="7266" y="15931"/>
                </a:moveTo>
                <a:lnTo>
                  <a:pt x="7284" y="15931"/>
                </a:lnTo>
                <a:lnTo>
                  <a:pt x="7284" y="15991"/>
                </a:lnTo>
                <a:lnTo>
                  <a:pt x="7266" y="15991"/>
                </a:lnTo>
              </a:path>
              <a:path w="21600" h="21600">
                <a:moveTo>
                  <a:pt x="20557" y="15905"/>
                </a:moveTo>
                <a:lnTo>
                  <a:pt x="20584" y="15905"/>
                </a:lnTo>
                <a:lnTo>
                  <a:pt x="20584" y="15993"/>
                </a:lnTo>
                <a:lnTo>
                  <a:pt x="20557" y="15993"/>
                </a:lnTo>
              </a:path>
              <a:path w="21600" h="21600">
                <a:moveTo>
                  <a:pt x="9825" y="15905"/>
                </a:moveTo>
                <a:lnTo>
                  <a:pt x="9851" y="15905"/>
                </a:lnTo>
                <a:lnTo>
                  <a:pt x="9851" y="15993"/>
                </a:lnTo>
                <a:lnTo>
                  <a:pt x="9825" y="15993"/>
                </a:lnTo>
              </a:path>
              <a:path w="21600" h="21600">
                <a:moveTo>
                  <a:pt x="14470" y="15843"/>
                </a:moveTo>
                <a:lnTo>
                  <a:pt x="14494" y="15843"/>
                </a:lnTo>
                <a:lnTo>
                  <a:pt x="14494" y="15923"/>
                </a:lnTo>
                <a:lnTo>
                  <a:pt x="14470" y="15923"/>
                </a:lnTo>
              </a:path>
              <a:path w="21600" h="21600">
                <a:moveTo>
                  <a:pt x="3738" y="15843"/>
                </a:moveTo>
                <a:lnTo>
                  <a:pt x="3762" y="15843"/>
                </a:lnTo>
                <a:lnTo>
                  <a:pt x="3762" y="15923"/>
                </a:lnTo>
                <a:lnTo>
                  <a:pt x="3738" y="15923"/>
                </a:lnTo>
              </a:path>
              <a:path w="21600" h="21600">
                <a:moveTo>
                  <a:pt x="12086" y="15764"/>
                </a:moveTo>
                <a:lnTo>
                  <a:pt x="12109" y="15764"/>
                </a:lnTo>
                <a:lnTo>
                  <a:pt x="12109" y="15840"/>
                </a:lnTo>
                <a:lnTo>
                  <a:pt x="12086" y="15840"/>
                </a:lnTo>
              </a:path>
              <a:path w="21600" h="21600">
                <a:moveTo>
                  <a:pt x="16315" y="15758"/>
                </a:moveTo>
                <a:lnTo>
                  <a:pt x="16337" y="15758"/>
                </a:lnTo>
                <a:lnTo>
                  <a:pt x="16337" y="15832"/>
                </a:lnTo>
                <a:lnTo>
                  <a:pt x="16315" y="15832"/>
                </a:lnTo>
              </a:path>
              <a:path w="21600" h="21600">
                <a:moveTo>
                  <a:pt x="5582" y="15758"/>
                </a:moveTo>
                <a:lnTo>
                  <a:pt x="5605" y="15758"/>
                </a:lnTo>
                <a:lnTo>
                  <a:pt x="5605" y="15832"/>
                </a:lnTo>
                <a:lnTo>
                  <a:pt x="5582" y="15832"/>
                </a:lnTo>
              </a:path>
              <a:path w="21600" h="21600">
                <a:moveTo>
                  <a:pt x="15772" y="15751"/>
                </a:moveTo>
                <a:lnTo>
                  <a:pt x="15777" y="15751"/>
                </a:lnTo>
                <a:lnTo>
                  <a:pt x="15777" y="15768"/>
                </a:lnTo>
                <a:lnTo>
                  <a:pt x="15772" y="15768"/>
                </a:lnTo>
              </a:path>
              <a:path w="21600" h="21600">
                <a:moveTo>
                  <a:pt x="5039" y="15751"/>
                </a:moveTo>
                <a:lnTo>
                  <a:pt x="5044" y="15751"/>
                </a:lnTo>
                <a:lnTo>
                  <a:pt x="5044" y="15768"/>
                </a:lnTo>
                <a:lnTo>
                  <a:pt x="5039" y="15768"/>
                </a:lnTo>
              </a:path>
              <a:path w="21600" h="21600">
                <a:moveTo>
                  <a:pt x="17999" y="15746"/>
                </a:moveTo>
                <a:lnTo>
                  <a:pt x="18016" y="15746"/>
                </a:lnTo>
                <a:lnTo>
                  <a:pt x="18016" y="15803"/>
                </a:lnTo>
                <a:lnTo>
                  <a:pt x="17999" y="15803"/>
                </a:lnTo>
              </a:path>
              <a:path w="21600" h="21600">
                <a:moveTo>
                  <a:pt x="7267" y="15746"/>
                </a:moveTo>
                <a:lnTo>
                  <a:pt x="7284" y="15746"/>
                </a:lnTo>
                <a:lnTo>
                  <a:pt x="7284" y="15803"/>
                </a:lnTo>
                <a:lnTo>
                  <a:pt x="7267" y="15803"/>
                </a:lnTo>
              </a:path>
              <a:path w="21600" h="21600">
                <a:moveTo>
                  <a:pt x="20558" y="15721"/>
                </a:moveTo>
                <a:lnTo>
                  <a:pt x="20583" y="15721"/>
                </a:lnTo>
                <a:lnTo>
                  <a:pt x="20583" y="15805"/>
                </a:lnTo>
                <a:lnTo>
                  <a:pt x="20558" y="15805"/>
                </a:lnTo>
              </a:path>
              <a:path w="21600" h="21600">
                <a:moveTo>
                  <a:pt x="9825" y="15721"/>
                </a:moveTo>
                <a:lnTo>
                  <a:pt x="9851" y="15721"/>
                </a:lnTo>
                <a:lnTo>
                  <a:pt x="9851" y="15805"/>
                </a:lnTo>
                <a:lnTo>
                  <a:pt x="9825" y="15805"/>
                </a:lnTo>
              </a:path>
              <a:path w="21600" h="21600">
                <a:moveTo>
                  <a:pt x="14471" y="15659"/>
                </a:moveTo>
                <a:lnTo>
                  <a:pt x="14494" y="15659"/>
                </a:lnTo>
                <a:lnTo>
                  <a:pt x="14494" y="15735"/>
                </a:lnTo>
                <a:lnTo>
                  <a:pt x="14471" y="15735"/>
                </a:lnTo>
              </a:path>
              <a:path w="21600" h="21600">
                <a:moveTo>
                  <a:pt x="3738" y="15659"/>
                </a:moveTo>
                <a:lnTo>
                  <a:pt x="3761" y="15659"/>
                </a:lnTo>
                <a:lnTo>
                  <a:pt x="3761" y="15735"/>
                </a:lnTo>
                <a:lnTo>
                  <a:pt x="3738" y="15735"/>
                </a:lnTo>
              </a:path>
              <a:path w="21600" h="21600">
                <a:moveTo>
                  <a:pt x="12128" y="15594"/>
                </a:moveTo>
                <a:lnTo>
                  <a:pt x="12135" y="15594"/>
                </a:lnTo>
                <a:lnTo>
                  <a:pt x="12135" y="15619"/>
                </a:lnTo>
                <a:lnTo>
                  <a:pt x="12128" y="15619"/>
                </a:lnTo>
              </a:path>
              <a:path w="21600" h="21600">
                <a:moveTo>
                  <a:pt x="18244" y="15583"/>
                </a:moveTo>
                <a:lnTo>
                  <a:pt x="18266" y="15583"/>
                </a:lnTo>
                <a:lnTo>
                  <a:pt x="18266" y="15656"/>
                </a:lnTo>
                <a:lnTo>
                  <a:pt x="18244" y="15656"/>
                </a:lnTo>
              </a:path>
              <a:path w="21600" h="21600">
                <a:moveTo>
                  <a:pt x="7511" y="15583"/>
                </a:moveTo>
                <a:lnTo>
                  <a:pt x="7533" y="15583"/>
                </a:lnTo>
                <a:lnTo>
                  <a:pt x="7533" y="15656"/>
                </a:lnTo>
                <a:lnTo>
                  <a:pt x="7511" y="15656"/>
                </a:lnTo>
              </a:path>
              <a:path w="21600" h="21600">
                <a:moveTo>
                  <a:pt x="18000" y="15562"/>
                </a:moveTo>
                <a:lnTo>
                  <a:pt x="18016" y="15562"/>
                </a:lnTo>
                <a:lnTo>
                  <a:pt x="18016" y="15615"/>
                </a:lnTo>
                <a:lnTo>
                  <a:pt x="18000" y="15615"/>
                </a:lnTo>
              </a:path>
              <a:path w="21600" h="21600">
                <a:moveTo>
                  <a:pt x="7267" y="15562"/>
                </a:moveTo>
                <a:lnTo>
                  <a:pt x="7283" y="15562"/>
                </a:lnTo>
                <a:lnTo>
                  <a:pt x="7283" y="15615"/>
                </a:lnTo>
                <a:lnTo>
                  <a:pt x="7267" y="15615"/>
                </a:lnTo>
              </a:path>
              <a:path w="21600" h="21600">
                <a:moveTo>
                  <a:pt x="20558" y="15537"/>
                </a:moveTo>
                <a:lnTo>
                  <a:pt x="20582" y="15537"/>
                </a:lnTo>
                <a:lnTo>
                  <a:pt x="20582" y="15617"/>
                </a:lnTo>
                <a:lnTo>
                  <a:pt x="20558" y="15617"/>
                </a:lnTo>
              </a:path>
              <a:path w="21600" h="21600">
                <a:moveTo>
                  <a:pt x="9826" y="15537"/>
                </a:moveTo>
                <a:lnTo>
                  <a:pt x="9850" y="15537"/>
                </a:lnTo>
                <a:lnTo>
                  <a:pt x="9850" y="15617"/>
                </a:lnTo>
                <a:lnTo>
                  <a:pt x="9826" y="15617"/>
                </a:lnTo>
              </a:path>
              <a:path w="21600" h="21600">
                <a:moveTo>
                  <a:pt x="14471" y="15474"/>
                </a:moveTo>
                <a:lnTo>
                  <a:pt x="14493" y="15474"/>
                </a:lnTo>
                <a:lnTo>
                  <a:pt x="14493" y="15547"/>
                </a:lnTo>
                <a:lnTo>
                  <a:pt x="14471" y="15547"/>
                </a:lnTo>
              </a:path>
              <a:path w="21600" h="21600">
                <a:moveTo>
                  <a:pt x="3739" y="15474"/>
                </a:moveTo>
                <a:lnTo>
                  <a:pt x="3761" y="15474"/>
                </a:lnTo>
                <a:lnTo>
                  <a:pt x="3761" y="15547"/>
                </a:lnTo>
                <a:lnTo>
                  <a:pt x="3739" y="15547"/>
                </a:lnTo>
              </a:path>
              <a:path w="21600" h="21600">
                <a:moveTo>
                  <a:pt x="12086" y="15412"/>
                </a:moveTo>
                <a:lnTo>
                  <a:pt x="12109" y="15412"/>
                </a:lnTo>
                <a:lnTo>
                  <a:pt x="12109" y="15486"/>
                </a:lnTo>
                <a:lnTo>
                  <a:pt x="12086" y="15486"/>
                </a:lnTo>
              </a:path>
              <a:path w="21600" h="21600">
                <a:moveTo>
                  <a:pt x="16315" y="15405"/>
                </a:moveTo>
                <a:lnTo>
                  <a:pt x="16337" y="15405"/>
                </a:lnTo>
                <a:lnTo>
                  <a:pt x="16337" y="15478"/>
                </a:lnTo>
                <a:lnTo>
                  <a:pt x="16315" y="15478"/>
                </a:lnTo>
              </a:path>
              <a:path w="21600" h="21600">
                <a:moveTo>
                  <a:pt x="5582" y="15405"/>
                </a:moveTo>
                <a:lnTo>
                  <a:pt x="5604" y="15405"/>
                </a:lnTo>
                <a:lnTo>
                  <a:pt x="5604" y="15478"/>
                </a:lnTo>
                <a:lnTo>
                  <a:pt x="5582" y="15478"/>
                </a:lnTo>
              </a:path>
              <a:path w="21600" h="21600">
                <a:moveTo>
                  <a:pt x="18000" y="15378"/>
                </a:moveTo>
                <a:lnTo>
                  <a:pt x="18015" y="15378"/>
                </a:lnTo>
                <a:lnTo>
                  <a:pt x="18015" y="15427"/>
                </a:lnTo>
                <a:lnTo>
                  <a:pt x="18000" y="15427"/>
                </a:lnTo>
              </a:path>
              <a:path w="21600" h="21600">
                <a:moveTo>
                  <a:pt x="7268" y="15378"/>
                </a:moveTo>
                <a:lnTo>
                  <a:pt x="7283" y="15378"/>
                </a:lnTo>
                <a:lnTo>
                  <a:pt x="7283" y="15427"/>
                </a:lnTo>
                <a:lnTo>
                  <a:pt x="7268" y="15427"/>
                </a:lnTo>
              </a:path>
              <a:path w="21600" h="21600">
                <a:moveTo>
                  <a:pt x="20559" y="15352"/>
                </a:moveTo>
                <a:lnTo>
                  <a:pt x="20582" y="15352"/>
                </a:lnTo>
                <a:lnTo>
                  <a:pt x="20582" y="15429"/>
                </a:lnTo>
                <a:lnTo>
                  <a:pt x="20559" y="15429"/>
                </a:lnTo>
              </a:path>
              <a:path w="21600" h="21600">
                <a:moveTo>
                  <a:pt x="9826" y="15352"/>
                </a:moveTo>
                <a:lnTo>
                  <a:pt x="9849" y="15352"/>
                </a:lnTo>
                <a:lnTo>
                  <a:pt x="9849" y="15429"/>
                </a:lnTo>
                <a:lnTo>
                  <a:pt x="9826" y="15429"/>
                </a:lnTo>
              </a:path>
              <a:path w="21600" h="21600">
                <a:moveTo>
                  <a:pt x="14472" y="15290"/>
                </a:moveTo>
                <a:lnTo>
                  <a:pt x="14493" y="15290"/>
                </a:lnTo>
                <a:lnTo>
                  <a:pt x="14493" y="15359"/>
                </a:lnTo>
                <a:lnTo>
                  <a:pt x="14472" y="15359"/>
                </a:lnTo>
              </a:path>
              <a:path w="21600" h="21600">
                <a:moveTo>
                  <a:pt x="3740" y="15290"/>
                </a:moveTo>
                <a:lnTo>
                  <a:pt x="3760" y="15290"/>
                </a:lnTo>
                <a:lnTo>
                  <a:pt x="3760" y="15359"/>
                </a:lnTo>
                <a:lnTo>
                  <a:pt x="3740" y="15359"/>
                </a:lnTo>
              </a:path>
              <a:path w="21600" h="21600">
                <a:moveTo>
                  <a:pt x="13374" y="15240"/>
                </a:moveTo>
                <a:lnTo>
                  <a:pt x="13398" y="15240"/>
                </a:lnTo>
                <a:lnTo>
                  <a:pt x="13398" y="15318"/>
                </a:lnTo>
                <a:lnTo>
                  <a:pt x="13374" y="15318"/>
                </a:lnTo>
              </a:path>
              <a:path w="21600" h="21600">
                <a:moveTo>
                  <a:pt x="2642" y="15240"/>
                </a:moveTo>
                <a:lnTo>
                  <a:pt x="2666" y="15240"/>
                </a:lnTo>
                <a:lnTo>
                  <a:pt x="2666" y="15318"/>
                </a:lnTo>
                <a:lnTo>
                  <a:pt x="2642" y="15318"/>
                </a:lnTo>
              </a:path>
              <a:path w="21600" h="21600">
                <a:moveTo>
                  <a:pt x="18244" y="15231"/>
                </a:moveTo>
                <a:lnTo>
                  <a:pt x="18266" y="15231"/>
                </a:lnTo>
                <a:lnTo>
                  <a:pt x="18266" y="15302"/>
                </a:lnTo>
                <a:lnTo>
                  <a:pt x="18244" y="15302"/>
                </a:lnTo>
              </a:path>
              <a:path w="21600" h="21600">
                <a:moveTo>
                  <a:pt x="7512" y="15231"/>
                </a:moveTo>
                <a:lnTo>
                  <a:pt x="7533" y="15231"/>
                </a:lnTo>
                <a:lnTo>
                  <a:pt x="7533" y="15302"/>
                </a:lnTo>
                <a:lnTo>
                  <a:pt x="7512" y="15302"/>
                </a:lnTo>
              </a:path>
              <a:path w="21600" h="21600">
                <a:moveTo>
                  <a:pt x="12128" y="15211"/>
                </a:moveTo>
                <a:lnTo>
                  <a:pt x="12135" y="15211"/>
                </a:lnTo>
                <a:lnTo>
                  <a:pt x="12135" y="15233"/>
                </a:lnTo>
                <a:lnTo>
                  <a:pt x="12128" y="15233"/>
                </a:lnTo>
              </a:path>
              <a:path w="21600" h="21600">
                <a:moveTo>
                  <a:pt x="18001" y="15194"/>
                </a:moveTo>
                <a:lnTo>
                  <a:pt x="18014" y="15194"/>
                </a:lnTo>
                <a:lnTo>
                  <a:pt x="18014" y="15239"/>
                </a:lnTo>
                <a:lnTo>
                  <a:pt x="18001" y="15239"/>
                </a:lnTo>
              </a:path>
              <a:path w="21600" h="21600">
                <a:moveTo>
                  <a:pt x="7268" y="15194"/>
                </a:moveTo>
                <a:lnTo>
                  <a:pt x="7282" y="15194"/>
                </a:lnTo>
                <a:lnTo>
                  <a:pt x="7282" y="15239"/>
                </a:lnTo>
                <a:lnTo>
                  <a:pt x="7268" y="15239"/>
                </a:lnTo>
              </a:path>
              <a:path w="21600" h="21600">
                <a:moveTo>
                  <a:pt x="20559" y="15168"/>
                </a:moveTo>
                <a:lnTo>
                  <a:pt x="20581" y="15168"/>
                </a:lnTo>
                <a:lnTo>
                  <a:pt x="20581" y="15241"/>
                </a:lnTo>
                <a:lnTo>
                  <a:pt x="20559" y="15241"/>
                </a:lnTo>
              </a:path>
              <a:path w="21600" h="21600">
                <a:moveTo>
                  <a:pt x="9827" y="15168"/>
                </a:moveTo>
                <a:lnTo>
                  <a:pt x="9849" y="15168"/>
                </a:lnTo>
                <a:lnTo>
                  <a:pt x="9849" y="15241"/>
                </a:lnTo>
                <a:lnTo>
                  <a:pt x="9827" y="15241"/>
                </a:lnTo>
              </a:path>
              <a:path w="21600" h="21600">
                <a:moveTo>
                  <a:pt x="14473" y="15106"/>
                </a:moveTo>
                <a:lnTo>
                  <a:pt x="14492" y="15106"/>
                </a:lnTo>
                <a:lnTo>
                  <a:pt x="14492" y="15171"/>
                </a:lnTo>
                <a:lnTo>
                  <a:pt x="14473" y="15171"/>
                </a:lnTo>
              </a:path>
              <a:path w="21600" h="21600">
                <a:moveTo>
                  <a:pt x="3740" y="15106"/>
                </a:moveTo>
                <a:lnTo>
                  <a:pt x="3760" y="15106"/>
                </a:lnTo>
                <a:lnTo>
                  <a:pt x="3760" y="15171"/>
                </a:lnTo>
                <a:lnTo>
                  <a:pt x="3740" y="15171"/>
                </a:lnTo>
              </a:path>
              <a:path w="21600" h="21600">
                <a:moveTo>
                  <a:pt x="12087" y="15059"/>
                </a:moveTo>
                <a:lnTo>
                  <a:pt x="12108" y="15059"/>
                </a:lnTo>
                <a:lnTo>
                  <a:pt x="12108" y="15132"/>
                </a:lnTo>
                <a:lnTo>
                  <a:pt x="12087" y="15132"/>
                </a:lnTo>
              </a:path>
              <a:path w="21600" h="21600">
                <a:moveTo>
                  <a:pt x="16315" y="15053"/>
                </a:moveTo>
                <a:lnTo>
                  <a:pt x="16337" y="15053"/>
                </a:lnTo>
                <a:lnTo>
                  <a:pt x="16337" y="15124"/>
                </a:lnTo>
                <a:lnTo>
                  <a:pt x="16315" y="15124"/>
                </a:lnTo>
              </a:path>
              <a:path w="21600" h="21600">
                <a:moveTo>
                  <a:pt x="5583" y="15053"/>
                </a:moveTo>
                <a:lnTo>
                  <a:pt x="5604" y="15053"/>
                </a:lnTo>
                <a:lnTo>
                  <a:pt x="5604" y="15124"/>
                </a:lnTo>
                <a:lnTo>
                  <a:pt x="5583" y="15124"/>
                </a:lnTo>
              </a:path>
              <a:path w="21600" h="21600">
                <a:moveTo>
                  <a:pt x="18002" y="15010"/>
                </a:moveTo>
                <a:lnTo>
                  <a:pt x="18014" y="15010"/>
                </a:lnTo>
                <a:lnTo>
                  <a:pt x="18014" y="15051"/>
                </a:lnTo>
                <a:lnTo>
                  <a:pt x="18002" y="15051"/>
                </a:lnTo>
              </a:path>
              <a:path w="21600" h="21600">
                <a:moveTo>
                  <a:pt x="7269" y="15010"/>
                </a:moveTo>
                <a:lnTo>
                  <a:pt x="7281" y="15010"/>
                </a:lnTo>
                <a:lnTo>
                  <a:pt x="7281" y="15051"/>
                </a:lnTo>
                <a:lnTo>
                  <a:pt x="7269" y="15051"/>
                </a:lnTo>
              </a:path>
              <a:path w="21600" h="21600">
                <a:moveTo>
                  <a:pt x="20560" y="14984"/>
                </a:moveTo>
                <a:lnTo>
                  <a:pt x="20581" y="14984"/>
                </a:lnTo>
                <a:lnTo>
                  <a:pt x="20581" y="15053"/>
                </a:lnTo>
                <a:lnTo>
                  <a:pt x="20560" y="15053"/>
                </a:lnTo>
              </a:path>
              <a:path w="21600" h="21600">
                <a:moveTo>
                  <a:pt x="9828" y="14984"/>
                </a:moveTo>
                <a:lnTo>
                  <a:pt x="9848" y="14984"/>
                </a:lnTo>
                <a:lnTo>
                  <a:pt x="9848" y="15053"/>
                </a:lnTo>
                <a:lnTo>
                  <a:pt x="9828" y="15053"/>
                </a:lnTo>
              </a:path>
              <a:path w="21600" h="21600">
                <a:moveTo>
                  <a:pt x="14473" y="14922"/>
                </a:moveTo>
                <a:lnTo>
                  <a:pt x="14492" y="14922"/>
                </a:lnTo>
                <a:lnTo>
                  <a:pt x="14492" y="14983"/>
                </a:lnTo>
                <a:lnTo>
                  <a:pt x="14473" y="14983"/>
                </a:lnTo>
              </a:path>
              <a:path w="21600" h="21600">
                <a:moveTo>
                  <a:pt x="3741" y="14922"/>
                </a:moveTo>
                <a:lnTo>
                  <a:pt x="3759" y="14922"/>
                </a:lnTo>
                <a:lnTo>
                  <a:pt x="3759" y="14983"/>
                </a:lnTo>
                <a:lnTo>
                  <a:pt x="3741" y="14983"/>
                </a:lnTo>
              </a:path>
              <a:path w="21600" h="21600">
                <a:moveTo>
                  <a:pt x="13375" y="14887"/>
                </a:moveTo>
                <a:lnTo>
                  <a:pt x="13398" y="14887"/>
                </a:lnTo>
                <a:lnTo>
                  <a:pt x="13398" y="14964"/>
                </a:lnTo>
                <a:lnTo>
                  <a:pt x="13375" y="14964"/>
                </a:lnTo>
              </a:path>
              <a:path w="21600" h="21600">
                <a:moveTo>
                  <a:pt x="2642" y="14887"/>
                </a:moveTo>
                <a:lnTo>
                  <a:pt x="2665" y="14887"/>
                </a:lnTo>
                <a:lnTo>
                  <a:pt x="2665" y="14964"/>
                </a:lnTo>
                <a:lnTo>
                  <a:pt x="2642" y="14964"/>
                </a:lnTo>
              </a:path>
              <a:path w="21600" h="21600">
                <a:moveTo>
                  <a:pt x="18244" y="14878"/>
                </a:moveTo>
                <a:lnTo>
                  <a:pt x="18265" y="14878"/>
                </a:lnTo>
                <a:lnTo>
                  <a:pt x="18265" y="14948"/>
                </a:lnTo>
                <a:lnTo>
                  <a:pt x="18244" y="14948"/>
                </a:lnTo>
              </a:path>
              <a:path w="21600" h="21600">
                <a:moveTo>
                  <a:pt x="7512" y="14878"/>
                </a:moveTo>
                <a:lnTo>
                  <a:pt x="7533" y="14878"/>
                </a:lnTo>
                <a:lnTo>
                  <a:pt x="7533" y="14948"/>
                </a:lnTo>
                <a:lnTo>
                  <a:pt x="7512" y="14948"/>
                </a:lnTo>
              </a:path>
              <a:path w="21600" h="21600">
                <a:moveTo>
                  <a:pt x="12129" y="14829"/>
                </a:moveTo>
                <a:lnTo>
                  <a:pt x="12134" y="14829"/>
                </a:lnTo>
                <a:lnTo>
                  <a:pt x="12134" y="14846"/>
                </a:lnTo>
                <a:lnTo>
                  <a:pt x="12129" y="14846"/>
                </a:lnTo>
              </a:path>
              <a:path w="21600" h="21600">
                <a:moveTo>
                  <a:pt x="18002" y="14826"/>
                </a:moveTo>
                <a:lnTo>
                  <a:pt x="18013" y="14826"/>
                </a:lnTo>
                <a:lnTo>
                  <a:pt x="18013" y="14863"/>
                </a:lnTo>
                <a:lnTo>
                  <a:pt x="18002" y="14863"/>
                </a:lnTo>
              </a:path>
              <a:path w="21600" h="21600">
                <a:moveTo>
                  <a:pt x="7270" y="14826"/>
                </a:moveTo>
                <a:lnTo>
                  <a:pt x="7281" y="14826"/>
                </a:lnTo>
                <a:lnTo>
                  <a:pt x="7281" y="14863"/>
                </a:lnTo>
                <a:lnTo>
                  <a:pt x="7270" y="14863"/>
                </a:lnTo>
              </a:path>
              <a:path w="21600" h="21600">
                <a:moveTo>
                  <a:pt x="15091" y="14821"/>
                </a:moveTo>
                <a:lnTo>
                  <a:pt x="15114" y="14821"/>
                </a:lnTo>
                <a:lnTo>
                  <a:pt x="15114" y="14900"/>
                </a:lnTo>
                <a:lnTo>
                  <a:pt x="15091" y="14900"/>
                </a:lnTo>
              </a:path>
              <a:path w="21600" h="21600">
                <a:moveTo>
                  <a:pt x="4358" y="14821"/>
                </a:moveTo>
                <a:lnTo>
                  <a:pt x="4382" y="14821"/>
                </a:lnTo>
                <a:lnTo>
                  <a:pt x="4382" y="14900"/>
                </a:lnTo>
                <a:lnTo>
                  <a:pt x="4358" y="14900"/>
                </a:lnTo>
              </a:path>
              <a:path w="21600" h="21600">
                <a:moveTo>
                  <a:pt x="20561" y="14800"/>
                </a:moveTo>
                <a:lnTo>
                  <a:pt x="20580" y="14800"/>
                </a:lnTo>
                <a:lnTo>
                  <a:pt x="20580" y="14865"/>
                </a:lnTo>
                <a:lnTo>
                  <a:pt x="20561" y="14865"/>
                </a:lnTo>
              </a:path>
              <a:path w="21600" h="21600">
                <a:moveTo>
                  <a:pt x="9828" y="14800"/>
                </a:moveTo>
                <a:lnTo>
                  <a:pt x="9848" y="14800"/>
                </a:lnTo>
                <a:lnTo>
                  <a:pt x="9848" y="14865"/>
                </a:lnTo>
                <a:lnTo>
                  <a:pt x="9828" y="14865"/>
                </a:lnTo>
              </a:path>
              <a:path w="21600" h="21600">
                <a:moveTo>
                  <a:pt x="14474" y="14738"/>
                </a:moveTo>
                <a:lnTo>
                  <a:pt x="14491" y="14738"/>
                </a:lnTo>
                <a:lnTo>
                  <a:pt x="14491" y="14795"/>
                </a:lnTo>
                <a:lnTo>
                  <a:pt x="14474" y="14795"/>
                </a:lnTo>
              </a:path>
              <a:path w="21600" h="21600">
                <a:moveTo>
                  <a:pt x="3741" y="14738"/>
                </a:moveTo>
                <a:lnTo>
                  <a:pt x="3759" y="14738"/>
                </a:lnTo>
                <a:lnTo>
                  <a:pt x="3759" y="14795"/>
                </a:lnTo>
                <a:lnTo>
                  <a:pt x="3741" y="14795"/>
                </a:lnTo>
              </a:path>
              <a:path w="21600" h="21600">
                <a:moveTo>
                  <a:pt x="12574" y="14723"/>
                </a:moveTo>
                <a:lnTo>
                  <a:pt x="12616" y="14723"/>
                </a:lnTo>
                <a:lnTo>
                  <a:pt x="12616" y="14863"/>
                </a:lnTo>
                <a:lnTo>
                  <a:pt x="12574" y="14863"/>
                </a:lnTo>
              </a:path>
              <a:path w="21600" h="21600">
                <a:moveTo>
                  <a:pt x="1841" y="14723"/>
                </a:moveTo>
                <a:lnTo>
                  <a:pt x="1883" y="14723"/>
                </a:lnTo>
                <a:lnTo>
                  <a:pt x="1883" y="14863"/>
                </a:lnTo>
                <a:lnTo>
                  <a:pt x="1841" y="14863"/>
                </a:lnTo>
              </a:path>
              <a:path w="21600" h="21600">
                <a:moveTo>
                  <a:pt x="12087" y="14707"/>
                </a:moveTo>
                <a:lnTo>
                  <a:pt x="12108" y="14707"/>
                </a:lnTo>
                <a:lnTo>
                  <a:pt x="12108" y="14778"/>
                </a:lnTo>
                <a:lnTo>
                  <a:pt x="12087" y="14778"/>
                </a:lnTo>
              </a:path>
              <a:path w="21600" h="21600">
                <a:moveTo>
                  <a:pt x="16315" y="14700"/>
                </a:moveTo>
                <a:lnTo>
                  <a:pt x="16336" y="14700"/>
                </a:lnTo>
                <a:lnTo>
                  <a:pt x="16336" y="14770"/>
                </a:lnTo>
                <a:lnTo>
                  <a:pt x="16315" y="14770"/>
                </a:lnTo>
              </a:path>
              <a:path w="21600" h="21600">
                <a:moveTo>
                  <a:pt x="5583" y="14700"/>
                </a:moveTo>
                <a:lnTo>
                  <a:pt x="5604" y="14700"/>
                </a:lnTo>
                <a:lnTo>
                  <a:pt x="5604" y="14770"/>
                </a:lnTo>
                <a:lnTo>
                  <a:pt x="5583" y="14770"/>
                </a:lnTo>
              </a:path>
              <a:path w="21600" h="21600">
                <a:moveTo>
                  <a:pt x="18003" y="14642"/>
                </a:moveTo>
                <a:lnTo>
                  <a:pt x="18013" y="14642"/>
                </a:lnTo>
                <a:lnTo>
                  <a:pt x="18013" y="14675"/>
                </a:lnTo>
                <a:lnTo>
                  <a:pt x="18003" y="14675"/>
                </a:lnTo>
              </a:path>
              <a:path w="21600" h="21600">
                <a:moveTo>
                  <a:pt x="7270" y="14642"/>
                </a:moveTo>
                <a:lnTo>
                  <a:pt x="7280" y="14642"/>
                </a:lnTo>
                <a:lnTo>
                  <a:pt x="7280" y="14675"/>
                </a:lnTo>
                <a:lnTo>
                  <a:pt x="7270" y="14675"/>
                </a:lnTo>
              </a:path>
              <a:path w="21600" h="21600">
                <a:moveTo>
                  <a:pt x="20561" y="14616"/>
                </a:moveTo>
                <a:lnTo>
                  <a:pt x="20580" y="14616"/>
                </a:lnTo>
                <a:lnTo>
                  <a:pt x="20580" y="14676"/>
                </a:lnTo>
                <a:lnTo>
                  <a:pt x="20561" y="14676"/>
                </a:lnTo>
              </a:path>
              <a:path w="21600" h="21600">
                <a:moveTo>
                  <a:pt x="9829" y="14616"/>
                </a:moveTo>
                <a:lnTo>
                  <a:pt x="9847" y="14616"/>
                </a:lnTo>
                <a:lnTo>
                  <a:pt x="9847" y="14676"/>
                </a:lnTo>
                <a:lnTo>
                  <a:pt x="9829" y="14676"/>
                </a:lnTo>
              </a:path>
              <a:path w="21600" h="21600">
                <a:moveTo>
                  <a:pt x="14474" y="14554"/>
                </a:moveTo>
                <a:lnTo>
                  <a:pt x="14490" y="14554"/>
                </a:lnTo>
                <a:lnTo>
                  <a:pt x="14490" y="14606"/>
                </a:lnTo>
                <a:lnTo>
                  <a:pt x="14474" y="14606"/>
                </a:lnTo>
              </a:path>
              <a:path w="21600" h="21600">
                <a:moveTo>
                  <a:pt x="3742" y="14554"/>
                </a:moveTo>
                <a:lnTo>
                  <a:pt x="3758" y="14554"/>
                </a:lnTo>
                <a:lnTo>
                  <a:pt x="3758" y="14606"/>
                </a:lnTo>
                <a:lnTo>
                  <a:pt x="3742" y="14606"/>
                </a:lnTo>
              </a:path>
              <a:path w="21600" h="21600">
                <a:moveTo>
                  <a:pt x="12574" y="14539"/>
                </a:moveTo>
                <a:lnTo>
                  <a:pt x="12615" y="14539"/>
                </a:lnTo>
                <a:lnTo>
                  <a:pt x="12615" y="14675"/>
                </a:lnTo>
                <a:lnTo>
                  <a:pt x="12574" y="14675"/>
                </a:lnTo>
              </a:path>
              <a:path w="21600" h="21600">
                <a:moveTo>
                  <a:pt x="1842" y="14539"/>
                </a:moveTo>
                <a:lnTo>
                  <a:pt x="1883" y="14539"/>
                </a:lnTo>
                <a:lnTo>
                  <a:pt x="1883" y="14675"/>
                </a:lnTo>
                <a:lnTo>
                  <a:pt x="1842" y="14675"/>
                </a:lnTo>
              </a:path>
              <a:path w="21600" h="21600">
                <a:moveTo>
                  <a:pt x="13375" y="14535"/>
                </a:moveTo>
                <a:lnTo>
                  <a:pt x="13398" y="14535"/>
                </a:lnTo>
                <a:lnTo>
                  <a:pt x="13398" y="14611"/>
                </a:lnTo>
                <a:lnTo>
                  <a:pt x="13375" y="14611"/>
                </a:lnTo>
              </a:path>
              <a:path w="21600" h="21600">
                <a:moveTo>
                  <a:pt x="2642" y="14535"/>
                </a:moveTo>
                <a:lnTo>
                  <a:pt x="2665" y="14535"/>
                </a:lnTo>
                <a:lnTo>
                  <a:pt x="2665" y="14611"/>
                </a:lnTo>
                <a:lnTo>
                  <a:pt x="2642" y="14611"/>
                </a:lnTo>
              </a:path>
              <a:path w="21600" h="21600">
                <a:moveTo>
                  <a:pt x="18244" y="14526"/>
                </a:moveTo>
                <a:lnTo>
                  <a:pt x="18265" y="14526"/>
                </a:lnTo>
                <a:lnTo>
                  <a:pt x="18265" y="14594"/>
                </a:lnTo>
                <a:lnTo>
                  <a:pt x="18244" y="14594"/>
                </a:lnTo>
              </a:path>
              <a:path w="21600" h="21600">
                <a:moveTo>
                  <a:pt x="7512" y="14526"/>
                </a:moveTo>
                <a:lnTo>
                  <a:pt x="7532" y="14526"/>
                </a:lnTo>
                <a:lnTo>
                  <a:pt x="7532" y="14594"/>
                </a:lnTo>
                <a:lnTo>
                  <a:pt x="7512" y="14594"/>
                </a:lnTo>
              </a:path>
              <a:path w="21600" h="21600">
                <a:moveTo>
                  <a:pt x="15091" y="14469"/>
                </a:moveTo>
                <a:lnTo>
                  <a:pt x="15114" y="14469"/>
                </a:lnTo>
                <a:lnTo>
                  <a:pt x="15114" y="14546"/>
                </a:lnTo>
                <a:lnTo>
                  <a:pt x="15091" y="14546"/>
                </a:lnTo>
              </a:path>
              <a:path w="21600" h="21600">
                <a:moveTo>
                  <a:pt x="4358" y="14469"/>
                </a:moveTo>
                <a:lnTo>
                  <a:pt x="4382" y="14469"/>
                </a:lnTo>
                <a:lnTo>
                  <a:pt x="4382" y="14546"/>
                </a:lnTo>
                <a:lnTo>
                  <a:pt x="4358" y="14546"/>
                </a:lnTo>
              </a:path>
              <a:path w="21600" h="21600">
                <a:moveTo>
                  <a:pt x="18003" y="14457"/>
                </a:moveTo>
                <a:lnTo>
                  <a:pt x="18012" y="14457"/>
                </a:lnTo>
                <a:lnTo>
                  <a:pt x="18012" y="14487"/>
                </a:lnTo>
                <a:lnTo>
                  <a:pt x="18003" y="14487"/>
                </a:lnTo>
              </a:path>
              <a:path w="21600" h="21600">
                <a:moveTo>
                  <a:pt x="7271" y="14457"/>
                </a:moveTo>
                <a:lnTo>
                  <a:pt x="7280" y="14457"/>
                </a:lnTo>
                <a:lnTo>
                  <a:pt x="7280" y="14487"/>
                </a:lnTo>
                <a:lnTo>
                  <a:pt x="7271" y="14487"/>
                </a:lnTo>
              </a:path>
              <a:path w="21600" h="21600">
                <a:moveTo>
                  <a:pt x="20562" y="14431"/>
                </a:moveTo>
                <a:lnTo>
                  <a:pt x="20579" y="14431"/>
                </a:lnTo>
                <a:lnTo>
                  <a:pt x="20579" y="14488"/>
                </a:lnTo>
                <a:lnTo>
                  <a:pt x="20562" y="14488"/>
                </a:lnTo>
              </a:path>
              <a:path w="21600" h="21600">
                <a:moveTo>
                  <a:pt x="9829" y="14431"/>
                </a:moveTo>
                <a:lnTo>
                  <a:pt x="9846" y="14431"/>
                </a:lnTo>
                <a:lnTo>
                  <a:pt x="9846" y="14488"/>
                </a:lnTo>
                <a:lnTo>
                  <a:pt x="9829" y="14488"/>
                </a:lnTo>
              </a:path>
              <a:path w="21600" h="21600">
                <a:moveTo>
                  <a:pt x="14475" y="14370"/>
                </a:moveTo>
                <a:lnTo>
                  <a:pt x="14490" y="14370"/>
                </a:lnTo>
                <a:lnTo>
                  <a:pt x="14490" y="14418"/>
                </a:lnTo>
                <a:lnTo>
                  <a:pt x="14475" y="14418"/>
                </a:lnTo>
              </a:path>
              <a:path w="21600" h="21600">
                <a:moveTo>
                  <a:pt x="3743" y="14370"/>
                </a:moveTo>
                <a:lnTo>
                  <a:pt x="3757" y="14370"/>
                </a:lnTo>
                <a:lnTo>
                  <a:pt x="3757" y="14418"/>
                </a:lnTo>
                <a:lnTo>
                  <a:pt x="3743" y="14418"/>
                </a:lnTo>
              </a:path>
              <a:path w="21600" h="21600">
                <a:moveTo>
                  <a:pt x="12575" y="14355"/>
                </a:moveTo>
                <a:lnTo>
                  <a:pt x="12615" y="14355"/>
                </a:lnTo>
                <a:lnTo>
                  <a:pt x="12615" y="14487"/>
                </a:lnTo>
                <a:lnTo>
                  <a:pt x="12575" y="14487"/>
                </a:lnTo>
              </a:path>
              <a:path w="21600" h="21600">
                <a:moveTo>
                  <a:pt x="1843" y="14355"/>
                </a:moveTo>
                <a:lnTo>
                  <a:pt x="1882" y="14355"/>
                </a:lnTo>
                <a:lnTo>
                  <a:pt x="1882" y="14487"/>
                </a:lnTo>
                <a:lnTo>
                  <a:pt x="1843" y="14487"/>
                </a:lnTo>
              </a:path>
              <a:path w="21600" h="21600">
                <a:moveTo>
                  <a:pt x="12087" y="14354"/>
                </a:moveTo>
                <a:lnTo>
                  <a:pt x="12108" y="14354"/>
                </a:lnTo>
                <a:lnTo>
                  <a:pt x="12108" y="14424"/>
                </a:lnTo>
                <a:lnTo>
                  <a:pt x="12087" y="14424"/>
                </a:lnTo>
              </a:path>
              <a:path w="21600" h="21600">
                <a:moveTo>
                  <a:pt x="16315" y="14348"/>
                </a:moveTo>
                <a:lnTo>
                  <a:pt x="16336" y="14348"/>
                </a:lnTo>
                <a:lnTo>
                  <a:pt x="16336" y="14416"/>
                </a:lnTo>
                <a:lnTo>
                  <a:pt x="16315" y="14416"/>
                </a:lnTo>
              </a:path>
              <a:path w="21600" h="21600">
                <a:moveTo>
                  <a:pt x="5583" y="14348"/>
                </a:moveTo>
                <a:lnTo>
                  <a:pt x="5604" y="14348"/>
                </a:lnTo>
                <a:lnTo>
                  <a:pt x="5604" y="14416"/>
                </a:lnTo>
                <a:lnTo>
                  <a:pt x="5583" y="14416"/>
                </a:lnTo>
              </a:path>
              <a:path w="21600" h="21600">
                <a:moveTo>
                  <a:pt x="18004" y="14273"/>
                </a:moveTo>
                <a:lnTo>
                  <a:pt x="18011" y="14273"/>
                </a:lnTo>
                <a:lnTo>
                  <a:pt x="18011" y="14298"/>
                </a:lnTo>
                <a:lnTo>
                  <a:pt x="18004" y="14298"/>
                </a:lnTo>
              </a:path>
              <a:path w="21600" h="21600">
                <a:moveTo>
                  <a:pt x="7271" y="14273"/>
                </a:moveTo>
                <a:lnTo>
                  <a:pt x="7279" y="14273"/>
                </a:lnTo>
                <a:lnTo>
                  <a:pt x="7279" y="14298"/>
                </a:lnTo>
                <a:lnTo>
                  <a:pt x="7271" y="14298"/>
                </a:lnTo>
              </a:path>
              <a:path w="21600" h="21600">
                <a:moveTo>
                  <a:pt x="20562" y="14247"/>
                </a:moveTo>
                <a:lnTo>
                  <a:pt x="20578" y="14247"/>
                </a:lnTo>
                <a:lnTo>
                  <a:pt x="20578" y="14300"/>
                </a:lnTo>
                <a:lnTo>
                  <a:pt x="20562" y="14300"/>
                </a:lnTo>
              </a:path>
              <a:path w="21600" h="21600">
                <a:moveTo>
                  <a:pt x="9830" y="14247"/>
                </a:moveTo>
                <a:lnTo>
                  <a:pt x="9846" y="14247"/>
                </a:lnTo>
                <a:lnTo>
                  <a:pt x="9846" y="14300"/>
                </a:lnTo>
                <a:lnTo>
                  <a:pt x="9830" y="14300"/>
                </a:lnTo>
              </a:path>
              <a:path w="21600" h="21600">
                <a:moveTo>
                  <a:pt x="14476" y="14185"/>
                </a:moveTo>
                <a:lnTo>
                  <a:pt x="14489" y="14185"/>
                </a:lnTo>
                <a:lnTo>
                  <a:pt x="14489" y="14230"/>
                </a:lnTo>
                <a:lnTo>
                  <a:pt x="14476" y="14230"/>
                </a:lnTo>
              </a:path>
              <a:path w="21600" h="21600">
                <a:moveTo>
                  <a:pt x="3743" y="14185"/>
                </a:moveTo>
                <a:lnTo>
                  <a:pt x="3757" y="14185"/>
                </a:lnTo>
                <a:lnTo>
                  <a:pt x="3757" y="14230"/>
                </a:lnTo>
                <a:lnTo>
                  <a:pt x="3743" y="14230"/>
                </a:lnTo>
              </a:path>
              <a:path w="21600" h="21600">
                <a:moveTo>
                  <a:pt x="13375" y="14183"/>
                </a:moveTo>
                <a:lnTo>
                  <a:pt x="13397" y="14183"/>
                </a:lnTo>
                <a:lnTo>
                  <a:pt x="13397" y="14257"/>
                </a:lnTo>
                <a:lnTo>
                  <a:pt x="13375" y="14257"/>
                </a:lnTo>
              </a:path>
              <a:path w="21600" h="21600">
                <a:moveTo>
                  <a:pt x="2643" y="14183"/>
                </a:moveTo>
                <a:lnTo>
                  <a:pt x="2665" y="14183"/>
                </a:lnTo>
                <a:lnTo>
                  <a:pt x="2665" y="14257"/>
                </a:lnTo>
                <a:lnTo>
                  <a:pt x="2643" y="14257"/>
                </a:lnTo>
              </a:path>
              <a:path w="21600" h="21600">
                <a:moveTo>
                  <a:pt x="18245" y="14173"/>
                </a:moveTo>
                <a:lnTo>
                  <a:pt x="18265" y="14173"/>
                </a:lnTo>
                <a:lnTo>
                  <a:pt x="18265" y="14240"/>
                </a:lnTo>
                <a:lnTo>
                  <a:pt x="18245" y="14240"/>
                </a:lnTo>
              </a:path>
              <a:path w="21600" h="21600">
                <a:moveTo>
                  <a:pt x="7512" y="14173"/>
                </a:moveTo>
                <a:lnTo>
                  <a:pt x="7532" y="14173"/>
                </a:lnTo>
                <a:lnTo>
                  <a:pt x="7532" y="14240"/>
                </a:lnTo>
                <a:lnTo>
                  <a:pt x="7512" y="14240"/>
                </a:lnTo>
              </a:path>
              <a:path w="21600" h="21600">
                <a:moveTo>
                  <a:pt x="12576" y="14171"/>
                </a:moveTo>
                <a:lnTo>
                  <a:pt x="12614" y="14171"/>
                </a:lnTo>
                <a:lnTo>
                  <a:pt x="12614" y="14299"/>
                </a:lnTo>
                <a:lnTo>
                  <a:pt x="12576" y="14299"/>
                </a:lnTo>
              </a:path>
              <a:path w="21600" h="21600">
                <a:moveTo>
                  <a:pt x="1843" y="14171"/>
                </a:moveTo>
                <a:lnTo>
                  <a:pt x="1882" y="14171"/>
                </a:lnTo>
                <a:lnTo>
                  <a:pt x="1882" y="14299"/>
                </a:lnTo>
                <a:lnTo>
                  <a:pt x="1843" y="14299"/>
                </a:lnTo>
              </a:path>
              <a:path w="21600" h="21600">
                <a:moveTo>
                  <a:pt x="15091" y="14116"/>
                </a:moveTo>
                <a:lnTo>
                  <a:pt x="15114" y="14116"/>
                </a:lnTo>
                <a:lnTo>
                  <a:pt x="15114" y="14192"/>
                </a:lnTo>
                <a:lnTo>
                  <a:pt x="15091" y="14192"/>
                </a:lnTo>
              </a:path>
              <a:path w="21600" h="21600">
                <a:moveTo>
                  <a:pt x="4359" y="14116"/>
                </a:moveTo>
                <a:lnTo>
                  <a:pt x="4381" y="14116"/>
                </a:lnTo>
                <a:lnTo>
                  <a:pt x="4381" y="14192"/>
                </a:lnTo>
                <a:lnTo>
                  <a:pt x="4359" y="14192"/>
                </a:lnTo>
              </a:path>
              <a:path w="21600" h="21600">
                <a:moveTo>
                  <a:pt x="18005" y="14089"/>
                </a:moveTo>
                <a:lnTo>
                  <a:pt x="18011" y="14089"/>
                </a:lnTo>
                <a:lnTo>
                  <a:pt x="18011" y="14110"/>
                </a:lnTo>
                <a:lnTo>
                  <a:pt x="18005" y="14110"/>
                </a:lnTo>
              </a:path>
              <a:path w="21600" h="21600">
                <a:moveTo>
                  <a:pt x="7272" y="14089"/>
                </a:moveTo>
                <a:lnTo>
                  <a:pt x="7278" y="14089"/>
                </a:lnTo>
                <a:lnTo>
                  <a:pt x="7278" y="14110"/>
                </a:lnTo>
                <a:lnTo>
                  <a:pt x="7272" y="14110"/>
                </a:lnTo>
              </a:path>
              <a:path w="21600" h="21600">
                <a:moveTo>
                  <a:pt x="20563" y="14063"/>
                </a:moveTo>
                <a:lnTo>
                  <a:pt x="20578" y="14063"/>
                </a:lnTo>
                <a:lnTo>
                  <a:pt x="20578" y="14112"/>
                </a:lnTo>
                <a:lnTo>
                  <a:pt x="20563" y="14112"/>
                </a:lnTo>
              </a:path>
              <a:path w="21600" h="21600">
                <a:moveTo>
                  <a:pt x="9831" y="14063"/>
                </a:moveTo>
                <a:lnTo>
                  <a:pt x="9845" y="14063"/>
                </a:lnTo>
                <a:lnTo>
                  <a:pt x="9845" y="14112"/>
                </a:lnTo>
                <a:lnTo>
                  <a:pt x="9831" y="14112"/>
                </a:lnTo>
              </a:path>
              <a:path w="21600" h="21600">
                <a:moveTo>
                  <a:pt x="12087" y="14002"/>
                </a:moveTo>
                <a:lnTo>
                  <a:pt x="12108" y="14002"/>
                </a:lnTo>
                <a:lnTo>
                  <a:pt x="12108" y="14070"/>
                </a:lnTo>
                <a:lnTo>
                  <a:pt x="12087" y="14070"/>
                </a:lnTo>
              </a:path>
              <a:path w="21600" h="21600">
                <a:moveTo>
                  <a:pt x="14476" y="14001"/>
                </a:moveTo>
                <a:lnTo>
                  <a:pt x="14489" y="14001"/>
                </a:lnTo>
                <a:lnTo>
                  <a:pt x="14489" y="14042"/>
                </a:lnTo>
                <a:lnTo>
                  <a:pt x="14476" y="14042"/>
                </a:lnTo>
              </a:path>
              <a:path w="21600" h="21600">
                <a:moveTo>
                  <a:pt x="3744" y="14001"/>
                </a:moveTo>
                <a:lnTo>
                  <a:pt x="3756" y="14001"/>
                </a:lnTo>
                <a:lnTo>
                  <a:pt x="3756" y="14042"/>
                </a:lnTo>
                <a:lnTo>
                  <a:pt x="3744" y="14042"/>
                </a:lnTo>
              </a:path>
              <a:path w="21600" h="21600">
                <a:moveTo>
                  <a:pt x="16316" y="13995"/>
                </a:moveTo>
                <a:lnTo>
                  <a:pt x="16336" y="13995"/>
                </a:lnTo>
                <a:lnTo>
                  <a:pt x="16336" y="14062"/>
                </a:lnTo>
                <a:lnTo>
                  <a:pt x="16316" y="14062"/>
                </a:lnTo>
              </a:path>
              <a:path w="21600" h="21600">
                <a:moveTo>
                  <a:pt x="5583" y="13995"/>
                </a:moveTo>
                <a:lnTo>
                  <a:pt x="5603" y="13995"/>
                </a:lnTo>
                <a:lnTo>
                  <a:pt x="5603" y="14062"/>
                </a:lnTo>
                <a:lnTo>
                  <a:pt x="5583" y="14062"/>
                </a:lnTo>
              </a:path>
              <a:path w="21600" h="21600">
                <a:moveTo>
                  <a:pt x="12576" y="13987"/>
                </a:moveTo>
                <a:lnTo>
                  <a:pt x="12613" y="13987"/>
                </a:lnTo>
                <a:lnTo>
                  <a:pt x="12613" y="14111"/>
                </a:lnTo>
                <a:lnTo>
                  <a:pt x="12576" y="14111"/>
                </a:lnTo>
              </a:path>
              <a:path w="21600" h="21600">
                <a:moveTo>
                  <a:pt x="1844" y="13987"/>
                </a:moveTo>
                <a:lnTo>
                  <a:pt x="1881" y="13987"/>
                </a:lnTo>
                <a:lnTo>
                  <a:pt x="1881" y="14111"/>
                </a:lnTo>
                <a:lnTo>
                  <a:pt x="1844" y="14111"/>
                </a:lnTo>
              </a:path>
              <a:path w="21600" h="21600">
                <a:moveTo>
                  <a:pt x="18005" y="13905"/>
                </a:moveTo>
                <a:lnTo>
                  <a:pt x="18010" y="13905"/>
                </a:lnTo>
                <a:lnTo>
                  <a:pt x="18010" y="13922"/>
                </a:lnTo>
                <a:lnTo>
                  <a:pt x="18005" y="13922"/>
                </a:lnTo>
              </a:path>
              <a:path w="21600" h="21600">
                <a:moveTo>
                  <a:pt x="7273" y="13905"/>
                </a:moveTo>
                <a:lnTo>
                  <a:pt x="7278" y="13905"/>
                </a:lnTo>
                <a:lnTo>
                  <a:pt x="7278" y="13922"/>
                </a:lnTo>
                <a:lnTo>
                  <a:pt x="7273" y="13922"/>
                </a:lnTo>
              </a:path>
              <a:path w="21600" h="21600">
                <a:moveTo>
                  <a:pt x="20564" y="13879"/>
                </a:moveTo>
                <a:lnTo>
                  <a:pt x="20577" y="13879"/>
                </a:lnTo>
                <a:lnTo>
                  <a:pt x="20577" y="13924"/>
                </a:lnTo>
                <a:lnTo>
                  <a:pt x="20564" y="13924"/>
                </a:lnTo>
              </a:path>
              <a:path w="21600" h="21600">
                <a:moveTo>
                  <a:pt x="9831" y="13879"/>
                </a:moveTo>
                <a:lnTo>
                  <a:pt x="9845" y="13879"/>
                </a:lnTo>
                <a:lnTo>
                  <a:pt x="9845" y="13924"/>
                </a:lnTo>
                <a:lnTo>
                  <a:pt x="9831" y="13924"/>
                </a:lnTo>
              </a:path>
              <a:path w="21600" h="21600">
                <a:moveTo>
                  <a:pt x="13375" y="13830"/>
                </a:moveTo>
                <a:lnTo>
                  <a:pt x="13397" y="13830"/>
                </a:lnTo>
                <a:lnTo>
                  <a:pt x="13397" y="13903"/>
                </a:lnTo>
                <a:lnTo>
                  <a:pt x="13375" y="13903"/>
                </a:lnTo>
              </a:path>
              <a:path w="21600" h="21600">
                <a:moveTo>
                  <a:pt x="2643" y="13830"/>
                </a:moveTo>
                <a:lnTo>
                  <a:pt x="2665" y="13830"/>
                </a:lnTo>
                <a:lnTo>
                  <a:pt x="2665" y="13903"/>
                </a:lnTo>
                <a:lnTo>
                  <a:pt x="2643" y="13903"/>
                </a:lnTo>
              </a:path>
              <a:path w="21600" h="21600">
                <a:moveTo>
                  <a:pt x="18245" y="13821"/>
                </a:moveTo>
                <a:lnTo>
                  <a:pt x="18265" y="13821"/>
                </a:lnTo>
                <a:lnTo>
                  <a:pt x="18265" y="13886"/>
                </a:lnTo>
                <a:lnTo>
                  <a:pt x="18245" y="13886"/>
                </a:lnTo>
              </a:path>
              <a:path w="21600" h="21600">
                <a:moveTo>
                  <a:pt x="7512" y="13821"/>
                </a:moveTo>
                <a:lnTo>
                  <a:pt x="7532" y="13821"/>
                </a:lnTo>
                <a:lnTo>
                  <a:pt x="7532" y="13886"/>
                </a:lnTo>
                <a:lnTo>
                  <a:pt x="7512" y="13886"/>
                </a:lnTo>
              </a:path>
              <a:path w="21600" h="21600">
                <a:moveTo>
                  <a:pt x="14477" y="13817"/>
                </a:moveTo>
                <a:lnTo>
                  <a:pt x="14488" y="13817"/>
                </a:lnTo>
                <a:lnTo>
                  <a:pt x="14488" y="13854"/>
                </a:lnTo>
                <a:lnTo>
                  <a:pt x="14477" y="13854"/>
                </a:lnTo>
              </a:path>
              <a:path w="21600" h="21600">
                <a:moveTo>
                  <a:pt x="3744" y="13817"/>
                </a:moveTo>
                <a:lnTo>
                  <a:pt x="3756" y="13817"/>
                </a:lnTo>
                <a:lnTo>
                  <a:pt x="3756" y="13854"/>
                </a:lnTo>
                <a:lnTo>
                  <a:pt x="3744" y="13854"/>
                </a:lnTo>
              </a:path>
              <a:path w="21600" h="21600">
                <a:moveTo>
                  <a:pt x="12577" y="13803"/>
                </a:moveTo>
                <a:lnTo>
                  <a:pt x="12613" y="13803"/>
                </a:lnTo>
                <a:lnTo>
                  <a:pt x="12613" y="13922"/>
                </a:lnTo>
                <a:lnTo>
                  <a:pt x="12577" y="13922"/>
                </a:lnTo>
              </a:path>
              <a:path w="21600" h="21600">
                <a:moveTo>
                  <a:pt x="1844" y="13803"/>
                </a:moveTo>
                <a:lnTo>
                  <a:pt x="1881" y="13803"/>
                </a:lnTo>
                <a:lnTo>
                  <a:pt x="1881" y="13922"/>
                </a:lnTo>
                <a:lnTo>
                  <a:pt x="1844" y="13922"/>
                </a:lnTo>
              </a:path>
              <a:path w="21600" h="21600">
                <a:moveTo>
                  <a:pt x="15091" y="13764"/>
                </a:moveTo>
                <a:lnTo>
                  <a:pt x="15113" y="13764"/>
                </a:lnTo>
                <a:lnTo>
                  <a:pt x="15113" y="13838"/>
                </a:lnTo>
                <a:lnTo>
                  <a:pt x="15091" y="13838"/>
                </a:lnTo>
              </a:path>
              <a:path w="21600" h="21600">
                <a:moveTo>
                  <a:pt x="4359" y="13764"/>
                </a:moveTo>
                <a:lnTo>
                  <a:pt x="4381" y="13764"/>
                </a:lnTo>
                <a:lnTo>
                  <a:pt x="4381" y="13838"/>
                </a:lnTo>
                <a:lnTo>
                  <a:pt x="4359" y="13838"/>
                </a:lnTo>
              </a:path>
              <a:path w="21600" h="21600">
                <a:moveTo>
                  <a:pt x="20564" y="13695"/>
                </a:moveTo>
                <a:lnTo>
                  <a:pt x="20577" y="13695"/>
                </a:lnTo>
                <a:lnTo>
                  <a:pt x="20577" y="13736"/>
                </a:lnTo>
                <a:lnTo>
                  <a:pt x="20564" y="13736"/>
                </a:lnTo>
              </a:path>
              <a:path w="21600" h="21600">
                <a:moveTo>
                  <a:pt x="9832" y="13695"/>
                </a:moveTo>
                <a:lnTo>
                  <a:pt x="9844" y="13695"/>
                </a:lnTo>
                <a:lnTo>
                  <a:pt x="9844" y="13736"/>
                </a:lnTo>
                <a:lnTo>
                  <a:pt x="9832" y="13736"/>
                </a:lnTo>
              </a:path>
              <a:path w="21600" h="21600">
                <a:moveTo>
                  <a:pt x="12087" y="13649"/>
                </a:moveTo>
                <a:lnTo>
                  <a:pt x="12108" y="13649"/>
                </a:lnTo>
                <a:lnTo>
                  <a:pt x="12108" y="13716"/>
                </a:lnTo>
                <a:lnTo>
                  <a:pt x="12087" y="13716"/>
                </a:lnTo>
              </a:path>
              <a:path w="21600" h="21600">
                <a:moveTo>
                  <a:pt x="16316" y="13643"/>
                </a:moveTo>
                <a:lnTo>
                  <a:pt x="16336" y="13643"/>
                </a:lnTo>
                <a:lnTo>
                  <a:pt x="16336" y="13708"/>
                </a:lnTo>
                <a:lnTo>
                  <a:pt x="16316" y="13708"/>
                </a:lnTo>
              </a:path>
              <a:path w="21600" h="21600">
                <a:moveTo>
                  <a:pt x="5584" y="13643"/>
                </a:moveTo>
                <a:lnTo>
                  <a:pt x="5603" y="13643"/>
                </a:lnTo>
                <a:lnTo>
                  <a:pt x="5603" y="13708"/>
                </a:lnTo>
                <a:lnTo>
                  <a:pt x="5584" y="13708"/>
                </a:lnTo>
              </a:path>
              <a:path w="21600" h="21600">
                <a:moveTo>
                  <a:pt x="14477" y="13633"/>
                </a:moveTo>
                <a:lnTo>
                  <a:pt x="14487" y="13633"/>
                </a:lnTo>
                <a:lnTo>
                  <a:pt x="14487" y="13666"/>
                </a:lnTo>
                <a:lnTo>
                  <a:pt x="14477" y="13666"/>
                </a:lnTo>
              </a:path>
              <a:path w="21600" h="21600">
                <a:moveTo>
                  <a:pt x="3745" y="13633"/>
                </a:moveTo>
                <a:lnTo>
                  <a:pt x="3755" y="13633"/>
                </a:lnTo>
                <a:lnTo>
                  <a:pt x="3755" y="13666"/>
                </a:lnTo>
                <a:lnTo>
                  <a:pt x="3745" y="13666"/>
                </a:lnTo>
              </a:path>
              <a:path w="21600" h="21600">
                <a:moveTo>
                  <a:pt x="12577" y="13618"/>
                </a:moveTo>
                <a:lnTo>
                  <a:pt x="12612" y="13618"/>
                </a:lnTo>
                <a:lnTo>
                  <a:pt x="12612" y="13734"/>
                </a:lnTo>
                <a:lnTo>
                  <a:pt x="12577" y="13734"/>
                </a:lnTo>
              </a:path>
              <a:path w="21600" h="21600">
                <a:moveTo>
                  <a:pt x="1845" y="13618"/>
                </a:moveTo>
                <a:lnTo>
                  <a:pt x="1880" y="13618"/>
                </a:lnTo>
                <a:lnTo>
                  <a:pt x="1880" y="13734"/>
                </a:lnTo>
                <a:lnTo>
                  <a:pt x="1845" y="13734"/>
                </a:lnTo>
              </a:path>
              <a:path w="21600" h="21600">
                <a:moveTo>
                  <a:pt x="20565" y="13511"/>
                </a:moveTo>
                <a:lnTo>
                  <a:pt x="20576" y="13511"/>
                </a:lnTo>
                <a:lnTo>
                  <a:pt x="20576" y="13548"/>
                </a:lnTo>
                <a:lnTo>
                  <a:pt x="20565" y="13548"/>
                </a:lnTo>
              </a:path>
              <a:path w="21600" h="21600">
                <a:moveTo>
                  <a:pt x="9832" y="13511"/>
                </a:moveTo>
                <a:lnTo>
                  <a:pt x="9843" y="13511"/>
                </a:lnTo>
                <a:lnTo>
                  <a:pt x="9843" y="13548"/>
                </a:lnTo>
                <a:lnTo>
                  <a:pt x="9832" y="13548"/>
                </a:lnTo>
              </a:path>
              <a:path w="21600" h="21600">
                <a:moveTo>
                  <a:pt x="13375" y="13478"/>
                </a:moveTo>
                <a:lnTo>
                  <a:pt x="13397" y="13478"/>
                </a:lnTo>
                <a:lnTo>
                  <a:pt x="13397" y="13549"/>
                </a:lnTo>
                <a:lnTo>
                  <a:pt x="13375" y="13549"/>
                </a:lnTo>
              </a:path>
              <a:path w="21600" h="21600">
                <a:moveTo>
                  <a:pt x="2643" y="13478"/>
                </a:moveTo>
                <a:lnTo>
                  <a:pt x="2665" y="13478"/>
                </a:lnTo>
                <a:lnTo>
                  <a:pt x="2665" y="13549"/>
                </a:lnTo>
                <a:lnTo>
                  <a:pt x="2643" y="13549"/>
                </a:lnTo>
              </a:path>
              <a:path w="21600" h="21600">
                <a:moveTo>
                  <a:pt x="18245" y="13468"/>
                </a:moveTo>
                <a:lnTo>
                  <a:pt x="18264" y="13468"/>
                </a:lnTo>
                <a:lnTo>
                  <a:pt x="18264" y="13532"/>
                </a:lnTo>
                <a:lnTo>
                  <a:pt x="18245" y="13532"/>
                </a:lnTo>
              </a:path>
              <a:path w="21600" h="21600">
                <a:moveTo>
                  <a:pt x="7513" y="13468"/>
                </a:moveTo>
                <a:lnTo>
                  <a:pt x="7532" y="13468"/>
                </a:lnTo>
                <a:lnTo>
                  <a:pt x="7532" y="13532"/>
                </a:lnTo>
                <a:lnTo>
                  <a:pt x="7513" y="13532"/>
                </a:lnTo>
              </a:path>
              <a:path w="21600" h="21600">
                <a:moveTo>
                  <a:pt x="14478" y="13449"/>
                </a:moveTo>
                <a:lnTo>
                  <a:pt x="14487" y="13449"/>
                </a:lnTo>
                <a:lnTo>
                  <a:pt x="14487" y="13478"/>
                </a:lnTo>
                <a:lnTo>
                  <a:pt x="14478" y="13478"/>
                </a:lnTo>
              </a:path>
              <a:path w="21600" h="21600">
                <a:moveTo>
                  <a:pt x="3746" y="13449"/>
                </a:moveTo>
                <a:lnTo>
                  <a:pt x="3754" y="13449"/>
                </a:lnTo>
                <a:lnTo>
                  <a:pt x="3754" y="13478"/>
                </a:lnTo>
                <a:lnTo>
                  <a:pt x="3746" y="13478"/>
                </a:lnTo>
              </a:path>
              <a:path w="21600" h="21600">
                <a:moveTo>
                  <a:pt x="12578" y="13434"/>
                </a:moveTo>
                <a:lnTo>
                  <a:pt x="12612" y="13434"/>
                </a:lnTo>
                <a:lnTo>
                  <a:pt x="12612" y="13546"/>
                </a:lnTo>
                <a:lnTo>
                  <a:pt x="12578" y="13546"/>
                </a:lnTo>
              </a:path>
              <a:path w="21600" h="21600">
                <a:moveTo>
                  <a:pt x="1846" y="13434"/>
                </a:moveTo>
                <a:lnTo>
                  <a:pt x="1879" y="13434"/>
                </a:lnTo>
                <a:lnTo>
                  <a:pt x="1879" y="13546"/>
                </a:lnTo>
                <a:lnTo>
                  <a:pt x="1846" y="13546"/>
                </a:lnTo>
              </a:path>
              <a:path w="21600" h="21600">
                <a:moveTo>
                  <a:pt x="15091" y="13411"/>
                </a:moveTo>
                <a:lnTo>
                  <a:pt x="15113" y="13411"/>
                </a:lnTo>
                <a:lnTo>
                  <a:pt x="15113" y="13484"/>
                </a:lnTo>
                <a:lnTo>
                  <a:pt x="15091" y="13484"/>
                </a:lnTo>
              </a:path>
              <a:path w="21600" h="21600">
                <a:moveTo>
                  <a:pt x="4359" y="13411"/>
                </a:moveTo>
                <a:lnTo>
                  <a:pt x="4381" y="13411"/>
                </a:lnTo>
                <a:lnTo>
                  <a:pt x="4381" y="13484"/>
                </a:lnTo>
                <a:lnTo>
                  <a:pt x="4359" y="13484"/>
                </a:lnTo>
              </a:path>
              <a:path w="21600" h="21600">
                <a:moveTo>
                  <a:pt x="20565" y="13327"/>
                </a:moveTo>
                <a:lnTo>
                  <a:pt x="20575" y="13327"/>
                </a:lnTo>
                <a:lnTo>
                  <a:pt x="20575" y="13360"/>
                </a:lnTo>
                <a:lnTo>
                  <a:pt x="20565" y="13360"/>
                </a:lnTo>
              </a:path>
              <a:path w="21600" h="21600">
                <a:moveTo>
                  <a:pt x="9833" y="13327"/>
                </a:moveTo>
                <a:lnTo>
                  <a:pt x="9843" y="13327"/>
                </a:lnTo>
                <a:lnTo>
                  <a:pt x="9843" y="13360"/>
                </a:lnTo>
                <a:lnTo>
                  <a:pt x="9833" y="13360"/>
                </a:lnTo>
              </a:path>
              <a:path w="21600" h="21600">
                <a:moveTo>
                  <a:pt x="12088" y="13297"/>
                </a:moveTo>
                <a:lnTo>
                  <a:pt x="12107" y="13297"/>
                </a:lnTo>
                <a:lnTo>
                  <a:pt x="12107" y="13362"/>
                </a:lnTo>
                <a:lnTo>
                  <a:pt x="12088" y="13362"/>
                </a:lnTo>
              </a:path>
              <a:path w="21600" h="21600">
                <a:moveTo>
                  <a:pt x="16316" y="13290"/>
                </a:moveTo>
                <a:lnTo>
                  <a:pt x="16335" y="13290"/>
                </a:lnTo>
                <a:lnTo>
                  <a:pt x="16335" y="13354"/>
                </a:lnTo>
                <a:lnTo>
                  <a:pt x="16316" y="13354"/>
                </a:lnTo>
              </a:path>
              <a:path w="21600" h="21600">
                <a:moveTo>
                  <a:pt x="5584" y="13290"/>
                </a:moveTo>
                <a:lnTo>
                  <a:pt x="5603" y="13290"/>
                </a:lnTo>
                <a:lnTo>
                  <a:pt x="5603" y="13354"/>
                </a:lnTo>
                <a:lnTo>
                  <a:pt x="5584" y="13354"/>
                </a:lnTo>
              </a:path>
              <a:path w="21600" h="21600">
                <a:moveTo>
                  <a:pt x="14479" y="13264"/>
                </a:moveTo>
                <a:lnTo>
                  <a:pt x="14486" y="13264"/>
                </a:lnTo>
                <a:lnTo>
                  <a:pt x="14486" y="13290"/>
                </a:lnTo>
                <a:lnTo>
                  <a:pt x="14479" y="13290"/>
                </a:lnTo>
              </a:path>
              <a:path w="21600" h="21600">
                <a:moveTo>
                  <a:pt x="3746" y="13264"/>
                </a:moveTo>
                <a:lnTo>
                  <a:pt x="3754" y="13264"/>
                </a:lnTo>
                <a:lnTo>
                  <a:pt x="3754" y="13290"/>
                </a:lnTo>
                <a:lnTo>
                  <a:pt x="3746" y="13290"/>
                </a:lnTo>
              </a:path>
              <a:path w="21600" h="21600">
                <a:moveTo>
                  <a:pt x="12579" y="13250"/>
                </a:moveTo>
                <a:lnTo>
                  <a:pt x="12611" y="13250"/>
                </a:lnTo>
                <a:lnTo>
                  <a:pt x="12611" y="13358"/>
                </a:lnTo>
                <a:lnTo>
                  <a:pt x="12579" y="13358"/>
                </a:lnTo>
              </a:path>
              <a:path w="21600" h="21600">
                <a:moveTo>
                  <a:pt x="1846" y="13250"/>
                </a:moveTo>
                <a:lnTo>
                  <a:pt x="1879" y="13250"/>
                </a:lnTo>
                <a:lnTo>
                  <a:pt x="1879" y="13358"/>
                </a:lnTo>
                <a:lnTo>
                  <a:pt x="1846" y="13358"/>
                </a:lnTo>
              </a:path>
              <a:path w="21600" h="21600">
                <a:moveTo>
                  <a:pt x="20566" y="13142"/>
                </a:moveTo>
                <a:lnTo>
                  <a:pt x="20575" y="13142"/>
                </a:lnTo>
                <a:lnTo>
                  <a:pt x="20575" y="13172"/>
                </a:lnTo>
                <a:lnTo>
                  <a:pt x="20566" y="13172"/>
                </a:lnTo>
              </a:path>
              <a:path w="21600" h="21600">
                <a:moveTo>
                  <a:pt x="9833" y="13142"/>
                </a:moveTo>
                <a:lnTo>
                  <a:pt x="9842" y="13142"/>
                </a:lnTo>
                <a:lnTo>
                  <a:pt x="9842" y="13172"/>
                </a:lnTo>
                <a:lnTo>
                  <a:pt x="9833" y="13172"/>
                </a:lnTo>
              </a:path>
              <a:path w="21600" h="21600">
                <a:moveTo>
                  <a:pt x="13376" y="13125"/>
                </a:moveTo>
                <a:lnTo>
                  <a:pt x="13397" y="13125"/>
                </a:lnTo>
                <a:lnTo>
                  <a:pt x="13397" y="13195"/>
                </a:lnTo>
                <a:lnTo>
                  <a:pt x="13376" y="13195"/>
                </a:lnTo>
              </a:path>
              <a:path w="21600" h="21600">
                <a:moveTo>
                  <a:pt x="2643" y="13125"/>
                </a:moveTo>
                <a:lnTo>
                  <a:pt x="2664" y="13125"/>
                </a:lnTo>
                <a:lnTo>
                  <a:pt x="2664" y="13195"/>
                </a:lnTo>
                <a:lnTo>
                  <a:pt x="2643" y="13195"/>
                </a:lnTo>
              </a:path>
              <a:path w="21600" h="21600">
                <a:moveTo>
                  <a:pt x="18245" y="13116"/>
                </a:moveTo>
                <a:lnTo>
                  <a:pt x="18264" y="13116"/>
                </a:lnTo>
                <a:lnTo>
                  <a:pt x="18264" y="13178"/>
                </a:lnTo>
                <a:lnTo>
                  <a:pt x="18245" y="13178"/>
                </a:lnTo>
              </a:path>
              <a:path w="21600" h="21600">
                <a:moveTo>
                  <a:pt x="7513" y="13116"/>
                </a:moveTo>
                <a:lnTo>
                  <a:pt x="7532" y="13116"/>
                </a:lnTo>
                <a:lnTo>
                  <a:pt x="7532" y="13178"/>
                </a:lnTo>
                <a:lnTo>
                  <a:pt x="7513" y="13178"/>
                </a:lnTo>
              </a:path>
              <a:path w="21600" h="21600">
                <a:moveTo>
                  <a:pt x="14479" y="13080"/>
                </a:moveTo>
                <a:lnTo>
                  <a:pt x="14486" y="13080"/>
                </a:lnTo>
                <a:lnTo>
                  <a:pt x="14486" y="13102"/>
                </a:lnTo>
                <a:lnTo>
                  <a:pt x="14479" y="13102"/>
                </a:lnTo>
              </a:path>
              <a:path w="21600" h="21600">
                <a:moveTo>
                  <a:pt x="3747" y="13080"/>
                </a:moveTo>
                <a:lnTo>
                  <a:pt x="3753" y="13080"/>
                </a:lnTo>
                <a:lnTo>
                  <a:pt x="3753" y="13102"/>
                </a:lnTo>
                <a:lnTo>
                  <a:pt x="3747" y="13102"/>
                </a:lnTo>
              </a:path>
              <a:path w="21600" h="21600">
                <a:moveTo>
                  <a:pt x="12579" y="13066"/>
                </a:moveTo>
                <a:lnTo>
                  <a:pt x="12610" y="13066"/>
                </a:lnTo>
                <a:lnTo>
                  <a:pt x="12610" y="13170"/>
                </a:lnTo>
                <a:lnTo>
                  <a:pt x="12579" y="13170"/>
                </a:lnTo>
              </a:path>
              <a:path w="21600" h="21600">
                <a:moveTo>
                  <a:pt x="1847" y="13066"/>
                </a:moveTo>
                <a:lnTo>
                  <a:pt x="1878" y="13066"/>
                </a:lnTo>
                <a:lnTo>
                  <a:pt x="1878" y="13170"/>
                </a:lnTo>
                <a:lnTo>
                  <a:pt x="1847" y="13170"/>
                </a:lnTo>
              </a:path>
              <a:path w="21600" h="21600">
                <a:moveTo>
                  <a:pt x="15092" y="13059"/>
                </a:moveTo>
                <a:lnTo>
                  <a:pt x="15113" y="13059"/>
                </a:lnTo>
                <a:lnTo>
                  <a:pt x="15113" y="13130"/>
                </a:lnTo>
                <a:lnTo>
                  <a:pt x="15092" y="13130"/>
                </a:lnTo>
              </a:path>
              <a:path w="21600" h="21600">
                <a:moveTo>
                  <a:pt x="4359" y="13059"/>
                </a:moveTo>
                <a:lnTo>
                  <a:pt x="4381" y="13059"/>
                </a:lnTo>
                <a:lnTo>
                  <a:pt x="4381" y="13130"/>
                </a:lnTo>
                <a:lnTo>
                  <a:pt x="4359" y="13130"/>
                </a:lnTo>
              </a:path>
              <a:path w="21600" h="21600">
                <a:moveTo>
                  <a:pt x="20567" y="12958"/>
                </a:moveTo>
                <a:lnTo>
                  <a:pt x="20574" y="12958"/>
                </a:lnTo>
                <a:lnTo>
                  <a:pt x="20574" y="12984"/>
                </a:lnTo>
                <a:lnTo>
                  <a:pt x="20567" y="12984"/>
                </a:lnTo>
              </a:path>
              <a:path w="21600" h="21600">
                <a:moveTo>
                  <a:pt x="9834" y="12958"/>
                </a:moveTo>
                <a:lnTo>
                  <a:pt x="9842" y="12958"/>
                </a:lnTo>
                <a:lnTo>
                  <a:pt x="9842" y="12984"/>
                </a:lnTo>
                <a:lnTo>
                  <a:pt x="9834" y="12984"/>
                </a:lnTo>
              </a:path>
              <a:path w="21600" h="21600">
                <a:moveTo>
                  <a:pt x="12088" y="12944"/>
                </a:moveTo>
                <a:lnTo>
                  <a:pt x="12107" y="12944"/>
                </a:lnTo>
                <a:lnTo>
                  <a:pt x="12107" y="13008"/>
                </a:lnTo>
                <a:lnTo>
                  <a:pt x="12088" y="13008"/>
                </a:lnTo>
              </a:path>
              <a:path w="21600" h="21600">
                <a:moveTo>
                  <a:pt x="16316" y="12938"/>
                </a:moveTo>
                <a:lnTo>
                  <a:pt x="16335" y="12938"/>
                </a:lnTo>
                <a:lnTo>
                  <a:pt x="16335" y="13000"/>
                </a:lnTo>
                <a:lnTo>
                  <a:pt x="16316" y="13000"/>
                </a:lnTo>
              </a:path>
              <a:path w="21600" h="21600">
                <a:moveTo>
                  <a:pt x="5584" y="12938"/>
                </a:moveTo>
                <a:lnTo>
                  <a:pt x="5603" y="12938"/>
                </a:lnTo>
                <a:lnTo>
                  <a:pt x="5603" y="13000"/>
                </a:lnTo>
                <a:lnTo>
                  <a:pt x="5584" y="13000"/>
                </a:lnTo>
              </a:path>
              <a:path w="21600" h="21600">
                <a:moveTo>
                  <a:pt x="14480" y="12896"/>
                </a:moveTo>
                <a:lnTo>
                  <a:pt x="14485" y="12896"/>
                </a:lnTo>
                <a:lnTo>
                  <a:pt x="14485" y="12913"/>
                </a:lnTo>
                <a:lnTo>
                  <a:pt x="14480" y="12913"/>
                </a:lnTo>
              </a:path>
              <a:path w="21600" h="21600">
                <a:moveTo>
                  <a:pt x="3747" y="12896"/>
                </a:moveTo>
                <a:lnTo>
                  <a:pt x="3753" y="12896"/>
                </a:lnTo>
                <a:lnTo>
                  <a:pt x="3753" y="12913"/>
                </a:lnTo>
                <a:lnTo>
                  <a:pt x="3747" y="12913"/>
                </a:lnTo>
              </a:path>
              <a:path w="21600" h="21600">
                <a:moveTo>
                  <a:pt x="12580" y="12882"/>
                </a:moveTo>
                <a:lnTo>
                  <a:pt x="12610" y="12882"/>
                </a:lnTo>
                <a:lnTo>
                  <a:pt x="12610" y="12982"/>
                </a:lnTo>
                <a:lnTo>
                  <a:pt x="12580" y="12982"/>
                </a:lnTo>
              </a:path>
              <a:path w="21600" h="21600">
                <a:moveTo>
                  <a:pt x="1847" y="12882"/>
                </a:moveTo>
                <a:lnTo>
                  <a:pt x="1878" y="12882"/>
                </a:lnTo>
                <a:lnTo>
                  <a:pt x="1878" y="12982"/>
                </a:lnTo>
                <a:lnTo>
                  <a:pt x="1847" y="12982"/>
                </a:lnTo>
              </a:path>
              <a:path w="21600" h="21600">
                <a:moveTo>
                  <a:pt x="20567" y="12774"/>
                </a:moveTo>
                <a:lnTo>
                  <a:pt x="20574" y="12774"/>
                </a:lnTo>
                <a:lnTo>
                  <a:pt x="20574" y="12795"/>
                </a:lnTo>
                <a:lnTo>
                  <a:pt x="20567" y="12795"/>
                </a:lnTo>
              </a:path>
              <a:path w="21600" h="21600">
                <a:moveTo>
                  <a:pt x="9835" y="12774"/>
                </a:moveTo>
                <a:lnTo>
                  <a:pt x="9841" y="12774"/>
                </a:lnTo>
                <a:lnTo>
                  <a:pt x="9841" y="12795"/>
                </a:lnTo>
                <a:lnTo>
                  <a:pt x="9835" y="12795"/>
                </a:lnTo>
              </a:path>
              <a:path w="21600" h="21600">
                <a:moveTo>
                  <a:pt x="13376" y="12773"/>
                </a:moveTo>
                <a:lnTo>
                  <a:pt x="13396" y="12773"/>
                </a:lnTo>
                <a:lnTo>
                  <a:pt x="13396" y="12841"/>
                </a:lnTo>
                <a:lnTo>
                  <a:pt x="13376" y="12841"/>
                </a:lnTo>
              </a:path>
              <a:path w="21600" h="21600">
                <a:moveTo>
                  <a:pt x="2643" y="12773"/>
                </a:moveTo>
                <a:lnTo>
                  <a:pt x="2664" y="12773"/>
                </a:lnTo>
                <a:lnTo>
                  <a:pt x="2664" y="12841"/>
                </a:lnTo>
                <a:lnTo>
                  <a:pt x="2643" y="12841"/>
                </a:lnTo>
              </a:path>
              <a:path w="21600" h="21600">
                <a:moveTo>
                  <a:pt x="18246" y="12763"/>
                </a:moveTo>
                <a:lnTo>
                  <a:pt x="18264" y="12763"/>
                </a:lnTo>
                <a:lnTo>
                  <a:pt x="18264" y="12824"/>
                </a:lnTo>
                <a:lnTo>
                  <a:pt x="18246" y="12824"/>
                </a:lnTo>
              </a:path>
              <a:path w="21600" h="21600">
                <a:moveTo>
                  <a:pt x="7513" y="12763"/>
                </a:moveTo>
                <a:lnTo>
                  <a:pt x="7531" y="12763"/>
                </a:lnTo>
                <a:lnTo>
                  <a:pt x="7531" y="12824"/>
                </a:lnTo>
                <a:lnTo>
                  <a:pt x="7513" y="12824"/>
                </a:lnTo>
              </a:path>
              <a:path w="21600" h="21600">
                <a:moveTo>
                  <a:pt x="15092" y="12706"/>
                </a:moveTo>
                <a:lnTo>
                  <a:pt x="15113" y="12706"/>
                </a:lnTo>
                <a:lnTo>
                  <a:pt x="15113" y="12776"/>
                </a:lnTo>
                <a:lnTo>
                  <a:pt x="15092" y="12776"/>
                </a:lnTo>
              </a:path>
              <a:path w="21600" h="21600">
                <a:moveTo>
                  <a:pt x="4359" y="12706"/>
                </a:moveTo>
                <a:lnTo>
                  <a:pt x="4380" y="12706"/>
                </a:lnTo>
                <a:lnTo>
                  <a:pt x="4380" y="12776"/>
                </a:lnTo>
                <a:lnTo>
                  <a:pt x="4359" y="12776"/>
                </a:lnTo>
              </a:path>
              <a:path w="21600" h="21600">
                <a:moveTo>
                  <a:pt x="12580" y="12697"/>
                </a:moveTo>
                <a:lnTo>
                  <a:pt x="12609" y="12697"/>
                </a:lnTo>
                <a:lnTo>
                  <a:pt x="12609" y="12794"/>
                </a:lnTo>
                <a:lnTo>
                  <a:pt x="12580" y="12794"/>
                </a:lnTo>
              </a:path>
              <a:path w="21600" h="21600">
                <a:moveTo>
                  <a:pt x="1848" y="12697"/>
                </a:moveTo>
                <a:lnTo>
                  <a:pt x="1877" y="12697"/>
                </a:lnTo>
                <a:lnTo>
                  <a:pt x="1877" y="12794"/>
                </a:lnTo>
                <a:lnTo>
                  <a:pt x="1848" y="12794"/>
                </a:lnTo>
              </a:path>
              <a:path w="21600" h="21600">
                <a:moveTo>
                  <a:pt x="12088" y="12592"/>
                </a:moveTo>
                <a:lnTo>
                  <a:pt x="12107" y="12592"/>
                </a:lnTo>
                <a:lnTo>
                  <a:pt x="12107" y="12654"/>
                </a:lnTo>
                <a:lnTo>
                  <a:pt x="12088" y="12654"/>
                </a:lnTo>
              </a:path>
              <a:path w="21600" h="21600">
                <a:moveTo>
                  <a:pt x="20568" y="12590"/>
                </a:moveTo>
                <a:lnTo>
                  <a:pt x="20573" y="12590"/>
                </a:lnTo>
                <a:lnTo>
                  <a:pt x="20573" y="12607"/>
                </a:lnTo>
                <a:lnTo>
                  <a:pt x="20568" y="12607"/>
                </a:lnTo>
              </a:path>
              <a:path w="21600" h="21600">
                <a:moveTo>
                  <a:pt x="9835" y="12590"/>
                </a:moveTo>
                <a:lnTo>
                  <a:pt x="9840" y="12590"/>
                </a:lnTo>
                <a:lnTo>
                  <a:pt x="9840" y="12607"/>
                </a:lnTo>
                <a:lnTo>
                  <a:pt x="9835" y="12607"/>
                </a:lnTo>
              </a:path>
              <a:path w="21600" h="21600">
                <a:moveTo>
                  <a:pt x="16317" y="12585"/>
                </a:moveTo>
                <a:lnTo>
                  <a:pt x="16335" y="12585"/>
                </a:lnTo>
                <a:lnTo>
                  <a:pt x="16335" y="12646"/>
                </a:lnTo>
                <a:lnTo>
                  <a:pt x="16317" y="12646"/>
                </a:lnTo>
              </a:path>
              <a:path w="21600" h="21600">
                <a:moveTo>
                  <a:pt x="5584" y="12585"/>
                </a:moveTo>
                <a:lnTo>
                  <a:pt x="5603" y="12585"/>
                </a:lnTo>
                <a:lnTo>
                  <a:pt x="5603" y="12646"/>
                </a:lnTo>
                <a:lnTo>
                  <a:pt x="5584" y="12646"/>
                </a:lnTo>
              </a:path>
              <a:path w="21600" h="21600">
                <a:moveTo>
                  <a:pt x="12581" y="12513"/>
                </a:moveTo>
                <a:lnTo>
                  <a:pt x="12609" y="12513"/>
                </a:lnTo>
                <a:lnTo>
                  <a:pt x="12609" y="12606"/>
                </a:lnTo>
                <a:lnTo>
                  <a:pt x="12581" y="12606"/>
                </a:lnTo>
              </a:path>
              <a:path w="21600" h="21600">
                <a:moveTo>
                  <a:pt x="1849" y="12513"/>
                </a:moveTo>
                <a:lnTo>
                  <a:pt x="1876" y="12513"/>
                </a:lnTo>
                <a:lnTo>
                  <a:pt x="1876" y="12606"/>
                </a:lnTo>
                <a:lnTo>
                  <a:pt x="1849" y="12606"/>
                </a:lnTo>
              </a:path>
              <a:path w="21600" h="21600">
                <a:moveTo>
                  <a:pt x="13376" y="12420"/>
                </a:moveTo>
                <a:lnTo>
                  <a:pt x="13396" y="12420"/>
                </a:lnTo>
                <a:lnTo>
                  <a:pt x="13396" y="12487"/>
                </a:lnTo>
                <a:lnTo>
                  <a:pt x="13376" y="12487"/>
                </a:lnTo>
              </a:path>
              <a:path w="21600" h="21600">
                <a:moveTo>
                  <a:pt x="2644" y="12420"/>
                </a:moveTo>
                <a:lnTo>
                  <a:pt x="2664" y="12420"/>
                </a:lnTo>
                <a:lnTo>
                  <a:pt x="2664" y="12487"/>
                </a:lnTo>
                <a:lnTo>
                  <a:pt x="2644" y="12487"/>
                </a:lnTo>
              </a:path>
              <a:path w="21600" h="21600">
                <a:moveTo>
                  <a:pt x="18246" y="12411"/>
                </a:moveTo>
                <a:lnTo>
                  <a:pt x="18264" y="12411"/>
                </a:lnTo>
                <a:lnTo>
                  <a:pt x="18264" y="12470"/>
                </a:lnTo>
                <a:lnTo>
                  <a:pt x="18246" y="12470"/>
                </a:lnTo>
              </a:path>
              <a:path w="21600" h="21600">
                <a:moveTo>
                  <a:pt x="7513" y="12411"/>
                </a:moveTo>
                <a:lnTo>
                  <a:pt x="7531" y="12411"/>
                </a:lnTo>
                <a:lnTo>
                  <a:pt x="7531" y="12470"/>
                </a:lnTo>
                <a:lnTo>
                  <a:pt x="7513" y="12470"/>
                </a:lnTo>
              </a:path>
              <a:path w="21600" h="21600">
                <a:moveTo>
                  <a:pt x="15092" y="12354"/>
                </a:moveTo>
                <a:lnTo>
                  <a:pt x="15113" y="12354"/>
                </a:lnTo>
                <a:lnTo>
                  <a:pt x="15113" y="12422"/>
                </a:lnTo>
                <a:lnTo>
                  <a:pt x="15092" y="12422"/>
                </a:lnTo>
              </a:path>
              <a:path w="21600" h="21600">
                <a:moveTo>
                  <a:pt x="4360" y="12354"/>
                </a:moveTo>
                <a:lnTo>
                  <a:pt x="4380" y="12354"/>
                </a:lnTo>
                <a:lnTo>
                  <a:pt x="4380" y="12422"/>
                </a:lnTo>
                <a:lnTo>
                  <a:pt x="4360" y="12422"/>
                </a:lnTo>
              </a:path>
              <a:path w="21600" h="21600">
                <a:moveTo>
                  <a:pt x="12582" y="12329"/>
                </a:moveTo>
                <a:lnTo>
                  <a:pt x="12608" y="12329"/>
                </a:lnTo>
                <a:lnTo>
                  <a:pt x="12608" y="12418"/>
                </a:lnTo>
                <a:lnTo>
                  <a:pt x="12582" y="12418"/>
                </a:lnTo>
              </a:path>
              <a:path w="21600" h="21600">
                <a:moveTo>
                  <a:pt x="1849" y="12329"/>
                </a:moveTo>
                <a:lnTo>
                  <a:pt x="1876" y="12329"/>
                </a:lnTo>
                <a:lnTo>
                  <a:pt x="1876" y="12418"/>
                </a:lnTo>
                <a:lnTo>
                  <a:pt x="1849" y="12418"/>
                </a:lnTo>
              </a:path>
              <a:path w="21600" h="21600">
                <a:moveTo>
                  <a:pt x="12088" y="12239"/>
                </a:moveTo>
                <a:lnTo>
                  <a:pt x="12107" y="12239"/>
                </a:lnTo>
                <a:lnTo>
                  <a:pt x="12107" y="12300"/>
                </a:lnTo>
                <a:lnTo>
                  <a:pt x="12088" y="12300"/>
                </a:lnTo>
              </a:path>
              <a:path w="21600" h="21600">
                <a:moveTo>
                  <a:pt x="16317" y="12233"/>
                </a:moveTo>
                <a:lnTo>
                  <a:pt x="16335" y="12233"/>
                </a:lnTo>
                <a:lnTo>
                  <a:pt x="16335" y="12292"/>
                </a:lnTo>
                <a:lnTo>
                  <a:pt x="16317" y="12292"/>
                </a:lnTo>
              </a:path>
              <a:path w="21600" h="21600">
                <a:moveTo>
                  <a:pt x="5584" y="12233"/>
                </a:moveTo>
                <a:lnTo>
                  <a:pt x="5602" y="12233"/>
                </a:lnTo>
                <a:lnTo>
                  <a:pt x="5602" y="12292"/>
                </a:lnTo>
                <a:lnTo>
                  <a:pt x="5584" y="12292"/>
                </a:lnTo>
              </a:path>
              <a:path w="21600" h="21600">
                <a:moveTo>
                  <a:pt x="12582" y="12145"/>
                </a:moveTo>
                <a:lnTo>
                  <a:pt x="12608" y="12145"/>
                </a:lnTo>
                <a:lnTo>
                  <a:pt x="12608" y="12229"/>
                </a:lnTo>
                <a:lnTo>
                  <a:pt x="12582" y="12229"/>
                </a:lnTo>
              </a:path>
              <a:path w="21600" h="21600">
                <a:moveTo>
                  <a:pt x="1850" y="12145"/>
                </a:moveTo>
                <a:lnTo>
                  <a:pt x="1875" y="12145"/>
                </a:lnTo>
                <a:lnTo>
                  <a:pt x="1875" y="12229"/>
                </a:lnTo>
                <a:lnTo>
                  <a:pt x="1850" y="12229"/>
                </a:lnTo>
              </a:path>
              <a:path w="21600" h="21600">
                <a:moveTo>
                  <a:pt x="13376" y="12068"/>
                </a:moveTo>
                <a:lnTo>
                  <a:pt x="13396" y="12068"/>
                </a:lnTo>
                <a:lnTo>
                  <a:pt x="13396" y="12133"/>
                </a:lnTo>
                <a:lnTo>
                  <a:pt x="13376" y="12133"/>
                </a:lnTo>
              </a:path>
              <a:path w="21600" h="21600">
                <a:moveTo>
                  <a:pt x="2644" y="12068"/>
                </a:moveTo>
                <a:lnTo>
                  <a:pt x="2664" y="12068"/>
                </a:lnTo>
                <a:lnTo>
                  <a:pt x="2664" y="12133"/>
                </a:lnTo>
                <a:lnTo>
                  <a:pt x="2644" y="12133"/>
                </a:lnTo>
              </a:path>
              <a:path w="21600" h="21600">
                <a:moveTo>
                  <a:pt x="18246" y="12058"/>
                </a:moveTo>
                <a:lnTo>
                  <a:pt x="18263" y="12058"/>
                </a:lnTo>
                <a:lnTo>
                  <a:pt x="18263" y="12116"/>
                </a:lnTo>
                <a:lnTo>
                  <a:pt x="18246" y="12116"/>
                </a:lnTo>
              </a:path>
              <a:path w="21600" h="21600">
                <a:moveTo>
                  <a:pt x="7513" y="12058"/>
                </a:moveTo>
                <a:lnTo>
                  <a:pt x="7531" y="12058"/>
                </a:lnTo>
                <a:lnTo>
                  <a:pt x="7531" y="12116"/>
                </a:lnTo>
                <a:lnTo>
                  <a:pt x="7513" y="12116"/>
                </a:lnTo>
              </a:path>
              <a:path w="21600" h="21600">
                <a:moveTo>
                  <a:pt x="15092" y="12001"/>
                </a:moveTo>
                <a:lnTo>
                  <a:pt x="15112" y="12001"/>
                </a:lnTo>
                <a:lnTo>
                  <a:pt x="15112" y="12068"/>
                </a:lnTo>
                <a:lnTo>
                  <a:pt x="15092" y="12068"/>
                </a:lnTo>
              </a:path>
              <a:path w="21600" h="21600">
                <a:moveTo>
                  <a:pt x="4360" y="12001"/>
                </a:moveTo>
                <a:lnTo>
                  <a:pt x="4380" y="12001"/>
                </a:lnTo>
                <a:lnTo>
                  <a:pt x="4380" y="12068"/>
                </a:lnTo>
                <a:lnTo>
                  <a:pt x="4360" y="12068"/>
                </a:lnTo>
              </a:path>
              <a:path w="21600" h="21600">
                <a:moveTo>
                  <a:pt x="12583" y="11961"/>
                </a:moveTo>
                <a:lnTo>
                  <a:pt x="12607" y="11961"/>
                </a:lnTo>
                <a:lnTo>
                  <a:pt x="12607" y="12041"/>
                </a:lnTo>
                <a:lnTo>
                  <a:pt x="12583" y="12041"/>
                </a:lnTo>
              </a:path>
              <a:path w="21600" h="21600">
                <a:moveTo>
                  <a:pt x="1850" y="11961"/>
                </a:moveTo>
                <a:lnTo>
                  <a:pt x="1875" y="11961"/>
                </a:lnTo>
                <a:lnTo>
                  <a:pt x="1875" y="12041"/>
                </a:lnTo>
                <a:lnTo>
                  <a:pt x="1850" y="12041"/>
                </a:lnTo>
              </a:path>
              <a:path w="21600" h="21600">
                <a:moveTo>
                  <a:pt x="12089" y="11887"/>
                </a:moveTo>
                <a:lnTo>
                  <a:pt x="12106" y="11887"/>
                </a:lnTo>
                <a:lnTo>
                  <a:pt x="12106" y="11946"/>
                </a:lnTo>
                <a:lnTo>
                  <a:pt x="12089" y="11946"/>
                </a:lnTo>
              </a:path>
              <a:path w="21600" h="21600">
                <a:moveTo>
                  <a:pt x="16317" y="11881"/>
                </a:moveTo>
                <a:lnTo>
                  <a:pt x="16334" y="11881"/>
                </a:lnTo>
                <a:lnTo>
                  <a:pt x="16334" y="11938"/>
                </a:lnTo>
                <a:lnTo>
                  <a:pt x="16317" y="11938"/>
                </a:lnTo>
              </a:path>
              <a:path w="21600" h="21600">
                <a:moveTo>
                  <a:pt x="5585" y="11881"/>
                </a:moveTo>
                <a:lnTo>
                  <a:pt x="5602" y="11881"/>
                </a:lnTo>
                <a:lnTo>
                  <a:pt x="5602" y="11938"/>
                </a:lnTo>
                <a:lnTo>
                  <a:pt x="5585" y="11938"/>
                </a:lnTo>
              </a:path>
              <a:path w="21600" h="21600">
                <a:moveTo>
                  <a:pt x="12583" y="11777"/>
                </a:moveTo>
                <a:lnTo>
                  <a:pt x="12606" y="11777"/>
                </a:lnTo>
                <a:lnTo>
                  <a:pt x="12606" y="11853"/>
                </a:lnTo>
                <a:lnTo>
                  <a:pt x="12583" y="11853"/>
                </a:lnTo>
              </a:path>
              <a:path w="21600" h="21600">
                <a:moveTo>
                  <a:pt x="1851" y="11777"/>
                </a:moveTo>
                <a:lnTo>
                  <a:pt x="1874" y="11777"/>
                </a:lnTo>
                <a:lnTo>
                  <a:pt x="1874" y="11853"/>
                </a:lnTo>
                <a:lnTo>
                  <a:pt x="1851" y="11853"/>
                </a:lnTo>
              </a:path>
              <a:path w="21600" h="21600">
                <a:moveTo>
                  <a:pt x="13377" y="11715"/>
                </a:moveTo>
                <a:lnTo>
                  <a:pt x="13396" y="11715"/>
                </a:lnTo>
                <a:lnTo>
                  <a:pt x="13396" y="11779"/>
                </a:lnTo>
                <a:lnTo>
                  <a:pt x="13377" y="11779"/>
                </a:lnTo>
              </a:path>
              <a:path w="21600" h="21600">
                <a:moveTo>
                  <a:pt x="2644" y="11715"/>
                </a:moveTo>
                <a:lnTo>
                  <a:pt x="2663" y="11715"/>
                </a:lnTo>
                <a:lnTo>
                  <a:pt x="2663" y="11779"/>
                </a:lnTo>
                <a:lnTo>
                  <a:pt x="2644" y="11779"/>
                </a:lnTo>
              </a:path>
              <a:path w="21600" h="21600">
                <a:moveTo>
                  <a:pt x="18246" y="11706"/>
                </a:moveTo>
                <a:lnTo>
                  <a:pt x="18263" y="11706"/>
                </a:lnTo>
                <a:lnTo>
                  <a:pt x="18263" y="11763"/>
                </a:lnTo>
                <a:lnTo>
                  <a:pt x="18246" y="11763"/>
                </a:lnTo>
              </a:path>
              <a:path w="21600" h="21600">
                <a:moveTo>
                  <a:pt x="7514" y="11706"/>
                </a:moveTo>
                <a:lnTo>
                  <a:pt x="7531" y="11706"/>
                </a:lnTo>
                <a:lnTo>
                  <a:pt x="7531" y="11763"/>
                </a:lnTo>
                <a:lnTo>
                  <a:pt x="7514" y="11763"/>
                </a:lnTo>
              </a:path>
              <a:path w="21600" h="21600">
                <a:moveTo>
                  <a:pt x="15093" y="11649"/>
                </a:moveTo>
                <a:lnTo>
                  <a:pt x="15112" y="11649"/>
                </a:lnTo>
                <a:lnTo>
                  <a:pt x="15112" y="11714"/>
                </a:lnTo>
                <a:lnTo>
                  <a:pt x="15093" y="11714"/>
                </a:lnTo>
              </a:path>
              <a:path w="21600" h="21600">
                <a:moveTo>
                  <a:pt x="4360" y="11649"/>
                </a:moveTo>
                <a:lnTo>
                  <a:pt x="4380" y="11649"/>
                </a:lnTo>
                <a:lnTo>
                  <a:pt x="4380" y="11714"/>
                </a:lnTo>
                <a:lnTo>
                  <a:pt x="4360" y="11714"/>
                </a:lnTo>
              </a:path>
              <a:path w="21600" h="21600">
                <a:moveTo>
                  <a:pt x="19958" y="11608"/>
                </a:moveTo>
                <a:lnTo>
                  <a:pt x="19982" y="11608"/>
                </a:lnTo>
                <a:lnTo>
                  <a:pt x="19982" y="11687"/>
                </a:lnTo>
                <a:lnTo>
                  <a:pt x="19958" y="11687"/>
                </a:lnTo>
              </a:path>
              <a:path w="21600" h="21600">
                <a:moveTo>
                  <a:pt x="9226" y="11608"/>
                </a:moveTo>
                <a:lnTo>
                  <a:pt x="9249" y="11608"/>
                </a:lnTo>
                <a:lnTo>
                  <a:pt x="9249" y="11687"/>
                </a:lnTo>
                <a:lnTo>
                  <a:pt x="9226" y="11687"/>
                </a:lnTo>
              </a:path>
              <a:path w="21600" h="21600">
                <a:moveTo>
                  <a:pt x="12584" y="11593"/>
                </a:moveTo>
                <a:lnTo>
                  <a:pt x="12606" y="11593"/>
                </a:lnTo>
                <a:lnTo>
                  <a:pt x="12606" y="11665"/>
                </a:lnTo>
                <a:lnTo>
                  <a:pt x="12584" y="11665"/>
                </a:lnTo>
              </a:path>
              <a:path w="21600" h="21600">
                <a:moveTo>
                  <a:pt x="1852" y="11593"/>
                </a:moveTo>
                <a:lnTo>
                  <a:pt x="1873" y="11593"/>
                </a:lnTo>
                <a:lnTo>
                  <a:pt x="1873" y="11665"/>
                </a:lnTo>
                <a:lnTo>
                  <a:pt x="1852" y="11665"/>
                </a:lnTo>
              </a:path>
              <a:path w="21600" h="21600">
                <a:moveTo>
                  <a:pt x="12089" y="11535"/>
                </a:moveTo>
                <a:lnTo>
                  <a:pt x="12106" y="11535"/>
                </a:lnTo>
                <a:lnTo>
                  <a:pt x="12106" y="11593"/>
                </a:lnTo>
                <a:lnTo>
                  <a:pt x="12089" y="11593"/>
                </a:lnTo>
              </a:path>
              <a:path w="21600" h="21600">
                <a:moveTo>
                  <a:pt x="16317" y="11528"/>
                </a:moveTo>
                <a:lnTo>
                  <a:pt x="16334" y="11528"/>
                </a:lnTo>
                <a:lnTo>
                  <a:pt x="16334" y="11584"/>
                </a:lnTo>
                <a:lnTo>
                  <a:pt x="16317" y="11584"/>
                </a:lnTo>
              </a:path>
              <a:path w="21600" h="21600">
                <a:moveTo>
                  <a:pt x="5585" y="11528"/>
                </a:moveTo>
                <a:lnTo>
                  <a:pt x="5602" y="11528"/>
                </a:lnTo>
                <a:lnTo>
                  <a:pt x="5602" y="11584"/>
                </a:lnTo>
                <a:lnTo>
                  <a:pt x="5585" y="11584"/>
                </a:lnTo>
              </a:path>
              <a:path w="21600" h="21600">
                <a:moveTo>
                  <a:pt x="12584" y="11408"/>
                </a:moveTo>
                <a:lnTo>
                  <a:pt x="12605" y="11408"/>
                </a:lnTo>
                <a:lnTo>
                  <a:pt x="12605" y="11477"/>
                </a:lnTo>
                <a:lnTo>
                  <a:pt x="12584" y="11477"/>
                </a:lnTo>
              </a:path>
              <a:path w="21600" h="21600">
                <a:moveTo>
                  <a:pt x="1852" y="11408"/>
                </a:moveTo>
                <a:lnTo>
                  <a:pt x="1873" y="11408"/>
                </a:lnTo>
                <a:lnTo>
                  <a:pt x="1873" y="11477"/>
                </a:lnTo>
                <a:lnTo>
                  <a:pt x="1852" y="11477"/>
                </a:lnTo>
              </a:path>
              <a:path w="21600" h="21600">
                <a:moveTo>
                  <a:pt x="13377" y="11363"/>
                </a:moveTo>
                <a:lnTo>
                  <a:pt x="13396" y="11363"/>
                </a:lnTo>
                <a:lnTo>
                  <a:pt x="13396" y="11425"/>
                </a:lnTo>
                <a:lnTo>
                  <a:pt x="13377" y="11425"/>
                </a:lnTo>
              </a:path>
              <a:path w="21600" h="21600">
                <a:moveTo>
                  <a:pt x="2644" y="11363"/>
                </a:moveTo>
                <a:lnTo>
                  <a:pt x="2663" y="11363"/>
                </a:lnTo>
                <a:lnTo>
                  <a:pt x="2663" y="11425"/>
                </a:lnTo>
                <a:lnTo>
                  <a:pt x="2644" y="11425"/>
                </a:lnTo>
              </a:path>
              <a:path w="21600" h="21600">
                <a:moveTo>
                  <a:pt x="18247" y="11354"/>
                </a:moveTo>
                <a:lnTo>
                  <a:pt x="18263" y="11354"/>
                </a:lnTo>
                <a:lnTo>
                  <a:pt x="18263" y="11408"/>
                </a:lnTo>
                <a:lnTo>
                  <a:pt x="18247" y="11408"/>
                </a:lnTo>
              </a:path>
              <a:path w="21600" h="21600">
                <a:moveTo>
                  <a:pt x="7514" y="11354"/>
                </a:moveTo>
                <a:lnTo>
                  <a:pt x="7531" y="11354"/>
                </a:lnTo>
                <a:lnTo>
                  <a:pt x="7531" y="11408"/>
                </a:lnTo>
                <a:lnTo>
                  <a:pt x="7514" y="11408"/>
                </a:lnTo>
              </a:path>
              <a:path w="21600" h="21600">
                <a:moveTo>
                  <a:pt x="15093" y="11297"/>
                </a:moveTo>
                <a:lnTo>
                  <a:pt x="15112" y="11297"/>
                </a:lnTo>
                <a:lnTo>
                  <a:pt x="15112" y="11360"/>
                </a:lnTo>
                <a:lnTo>
                  <a:pt x="15093" y="11360"/>
                </a:lnTo>
              </a:path>
              <a:path w="21600" h="21600">
                <a:moveTo>
                  <a:pt x="4360" y="11297"/>
                </a:moveTo>
                <a:lnTo>
                  <a:pt x="4380" y="11297"/>
                </a:lnTo>
                <a:lnTo>
                  <a:pt x="4380" y="11360"/>
                </a:lnTo>
                <a:lnTo>
                  <a:pt x="4360" y="11360"/>
                </a:lnTo>
              </a:path>
              <a:path w="21600" h="21600">
                <a:moveTo>
                  <a:pt x="19959" y="11256"/>
                </a:moveTo>
                <a:lnTo>
                  <a:pt x="19982" y="11256"/>
                </a:lnTo>
                <a:lnTo>
                  <a:pt x="19982" y="11333"/>
                </a:lnTo>
                <a:lnTo>
                  <a:pt x="19959" y="11333"/>
                </a:lnTo>
              </a:path>
              <a:path w="21600" h="21600">
                <a:moveTo>
                  <a:pt x="9226" y="11256"/>
                </a:moveTo>
                <a:lnTo>
                  <a:pt x="9249" y="11256"/>
                </a:lnTo>
                <a:lnTo>
                  <a:pt x="9249" y="11333"/>
                </a:lnTo>
                <a:lnTo>
                  <a:pt x="9226" y="11333"/>
                </a:lnTo>
              </a:path>
              <a:path w="21600" h="21600">
                <a:moveTo>
                  <a:pt x="12585" y="11224"/>
                </a:moveTo>
                <a:lnTo>
                  <a:pt x="12605" y="11224"/>
                </a:lnTo>
                <a:lnTo>
                  <a:pt x="12605" y="11289"/>
                </a:lnTo>
                <a:lnTo>
                  <a:pt x="12585" y="11289"/>
                </a:lnTo>
              </a:path>
              <a:path w="21600" h="21600">
                <a:moveTo>
                  <a:pt x="1853" y="11224"/>
                </a:moveTo>
                <a:lnTo>
                  <a:pt x="1872" y="11224"/>
                </a:lnTo>
                <a:lnTo>
                  <a:pt x="1872" y="11289"/>
                </a:lnTo>
                <a:lnTo>
                  <a:pt x="1853" y="11289"/>
                </a:lnTo>
              </a:path>
              <a:path w="21600" h="21600">
                <a:moveTo>
                  <a:pt x="10732" y="11190"/>
                </a:moveTo>
                <a:lnTo>
                  <a:pt x="10774" y="11190"/>
                </a:lnTo>
                <a:lnTo>
                  <a:pt x="10774" y="11330"/>
                </a:lnTo>
                <a:lnTo>
                  <a:pt x="10732" y="11330"/>
                </a:lnTo>
              </a:path>
              <a:path w="21600" h="21600">
                <a:moveTo>
                  <a:pt x="0" y="11190"/>
                </a:moveTo>
                <a:lnTo>
                  <a:pt x="42" y="11190"/>
                </a:lnTo>
                <a:lnTo>
                  <a:pt x="42" y="11330"/>
                </a:lnTo>
                <a:lnTo>
                  <a:pt x="0" y="11330"/>
                </a:lnTo>
              </a:path>
              <a:path w="21600" h="21600">
                <a:moveTo>
                  <a:pt x="12089" y="11182"/>
                </a:moveTo>
                <a:lnTo>
                  <a:pt x="12106" y="11182"/>
                </a:lnTo>
                <a:lnTo>
                  <a:pt x="12106" y="11239"/>
                </a:lnTo>
                <a:lnTo>
                  <a:pt x="12089" y="11239"/>
                </a:lnTo>
              </a:path>
              <a:path w="21600" h="21600">
                <a:moveTo>
                  <a:pt x="16318" y="11175"/>
                </a:moveTo>
                <a:lnTo>
                  <a:pt x="16334" y="11175"/>
                </a:lnTo>
                <a:lnTo>
                  <a:pt x="16334" y="11230"/>
                </a:lnTo>
                <a:lnTo>
                  <a:pt x="16318" y="11230"/>
                </a:lnTo>
              </a:path>
              <a:path w="21600" h="21600">
                <a:moveTo>
                  <a:pt x="5585" y="11175"/>
                </a:moveTo>
                <a:lnTo>
                  <a:pt x="5602" y="11175"/>
                </a:lnTo>
                <a:lnTo>
                  <a:pt x="5602" y="11230"/>
                </a:lnTo>
                <a:lnTo>
                  <a:pt x="5585" y="11230"/>
                </a:lnTo>
              </a:path>
              <a:path w="21600" h="21600">
                <a:moveTo>
                  <a:pt x="12586" y="11040"/>
                </a:moveTo>
                <a:lnTo>
                  <a:pt x="12604" y="11040"/>
                </a:lnTo>
                <a:lnTo>
                  <a:pt x="12604" y="11101"/>
                </a:lnTo>
                <a:lnTo>
                  <a:pt x="12586" y="11101"/>
                </a:lnTo>
              </a:path>
              <a:path w="21600" h="21600">
                <a:moveTo>
                  <a:pt x="1853" y="11040"/>
                </a:moveTo>
                <a:lnTo>
                  <a:pt x="1872" y="11040"/>
                </a:lnTo>
                <a:lnTo>
                  <a:pt x="1872" y="11101"/>
                </a:lnTo>
                <a:lnTo>
                  <a:pt x="1853" y="11101"/>
                </a:lnTo>
              </a:path>
              <a:path w="21600" h="21600">
                <a:moveTo>
                  <a:pt x="13377" y="11010"/>
                </a:moveTo>
                <a:lnTo>
                  <a:pt x="13395" y="11010"/>
                </a:lnTo>
                <a:lnTo>
                  <a:pt x="13395" y="11071"/>
                </a:lnTo>
                <a:lnTo>
                  <a:pt x="13377" y="11071"/>
                </a:lnTo>
              </a:path>
              <a:path w="21600" h="21600">
                <a:moveTo>
                  <a:pt x="2645" y="11010"/>
                </a:moveTo>
                <a:lnTo>
                  <a:pt x="2663" y="11010"/>
                </a:lnTo>
                <a:lnTo>
                  <a:pt x="2663" y="11071"/>
                </a:lnTo>
                <a:lnTo>
                  <a:pt x="2645" y="11071"/>
                </a:lnTo>
              </a:path>
              <a:path w="21600" h="21600">
                <a:moveTo>
                  <a:pt x="10733" y="11006"/>
                </a:moveTo>
                <a:lnTo>
                  <a:pt x="10773" y="11006"/>
                </a:lnTo>
                <a:lnTo>
                  <a:pt x="10773" y="11142"/>
                </a:lnTo>
                <a:lnTo>
                  <a:pt x="10733" y="11142"/>
                </a:lnTo>
              </a:path>
              <a:path w="21600" h="21600">
                <a:moveTo>
                  <a:pt x="0" y="11006"/>
                </a:moveTo>
                <a:lnTo>
                  <a:pt x="41" y="11006"/>
                </a:lnTo>
                <a:lnTo>
                  <a:pt x="41" y="11142"/>
                </a:lnTo>
                <a:lnTo>
                  <a:pt x="0" y="11142"/>
                </a:lnTo>
              </a:path>
              <a:path w="21600" h="21600">
                <a:moveTo>
                  <a:pt x="18247" y="11001"/>
                </a:moveTo>
                <a:lnTo>
                  <a:pt x="18263" y="11001"/>
                </a:lnTo>
                <a:lnTo>
                  <a:pt x="18263" y="11054"/>
                </a:lnTo>
                <a:lnTo>
                  <a:pt x="18247" y="11054"/>
                </a:lnTo>
              </a:path>
              <a:path w="21600" h="21600">
                <a:moveTo>
                  <a:pt x="7514" y="11001"/>
                </a:moveTo>
                <a:lnTo>
                  <a:pt x="7530" y="11001"/>
                </a:lnTo>
                <a:lnTo>
                  <a:pt x="7530" y="11054"/>
                </a:lnTo>
                <a:lnTo>
                  <a:pt x="7514" y="11054"/>
                </a:lnTo>
              </a:path>
              <a:path w="21600" h="21600">
                <a:moveTo>
                  <a:pt x="15093" y="10944"/>
                </a:moveTo>
                <a:lnTo>
                  <a:pt x="15112" y="10944"/>
                </a:lnTo>
                <a:lnTo>
                  <a:pt x="15112" y="11006"/>
                </a:lnTo>
                <a:lnTo>
                  <a:pt x="15093" y="11006"/>
                </a:lnTo>
              </a:path>
              <a:path w="21600" h="21600">
                <a:moveTo>
                  <a:pt x="4361" y="10944"/>
                </a:moveTo>
                <a:lnTo>
                  <a:pt x="4379" y="10944"/>
                </a:lnTo>
                <a:lnTo>
                  <a:pt x="4379" y="11006"/>
                </a:lnTo>
                <a:lnTo>
                  <a:pt x="4361" y="11006"/>
                </a:lnTo>
              </a:path>
              <a:path w="21600" h="21600">
                <a:moveTo>
                  <a:pt x="11311" y="10926"/>
                </a:moveTo>
                <a:lnTo>
                  <a:pt x="11335" y="10926"/>
                </a:lnTo>
                <a:lnTo>
                  <a:pt x="11335" y="11004"/>
                </a:lnTo>
                <a:lnTo>
                  <a:pt x="11311" y="11004"/>
                </a:lnTo>
              </a:path>
              <a:path w="21600" h="21600">
                <a:moveTo>
                  <a:pt x="19959" y="10903"/>
                </a:moveTo>
                <a:lnTo>
                  <a:pt x="19982" y="10903"/>
                </a:lnTo>
                <a:lnTo>
                  <a:pt x="19982" y="10979"/>
                </a:lnTo>
                <a:lnTo>
                  <a:pt x="19959" y="10979"/>
                </a:lnTo>
              </a:path>
              <a:path w="21600" h="21600">
                <a:moveTo>
                  <a:pt x="9226" y="10903"/>
                </a:moveTo>
                <a:lnTo>
                  <a:pt x="9249" y="10903"/>
                </a:lnTo>
                <a:lnTo>
                  <a:pt x="9249" y="10979"/>
                </a:lnTo>
                <a:lnTo>
                  <a:pt x="9226" y="10979"/>
                </a:lnTo>
              </a:path>
              <a:path w="21600" h="21600">
                <a:moveTo>
                  <a:pt x="12586" y="10856"/>
                </a:moveTo>
                <a:lnTo>
                  <a:pt x="12603" y="10856"/>
                </a:lnTo>
                <a:lnTo>
                  <a:pt x="12603" y="10913"/>
                </a:lnTo>
                <a:lnTo>
                  <a:pt x="12586" y="10913"/>
                </a:lnTo>
              </a:path>
              <a:path w="21600" h="21600">
                <a:moveTo>
                  <a:pt x="1854" y="10856"/>
                </a:moveTo>
                <a:lnTo>
                  <a:pt x="1871" y="10856"/>
                </a:lnTo>
                <a:lnTo>
                  <a:pt x="1871" y="10913"/>
                </a:lnTo>
                <a:lnTo>
                  <a:pt x="1854" y="10913"/>
                </a:lnTo>
              </a:path>
              <a:path w="21600" h="21600">
                <a:moveTo>
                  <a:pt x="12089" y="10830"/>
                </a:moveTo>
                <a:lnTo>
                  <a:pt x="12106" y="10830"/>
                </a:lnTo>
                <a:lnTo>
                  <a:pt x="12106" y="10885"/>
                </a:lnTo>
                <a:lnTo>
                  <a:pt x="12089" y="10885"/>
                </a:lnTo>
              </a:path>
              <a:path w="21600" h="21600">
                <a:moveTo>
                  <a:pt x="16318" y="10823"/>
                </a:moveTo>
                <a:lnTo>
                  <a:pt x="16334" y="10823"/>
                </a:lnTo>
                <a:lnTo>
                  <a:pt x="16334" y="10877"/>
                </a:lnTo>
                <a:lnTo>
                  <a:pt x="16318" y="10877"/>
                </a:lnTo>
              </a:path>
              <a:path w="21600" h="21600">
                <a:moveTo>
                  <a:pt x="5585" y="10823"/>
                </a:moveTo>
                <a:lnTo>
                  <a:pt x="5601" y="10823"/>
                </a:lnTo>
                <a:lnTo>
                  <a:pt x="5601" y="10877"/>
                </a:lnTo>
                <a:lnTo>
                  <a:pt x="5585" y="10877"/>
                </a:lnTo>
              </a:path>
              <a:path w="21600" h="21600">
                <a:moveTo>
                  <a:pt x="10733" y="10822"/>
                </a:moveTo>
                <a:lnTo>
                  <a:pt x="10773" y="10822"/>
                </a:lnTo>
                <a:lnTo>
                  <a:pt x="10773" y="10954"/>
                </a:lnTo>
                <a:lnTo>
                  <a:pt x="10733" y="10954"/>
                </a:lnTo>
              </a:path>
              <a:path w="21600" h="21600">
                <a:moveTo>
                  <a:pt x="1" y="10822"/>
                </a:moveTo>
                <a:lnTo>
                  <a:pt x="40" y="10822"/>
                </a:lnTo>
                <a:lnTo>
                  <a:pt x="40" y="10954"/>
                </a:lnTo>
                <a:lnTo>
                  <a:pt x="1" y="10954"/>
                </a:lnTo>
              </a:path>
              <a:path w="21600" h="21600">
                <a:moveTo>
                  <a:pt x="12587" y="10672"/>
                </a:moveTo>
                <a:lnTo>
                  <a:pt x="12603" y="10672"/>
                </a:lnTo>
                <a:lnTo>
                  <a:pt x="12603" y="10724"/>
                </a:lnTo>
                <a:lnTo>
                  <a:pt x="12587" y="10724"/>
                </a:lnTo>
              </a:path>
              <a:path w="21600" h="21600">
                <a:moveTo>
                  <a:pt x="1854" y="10672"/>
                </a:moveTo>
                <a:lnTo>
                  <a:pt x="1870" y="10672"/>
                </a:lnTo>
                <a:lnTo>
                  <a:pt x="1870" y="10724"/>
                </a:lnTo>
                <a:lnTo>
                  <a:pt x="1854" y="10724"/>
                </a:lnTo>
              </a:path>
              <a:path w="21600" h="21600">
                <a:moveTo>
                  <a:pt x="13377" y="10658"/>
                </a:moveTo>
                <a:lnTo>
                  <a:pt x="13395" y="10658"/>
                </a:lnTo>
                <a:lnTo>
                  <a:pt x="13395" y="10717"/>
                </a:lnTo>
                <a:lnTo>
                  <a:pt x="13377" y="10717"/>
                </a:lnTo>
              </a:path>
              <a:path w="21600" h="21600">
                <a:moveTo>
                  <a:pt x="2645" y="10658"/>
                </a:moveTo>
                <a:lnTo>
                  <a:pt x="2663" y="10658"/>
                </a:lnTo>
                <a:lnTo>
                  <a:pt x="2663" y="10717"/>
                </a:lnTo>
                <a:lnTo>
                  <a:pt x="2645" y="10717"/>
                </a:lnTo>
              </a:path>
              <a:path w="21600" h="21600">
                <a:moveTo>
                  <a:pt x="18247" y="10649"/>
                </a:moveTo>
                <a:lnTo>
                  <a:pt x="18263" y="10649"/>
                </a:lnTo>
                <a:lnTo>
                  <a:pt x="18263" y="10701"/>
                </a:lnTo>
                <a:lnTo>
                  <a:pt x="18247" y="10701"/>
                </a:lnTo>
              </a:path>
              <a:path w="21600" h="21600">
                <a:moveTo>
                  <a:pt x="7514" y="10649"/>
                </a:moveTo>
                <a:lnTo>
                  <a:pt x="7530" y="10649"/>
                </a:lnTo>
                <a:lnTo>
                  <a:pt x="7530" y="10701"/>
                </a:lnTo>
                <a:lnTo>
                  <a:pt x="7514" y="10701"/>
                </a:lnTo>
              </a:path>
              <a:path w="21600" h="21600">
                <a:moveTo>
                  <a:pt x="10734" y="10638"/>
                </a:moveTo>
                <a:lnTo>
                  <a:pt x="10772" y="10638"/>
                </a:lnTo>
                <a:lnTo>
                  <a:pt x="10772" y="10766"/>
                </a:lnTo>
                <a:lnTo>
                  <a:pt x="10734" y="10766"/>
                </a:lnTo>
              </a:path>
              <a:path w="21600" h="21600">
                <a:moveTo>
                  <a:pt x="1" y="10638"/>
                </a:moveTo>
                <a:lnTo>
                  <a:pt x="40" y="10638"/>
                </a:lnTo>
                <a:lnTo>
                  <a:pt x="40" y="10766"/>
                </a:lnTo>
                <a:lnTo>
                  <a:pt x="1" y="10766"/>
                </a:lnTo>
              </a:path>
              <a:path w="21600" h="21600">
                <a:moveTo>
                  <a:pt x="15093" y="10592"/>
                </a:moveTo>
                <a:lnTo>
                  <a:pt x="15112" y="10592"/>
                </a:lnTo>
                <a:lnTo>
                  <a:pt x="15112" y="10652"/>
                </a:lnTo>
                <a:lnTo>
                  <a:pt x="15093" y="10652"/>
                </a:lnTo>
              </a:path>
              <a:path w="21600" h="21600">
                <a:moveTo>
                  <a:pt x="4361" y="10592"/>
                </a:moveTo>
                <a:lnTo>
                  <a:pt x="4379" y="10592"/>
                </a:lnTo>
                <a:lnTo>
                  <a:pt x="4379" y="10652"/>
                </a:lnTo>
                <a:lnTo>
                  <a:pt x="4361" y="10652"/>
                </a:lnTo>
              </a:path>
              <a:path w="21600" h="21600">
                <a:moveTo>
                  <a:pt x="11311" y="10573"/>
                </a:moveTo>
                <a:lnTo>
                  <a:pt x="11334" y="10573"/>
                </a:lnTo>
                <a:lnTo>
                  <a:pt x="11334" y="10650"/>
                </a:lnTo>
                <a:lnTo>
                  <a:pt x="11311" y="10650"/>
                </a:lnTo>
              </a:path>
              <a:path w="21600" h="21600">
                <a:moveTo>
                  <a:pt x="19959" y="10551"/>
                </a:moveTo>
                <a:lnTo>
                  <a:pt x="19981" y="10551"/>
                </a:lnTo>
                <a:lnTo>
                  <a:pt x="19981" y="10625"/>
                </a:lnTo>
                <a:lnTo>
                  <a:pt x="19959" y="10625"/>
                </a:lnTo>
              </a:path>
              <a:path w="21600" h="21600">
                <a:moveTo>
                  <a:pt x="9226" y="10551"/>
                </a:moveTo>
                <a:lnTo>
                  <a:pt x="9249" y="10551"/>
                </a:lnTo>
                <a:lnTo>
                  <a:pt x="9249" y="10625"/>
                </a:lnTo>
                <a:lnTo>
                  <a:pt x="9226" y="10625"/>
                </a:lnTo>
              </a:path>
              <a:path w="21600" h="21600">
                <a:moveTo>
                  <a:pt x="12588" y="10488"/>
                </a:moveTo>
                <a:lnTo>
                  <a:pt x="12602" y="10488"/>
                </a:lnTo>
                <a:lnTo>
                  <a:pt x="12602" y="10536"/>
                </a:lnTo>
                <a:lnTo>
                  <a:pt x="12588" y="10536"/>
                </a:lnTo>
              </a:path>
              <a:path w="21600" h="21600">
                <a:moveTo>
                  <a:pt x="1855" y="10488"/>
                </a:moveTo>
                <a:lnTo>
                  <a:pt x="1870" y="10488"/>
                </a:lnTo>
                <a:lnTo>
                  <a:pt x="1870" y="10536"/>
                </a:lnTo>
                <a:lnTo>
                  <a:pt x="1855" y="10536"/>
                </a:lnTo>
              </a:path>
              <a:path w="21600" h="21600">
                <a:moveTo>
                  <a:pt x="12089" y="10477"/>
                </a:moveTo>
                <a:lnTo>
                  <a:pt x="12106" y="10477"/>
                </a:lnTo>
                <a:lnTo>
                  <a:pt x="12106" y="10531"/>
                </a:lnTo>
                <a:lnTo>
                  <a:pt x="12089" y="10531"/>
                </a:lnTo>
              </a:path>
              <a:path w="21600" h="21600">
                <a:moveTo>
                  <a:pt x="16318" y="10471"/>
                </a:moveTo>
                <a:lnTo>
                  <a:pt x="16334" y="10471"/>
                </a:lnTo>
                <a:lnTo>
                  <a:pt x="16334" y="10523"/>
                </a:lnTo>
                <a:lnTo>
                  <a:pt x="16318" y="10523"/>
                </a:lnTo>
              </a:path>
              <a:path w="21600" h="21600">
                <a:moveTo>
                  <a:pt x="5586" y="10471"/>
                </a:moveTo>
                <a:lnTo>
                  <a:pt x="5601" y="10471"/>
                </a:lnTo>
                <a:lnTo>
                  <a:pt x="5601" y="10523"/>
                </a:lnTo>
                <a:lnTo>
                  <a:pt x="5586" y="10523"/>
                </a:lnTo>
              </a:path>
              <a:path w="21600" h="21600">
                <a:moveTo>
                  <a:pt x="10734" y="10454"/>
                </a:moveTo>
                <a:lnTo>
                  <a:pt x="10772" y="10454"/>
                </a:lnTo>
                <a:lnTo>
                  <a:pt x="10772" y="10578"/>
                </a:lnTo>
                <a:lnTo>
                  <a:pt x="10734" y="10578"/>
                </a:lnTo>
              </a:path>
              <a:path w="21600" h="21600">
                <a:moveTo>
                  <a:pt x="2" y="10454"/>
                </a:moveTo>
                <a:lnTo>
                  <a:pt x="39" y="10454"/>
                </a:lnTo>
                <a:lnTo>
                  <a:pt x="39" y="10578"/>
                </a:lnTo>
                <a:lnTo>
                  <a:pt x="2" y="10578"/>
                </a:lnTo>
              </a:path>
              <a:path w="21600" h="21600">
                <a:moveTo>
                  <a:pt x="13377" y="10305"/>
                </a:moveTo>
                <a:lnTo>
                  <a:pt x="13395" y="10305"/>
                </a:lnTo>
                <a:lnTo>
                  <a:pt x="13395" y="10363"/>
                </a:lnTo>
                <a:lnTo>
                  <a:pt x="13377" y="10363"/>
                </a:lnTo>
              </a:path>
              <a:path w="21600" h="21600">
                <a:moveTo>
                  <a:pt x="2645" y="10305"/>
                </a:moveTo>
                <a:lnTo>
                  <a:pt x="2662" y="10305"/>
                </a:lnTo>
                <a:lnTo>
                  <a:pt x="2662" y="10363"/>
                </a:lnTo>
                <a:lnTo>
                  <a:pt x="2645" y="10363"/>
                </a:lnTo>
              </a:path>
              <a:path w="21600" h="21600">
                <a:moveTo>
                  <a:pt x="12588" y="10303"/>
                </a:moveTo>
                <a:lnTo>
                  <a:pt x="12602" y="10303"/>
                </a:lnTo>
                <a:lnTo>
                  <a:pt x="12602" y="10348"/>
                </a:lnTo>
                <a:lnTo>
                  <a:pt x="12588" y="10348"/>
                </a:lnTo>
              </a:path>
              <a:path w="21600" h="21600">
                <a:moveTo>
                  <a:pt x="1856" y="10303"/>
                </a:moveTo>
                <a:lnTo>
                  <a:pt x="1869" y="10303"/>
                </a:lnTo>
                <a:lnTo>
                  <a:pt x="1869" y="10348"/>
                </a:lnTo>
                <a:lnTo>
                  <a:pt x="1856" y="10348"/>
                </a:lnTo>
              </a:path>
              <a:path w="21600" h="21600">
                <a:moveTo>
                  <a:pt x="18247" y="10296"/>
                </a:moveTo>
                <a:lnTo>
                  <a:pt x="18262" y="10296"/>
                </a:lnTo>
                <a:lnTo>
                  <a:pt x="18262" y="10347"/>
                </a:lnTo>
                <a:lnTo>
                  <a:pt x="18247" y="10347"/>
                </a:lnTo>
              </a:path>
              <a:path w="21600" h="21600">
                <a:moveTo>
                  <a:pt x="7515" y="10296"/>
                </a:moveTo>
                <a:lnTo>
                  <a:pt x="7530" y="10296"/>
                </a:lnTo>
                <a:lnTo>
                  <a:pt x="7530" y="10347"/>
                </a:lnTo>
                <a:lnTo>
                  <a:pt x="7515" y="10347"/>
                </a:lnTo>
              </a:path>
              <a:path w="21600" h="21600">
                <a:moveTo>
                  <a:pt x="10735" y="10269"/>
                </a:moveTo>
                <a:lnTo>
                  <a:pt x="10771" y="10269"/>
                </a:lnTo>
                <a:lnTo>
                  <a:pt x="10771" y="10389"/>
                </a:lnTo>
                <a:lnTo>
                  <a:pt x="10735" y="10389"/>
                </a:lnTo>
              </a:path>
              <a:path w="21600" h="21600">
                <a:moveTo>
                  <a:pt x="2" y="10269"/>
                </a:moveTo>
                <a:lnTo>
                  <a:pt x="39" y="10269"/>
                </a:lnTo>
                <a:lnTo>
                  <a:pt x="39" y="10389"/>
                </a:lnTo>
                <a:lnTo>
                  <a:pt x="2" y="10389"/>
                </a:lnTo>
              </a:path>
              <a:path w="21600" h="21600">
                <a:moveTo>
                  <a:pt x="15093" y="10239"/>
                </a:moveTo>
                <a:lnTo>
                  <a:pt x="15111" y="10239"/>
                </a:lnTo>
                <a:lnTo>
                  <a:pt x="15111" y="10298"/>
                </a:lnTo>
                <a:lnTo>
                  <a:pt x="15093" y="10298"/>
                </a:lnTo>
              </a:path>
              <a:path w="21600" h="21600">
                <a:moveTo>
                  <a:pt x="4361" y="10239"/>
                </a:moveTo>
                <a:lnTo>
                  <a:pt x="4379" y="10239"/>
                </a:lnTo>
                <a:lnTo>
                  <a:pt x="4379" y="10298"/>
                </a:lnTo>
                <a:lnTo>
                  <a:pt x="4361" y="10298"/>
                </a:lnTo>
              </a:path>
              <a:path w="21600" h="21600">
                <a:moveTo>
                  <a:pt x="11311" y="10221"/>
                </a:moveTo>
                <a:lnTo>
                  <a:pt x="11334" y="10221"/>
                </a:lnTo>
                <a:lnTo>
                  <a:pt x="11334" y="10297"/>
                </a:lnTo>
                <a:lnTo>
                  <a:pt x="11311" y="10297"/>
                </a:lnTo>
              </a:path>
              <a:path w="21600" h="21600">
                <a:moveTo>
                  <a:pt x="19959" y="10198"/>
                </a:moveTo>
                <a:lnTo>
                  <a:pt x="19981" y="10198"/>
                </a:lnTo>
                <a:lnTo>
                  <a:pt x="19981" y="10271"/>
                </a:lnTo>
                <a:lnTo>
                  <a:pt x="19959" y="10271"/>
                </a:lnTo>
              </a:path>
              <a:path w="21600" h="21600">
                <a:moveTo>
                  <a:pt x="9227" y="10198"/>
                </a:moveTo>
                <a:lnTo>
                  <a:pt x="9249" y="10198"/>
                </a:lnTo>
                <a:lnTo>
                  <a:pt x="9249" y="10271"/>
                </a:lnTo>
                <a:lnTo>
                  <a:pt x="9227" y="10271"/>
                </a:lnTo>
              </a:path>
              <a:path w="21600" h="21600">
                <a:moveTo>
                  <a:pt x="12090" y="10125"/>
                </a:moveTo>
                <a:lnTo>
                  <a:pt x="12105" y="10125"/>
                </a:lnTo>
                <a:lnTo>
                  <a:pt x="12105" y="10177"/>
                </a:lnTo>
                <a:lnTo>
                  <a:pt x="12090" y="10177"/>
                </a:lnTo>
              </a:path>
              <a:path w="21600" h="21600">
                <a:moveTo>
                  <a:pt x="12589" y="10119"/>
                </a:moveTo>
                <a:lnTo>
                  <a:pt x="12601" y="10119"/>
                </a:lnTo>
                <a:lnTo>
                  <a:pt x="12601" y="10160"/>
                </a:lnTo>
                <a:lnTo>
                  <a:pt x="12589" y="10160"/>
                </a:lnTo>
              </a:path>
              <a:path w="21600" h="21600">
                <a:moveTo>
                  <a:pt x="1856" y="10119"/>
                </a:moveTo>
                <a:lnTo>
                  <a:pt x="1869" y="10119"/>
                </a:lnTo>
                <a:lnTo>
                  <a:pt x="1869" y="10160"/>
                </a:lnTo>
                <a:lnTo>
                  <a:pt x="1856" y="10160"/>
                </a:lnTo>
              </a:path>
              <a:path w="21600" h="21600">
                <a:moveTo>
                  <a:pt x="16318" y="10118"/>
                </a:moveTo>
                <a:lnTo>
                  <a:pt x="16333" y="10118"/>
                </a:lnTo>
                <a:lnTo>
                  <a:pt x="16333" y="10169"/>
                </a:lnTo>
                <a:lnTo>
                  <a:pt x="16318" y="10169"/>
                </a:lnTo>
              </a:path>
              <a:path w="21600" h="21600">
                <a:moveTo>
                  <a:pt x="5586" y="10118"/>
                </a:moveTo>
                <a:lnTo>
                  <a:pt x="5601" y="10118"/>
                </a:lnTo>
                <a:lnTo>
                  <a:pt x="5601" y="10169"/>
                </a:lnTo>
                <a:lnTo>
                  <a:pt x="5586" y="10169"/>
                </a:lnTo>
              </a:path>
              <a:path w="21600" h="21600">
                <a:moveTo>
                  <a:pt x="10735" y="10085"/>
                </a:moveTo>
                <a:lnTo>
                  <a:pt x="10770" y="10085"/>
                </a:lnTo>
                <a:lnTo>
                  <a:pt x="10770" y="10201"/>
                </a:lnTo>
                <a:lnTo>
                  <a:pt x="10735" y="10201"/>
                </a:lnTo>
              </a:path>
              <a:path w="21600" h="21600">
                <a:moveTo>
                  <a:pt x="3" y="10085"/>
                </a:moveTo>
                <a:lnTo>
                  <a:pt x="38" y="10085"/>
                </a:lnTo>
                <a:lnTo>
                  <a:pt x="38" y="10201"/>
                </a:lnTo>
                <a:lnTo>
                  <a:pt x="3" y="10201"/>
                </a:lnTo>
              </a:path>
              <a:path w="21600" h="21600">
                <a:moveTo>
                  <a:pt x="13378" y="9953"/>
                </a:moveTo>
                <a:lnTo>
                  <a:pt x="13395" y="9953"/>
                </a:lnTo>
                <a:lnTo>
                  <a:pt x="13395" y="10009"/>
                </a:lnTo>
                <a:lnTo>
                  <a:pt x="13378" y="10009"/>
                </a:lnTo>
              </a:path>
              <a:path w="21600" h="21600">
                <a:moveTo>
                  <a:pt x="2645" y="9953"/>
                </a:moveTo>
                <a:lnTo>
                  <a:pt x="2662" y="9953"/>
                </a:lnTo>
                <a:lnTo>
                  <a:pt x="2662" y="10009"/>
                </a:lnTo>
                <a:lnTo>
                  <a:pt x="2645" y="10009"/>
                </a:lnTo>
              </a:path>
              <a:path w="21600" h="21600">
                <a:moveTo>
                  <a:pt x="18247" y="9944"/>
                </a:moveTo>
                <a:lnTo>
                  <a:pt x="18262" y="9944"/>
                </a:lnTo>
                <a:lnTo>
                  <a:pt x="18262" y="9993"/>
                </a:lnTo>
                <a:lnTo>
                  <a:pt x="18247" y="9993"/>
                </a:lnTo>
              </a:path>
              <a:path w="21600" h="21600">
                <a:moveTo>
                  <a:pt x="7515" y="9944"/>
                </a:moveTo>
                <a:lnTo>
                  <a:pt x="7530" y="9944"/>
                </a:lnTo>
                <a:lnTo>
                  <a:pt x="7530" y="9993"/>
                </a:lnTo>
                <a:lnTo>
                  <a:pt x="7515" y="9993"/>
                </a:lnTo>
              </a:path>
              <a:path w="21600" h="21600">
                <a:moveTo>
                  <a:pt x="12589" y="9935"/>
                </a:moveTo>
                <a:lnTo>
                  <a:pt x="12600" y="9935"/>
                </a:lnTo>
                <a:lnTo>
                  <a:pt x="12600" y="9972"/>
                </a:lnTo>
                <a:lnTo>
                  <a:pt x="12589" y="9972"/>
                </a:lnTo>
              </a:path>
              <a:path w="21600" h="21600">
                <a:moveTo>
                  <a:pt x="1857" y="9935"/>
                </a:moveTo>
                <a:lnTo>
                  <a:pt x="1868" y="9935"/>
                </a:lnTo>
                <a:lnTo>
                  <a:pt x="1868" y="9972"/>
                </a:lnTo>
                <a:lnTo>
                  <a:pt x="1857" y="9972"/>
                </a:lnTo>
              </a:path>
              <a:path w="21600" h="21600">
                <a:moveTo>
                  <a:pt x="10736" y="9901"/>
                </a:moveTo>
                <a:lnTo>
                  <a:pt x="10770" y="9901"/>
                </a:lnTo>
                <a:lnTo>
                  <a:pt x="10770" y="10013"/>
                </a:lnTo>
                <a:lnTo>
                  <a:pt x="10736" y="10013"/>
                </a:lnTo>
              </a:path>
              <a:path w="21600" h="21600">
                <a:moveTo>
                  <a:pt x="4" y="9901"/>
                </a:moveTo>
                <a:lnTo>
                  <a:pt x="37" y="9901"/>
                </a:lnTo>
                <a:lnTo>
                  <a:pt x="37" y="10013"/>
                </a:lnTo>
                <a:lnTo>
                  <a:pt x="4" y="10013"/>
                </a:lnTo>
              </a:path>
              <a:path w="21600" h="21600">
                <a:moveTo>
                  <a:pt x="15094" y="9887"/>
                </a:moveTo>
                <a:lnTo>
                  <a:pt x="15111" y="9887"/>
                </a:lnTo>
                <a:lnTo>
                  <a:pt x="15111" y="9945"/>
                </a:lnTo>
                <a:lnTo>
                  <a:pt x="15094" y="9945"/>
                </a:lnTo>
              </a:path>
              <a:path w="21600" h="21600">
                <a:moveTo>
                  <a:pt x="4361" y="9887"/>
                </a:moveTo>
                <a:lnTo>
                  <a:pt x="4379" y="9887"/>
                </a:lnTo>
                <a:lnTo>
                  <a:pt x="4379" y="9945"/>
                </a:lnTo>
                <a:lnTo>
                  <a:pt x="4361" y="9945"/>
                </a:lnTo>
              </a:path>
              <a:path w="21600" h="21600">
                <a:moveTo>
                  <a:pt x="11312" y="9868"/>
                </a:moveTo>
                <a:lnTo>
                  <a:pt x="11334" y="9868"/>
                </a:lnTo>
                <a:lnTo>
                  <a:pt x="11334" y="9943"/>
                </a:lnTo>
                <a:lnTo>
                  <a:pt x="11312" y="9943"/>
                </a:lnTo>
              </a:path>
              <a:path w="21600" h="21600">
                <a:moveTo>
                  <a:pt x="19959" y="9846"/>
                </a:moveTo>
                <a:lnTo>
                  <a:pt x="19981" y="9846"/>
                </a:lnTo>
                <a:lnTo>
                  <a:pt x="19981" y="9917"/>
                </a:lnTo>
                <a:lnTo>
                  <a:pt x="19959" y="9917"/>
                </a:lnTo>
              </a:path>
              <a:path w="21600" h="21600">
                <a:moveTo>
                  <a:pt x="9227" y="9846"/>
                </a:moveTo>
                <a:lnTo>
                  <a:pt x="9248" y="9846"/>
                </a:lnTo>
                <a:lnTo>
                  <a:pt x="9248" y="9917"/>
                </a:lnTo>
                <a:lnTo>
                  <a:pt x="9227" y="9917"/>
                </a:lnTo>
              </a:path>
              <a:path w="21600" h="21600">
                <a:moveTo>
                  <a:pt x="12090" y="9772"/>
                </a:moveTo>
                <a:lnTo>
                  <a:pt x="12105" y="9772"/>
                </a:lnTo>
                <a:lnTo>
                  <a:pt x="12105" y="9823"/>
                </a:lnTo>
                <a:lnTo>
                  <a:pt x="12090" y="9823"/>
                </a:lnTo>
              </a:path>
              <a:path w="21600" h="21600">
                <a:moveTo>
                  <a:pt x="16318" y="9766"/>
                </a:moveTo>
                <a:lnTo>
                  <a:pt x="16333" y="9766"/>
                </a:lnTo>
                <a:lnTo>
                  <a:pt x="16333" y="9815"/>
                </a:lnTo>
                <a:lnTo>
                  <a:pt x="16318" y="9815"/>
                </a:lnTo>
              </a:path>
              <a:path w="21600" h="21600">
                <a:moveTo>
                  <a:pt x="5586" y="9766"/>
                </a:moveTo>
                <a:lnTo>
                  <a:pt x="5601" y="9766"/>
                </a:lnTo>
                <a:lnTo>
                  <a:pt x="5601" y="9815"/>
                </a:lnTo>
                <a:lnTo>
                  <a:pt x="5586" y="9815"/>
                </a:lnTo>
              </a:path>
              <a:path w="21600" h="21600">
                <a:moveTo>
                  <a:pt x="12590" y="9751"/>
                </a:moveTo>
                <a:lnTo>
                  <a:pt x="12600" y="9751"/>
                </a:lnTo>
                <a:lnTo>
                  <a:pt x="12600" y="9784"/>
                </a:lnTo>
                <a:lnTo>
                  <a:pt x="12590" y="9784"/>
                </a:lnTo>
              </a:path>
              <a:path w="21600" h="21600">
                <a:moveTo>
                  <a:pt x="1857" y="9751"/>
                </a:moveTo>
                <a:lnTo>
                  <a:pt x="1867" y="9751"/>
                </a:lnTo>
                <a:lnTo>
                  <a:pt x="1867" y="9784"/>
                </a:lnTo>
                <a:lnTo>
                  <a:pt x="1857" y="9784"/>
                </a:lnTo>
              </a:path>
              <a:path w="21600" h="21600">
                <a:moveTo>
                  <a:pt x="10737" y="9717"/>
                </a:moveTo>
                <a:lnTo>
                  <a:pt x="10769" y="9717"/>
                </a:lnTo>
                <a:lnTo>
                  <a:pt x="10769" y="9825"/>
                </a:lnTo>
                <a:lnTo>
                  <a:pt x="10737" y="9825"/>
                </a:lnTo>
              </a:path>
              <a:path w="21600" h="21600">
                <a:moveTo>
                  <a:pt x="4" y="9717"/>
                </a:moveTo>
                <a:lnTo>
                  <a:pt x="37" y="9717"/>
                </a:lnTo>
                <a:lnTo>
                  <a:pt x="37" y="9825"/>
                </a:lnTo>
                <a:lnTo>
                  <a:pt x="4" y="9825"/>
                </a:lnTo>
              </a:path>
              <a:path w="21600" h="21600">
                <a:moveTo>
                  <a:pt x="13378" y="9600"/>
                </a:moveTo>
                <a:lnTo>
                  <a:pt x="13394" y="9600"/>
                </a:lnTo>
                <a:lnTo>
                  <a:pt x="13394" y="9655"/>
                </a:lnTo>
                <a:lnTo>
                  <a:pt x="13378" y="9655"/>
                </a:lnTo>
              </a:path>
              <a:path w="21600" h="21600">
                <a:moveTo>
                  <a:pt x="2645" y="9600"/>
                </a:moveTo>
                <a:lnTo>
                  <a:pt x="2662" y="9600"/>
                </a:lnTo>
                <a:lnTo>
                  <a:pt x="2662" y="9655"/>
                </a:lnTo>
                <a:lnTo>
                  <a:pt x="2645" y="9655"/>
                </a:lnTo>
              </a:path>
              <a:path w="21600" h="21600">
                <a:moveTo>
                  <a:pt x="18248" y="9591"/>
                </a:moveTo>
                <a:lnTo>
                  <a:pt x="18262" y="9591"/>
                </a:lnTo>
                <a:lnTo>
                  <a:pt x="18262" y="9639"/>
                </a:lnTo>
                <a:lnTo>
                  <a:pt x="18248" y="9639"/>
                </a:lnTo>
              </a:path>
              <a:path w="21600" h="21600">
                <a:moveTo>
                  <a:pt x="7515" y="9591"/>
                </a:moveTo>
                <a:lnTo>
                  <a:pt x="7529" y="9591"/>
                </a:lnTo>
                <a:lnTo>
                  <a:pt x="7529" y="9639"/>
                </a:lnTo>
                <a:lnTo>
                  <a:pt x="7515" y="9639"/>
                </a:lnTo>
              </a:path>
              <a:path w="21600" h="21600">
                <a:moveTo>
                  <a:pt x="1858" y="9567"/>
                </a:moveTo>
                <a:lnTo>
                  <a:pt x="1867" y="9567"/>
                </a:lnTo>
                <a:lnTo>
                  <a:pt x="1867" y="9596"/>
                </a:lnTo>
                <a:lnTo>
                  <a:pt x="1858" y="9596"/>
                </a:lnTo>
              </a:path>
              <a:path w="21600" h="21600">
                <a:moveTo>
                  <a:pt x="12590" y="9567"/>
                </a:moveTo>
                <a:lnTo>
                  <a:pt x="12599" y="9567"/>
                </a:lnTo>
                <a:lnTo>
                  <a:pt x="12599" y="9596"/>
                </a:lnTo>
                <a:lnTo>
                  <a:pt x="12590" y="9596"/>
                </a:lnTo>
              </a:path>
              <a:path w="21600" h="21600">
                <a:moveTo>
                  <a:pt x="15094" y="9534"/>
                </a:moveTo>
                <a:lnTo>
                  <a:pt x="15111" y="9534"/>
                </a:lnTo>
                <a:lnTo>
                  <a:pt x="15111" y="9591"/>
                </a:lnTo>
                <a:lnTo>
                  <a:pt x="15094" y="9591"/>
                </a:lnTo>
              </a:path>
              <a:path w="21600" h="21600">
                <a:moveTo>
                  <a:pt x="4361" y="9534"/>
                </a:moveTo>
                <a:lnTo>
                  <a:pt x="4379" y="9534"/>
                </a:lnTo>
                <a:lnTo>
                  <a:pt x="4379" y="9591"/>
                </a:lnTo>
                <a:lnTo>
                  <a:pt x="4361" y="9591"/>
                </a:lnTo>
              </a:path>
              <a:path w="21600" h="21600">
                <a:moveTo>
                  <a:pt x="10737" y="9533"/>
                </a:moveTo>
                <a:lnTo>
                  <a:pt x="10769" y="9533"/>
                </a:lnTo>
                <a:lnTo>
                  <a:pt x="10769" y="9637"/>
                </a:lnTo>
                <a:lnTo>
                  <a:pt x="10737" y="9637"/>
                </a:lnTo>
              </a:path>
              <a:path w="21600" h="21600">
                <a:moveTo>
                  <a:pt x="5" y="9533"/>
                </a:moveTo>
                <a:lnTo>
                  <a:pt x="36" y="9533"/>
                </a:lnTo>
                <a:lnTo>
                  <a:pt x="36" y="9637"/>
                </a:lnTo>
                <a:lnTo>
                  <a:pt x="5" y="9637"/>
                </a:lnTo>
              </a:path>
              <a:path w="21600" h="21600">
                <a:moveTo>
                  <a:pt x="11312" y="9516"/>
                </a:moveTo>
                <a:lnTo>
                  <a:pt x="11334" y="9516"/>
                </a:lnTo>
                <a:lnTo>
                  <a:pt x="11334" y="9589"/>
                </a:lnTo>
                <a:lnTo>
                  <a:pt x="11312" y="9589"/>
                </a:lnTo>
              </a:path>
              <a:path w="21600" h="21600">
                <a:moveTo>
                  <a:pt x="19960" y="9494"/>
                </a:moveTo>
                <a:lnTo>
                  <a:pt x="19981" y="9494"/>
                </a:lnTo>
                <a:lnTo>
                  <a:pt x="19981" y="9563"/>
                </a:lnTo>
                <a:lnTo>
                  <a:pt x="19960" y="9563"/>
                </a:lnTo>
              </a:path>
              <a:path w="21600" h="21600">
                <a:moveTo>
                  <a:pt x="9227" y="9494"/>
                </a:moveTo>
                <a:lnTo>
                  <a:pt x="9248" y="9494"/>
                </a:lnTo>
                <a:lnTo>
                  <a:pt x="9248" y="9563"/>
                </a:lnTo>
                <a:lnTo>
                  <a:pt x="9227" y="9563"/>
                </a:lnTo>
              </a:path>
              <a:path w="21600" h="21600">
                <a:moveTo>
                  <a:pt x="12090" y="9420"/>
                </a:moveTo>
                <a:lnTo>
                  <a:pt x="12105" y="9420"/>
                </a:lnTo>
                <a:lnTo>
                  <a:pt x="12105" y="9469"/>
                </a:lnTo>
                <a:lnTo>
                  <a:pt x="12090" y="9469"/>
                </a:lnTo>
              </a:path>
              <a:path w="21600" h="21600">
                <a:moveTo>
                  <a:pt x="5586" y="9413"/>
                </a:moveTo>
                <a:lnTo>
                  <a:pt x="5601" y="9413"/>
                </a:lnTo>
                <a:lnTo>
                  <a:pt x="5601" y="9461"/>
                </a:lnTo>
                <a:lnTo>
                  <a:pt x="5586" y="9461"/>
                </a:lnTo>
              </a:path>
              <a:path w="21600" h="21600">
                <a:moveTo>
                  <a:pt x="16319" y="9413"/>
                </a:moveTo>
                <a:lnTo>
                  <a:pt x="16333" y="9413"/>
                </a:lnTo>
                <a:lnTo>
                  <a:pt x="16333" y="9461"/>
                </a:lnTo>
                <a:lnTo>
                  <a:pt x="16319" y="9461"/>
                </a:lnTo>
              </a:path>
              <a:path w="21600" h="21600">
                <a:moveTo>
                  <a:pt x="1859" y="9383"/>
                </a:moveTo>
                <a:lnTo>
                  <a:pt x="1866" y="9383"/>
                </a:lnTo>
                <a:lnTo>
                  <a:pt x="1866" y="9408"/>
                </a:lnTo>
                <a:lnTo>
                  <a:pt x="1859" y="9408"/>
                </a:lnTo>
              </a:path>
              <a:path w="21600" h="21600">
                <a:moveTo>
                  <a:pt x="12591" y="9383"/>
                </a:moveTo>
                <a:lnTo>
                  <a:pt x="12599" y="9383"/>
                </a:lnTo>
                <a:lnTo>
                  <a:pt x="12599" y="9408"/>
                </a:lnTo>
                <a:lnTo>
                  <a:pt x="12591" y="9408"/>
                </a:lnTo>
              </a:path>
              <a:path w="21600" h="21600">
                <a:moveTo>
                  <a:pt x="10738" y="9349"/>
                </a:moveTo>
                <a:lnTo>
                  <a:pt x="10768" y="9349"/>
                </a:lnTo>
                <a:lnTo>
                  <a:pt x="10768" y="9449"/>
                </a:lnTo>
                <a:lnTo>
                  <a:pt x="10738" y="9449"/>
                </a:lnTo>
              </a:path>
              <a:path w="21600" h="21600">
                <a:moveTo>
                  <a:pt x="5" y="9349"/>
                </a:moveTo>
                <a:lnTo>
                  <a:pt x="36" y="9349"/>
                </a:lnTo>
                <a:lnTo>
                  <a:pt x="36" y="9449"/>
                </a:lnTo>
                <a:lnTo>
                  <a:pt x="5" y="9449"/>
                </a:lnTo>
              </a:path>
              <a:path w="21600" h="21600">
                <a:moveTo>
                  <a:pt x="2646" y="9248"/>
                </a:moveTo>
                <a:lnTo>
                  <a:pt x="2662" y="9248"/>
                </a:lnTo>
                <a:lnTo>
                  <a:pt x="2662" y="9302"/>
                </a:lnTo>
                <a:lnTo>
                  <a:pt x="2646" y="9302"/>
                </a:lnTo>
              </a:path>
              <a:path w="21600" h="21600">
                <a:moveTo>
                  <a:pt x="13378" y="9248"/>
                </a:moveTo>
                <a:lnTo>
                  <a:pt x="13394" y="9248"/>
                </a:lnTo>
                <a:lnTo>
                  <a:pt x="13394" y="9302"/>
                </a:lnTo>
                <a:lnTo>
                  <a:pt x="13378" y="9302"/>
                </a:lnTo>
              </a:path>
              <a:path w="21600" h="21600">
                <a:moveTo>
                  <a:pt x="7515" y="9239"/>
                </a:moveTo>
                <a:lnTo>
                  <a:pt x="7529" y="9239"/>
                </a:lnTo>
                <a:lnTo>
                  <a:pt x="7529" y="9285"/>
                </a:lnTo>
                <a:lnTo>
                  <a:pt x="7515" y="9285"/>
                </a:lnTo>
              </a:path>
              <a:path w="21600" h="21600">
                <a:moveTo>
                  <a:pt x="18248" y="9239"/>
                </a:moveTo>
                <a:lnTo>
                  <a:pt x="18262" y="9239"/>
                </a:lnTo>
                <a:lnTo>
                  <a:pt x="18262" y="9285"/>
                </a:lnTo>
                <a:lnTo>
                  <a:pt x="18248" y="9285"/>
                </a:lnTo>
              </a:path>
              <a:path w="21600" h="21600">
                <a:moveTo>
                  <a:pt x="1859" y="9199"/>
                </a:moveTo>
                <a:lnTo>
                  <a:pt x="1866" y="9199"/>
                </a:lnTo>
                <a:lnTo>
                  <a:pt x="1866" y="9220"/>
                </a:lnTo>
                <a:lnTo>
                  <a:pt x="1859" y="9220"/>
                </a:lnTo>
              </a:path>
              <a:path w="21600" h="21600">
                <a:moveTo>
                  <a:pt x="12592" y="9199"/>
                </a:moveTo>
                <a:lnTo>
                  <a:pt x="12598" y="9199"/>
                </a:lnTo>
                <a:lnTo>
                  <a:pt x="12598" y="9220"/>
                </a:lnTo>
                <a:lnTo>
                  <a:pt x="12592" y="9220"/>
                </a:lnTo>
              </a:path>
              <a:path w="21600" h="21600">
                <a:moveTo>
                  <a:pt x="4362" y="9182"/>
                </a:moveTo>
                <a:lnTo>
                  <a:pt x="4378" y="9182"/>
                </a:lnTo>
                <a:lnTo>
                  <a:pt x="4378" y="9237"/>
                </a:lnTo>
                <a:lnTo>
                  <a:pt x="4362" y="9237"/>
                </a:lnTo>
              </a:path>
              <a:path w="21600" h="21600">
                <a:moveTo>
                  <a:pt x="15094" y="9182"/>
                </a:moveTo>
                <a:lnTo>
                  <a:pt x="15111" y="9182"/>
                </a:lnTo>
                <a:lnTo>
                  <a:pt x="15111" y="9237"/>
                </a:lnTo>
                <a:lnTo>
                  <a:pt x="15094" y="9237"/>
                </a:lnTo>
              </a:path>
              <a:path w="21600" h="21600">
                <a:moveTo>
                  <a:pt x="10738" y="9165"/>
                </a:moveTo>
                <a:lnTo>
                  <a:pt x="10767" y="9165"/>
                </a:lnTo>
                <a:lnTo>
                  <a:pt x="10767" y="9261"/>
                </a:lnTo>
                <a:lnTo>
                  <a:pt x="10738" y="9261"/>
                </a:lnTo>
              </a:path>
              <a:path w="21600" h="21600">
                <a:moveTo>
                  <a:pt x="6" y="9165"/>
                </a:moveTo>
                <a:lnTo>
                  <a:pt x="35" y="9165"/>
                </a:lnTo>
                <a:lnTo>
                  <a:pt x="35" y="9261"/>
                </a:lnTo>
                <a:lnTo>
                  <a:pt x="6" y="9261"/>
                </a:lnTo>
              </a:path>
              <a:path w="21600" h="21600">
                <a:moveTo>
                  <a:pt x="11312" y="9163"/>
                </a:moveTo>
                <a:lnTo>
                  <a:pt x="11333" y="9163"/>
                </a:lnTo>
                <a:lnTo>
                  <a:pt x="11333" y="9235"/>
                </a:lnTo>
                <a:lnTo>
                  <a:pt x="11312" y="9235"/>
                </a:lnTo>
              </a:path>
              <a:path w="21600" h="21600">
                <a:moveTo>
                  <a:pt x="9227" y="9141"/>
                </a:moveTo>
                <a:lnTo>
                  <a:pt x="9248" y="9141"/>
                </a:lnTo>
                <a:lnTo>
                  <a:pt x="9248" y="9209"/>
                </a:lnTo>
                <a:lnTo>
                  <a:pt x="9227" y="9209"/>
                </a:lnTo>
              </a:path>
              <a:path w="21600" h="21600">
                <a:moveTo>
                  <a:pt x="19960" y="9141"/>
                </a:moveTo>
                <a:lnTo>
                  <a:pt x="19980" y="9141"/>
                </a:lnTo>
                <a:lnTo>
                  <a:pt x="19980" y="9209"/>
                </a:lnTo>
                <a:lnTo>
                  <a:pt x="19960" y="9209"/>
                </a:lnTo>
              </a:path>
              <a:path w="21600" h="21600">
                <a:moveTo>
                  <a:pt x="12090" y="9067"/>
                </a:moveTo>
                <a:lnTo>
                  <a:pt x="12105" y="9067"/>
                </a:lnTo>
                <a:lnTo>
                  <a:pt x="12105" y="9115"/>
                </a:lnTo>
                <a:lnTo>
                  <a:pt x="12090" y="9115"/>
                </a:lnTo>
              </a:path>
              <a:path w="21600" h="21600">
                <a:moveTo>
                  <a:pt x="5586" y="9061"/>
                </a:moveTo>
                <a:lnTo>
                  <a:pt x="5600" y="9061"/>
                </a:lnTo>
                <a:lnTo>
                  <a:pt x="5600" y="9107"/>
                </a:lnTo>
                <a:lnTo>
                  <a:pt x="5586" y="9107"/>
                </a:lnTo>
              </a:path>
              <a:path w="21600" h="21600">
                <a:moveTo>
                  <a:pt x="16319" y="9061"/>
                </a:moveTo>
                <a:lnTo>
                  <a:pt x="16333" y="9061"/>
                </a:lnTo>
                <a:lnTo>
                  <a:pt x="16333" y="9107"/>
                </a:lnTo>
                <a:lnTo>
                  <a:pt x="16319" y="9107"/>
                </a:lnTo>
              </a:path>
              <a:path w="21600" h="21600">
                <a:moveTo>
                  <a:pt x="1860" y="9014"/>
                </a:moveTo>
                <a:lnTo>
                  <a:pt x="1865" y="9014"/>
                </a:lnTo>
                <a:lnTo>
                  <a:pt x="1865" y="9032"/>
                </a:lnTo>
                <a:lnTo>
                  <a:pt x="1860" y="9032"/>
                </a:lnTo>
              </a:path>
              <a:path w="21600" h="21600">
                <a:moveTo>
                  <a:pt x="12592" y="9014"/>
                </a:moveTo>
                <a:lnTo>
                  <a:pt x="12597" y="9014"/>
                </a:lnTo>
                <a:lnTo>
                  <a:pt x="12597" y="9032"/>
                </a:lnTo>
                <a:lnTo>
                  <a:pt x="12592" y="9032"/>
                </a:lnTo>
              </a:path>
              <a:path w="21600" h="21600">
                <a:moveTo>
                  <a:pt x="10739" y="8980"/>
                </a:moveTo>
                <a:lnTo>
                  <a:pt x="10767" y="8980"/>
                </a:lnTo>
                <a:lnTo>
                  <a:pt x="10767" y="9073"/>
                </a:lnTo>
                <a:lnTo>
                  <a:pt x="10739" y="9073"/>
                </a:lnTo>
              </a:path>
              <a:path w="21600" h="21600">
                <a:moveTo>
                  <a:pt x="7" y="8980"/>
                </a:moveTo>
                <a:lnTo>
                  <a:pt x="34" y="8980"/>
                </a:lnTo>
                <a:lnTo>
                  <a:pt x="34" y="9073"/>
                </a:lnTo>
                <a:lnTo>
                  <a:pt x="7" y="9073"/>
                </a:lnTo>
              </a:path>
              <a:path w="21600" h="21600">
                <a:moveTo>
                  <a:pt x="2646" y="8895"/>
                </a:moveTo>
                <a:lnTo>
                  <a:pt x="2662" y="8895"/>
                </a:lnTo>
                <a:lnTo>
                  <a:pt x="2662" y="8948"/>
                </a:lnTo>
                <a:lnTo>
                  <a:pt x="2646" y="8948"/>
                </a:lnTo>
              </a:path>
              <a:path w="21600" h="21600">
                <a:moveTo>
                  <a:pt x="13378" y="8895"/>
                </a:moveTo>
                <a:lnTo>
                  <a:pt x="13394" y="8895"/>
                </a:lnTo>
                <a:lnTo>
                  <a:pt x="13394" y="8948"/>
                </a:lnTo>
                <a:lnTo>
                  <a:pt x="13378" y="8948"/>
                </a:lnTo>
              </a:path>
              <a:path w="21600" h="21600">
                <a:moveTo>
                  <a:pt x="18248" y="8886"/>
                </a:moveTo>
                <a:lnTo>
                  <a:pt x="18262" y="8886"/>
                </a:lnTo>
                <a:lnTo>
                  <a:pt x="18262" y="8931"/>
                </a:lnTo>
                <a:lnTo>
                  <a:pt x="18248" y="8931"/>
                </a:lnTo>
              </a:path>
              <a:path w="21600" h="21600">
                <a:moveTo>
                  <a:pt x="7516" y="8886"/>
                </a:moveTo>
                <a:lnTo>
                  <a:pt x="7529" y="8886"/>
                </a:lnTo>
                <a:lnTo>
                  <a:pt x="7529" y="8931"/>
                </a:lnTo>
                <a:lnTo>
                  <a:pt x="7516" y="8931"/>
                </a:lnTo>
              </a:path>
              <a:path w="21600" h="21600">
                <a:moveTo>
                  <a:pt x="4362" y="8829"/>
                </a:moveTo>
                <a:lnTo>
                  <a:pt x="4378" y="8829"/>
                </a:lnTo>
                <a:lnTo>
                  <a:pt x="4378" y="8883"/>
                </a:lnTo>
                <a:lnTo>
                  <a:pt x="4362" y="8883"/>
                </a:lnTo>
              </a:path>
              <a:path w="21600" h="21600">
                <a:moveTo>
                  <a:pt x="15094" y="8829"/>
                </a:moveTo>
                <a:lnTo>
                  <a:pt x="15110" y="8829"/>
                </a:lnTo>
                <a:lnTo>
                  <a:pt x="15110" y="8883"/>
                </a:lnTo>
                <a:lnTo>
                  <a:pt x="15094" y="8883"/>
                </a:lnTo>
              </a:path>
              <a:path w="21600" h="21600">
                <a:moveTo>
                  <a:pt x="11312" y="8811"/>
                </a:moveTo>
                <a:lnTo>
                  <a:pt x="11333" y="8811"/>
                </a:lnTo>
                <a:lnTo>
                  <a:pt x="11333" y="8881"/>
                </a:lnTo>
                <a:lnTo>
                  <a:pt x="11312" y="8881"/>
                </a:lnTo>
              </a:path>
              <a:path w="21600" h="21600">
                <a:moveTo>
                  <a:pt x="10740" y="8796"/>
                </a:moveTo>
                <a:lnTo>
                  <a:pt x="10766" y="8796"/>
                </a:lnTo>
                <a:lnTo>
                  <a:pt x="10766" y="8885"/>
                </a:lnTo>
                <a:lnTo>
                  <a:pt x="10740" y="8885"/>
                </a:lnTo>
              </a:path>
              <a:path w="21600" h="21600">
                <a:moveTo>
                  <a:pt x="7" y="8796"/>
                </a:moveTo>
                <a:lnTo>
                  <a:pt x="34" y="8796"/>
                </a:lnTo>
                <a:lnTo>
                  <a:pt x="34" y="8885"/>
                </a:lnTo>
                <a:lnTo>
                  <a:pt x="7" y="8885"/>
                </a:lnTo>
              </a:path>
              <a:path w="21600" h="21600">
                <a:moveTo>
                  <a:pt x="19960" y="8789"/>
                </a:moveTo>
                <a:lnTo>
                  <a:pt x="19980" y="8789"/>
                </a:lnTo>
                <a:lnTo>
                  <a:pt x="19980" y="8855"/>
                </a:lnTo>
                <a:lnTo>
                  <a:pt x="19960" y="8855"/>
                </a:lnTo>
              </a:path>
              <a:path w="21600" h="21600">
                <a:moveTo>
                  <a:pt x="9228" y="8789"/>
                </a:moveTo>
                <a:lnTo>
                  <a:pt x="9248" y="8789"/>
                </a:lnTo>
                <a:lnTo>
                  <a:pt x="9248" y="8855"/>
                </a:lnTo>
                <a:lnTo>
                  <a:pt x="9228" y="8855"/>
                </a:lnTo>
              </a:path>
              <a:path w="21600" h="21600">
                <a:moveTo>
                  <a:pt x="12091" y="8715"/>
                </a:moveTo>
                <a:lnTo>
                  <a:pt x="12104" y="8715"/>
                </a:lnTo>
                <a:lnTo>
                  <a:pt x="12104" y="8761"/>
                </a:lnTo>
                <a:lnTo>
                  <a:pt x="12091" y="8761"/>
                </a:lnTo>
              </a:path>
              <a:path w="21600" h="21600">
                <a:moveTo>
                  <a:pt x="5587" y="8708"/>
                </a:moveTo>
                <a:lnTo>
                  <a:pt x="5600" y="8708"/>
                </a:lnTo>
                <a:lnTo>
                  <a:pt x="5600" y="8753"/>
                </a:lnTo>
                <a:lnTo>
                  <a:pt x="5587" y="8753"/>
                </a:lnTo>
              </a:path>
              <a:path w="21600" h="21600">
                <a:moveTo>
                  <a:pt x="16319" y="8708"/>
                </a:moveTo>
                <a:lnTo>
                  <a:pt x="16332" y="8708"/>
                </a:lnTo>
                <a:lnTo>
                  <a:pt x="16332" y="8753"/>
                </a:lnTo>
                <a:lnTo>
                  <a:pt x="16319" y="8753"/>
                </a:lnTo>
              </a:path>
              <a:path w="21600" h="21600">
                <a:moveTo>
                  <a:pt x="10740" y="8612"/>
                </a:moveTo>
                <a:lnTo>
                  <a:pt x="10766" y="8612"/>
                </a:lnTo>
                <a:lnTo>
                  <a:pt x="10766" y="8697"/>
                </a:lnTo>
                <a:lnTo>
                  <a:pt x="10740" y="8697"/>
                </a:lnTo>
              </a:path>
              <a:path w="21600" h="21600">
                <a:moveTo>
                  <a:pt x="8" y="8612"/>
                </a:moveTo>
                <a:lnTo>
                  <a:pt x="33" y="8612"/>
                </a:lnTo>
                <a:lnTo>
                  <a:pt x="33" y="8697"/>
                </a:lnTo>
                <a:lnTo>
                  <a:pt x="8" y="8697"/>
                </a:lnTo>
              </a:path>
              <a:path w="21600" h="21600">
                <a:moveTo>
                  <a:pt x="13379" y="8543"/>
                </a:moveTo>
                <a:lnTo>
                  <a:pt x="13394" y="8543"/>
                </a:lnTo>
                <a:lnTo>
                  <a:pt x="13394" y="8594"/>
                </a:lnTo>
                <a:lnTo>
                  <a:pt x="13379" y="8594"/>
                </a:lnTo>
              </a:path>
              <a:path w="21600" h="21600">
                <a:moveTo>
                  <a:pt x="2646" y="8543"/>
                </a:moveTo>
                <a:lnTo>
                  <a:pt x="2661" y="8543"/>
                </a:lnTo>
                <a:lnTo>
                  <a:pt x="2661" y="8594"/>
                </a:lnTo>
                <a:lnTo>
                  <a:pt x="2646" y="8594"/>
                </a:lnTo>
              </a:path>
              <a:path w="21600" h="21600">
                <a:moveTo>
                  <a:pt x="7516" y="8534"/>
                </a:moveTo>
                <a:lnTo>
                  <a:pt x="7529" y="8534"/>
                </a:lnTo>
                <a:lnTo>
                  <a:pt x="7529" y="8577"/>
                </a:lnTo>
                <a:lnTo>
                  <a:pt x="7516" y="8577"/>
                </a:lnTo>
              </a:path>
              <a:path w="21600" h="21600">
                <a:moveTo>
                  <a:pt x="18248" y="8534"/>
                </a:moveTo>
                <a:lnTo>
                  <a:pt x="18261" y="8534"/>
                </a:lnTo>
                <a:lnTo>
                  <a:pt x="18261" y="8577"/>
                </a:lnTo>
                <a:lnTo>
                  <a:pt x="18248" y="8577"/>
                </a:lnTo>
              </a:path>
              <a:path w="21600" h="21600">
                <a:moveTo>
                  <a:pt x="4362" y="8477"/>
                </a:moveTo>
                <a:lnTo>
                  <a:pt x="4378" y="8477"/>
                </a:lnTo>
                <a:lnTo>
                  <a:pt x="4378" y="8529"/>
                </a:lnTo>
                <a:lnTo>
                  <a:pt x="4362" y="8529"/>
                </a:lnTo>
              </a:path>
              <a:path w="21600" h="21600">
                <a:moveTo>
                  <a:pt x="15094" y="8477"/>
                </a:moveTo>
                <a:lnTo>
                  <a:pt x="15110" y="8477"/>
                </a:lnTo>
                <a:lnTo>
                  <a:pt x="15110" y="8529"/>
                </a:lnTo>
                <a:lnTo>
                  <a:pt x="15094" y="8529"/>
                </a:lnTo>
              </a:path>
              <a:path w="21600" h="21600">
                <a:moveTo>
                  <a:pt x="11312" y="8459"/>
                </a:moveTo>
                <a:lnTo>
                  <a:pt x="11333" y="8459"/>
                </a:lnTo>
                <a:lnTo>
                  <a:pt x="11333" y="8527"/>
                </a:lnTo>
                <a:lnTo>
                  <a:pt x="11312" y="8527"/>
                </a:lnTo>
              </a:path>
              <a:path w="21600" h="21600">
                <a:moveTo>
                  <a:pt x="19960" y="8436"/>
                </a:moveTo>
                <a:lnTo>
                  <a:pt x="19980" y="8436"/>
                </a:lnTo>
                <a:lnTo>
                  <a:pt x="19980" y="8501"/>
                </a:lnTo>
                <a:lnTo>
                  <a:pt x="19960" y="8501"/>
                </a:lnTo>
              </a:path>
              <a:path w="21600" h="21600">
                <a:moveTo>
                  <a:pt x="9228" y="8436"/>
                </a:moveTo>
                <a:lnTo>
                  <a:pt x="9247" y="8436"/>
                </a:lnTo>
                <a:lnTo>
                  <a:pt x="9247" y="8501"/>
                </a:lnTo>
                <a:lnTo>
                  <a:pt x="9228" y="8501"/>
                </a:lnTo>
              </a:path>
              <a:path w="21600" h="21600">
                <a:moveTo>
                  <a:pt x="8" y="8428"/>
                </a:moveTo>
                <a:lnTo>
                  <a:pt x="33" y="8428"/>
                </a:lnTo>
                <a:lnTo>
                  <a:pt x="33" y="8508"/>
                </a:lnTo>
                <a:lnTo>
                  <a:pt x="8" y="8508"/>
                </a:lnTo>
              </a:path>
              <a:path w="21600" h="21600">
                <a:moveTo>
                  <a:pt x="10741" y="8428"/>
                </a:moveTo>
                <a:lnTo>
                  <a:pt x="10765" y="8428"/>
                </a:lnTo>
                <a:lnTo>
                  <a:pt x="10765" y="8508"/>
                </a:lnTo>
                <a:lnTo>
                  <a:pt x="10741" y="8508"/>
                </a:lnTo>
              </a:path>
              <a:path w="21600" h="21600">
                <a:moveTo>
                  <a:pt x="12091" y="8362"/>
                </a:moveTo>
                <a:lnTo>
                  <a:pt x="12104" y="8362"/>
                </a:lnTo>
                <a:lnTo>
                  <a:pt x="12104" y="8407"/>
                </a:lnTo>
                <a:lnTo>
                  <a:pt x="12091" y="8407"/>
                </a:lnTo>
              </a:path>
              <a:path w="21600" h="21600">
                <a:moveTo>
                  <a:pt x="16319" y="8356"/>
                </a:moveTo>
                <a:lnTo>
                  <a:pt x="16332" y="8356"/>
                </a:lnTo>
                <a:lnTo>
                  <a:pt x="16332" y="8399"/>
                </a:lnTo>
                <a:lnTo>
                  <a:pt x="16319" y="8399"/>
                </a:lnTo>
              </a:path>
              <a:path w="21600" h="21600">
                <a:moveTo>
                  <a:pt x="5587" y="8356"/>
                </a:moveTo>
                <a:lnTo>
                  <a:pt x="5600" y="8356"/>
                </a:lnTo>
                <a:lnTo>
                  <a:pt x="5600" y="8399"/>
                </a:lnTo>
                <a:lnTo>
                  <a:pt x="5587" y="8399"/>
                </a:lnTo>
              </a:path>
              <a:path w="21600" h="21600">
                <a:moveTo>
                  <a:pt x="10741" y="8244"/>
                </a:moveTo>
                <a:lnTo>
                  <a:pt x="10764" y="8244"/>
                </a:lnTo>
                <a:lnTo>
                  <a:pt x="10764" y="8320"/>
                </a:lnTo>
                <a:lnTo>
                  <a:pt x="10741" y="8320"/>
                </a:lnTo>
              </a:path>
              <a:path w="21600" h="21600">
                <a:moveTo>
                  <a:pt x="9" y="8244"/>
                </a:moveTo>
                <a:lnTo>
                  <a:pt x="32" y="8244"/>
                </a:lnTo>
                <a:lnTo>
                  <a:pt x="32" y="8320"/>
                </a:lnTo>
                <a:lnTo>
                  <a:pt x="9" y="8320"/>
                </a:lnTo>
              </a:path>
              <a:path w="21600" h="21600">
                <a:moveTo>
                  <a:pt x="2646" y="8191"/>
                </a:moveTo>
                <a:lnTo>
                  <a:pt x="2661" y="8191"/>
                </a:lnTo>
                <a:lnTo>
                  <a:pt x="2661" y="8240"/>
                </a:lnTo>
                <a:lnTo>
                  <a:pt x="2646" y="8240"/>
                </a:lnTo>
              </a:path>
              <a:path w="21600" h="21600">
                <a:moveTo>
                  <a:pt x="13379" y="8191"/>
                </a:moveTo>
                <a:lnTo>
                  <a:pt x="13394" y="8191"/>
                </a:lnTo>
                <a:lnTo>
                  <a:pt x="13394" y="8240"/>
                </a:lnTo>
                <a:lnTo>
                  <a:pt x="13379" y="8240"/>
                </a:lnTo>
              </a:path>
              <a:path w="21600" h="21600">
                <a:moveTo>
                  <a:pt x="7516" y="8181"/>
                </a:moveTo>
                <a:lnTo>
                  <a:pt x="7528" y="8181"/>
                </a:lnTo>
                <a:lnTo>
                  <a:pt x="7528" y="8223"/>
                </a:lnTo>
                <a:lnTo>
                  <a:pt x="7516" y="8223"/>
                </a:lnTo>
              </a:path>
              <a:path w="21600" h="21600">
                <a:moveTo>
                  <a:pt x="18249" y="8181"/>
                </a:moveTo>
                <a:lnTo>
                  <a:pt x="18261" y="8181"/>
                </a:lnTo>
                <a:lnTo>
                  <a:pt x="18261" y="8223"/>
                </a:lnTo>
                <a:lnTo>
                  <a:pt x="18249" y="8223"/>
                </a:lnTo>
              </a:path>
              <a:path w="21600" h="21600">
                <a:moveTo>
                  <a:pt x="15095" y="8124"/>
                </a:moveTo>
                <a:lnTo>
                  <a:pt x="15110" y="8124"/>
                </a:lnTo>
                <a:lnTo>
                  <a:pt x="15110" y="8175"/>
                </a:lnTo>
                <a:lnTo>
                  <a:pt x="15095" y="8175"/>
                </a:lnTo>
              </a:path>
              <a:path w="21600" h="21600">
                <a:moveTo>
                  <a:pt x="4362" y="8124"/>
                </a:moveTo>
                <a:lnTo>
                  <a:pt x="4378" y="8124"/>
                </a:lnTo>
                <a:lnTo>
                  <a:pt x="4378" y="8175"/>
                </a:lnTo>
                <a:lnTo>
                  <a:pt x="4362" y="8175"/>
                </a:lnTo>
              </a:path>
              <a:path w="21600" h="21600">
                <a:moveTo>
                  <a:pt x="11313" y="8106"/>
                </a:moveTo>
                <a:lnTo>
                  <a:pt x="11333" y="8106"/>
                </a:lnTo>
                <a:lnTo>
                  <a:pt x="11333" y="8173"/>
                </a:lnTo>
                <a:lnTo>
                  <a:pt x="11313" y="8173"/>
                </a:lnTo>
              </a:path>
              <a:path w="21600" h="21600">
                <a:moveTo>
                  <a:pt x="9228" y="8084"/>
                </a:moveTo>
                <a:lnTo>
                  <a:pt x="9247" y="8084"/>
                </a:lnTo>
                <a:lnTo>
                  <a:pt x="9247" y="8148"/>
                </a:lnTo>
                <a:lnTo>
                  <a:pt x="9228" y="8148"/>
                </a:lnTo>
              </a:path>
              <a:path w="21600" h="21600">
                <a:moveTo>
                  <a:pt x="19961" y="8084"/>
                </a:moveTo>
                <a:lnTo>
                  <a:pt x="19980" y="8084"/>
                </a:lnTo>
                <a:lnTo>
                  <a:pt x="19980" y="8148"/>
                </a:lnTo>
                <a:lnTo>
                  <a:pt x="19961" y="8148"/>
                </a:lnTo>
              </a:path>
              <a:path w="21600" h="21600">
                <a:moveTo>
                  <a:pt x="10742" y="8060"/>
                </a:moveTo>
                <a:lnTo>
                  <a:pt x="10764" y="8060"/>
                </a:lnTo>
                <a:lnTo>
                  <a:pt x="10764" y="8132"/>
                </a:lnTo>
                <a:lnTo>
                  <a:pt x="10742" y="8132"/>
                </a:lnTo>
              </a:path>
              <a:path w="21600" h="21600">
                <a:moveTo>
                  <a:pt x="10" y="8060"/>
                </a:moveTo>
                <a:lnTo>
                  <a:pt x="32" y="8060"/>
                </a:lnTo>
                <a:lnTo>
                  <a:pt x="32" y="8132"/>
                </a:lnTo>
                <a:lnTo>
                  <a:pt x="10" y="8132"/>
                </a:lnTo>
              </a:path>
              <a:path w="21600" h="21600">
                <a:moveTo>
                  <a:pt x="12091" y="8010"/>
                </a:moveTo>
                <a:lnTo>
                  <a:pt x="12104" y="8010"/>
                </a:lnTo>
                <a:lnTo>
                  <a:pt x="12104" y="8053"/>
                </a:lnTo>
                <a:lnTo>
                  <a:pt x="12091" y="8053"/>
                </a:lnTo>
              </a:path>
              <a:path w="21600" h="21600">
                <a:moveTo>
                  <a:pt x="5587" y="8003"/>
                </a:moveTo>
                <a:lnTo>
                  <a:pt x="5600" y="8003"/>
                </a:lnTo>
                <a:lnTo>
                  <a:pt x="5600" y="8045"/>
                </a:lnTo>
                <a:lnTo>
                  <a:pt x="5587" y="8045"/>
                </a:lnTo>
              </a:path>
              <a:path w="21600" h="21600">
                <a:moveTo>
                  <a:pt x="16319" y="8003"/>
                </a:moveTo>
                <a:lnTo>
                  <a:pt x="16332" y="8003"/>
                </a:lnTo>
                <a:lnTo>
                  <a:pt x="16332" y="8045"/>
                </a:lnTo>
                <a:lnTo>
                  <a:pt x="16319" y="8045"/>
                </a:lnTo>
              </a:path>
              <a:path w="21600" h="21600">
                <a:moveTo>
                  <a:pt x="10743" y="7875"/>
                </a:moveTo>
                <a:lnTo>
                  <a:pt x="10763" y="7875"/>
                </a:lnTo>
                <a:lnTo>
                  <a:pt x="10763" y="7944"/>
                </a:lnTo>
                <a:lnTo>
                  <a:pt x="10743" y="7944"/>
                </a:lnTo>
              </a:path>
              <a:path w="21600" h="21600">
                <a:moveTo>
                  <a:pt x="10" y="7875"/>
                </a:moveTo>
                <a:lnTo>
                  <a:pt x="31" y="7875"/>
                </a:lnTo>
                <a:lnTo>
                  <a:pt x="31" y="7944"/>
                </a:lnTo>
                <a:lnTo>
                  <a:pt x="10" y="7944"/>
                </a:lnTo>
              </a:path>
              <a:path w="21600" h="21600">
                <a:moveTo>
                  <a:pt x="8500" y="7853"/>
                </a:moveTo>
                <a:lnTo>
                  <a:pt x="8542" y="7853"/>
                </a:lnTo>
                <a:lnTo>
                  <a:pt x="8542" y="7993"/>
                </a:lnTo>
                <a:lnTo>
                  <a:pt x="8500" y="7993"/>
                </a:lnTo>
              </a:path>
              <a:path w="21600" h="21600">
                <a:moveTo>
                  <a:pt x="19232" y="7853"/>
                </a:moveTo>
                <a:lnTo>
                  <a:pt x="19274" y="7853"/>
                </a:lnTo>
                <a:lnTo>
                  <a:pt x="19274" y="7993"/>
                </a:lnTo>
                <a:lnTo>
                  <a:pt x="19232" y="7993"/>
                </a:lnTo>
              </a:path>
              <a:path w="21600" h="21600">
                <a:moveTo>
                  <a:pt x="13379" y="7838"/>
                </a:moveTo>
                <a:lnTo>
                  <a:pt x="13393" y="7838"/>
                </a:lnTo>
                <a:lnTo>
                  <a:pt x="13393" y="7886"/>
                </a:lnTo>
                <a:lnTo>
                  <a:pt x="13379" y="7886"/>
                </a:lnTo>
              </a:path>
              <a:path w="21600" h="21600">
                <a:moveTo>
                  <a:pt x="2647" y="7838"/>
                </a:moveTo>
                <a:lnTo>
                  <a:pt x="2661" y="7838"/>
                </a:lnTo>
                <a:lnTo>
                  <a:pt x="2661" y="7886"/>
                </a:lnTo>
                <a:lnTo>
                  <a:pt x="2647" y="7886"/>
                </a:lnTo>
              </a:path>
              <a:path w="21600" h="21600">
                <a:moveTo>
                  <a:pt x="18249" y="7829"/>
                </a:moveTo>
                <a:lnTo>
                  <a:pt x="18261" y="7829"/>
                </a:lnTo>
                <a:lnTo>
                  <a:pt x="18261" y="7869"/>
                </a:lnTo>
                <a:lnTo>
                  <a:pt x="18249" y="7869"/>
                </a:lnTo>
              </a:path>
              <a:path w="21600" h="21600">
                <a:moveTo>
                  <a:pt x="7516" y="7829"/>
                </a:moveTo>
                <a:lnTo>
                  <a:pt x="7528" y="7829"/>
                </a:lnTo>
                <a:lnTo>
                  <a:pt x="7528" y="7869"/>
                </a:lnTo>
                <a:lnTo>
                  <a:pt x="7516" y="7869"/>
                </a:lnTo>
              </a:path>
              <a:path w="21600" h="21600">
                <a:moveTo>
                  <a:pt x="15095" y="7772"/>
                </a:moveTo>
                <a:lnTo>
                  <a:pt x="15110" y="7772"/>
                </a:lnTo>
                <a:lnTo>
                  <a:pt x="15110" y="7821"/>
                </a:lnTo>
                <a:lnTo>
                  <a:pt x="15095" y="7821"/>
                </a:lnTo>
              </a:path>
              <a:path w="21600" h="21600">
                <a:moveTo>
                  <a:pt x="4363" y="7772"/>
                </a:moveTo>
                <a:lnTo>
                  <a:pt x="4377" y="7772"/>
                </a:lnTo>
                <a:lnTo>
                  <a:pt x="4377" y="7821"/>
                </a:lnTo>
                <a:lnTo>
                  <a:pt x="4363" y="7821"/>
                </a:lnTo>
              </a:path>
              <a:path w="21600" h="21600">
                <a:moveTo>
                  <a:pt x="11313" y="7754"/>
                </a:moveTo>
                <a:lnTo>
                  <a:pt x="11332" y="7754"/>
                </a:lnTo>
                <a:lnTo>
                  <a:pt x="11332" y="7819"/>
                </a:lnTo>
                <a:lnTo>
                  <a:pt x="11313" y="7819"/>
                </a:lnTo>
              </a:path>
              <a:path w="21600" h="21600">
                <a:moveTo>
                  <a:pt x="9228" y="7731"/>
                </a:moveTo>
                <a:lnTo>
                  <a:pt x="9247" y="7731"/>
                </a:lnTo>
                <a:lnTo>
                  <a:pt x="9247" y="7794"/>
                </a:lnTo>
                <a:lnTo>
                  <a:pt x="9228" y="7794"/>
                </a:lnTo>
              </a:path>
              <a:path w="21600" h="21600">
                <a:moveTo>
                  <a:pt x="19961" y="7731"/>
                </a:moveTo>
                <a:lnTo>
                  <a:pt x="19980" y="7731"/>
                </a:lnTo>
                <a:lnTo>
                  <a:pt x="19980" y="7794"/>
                </a:lnTo>
                <a:lnTo>
                  <a:pt x="19961" y="7794"/>
                </a:lnTo>
              </a:path>
              <a:path w="21600" h="21600">
                <a:moveTo>
                  <a:pt x="10743" y="7691"/>
                </a:moveTo>
                <a:lnTo>
                  <a:pt x="10763" y="7691"/>
                </a:lnTo>
                <a:lnTo>
                  <a:pt x="10763" y="7756"/>
                </a:lnTo>
                <a:lnTo>
                  <a:pt x="10743" y="7756"/>
                </a:lnTo>
              </a:path>
              <a:path w="21600" h="21600">
                <a:moveTo>
                  <a:pt x="11" y="7691"/>
                </a:moveTo>
                <a:lnTo>
                  <a:pt x="30" y="7691"/>
                </a:lnTo>
                <a:lnTo>
                  <a:pt x="30" y="7756"/>
                </a:lnTo>
                <a:lnTo>
                  <a:pt x="11" y="7756"/>
                </a:lnTo>
              </a:path>
              <a:path w="21600" h="21600">
                <a:moveTo>
                  <a:pt x="12091" y="7658"/>
                </a:moveTo>
                <a:lnTo>
                  <a:pt x="12104" y="7658"/>
                </a:lnTo>
                <a:lnTo>
                  <a:pt x="12104" y="7699"/>
                </a:lnTo>
                <a:lnTo>
                  <a:pt x="12091" y="7699"/>
                </a:lnTo>
              </a:path>
              <a:path w="21600" h="21600">
                <a:moveTo>
                  <a:pt x="16320" y="7651"/>
                </a:moveTo>
                <a:lnTo>
                  <a:pt x="16332" y="7651"/>
                </a:lnTo>
                <a:lnTo>
                  <a:pt x="16332" y="7691"/>
                </a:lnTo>
                <a:lnTo>
                  <a:pt x="16320" y="7691"/>
                </a:lnTo>
              </a:path>
              <a:path w="21600" h="21600">
                <a:moveTo>
                  <a:pt x="5587" y="7651"/>
                </a:moveTo>
                <a:lnTo>
                  <a:pt x="5599" y="7651"/>
                </a:lnTo>
                <a:lnTo>
                  <a:pt x="5599" y="7691"/>
                </a:lnTo>
                <a:lnTo>
                  <a:pt x="5587" y="7691"/>
                </a:lnTo>
              </a:path>
              <a:path w="21600" h="21600">
                <a:moveTo>
                  <a:pt x="10744" y="7507"/>
                </a:moveTo>
                <a:lnTo>
                  <a:pt x="10762" y="7507"/>
                </a:lnTo>
                <a:lnTo>
                  <a:pt x="10762" y="7568"/>
                </a:lnTo>
                <a:lnTo>
                  <a:pt x="10744" y="7568"/>
                </a:lnTo>
              </a:path>
              <a:path w="21600" h="21600">
                <a:moveTo>
                  <a:pt x="11" y="7507"/>
                </a:moveTo>
                <a:lnTo>
                  <a:pt x="30" y="7507"/>
                </a:lnTo>
                <a:lnTo>
                  <a:pt x="30" y="7568"/>
                </a:lnTo>
                <a:lnTo>
                  <a:pt x="11" y="7568"/>
                </a:lnTo>
              </a:path>
              <a:path w="21600" h="21600">
                <a:moveTo>
                  <a:pt x="13379" y="7486"/>
                </a:moveTo>
                <a:lnTo>
                  <a:pt x="13393" y="7486"/>
                </a:lnTo>
                <a:lnTo>
                  <a:pt x="13393" y="7532"/>
                </a:lnTo>
                <a:lnTo>
                  <a:pt x="13379" y="7532"/>
                </a:lnTo>
              </a:path>
              <a:path w="21600" h="21600">
                <a:moveTo>
                  <a:pt x="2647" y="7486"/>
                </a:moveTo>
                <a:lnTo>
                  <a:pt x="2661" y="7486"/>
                </a:lnTo>
                <a:lnTo>
                  <a:pt x="2661" y="7532"/>
                </a:lnTo>
                <a:lnTo>
                  <a:pt x="2647" y="7532"/>
                </a:lnTo>
              </a:path>
              <a:path w="21600" h="21600">
                <a:moveTo>
                  <a:pt x="7516" y="7476"/>
                </a:moveTo>
                <a:lnTo>
                  <a:pt x="7528" y="7476"/>
                </a:lnTo>
                <a:lnTo>
                  <a:pt x="7528" y="7515"/>
                </a:lnTo>
                <a:lnTo>
                  <a:pt x="7516" y="7515"/>
                </a:lnTo>
              </a:path>
              <a:path w="21600" h="21600">
                <a:moveTo>
                  <a:pt x="18249" y="7476"/>
                </a:moveTo>
                <a:lnTo>
                  <a:pt x="18261" y="7476"/>
                </a:lnTo>
                <a:lnTo>
                  <a:pt x="18261" y="7515"/>
                </a:lnTo>
                <a:lnTo>
                  <a:pt x="18249" y="7515"/>
                </a:lnTo>
              </a:path>
              <a:path w="21600" h="21600">
                <a:moveTo>
                  <a:pt x="8500" y="7471"/>
                </a:moveTo>
                <a:lnTo>
                  <a:pt x="8541" y="7471"/>
                </a:lnTo>
                <a:lnTo>
                  <a:pt x="8541" y="7606"/>
                </a:lnTo>
                <a:lnTo>
                  <a:pt x="8500" y="7606"/>
                </a:lnTo>
              </a:path>
              <a:path w="21600" h="21600">
                <a:moveTo>
                  <a:pt x="19233" y="7471"/>
                </a:moveTo>
                <a:lnTo>
                  <a:pt x="19274" y="7471"/>
                </a:lnTo>
                <a:lnTo>
                  <a:pt x="19274" y="7606"/>
                </a:lnTo>
                <a:lnTo>
                  <a:pt x="19233" y="7606"/>
                </a:lnTo>
              </a:path>
              <a:path w="21600" h="21600">
                <a:moveTo>
                  <a:pt x="15095" y="7419"/>
                </a:moveTo>
                <a:lnTo>
                  <a:pt x="15110" y="7419"/>
                </a:lnTo>
                <a:lnTo>
                  <a:pt x="15110" y="7467"/>
                </a:lnTo>
                <a:lnTo>
                  <a:pt x="15095" y="7467"/>
                </a:lnTo>
              </a:path>
              <a:path w="21600" h="21600">
                <a:moveTo>
                  <a:pt x="4363" y="7419"/>
                </a:moveTo>
                <a:lnTo>
                  <a:pt x="4377" y="7419"/>
                </a:lnTo>
                <a:lnTo>
                  <a:pt x="4377" y="7467"/>
                </a:lnTo>
                <a:lnTo>
                  <a:pt x="4363" y="7467"/>
                </a:lnTo>
              </a:path>
              <a:path w="21600" h="21600">
                <a:moveTo>
                  <a:pt x="11313" y="7401"/>
                </a:moveTo>
                <a:lnTo>
                  <a:pt x="11332" y="7401"/>
                </a:lnTo>
                <a:lnTo>
                  <a:pt x="11332" y="7465"/>
                </a:lnTo>
                <a:lnTo>
                  <a:pt x="11313" y="7465"/>
                </a:lnTo>
              </a:path>
              <a:path w="21600" h="21600">
                <a:moveTo>
                  <a:pt x="9228" y="7379"/>
                </a:moveTo>
                <a:lnTo>
                  <a:pt x="9247" y="7379"/>
                </a:lnTo>
                <a:lnTo>
                  <a:pt x="9247" y="7440"/>
                </a:lnTo>
                <a:lnTo>
                  <a:pt x="9228" y="7440"/>
                </a:lnTo>
              </a:path>
              <a:path w="21600" h="21600">
                <a:moveTo>
                  <a:pt x="19961" y="7379"/>
                </a:moveTo>
                <a:lnTo>
                  <a:pt x="19979" y="7379"/>
                </a:lnTo>
                <a:lnTo>
                  <a:pt x="19979" y="7440"/>
                </a:lnTo>
                <a:lnTo>
                  <a:pt x="19961" y="7440"/>
                </a:lnTo>
              </a:path>
              <a:path w="21600" h="21600">
                <a:moveTo>
                  <a:pt x="10744" y="7323"/>
                </a:moveTo>
                <a:lnTo>
                  <a:pt x="10761" y="7323"/>
                </a:lnTo>
                <a:lnTo>
                  <a:pt x="10761" y="7380"/>
                </a:lnTo>
                <a:lnTo>
                  <a:pt x="10744" y="7380"/>
                </a:lnTo>
              </a:path>
              <a:path w="21600" h="21600">
                <a:moveTo>
                  <a:pt x="12" y="7323"/>
                </a:moveTo>
                <a:lnTo>
                  <a:pt x="29" y="7323"/>
                </a:lnTo>
                <a:lnTo>
                  <a:pt x="29" y="7380"/>
                </a:lnTo>
                <a:lnTo>
                  <a:pt x="12" y="7380"/>
                </a:lnTo>
              </a:path>
              <a:path w="21600" h="21600">
                <a:moveTo>
                  <a:pt x="12092" y="7305"/>
                </a:moveTo>
                <a:lnTo>
                  <a:pt x="12104" y="7305"/>
                </a:lnTo>
                <a:lnTo>
                  <a:pt x="12104" y="7345"/>
                </a:lnTo>
                <a:lnTo>
                  <a:pt x="12092" y="7345"/>
                </a:lnTo>
              </a:path>
              <a:path w="21600" h="21600">
                <a:moveTo>
                  <a:pt x="5588" y="7298"/>
                </a:moveTo>
                <a:lnTo>
                  <a:pt x="5599" y="7298"/>
                </a:lnTo>
                <a:lnTo>
                  <a:pt x="5599" y="7337"/>
                </a:lnTo>
                <a:lnTo>
                  <a:pt x="5588" y="7337"/>
                </a:lnTo>
              </a:path>
              <a:path w="21600" h="21600">
                <a:moveTo>
                  <a:pt x="16320" y="7298"/>
                </a:moveTo>
                <a:lnTo>
                  <a:pt x="16332" y="7298"/>
                </a:lnTo>
                <a:lnTo>
                  <a:pt x="16332" y="7337"/>
                </a:lnTo>
                <a:lnTo>
                  <a:pt x="16320" y="7337"/>
                </a:lnTo>
              </a:path>
              <a:path w="21600" h="21600">
                <a:moveTo>
                  <a:pt x="10745" y="7139"/>
                </a:moveTo>
                <a:lnTo>
                  <a:pt x="10761" y="7139"/>
                </a:lnTo>
                <a:lnTo>
                  <a:pt x="10761" y="7192"/>
                </a:lnTo>
                <a:lnTo>
                  <a:pt x="10745" y="7192"/>
                </a:lnTo>
              </a:path>
              <a:path w="21600" h="21600">
                <a:moveTo>
                  <a:pt x="13" y="7139"/>
                </a:moveTo>
                <a:lnTo>
                  <a:pt x="28" y="7139"/>
                </a:lnTo>
                <a:lnTo>
                  <a:pt x="28" y="7192"/>
                </a:lnTo>
                <a:lnTo>
                  <a:pt x="13" y="7192"/>
                </a:lnTo>
              </a:path>
              <a:path w="21600" h="21600">
                <a:moveTo>
                  <a:pt x="13379" y="7133"/>
                </a:moveTo>
                <a:lnTo>
                  <a:pt x="13393" y="7133"/>
                </a:lnTo>
                <a:lnTo>
                  <a:pt x="13393" y="7178"/>
                </a:lnTo>
                <a:lnTo>
                  <a:pt x="13379" y="7178"/>
                </a:lnTo>
              </a:path>
              <a:path w="21600" h="21600">
                <a:moveTo>
                  <a:pt x="2647" y="7133"/>
                </a:moveTo>
                <a:lnTo>
                  <a:pt x="2661" y="7133"/>
                </a:lnTo>
                <a:lnTo>
                  <a:pt x="2661" y="7178"/>
                </a:lnTo>
                <a:lnTo>
                  <a:pt x="2647" y="7178"/>
                </a:lnTo>
              </a:path>
              <a:path w="21600" h="21600">
                <a:moveTo>
                  <a:pt x="18249" y="7124"/>
                </a:moveTo>
                <a:lnTo>
                  <a:pt x="18260" y="7124"/>
                </a:lnTo>
                <a:lnTo>
                  <a:pt x="18260" y="7161"/>
                </a:lnTo>
                <a:lnTo>
                  <a:pt x="18249" y="7161"/>
                </a:lnTo>
              </a:path>
              <a:path w="21600" h="21600">
                <a:moveTo>
                  <a:pt x="7517" y="7124"/>
                </a:moveTo>
                <a:lnTo>
                  <a:pt x="7528" y="7124"/>
                </a:lnTo>
                <a:lnTo>
                  <a:pt x="7528" y="7161"/>
                </a:lnTo>
                <a:lnTo>
                  <a:pt x="7517" y="7161"/>
                </a:lnTo>
              </a:path>
              <a:path w="21600" h="21600">
                <a:moveTo>
                  <a:pt x="8501" y="7088"/>
                </a:moveTo>
                <a:lnTo>
                  <a:pt x="8541" y="7088"/>
                </a:lnTo>
                <a:lnTo>
                  <a:pt x="8541" y="7220"/>
                </a:lnTo>
                <a:lnTo>
                  <a:pt x="8501" y="7220"/>
                </a:lnTo>
              </a:path>
              <a:path w="21600" h="21600">
                <a:moveTo>
                  <a:pt x="19233" y="7088"/>
                </a:moveTo>
                <a:lnTo>
                  <a:pt x="19273" y="7088"/>
                </a:lnTo>
                <a:lnTo>
                  <a:pt x="19273" y="7220"/>
                </a:lnTo>
                <a:lnTo>
                  <a:pt x="19233" y="7220"/>
                </a:lnTo>
              </a:path>
              <a:path w="21600" h="21600">
                <a:moveTo>
                  <a:pt x="4363" y="7067"/>
                </a:moveTo>
                <a:lnTo>
                  <a:pt x="4377" y="7067"/>
                </a:lnTo>
                <a:lnTo>
                  <a:pt x="4377" y="7113"/>
                </a:lnTo>
                <a:lnTo>
                  <a:pt x="4363" y="7113"/>
                </a:lnTo>
              </a:path>
              <a:path w="21600" h="21600">
                <a:moveTo>
                  <a:pt x="15095" y="7067"/>
                </a:moveTo>
                <a:lnTo>
                  <a:pt x="15109" y="7067"/>
                </a:lnTo>
                <a:lnTo>
                  <a:pt x="15109" y="7113"/>
                </a:lnTo>
                <a:lnTo>
                  <a:pt x="15095" y="7113"/>
                </a:lnTo>
              </a:path>
              <a:path w="21600" h="21600">
                <a:moveTo>
                  <a:pt x="11313" y="7049"/>
                </a:moveTo>
                <a:lnTo>
                  <a:pt x="11332" y="7049"/>
                </a:lnTo>
                <a:lnTo>
                  <a:pt x="11332" y="7111"/>
                </a:lnTo>
                <a:lnTo>
                  <a:pt x="11313" y="7111"/>
                </a:lnTo>
              </a:path>
              <a:path w="21600" h="21600">
                <a:moveTo>
                  <a:pt x="19961" y="7026"/>
                </a:moveTo>
                <a:lnTo>
                  <a:pt x="19979" y="7026"/>
                </a:lnTo>
                <a:lnTo>
                  <a:pt x="19979" y="7086"/>
                </a:lnTo>
                <a:lnTo>
                  <a:pt x="19961" y="7086"/>
                </a:lnTo>
              </a:path>
              <a:path w="21600" h="21600">
                <a:moveTo>
                  <a:pt x="9229" y="7026"/>
                </a:moveTo>
                <a:lnTo>
                  <a:pt x="9247" y="7026"/>
                </a:lnTo>
                <a:lnTo>
                  <a:pt x="9247" y="7086"/>
                </a:lnTo>
                <a:lnTo>
                  <a:pt x="9229" y="7086"/>
                </a:lnTo>
              </a:path>
              <a:path w="21600" h="21600">
                <a:moveTo>
                  <a:pt x="10746" y="6955"/>
                </a:moveTo>
                <a:lnTo>
                  <a:pt x="10760" y="6955"/>
                </a:lnTo>
                <a:lnTo>
                  <a:pt x="10760" y="7004"/>
                </a:lnTo>
                <a:lnTo>
                  <a:pt x="10746" y="7004"/>
                </a:lnTo>
              </a:path>
              <a:path w="21600" h="21600">
                <a:moveTo>
                  <a:pt x="13" y="6955"/>
                </a:moveTo>
                <a:lnTo>
                  <a:pt x="28" y="6955"/>
                </a:lnTo>
                <a:lnTo>
                  <a:pt x="28" y="7004"/>
                </a:lnTo>
                <a:lnTo>
                  <a:pt x="13" y="7004"/>
                </a:lnTo>
              </a:path>
              <a:path w="21600" h="21600">
                <a:moveTo>
                  <a:pt x="12092" y="6953"/>
                </a:moveTo>
                <a:lnTo>
                  <a:pt x="12103" y="6953"/>
                </a:lnTo>
                <a:lnTo>
                  <a:pt x="12103" y="6991"/>
                </a:lnTo>
                <a:lnTo>
                  <a:pt x="12092" y="6991"/>
                </a:lnTo>
              </a:path>
              <a:path w="21600" h="21600">
                <a:moveTo>
                  <a:pt x="16320" y="6946"/>
                </a:moveTo>
                <a:lnTo>
                  <a:pt x="16331" y="6946"/>
                </a:lnTo>
                <a:lnTo>
                  <a:pt x="16331" y="6983"/>
                </a:lnTo>
                <a:lnTo>
                  <a:pt x="16320" y="6983"/>
                </a:lnTo>
              </a:path>
              <a:path w="21600" h="21600">
                <a:moveTo>
                  <a:pt x="5588" y="6946"/>
                </a:moveTo>
                <a:lnTo>
                  <a:pt x="5599" y="6946"/>
                </a:lnTo>
                <a:lnTo>
                  <a:pt x="5599" y="6983"/>
                </a:lnTo>
                <a:lnTo>
                  <a:pt x="5588" y="6983"/>
                </a:lnTo>
              </a:path>
              <a:path w="21600" h="21600">
                <a:moveTo>
                  <a:pt x="2647" y="6781"/>
                </a:moveTo>
                <a:lnTo>
                  <a:pt x="2660" y="6781"/>
                </a:lnTo>
                <a:lnTo>
                  <a:pt x="2660" y="6824"/>
                </a:lnTo>
                <a:lnTo>
                  <a:pt x="2647" y="6824"/>
                </a:lnTo>
              </a:path>
              <a:path w="21600" h="21600">
                <a:moveTo>
                  <a:pt x="13380" y="6781"/>
                </a:moveTo>
                <a:lnTo>
                  <a:pt x="13393" y="6781"/>
                </a:lnTo>
                <a:lnTo>
                  <a:pt x="13393" y="6824"/>
                </a:lnTo>
                <a:lnTo>
                  <a:pt x="13380" y="6824"/>
                </a:lnTo>
              </a:path>
              <a:path w="21600" h="21600">
                <a:moveTo>
                  <a:pt x="7517" y="6771"/>
                </a:moveTo>
                <a:lnTo>
                  <a:pt x="7528" y="6771"/>
                </a:lnTo>
                <a:lnTo>
                  <a:pt x="7528" y="6807"/>
                </a:lnTo>
                <a:lnTo>
                  <a:pt x="7517" y="6807"/>
                </a:lnTo>
              </a:path>
              <a:path w="21600" h="21600">
                <a:moveTo>
                  <a:pt x="18249" y="6771"/>
                </a:moveTo>
                <a:lnTo>
                  <a:pt x="18260" y="6771"/>
                </a:lnTo>
                <a:lnTo>
                  <a:pt x="18260" y="6807"/>
                </a:lnTo>
                <a:lnTo>
                  <a:pt x="18249" y="6807"/>
                </a:lnTo>
              </a:path>
              <a:path w="21600" h="21600">
                <a:moveTo>
                  <a:pt x="10746" y="6771"/>
                </a:moveTo>
                <a:lnTo>
                  <a:pt x="10760" y="6771"/>
                </a:lnTo>
                <a:lnTo>
                  <a:pt x="10760" y="6815"/>
                </a:lnTo>
                <a:lnTo>
                  <a:pt x="10746" y="6815"/>
                </a:lnTo>
              </a:path>
              <a:path w="21600" h="21600">
                <a:moveTo>
                  <a:pt x="14" y="6771"/>
                </a:moveTo>
                <a:lnTo>
                  <a:pt x="27" y="6771"/>
                </a:lnTo>
                <a:lnTo>
                  <a:pt x="27" y="6815"/>
                </a:lnTo>
                <a:lnTo>
                  <a:pt x="14" y="6815"/>
                </a:lnTo>
              </a:path>
              <a:path w="21600" h="21600">
                <a:moveTo>
                  <a:pt x="4363" y="6714"/>
                </a:moveTo>
                <a:lnTo>
                  <a:pt x="4377" y="6714"/>
                </a:lnTo>
                <a:lnTo>
                  <a:pt x="4377" y="6759"/>
                </a:lnTo>
                <a:lnTo>
                  <a:pt x="4363" y="6759"/>
                </a:lnTo>
              </a:path>
              <a:path w="21600" h="21600">
                <a:moveTo>
                  <a:pt x="15096" y="6714"/>
                </a:moveTo>
                <a:lnTo>
                  <a:pt x="15109" y="6714"/>
                </a:lnTo>
                <a:lnTo>
                  <a:pt x="15109" y="6759"/>
                </a:lnTo>
                <a:lnTo>
                  <a:pt x="15096" y="6759"/>
                </a:lnTo>
              </a:path>
              <a:path w="21600" h="21600">
                <a:moveTo>
                  <a:pt x="8502" y="6705"/>
                </a:moveTo>
                <a:lnTo>
                  <a:pt x="8540" y="6705"/>
                </a:lnTo>
                <a:lnTo>
                  <a:pt x="8540" y="6833"/>
                </a:lnTo>
                <a:lnTo>
                  <a:pt x="8502" y="6833"/>
                </a:lnTo>
              </a:path>
              <a:path w="21600" h="21600">
                <a:moveTo>
                  <a:pt x="19234" y="6705"/>
                </a:moveTo>
                <a:lnTo>
                  <a:pt x="19273" y="6705"/>
                </a:lnTo>
                <a:lnTo>
                  <a:pt x="19273" y="6833"/>
                </a:lnTo>
                <a:lnTo>
                  <a:pt x="19234" y="6833"/>
                </a:lnTo>
              </a:path>
              <a:path w="21600" h="21600">
                <a:moveTo>
                  <a:pt x="11314" y="6696"/>
                </a:moveTo>
                <a:lnTo>
                  <a:pt x="11332" y="6696"/>
                </a:lnTo>
                <a:lnTo>
                  <a:pt x="11332" y="6757"/>
                </a:lnTo>
                <a:lnTo>
                  <a:pt x="11314" y="6757"/>
                </a:lnTo>
              </a:path>
              <a:path w="21600" h="21600">
                <a:moveTo>
                  <a:pt x="19961" y="6674"/>
                </a:moveTo>
                <a:lnTo>
                  <a:pt x="19979" y="6674"/>
                </a:lnTo>
                <a:lnTo>
                  <a:pt x="19979" y="6732"/>
                </a:lnTo>
                <a:lnTo>
                  <a:pt x="19961" y="6732"/>
                </a:lnTo>
              </a:path>
              <a:path w="21600" h="21600">
                <a:moveTo>
                  <a:pt x="9229" y="6674"/>
                </a:moveTo>
                <a:lnTo>
                  <a:pt x="9246" y="6674"/>
                </a:lnTo>
                <a:lnTo>
                  <a:pt x="9246" y="6732"/>
                </a:lnTo>
                <a:lnTo>
                  <a:pt x="9229" y="6732"/>
                </a:lnTo>
              </a:path>
              <a:path w="21600" h="21600">
                <a:moveTo>
                  <a:pt x="12092" y="6600"/>
                </a:moveTo>
                <a:lnTo>
                  <a:pt x="12103" y="6600"/>
                </a:lnTo>
                <a:lnTo>
                  <a:pt x="12103" y="6638"/>
                </a:lnTo>
                <a:lnTo>
                  <a:pt x="12092" y="6638"/>
                </a:lnTo>
              </a:path>
              <a:path w="21600" h="21600">
                <a:moveTo>
                  <a:pt x="5588" y="6593"/>
                </a:moveTo>
                <a:lnTo>
                  <a:pt x="5599" y="6593"/>
                </a:lnTo>
                <a:lnTo>
                  <a:pt x="5599" y="6629"/>
                </a:lnTo>
                <a:lnTo>
                  <a:pt x="5588" y="6629"/>
                </a:lnTo>
              </a:path>
              <a:path w="21600" h="21600">
                <a:moveTo>
                  <a:pt x="16320" y="6593"/>
                </a:moveTo>
                <a:lnTo>
                  <a:pt x="16331" y="6593"/>
                </a:lnTo>
                <a:lnTo>
                  <a:pt x="16331" y="6629"/>
                </a:lnTo>
                <a:lnTo>
                  <a:pt x="16320" y="6629"/>
                </a:lnTo>
              </a:path>
              <a:path w="21600" h="21600">
                <a:moveTo>
                  <a:pt x="14" y="6586"/>
                </a:moveTo>
                <a:lnTo>
                  <a:pt x="27" y="6586"/>
                </a:lnTo>
                <a:lnTo>
                  <a:pt x="27" y="6628"/>
                </a:lnTo>
                <a:lnTo>
                  <a:pt x="14" y="6628"/>
                </a:lnTo>
              </a:path>
              <a:path w="21600" h="21600">
                <a:moveTo>
                  <a:pt x="10747" y="6586"/>
                </a:moveTo>
                <a:lnTo>
                  <a:pt x="10759" y="6586"/>
                </a:lnTo>
                <a:lnTo>
                  <a:pt x="10759" y="6628"/>
                </a:lnTo>
                <a:lnTo>
                  <a:pt x="10747" y="6628"/>
                </a:lnTo>
              </a:path>
              <a:path w="21600" h="21600">
                <a:moveTo>
                  <a:pt x="13380" y="6428"/>
                </a:moveTo>
                <a:lnTo>
                  <a:pt x="13392" y="6428"/>
                </a:lnTo>
                <a:lnTo>
                  <a:pt x="13392" y="6470"/>
                </a:lnTo>
                <a:lnTo>
                  <a:pt x="13380" y="6470"/>
                </a:lnTo>
              </a:path>
              <a:path w="21600" h="21600">
                <a:moveTo>
                  <a:pt x="2648" y="6428"/>
                </a:moveTo>
                <a:lnTo>
                  <a:pt x="2660" y="6428"/>
                </a:lnTo>
                <a:lnTo>
                  <a:pt x="2660" y="6470"/>
                </a:lnTo>
                <a:lnTo>
                  <a:pt x="2648" y="6470"/>
                </a:lnTo>
              </a:path>
              <a:path w="21600" h="21600">
                <a:moveTo>
                  <a:pt x="18250" y="6419"/>
                </a:moveTo>
                <a:lnTo>
                  <a:pt x="18260" y="6419"/>
                </a:lnTo>
                <a:lnTo>
                  <a:pt x="18260" y="6453"/>
                </a:lnTo>
                <a:lnTo>
                  <a:pt x="18250" y="6453"/>
                </a:lnTo>
              </a:path>
              <a:path w="21600" h="21600">
                <a:moveTo>
                  <a:pt x="7517" y="6419"/>
                </a:moveTo>
                <a:lnTo>
                  <a:pt x="7527" y="6419"/>
                </a:lnTo>
                <a:lnTo>
                  <a:pt x="7527" y="6453"/>
                </a:lnTo>
                <a:lnTo>
                  <a:pt x="7517" y="6453"/>
                </a:lnTo>
              </a:path>
              <a:path w="21600" h="21600">
                <a:moveTo>
                  <a:pt x="10747" y="6402"/>
                </a:moveTo>
                <a:lnTo>
                  <a:pt x="10759" y="6402"/>
                </a:lnTo>
                <a:lnTo>
                  <a:pt x="10759" y="6439"/>
                </a:lnTo>
                <a:lnTo>
                  <a:pt x="10747" y="6439"/>
                </a:lnTo>
              </a:path>
              <a:path w="21600" h="21600">
                <a:moveTo>
                  <a:pt x="15" y="6402"/>
                </a:moveTo>
                <a:lnTo>
                  <a:pt x="26" y="6402"/>
                </a:lnTo>
                <a:lnTo>
                  <a:pt x="26" y="6439"/>
                </a:lnTo>
                <a:lnTo>
                  <a:pt x="15" y="6439"/>
                </a:lnTo>
              </a:path>
              <a:path w="21600" h="21600">
                <a:moveTo>
                  <a:pt x="15096" y="6362"/>
                </a:moveTo>
                <a:lnTo>
                  <a:pt x="15109" y="6362"/>
                </a:lnTo>
                <a:lnTo>
                  <a:pt x="15109" y="6405"/>
                </a:lnTo>
                <a:lnTo>
                  <a:pt x="15096" y="6405"/>
                </a:lnTo>
              </a:path>
              <a:path w="21600" h="21600">
                <a:moveTo>
                  <a:pt x="4363" y="6362"/>
                </a:moveTo>
                <a:lnTo>
                  <a:pt x="4376" y="6362"/>
                </a:lnTo>
                <a:lnTo>
                  <a:pt x="4376" y="6405"/>
                </a:lnTo>
                <a:lnTo>
                  <a:pt x="4363" y="6405"/>
                </a:lnTo>
              </a:path>
              <a:path w="21600" h="21600">
                <a:moveTo>
                  <a:pt x="11314" y="6344"/>
                </a:moveTo>
                <a:lnTo>
                  <a:pt x="11332" y="6344"/>
                </a:lnTo>
                <a:lnTo>
                  <a:pt x="11332" y="6403"/>
                </a:lnTo>
                <a:lnTo>
                  <a:pt x="11314" y="6403"/>
                </a:lnTo>
              </a:path>
              <a:path w="21600" h="21600">
                <a:moveTo>
                  <a:pt x="8502" y="6323"/>
                </a:moveTo>
                <a:lnTo>
                  <a:pt x="8539" y="6323"/>
                </a:lnTo>
                <a:lnTo>
                  <a:pt x="8539" y="6446"/>
                </a:lnTo>
                <a:lnTo>
                  <a:pt x="8502" y="6446"/>
                </a:lnTo>
              </a:path>
              <a:path w="21600" h="21600">
                <a:moveTo>
                  <a:pt x="19235" y="6323"/>
                </a:moveTo>
                <a:lnTo>
                  <a:pt x="19272" y="6323"/>
                </a:lnTo>
                <a:lnTo>
                  <a:pt x="19272" y="6446"/>
                </a:lnTo>
                <a:lnTo>
                  <a:pt x="19235" y="6446"/>
                </a:lnTo>
              </a:path>
              <a:path w="21600" h="21600">
                <a:moveTo>
                  <a:pt x="19962" y="6321"/>
                </a:moveTo>
                <a:lnTo>
                  <a:pt x="19979" y="6321"/>
                </a:lnTo>
                <a:lnTo>
                  <a:pt x="19979" y="6378"/>
                </a:lnTo>
                <a:lnTo>
                  <a:pt x="19962" y="6378"/>
                </a:lnTo>
              </a:path>
              <a:path w="21600" h="21600">
                <a:moveTo>
                  <a:pt x="9229" y="6321"/>
                </a:moveTo>
                <a:lnTo>
                  <a:pt x="9246" y="6321"/>
                </a:lnTo>
                <a:lnTo>
                  <a:pt x="9246" y="6378"/>
                </a:lnTo>
                <a:lnTo>
                  <a:pt x="9229" y="6378"/>
                </a:lnTo>
              </a:path>
              <a:path w="21600" h="21600">
                <a:moveTo>
                  <a:pt x="12092" y="6248"/>
                </a:moveTo>
                <a:lnTo>
                  <a:pt x="12103" y="6248"/>
                </a:lnTo>
                <a:lnTo>
                  <a:pt x="12103" y="6284"/>
                </a:lnTo>
                <a:lnTo>
                  <a:pt x="12092" y="6284"/>
                </a:lnTo>
              </a:path>
              <a:path w="21600" h="21600">
                <a:moveTo>
                  <a:pt x="5588" y="6241"/>
                </a:moveTo>
                <a:lnTo>
                  <a:pt x="5599" y="6241"/>
                </a:lnTo>
                <a:lnTo>
                  <a:pt x="5599" y="6275"/>
                </a:lnTo>
                <a:lnTo>
                  <a:pt x="5588" y="6275"/>
                </a:lnTo>
              </a:path>
              <a:path w="21600" h="21600">
                <a:moveTo>
                  <a:pt x="16321" y="6241"/>
                </a:moveTo>
                <a:lnTo>
                  <a:pt x="16331" y="6241"/>
                </a:lnTo>
                <a:lnTo>
                  <a:pt x="16331" y="6275"/>
                </a:lnTo>
                <a:lnTo>
                  <a:pt x="16321" y="6275"/>
                </a:lnTo>
              </a:path>
              <a:path w="21600" h="21600">
                <a:moveTo>
                  <a:pt x="10748" y="6218"/>
                </a:moveTo>
                <a:lnTo>
                  <a:pt x="10758" y="6218"/>
                </a:lnTo>
                <a:lnTo>
                  <a:pt x="10758" y="6251"/>
                </a:lnTo>
                <a:lnTo>
                  <a:pt x="10748" y="6251"/>
                </a:lnTo>
              </a:path>
              <a:path w="21600" h="21600">
                <a:moveTo>
                  <a:pt x="16" y="6218"/>
                </a:moveTo>
                <a:lnTo>
                  <a:pt x="26" y="6218"/>
                </a:lnTo>
                <a:lnTo>
                  <a:pt x="26" y="6251"/>
                </a:lnTo>
                <a:lnTo>
                  <a:pt x="16" y="6251"/>
                </a:lnTo>
              </a:path>
              <a:path w="21600" h="21600">
                <a:moveTo>
                  <a:pt x="13380" y="6076"/>
                </a:moveTo>
                <a:lnTo>
                  <a:pt x="13392" y="6076"/>
                </a:lnTo>
                <a:lnTo>
                  <a:pt x="13392" y="6116"/>
                </a:lnTo>
                <a:lnTo>
                  <a:pt x="13380" y="6116"/>
                </a:lnTo>
              </a:path>
              <a:path w="21600" h="21600">
                <a:moveTo>
                  <a:pt x="2648" y="6076"/>
                </a:moveTo>
                <a:lnTo>
                  <a:pt x="2660" y="6076"/>
                </a:lnTo>
                <a:lnTo>
                  <a:pt x="2660" y="6116"/>
                </a:lnTo>
                <a:lnTo>
                  <a:pt x="2648" y="6116"/>
                </a:lnTo>
              </a:path>
              <a:path w="21600" h="21600">
                <a:moveTo>
                  <a:pt x="7517" y="6066"/>
                </a:moveTo>
                <a:lnTo>
                  <a:pt x="7527" y="6066"/>
                </a:lnTo>
                <a:lnTo>
                  <a:pt x="7527" y="6099"/>
                </a:lnTo>
                <a:lnTo>
                  <a:pt x="7517" y="6099"/>
                </a:lnTo>
              </a:path>
              <a:path w="21600" h="21600">
                <a:moveTo>
                  <a:pt x="18250" y="6066"/>
                </a:moveTo>
                <a:lnTo>
                  <a:pt x="18260" y="6066"/>
                </a:lnTo>
                <a:lnTo>
                  <a:pt x="18260" y="6099"/>
                </a:lnTo>
                <a:lnTo>
                  <a:pt x="18250" y="6099"/>
                </a:lnTo>
              </a:path>
              <a:path w="21600" h="21600">
                <a:moveTo>
                  <a:pt x="16" y="6034"/>
                </a:moveTo>
                <a:lnTo>
                  <a:pt x="25" y="6034"/>
                </a:lnTo>
                <a:lnTo>
                  <a:pt x="25" y="6063"/>
                </a:lnTo>
                <a:lnTo>
                  <a:pt x="16" y="6063"/>
                </a:lnTo>
              </a:path>
              <a:path w="21600" h="21600">
                <a:moveTo>
                  <a:pt x="10749" y="6034"/>
                </a:moveTo>
                <a:lnTo>
                  <a:pt x="10757" y="6034"/>
                </a:lnTo>
                <a:lnTo>
                  <a:pt x="10757" y="6063"/>
                </a:lnTo>
                <a:lnTo>
                  <a:pt x="10749" y="6063"/>
                </a:lnTo>
              </a:path>
              <a:path w="21600" h="21600">
                <a:moveTo>
                  <a:pt x="4364" y="6010"/>
                </a:moveTo>
                <a:lnTo>
                  <a:pt x="4376" y="6010"/>
                </a:lnTo>
                <a:lnTo>
                  <a:pt x="4376" y="6051"/>
                </a:lnTo>
                <a:lnTo>
                  <a:pt x="4364" y="6051"/>
                </a:lnTo>
              </a:path>
              <a:path w="21600" h="21600">
                <a:moveTo>
                  <a:pt x="15096" y="6010"/>
                </a:moveTo>
                <a:lnTo>
                  <a:pt x="15109" y="6010"/>
                </a:lnTo>
                <a:lnTo>
                  <a:pt x="15109" y="6051"/>
                </a:lnTo>
                <a:lnTo>
                  <a:pt x="15096" y="6051"/>
                </a:lnTo>
              </a:path>
              <a:path w="21600" h="21600">
                <a:moveTo>
                  <a:pt x="11314" y="5991"/>
                </a:moveTo>
                <a:lnTo>
                  <a:pt x="11331" y="5991"/>
                </a:lnTo>
                <a:lnTo>
                  <a:pt x="11331" y="6049"/>
                </a:lnTo>
                <a:lnTo>
                  <a:pt x="11314" y="6049"/>
                </a:lnTo>
              </a:path>
              <a:path w="21600" h="21600">
                <a:moveTo>
                  <a:pt x="21576" y="5978"/>
                </a:moveTo>
                <a:lnTo>
                  <a:pt x="21600" y="5978"/>
                </a:lnTo>
                <a:lnTo>
                  <a:pt x="21600" y="6054"/>
                </a:lnTo>
                <a:lnTo>
                  <a:pt x="21576" y="6054"/>
                </a:lnTo>
              </a:path>
              <a:path w="21600" h="21600">
                <a:moveTo>
                  <a:pt x="19962" y="5969"/>
                </a:moveTo>
                <a:lnTo>
                  <a:pt x="19978" y="5969"/>
                </a:lnTo>
                <a:lnTo>
                  <a:pt x="19978" y="6024"/>
                </a:lnTo>
                <a:lnTo>
                  <a:pt x="19962" y="6024"/>
                </a:lnTo>
              </a:path>
              <a:path w="21600" h="21600">
                <a:moveTo>
                  <a:pt x="9229" y="5969"/>
                </a:moveTo>
                <a:lnTo>
                  <a:pt x="9246" y="5969"/>
                </a:lnTo>
                <a:lnTo>
                  <a:pt x="9246" y="6024"/>
                </a:lnTo>
                <a:lnTo>
                  <a:pt x="9229" y="6024"/>
                </a:lnTo>
              </a:path>
              <a:path w="21600" h="21600">
                <a:moveTo>
                  <a:pt x="8503" y="5940"/>
                </a:moveTo>
                <a:lnTo>
                  <a:pt x="8539" y="5940"/>
                </a:lnTo>
                <a:lnTo>
                  <a:pt x="8539" y="6060"/>
                </a:lnTo>
                <a:lnTo>
                  <a:pt x="8503" y="6060"/>
                </a:lnTo>
              </a:path>
              <a:path w="21600" h="21600">
                <a:moveTo>
                  <a:pt x="19235" y="5940"/>
                </a:moveTo>
                <a:lnTo>
                  <a:pt x="19271" y="5940"/>
                </a:lnTo>
                <a:lnTo>
                  <a:pt x="19271" y="6060"/>
                </a:lnTo>
                <a:lnTo>
                  <a:pt x="19235" y="6060"/>
                </a:lnTo>
              </a:path>
              <a:path w="21600" h="21600">
                <a:moveTo>
                  <a:pt x="12092" y="5895"/>
                </a:moveTo>
                <a:lnTo>
                  <a:pt x="12103" y="5895"/>
                </a:lnTo>
                <a:lnTo>
                  <a:pt x="12103" y="5929"/>
                </a:lnTo>
                <a:lnTo>
                  <a:pt x="12092" y="5929"/>
                </a:lnTo>
              </a:path>
              <a:path w="21600" h="21600">
                <a:moveTo>
                  <a:pt x="16321" y="5889"/>
                </a:moveTo>
                <a:lnTo>
                  <a:pt x="16331" y="5889"/>
                </a:lnTo>
                <a:lnTo>
                  <a:pt x="16331" y="5922"/>
                </a:lnTo>
                <a:lnTo>
                  <a:pt x="16321" y="5922"/>
                </a:lnTo>
              </a:path>
              <a:path w="21600" h="21600">
                <a:moveTo>
                  <a:pt x="5588" y="5889"/>
                </a:moveTo>
                <a:lnTo>
                  <a:pt x="5598" y="5889"/>
                </a:lnTo>
                <a:lnTo>
                  <a:pt x="5598" y="5922"/>
                </a:lnTo>
                <a:lnTo>
                  <a:pt x="5588" y="5922"/>
                </a:lnTo>
              </a:path>
              <a:path w="21600" h="21600">
                <a:moveTo>
                  <a:pt x="10749" y="5850"/>
                </a:moveTo>
                <a:lnTo>
                  <a:pt x="10757" y="5850"/>
                </a:lnTo>
                <a:lnTo>
                  <a:pt x="10757" y="5875"/>
                </a:lnTo>
                <a:lnTo>
                  <a:pt x="10749" y="5875"/>
                </a:lnTo>
              </a:path>
              <a:path w="21600" h="21600">
                <a:moveTo>
                  <a:pt x="17" y="5850"/>
                </a:moveTo>
                <a:lnTo>
                  <a:pt x="24" y="5850"/>
                </a:lnTo>
                <a:lnTo>
                  <a:pt x="24" y="5875"/>
                </a:lnTo>
                <a:lnTo>
                  <a:pt x="17" y="5875"/>
                </a:lnTo>
              </a:path>
              <a:path w="21600" h="21600">
                <a:moveTo>
                  <a:pt x="13380" y="5723"/>
                </a:moveTo>
                <a:lnTo>
                  <a:pt x="13392" y="5723"/>
                </a:lnTo>
                <a:lnTo>
                  <a:pt x="13392" y="5762"/>
                </a:lnTo>
                <a:lnTo>
                  <a:pt x="13380" y="5762"/>
                </a:lnTo>
              </a:path>
              <a:path w="21600" h="21600">
                <a:moveTo>
                  <a:pt x="2648" y="5723"/>
                </a:moveTo>
                <a:lnTo>
                  <a:pt x="2660" y="5723"/>
                </a:lnTo>
                <a:lnTo>
                  <a:pt x="2660" y="5762"/>
                </a:lnTo>
                <a:lnTo>
                  <a:pt x="2648" y="5762"/>
                </a:lnTo>
              </a:path>
              <a:path w="21600" h="21600">
                <a:moveTo>
                  <a:pt x="10750" y="5665"/>
                </a:moveTo>
                <a:lnTo>
                  <a:pt x="10756" y="5665"/>
                </a:lnTo>
                <a:lnTo>
                  <a:pt x="10756" y="5687"/>
                </a:lnTo>
                <a:lnTo>
                  <a:pt x="10750" y="5687"/>
                </a:lnTo>
              </a:path>
              <a:path w="21600" h="21600">
                <a:moveTo>
                  <a:pt x="17" y="5665"/>
                </a:moveTo>
                <a:lnTo>
                  <a:pt x="24" y="5665"/>
                </a:lnTo>
                <a:lnTo>
                  <a:pt x="24" y="5687"/>
                </a:lnTo>
                <a:lnTo>
                  <a:pt x="17" y="5687"/>
                </a:lnTo>
              </a:path>
              <a:path w="21600" h="21600">
                <a:moveTo>
                  <a:pt x="4364" y="5657"/>
                </a:moveTo>
                <a:lnTo>
                  <a:pt x="4376" y="5657"/>
                </a:lnTo>
                <a:lnTo>
                  <a:pt x="4376" y="5697"/>
                </a:lnTo>
                <a:lnTo>
                  <a:pt x="4364" y="5697"/>
                </a:lnTo>
              </a:path>
              <a:path w="21600" h="21600">
                <a:moveTo>
                  <a:pt x="15096" y="5657"/>
                </a:moveTo>
                <a:lnTo>
                  <a:pt x="15108" y="5657"/>
                </a:lnTo>
                <a:lnTo>
                  <a:pt x="15108" y="5697"/>
                </a:lnTo>
                <a:lnTo>
                  <a:pt x="15096" y="5697"/>
                </a:lnTo>
              </a:path>
              <a:path w="21600" h="21600">
                <a:moveTo>
                  <a:pt x="11314" y="5639"/>
                </a:moveTo>
                <a:lnTo>
                  <a:pt x="11331" y="5639"/>
                </a:lnTo>
                <a:lnTo>
                  <a:pt x="11331" y="5695"/>
                </a:lnTo>
                <a:lnTo>
                  <a:pt x="11314" y="5695"/>
                </a:lnTo>
              </a:path>
              <a:path w="21600" h="21600">
                <a:moveTo>
                  <a:pt x="19962" y="5617"/>
                </a:moveTo>
                <a:lnTo>
                  <a:pt x="19978" y="5617"/>
                </a:lnTo>
                <a:lnTo>
                  <a:pt x="19978" y="5670"/>
                </a:lnTo>
                <a:lnTo>
                  <a:pt x="19962" y="5670"/>
                </a:lnTo>
              </a:path>
              <a:path w="21600" h="21600">
                <a:moveTo>
                  <a:pt x="9230" y="5617"/>
                </a:moveTo>
                <a:lnTo>
                  <a:pt x="9246" y="5617"/>
                </a:lnTo>
                <a:lnTo>
                  <a:pt x="9246" y="5670"/>
                </a:lnTo>
                <a:lnTo>
                  <a:pt x="9230" y="5670"/>
                </a:lnTo>
              </a:path>
              <a:path w="21600" h="21600">
                <a:moveTo>
                  <a:pt x="21577" y="5595"/>
                </a:moveTo>
                <a:lnTo>
                  <a:pt x="21599" y="5595"/>
                </a:lnTo>
                <a:lnTo>
                  <a:pt x="21599" y="5668"/>
                </a:lnTo>
                <a:lnTo>
                  <a:pt x="21577" y="5668"/>
                </a:lnTo>
              </a:path>
              <a:path w="21600" h="21600">
                <a:moveTo>
                  <a:pt x="8503" y="5557"/>
                </a:moveTo>
                <a:lnTo>
                  <a:pt x="8538" y="5557"/>
                </a:lnTo>
                <a:lnTo>
                  <a:pt x="8538" y="5673"/>
                </a:lnTo>
                <a:lnTo>
                  <a:pt x="8503" y="5673"/>
                </a:lnTo>
              </a:path>
              <a:path w="21600" h="21600">
                <a:moveTo>
                  <a:pt x="19236" y="5557"/>
                </a:moveTo>
                <a:lnTo>
                  <a:pt x="19271" y="5557"/>
                </a:lnTo>
                <a:lnTo>
                  <a:pt x="19271" y="5673"/>
                </a:lnTo>
                <a:lnTo>
                  <a:pt x="19236" y="5673"/>
                </a:lnTo>
              </a:path>
              <a:path w="21600" h="21600">
                <a:moveTo>
                  <a:pt x="12093" y="5543"/>
                </a:moveTo>
                <a:lnTo>
                  <a:pt x="12103" y="5543"/>
                </a:lnTo>
                <a:lnTo>
                  <a:pt x="12103" y="5576"/>
                </a:lnTo>
                <a:lnTo>
                  <a:pt x="12093" y="5576"/>
                </a:lnTo>
              </a:path>
              <a:path w="21600" h="21600">
                <a:moveTo>
                  <a:pt x="10750" y="5481"/>
                </a:moveTo>
                <a:lnTo>
                  <a:pt x="10756" y="5481"/>
                </a:lnTo>
                <a:lnTo>
                  <a:pt x="10756" y="5499"/>
                </a:lnTo>
                <a:lnTo>
                  <a:pt x="10750" y="5499"/>
                </a:lnTo>
              </a:path>
              <a:path w="21600" h="21600">
                <a:moveTo>
                  <a:pt x="18" y="5481"/>
                </a:moveTo>
                <a:lnTo>
                  <a:pt x="23" y="5481"/>
                </a:lnTo>
                <a:lnTo>
                  <a:pt x="23" y="5499"/>
                </a:lnTo>
                <a:lnTo>
                  <a:pt x="18" y="5499"/>
                </a:lnTo>
              </a:path>
              <a:path w="21600" h="21600">
                <a:moveTo>
                  <a:pt x="13381" y="5371"/>
                </a:moveTo>
                <a:lnTo>
                  <a:pt x="13392" y="5371"/>
                </a:lnTo>
                <a:lnTo>
                  <a:pt x="13392" y="5408"/>
                </a:lnTo>
                <a:lnTo>
                  <a:pt x="13381" y="5408"/>
                </a:lnTo>
              </a:path>
              <a:path w="21600" h="21600">
                <a:moveTo>
                  <a:pt x="2648" y="5371"/>
                </a:moveTo>
                <a:lnTo>
                  <a:pt x="2659" y="5371"/>
                </a:lnTo>
                <a:lnTo>
                  <a:pt x="2659" y="5408"/>
                </a:lnTo>
                <a:lnTo>
                  <a:pt x="2648" y="5408"/>
                </a:lnTo>
              </a:path>
              <a:path w="21600" h="21600">
                <a:moveTo>
                  <a:pt x="4364" y="5305"/>
                </a:moveTo>
                <a:lnTo>
                  <a:pt x="4376" y="5305"/>
                </a:lnTo>
                <a:lnTo>
                  <a:pt x="4376" y="5343"/>
                </a:lnTo>
                <a:lnTo>
                  <a:pt x="4364" y="5343"/>
                </a:lnTo>
              </a:path>
              <a:path w="21600" h="21600">
                <a:moveTo>
                  <a:pt x="15097" y="5305"/>
                </a:moveTo>
                <a:lnTo>
                  <a:pt x="15108" y="5305"/>
                </a:lnTo>
                <a:lnTo>
                  <a:pt x="15108" y="5343"/>
                </a:lnTo>
                <a:lnTo>
                  <a:pt x="15097" y="5343"/>
                </a:lnTo>
              </a:path>
              <a:path w="21600" h="21600">
                <a:moveTo>
                  <a:pt x="11314" y="5286"/>
                </a:moveTo>
                <a:lnTo>
                  <a:pt x="11331" y="5286"/>
                </a:lnTo>
                <a:lnTo>
                  <a:pt x="11331" y="5341"/>
                </a:lnTo>
                <a:lnTo>
                  <a:pt x="11314" y="5341"/>
                </a:lnTo>
              </a:path>
              <a:path w="21600" h="21600">
                <a:moveTo>
                  <a:pt x="19962" y="5264"/>
                </a:moveTo>
                <a:lnTo>
                  <a:pt x="19978" y="5264"/>
                </a:lnTo>
                <a:lnTo>
                  <a:pt x="19978" y="5316"/>
                </a:lnTo>
                <a:lnTo>
                  <a:pt x="19962" y="5316"/>
                </a:lnTo>
              </a:path>
              <a:path w="21600" h="21600">
                <a:moveTo>
                  <a:pt x="9230" y="5264"/>
                </a:moveTo>
                <a:lnTo>
                  <a:pt x="9245" y="5264"/>
                </a:lnTo>
                <a:lnTo>
                  <a:pt x="9245" y="5316"/>
                </a:lnTo>
                <a:lnTo>
                  <a:pt x="9230" y="5316"/>
                </a:lnTo>
              </a:path>
              <a:path w="21600" h="21600">
                <a:moveTo>
                  <a:pt x="21578" y="5212"/>
                </a:moveTo>
                <a:lnTo>
                  <a:pt x="21598" y="5212"/>
                </a:lnTo>
                <a:lnTo>
                  <a:pt x="21598" y="5281"/>
                </a:lnTo>
                <a:lnTo>
                  <a:pt x="21578" y="5281"/>
                </a:lnTo>
              </a:path>
              <a:path w="21600" h="21600">
                <a:moveTo>
                  <a:pt x="8504" y="5174"/>
                </a:moveTo>
                <a:lnTo>
                  <a:pt x="8538" y="5174"/>
                </a:lnTo>
                <a:lnTo>
                  <a:pt x="8538" y="5286"/>
                </a:lnTo>
                <a:lnTo>
                  <a:pt x="8504" y="5286"/>
                </a:lnTo>
              </a:path>
              <a:path w="21600" h="21600">
                <a:moveTo>
                  <a:pt x="19236" y="5174"/>
                </a:moveTo>
                <a:lnTo>
                  <a:pt x="19270" y="5174"/>
                </a:lnTo>
                <a:lnTo>
                  <a:pt x="19270" y="5286"/>
                </a:lnTo>
                <a:lnTo>
                  <a:pt x="19236" y="5286"/>
                </a:lnTo>
              </a:path>
              <a:path w="21600" h="21600">
                <a:moveTo>
                  <a:pt x="13381" y="5018"/>
                </a:moveTo>
                <a:lnTo>
                  <a:pt x="13392" y="5018"/>
                </a:lnTo>
                <a:lnTo>
                  <a:pt x="13392" y="5054"/>
                </a:lnTo>
                <a:lnTo>
                  <a:pt x="13381" y="5054"/>
                </a:lnTo>
              </a:path>
              <a:path w="21600" h="21600">
                <a:moveTo>
                  <a:pt x="2648" y="5018"/>
                </a:moveTo>
                <a:lnTo>
                  <a:pt x="2659" y="5018"/>
                </a:lnTo>
                <a:lnTo>
                  <a:pt x="2659" y="5054"/>
                </a:lnTo>
                <a:lnTo>
                  <a:pt x="2648" y="5054"/>
                </a:lnTo>
              </a:path>
              <a:path w="21600" h="21600">
                <a:moveTo>
                  <a:pt x="4364" y="4952"/>
                </a:moveTo>
                <a:lnTo>
                  <a:pt x="4376" y="4952"/>
                </a:lnTo>
                <a:lnTo>
                  <a:pt x="4376" y="4990"/>
                </a:lnTo>
                <a:lnTo>
                  <a:pt x="4364" y="4990"/>
                </a:lnTo>
              </a:path>
              <a:path w="21600" h="21600">
                <a:moveTo>
                  <a:pt x="15097" y="4952"/>
                </a:moveTo>
                <a:lnTo>
                  <a:pt x="15108" y="4952"/>
                </a:lnTo>
                <a:lnTo>
                  <a:pt x="15108" y="4990"/>
                </a:lnTo>
                <a:lnTo>
                  <a:pt x="15097" y="4990"/>
                </a:lnTo>
              </a:path>
              <a:path w="21600" h="21600">
                <a:moveTo>
                  <a:pt x="11315" y="4934"/>
                </a:moveTo>
                <a:lnTo>
                  <a:pt x="11331" y="4934"/>
                </a:lnTo>
                <a:lnTo>
                  <a:pt x="11331" y="4988"/>
                </a:lnTo>
                <a:lnTo>
                  <a:pt x="11315" y="4988"/>
                </a:lnTo>
              </a:path>
              <a:path w="21600" h="21600">
                <a:moveTo>
                  <a:pt x="19963" y="4912"/>
                </a:moveTo>
                <a:lnTo>
                  <a:pt x="19978" y="4912"/>
                </a:lnTo>
                <a:lnTo>
                  <a:pt x="19978" y="4962"/>
                </a:lnTo>
                <a:lnTo>
                  <a:pt x="19963" y="4962"/>
                </a:lnTo>
              </a:path>
              <a:path w="21600" h="21600">
                <a:moveTo>
                  <a:pt x="9230" y="4912"/>
                </a:moveTo>
                <a:lnTo>
                  <a:pt x="9245" y="4912"/>
                </a:lnTo>
                <a:lnTo>
                  <a:pt x="9245" y="4962"/>
                </a:lnTo>
                <a:lnTo>
                  <a:pt x="9230" y="4962"/>
                </a:lnTo>
              </a:path>
              <a:path w="21600" h="21600">
                <a:moveTo>
                  <a:pt x="21578" y="4830"/>
                </a:moveTo>
                <a:lnTo>
                  <a:pt x="21598" y="4830"/>
                </a:lnTo>
                <a:lnTo>
                  <a:pt x="21598" y="4894"/>
                </a:lnTo>
                <a:lnTo>
                  <a:pt x="21578" y="4894"/>
                </a:lnTo>
              </a:path>
              <a:path w="21600" h="21600">
                <a:moveTo>
                  <a:pt x="8505" y="4792"/>
                </a:moveTo>
                <a:lnTo>
                  <a:pt x="8537" y="4792"/>
                </a:lnTo>
                <a:lnTo>
                  <a:pt x="8537" y="4900"/>
                </a:lnTo>
                <a:lnTo>
                  <a:pt x="8505" y="4900"/>
                </a:lnTo>
              </a:path>
              <a:path w="21600" h="21600">
                <a:moveTo>
                  <a:pt x="19237" y="4792"/>
                </a:moveTo>
                <a:lnTo>
                  <a:pt x="19270" y="4792"/>
                </a:lnTo>
                <a:lnTo>
                  <a:pt x="19270" y="4900"/>
                </a:lnTo>
                <a:lnTo>
                  <a:pt x="19237" y="4900"/>
                </a:lnTo>
              </a:path>
              <a:path w="21600" h="21600">
                <a:moveTo>
                  <a:pt x="2649" y="4666"/>
                </a:moveTo>
                <a:lnTo>
                  <a:pt x="2659" y="4666"/>
                </a:lnTo>
                <a:lnTo>
                  <a:pt x="2659" y="4700"/>
                </a:lnTo>
                <a:lnTo>
                  <a:pt x="2649" y="4700"/>
                </a:lnTo>
              </a:path>
              <a:path w="21600" h="21600">
                <a:moveTo>
                  <a:pt x="13381" y="4666"/>
                </a:moveTo>
                <a:lnTo>
                  <a:pt x="13391" y="4666"/>
                </a:lnTo>
                <a:lnTo>
                  <a:pt x="13391" y="4700"/>
                </a:lnTo>
                <a:lnTo>
                  <a:pt x="13381" y="4700"/>
                </a:lnTo>
              </a:path>
              <a:path w="21600" h="21600">
                <a:moveTo>
                  <a:pt x="4365" y="4600"/>
                </a:moveTo>
                <a:lnTo>
                  <a:pt x="4375" y="4600"/>
                </a:lnTo>
                <a:lnTo>
                  <a:pt x="4375" y="4635"/>
                </a:lnTo>
                <a:lnTo>
                  <a:pt x="4365" y="4635"/>
                </a:lnTo>
              </a:path>
              <a:path w="21600" h="21600">
                <a:moveTo>
                  <a:pt x="15097" y="4600"/>
                </a:moveTo>
                <a:lnTo>
                  <a:pt x="15108" y="4600"/>
                </a:lnTo>
                <a:lnTo>
                  <a:pt x="15108" y="4635"/>
                </a:lnTo>
                <a:lnTo>
                  <a:pt x="15097" y="4635"/>
                </a:lnTo>
              </a:path>
              <a:path w="21600" h="21600">
                <a:moveTo>
                  <a:pt x="11315" y="4582"/>
                </a:moveTo>
                <a:lnTo>
                  <a:pt x="11331" y="4582"/>
                </a:lnTo>
                <a:lnTo>
                  <a:pt x="11331" y="4634"/>
                </a:lnTo>
                <a:lnTo>
                  <a:pt x="11315" y="4634"/>
                </a:lnTo>
              </a:path>
              <a:path w="21600" h="21600">
                <a:moveTo>
                  <a:pt x="19963" y="4559"/>
                </a:moveTo>
                <a:lnTo>
                  <a:pt x="19978" y="4559"/>
                </a:lnTo>
                <a:lnTo>
                  <a:pt x="19978" y="4608"/>
                </a:lnTo>
                <a:lnTo>
                  <a:pt x="19963" y="4608"/>
                </a:lnTo>
              </a:path>
              <a:path w="21600" h="21600">
                <a:moveTo>
                  <a:pt x="9230" y="4559"/>
                </a:moveTo>
                <a:lnTo>
                  <a:pt x="9245" y="4559"/>
                </a:lnTo>
                <a:lnTo>
                  <a:pt x="9245" y="4608"/>
                </a:lnTo>
                <a:lnTo>
                  <a:pt x="9230" y="4608"/>
                </a:lnTo>
              </a:path>
              <a:path w="21600" h="21600">
                <a:moveTo>
                  <a:pt x="21579" y="4447"/>
                </a:moveTo>
                <a:lnTo>
                  <a:pt x="21597" y="4447"/>
                </a:lnTo>
                <a:lnTo>
                  <a:pt x="21597" y="4508"/>
                </a:lnTo>
                <a:lnTo>
                  <a:pt x="21579" y="4508"/>
                </a:lnTo>
              </a:path>
              <a:path w="21600" h="21600">
                <a:moveTo>
                  <a:pt x="8505" y="4409"/>
                </a:moveTo>
                <a:lnTo>
                  <a:pt x="8536" y="4409"/>
                </a:lnTo>
                <a:lnTo>
                  <a:pt x="8536" y="4513"/>
                </a:lnTo>
                <a:lnTo>
                  <a:pt x="8505" y="4513"/>
                </a:lnTo>
              </a:path>
              <a:path w="21600" h="21600">
                <a:moveTo>
                  <a:pt x="19238" y="4409"/>
                </a:moveTo>
                <a:lnTo>
                  <a:pt x="19269" y="4409"/>
                </a:lnTo>
                <a:lnTo>
                  <a:pt x="19269" y="4513"/>
                </a:lnTo>
                <a:lnTo>
                  <a:pt x="19238" y="4513"/>
                </a:lnTo>
              </a:path>
              <a:path w="21600" h="21600">
                <a:moveTo>
                  <a:pt x="2649" y="4314"/>
                </a:moveTo>
                <a:lnTo>
                  <a:pt x="2659" y="4314"/>
                </a:lnTo>
                <a:lnTo>
                  <a:pt x="2659" y="4347"/>
                </a:lnTo>
                <a:lnTo>
                  <a:pt x="2649" y="4347"/>
                </a:lnTo>
              </a:path>
              <a:path w="21600" h="21600">
                <a:moveTo>
                  <a:pt x="13381" y="4314"/>
                </a:moveTo>
                <a:lnTo>
                  <a:pt x="13391" y="4314"/>
                </a:lnTo>
                <a:lnTo>
                  <a:pt x="13391" y="4347"/>
                </a:lnTo>
                <a:lnTo>
                  <a:pt x="13381" y="4347"/>
                </a:lnTo>
              </a:path>
              <a:path w="21600" h="21600">
                <a:moveTo>
                  <a:pt x="4365" y="4247"/>
                </a:moveTo>
                <a:lnTo>
                  <a:pt x="4375" y="4247"/>
                </a:lnTo>
                <a:lnTo>
                  <a:pt x="4375" y="4282"/>
                </a:lnTo>
                <a:lnTo>
                  <a:pt x="4365" y="4282"/>
                </a:lnTo>
              </a:path>
              <a:path w="21600" h="21600">
                <a:moveTo>
                  <a:pt x="15097" y="4247"/>
                </a:moveTo>
                <a:lnTo>
                  <a:pt x="15108" y="4247"/>
                </a:lnTo>
                <a:lnTo>
                  <a:pt x="15108" y="4282"/>
                </a:lnTo>
                <a:lnTo>
                  <a:pt x="15097" y="4282"/>
                </a:lnTo>
              </a:path>
              <a:path w="21600" h="21600">
                <a:moveTo>
                  <a:pt x="11315" y="4229"/>
                </a:moveTo>
                <a:lnTo>
                  <a:pt x="11330" y="4229"/>
                </a:lnTo>
                <a:lnTo>
                  <a:pt x="11330" y="4279"/>
                </a:lnTo>
                <a:lnTo>
                  <a:pt x="11315" y="4279"/>
                </a:lnTo>
              </a:path>
              <a:path w="21600" h="21600">
                <a:moveTo>
                  <a:pt x="19963" y="4207"/>
                </a:moveTo>
                <a:lnTo>
                  <a:pt x="19977" y="4207"/>
                </a:lnTo>
                <a:lnTo>
                  <a:pt x="19977" y="4254"/>
                </a:lnTo>
                <a:lnTo>
                  <a:pt x="19963" y="4254"/>
                </a:lnTo>
              </a:path>
              <a:path w="21600" h="21600">
                <a:moveTo>
                  <a:pt x="9230" y="4207"/>
                </a:moveTo>
                <a:lnTo>
                  <a:pt x="9245" y="4207"/>
                </a:lnTo>
                <a:lnTo>
                  <a:pt x="9245" y="4254"/>
                </a:lnTo>
                <a:lnTo>
                  <a:pt x="9230" y="4254"/>
                </a:lnTo>
              </a:path>
              <a:path w="21600" h="21600">
                <a:moveTo>
                  <a:pt x="21579" y="4064"/>
                </a:moveTo>
                <a:lnTo>
                  <a:pt x="21597" y="4064"/>
                </a:lnTo>
                <a:lnTo>
                  <a:pt x="21597" y="4121"/>
                </a:lnTo>
                <a:lnTo>
                  <a:pt x="21579" y="4121"/>
                </a:lnTo>
              </a:path>
              <a:path w="21600" h="21600">
                <a:moveTo>
                  <a:pt x="8506" y="4026"/>
                </a:moveTo>
                <a:lnTo>
                  <a:pt x="8536" y="4026"/>
                </a:lnTo>
                <a:lnTo>
                  <a:pt x="8536" y="4126"/>
                </a:lnTo>
                <a:lnTo>
                  <a:pt x="8506" y="4126"/>
                </a:lnTo>
              </a:path>
              <a:path w="21600" h="21600">
                <a:moveTo>
                  <a:pt x="19238" y="4026"/>
                </a:moveTo>
                <a:lnTo>
                  <a:pt x="19268" y="4026"/>
                </a:lnTo>
                <a:lnTo>
                  <a:pt x="19268" y="4126"/>
                </a:lnTo>
                <a:lnTo>
                  <a:pt x="19238" y="4126"/>
                </a:lnTo>
              </a:path>
              <a:path w="21600" h="21600">
                <a:moveTo>
                  <a:pt x="4365" y="3895"/>
                </a:moveTo>
                <a:lnTo>
                  <a:pt x="4375" y="3895"/>
                </a:lnTo>
                <a:lnTo>
                  <a:pt x="4375" y="3928"/>
                </a:lnTo>
                <a:lnTo>
                  <a:pt x="4365" y="3928"/>
                </a:lnTo>
              </a:path>
              <a:path w="21600" h="21600">
                <a:moveTo>
                  <a:pt x="15097" y="3895"/>
                </a:moveTo>
                <a:lnTo>
                  <a:pt x="15107" y="3895"/>
                </a:lnTo>
                <a:lnTo>
                  <a:pt x="15107" y="3928"/>
                </a:lnTo>
                <a:lnTo>
                  <a:pt x="15097" y="3928"/>
                </a:lnTo>
              </a:path>
              <a:path w="21600" h="21600">
                <a:moveTo>
                  <a:pt x="11315" y="3877"/>
                </a:moveTo>
                <a:lnTo>
                  <a:pt x="11330" y="3877"/>
                </a:lnTo>
                <a:lnTo>
                  <a:pt x="11330" y="3926"/>
                </a:lnTo>
                <a:lnTo>
                  <a:pt x="11315" y="3926"/>
                </a:lnTo>
              </a:path>
              <a:path w="21600" h="21600">
                <a:moveTo>
                  <a:pt x="19963" y="3854"/>
                </a:moveTo>
                <a:lnTo>
                  <a:pt x="19977" y="3854"/>
                </a:lnTo>
                <a:lnTo>
                  <a:pt x="19977" y="3900"/>
                </a:lnTo>
                <a:lnTo>
                  <a:pt x="19963" y="3900"/>
                </a:lnTo>
              </a:path>
              <a:path w="21600" h="21600">
                <a:moveTo>
                  <a:pt x="9231" y="3854"/>
                </a:moveTo>
                <a:lnTo>
                  <a:pt x="9245" y="3854"/>
                </a:lnTo>
                <a:lnTo>
                  <a:pt x="9245" y="3900"/>
                </a:lnTo>
                <a:lnTo>
                  <a:pt x="9231" y="3900"/>
                </a:lnTo>
              </a:path>
              <a:path w="21600" h="21600">
                <a:moveTo>
                  <a:pt x="21580" y="3681"/>
                </a:moveTo>
                <a:lnTo>
                  <a:pt x="21596" y="3681"/>
                </a:lnTo>
                <a:lnTo>
                  <a:pt x="21596" y="3734"/>
                </a:lnTo>
                <a:lnTo>
                  <a:pt x="21580" y="3734"/>
                </a:lnTo>
              </a:path>
              <a:path w="21600" h="21600">
                <a:moveTo>
                  <a:pt x="8506" y="3643"/>
                </a:moveTo>
                <a:lnTo>
                  <a:pt x="8535" y="3643"/>
                </a:lnTo>
                <a:lnTo>
                  <a:pt x="8535" y="3740"/>
                </a:lnTo>
                <a:lnTo>
                  <a:pt x="8506" y="3740"/>
                </a:lnTo>
              </a:path>
              <a:path w="21600" h="21600">
                <a:moveTo>
                  <a:pt x="19239" y="3643"/>
                </a:moveTo>
                <a:lnTo>
                  <a:pt x="19268" y="3643"/>
                </a:lnTo>
                <a:lnTo>
                  <a:pt x="19268" y="3740"/>
                </a:lnTo>
                <a:lnTo>
                  <a:pt x="19239" y="3740"/>
                </a:lnTo>
              </a:path>
              <a:path w="21600" h="21600">
                <a:moveTo>
                  <a:pt x="11316" y="3524"/>
                </a:moveTo>
                <a:lnTo>
                  <a:pt x="11330" y="3524"/>
                </a:lnTo>
                <a:lnTo>
                  <a:pt x="11330" y="3572"/>
                </a:lnTo>
                <a:lnTo>
                  <a:pt x="11316" y="3572"/>
                </a:lnTo>
              </a:path>
              <a:path w="21600" h="21600">
                <a:moveTo>
                  <a:pt x="9231" y="3502"/>
                </a:moveTo>
                <a:lnTo>
                  <a:pt x="9244" y="3502"/>
                </a:lnTo>
                <a:lnTo>
                  <a:pt x="9244" y="3546"/>
                </a:lnTo>
                <a:lnTo>
                  <a:pt x="9231" y="3546"/>
                </a:lnTo>
              </a:path>
              <a:path w="21600" h="21600">
                <a:moveTo>
                  <a:pt x="19963" y="3502"/>
                </a:moveTo>
                <a:lnTo>
                  <a:pt x="19977" y="3502"/>
                </a:lnTo>
                <a:lnTo>
                  <a:pt x="19977" y="3546"/>
                </a:lnTo>
                <a:lnTo>
                  <a:pt x="19963" y="3546"/>
                </a:lnTo>
              </a:path>
              <a:path w="21600" h="21600">
                <a:moveTo>
                  <a:pt x="21581" y="3299"/>
                </a:moveTo>
                <a:lnTo>
                  <a:pt x="21595" y="3299"/>
                </a:lnTo>
                <a:lnTo>
                  <a:pt x="21595" y="3348"/>
                </a:lnTo>
                <a:lnTo>
                  <a:pt x="21581" y="3348"/>
                </a:lnTo>
              </a:path>
              <a:path w="21600" h="21600">
                <a:moveTo>
                  <a:pt x="8507" y="3261"/>
                </a:moveTo>
                <a:lnTo>
                  <a:pt x="8535" y="3261"/>
                </a:lnTo>
                <a:lnTo>
                  <a:pt x="8535" y="3353"/>
                </a:lnTo>
                <a:lnTo>
                  <a:pt x="8507" y="3353"/>
                </a:lnTo>
              </a:path>
              <a:path w="21600" h="21600">
                <a:moveTo>
                  <a:pt x="19239" y="3261"/>
                </a:moveTo>
                <a:lnTo>
                  <a:pt x="19267" y="3261"/>
                </a:lnTo>
                <a:lnTo>
                  <a:pt x="19267" y="3353"/>
                </a:lnTo>
                <a:lnTo>
                  <a:pt x="19239" y="3353"/>
                </a:lnTo>
              </a:path>
              <a:path w="21600" h="21600">
                <a:moveTo>
                  <a:pt x="11316" y="3172"/>
                </a:moveTo>
                <a:lnTo>
                  <a:pt x="11330" y="3172"/>
                </a:lnTo>
                <a:lnTo>
                  <a:pt x="11330" y="3218"/>
                </a:lnTo>
                <a:lnTo>
                  <a:pt x="11316" y="3218"/>
                </a:lnTo>
              </a:path>
              <a:path w="21600" h="21600">
                <a:moveTo>
                  <a:pt x="19964" y="3149"/>
                </a:moveTo>
                <a:lnTo>
                  <a:pt x="19977" y="3149"/>
                </a:lnTo>
                <a:lnTo>
                  <a:pt x="19977" y="3193"/>
                </a:lnTo>
                <a:lnTo>
                  <a:pt x="19964" y="3193"/>
                </a:lnTo>
              </a:path>
              <a:path w="21600" h="21600">
                <a:moveTo>
                  <a:pt x="9231" y="3149"/>
                </a:moveTo>
                <a:lnTo>
                  <a:pt x="9244" y="3149"/>
                </a:lnTo>
                <a:lnTo>
                  <a:pt x="9244" y="3193"/>
                </a:lnTo>
                <a:lnTo>
                  <a:pt x="9231" y="3193"/>
                </a:lnTo>
              </a:path>
              <a:path w="21600" h="21600">
                <a:moveTo>
                  <a:pt x="21581" y="2916"/>
                </a:moveTo>
                <a:lnTo>
                  <a:pt x="21595" y="2916"/>
                </a:lnTo>
                <a:lnTo>
                  <a:pt x="21595" y="2961"/>
                </a:lnTo>
                <a:lnTo>
                  <a:pt x="21581" y="2961"/>
                </a:lnTo>
              </a:path>
              <a:path w="21600" h="21600">
                <a:moveTo>
                  <a:pt x="8507" y="2878"/>
                </a:moveTo>
                <a:lnTo>
                  <a:pt x="8534" y="2878"/>
                </a:lnTo>
                <a:lnTo>
                  <a:pt x="8534" y="2966"/>
                </a:lnTo>
                <a:lnTo>
                  <a:pt x="8507" y="2966"/>
                </a:lnTo>
              </a:path>
              <a:path w="21600" h="21600">
                <a:moveTo>
                  <a:pt x="19240" y="2878"/>
                </a:moveTo>
                <a:lnTo>
                  <a:pt x="19267" y="2878"/>
                </a:lnTo>
                <a:lnTo>
                  <a:pt x="19267" y="2966"/>
                </a:lnTo>
                <a:lnTo>
                  <a:pt x="19240" y="2966"/>
                </a:lnTo>
              </a:path>
              <a:path w="21600" h="21600">
                <a:moveTo>
                  <a:pt x="11316" y="2819"/>
                </a:moveTo>
                <a:lnTo>
                  <a:pt x="11329" y="2819"/>
                </a:lnTo>
                <a:lnTo>
                  <a:pt x="11329" y="2864"/>
                </a:lnTo>
                <a:lnTo>
                  <a:pt x="11316" y="2864"/>
                </a:lnTo>
              </a:path>
              <a:path w="21600" h="21600">
                <a:moveTo>
                  <a:pt x="9231" y="2797"/>
                </a:moveTo>
                <a:lnTo>
                  <a:pt x="9244" y="2797"/>
                </a:lnTo>
                <a:lnTo>
                  <a:pt x="9244" y="2838"/>
                </a:lnTo>
                <a:lnTo>
                  <a:pt x="9231" y="2838"/>
                </a:lnTo>
              </a:path>
              <a:path w="21600" h="21600">
                <a:moveTo>
                  <a:pt x="19964" y="2797"/>
                </a:moveTo>
                <a:lnTo>
                  <a:pt x="19976" y="2797"/>
                </a:lnTo>
                <a:lnTo>
                  <a:pt x="19976" y="2838"/>
                </a:lnTo>
                <a:lnTo>
                  <a:pt x="19964" y="2838"/>
                </a:lnTo>
              </a:path>
              <a:path w="21600" h="21600">
                <a:moveTo>
                  <a:pt x="21582" y="2533"/>
                </a:moveTo>
                <a:lnTo>
                  <a:pt x="21594" y="2533"/>
                </a:lnTo>
                <a:lnTo>
                  <a:pt x="21594" y="2574"/>
                </a:lnTo>
                <a:lnTo>
                  <a:pt x="21582" y="2574"/>
                </a:lnTo>
              </a:path>
              <a:path w="21600" h="21600">
                <a:moveTo>
                  <a:pt x="8508" y="2495"/>
                </a:moveTo>
                <a:lnTo>
                  <a:pt x="8533" y="2495"/>
                </a:lnTo>
                <a:lnTo>
                  <a:pt x="8533" y="2580"/>
                </a:lnTo>
                <a:lnTo>
                  <a:pt x="8508" y="2580"/>
                </a:lnTo>
              </a:path>
              <a:path w="21600" h="21600">
                <a:moveTo>
                  <a:pt x="19241" y="2495"/>
                </a:moveTo>
                <a:lnTo>
                  <a:pt x="19266" y="2495"/>
                </a:lnTo>
                <a:lnTo>
                  <a:pt x="19266" y="2580"/>
                </a:lnTo>
                <a:lnTo>
                  <a:pt x="19241" y="2580"/>
                </a:lnTo>
              </a:path>
              <a:path w="21600" h="21600">
                <a:moveTo>
                  <a:pt x="11316" y="2467"/>
                </a:moveTo>
                <a:lnTo>
                  <a:pt x="11329" y="2467"/>
                </a:lnTo>
                <a:lnTo>
                  <a:pt x="11329" y="2510"/>
                </a:lnTo>
                <a:lnTo>
                  <a:pt x="11316" y="2510"/>
                </a:lnTo>
              </a:path>
              <a:path w="21600" h="21600">
                <a:moveTo>
                  <a:pt x="9232" y="2444"/>
                </a:moveTo>
                <a:lnTo>
                  <a:pt x="9244" y="2444"/>
                </a:lnTo>
                <a:lnTo>
                  <a:pt x="9244" y="2485"/>
                </a:lnTo>
                <a:lnTo>
                  <a:pt x="9232" y="2485"/>
                </a:lnTo>
              </a:path>
              <a:path w="21600" h="21600">
                <a:moveTo>
                  <a:pt x="19964" y="2444"/>
                </a:moveTo>
                <a:lnTo>
                  <a:pt x="19976" y="2444"/>
                </a:lnTo>
                <a:lnTo>
                  <a:pt x="19976" y="2485"/>
                </a:lnTo>
                <a:lnTo>
                  <a:pt x="19964" y="2485"/>
                </a:lnTo>
              </a:path>
              <a:path w="21600" h="21600">
                <a:moveTo>
                  <a:pt x="21582" y="2151"/>
                </a:moveTo>
                <a:lnTo>
                  <a:pt x="21594" y="2151"/>
                </a:lnTo>
                <a:lnTo>
                  <a:pt x="21594" y="2188"/>
                </a:lnTo>
                <a:lnTo>
                  <a:pt x="21582" y="2188"/>
                </a:lnTo>
              </a:path>
              <a:path w="21600" h="21600">
                <a:moveTo>
                  <a:pt x="11316" y="2114"/>
                </a:moveTo>
                <a:lnTo>
                  <a:pt x="11329" y="2114"/>
                </a:lnTo>
                <a:lnTo>
                  <a:pt x="11329" y="2156"/>
                </a:lnTo>
                <a:lnTo>
                  <a:pt x="11316" y="2156"/>
                </a:lnTo>
              </a:path>
              <a:path w="21600" h="21600">
                <a:moveTo>
                  <a:pt x="8509" y="2113"/>
                </a:moveTo>
                <a:lnTo>
                  <a:pt x="8533" y="2113"/>
                </a:lnTo>
                <a:lnTo>
                  <a:pt x="8533" y="2193"/>
                </a:lnTo>
                <a:lnTo>
                  <a:pt x="8509" y="2193"/>
                </a:lnTo>
              </a:path>
              <a:path w="21600" h="21600">
                <a:moveTo>
                  <a:pt x="19241" y="2113"/>
                </a:moveTo>
                <a:lnTo>
                  <a:pt x="19265" y="2113"/>
                </a:lnTo>
                <a:lnTo>
                  <a:pt x="19265" y="2193"/>
                </a:lnTo>
                <a:lnTo>
                  <a:pt x="19241" y="2193"/>
                </a:lnTo>
              </a:path>
              <a:path w="21600" h="21600">
                <a:moveTo>
                  <a:pt x="9232" y="2092"/>
                </a:moveTo>
                <a:lnTo>
                  <a:pt x="9243" y="2092"/>
                </a:lnTo>
                <a:lnTo>
                  <a:pt x="9243" y="2131"/>
                </a:lnTo>
                <a:lnTo>
                  <a:pt x="9232" y="2131"/>
                </a:lnTo>
              </a:path>
              <a:path w="21600" h="21600">
                <a:moveTo>
                  <a:pt x="19964" y="2092"/>
                </a:moveTo>
                <a:lnTo>
                  <a:pt x="19976" y="2092"/>
                </a:lnTo>
                <a:lnTo>
                  <a:pt x="19976" y="2131"/>
                </a:lnTo>
                <a:lnTo>
                  <a:pt x="19964" y="2131"/>
                </a:lnTo>
              </a:path>
              <a:path w="21600" h="21600">
                <a:moveTo>
                  <a:pt x="21583" y="1768"/>
                </a:moveTo>
                <a:lnTo>
                  <a:pt x="21593" y="1768"/>
                </a:lnTo>
                <a:lnTo>
                  <a:pt x="21593" y="1801"/>
                </a:lnTo>
                <a:lnTo>
                  <a:pt x="21583" y="1801"/>
                </a:lnTo>
              </a:path>
              <a:path w="21600" h="21600">
                <a:moveTo>
                  <a:pt x="11317" y="1762"/>
                </a:moveTo>
                <a:lnTo>
                  <a:pt x="11329" y="1762"/>
                </a:lnTo>
                <a:lnTo>
                  <a:pt x="11329" y="1802"/>
                </a:lnTo>
                <a:lnTo>
                  <a:pt x="11317" y="1802"/>
                </a:lnTo>
              </a:path>
              <a:path w="21600" h="21600">
                <a:moveTo>
                  <a:pt x="9232" y="1740"/>
                </a:moveTo>
                <a:lnTo>
                  <a:pt x="9243" y="1740"/>
                </a:lnTo>
                <a:lnTo>
                  <a:pt x="9243" y="1777"/>
                </a:lnTo>
                <a:lnTo>
                  <a:pt x="9232" y="1777"/>
                </a:lnTo>
              </a:path>
              <a:path w="21600" h="21600">
                <a:moveTo>
                  <a:pt x="19965" y="1740"/>
                </a:moveTo>
                <a:lnTo>
                  <a:pt x="19976" y="1740"/>
                </a:lnTo>
                <a:lnTo>
                  <a:pt x="19976" y="1777"/>
                </a:lnTo>
                <a:lnTo>
                  <a:pt x="19965" y="1777"/>
                </a:lnTo>
              </a:path>
              <a:path w="21600" h="21600">
                <a:moveTo>
                  <a:pt x="11317" y="1409"/>
                </a:moveTo>
                <a:lnTo>
                  <a:pt x="11329" y="1409"/>
                </a:lnTo>
                <a:lnTo>
                  <a:pt x="11329" y="1448"/>
                </a:lnTo>
                <a:lnTo>
                  <a:pt x="11317" y="1448"/>
                </a:lnTo>
              </a:path>
              <a:path w="21600" h="21600">
                <a:moveTo>
                  <a:pt x="9232" y="1387"/>
                </a:moveTo>
                <a:lnTo>
                  <a:pt x="9243" y="1387"/>
                </a:lnTo>
                <a:lnTo>
                  <a:pt x="9243" y="1423"/>
                </a:lnTo>
                <a:lnTo>
                  <a:pt x="9232" y="1423"/>
                </a:lnTo>
              </a:path>
              <a:path w="21600" h="21600">
                <a:moveTo>
                  <a:pt x="19965" y="1387"/>
                </a:moveTo>
                <a:lnTo>
                  <a:pt x="19976" y="1387"/>
                </a:lnTo>
                <a:lnTo>
                  <a:pt x="19976" y="1423"/>
                </a:lnTo>
                <a:lnTo>
                  <a:pt x="19965" y="1423"/>
                </a:lnTo>
              </a:path>
              <a:path w="21600" h="21600">
                <a:moveTo>
                  <a:pt x="21584" y="1385"/>
                </a:moveTo>
                <a:lnTo>
                  <a:pt x="21592" y="1385"/>
                </a:lnTo>
                <a:lnTo>
                  <a:pt x="21592" y="1414"/>
                </a:lnTo>
                <a:lnTo>
                  <a:pt x="21584" y="1414"/>
                </a:lnTo>
              </a:path>
              <a:path w="21600" h="21600">
                <a:moveTo>
                  <a:pt x="11317" y="1057"/>
                </a:moveTo>
                <a:lnTo>
                  <a:pt x="11328" y="1057"/>
                </a:lnTo>
                <a:lnTo>
                  <a:pt x="11328" y="1094"/>
                </a:lnTo>
                <a:lnTo>
                  <a:pt x="11317" y="1094"/>
                </a:lnTo>
              </a:path>
              <a:path w="21600" h="21600">
                <a:moveTo>
                  <a:pt x="9232" y="1035"/>
                </a:moveTo>
                <a:lnTo>
                  <a:pt x="9243" y="1035"/>
                </a:lnTo>
                <a:lnTo>
                  <a:pt x="9243" y="1069"/>
                </a:lnTo>
                <a:lnTo>
                  <a:pt x="9232" y="1069"/>
                </a:lnTo>
              </a:path>
              <a:path w="21600" h="21600">
                <a:moveTo>
                  <a:pt x="19965" y="1034"/>
                </a:moveTo>
                <a:lnTo>
                  <a:pt x="19975" y="1034"/>
                </a:lnTo>
                <a:lnTo>
                  <a:pt x="19975" y="1069"/>
                </a:lnTo>
                <a:lnTo>
                  <a:pt x="19965" y="1069"/>
                </a:lnTo>
              </a:path>
              <a:path w="21600" h="21600">
                <a:moveTo>
                  <a:pt x="21584" y="1002"/>
                </a:moveTo>
                <a:lnTo>
                  <a:pt x="21592" y="1002"/>
                </a:lnTo>
                <a:lnTo>
                  <a:pt x="21592" y="1028"/>
                </a:lnTo>
                <a:lnTo>
                  <a:pt x="21584" y="1028"/>
                </a:lnTo>
              </a:path>
              <a:path w="21600" h="21600">
                <a:moveTo>
                  <a:pt x="11317" y="705"/>
                </a:moveTo>
                <a:lnTo>
                  <a:pt x="11328" y="705"/>
                </a:lnTo>
                <a:lnTo>
                  <a:pt x="11328" y="740"/>
                </a:lnTo>
                <a:lnTo>
                  <a:pt x="11317" y="740"/>
                </a:lnTo>
              </a:path>
              <a:path w="21600" h="21600">
                <a:moveTo>
                  <a:pt x="9233" y="682"/>
                </a:moveTo>
                <a:lnTo>
                  <a:pt x="9243" y="682"/>
                </a:lnTo>
                <a:lnTo>
                  <a:pt x="9243" y="715"/>
                </a:lnTo>
                <a:lnTo>
                  <a:pt x="9233" y="715"/>
                </a:lnTo>
              </a:path>
              <a:path w="21600" h="21600">
                <a:moveTo>
                  <a:pt x="19965" y="682"/>
                </a:moveTo>
                <a:lnTo>
                  <a:pt x="19975" y="682"/>
                </a:lnTo>
                <a:lnTo>
                  <a:pt x="19975" y="715"/>
                </a:lnTo>
                <a:lnTo>
                  <a:pt x="19965" y="715"/>
                </a:lnTo>
              </a:path>
              <a:path w="21600" h="21600">
                <a:moveTo>
                  <a:pt x="21585" y="620"/>
                </a:moveTo>
                <a:lnTo>
                  <a:pt x="21591" y="620"/>
                </a:lnTo>
                <a:lnTo>
                  <a:pt x="21591" y="641"/>
                </a:lnTo>
                <a:lnTo>
                  <a:pt x="21585" y="641"/>
                </a:lnTo>
              </a:path>
              <a:path w="21600" h="21600">
                <a:moveTo>
                  <a:pt x="11318" y="352"/>
                </a:moveTo>
                <a:lnTo>
                  <a:pt x="11328" y="352"/>
                </a:lnTo>
                <a:lnTo>
                  <a:pt x="11328" y="386"/>
                </a:lnTo>
                <a:lnTo>
                  <a:pt x="11318" y="386"/>
                </a:lnTo>
              </a:path>
              <a:path w="21600" h="21600">
                <a:moveTo>
                  <a:pt x="21585" y="237"/>
                </a:moveTo>
                <a:lnTo>
                  <a:pt x="21591" y="237"/>
                </a:lnTo>
                <a:lnTo>
                  <a:pt x="21591" y="254"/>
                </a:lnTo>
                <a:lnTo>
                  <a:pt x="21585" y="254"/>
                </a:lnTo>
              </a:path>
              <a:path w="21600" h="21600">
                <a:moveTo>
                  <a:pt x="11318" y="0"/>
                </a:moveTo>
                <a:lnTo>
                  <a:pt x="11328" y="0"/>
                </a:lnTo>
                <a:lnTo>
                  <a:pt x="11328" y="32"/>
                </a:lnTo>
                <a:lnTo>
                  <a:pt x="11318" y="32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  <p:sp>
        <p:nvSpPr>
          <p:cNvPr id="1048894" name="曲线"/>
          <p:cNvSpPr/>
          <p:nvPr/>
        </p:nvSpPr>
        <p:spPr>
          <a:xfrm rot="0" flipV="1">
            <a:off x="-1" y="5843587"/>
            <a:ext cx="808804" cy="1014412"/>
          </a:xfrm>
          <a:custGeom>
            <a:avLst/>
            <a:gdLst>
              <a:gd name="T1" fmla="*/ 0 w 21600"/>
              <a:gd name="T2" fmla="*/ -21600 h 21600"/>
              <a:gd name="T3" fmla="*/ 21600 w 21600"/>
              <a:gd name="T4" fmla="*/ 0 h 21600"/>
            </a:gdLst>
            <a:ahLst/>
            <a:rect l="T1" t="T2" r="T3" b="T4"/>
            <a:pathLst>
              <a:path w="21600" h="21600">
                <a:moveTo>
                  <a:pt x="0" y="21600"/>
                </a:moveTo>
                <a:cubicBezTo>
                  <a:pt x="200" y="20826"/>
                  <a:pt x="487" y="20048"/>
                  <a:pt x="914" y="19254"/>
                </a:cubicBezTo>
                <a:cubicBezTo>
                  <a:pt x="2734" y="15866"/>
                  <a:pt x="6076" y="13486"/>
                  <a:pt x="9933" y="11563"/>
                </a:cubicBezTo>
                <a:cubicBezTo>
                  <a:pt x="14378" y="9346"/>
                  <a:pt x="19125" y="7721"/>
                  <a:pt x="20901" y="3434"/>
                </a:cubicBezTo>
                <a:cubicBezTo>
                  <a:pt x="21306" y="2459"/>
                  <a:pt x="21565" y="1253"/>
                  <a:pt x="21600" y="0"/>
                </a:cubicBezTo>
                <a:lnTo>
                  <a:pt x="14817" y="0"/>
                </a:lnTo>
                <a:lnTo>
                  <a:pt x="14910" y="448"/>
                </a:lnTo>
                <a:lnTo>
                  <a:pt x="14817" y="1"/>
                </a:lnTo>
                <a:lnTo>
                  <a:pt x="13338" y="1"/>
                </a:lnTo>
                <a:lnTo>
                  <a:pt x="13336" y="1"/>
                </a:lnTo>
                <a:lnTo>
                  <a:pt x="0" y="1"/>
                </a:lnTo>
                <a:lnTo>
                  <a:pt x="0" y="8897"/>
                </a:lnTo>
                <a:cubicBezTo>
                  <a:pt x="2866" y="8219"/>
                  <a:pt x="6095" y="7890"/>
                  <a:pt x="8658" y="6899"/>
                </a:cubicBezTo>
                <a:cubicBezTo>
                  <a:pt x="6095" y="7890"/>
                  <a:pt x="2866" y="8219"/>
                  <a:pt x="0" y="8897"/>
                </a:cubicBezTo>
                <a:lnTo>
                  <a:pt x="0" y="14094"/>
                </a:lnTo>
                <a:lnTo>
                  <a:pt x="0" y="14094"/>
                </a:lnTo>
                <a:close/>
              </a:path>
            </a:pathLst>
          </a:custGeom>
          <a:gradFill rotWithShape="1">
            <a:gsLst>
              <a:gs pos="0">
                <a:srgbClr val="FF7E00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25A305">
                  <a:alpha val="100000"/>
                </a:srgbClr>
              </a:gs>
            </a:gsLst>
            <a:lin ang="0" scaled="1"/>
          </a:gradFill>
          <a:ln w="15725" cap="rnd" cmpd="sng">
            <a:noFill/>
            <a:prstDash val="solid"/>
            <a:round/>
          </a:ln>
        </p:spPr>
      </p:sp>
      <p:sp>
        <p:nvSpPr>
          <p:cNvPr id="1048895" name="曲线"/>
          <p:cNvSpPr/>
          <p:nvPr/>
        </p:nvSpPr>
        <p:spPr>
          <a:xfrm rot="0" flipH="1" flipV="1">
            <a:off x="11383196" y="5843587"/>
            <a:ext cx="808804" cy="1014412"/>
          </a:xfrm>
          <a:custGeom>
            <a:avLst/>
            <a:gdLst>
              <a:gd name="T1" fmla="*/ 0 w 21600"/>
              <a:gd name="T2" fmla="*/ -21600 h 21600"/>
              <a:gd name="T3" fmla="*/ 21600 w 21600"/>
              <a:gd name="T4" fmla="*/ 0 h 21600"/>
            </a:gdLst>
            <a:ahLst/>
            <a:rect l="T1" t="T2" r="T3" b="T4"/>
            <a:pathLst>
              <a:path w="21600" h="21600">
                <a:moveTo>
                  <a:pt x="0" y="21600"/>
                </a:moveTo>
                <a:cubicBezTo>
                  <a:pt x="200" y="20826"/>
                  <a:pt x="487" y="20048"/>
                  <a:pt x="914" y="19254"/>
                </a:cubicBezTo>
                <a:cubicBezTo>
                  <a:pt x="2734" y="15866"/>
                  <a:pt x="6076" y="13486"/>
                  <a:pt x="9933" y="11563"/>
                </a:cubicBezTo>
                <a:cubicBezTo>
                  <a:pt x="14378" y="9346"/>
                  <a:pt x="19125" y="7721"/>
                  <a:pt x="20901" y="3434"/>
                </a:cubicBezTo>
                <a:cubicBezTo>
                  <a:pt x="21306" y="2459"/>
                  <a:pt x="21565" y="1253"/>
                  <a:pt x="21600" y="0"/>
                </a:cubicBezTo>
                <a:lnTo>
                  <a:pt x="14817" y="0"/>
                </a:lnTo>
                <a:lnTo>
                  <a:pt x="14910" y="448"/>
                </a:lnTo>
                <a:lnTo>
                  <a:pt x="14817" y="1"/>
                </a:lnTo>
                <a:lnTo>
                  <a:pt x="13338" y="1"/>
                </a:lnTo>
                <a:lnTo>
                  <a:pt x="13336" y="1"/>
                </a:lnTo>
                <a:lnTo>
                  <a:pt x="0" y="1"/>
                </a:lnTo>
                <a:lnTo>
                  <a:pt x="0" y="8897"/>
                </a:lnTo>
                <a:cubicBezTo>
                  <a:pt x="2866" y="8219"/>
                  <a:pt x="6095" y="7890"/>
                  <a:pt x="8658" y="6899"/>
                </a:cubicBezTo>
                <a:cubicBezTo>
                  <a:pt x="6095" y="7890"/>
                  <a:pt x="2866" y="8219"/>
                  <a:pt x="0" y="8897"/>
                </a:cubicBezTo>
                <a:lnTo>
                  <a:pt x="0" y="14094"/>
                </a:lnTo>
                <a:lnTo>
                  <a:pt x="0" y="14094"/>
                </a:lnTo>
                <a:close/>
              </a:path>
            </a:pathLst>
          </a:custGeom>
          <a:gradFill rotWithShape="1">
            <a:gsLst>
              <a:gs pos="0">
                <a:srgbClr val="FF7E00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25A305">
                  <a:alpha val="100000"/>
                </a:srgbClr>
              </a:gs>
            </a:gsLst>
            <a:lin ang="0" scaled="1"/>
          </a:gradFill>
          <a:ln w="15725" cap="rnd" cmpd="sng">
            <a:noFill/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5" name="曲线"/>
          <p:cNvSpPr/>
          <p:nvPr/>
        </p:nvSpPr>
        <p:spPr>
          <a:xfrm rot="0">
            <a:off x="23409" y="1409977"/>
            <a:ext cx="12145183" cy="494002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4168" y="21482"/>
                </a:moveTo>
                <a:lnTo>
                  <a:pt x="14217" y="21482"/>
                </a:lnTo>
                <a:lnTo>
                  <a:pt x="14217" y="21582"/>
                </a:lnTo>
                <a:lnTo>
                  <a:pt x="14168" y="21582"/>
                </a:lnTo>
              </a:path>
              <a:path w="21600" h="21600">
                <a:moveTo>
                  <a:pt x="19734" y="21482"/>
                </a:moveTo>
                <a:lnTo>
                  <a:pt x="19791" y="21482"/>
                </a:lnTo>
                <a:lnTo>
                  <a:pt x="19791" y="21598"/>
                </a:lnTo>
                <a:lnTo>
                  <a:pt x="19734" y="21598"/>
                </a:lnTo>
              </a:path>
              <a:path w="21600" h="21600">
                <a:moveTo>
                  <a:pt x="18979" y="21482"/>
                </a:moveTo>
                <a:lnTo>
                  <a:pt x="19036" y="21482"/>
                </a:lnTo>
                <a:lnTo>
                  <a:pt x="19036" y="21598"/>
                </a:lnTo>
                <a:lnTo>
                  <a:pt x="18979" y="21598"/>
                </a:lnTo>
              </a:path>
              <a:path w="21600" h="21600">
                <a:moveTo>
                  <a:pt x="14315" y="21482"/>
                </a:moveTo>
                <a:lnTo>
                  <a:pt x="14372" y="21482"/>
                </a:lnTo>
                <a:lnTo>
                  <a:pt x="14372" y="21598"/>
                </a:lnTo>
                <a:lnTo>
                  <a:pt x="14315" y="21598"/>
                </a:lnTo>
              </a:path>
              <a:path w="21600" h="21600">
                <a:moveTo>
                  <a:pt x="13560" y="21482"/>
                </a:moveTo>
                <a:lnTo>
                  <a:pt x="13617" y="21482"/>
                </a:lnTo>
                <a:lnTo>
                  <a:pt x="13617" y="21598"/>
                </a:lnTo>
                <a:lnTo>
                  <a:pt x="13560" y="21598"/>
                </a:lnTo>
              </a:path>
              <a:path w="21600" h="21600">
                <a:moveTo>
                  <a:pt x="1808" y="21482"/>
                </a:moveTo>
                <a:lnTo>
                  <a:pt x="1865" y="21482"/>
                </a:lnTo>
                <a:lnTo>
                  <a:pt x="1865" y="21598"/>
                </a:lnTo>
                <a:lnTo>
                  <a:pt x="1808" y="21598"/>
                </a:lnTo>
              </a:path>
              <a:path w="21600" h="21600">
                <a:moveTo>
                  <a:pt x="20941" y="21479"/>
                </a:moveTo>
                <a:lnTo>
                  <a:pt x="21000" y="21479"/>
                </a:lnTo>
                <a:lnTo>
                  <a:pt x="21000" y="21600"/>
                </a:lnTo>
                <a:lnTo>
                  <a:pt x="20941" y="21600"/>
                </a:lnTo>
              </a:path>
              <a:path w="21600" h="21600">
                <a:moveTo>
                  <a:pt x="18228" y="21479"/>
                </a:moveTo>
                <a:lnTo>
                  <a:pt x="18286" y="21479"/>
                </a:lnTo>
                <a:lnTo>
                  <a:pt x="18286" y="21600"/>
                </a:lnTo>
                <a:lnTo>
                  <a:pt x="18228" y="21600"/>
                </a:lnTo>
              </a:path>
              <a:path w="21600" h="21600">
                <a:moveTo>
                  <a:pt x="15522" y="21479"/>
                </a:moveTo>
                <a:lnTo>
                  <a:pt x="15581" y="21479"/>
                </a:lnTo>
                <a:lnTo>
                  <a:pt x="15581" y="21600"/>
                </a:lnTo>
                <a:lnTo>
                  <a:pt x="15522" y="21600"/>
                </a:lnTo>
              </a:path>
              <a:path w="21600" h="21600">
                <a:moveTo>
                  <a:pt x="12809" y="21479"/>
                </a:moveTo>
                <a:lnTo>
                  <a:pt x="12867" y="21479"/>
                </a:lnTo>
                <a:lnTo>
                  <a:pt x="12867" y="21600"/>
                </a:lnTo>
                <a:lnTo>
                  <a:pt x="12809" y="21600"/>
                </a:lnTo>
              </a:path>
              <a:path w="21600" h="21600">
                <a:moveTo>
                  <a:pt x="6018" y="21479"/>
                </a:moveTo>
                <a:lnTo>
                  <a:pt x="6077" y="21479"/>
                </a:lnTo>
                <a:lnTo>
                  <a:pt x="6077" y="21600"/>
                </a:lnTo>
                <a:lnTo>
                  <a:pt x="6018" y="21600"/>
                </a:lnTo>
              </a:path>
              <a:path w="21600" h="21600">
                <a:moveTo>
                  <a:pt x="3313" y="21479"/>
                </a:moveTo>
                <a:lnTo>
                  <a:pt x="3371" y="21479"/>
                </a:lnTo>
                <a:lnTo>
                  <a:pt x="3371" y="21600"/>
                </a:lnTo>
                <a:lnTo>
                  <a:pt x="3313" y="21600"/>
                </a:lnTo>
              </a:path>
              <a:path w="21600" h="21600">
                <a:moveTo>
                  <a:pt x="599" y="21479"/>
                </a:moveTo>
                <a:lnTo>
                  <a:pt x="658" y="21479"/>
                </a:lnTo>
                <a:lnTo>
                  <a:pt x="658" y="21600"/>
                </a:lnTo>
                <a:lnTo>
                  <a:pt x="599" y="21600"/>
                </a:lnTo>
              </a:path>
              <a:path w="21600" h="21600">
                <a:moveTo>
                  <a:pt x="21540" y="21468"/>
                </a:moveTo>
                <a:lnTo>
                  <a:pt x="21600" y="21468"/>
                </a:lnTo>
                <a:lnTo>
                  <a:pt x="21600" y="21590"/>
                </a:lnTo>
                <a:lnTo>
                  <a:pt x="21540" y="21590"/>
                </a:lnTo>
              </a:path>
              <a:path w="21600" h="21600">
                <a:moveTo>
                  <a:pt x="0" y="21468"/>
                </a:moveTo>
                <a:lnTo>
                  <a:pt x="59" y="21468"/>
                </a:lnTo>
                <a:lnTo>
                  <a:pt x="59" y="21590"/>
                </a:lnTo>
                <a:lnTo>
                  <a:pt x="0" y="21590"/>
                </a:lnTo>
              </a:path>
              <a:path w="21600" h="21600">
                <a:moveTo>
                  <a:pt x="20343" y="21461"/>
                </a:moveTo>
                <a:lnTo>
                  <a:pt x="20390" y="21461"/>
                </a:lnTo>
                <a:lnTo>
                  <a:pt x="20390" y="21557"/>
                </a:lnTo>
                <a:lnTo>
                  <a:pt x="20343" y="21557"/>
                </a:lnTo>
              </a:path>
              <a:path w="21600" h="21600">
                <a:moveTo>
                  <a:pt x="8740" y="21459"/>
                </a:moveTo>
                <a:lnTo>
                  <a:pt x="8781" y="21459"/>
                </a:lnTo>
                <a:lnTo>
                  <a:pt x="8781" y="21544"/>
                </a:lnTo>
                <a:lnTo>
                  <a:pt x="8740" y="21544"/>
                </a:lnTo>
              </a:path>
              <a:path w="21600" h="21600">
                <a:moveTo>
                  <a:pt x="16565" y="21457"/>
                </a:moveTo>
                <a:lnTo>
                  <a:pt x="16627" y="21457"/>
                </a:lnTo>
                <a:lnTo>
                  <a:pt x="16627" y="21584"/>
                </a:lnTo>
                <a:lnTo>
                  <a:pt x="16565" y="21584"/>
                </a:lnTo>
              </a:path>
              <a:path w="21600" h="21600">
                <a:moveTo>
                  <a:pt x="4972" y="21457"/>
                </a:moveTo>
                <a:lnTo>
                  <a:pt x="5034" y="21457"/>
                </a:lnTo>
                <a:lnTo>
                  <a:pt x="5034" y="21584"/>
                </a:lnTo>
                <a:lnTo>
                  <a:pt x="4972" y="21584"/>
                </a:lnTo>
              </a:path>
              <a:path w="21600" h="21600">
                <a:moveTo>
                  <a:pt x="1360" y="21454"/>
                </a:moveTo>
                <a:lnTo>
                  <a:pt x="1408" y="21454"/>
                </a:lnTo>
                <a:lnTo>
                  <a:pt x="1408" y="21553"/>
                </a:lnTo>
                <a:lnTo>
                  <a:pt x="1360" y="21553"/>
                </a:lnTo>
              </a:path>
              <a:path w="21600" h="21600">
                <a:moveTo>
                  <a:pt x="3167" y="21449"/>
                </a:moveTo>
                <a:lnTo>
                  <a:pt x="3215" y="21449"/>
                </a:lnTo>
                <a:lnTo>
                  <a:pt x="3215" y="21548"/>
                </a:lnTo>
                <a:lnTo>
                  <a:pt x="3167" y="21548"/>
                </a:lnTo>
              </a:path>
              <a:path w="21600" h="21600">
                <a:moveTo>
                  <a:pt x="7992" y="21448"/>
                </a:moveTo>
                <a:lnTo>
                  <a:pt x="8028" y="21448"/>
                </a:lnTo>
                <a:lnTo>
                  <a:pt x="8028" y="21522"/>
                </a:lnTo>
                <a:lnTo>
                  <a:pt x="7992" y="21522"/>
                </a:lnTo>
              </a:path>
              <a:path w="21600" h="21600">
                <a:moveTo>
                  <a:pt x="4369" y="21447"/>
                </a:moveTo>
                <a:lnTo>
                  <a:pt x="4429" y="21447"/>
                </a:lnTo>
                <a:lnTo>
                  <a:pt x="4429" y="21571"/>
                </a:lnTo>
                <a:lnTo>
                  <a:pt x="4369" y="21571"/>
                </a:lnTo>
              </a:path>
              <a:path w="21600" h="21600">
                <a:moveTo>
                  <a:pt x="20638" y="21442"/>
                </a:moveTo>
                <a:lnTo>
                  <a:pt x="20699" y="21442"/>
                </a:lnTo>
                <a:lnTo>
                  <a:pt x="20699" y="21566"/>
                </a:lnTo>
                <a:lnTo>
                  <a:pt x="20638" y="21566"/>
                </a:lnTo>
              </a:path>
              <a:path w="21600" h="21600">
                <a:moveTo>
                  <a:pt x="19128" y="21442"/>
                </a:moveTo>
                <a:lnTo>
                  <a:pt x="19189" y="21442"/>
                </a:lnTo>
                <a:lnTo>
                  <a:pt x="19189" y="21566"/>
                </a:lnTo>
                <a:lnTo>
                  <a:pt x="19128" y="21566"/>
                </a:lnTo>
              </a:path>
              <a:path w="21600" h="21600">
                <a:moveTo>
                  <a:pt x="18680" y="21442"/>
                </a:moveTo>
                <a:lnTo>
                  <a:pt x="18740" y="21442"/>
                </a:lnTo>
                <a:lnTo>
                  <a:pt x="18740" y="21566"/>
                </a:lnTo>
                <a:lnTo>
                  <a:pt x="18680" y="21566"/>
                </a:lnTo>
              </a:path>
              <a:path w="21600" h="21600">
                <a:moveTo>
                  <a:pt x="18378" y="21442"/>
                </a:moveTo>
                <a:lnTo>
                  <a:pt x="18438" y="21442"/>
                </a:lnTo>
                <a:lnTo>
                  <a:pt x="18438" y="21566"/>
                </a:lnTo>
                <a:lnTo>
                  <a:pt x="18378" y="21566"/>
                </a:lnTo>
              </a:path>
              <a:path w="21600" h="21600">
                <a:moveTo>
                  <a:pt x="17925" y="21442"/>
                </a:moveTo>
                <a:lnTo>
                  <a:pt x="17985" y="21442"/>
                </a:lnTo>
                <a:lnTo>
                  <a:pt x="17985" y="21566"/>
                </a:lnTo>
                <a:lnTo>
                  <a:pt x="17925" y="21566"/>
                </a:lnTo>
              </a:path>
              <a:path w="21600" h="21600">
                <a:moveTo>
                  <a:pt x="16415" y="21442"/>
                </a:moveTo>
                <a:lnTo>
                  <a:pt x="16475" y="21442"/>
                </a:lnTo>
                <a:lnTo>
                  <a:pt x="16475" y="21566"/>
                </a:lnTo>
                <a:lnTo>
                  <a:pt x="16415" y="21566"/>
                </a:lnTo>
              </a:path>
              <a:path w="21600" h="21600">
                <a:moveTo>
                  <a:pt x="15974" y="21442"/>
                </a:moveTo>
                <a:lnTo>
                  <a:pt x="16035" y="21442"/>
                </a:lnTo>
                <a:lnTo>
                  <a:pt x="16035" y="21566"/>
                </a:lnTo>
                <a:lnTo>
                  <a:pt x="15974" y="21566"/>
                </a:lnTo>
              </a:path>
              <a:path w="21600" h="21600">
                <a:moveTo>
                  <a:pt x="15672" y="21442"/>
                </a:moveTo>
                <a:lnTo>
                  <a:pt x="15733" y="21442"/>
                </a:lnTo>
                <a:lnTo>
                  <a:pt x="15733" y="21566"/>
                </a:lnTo>
                <a:lnTo>
                  <a:pt x="15672" y="21566"/>
                </a:lnTo>
              </a:path>
              <a:path w="21600" h="21600">
                <a:moveTo>
                  <a:pt x="15219" y="21442"/>
                </a:moveTo>
                <a:lnTo>
                  <a:pt x="15280" y="21442"/>
                </a:lnTo>
                <a:lnTo>
                  <a:pt x="15280" y="21566"/>
                </a:lnTo>
                <a:lnTo>
                  <a:pt x="15219" y="21566"/>
                </a:lnTo>
              </a:path>
              <a:path w="21600" h="21600">
                <a:moveTo>
                  <a:pt x="13709" y="21442"/>
                </a:moveTo>
                <a:lnTo>
                  <a:pt x="13770" y="21442"/>
                </a:lnTo>
                <a:lnTo>
                  <a:pt x="13770" y="21566"/>
                </a:lnTo>
                <a:lnTo>
                  <a:pt x="13709" y="21566"/>
                </a:lnTo>
              </a:path>
              <a:path w="21600" h="21600">
                <a:moveTo>
                  <a:pt x="13261" y="21442"/>
                </a:moveTo>
                <a:lnTo>
                  <a:pt x="13321" y="21442"/>
                </a:lnTo>
                <a:lnTo>
                  <a:pt x="13321" y="21566"/>
                </a:lnTo>
                <a:lnTo>
                  <a:pt x="13261" y="21566"/>
                </a:lnTo>
              </a:path>
              <a:path w="21600" h="21600">
                <a:moveTo>
                  <a:pt x="12959" y="21442"/>
                </a:moveTo>
                <a:lnTo>
                  <a:pt x="13019" y="21442"/>
                </a:lnTo>
                <a:lnTo>
                  <a:pt x="13019" y="21566"/>
                </a:lnTo>
                <a:lnTo>
                  <a:pt x="12959" y="21566"/>
                </a:lnTo>
              </a:path>
              <a:path w="21600" h="21600">
                <a:moveTo>
                  <a:pt x="12506" y="21442"/>
                </a:moveTo>
                <a:lnTo>
                  <a:pt x="12566" y="21442"/>
                </a:lnTo>
                <a:lnTo>
                  <a:pt x="12566" y="21566"/>
                </a:lnTo>
                <a:lnTo>
                  <a:pt x="12506" y="21566"/>
                </a:lnTo>
              </a:path>
              <a:path w="21600" h="21600">
                <a:moveTo>
                  <a:pt x="10996" y="21442"/>
                </a:moveTo>
                <a:lnTo>
                  <a:pt x="11056" y="21442"/>
                </a:lnTo>
                <a:lnTo>
                  <a:pt x="11056" y="21566"/>
                </a:lnTo>
                <a:lnTo>
                  <a:pt x="10996" y="21566"/>
                </a:lnTo>
              </a:path>
              <a:path w="21600" h="21600">
                <a:moveTo>
                  <a:pt x="9032" y="21442"/>
                </a:moveTo>
                <a:lnTo>
                  <a:pt x="9093" y="21442"/>
                </a:lnTo>
                <a:lnTo>
                  <a:pt x="9093" y="21566"/>
                </a:lnTo>
                <a:lnTo>
                  <a:pt x="9032" y="21566"/>
                </a:lnTo>
              </a:path>
              <a:path w="21600" h="21600">
                <a:moveTo>
                  <a:pt x="8579" y="21442"/>
                </a:moveTo>
                <a:lnTo>
                  <a:pt x="8640" y="21442"/>
                </a:lnTo>
                <a:lnTo>
                  <a:pt x="8640" y="21566"/>
                </a:lnTo>
                <a:lnTo>
                  <a:pt x="8579" y="21566"/>
                </a:lnTo>
              </a:path>
              <a:path w="21600" h="21600">
                <a:moveTo>
                  <a:pt x="8277" y="21442"/>
                </a:moveTo>
                <a:lnTo>
                  <a:pt x="8338" y="21442"/>
                </a:lnTo>
                <a:lnTo>
                  <a:pt x="8338" y="21566"/>
                </a:lnTo>
                <a:lnTo>
                  <a:pt x="8277" y="21566"/>
                </a:lnTo>
              </a:path>
              <a:path w="21600" h="21600">
                <a:moveTo>
                  <a:pt x="7829" y="21442"/>
                </a:moveTo>
                <a:lnTo>
                  <a:pt x="7890" y="21442"/>
                </a:lnTo>
                <a:lnTo>
                  <a:pt x="7890" y="21566"/>
                </a:lnTo>
                <a:lnTo>
                  <a:pt x="7829" y="21566"/>
                </a:lnTo>
              </a:path>
              <a:path w="21600" h="21600">
                <a:moveTo>
                  <a:pt x="6319" y="21442"/>
                </a:moveTo>
                <a:lnTo>
                  <a:pt x="6380" y="21442"/>
                </a:lnTo>
                <a:lnTo>
                  <a:pt x="6380" y="21566"/>
                </a:lnTo>
                <a:lnTo>
                  <a:pt x="6319" y="21566"/>
                </a:lnTo>
              </a:path>
              <a:path w="21600" h="21600">
                <a:moveTo>
                  <a:pt x="5866" y="21442"/>
                </a:moveTo>
                <a:lnTo>
                  <a:pt x="5927" y="21442"/>
                </a:lnTo>
                <a:lnTo>
                  <a:pt x="5927" y="21566"/>
                </a:lnTo>
                <a:lnTo>
                  <a:pt x="5866" y="21566"/>
                </a:lnTo>
              </a:path>
              <a:path w="21600" h="21600">
                <a:moveTo>
                  <a:pt x="5564" y="21442"/>
                </a:moveTo>
                <a:lnTo>
                  <a:pt x="5625" y="21442"/>
                </a:lnTo>
                <a:lnTo>
                  <a:pt x="5625" y="21566"/>
                </a:lnTo>
                <a:lnTo>
                  <a:pt x="5564" y="21566"/>
                </a:lnTo>
              </a:path>
              <a:path w="21600" h="21600">
                <a:moveTo>
                  <a:pt x="5123" y="21442"/>
                </a:moveTo>
                <a:lnTo>
                  <a:pt x="5184" y="21442"/>
                </a:lnTo>
                <a:lnTo>
                  <a:pt x="5184" y="21566"/>
                </a:lnTo>
                <a:lnTo>
                  <a:pt x="5123" y="21566"/>
                </a:lnTo>
              </a:path>
              <a:path w="21600" h="21600">
                <a:moveTo>
                  <a:pt x="2410" y="21442"/>
                </a:moveTo>
                <a:lnTo>
                  <a:pt x="2471" y="21442"/>
                </a:lnTo>
                <a:lnTo>
                  <a:pt x="2471" y="21566"/>
                </a:lnTo>
                <a:lnTo>
                  <a:pt x="2410" y="21566"/>
                </a:lnTo>
              </a:path>
              <a:path w="21600" h="21600">
                <a:moveTo>
                  <a:pt x="900" y="21442"/>
                </a:moveTo>
                <a:lnTo>
                  <a:pt x="961" y="21442"/>
                </a:lnTo>
                <a:lnTo>
                  <a:pt x="961" y="21566"/>
                </a:lnTo>
                <a:lnTo>
                  <a:pt x="900" y="21566"/>
                </a:lnTo>
              </a:path>
              <a:path w="21600" h="21600">
                <a:moveTo>
                  <a:pt x="448" y="21442"/>
                </a:moveTo>
                <a:lnTo>
                  <a:pt x="508" y="21442"/>
                </a:lnTo>
                <a:lnTo>
                  <a:pt x="508" y="21566"/>
                </a:lnTo>
                <a:lnTo>
                  <a:pt x="448" y="21566"/>
                </a:lnTo>
              </a:path>
              <a:path w="21600" h="21600">
                <a:moveTo>
                  <a:pt x="146" y="21442"/>
                </a:moveTo>
                <a:lnTo>
                  <a:pt x="206" y="21442"/>
                </a:lnTo>
                <a:lnTo>
                  <a:pt x="206" y="21566"/>
                </a:lnTo>
                <a:lnTo>
                  <a:pt x="146" y="21566"/>
                </a:lnTo>
              </a:path>
              <a:path w="21600" h="21600">
                <a:moveTo>
                  <a:pt x="2856" y="21433"/>
                </a:moveTo>
                <a:lnTo>
                  <a:pt x="2922" y="21433"/>
                </a:lnTo>
                <a:lnTo>
                  <a:pt x="2922" y="21568"/>
                </a:lnTo>
                <a:lnTo>
                  <a:pt x="2856" y="21568"/>
                </a:lnTo>
              </a:path>
              <a:path w="21600" h="21600">
                <a:moveTo>
                  <a:pt x="1049" y="21433"/>
                </a:moveTo>
                <a:lnTo>
                  <a:pt x="1115" y="21433"/>
                </a:lnTo>
                <a:lnTo>
                  <a:pt x="1115" y="21568"/>
                </a:lnTo>
                <a:lnTo>
                  <a:pt x="1049" y="21568"/>
                </a:lnTo>
              </a:path>
              <a:path w="21600" h="21600">
                <a:moveTo>
                  <a:pt x="17176" y="21424"/>
                </a:moveTo>
                <a:lnTo>
                  <a:pt x="17224" y="21424"/>
                </a:lnTo>
                <a:lnTo>
                  <a:pt x="17224" y="21523"/>
                </a:lnTo>
                <a:lnTo>
                  <a:pt x="17176" y="21523"/>
                </a:lnTo>
              </a:path>
              <a:path w="21600" h="21600">
                <a:moveTo>
                  <a:pt x="18082" y="21412"/>
                </a:moveTo>
                <a:lnTo>
                  <a:pt x="18130" y="21412"/>
                </a:lnTo>
                <a:lnTo>
                  <a:pt x="18130" y="21511"/>
                </a:lnTo>
                <a:lnTo>
                  <a:pt x="18082" y="21511"/>
                </a:lnTo>
              </a:path>
              <a:path w="21600" h="21600">
                <a:moveTo>
                  <a:pt x="11149" y="21404"/>
                </a:moveTo>
                <a:lnTo>
                  <a:pt x="11205" y="21404"/>
                </a:lnTo>
                <a:lnTo>
                  <a:pt x="11205" y="21517"/>
                </a:lnTo>
                <a:lnTo>
                  <a:pt x="11149" y="21517"/>
                </a:lnTo>
              </a:path>
              <a:path w="21600" h="21600">
                <a:moveTo>
                  <a:pt x="20185" y="21404"/>
                </a:moveTo>
                <a:lnTo>
                  <a:pt x="20246" y="21404"/>
                </a:lnTo>
                <a:lnTo>
                  <a:pt x="20246" y="21528"/>
                </a:lnTo>
                <a:lnTo>
                  <a:pt x="20185" y="21528"/>
                </a:lnTo>
              </a:path>
              <a:path w="21600" h="21600">
                <a:moveTo>
                  <a:pt x="14766" y="21404"/>
                </a:moveTo>
                <a:lnTo>
                  <a:pt x="14827" y="21404"/>
                </a:lnTo>
                <a:lnTo>
                  <a:pt x="14827" y="21528"/>
                </a:lnTo>
                <a:lnTo>
                  <a:pt x="14766" y="21528"/>
                </a:lnTo>
              </a:path>
              <a:path w="21600" h="21600">
                <a:moveTo>
                  <a:pt x="9485" y="21404"/>
                </a:moveTo>
                <a:lnTo>
                  <a:pt x="9546" y="21404"/>
                </a:lnTo>
                <a:lnTo>
                  <a:pt x="9546" y="21528"/>
                </a:lnTo>
                <a:lnTo>
                  <a:pt x="9485" y="21528"/>
                </a:lnTo>
              </a:path>
              <a:path w="21600" h="21600">
                <a:moveTo>
                  <a:pt x="6772" y="21404"/>
                </a:moveTo>
                <a:lnTo>
                  <a:pt x="6833" y="21404"/>
                </a:lnTo>
                <a:lnTo>
                  <a:pt x="6833" y="21528"/>
                </a:lnTo>
                <a:lnTo>
                  <a:pt x="6772" y="21528"/>
                </a:lnTo>
              </a:path>
              <a:path w="21600" h="21600">
                <a:moveTo>
                  <a:pt x="4067" y="21404"/>
                </a:moveTo>
                <a:lnTo>
                  <a:pt x="4127" y="21404"/>
                </a:lnTo>
                <a:lnTo>
                  <a:pt x="4127" y="21528"/>
                </a:lnTo>
                <a:lnTo>
                  <a:pt x="4067" y="21528"/>
                </a:lnTo>
              </a:path>
              <a:path w="21600" h="21600">
                <a:moveTo>
                  <a:pt x="17624" y="21398"/>
                </a:moveTo>
                <a:lnTo>
                  <a:pt x="17682" y="21398"/>
                </a:lnTo>
                <a:lnTo>
                  <a:pt x="17682" y="21518"/>
                </a:lnTo>
                <a:lnTo>
                  <a:pt x="17624" y="21518"/>
                </a:lnTo>
              </a:path>
              <a:path w="21600" h="21600">
                <a:moveTo>
                  <a:pt x="14918" y="21398"/>
                </a:moveTo>
                <a:lnTo>
                  <a:pt x="14977" y="21398"/>
                </a:lnTo>
                <a:lnTo>
                  <a:pt x="14977" y="21518"/>
                </a:lnTo>
                <a:lnTo>
                  <a:pt x="14918" y="21518"/>
                </a:lnTo>
              </a:path>
              <a:path w="21600" h="21600">
                <a:moveTo>
                  <a:pt x="12205" y="21398"/>
                </a:moveTo>
                <a:lnTo>
                  <a:pt x="12263" y="21398"/>
                </a:lnTo>
                <a:lnTo>
                  <a:pt x="12263" y="21518"/>
                </a:lnTo>
                <a:lnTo>
                  <a:pt x="12205" y="21518"/>
                </a:lnTo>
              </a:path>
              <a:path w="21600" h="21600">
                <a:moveTo>
                  <a:pt x="9335" y="21398"/>
                </a:moveTo>
                <a:lnTo>
                  <a:pt x="9394" y="21398"/>
                </a:lnTo>
                <a:lnTo>
                  <a:pt x="9394" y="21518"/>
                </a:lnTo>
                <a:lnTo>
                  <a:pt x="9335" y="21518"/>
                </a:lnTo>
              </a:path>
              <a:path w="21600" h="21600">
                <a:moveTo>
                  <a:pt x="3917" y="21398"/>
                </a:moveTo>
                <a:lnTo>
                  <a:pt x="3975" y="21398"/>
                </a:lnTo>
                <a:lnTo>
                  <a:pt x="3975" y="21518"/>
                </a:lnTo>
                <a:lnTo>
                  <a:pt x="3917" y="21518"/>
                </a:lnTo>
              </a:path>
              <a:path w="21600" h="21600">
                <a:moveTo>
                  <a:pt x="1203" y="21398"/>
                </a:moveTo>
                <a:lnTo>
                  <a:pt x="1262" y="21398"/>
                </a:lnTo>
                <a:lnTo>
                  <a:pt x="1262" y="21518"/>
                </a:lnTo>
                <a:lnTo>
                  <a:pt x="1203" y="21518"/>
                </a:lnTo>
              </a:path>
              <a:path w="21600" h="21600">
                <a:moveTo>
                  <a:pt x="20035" y="21394"/>
                </a:moveTo>
                <a:lnTo>
                  <a:pt x="20094" y="21394"/>
                </a:lnTo>
                <a:lnTo>
                  <a:pt x="20094" y="21515"/>
                </a:lnTo>
                <a:lnTo>
                  <a:pt x="20035" y="21515"/>
                </a:lnTo>
              </a:path>
              <a:path w="21600" h="21600">
                <a:moveTo>
                  <a:pt x="17322" y="21394"/>
                </a:moveTo>
                <a:lnTo>
                  <a:pt x="17380" y="21394"/>
                </a:lnTo>
                <a:lnTo>
                  <a:pt x="17380" y="21515"/>
                </a:lnTo>
                <a:lnTo>
                  <a:pt x="17322" y="21515"/>
                </a:lnTo>
              </a:path>
              <a:path w="21600" h="21600">
                <a:moveTo>
                  <a:pt x="11903" y="21394"/>
                </a:moveTo>
                <a:lnTo>
                  <a:pt x="11961" y="21394"/>
                </a:lnTo>
                <a:lnTo>
                  <a:pt x="11961" y="21515"/>
                </a:lnTo>
                <a:lnTo>
                  <a:pt x="11903" y="21515"/>
                </a:lnTo>
              </a:path>
              <a:path w="21600" h="21600">
                <a:moveTo>
                  <a:pt x="9637" y="21394"/>
                </a:moveTo>
                <a:lnTo>
                  <a:pt x="9696" y="21394"/>
                </a:lnTo>
                <a:lnTo>
                  <a:pt x="9696" y="21515"/>
                </a:lnTo>
                <a:lnTo>
                  <a:pt x="9637" y="21515"/>
                </a:lnTo>
              </a:path>
              <a:path w="21600" h="21600">
                <a:moveTo>
                  <a:pt x="6924" y="21394"/>
                </a:moveTo>
                <a:lnTo>
                  <a:pt x="6983" y="21394"/>
                </a:lnTo>
                <a:lnTo>
                  <a:pt x="6983" y="21515"/>
                </a:lnTo>
                <a:lnTo>
                  <a:pt x="6924" y="21515"/>
                </a:lnTo>
              </a:path>
              <a:path w="21600" h="21600">
                <a:moveTo>
                  <a:pt x="4218" y="21394"/>
                </a:moveTo>
                <a:lnTo>
                  <a:pt x="4277" y="21394"/>
                </a:lnTo>
                <a:lnTo>
                  <a:pt x="4277" y="21515"/>
                </a:lnTo>
                <a:lnTo>
                  <a:pt x="4218" y="21515"/>
                </a:lnTo>
              </a:path>
              <a:path w="21600" h="21600">
                <a:moveTo>
                  <a:pt x="1505" y="21394"/>
                </a:moveTo>
                <a:lnTo>
                  <a:pt x="1564" y="21394"/>
                </a:lnTo>
                <a:lnTo>
                  <a:pt x="1564" y="21515"/>
                </a:lnTo>
                <a:lnTo>
                  <a:pt x="1505" y="21515"/>
                </a:lnTo>
              </a:path>
              <a:path w="21600" h="21600">
                <a:moveTo>
                  <a:pt x="17486" y="21393"/>
                </a:moveTo>
                <a:lnTo>
                  <a:pt x="17518" y="21393"/>
                </a:lnTo>
                <a:lnTo>
                  <a:pt x="17518" y="21460"/>
                </a:lnTo>
                <a:lnTo>
                  <a:pt x="17486" y="21460"/>
                </a:lnTo>
              </a:path>
              <a:path w="21600" h="21600">
                <a:moveTo>
                  <a:pt x="11448" y="21388"/>
                </a:moveTo>
                <a:lnTo>
                  <a:pt x="11510" y="21388"/>
                </a:lnTo>
                <a:lnTo>
                  <a:pt x="11510" y="21515"/>
                </a:lnTo>
                <a:lnTo>
                  <a:pt x="11448" y="21515"/>
                </a:lnTo>
              </a:path>
              <a:path w="21600" h="21600">
                <a:moveTo>
                  <a:pt x="2579" y="21375"/>
                </a:moveTo>
                <a:lnTo>
                  <a:pt x="2604" y="21375"/>
                </a:lnTo>
                <a:lnTo>
                  <a:pt x="2604" y="21427"/>
                </a:lnTo>
                <a:lnTo>
                  <a:pt x="2579" y="21427"/>
                </a:lnTo>
              </a:path>
              <a:path w="21600" h="21600">
                <a:moveTo>
                  <a:pt x="10547" y="21370"/>
                </a:moveTo>
                <a:lnTo>
                  <a:pt x="10598" y="21370"/>
                </a:lnTo>
                <a:lnTo>
                  <a:pt x="10598" y="21476"/>
                </a:lnTo>
                <a:lnTo>
                  <a:pt x="10547" y="21476"/>
                </a:lnTo>
              </a:path>
              <a:path w="21600" h="21600">
                <a:moveTo>
                  <a:pt x="21398" y="21366"/>
                </a:moveTo>
                <a:lnTo>
                  <a:pt x="21448" y="21366"/>
                </a:lnTo>
                <a:lnTo>
                  <a:pt x="21448" y="21468"/>
                </a:lnTo>
                <a:lnTo>
                  <a:pt x="21398" y="21468"/>
                </a:lnTo>
              </a:path>
              <a:path w="21600" h="21600">
                <a:moveTo>
                  <a:pt x="19279" y="21364"/>
                </a:moveTo>
                <a:lnTo>
                  <a:pt x="19340" y="21364"/>
                </a:lnTo>
                <a:lnTo>
                  <a:pt x="19340" y="21488"/>
                </a:lnTo>
                <a:lnTo>
                  <a:pt x="19279" y="21488"/>
                </a:lnTo>
              </a:path>
              <a:path w="21600" h="21600">
                <a:moveTo>
                  <a:pt x="16265" y="21364"/>
                </a:moveTo>
                <a:lnTo>
                  <a:pt x="16324" y="21364"/>
                </a:lnTo>
                <a:lnTo>
                  <a:pt x="16324" y="21485"/>
                </a:lnTo>
                <a:lnTo>
                  <a:pt x="16265" y="21485"/>
                </a:lnTo>
              </a:path>
              <a:path w="21600" h="21600">
                <a:moveTo>
                  <a:pt x="13860" y="21364"/>
                </a:moveTo>
                <a:lnTo>
                  <a:pt x="13921" y="21364"/>
                </a:lnTo>
                <a:lnTo>
                  <a:pt x="13921" y="21488"/>
                </a:lnTo>
                <a:lnTo>
                  <a:pt x="13860" y="21488"/>
                </a:lnTo>
              </a:path>
              <a:path w="21600" h="21600">
                <a:moveTo>
                  <a:pt x="7678" y="21364"/>
                </a:moveTo>
                <a:lnTo>
                  <a:pt x="7739" y="21364"/>
                </a:lnTo>
                <a:lnTo>
                  <a:pt x="7739" y="21488"/>
                </a:lnTo>
                <a:lnTo>
                  <a:pt x="7678" y="21488"/>
                </a:lnTo>
              </a:path>
              <a:path w="21600" h="21600">
                <a:moveTo>
                  <a:pt x="5275" y="21364"/>
                </a:moveTo>
                <a:lnTo>
                  <a:pt x="5334" y="21364"/>
                </a:lnTo>
                <a:lnTo>
                  <a:pt x="5334" y="21485"/>
                </a:lnTo>
                <a:lnTo>
                  <a:pt x="5275" y="21485"/>
                </a:lnTo>
              </a:path>
              <a:path w="21600" h="21600">
                <a:moveTo>
                  <a:pt x="2259" y="21364"/>
                </a:moveTo>
                <a:lnTo>
                  <a:pt x="2320" y="21364"/>
                </a:lnTo>
                <a:lnTo>
                  <a:pt x="2320" y="21488"/>
                </a:lnTo>
                <a:lnTo>
                  <a:pt x="2259" y="21488"/>
                </a:lnTo>
              </a:path>
              <a:path w="21600" h="21600">
                <a:moveTo>
                  <a:pt x="17020" y="21361"/>
                </a:moveTo>
                <a:lnTo>
                  <a:pt x="17079" y="21361"/>
                </a:lnTo>
                <a:lnTo>
                  <a:pt x="17079" y="21482"/>
                </a:lnTo>
                <a:lnTo>
                  <a:pt x="17020" y="21482"/>
                </a:lnTo>
              </a:path>
              <a:path w="21600" h="21600">
                <a:moveTo>
                  <a:pt x="11601" y="21361"/>
                </a:moveTo>
                <a:lnTo>
                  <a:pt x="11659" y="21361"/>
                </a:lnTo>
                <a:lnTo>
                  <a:pt x="11659" y="21482"/>
                </a:lnTo>
                <a:lnTo>
                  <a:pt x="11601" y="21482"/>
                </a:lnTo>
              </a:path>
              <a:path w="21600" h="21600">
                <a:moveTo>
                  <a:pt x="9939" y="21361"/>
                </a:moveTo>
                <a:lnTo>
                  <a:pt x="9998" y="21361"/>
                </a:lnTo>
                <a:lnTo>
                  <a:pt x="9998" y="21482"/>
                </a:lnTo>
                <a:lnTo>
                  <a:pt x="9939" y="21482"/>
                </a:lnTo>
              </a:path>
              <a:path w="21600" h="21600">
                <a:moveTo>
                  <a:pt x="4520" y="21361"/>
                </a:moveTo>
                <a:lnTo>
                  <a:pt x="4579" y="21361"/>
                </a:lnTo>
                <a:lnTo>
                  <a:pt x="4579" y="21482"/>
                </a:lnTo>
                <a:lnTo>
                  <a:pt x="4520" y="21482"/>
                </a:lnTo>
              </a:path>
              <a:path w="21600" h="21600">
                <a:moveTo>
                  <a:pt x="19437" y="21358"/>
                </a:moveTo>
                <a:lnTo>
                  <a:pt x="19484" y="21358"/>
                </a:lnTo>
                <a:lnTo>
                  <a:pt x="19484" y="21453"/>
                </a:lnTo>
                <a:lnTo>
                  <a:pt x="19437" y="21453"/>
                </a:lnTo>
              </a:path>
              <a:path w="21600" h="21600">
                <a:moveTo>
                  <a:pt x="14463" y="21354"/>
                </a:moveTo>
                <a:lnTo>
                  <a:pt x="14525" y="21354"/>
                </a:lnTo>
                <a:lnTo>
                  <a:pt x="14525" y="21482"/>
                </a:lnTo>
                <a:lnTo>
                  <a:pt x="14463" y="21482"/>
                </a:lnTo>
              </a:path>
              <a:path w="21600" h="21600">
                <a:moveTo>
                  <a:pt x="7073" y="21354"/>
                </a:moveTo>
                <a:lnTo>
                  <a:pt x="7136" y="21354"/>
                </a:lnTo>
                <a:lnTo>
                  <a:pt x="7136" y="21482"/>
                </a:lnTo>
                <a:lnTo>
                  <a:pt x="7073" y="21482"/>
                </a:lnTo>
              </a:path>
              <a:path w="21600" h="21600">
                <a:moveTo>
                  <a:pt x="6628" y="21352"/>
                </a:moveTo>
                <a:lnTo>
                  <a:pt x="6675" y="21352"/>
                </a:lnTo>
                <a:lnTo>
                  <a:pt x="6675" y="21447"/>
                </a:lnTo>
                <a:lnTo>
                  <a:pt x="6628" y="21447"/>
                </a:lnTo>
              </a:path>
              <a:path w="21600" h="21600">
                <a:moveTo>
                  <a:pt x="15376" y="21347"/>
                </a:moveTo>
                <a:lnTo>
                  <a:pt x="15424" y="21347"/>
                </a:lnTo>
                <a:lnTo>
                  <a:pt x="15424" y="21446"/>
                </a:lnTo>
                <a:lnTo>
                  <a:pt x="15376" y="21446"/>
                </a:lnTo>
              </a:path>
              <a:path w="21600" h="21600">
                <a:moveTo>
                  <a:pt x="10393" y="21341"/>
                </a:moveTo>
                <a:lnTo>
                  <a:pt x="10450" y="21341"/>
                </a:lnTo>
                <a:lnTo>
                  <a:pt x="10450" y="21458"/>
                </a:lnTo>
                <a:lnTo>
                  <a:pt x="10393" y="21458"/>
                </a:lnTo>
              </a:path>
              <a:path w="21600" h="21600">
                <a:moveTo>
                  <a:pt x="16718" y="21335"/>
                </a:moveTo>
                <a:lnTo>
                  <a:pt x="16777" y="21335"/>
                </a:lnTo>
                <a:lnTo>
                  <a:pt x="16777" y="21456"/>
                </a:lnTo>
                <a:lnTo>
                  <a:pt x="16718" y="21456"/>
                </a:lnTo>
              </a:path>
              <a:path w="21600" h="21600">
                <a:moveTo>
                  <a:pt x="14012" y="21335"/>
                </a:moveTo>
                <a:lnTo>
                  <a:pt x="14071" y="21335"/>
                </a:lnTo>
                <a:lnTo>
                  <a:pt x="14071" y="21456"/>
                </a:lnTo>
                <a:lnTo>
                  <a:pt x="14012" y="21456"/>
                </a:lnTo>
              </a:path>
              <a:path w="21600" h="21600">
                <a:moveTo>
                  <a:pt x="11299" y="21335"/>
                </a:moveTo>
                <a:lnTo>
                  <a:pt x="11357" y="21335"/>
                </a:lnTo>
                <a:lnTo>
                  <a:pt x="11357" y="21456"/>
                </a:lnTo>
                <a:lnTo>
                  <a:pt x="11299" y="21456"/>
                </a:lnTo>
              </a:path>
              <a:path w="21600" h="21600">
                <a:moveTo>
                  <a:pt x="10241" y="21335"/>
                </a:moveTo>
                <a:lnTo>
                  <a:pt x="10300" y="21335"/>
                </a:lnTo>
                <a:lnTo>
                  <a:pt x="10300" y="21456"/>
                </a:lnTo>
                <a:lnTo>
                  <a:pt x="10241" y="21456"/>
                </a:lnTo>
              </a:path>
              <a:path w="21600" h="21600">
                <a:moveTo>
                  <a:pt x="7528" y="21335"/>
                </a:moveTo>
                <a:lnTo>
                  <a:pt x="7587" y="21335"/>
                </a:lnTo>
                <a:lnTo>
                  <a:pt x="7587" y="21456"/>
                </a:lnTo>
                <a:lnTo>
                  <a:pt x="7528" y="21456"/>
                </a:lnTo>
              </a:path>
              <a:path w="21600" h="21600">
                <a:moveTo>
                  <a:pt x="4822" y="21335"/>
                </a:moveTo>
                <a:lnTo>
                  <a:pt x="4881" y="21335"/>
                </a:lnTo>
                <a:lnTo>
                  <a:pt x="4881" y="21456"/>
                </a:lnTo>
                <a:lnTo>
                  <a:pt x="4822" y="21456"/>
                </a:lnTo>
              </a:path>
              <a:path w="21600" h="21600">
                <a:moveTo>
                  <a:pt x="2109" y="21335"/>
                </a:moveTo>
                <a:lnTo>
                  <a:pt x="2168" y="21335"/>
                </a:lnTo>
                <a:lnTo>
                  <a:pt x="2168" y="21456"/>
                </a:lnTo>
                <a:lnTo>
                  <a:pt x="2109" y="21456"/>
                </a:lnTo>
              </a:path>
              <a:path w="21600" h="21600">
                <a:moveTo>
                  <a:pt x="19735" y="21333"/>
                </a:moveTo>
                <a:lnTo>
                  <a:pt x="19790" y="21333"/>
                </a:lnTo>
                <a:lnTo>
                  <a:pt x="19790" y="21446"/>
                </a:lnTo>
                <a:lnTo>
                  <a:pt x="19735" y="21446"/>
                </a:lnTo>
              </a:path>
              <a:path w="21600" h="21600">
                <a:moveTo>
                  <a:pt x="18980" y="21333"/>
                </a:moveTo>
                <a:lnTo>
                  <a:pt x="19035" y="21333"/>
                </a:lnTo>
                <a:lnTo>
                  <a:pt x="19035" y="21446"/>
                </a:lnTo>
                <a:lnTo>
                  <a:pt x="18980" y="21446"/>
                </a:lnTo>
              </a:path>
              <a:path w="21600" h="21600">
                <a:moveTo>
                  <a:pt x="14316" y="21333"/>
                </a:moveTo>
                <a:lnTo>
                  <a:pt x="14371" y="21333"/>
                </a:lnTo>
                <a:lnTo>
                  <a:pt x="14371" y="21446"/>
                </a:lnTo>
                <a:lnTo>
                  <a:pt x="14316" y="21446"/>
                </a:lnTo>
              </a:path>
              <a:path w="21600" h="21600">
                <a:moveTo>
                  <a:pt x="13561" y="21333"/>
                </a:moveTo>
                <a:lnTo>
                  <a:pt x="13616" y="21333"/>
                </a:lnTo>
                <a:lnTo>
                  <a:pt x="13616" y="21446"/>
                </a:lnTo>
                <a:lnTo>
                  <a:pt x="13561" y="21446"/>
                </a:lnTo>
              </a:path>
              <a:path w="21600" h="21600">
                <a:moveTo>
                  <a:pt x="1809" y="21333"/>
                </a:moveTo>
                <a:lnTo>
                  <a:pt x="1864" y="21333"/>
                </a:lnTo>
                <a:lnTo>
                  <a:pt x="1864" y="21446"/>
                </a:lnTo>
                <a:lnTo>
                  <a:pt x="1809" y="21446"/>
                </a:lnTo>
              </a:path>
              <a:path w="21600" h="21600">
                <a:moveTo>
                  <a:pt x="21242" y="21325"/>
                </a:moveTo>
                <a:lnTo>
                  <a:pt x="21303" y="21325"/>
                </a:lnTo>
                <a:lnTo>
                  <a:pt x="21303" y="21449"/>
                </a:lnTo>
                <a:lnTo>
                  <a:pt x="21242" y="21449"/>
                </a:lnTo>
              </a:path>
              <a:path w="21600" h="21600">
                <a:moveTo>
                  <a:pt x="18529" y="21325"/>
                </a:moveTo>
                <a:lnTo>
                  <a:pt x="18589" y="21325"/>
                </a:lnTo>
                <a:lnTo>
                  <a:pt x="18589" y="21449"/>
                </a:lnTo>
                <a:lnTo>
                  <a:pt x="18529" y="21449"/>
                </a:lnTo>
              </a:path>
              <a:path w="21600" h="21600">
                <a:moveTo>
                  <a:pt x="15823" y="21325"/>
                </a:moveTo>
                <a:lnTo>
                  <a:pt x="15884" y="21325"/>
                </a:lnTo>
                <a:lnTo>
                  <a:pt x="15884" y="21449"/>
                </a:lnTo>
                <a:lnTo>
                  <a:pt x="15823" y="21449"/>
                </a:lnTo>
              </a:path>
              <a:path w="21600" h="21600">
                <a:moveTo>
                  <a:pt x="13110" y="21325"/>
                </a:moveTo>
                <a:lnTo>
                  <a:pt x="13170" y="21325"/>
                </a:lnTo>
                <a:lnTo>
                  <a:pt x="13170" y="21449"/>
                </a:lnTo>
                <a:lnTo>
                  <a:pt x="13110" y="21449"/>
                </a:lnTo>
              </a:path>
              <a:path w="21600" h="21600">
                <a:moveTo>
                  <a:pt x="8428" y="21325"/>
                </a:moveTo>
                <a:lnTo>
                  <a:pt x="8489" y="21325"/>
                </a:lnTo>
                <a:lnTo>
                  <a:pt x="8489" y="21449"/>
                </a:lnTo>
                <a:lnTo>
                  <a:pt x="8428" y="21449"/>
                </a:lnTo>
              </a:path>
              <a:path w="21600" h="21600">
                <a:moveTo>
                  <a:pt x="3010" y="21325"/>
                </a:moveTo>
                <a:lnTo>
                  <a:pt x="3070" y="21325"/>
                </a:lnTo>
                <a:lnTo>
                  <a:pt x="3070" y="21449"/>
                </a:lnTo>
                <a:lnTo>
                  <a:pt x="3010" y="21449"/>
                </a:lnTo>
              </a:path>
              <a:path w="21600" h="21600">
                <a:moveTo>
                  <a:pt x="297" y="21325"/>
                </a:moveTo>
                <a:lnTo>
                  <a:pt x="357" y="21325"/>
                </a:lnTo>
                <a:lnTo>
                  <a:pt x="357" y="21449"/>
                </a:lnTo>
                <a:lnTo>
                  <a:pt x="297" y="21449"/>
                </a:lnTo>
              </a:path>
              <a:path w="21600" h="21600">
                <a:moveTo>
                  <a:pt x="21096" y="21324"/>
                </a:moveTo>
                <a:lnTo>
                  <a:pt x="21146" y="21324"/>
                </a:lnTo>
                <a:lnTo>
                  <a:pt x="21146" y="21427"/>
                </a:lnTo>
                <a:lnTo>
                  <a:pt x="21096" y="21427"/>
                </a:lnTo>
              </a:path>
              <a:path w="21600" h="21600">
                <a:moveTo>
                  <a:pt x="3619" y="21324"/>
                </a:moveTo>
                <a:lnTo>
                  <a:pt x="3669" y="21324"/>
                </a:lnTo>
                <a:lnTo>
                  <a:pt x="3669" y="21427"/>
                </a:lnTo>
                <a:lnTo>
                  <a:pt x="3619" y="21427"/>
                </a:lnTo>
              </a:path>
              <a:path w="21600" h="21600">
                <a:moveTo>
                  <a:pt x="12354" y="21323"/>
                </a:moveTo>
                <a:lnTo>
                  <a:pt x="12416" y="21323"/>
                </a:lnTo>
                <a:lnTo>
                  <a:pt x="12416" y="21451"/>
                </a:lnTo>
                <a:lnTo>
                  <a:pt x="12354" y="21451"/>
                </a:lnTo>
              </a:path>
              <a:path w="21600" h="21600">
                <a:moveTo>
                  <a:pt x="9183" y="21323"/>
                </a:moveTo>
                <a:lnTo>
                  <a:pt x="9245" y="21323"/>
                </a:lnTo>
                <a:lnTo>
                  <a:pt x="9245" y="21451"/>
                </a:lnTo>
                <a:lnTo>
                  <a:pt x="9183" y="21451"/>
                </a:lnTo>
              </a:path>
              <a:path w="21600" h="21600">
                <a:moveTo>
                  <a:pt x="2711" y="21320"/>
                </a:moveTo>
                <a:lnTo>
                  <a:pt x="2774" y="21320"/>
                </a:lnTo>
                <a:lnTo>
                  <a:pt x="2774" y="21449"/>
                </a:lnTo>
                <a:lnTo>
                  <a:pt x="2711" y="21449"/>
                </a:lnTo>
              </a:path>
              <a:path w="21600" h="21600">
                <a:moveTo>
                  <a:pt x="19581" y="21312"/>
                </a:moveTo>
                <a:lnTo>
                  <a:pt x="19642" y="21312"/>
                </a:lnTo>
                <a:lnTo>
                  <a:pt x="19642" y="21435"/>
                </a:lnTo>
                <a:lnTo>
                  <a:pt x="19581" y="21435"/>
                </a:lnTo>
              </a:path>
              <a:path w="21600" h="21600">
                <a:moveTo>
                  <a:pt x="16868" y="21312"/>
                </a:moveTo>
                <a:lnTo>
                  <a:pt x="16928" y="21312"/>
                </a:lnTo>
                <a:lnTo>
                  <a:pt x="16928" y="21435"/>
                </a:lnTo>
                <a:lnTo>
                  <a:pt x="16868" y="21435"/>
                </a:lnTo>
              </a:path>
              <a:path w="21600" h="21600">
                <a:moveTo>
                  <a:pt x="7376" y="21312"/>
                </a:moveTo>
                <a:lnTo>
                  <a:pt x="7437" y="21312"/>
                </a:lnTo>
                <a:lnTo>
                  <a:pt x="7437" y="21435"/>
                </a:lnTo>
                <a:lnTo>
                  <a:pt x="7376" y="21435"/>
                </a:lnTo>
              </a:path>
              <a:path w="21600" h="21600">
                <a:moveTo>
                  <a:pt x="4670" y="21312"/>
                </a:moveTo>
                <a:lnTo>
                  <a:pt x="4731" y="21312"/>
                </a:lnTo>
                <a:lnTo>
                  <a:pt x="4731" y="21435"/>
                </a:lnTo>
                <a:lnTo>
                  <a:pt x="4670" y="21435"/>
                </a:lnTo>
              </a:path>
              <a:path w="21600" h="21600">
                <a:moveTo>
                  <a:pt x="1957" y="21312"/>
                </a:moveTo>
                <a:lnTo>
                  <a:pt x="2018" y="21312"/>
                </a:lnTo>
                <a:lnTo>
                  <a:pt x="2018" y="21435"/>
                </a:lnTo>
                <a:lnTo>
                  <a:pt x="1957" y="21435"/>
                </a:lnTo>
              </a:path>
              <a:path w="21600" h="21600">
                <a:moveTo>
                  <a:pt x="10097" y="21303"/>
                </a:moveTo>
                <a:lnTo>
                  <a:pt x="10142" y="21303"/>
                </a:lnTo>
                <a:lnTo>
                  <a:pt x="10142" y="21395"/>
                </a:lnTo>
                <a:lnTo>
                  <a:pt x="10097" y="21395"/>
                </a:lnTo>
              </a:path>
              <a:path w="21600" h="21600">
                <a:moveTo>
                  <a:pt x="7993" y="21299"/>
                </a:moveTo>
                <a:lnTo>
                  <a:pt x="8027" y="21299"/>
                </a:lnTo>
                <a:lnTo>
                  <a:pt x="8027" y="21369"/>
                </a:lnTo>
                <a:lnTo>
                  <a:pt x="7993" y="21369"/>
                </a:lnTo>
              </a:path>
              <a:path w="21600" h="21600">
                <a:moveTo>
                  <a:pt x="20942" y="21292"/>
                </a:moveTo>
                <a:lnTo>
                  <a:pt x="20999" y="21292"/>
                </a:lnTo>
                <a:lnTo>
                  <a:pt x="20999" y="21409"/>
                </a:lnTo>
                <a:lnTo>
                  <a:pt x="20942" y="21409"/>
                </a:lnTo>
              </a:path>
              <a:path w="21600" h="21600">
                <a:moveTo>
                  <a:pt x="18228" y="21292"/>
                </a:moveTo>
                <a:lnTo>
                  <a:pt x="18286" y="21292"/>
                </a:lnTo>
                <a:lnTo>
                  <a:pt x="18286" y="21409"/>
                </a:lnTo>
                <a:lnTo>
                  <a:pt x="18228" y="21409"/>
                </a:lnTo>
              </a:path>
              <a:path w="21600" h="21600">
                <a:moveTo>
                  <a:pt x="15523" y="21292"/>
                </a:moveTo>
                <a:lnTo>
                  <a:pt x="15580" y="21292"/>
                </a:lnTo>
                <a:lnTo>
                  <a:pt x="15580" y="21409"/>
                </a:lnTo>
                <a:lnTo>
                  <a:pt x="15523" y="21409"/>
                </a:lnTo>
              </a:path>
              <a:path w="21600" h="21600">
                <a:moveTo>
                  <a:pt x="12809" y="21292"/>
                </a:moveTo>
                <a:lnTo>
                  <a:pt x="12866" y="21292"/>
                </a:lnTo>
                <a:lnTo>
                  <a:pt x="12866" y="21409"/>
                </a:lnTo>
                <a:lnTo>
                  <a:pt x="12809" y="21409"/>
                </a:lnTo>
              </a:path>
              <a:path w="21600" h="21600">
                <a:moveTo>
                  <a:pt x="6019" y="21292"/>
                </a:moveTo>
                <a:lnTo>
                  <a:pt x="6076" y="21292"/>
                </a:lnTo>
                <a:lnTo>
                  <a:pt x="6076" y="21409"/>
                </a:lnTo>
                <a:lnTo>
                  <a:pt x="6019" y="21409"/>
                </a:lnTo>
              </a:path>
              <a:path w="21600" h="21600">
                <a:moveTo>
                  <a:pt x="3313" y="21292"/>
                </a:moveTo>
                <a:lnTo>
                  <a:pt x="3370" y="21292"/>
                </a:lnTo>
                <a:lnTo>
                  <a:pt x="3370" y="21409"/>
                </a:lnTo>
                <a:lnTo>
                  <a:pt x="3313" y="21409"/>
                </a:lnTo>
              </a:path>
              <a:path w="21600" h="21600">
                <a:moveTo>
                  <a:pt x="600" y="21292"/>
                </a:moveTo>
                <a:lnTo>
                  <a:pt x="657" y="21292"/>
                </a:lnTo>
                <a:lnTo>
                  <a:pt x="657" y="21409"/>
                </a:lnTo>
                <a:lnTo>
                  <a:pt x="600" y="21409"/>
                </a:lnTo>
              </a:path>
              <a:path w="21600" h="21600">
                <a:moveTo>
                  <a:pt x="17773" y="21292"/>
                </a:moveTo>
                <a:lnTo>
                  <a:pt x="17835" y="21292"/>
                </a:lnTo>
                <a:lnTo>
                  <a:pt x="17835" y="21420"/>
                </a:lnTo>
                <a:lnTo>
                  <a:pt x="17773" y="21420"/>
                </a:lnTo>
              </a:path>
              <a:path w="21600" h="21600">
                <a:moveTo>
                  <a:pt x="3764" y="21292"/>
                </a:moveTo>
                <a:lnTo>
                  <a:pt x="3826" y="21292"/>
                </a:lnTo>
                <a:lnTo>
                  <a:pt x="3826" y="21420"/>
                </a:lnTo>
                <a:lnTo>
                  <a:pt x="3764" y="21420"/>
                </a:lnTo>
              </a:path>
              <a:path w="21600" h="21600">
                <a:moveTo>
                  <a:pt x="12658" y="21287"/>
                </a:moveTo>
                <a:lnTo>
                  <a:pt x="12716" y="21287"/>
                </a:lnTo>
                <a:lnTo>
                  <a:pt x="12716" y="21408"/>
                </a:lnTo>
                <a:lnTo>
                  <a:pt x="12658" y="21408"/>
                </a:lnTo>
              </a:path>
              <a:path w="21600" h="21600">
                <a:moveTo>
                  <a:pt x="8882" y="21287"/>
                </a:moveTo>
                <a:lnTo>
                  <a:pt x="8941" y="21287"/>
                </a:lnTo>
                <a:lnTo>
                  <a:pt x="8941" y="21408"/>
                </a:lnTo>
                <a:lnTo>
                  <a:pt x="8882" y="21408"/>
                </a:lnTo>
              </a:path>
              <a:path w="21600" h="21600">
                <a:moveTo>
                  <a:pt x="3464" y="21287"/>
                </a:moveTo>
                <a:lnTo>
                  <a:pt x="3522" y="21287"/>
                </a:lnTo>
                <a:lnTo>
                  <a:pt x="3522" y="21408"/>
                </a:lnTo>
                <a:lnTo>
                  <a:pt x="3464" y="21408"/>
                </a:lnTo>
              </a:path>
              <a:path w="21600" h="21600">
                <a:moveTo>
                  <a:pt x="21541" y="21278"/>
                </a:moveTo>
                <a:lnTo>
                  <a:pt x="21599" y="21278"/>
                </a:lnTo>
                <a:lnTo>
                  <a:pt x="21599" y="21397"/>
                </a:lnTo>
                <a:lnTo>
                  <a:pt x="21541" y="21397"/>
                </a:lnTo>
              </a:path>
              <a:path w="21600" h="21600">
                <a:moveTo>
                  <a:pt x="0" y="21278"/>
                </a:moveTo>
                <a:lnTo>
                  <a:pt x="58" y="21278"/>
                </a:lnTo>
                <a:lnTo>
                  <a:pt x="58" y="21397"/>
                </a:lnTo>
                <a:lnTo>
                  <a:pt x="0" y="21397"/>
                </a:lnTo>
              </a:path>
              <a:path w="21600" h="21600">
                <a:moveTo>
                  <a:pt x="8741" y="21273"/>
                </a:moveTo>
                <a:lnTo>
                  <a:pt x="8781" y="21273"/>
                </a:lnTo>
                <a:lnTo>
                  <a:pt x="8781" y="21354"/>
                </a:lnTo>
                <a:lnTo>
                  <a:pt x="8741" y="21354"/>
                </a:lnTo>
              </a:path>
              <a:path w="21600" h="21600">
                <a:moveTo>
                  <a:pt x="11150" y="21267"/>
                </a:moveTo>
                <a:lnTo>
                  <a:pt x="11204" y="21267"/>
                </a:lnTo>
                <a:lnTo>
                  <a:pt x="11204" y="21377"/>
                </a:lnTo>
                <a:lnTo>
                  <a:pt x="11150" y="21377"/>
                </a:lnTo>
              </a:path>
              <a:path w="21600" h="21600">
                <a:moveTo>
                  <a:pt x="12063" y="21261"/>
                </a:moveTo>
                <a:lnTo>
                  <a:pt x="12103" y="21261"/>
                </a:lnTo>
                <a:lnTo>
                  <a:pt x="12103" y="21342"/>
                </a:lnTo>
                <a:lnTo>
                  <a:pt x="12063" y="21342"/>
                </a:lnTo>
              </a:path>
              <a:path w="21600" h="21600">
                <a:moveTo>
                  <a:pt x="20344" y="21254"/>
                </a:moveTo>
                <a:lnTo>
                  <a:pt x="20389" y="21254"/>
                </a:lnTo>
                <a:lnTo>
                  <a:pt x="20389" y="21346"/>
                </a:lnTo>
                <a:lnTo>
                  <a:pt x="20344" y="21346"/>
                </a:lnTo>
              </a:path>
              <a:path w="21600" h="21600">
                <a:moveTo>
                  <a:pt x="20487" y="21247"/>
                </a:moveTo>
                <a:lnTo>
                  <a:pt x="20548" y="21247"/>
                </a:lnTo>
                <a:lnTo>
                  <a:pt x="20548" y="21371"/>
                </a:lnTo>
                <a:lnTo>
                  <a:pt x="20487" y="21371"/>
                </a:lnTo>
              </a:path>
              <a:path w="21600" h="21600">
                <a:moveTo>
                  <a:pt x="15068" y="21247"/>
                </a:moveTo>
                <a:lnTo>
                  <a:pt x="15129" y="21247"/>
                </a:lnTo>
                <a:lnTo>
                  <a:pt x="15129" y="21371"/>
                </a:lnTo>
                <a:lnTo>
                  <a:pt x="15068" y="21371"/>
                </a:lnTo>
              </a:path>
              <a:path w="21600" h="21600">
                <a:moveTo>
                  <a:pt x="6470" y="21247"/>
                </a:moveTo>
                <a:lnTo>
                  <a:pt x="6531" y="21247"/>
                </a:lnTo>
                <a:lnTo>
                  <a:pt x="6531" y="21371"/>
                </a:lnTo>
                <a:lnTo>
                  <a:pt x="6470" y="21371"/>
                </a:lnTo>
              </a:path>
              <a:path w="21600" h="21600">
                <a:moveTo>
                  <a:pt x="10845" y="21245"/>
                </a:moveTo>
                <a:lnTo>
                  <a:pt x="10905" y="21245"/>
                </a:lnTo>
                <a:lnTo>
                  <a:pt x="10905" y="21369"/>
                </a:lnTo>
                <a:lnTo>
                  <a:pt x="10845" y="21369"/>
                </a:lnTo>
              </a:path>
              <a:path w="21600" h="21600">
                <a:moveTo>
                  <a:pt x="5720" y="21230"/>
                </a:moveTo>
                <a:lnTo>
                  <a:pt x="5772" y="21230"/>
                </a:lnTo>
                <a:lnTo>
                  <a:pt x="5772" y="21337"/>
                </a:lnTo>
                <a:lnTo>
                  <a:pt x="5720" y="21337"/>
                </a:lnTo>
              </a:path>
              <a:path w="21600" h="21600">
                <a:moveTo>
                  <a:pt x="2579" y="21226"/>
                </a:moveTo>
                <a:lnTo>
                  <a:pt x="2603" y="21226"/>
                </a:lnTo>
                <a:lnTo>
                  <a:pt x="2603" y="21275"/>
                </a:lnTo>
                <a:lnTo>
                  <a:pt x="2579" y="21275"/>
                </a:lnTo>
              </a:path>
              <a:path w="21600" h="21600">
                <a:moveTo>
                  <a:pt x="1655" y="21207"/>
                </a:moveTo>
                <a:lnTo>
                  <a:pt x="1716" y="21207"/>
                </a:lnTo>
                <a:lnTo>
                  <a:pt x="1716" y="21331"/>
                </a:lnTo>
                <a:lnTo>
                  <a:pt x="1655" y="21331"/>
                </a:lnTo>
              </a:path>
              <a:path w="21600" h="21600">
                <a:moveTo>
                  <a:pt x="17625" y="21190"/>
                </a:moveTo>
                <a:lnTo>
                  <a:pt x="17682" y="21190"/>
                </a:lnTo>
                <a:lnTo>
                  <a:pt x="17682" y="21307"/>
                </a:lnTo>
                <a:lnTo>
                  <a:pt x="17625" y="21307"/>
                </a:lnTo>
              </a:path>
              <a:path w="21600" h="21600">
                <a:moveTo>
                  <a:pt x="14919" y="21190"/>
                </a:moveTo>
                <a:lnTo>
                  <a:pt x="14976" y="21190"/>
                </a:lnTo>
                <a:lnTo>
                  <a:pt x="14976" y="21307"/>
                </a:lnTo>
                <a:lnTo>
                  <a:pt x="14919" y="21307"/>
                </a:lnTo>
              </a:path>
              <a:path w="21600" h="21600">
                <a:moveTo>
                  <a:pt x="12206" y="21190"/>
                </a:moveTo>
                <a:lnTo>
                  <a:pt x="12263" y="21190"/>
                </a:lnTo>
                <a:lnTo>
                  <a:pt x="12263" y="21307"/>
                </a:lnTo>
                <a:lnTo>
                  <a:pt x="12206" y="21307"/>
                </a:lnTo>
              </a:path>
              <a:path w="21600" h="21600">
                <a:moveTo>
                  <a:pt x="9336" y="21190"/>
                </a:moveTo>
                <a:lnTo>
                  <a:pt x="9393" y="21190"/>
                </a:lnTo>
                <a:lnTo>
                  <a:pt x="9393" y="21307"/>
                </a:lnTo>
                <a:lnTo>
                  <a:pt x="9336" y="21307"/>
                </a:lnTo>
              </a:path>
              <a:path w="21600" h="21600">
                <a:moveTo>
                  <a:pt x="3917" y="21190"/>
                </a:moveTo>
                <a:lnTo>
                  <a:pt x="3974" y="21190"/>
                </a:lnTo>
                <a:lnTo>
                  <a:pt x="3974" y="21307"/>
                </a:lnTo>
                <a:lnTo>
                  <a:pt x="3917" y="21307"/>
                </a:lnTo>
              </a:path>
              <a:path w="21600" h="21600">
                <a:moveTo>
                  <a:pt x="1204" y="21190"/>
                </a:moveTo>
                <a:lnTo>
                  <a:pt x="1261" y="21190"/>
                </a:lnTo>
                <a:lnTo>
                  <a:pt x="1261" y="21307"/>
                </a:lnTo>
                <a:lnTo>
                  <a:pt x="1204" y="21307"/>
                </a:lnTo>
              </a:path>
              <a:path w="21600" h="21600">
                <a:moveTo>
                  <a:pt x="3168" y="21188"/>
                </a:moveTo>
                <a:lnTo>
                  <a:pt x="3214" y="21188"/>
                </a:lnTo>
                <a:lnTo>
                  <a:pt x="3214" y="21284"/>
                </a:lnTo>
                <a:lnTo>
                  <a:pt x="3168" y="21284"/>
                </a:lnTo>
              </a:path>
              <a:path w="21600" h="21600">
                <a:moveTo>
                  <a:pt x="4369" y="21188"/>
                </a:moveTo>
                <a:lnTo>
                  <a:pt x="4428" y="21188"/>
                </a:lnTo>
                <a:lnTo>
                  <a:pt x="4428" y="21308"/>
                </a:lnTo>
                <a:lnTo>
                  <a:pt x="4369" y="21308"/>
                </a:lnTo>
              </a:path>
              <a:path w="21600" h="21600">
                <a:moveTo>
                  <a:pt x="20036" y="21186"/>
                </a:moveTo>
                <a:lnTo>
                  <a:pt x="20093" y="21186"/>
                </a:lnTo>
                <a:lnTo>
                  <a:pt x="20093" y="21303"/>
                </a:lnTo>
                <a:lnTo>
                  <a:pt x="20036" y="21303"/>
                </a:lnTo>
              </a:path>
              <a:path w="21600" h="21600">
                <a:moveTo>
                  <a:pt x="17323" y="21186"/>
                </a:moveTo>
                <a:lnTo>
                  <a:pt x="17380" y="21186"/>
                </a:lnTo>
                <a:lnTo>
                  <a:pt x="17380" y="21303"/>
                </a:lnTo>
                <a:lnTo>
                  <a:pt x="17323" y="21303"/>
                </a:lnTo>
              </a:path>
              <a:path w="21600" h="21600">
                <a:moveTo>
                  <a:pt x="11904" y="21186"/>
                </a:moveTo>
                <a:lnTo>
                  <a:pt x="11961" y="21186"/>
                </a:lnTo>
                <a:lnTo>
                  <a:pt x="11961" y="21303"/>
                </a:lnTo>
                <a:lnTo>
                  <a:pt x="11904" y="21303"/>
                </a:lnTo>
              </a:path>
              <a:path w="21600" h="21600">
                <a:moveTo>
                  <a:pt x="9638" y="21186"/>
                </a:moveTo>
                <a:lnTo>
                  <a:pt x="9695" y="21186"/>
                </a:lnTo>
                <a:lnTo>
                  <a:pt x="9695" y="21303"/>
                </a:lnTo>
                <a:lnTo>
                  <a:pt x="9638" y="21303"/>
                </a:lnTo>
              </a:path>
              <a:path w="21600" h="21600">
                <a:moveTo>
                  <a:pt x="6925" y="21186"/>
                </a:moveTo>
                <a:lnTo>
                  <a:pt x="6982" y="21186"/>
                </a:lnTo>
                <a:lnTo>
                  <a:pt x="6982" y="21303"/>
                </a:lnTo>
                <a:lnTo>
                  <a:pt x="6925" y="21303"/>
                </a:lnTo>
              </a:path>
              <a:path w="21600" h="21600">
                <a:moveTo>
                  <a:pt x="4219" y="21186"/>
                </a:moveTo>
                <a:lnTo>
                  <a:pt x="4276" y="21186"/>
                </a:lnTo>
                <a:lnTo>
                  <a:pt x="4276" y="21303"/>
                </a:lnTo>
                <a:lnTo>
                  <a:pt x="4219" y="21303"/>
                </a:lnTo>
              </a:path>
              <a:path w="21600" h="21600">
                <a:moveTo>
                  <a:pt x="1506" y="21186"/>
                </a:moveTo>
                <a:lnTo>
                  <a:pt x="1563" y="21186"/>
                </a:lnTo>
                <a:lnTo>
                  <a:pt x="1563" y="21303"/>
                </a:lnTo>
                <a:lnTo>
                  <a:pt x="1506" y="21303"/>
                </a:lnTo>
              </a:path>
              <a:path w="21600" h="21600">
                <a:moveTo>
                  <a:pt x="19736" y="21184"/>
                </a:moveTo>
                <a:lnTo>
                  <a:pt x="19789" y="21184"/>
                </a:lnTo>
                <a:lnTo>
                  <a:pt x="19789" y="21294"/>
                </a:lnTo>
                <a:lnTo>
                  <a:pt x="19736" y="21294"/>
                </a:lnTo>
              </a:path>
              <a:path w="21600" h="21600">
                <a:moveTo>
                  <a:pt x="18981" y="21184"/>
                </a:moveTo>
                <a:lnTo>
                  <a:pt x="19034" y="21184"/>
                </a:lnTo>
                <a:lnTo>
                  <a:pt x="19034" y="21294"/>
                </a:lnTo>
                <a:lnTo>
                  <a:pt x="18981" y="21294"/>
                </a:lnTo>
              </a:path>
              <a:path w="21600" h="21600">
                <a:moveTo>
                  <a:pt x="14317" y="21184"/>
                </a:moveTo>
                <a:lnTo>
                  <a:pt x="14370" y="21184"/>
                </a:lnTo>
                <a:lnTo>
                  <a:pt x="14370" y="21294"/>
                </a:lnTo>
                <a:lnTo>
                  <a:pt x="14317" y="21294"/>
                </a:lnTo>
              </a:path>
              <a:path w="21600" h="21600">
                <a:moveTo>
                  <a:pt x="13562" y="21184"/>
                </a:moveTo>
                <a:lnTo>
                  <a:pt x="13615" y="21184"/>
                </a:lnTo>
                <a:lnTo>
                  <a:pt x="13615" y="21294"/>
                </a:lnTo>
                <a:lnTo>
                  <a:pt x="13562" y="21294"/>
                </a:lnTo>
              </a:path>
              <a:path w="21600" h="21600">
                <a:moveTo>
                  <a:pt x="1810" y="21184"/>
                </a:moveTo>
                <a:lnTo>
                  <a:pt x="1863" y="21184"/>
                </a:lnTo>
                <a:lnTo>
                  <a:pt x="1863" y="21294"/>
                </a:lnTo>
                <a:lnTo>
                  <a:pt x="1810" y="21294"/>
                </a:lnTo>
              </a:path>
              <a:path w="21600" h="21600">
                <a:moveTo>
                  <a:pt x="20639" y="21181"/>
                </a:moveTo>
                <a:lnTo>
                  <a:pt x="20698" y="21181"/>
                </a:lnTo>
                <a:lnTo>
                  <a:pt x="20698" y="21301"/>
                </a:lnTo>
                <a:lnTo>
                  <a:pt x="20639" y="21301"/>
                </a:lnTo>
              </a:path>
              <a:path w="21600" h="21600">
                <a:moveTo>
                  <a:pt x="19129" y="21181"/>
                </a:moveTo>
                <a:lnTo>
                  <a:pt x="19188" y="21181"/>
                </a:lnTo>
                <a:lnTo>
                  <a:pt x="19188" y="21301"/>
                </a:lnTo>
                <a:lnTo>
                  <a:pt x="19129" y="21301"/>
                </a:lnTo>
              </a:path>
              <a:path w="21600" h="21600">
                <a:moveTo>
                  <a:pt x="18681" y="21181"/>
                </a:moveTo>
                <a:lnTo>
                  <a:pt x="18739" y="21181"/>
                </a:lnTo>
                <a:lnTo>
                  <a:pt x="18739" y="21301"/>
                </a:lnTo>
                <a:lnTo>
                  <a:pt x="18681" y="21301"/>
                </a:lnTo>
              </a:path>
              <a:path w="21600" h="21600">
                <a:moveTo>
                  <a:pt x="18379" y="21181"/>
                </a:moveTo>
                <a:lnTo>
                  <a:pt x="18437" y="21181"/>
                </a:lnTo>
                <a:lnTo>
                  <a:pt x="18437" y="21301"/>
                </a:lnTo>
                <a:lnTo>
                  <a:pt x="18379" y="21301"/>
                </a:lnTo>
              </a:path>
              <a:path w="21600" h="21600">
                <a:moveTo>
                  <a:pt x="17926" y="21181"/>
                </a:moveTo>
                <a:lnTo>
                  <a:pt x="17984" y="21181"/>
                </a:lnTo>
                <a:lnTo>
                  <a:pt x="17984" y="21301"/>
                </a:lnTo>
                <a:lnTo>
                  <a:pt x="17926" y="21301"/>
                </a:lnTo>
              </a:path>
              <a:path w="21600" h="21600">
                <a:moveTo>
                  <a:pt x="16416" y="21181"/>
                </a:moveTo>
                <a:lnTo>
                  <a:pt x="16475" y="21181"/>
                </a:lnTo>
                <a:lnTo>
                  <a:pt x="16475" y="21301"/>
                </a:lnTo>
                <a:lnTo>
                  <a:pt x="16416" y="21301"/>
                </a:lnTo>
              </a:path>
              <a:path w="21600" h="21600">
                <a:moveTo>
                  <a:pt x="15975" y="21181"/>
                </a:moveTo>
                <a:lnTo>
                  <a:pt x="16034" y="21181"/>
                </a:lnTo>
                <a:lnTo>
                  <a:pt x="16034" y="21301"/>
                </a:lnTo>
                <a:lnTo>
                  <a:pt x="15975" y="21301"/>
                </a:lnTo>
              </a:path>
              <a:path w="21600" h="21600">
                <a:moveTo>
                  <a:pt x="15673" y="21181"/>
                </a:moveTo>
                <a:lnTo>
                  <a:pt x="15732" y="21181"/>
                </a:lnTo>
                <a:lnTo>
                  <a:pt x="15732" y="21301"/>
                </a:lnTo>
                <a:lnTo>
                  <a:pt x="15673" y="21301"/>
                </a:lnTo>
              </a:path>
              <a:path w="21600" h="21600">
                <a:moveTo>
                  <a:pt x="15220" y="21181"/>
                </a:moveTo>
                <a:lnTo>
                  <a:pt x="15279" y="21181"/>
                </a:lnTo>
                <a:lnTo>
                  <a:pt x="15279" y="21301"/>
                </a:lnTo>
                <a:lnTo>
                  <a:pt x="15220" y="21301"/>
                </a:lnTo>
              </a:path>
              <a:path w="21600" h="21600">
                <a:moveTo>
                  <a:pt x="13710" y="21181"/>
                </a:moveTo>
                <a:lnTo>
                  <a:pt x="13769" y="21181"/>
                </a:lnTo>
                <a:lnTo>
                  <a:pt x="13769" y="21301"/>
                </a:lnTo>
                <a:lnTo>
                  <a:pt x="13710" y="21301"/>
                </a:lnTo>
              </a:path>
              <a:path w="21600" h="21600">
                <a:moveTo>
                  <a:pt x="13262" y="21181"/>
                </a:moveTo>
                <a:lnTo>
                  <a:pt x="13320" y="21181"/>
                </a:lnTo>
                <a:lnTo>
                  <a:pt x="13320" y="21301"/>
                </a:lnTo>
                <a:lnTo>
                  <a:pt x="13262" y="21301"/>
                </a:lnTo>
              </a:path>
              <a:path w="21600" h="21600">
                <a:moveTo>
                  <a:pt x="12960" y="21181"/>
                </a:moveTo>
                <a:lnTo>
                  <a:pt x="13018" y="21181"/>
                </a:lnTo>
                <a:lnTo>
                  <a:pt x="13018" y="21301"/>
                </a:lnTo>
                <a:lnTo>
                  <a:pt x="12960" y="21301"/>
                </a:lnTo>
              </a:path>
              <a:path w="21600" h="21600">
                <a:moveTo>
                  <a:pt x="12507" y="21181"/>
                </a:moveTo>
                <a:lnTo>
                  <a:pt x="12565" y="21181"/>
                </a:lnTo>
                <a:lnTo>
                  <a:pt x="12565" y="21301"/>
                </a:lnTo>
                <a:lnTo>
                  <a:pt x="12507" y="21301"/>
                </a:lnTo>
              </a:path>
              <a:path w="21600" h="21600">
                <a:moveTo>
                  <a:pt x="10997" y="21181"/>
                </a:moveTo>
                <a:lnTo>
                  <a:pt x="11055" y="21181"/>
                </a:lnTo>
                <a:lnTo>
                  <a:pt x="11055" y="21301"/>
                </a:lnTo>
                <a:lnTo>
                  <a:pt x="10997" y="21301"/>
                </a:lnTo>
              </a:path>
              <a:path w="21600" h="21600">
                <a:moveTo>
                  <a:pt x="9033" y="21181"/>
                </a:moveTo>
                <a:lnTo>
                  <a:pt x="9092" y="21181"/>
                </a:lnTo>
                <a:lnTo>
                  <a:pt x="9092" y="21301"/>
                </a:lnTo>
                <a:lnTo>
                  <a:pt x="9033" y="21301"/>
                </a:lnTo>
              </a:path>
              <a:path w="21600" h="21600">
                <a:moveTo>
                  <a:pt x="8580" y="21181"/>
                </a:moveTo>
                <a:lnTo>
                  <a:pt x="8639" y="21181"/>
                </a:lnTo>
                <a:lnTo>
                  <a:pt x="8639" y="21301"/>
                </a:lnTo>
                <a:lnTo>
                  <a:pt x="8580" y="21301"/>
                </a:lnTo>
              </a:path>
              <a:path w="21600" h="21600">
                <a:moveTo>
                  <a:pt x="8278" y="21181"/>
                </a:moveTo>
                <a:lnTo>
                  <a:pt x="8337" y="21181"/>
                </a:lnTo>
                <a:lnTo>
                  <a:pt x="8337" y="21301"/>
                </a:lnTo>
                <a:lnTo>
                  <a:pt x="8278" y="21301"/>
                </a:lnTo>
              </a:path>
              <a:path w="21600" h="21600">
                <a:moveTo>
                  <a:pt x="7830" y="21181"/>
                </a:moveTo>
                <a:lnTo>
                  <a:pt x="7889" y="21181"/>
                </a:lnTo>
                <a:lnTo>
                  <a:pt x="7889" y="21301"/>
                </a:lnTo>
                <a:lnTo>
                  <a:pt x="7830" y="21301"/>
                </a:lnTo>
              </a:path>
              <a:path w="21600" h="21600">
                <a:moveTo>
                  <a:pt x="6320" y="21181"/>
                </a:moveTo>
                <a:lnTo>
                  <a:pt x="6379" y="21181"/>
                </a:lnTo>
                <a:lnTo>
                  <a:pt x="6379" y="21301"/>
                </a:lnTo>
                <a:lnTo>
                  <a:pt x="6320" y="21301"/>
                </a:lnTo>
              </a:path>
              <a:path w="21600" h="21600">
                <a:moveTo>
                  <a:pt x="5867" y="21181"/>
                </a:moveTo>
                <a:lnTo>
                  <a:pt x="5926" y="21181"/>
                </a:lnTo>
                <a:lnTo>
                  <a:pt x="5926" y="21301"/>
                </a:lnTo>
                <a:lnTo>
                  <a:pt x="5867" y="21301"/>
                </a:lnTo>
              </a:path>
              <a:path w="21600" h="21600">
                <a:moveTo>
                  <a:pt x="5565" y="21181"/>
                </a:moveTo>
                <a:lnTo>
                  <a:pt x="5624" y="21181"/>
                </a:lnTo>
                <a:lnTo>
                  <a:pt x="5624" y="21301"/>
                </a:lnTo>
                <a:lnTo>
                  <a:pt x="5565" y="21301"/>
                </a:lnTo>
              </a:path>
              <a:path w="21600" h="21600">
                <a:moveTo>
                  <a:pt x="5124" y="21181"/>
                </a:moveTo>
                <a:lnTo>
                  <a:pt x="5183" y="21181"/>
                </a:lnTo>
                <a:lnTo>
                  <a:pt x="5183" y="21301"/>
                </a:lnTo>
                <a:lnTo>
                  <a:pt x="5124" y="21301"/>
                </a:lnTo>
              </a:path>
              <a:path w="21600" h="21600">
                <a:moveTo>
                  <a:pt x="2411" y="21181"/>
                </a:moveTo>
                <a:lnTo>
                  <a:pt x="2470" y="21181"/>
                </a:lnTo>
                <a:lnTo>
                  <a:pt x="2470" y="21301"/>
                </a:lnTo>
                <a:lnTo>
                  <a:pt x="2411" y="21301"/>
                </a:lnTo>
              </a:path>
              <a:path w="21600" h="21600">
                <a:moveTo>
                  <a:pt x="901" y="21181"/>
                </a:moveTo>
                <a:lnTo>
                  <a:pt x="960" y="21181"/>
                </a:lnTo>
                <a:lnTo>
                  <a:pt x="960" y="21301"/>
                </a:lnTo>
                <a:lnTo>
                  <a:pt x="901" y="21301"/>
                </a:lnTo>
              </a:path>
              <a:path w="21600" h="21600">
                <a:moveTo>
                  <a:pt x="448" y="21181"/>
                </a:moveTo>
                <a:lnTo>
                  <a:pt x="507" y="21181"/>
                </a:lnTo>
                <a:lnTo>
                  <a:pt x="507" y="21301"/>
                </a:lnTo>
                <a:lnTo>
                  <a:pt x="448" y="21301"/>
                </a:lnTo>
              </a:path>
              <a:path w="21600" h="21600">
                <a:moveTo>
                  <a:pt x="146" y="21181"/>
                </a:moveTo>
                <a:lnTo>
                  <a:pt x="205" y="21181"/>
                </a:lnTo>
                <a:lnTo>
                  <a:pt x="205" y="21301"/>
                </a:lnTo>
                <a:lnTo>
                  <a:pt x="146" y="21301"/>
                </a:lnTo>
              </a:path>
              <a:path w="21600" h="21600">
                <a:moveTo>
                  <a:pt x="1360" y="21180"/>
                </a:moveTo>
                <a:lnTo>
                  <a:pt x="1407" y="21180"/>
                </a:lnTo>
                <a:lnTo>
                  <a:pt x="1407" y="21275"/>
                </a:lnTo>
                <a:lnTo>
                  <a:pt x="1360" y="21275"/>
                </a:lnTo>
              </a:path>
              <a:path w="21600" h="21600">
                <a:moveTo>
                  <a:pt x="14169" y="21178"/>
                </a:moveTo>
                <a:lnTo>
                  <a:pt x="14216" y="21178"/>
                </a:lnTo>
                <a:lnTo>
                  <a:pt x="14216" y="21273"/>
                </a:lnTo>
                <a:lnTo>
                  <a:pt x="14169" y="21273"/>
                </a:lnTo>
              </a:path>
              <a:path w="21600" h="21600">
                <a:moveTo>
                  <a:pt x="18083" y="21177"/>
                </a:moveTo>
                <a:lnTo>
                  <a:pt x="18129" y="21177"/>
                </a:lnTo>
                <a:lnTo>
                  <a:pt x="18129" y="21273"/>
                </a:lnTo>
                <a:lnTo>
                  <a:pt x="18083" y="21273"/>
                </a:lnTo>
              </a:path>
              <a:path w="21600" h="21600">
                <a:moveTo>
                  <a:pt x="2857" y="21172"/>
                </a:moveTo>
                <a:lnTo>
                  <a:pt x="2921" y="21172"/>
                </a:lnTo>
                <a:lnTo>
                  <a:pt x="2921" y="21303"/>
                </a:lnTo>
                <a:lnTo>
                  <a:pt x="2857" y="21303"/>
                </a:lnTo>
              </a:path>
              <a:path w="21600" h="21600">
                <a:moveTo>
                  <a:pt x="754" y="21168"/>
                </a:moveTo>
                <a:lnTo>
                  <a:pt x="806" y="21168"/>
                </a:lnTo>
                <a:lnTo>
                  <a:pt x="806" y="21274"/>
                </a:lnTo>
                <a:lnTo>
                  <a:pt x="754" y="21274"/>
                </a:lnTo>
              </a:path>
              <a:path w="21600" h="21600">
                <a:moveTo>
                  <a:pt x="10394" y="21164"/>
                </a:moveTo>
                <a:lnTo>
                  <a:pt x="10449" y="21164"/>
                </a:lnTo>
                <a:lnTo>
                  <a:pt x="10449" y="21277"/>
                </a:lnTo>
                <a:lnTo>
                  <a:pt x="10394" y="21277"/>
                </a:lnTo>
              </a:path>
              <a:path w="21600" h="21600">
                <a:moveTo>
                  <a:pt x="17177" y="21164"/>
                </a:moveTo>
                <a:lnTo>
                  <a:pt x="17223" y="21164"/>
                </a:lnTo>
                <a:lnTo>
                  <a:pt x="17223" y="21259"/>
                </a:lnTo>
                <a:lnTo>
                  <a:pt x="17177" y="21259"/>
                </a:lnTo>
              </a:path>
              <a:path w="21600" h="21600">
                <a:moveTo>
                  <a:pt x="20789" y="21161"/>
                </a:moveTo>
                <a:lnTo>
                  <a:pt x="20850" y="21161"/>
                </a:lnTo>
                <a:lnTo>
                  <a:pt x="20850" y="21285"/>
                </a:lnTo>
                <a:lnTo>
                  <a:pt x="20789" y="21285"/>
                </a:lnTo>
              </a:path>
              <a:path w="21600" h="21600">
                <a:moveTo>
                  <a:pt x="11751" y="21159"/>
                </a:moveTo>
                <a:lnTo>
                  <a:pt x="11811" y="21159"/>
                </a:lnTo>
                <a:lnTo>
                  <a:pt x="11811" y="21283"/>
                </a:lnTo>
                <a:lnTo>
                  <a:pt x="11751" y="21283"/>
                </a:lnTo>
              </a:path>
              <a:path w="21600" h="21600">
                <a:moveTo>
                  <a:pt x="9787" y="21159"/>
                </a:moveTo>
                <a:lnTo>
                  <a:pt x="9848" y="21159"/>
                </a:lnTo>
                <a:lnTo>
                  <a:pt x="9848" y="21283"/>
                </a:lnTo>
                <a:lnTo>
                  <a:pt x="9787" y="21283"/>
                </a:lnTo>
              </a:path>
              <a:path w="21600" h="21600">
                <a:moveTo>
                  <a:pt x="7994" y="21150"/>
                </a:moveTo>
                <a:lnTo>
                  <a:pt x="8027" y="21150"/>
                </a:lnTo>
                <a:lnTo>
                  <a:pt x="8027" y="21217"/>
                </a:lnTo>
                <a:lnTo>
                  <a:pt x="7994" y="21217"/>
                </a:lnTo>
              </a:path>
              <a:path w="21600" h="21600">
                <a:moveTo>
                  <a:pt x="16266" y="21149"/>
                </a:moveTo>
                <a:lnTo>
                  <a:pt x="16323" y="21149"/>
                </a:lnTo>
                <a:lnTo>
                  <a:pt x="16323" y="21266"/>
                </a:lnTo>
                <a:lnTo>
                  <a:pt x="16266" y="21266"/>
                </a:lnTo>
              </a:path>
              <a:path w="21600" h="21600">
                <a:moveTo>
                  <a:pt x="5276" y="21149"/>
                </a:moveTo>
                <a:lnTo>
                  <a:pt x="5333" y="21149"/>
                </a:lnTo>
                <a:lnTo>
                  <a:pt x="5333" y="21266"/>
                </a:lnTo>
                <a:lnTo>
                  <a:pt x="5276" y="21266"/>
                </a:lnTo>
              </a:path>
              <a:path w="21600" h="21600">
                <a:moveTo>
                  <a:pt x="17021" y="21145"/>
                </a:moveTo>
                <a:lnTo>
                  <a:pt x="17078" y="21145"/>
                </a:lnTo>
                <a:lnTo>
                  <a:pt x="17078" y="21262"/>
                </a:lnTo>
                <a:lnTo>
                  <a:pt x="17021" y="21262"/>
                </a:lnTo>
              </a:path>
              <a:path w="21600" h="21600">
                <a:moveTo>
                  <a:pt x="11602" y="21145"/>
                </a:moveTo>
                <a:lnTo>
                  <a:pt x="11659" y="21145"/>
                </a:lnTo>
                <a:lnTo>
                  <a:pt x="11659" y="21262"/>
                </a:lnTo>
                <a:lnTo>
                  <a:pt x="11602" y="21262"/>
                </a:lnTo>
              </a:path>
              <a:path w="21600" h="21600">
                <a:moveTo>
                  <a:pt x="9940" y="21145"/>
                </a:moveTo>
                <a:lnTo>
                  <a:pt x="9997" y="21145"/>
                </a:lnTo>
                <a:lnTo>
                  <a:pt x="9997" y="21262"/>
                </a:lnTo>
                <a:lnTo>
                  <a:pt x="9940" y="21262"/>
                </a:lnTo>
              </a:path>
              <a:path w="21600" h="21600">
                <a:moveTo>
                  <a:pt x="4521" y="21145"/>
                </a:moveTo>
                <a:lnTo>
                  <a:pt x="4578" y="21145"/>
                </a:lnTo>
                <a:lnTo>
                  <a:pt x="4578" y="21262"/>
                </a:lnTo>
                <a:lnTo>
                  <a:pt x="4521" y="21262"/>
                </a:lnTo>
              </a:path>
              <a:path w="21600" h="21600">
                <a:moveTo>
                  <a:pt x="6629" y="21145"/>
                </a:moveTo>
                <a:lnTo>
                  <a:pt x="6674" y="21145"/>
                </a:lnTo>
                <a:lnTo>
                  <a:pt x="6674" y="21237"/>
                </a:lnTo>
                <a:lnTo>
                  <a:pt x="6629" y="21237"/>
                </a:lnTo>
              </a:path>
              <a:path w="21600" h="21600">
                <a:moveTo>
                  <a:pt x="19438" y="21135"/>
                </a:moveTo>
                <a:lnTo>
                  <a:pt x="19483" y="21135"/>
                </a:lnTo>
                <a:lnTo>
                  <a:pt x="19483" y="21227"/>
                </a:lnTo>
                <a:lnTo>
                  <a:pt x="19438" y="21227"/>
                </a:lnTo>
              </a:path>
              <a:path w="21600" h="21600">
                <a:moveTo>
                  <a:pt x="11151" y="21130"/>
                </a:moveTo>
                <a:lnTo>
                  <a:pt x="11203" y="21130"/>
                </a:lnTo>
                <a:lnTo>
                  <a:pt x="11203" y="21236"/>
                </a:lnTo>
                <a:lnTo>
                  <a:pt x="11151" y="21236"/>
                </a:lnTo>
              </a:path>
              <a:path w="21600" h="21600">
                <a:moveTo>
                  <a:pt x="20186" y="21130"/>
                </a:moveTo>
                <a:lnTo>
                  <a:pt x="20245" y="21130"/>
                </a:lnTo>
                <a:lnTo>
                  <a:pt x="20245" y="21250"/>
                </a:lnTo>
                <a:lnTo>
                  <a:pt x="20186" y="21250"/>
                </a:lnTo>
              </a:path>
              <a:path w="21600" h="21600">
                <a:moveTo>
                  <a:pt x="14767" y="21130"/>
                </a:moveTo>
                <a:lnTo>
                  <a:pt x="14826" y="21130"/>
                </a:lnTo>
                <a:lnTo>
                  <a:pt x="14826" y="21250"/>
                </a:lnTo>
                <a:lnTo>
                  <a:pt x="14767" y="21250"/>
                </a:lnTo>
              </a:path>
              <a:path w="21600" h="21600">
                <a:moveTo>
                  <a:pt x="9486" y="21130"/>
                </a:moveTo>
                <a:lnTo>
                  <a:pt x="9545" y="21130"/>
                </a:lnTo>
                <a:lnTo>
                  <a:pt x="9545" y="21250"/>
                </a:lnTo>
                <a:lnTo>
                  <a:pt x="9486" y="21250"/>
                </a:lnTo>
              </a:path>
              <a:path w="21600" h="21600">
                <a:moveTo>
                  <a:pt x="6773" y="21130"/>
                </a:moveTo>
                <a:lnTo>
                  <a:pt x="6832" y="21130"/>
                </a:lnTo>
                <a:lnTo>
                  <a:pt x="6832" y="21250"/>
                </a:lnTo>
                <a:lnTo>
                  <a:pt x="6773" y="21250"/>
                </a:lnTo>
              </a:path>
              <a:path w="21600" h="21600">
                <a:moveTo>
                  <a:pt x="4067" y="21130"/>
                </a:moveTo>
                <a:lnTo>
                  <a:pt x="4126" y="21130"/>
                </a:lnTo>
                <a:lnTo>
                  <a:pt x="4126" y="21250"/>
                </a:lnTo>
                <a:lnTo>
                  <a:pt x="4067" y="21250"/>
                </a:lnTo>
              </a:path>
              <a:path w="21600" h="21600">
                <a:moveTo>
                  <a:pt x="17487" y="21119"/>
                </a:moveTo>
                <a:lnTo>
                  <a:pt x="17517" y="21119"/>
                </a:lnTo>
                <a:lnTo>
                  <a:pt x="17517" y="21182"/>
                </a:lnTo>
                <a:lnTo>
                  <a:pt x="17487" y="21182"/>
                </a:lnTo>
              </a:path>
              <a:path w="21600" h="21600">
                <a:moveTo>
                  <a:pt x="16719" y="21113"/>
                </a:moveTo>
                <a:lnTo>
                  <a:pt x="16776" y="21113"/>
                </a:lnTo>
                <a:lnTo>
                  <a:pt x="16776" y="21230"/>
                </a:lnTo>
                <a:lnTo>
                  <a:pt x="16719" y="21230"/>
                </a:lnTo>
              </a:path>
              <a:path w="21600" h="21600">
                <a:moveTo>
                  <a:pt x="14013" y="21113"/>
                </a:moveTo>
                <a:lnTo>
                  <a:pt x="14070" y="21113"/>
                </a:lnTo>
                <a:lnTo>
                  <a:pt x="14070" y="21230"/>
                </a:lnTo>
                <a:lnTo>
                  <a:pt x="14013" y="21230"/>
                </a:lnTo>
              </a:path>
              <a:path w="21600" h="21600">
                <a:moveTo>
                  <a:pt x="11300" y="21113"/>
                </a:moveTo>
                <a:lnTo>
                  <a:pt x="11357" y="21113"/>
                </a:lnTo>
                <a:lnTo>
                  <a:pt x="11357" y="21230"/>
                </a:lnTo>
                <a:lnTo>
                  <a:pt x="11300" y="21230"/>
                </a:lnTo>
              </a:path>
              <a:path w="21600" h="21600">
                <a:moveTo>
                  <a:pt x="10242" y="21113"/>
                </a:moveTo>
                <a:lnTo>
                  <a:pt x="10299" y="21113"/>
                </a:lnTo>
                <a:lnTo>
                  <a:pt x="10299" y="21230"/>
                </a:lnTo>
                <a:lnTo>
                  <a:pt x="10242" y="21230"/>
                </a:lnTo>
              </a:path>
              <a:path w="21600" h="21600">
                <a:moveTo>
                  <a:pt x="7529" y="21113"/>
                </a:moveTo>
                <a:lnTo>
                  <a:pt x="7586" y="21113"/>
                </a:lnTo>
                <a:lnTo>
                  <a:pt x="7586" y="21230"/>
                </a:lnTo>
                <a:lnTo>
                  <a:pt x="7529" y="21230"/>
                </a:lnTo>
              </a:path>
              <a:path w="21600" h="21600">
                <a:moveTo>
                  <a:pt x="4823" y="21113"/>
                </a:moveTo>
                <a:lnTo>
                  <a:pt x="4880" y="21113"/>
                </a:lnTo>
                <a:lnTo>
                  <a:pt x="4880" y="21230"/>
                </a:lnTo>
                <a:lnTo>
                  <a:pt x="4823" y="21230"/>
                </a:lnTo>
              </a:path>
              <a:path w="21600" h="21600">
                <a:moveTo>
                  <a:pt x="2110" y="21113"/>
                </a:moveTo>
                <a:lnTo>
                  <a:pt x="2167" y="21113"/>
                </a:lnTo>
                <a:lnTo>
                  <a:pt x="2167" y="21230"/>
                </a:lnTo>
                <a:lnTo>
                  <a:pt x="2110" y="21230"/>
                </a:lnTo>
              </a:path>
              <a:path w="21600" h="21600">
                <a:moveTo>
                  <a:pt x="10547" y="21108"/>
                </a:moveTo>
                <a:lnTo>
                  <a:pt x="10597" y="21108"/>
                </a:lnTo>
                <a:lnTo>
                  <a:pt x="10597" y="21211"/>
                </a:lnTo>
                <a:lnTo>
                  <a:pt x="10547" y="21211"/>
                </a:lnTo>
              </a:path>
              <a:path w="21600" h="21600">
                <a:moveTo>
                  <a:pt x="1050" y="21107"/>
                </a:moveTo>
                <a:lnTo>
                  <a:pt x="1114" y="21107"/>
                </a:lnTo>
                <a:lnTo>
                  <a:pt x="1114" y="21238"/>
                </a:lnTo>
                <a:lnTo>
                  <a:pt x="1050" y="21238"/>
                </a:lnTo>
              </a:path>
              <a:path w="21600" h="21600">
                <a:moveTo>
                  <a:pt x="20943" y="21106"/>
                </a:moveTo>
                <a:lnTo>
                  <a:pt x="20998" y="21106"/>
                </a:lnTo>
                <a:lnTo>
                  <a:pt x="20998" y="21219"/>
                </a:lnTo>
                <a:lnTo>
                  <a:pt x="20943" y="21219"/>
                </a:lnTo>
              </a:path>
              <a:path w="21600" h="21600">
                <a:moveTo>
                  <a:pt x="18229" y="21106"/>
                </a:moveTo>
                <a:lnTo>
                  <a:pt x="18285" y="21106"/>
                </a:lnTo>
                <a:lnTo>
                  <a:pt x="18285" y="21219"/>
                </a:lnTo>
                <a:lnTo>
                  <a:pt x="18229" y="21219"/>
                </a:lnTo>
              </a:path>
              <a:path w="21600" h="21600">
                <a:moveTo>
                  <a:pt x="15524" y="21106"/>
                </a:moveTo>
                <a:lnTo>
                  <a:pt x="15579" y="21106"/>
                </a:lnTo>
                <a:lnTo>
                  <a:pt x="15579" y="21219"/>
                </a:lnTo>
                <a:lnTo>
                  <a:pt x="15524" y="21219"/>
                </a:lnTo>
              </a:path>
              <a:path w="21600" h="21600">
                <a:moveTo>
                  <a:pt x="12810" y="21106"/>
                </a:moveTo>
                <a:lnTo>
                  <a:pt x="12866" y="21106"/>
                </a:lnTo>
                <a:lnTo>
                  <a:pt x="12866" y="21219"/>
                </a:lnTo>
                <a:lnTo>
                  <a:pt x="12810" y="21219"/>
                </a:lnTo>
              </a:path>
              <a:path w="21600" h="21600">
                <a:moveTo>
                  <a:pt x="6020" y="21106"/>
                </a:moveTo>
                <a:lnTo>
                  <a:pt x="6075" y="21106"/>
                </a:lnTo>
                <a:lnTo>
                  <a:pt x="6075" y="21219"/>
                </a:lnTo>
                <a:lnTo>
                  <a:pt x="6020" y="21219"/>
                </a:lnTo>
              </a:path>
              <a:path w="21600" h="21600">
                <a:moveTo>
                  <a:pt x="3314" y="21106"/>
                </a:moveTo>
                <a:lnTo>
                  <a:pt x="3370" y="21106"/>
                </a:lnTo>
                <a:lnTo>
                  <a:pt x="3370" y="21219"/>
                </a:lnTo>
                <a:lnTo>
                  <a:pt x="3314" y="21219"/>
                </a:lnTo>
              </a:path>
              <a:path w="21600" h="21600">
                <a:moveTo>
                  <a:pt x="601" y="21106"/>
                </a:moveTo>
                <a:lnTo>
                  <a:pt x="656" y="21106"/>
                </a:lnTo>
                <a:lnTo>
                  <a:pt x="656" y="21219"/>
                </a:lnTo>
                <a:lnTo>
                  <a:pt x="601" y="21219"/>
                </a:lnTo>
              </a:path>
              <a:path w="21600" h="21600">
                <a:moveTo>
                  <a:pt x="21399" y="21105"/>
                </a:moveTo>
                <a:lnTo>
                  <a:pt x="21447" y="21105"/>
                </a:lnTo>
                <a:lnTo>
                  <a:pt x="21447" y="21204"/>
                </a:lnTo>
                <a:lnTo>
                  <a:pt x="21399" y="21204"/>
                </a:lnTo>
              </a:path>
              <a:path w="21600" h="21600">
                <a:moveTo>
                  <a:pt x="21542" y="21089"/>
                </a:moveTo>
                <a:lnTo>
                  <a:pt x="21598" y="21089"/>
                </a:lnTo>
                <a:lnTo>
                  <a:pt x="21598" y="21204"/>
                </a:lnTo>
                <a:lnTo>
                  <a:pt x="21542" y="21204"/>
                </a:lnTo>
              </a:path>
              <a:path w="21600" h="21600">
                <a:moveTo>
                  <a:pt x="1" y="21089"/>
                </a:moveTo>
                <a:lnTo>
                  <a:pt x="57" y="21089"/>
                </a:lnTo>
                <a:lnTo>
                  <a:pt x="57" y="21204"/>
                </a:lnTo>
                <a:lnTo>
                  <a:pt x="1" y="21204"/>
                </a:lnTo>
              </a:path>
              <a:path w="21600" h="21600">
                <a:moveTo>
                  <a:pt x="8742" y="21086"/>
                </a:moveTo>
                <a:lnTo>
                  <a:pt x="8780" y="21086"/>
                </a:lnTo>
                <a:lnTo>
                  <a:pt x="8780" y="21163"/>
                </a:lnTo>
                <a:lnTo>
                  <a:pt x="8742" y="21163"/>
                </a:lnTo>
              </a:path>
              <a:path w="21600" h="21600">
                <a:moveTo>
                  <a:pt x="19280" y="21077"/>
                </a:moveTo>
                <a:lnTo>
                  <a:pt x="19339" y="21077"/>
                </a:lnTo>
                <a:lnTo>
                  <a:pt x="19339" y="21197"/>
                </a:lnTo>
                <a:lnTo>
                  <a:pt x="19280" y="21197"/>
                </a:lnTo>
              </a:path>
              <a:path w="21600" h="21600">
                <a:moveTo>
                  <a:pt x="13861" y="21077"/>
                </a:moveTo>
                <a:lnTo>
                  <a:pt x="13920" y="21077"/>
                </a:lnTo>
                <a:lnTo>
                  <a:pt x="13920" y="21197"/>
                </a:lnTo>
                <a:lnTo>
                  <a:pt x="13861" y="21197"/>
                </a:lnTo>
              </a:path>
              <a:path w="21600" h="21600">
                <a:moveTo>
                  <a:pt x="7679" y="21077"/>
                </a:moveTo>
                <a:lnTo>
                  <a:pt x="7738" y="21077"/>
                </a:lnTo>
                <a:lnTo>
                  <a:pt x="7738" y="21197"/>
                </a:lnTo>
                <a:lnTo>
                  <a:pt x="7679" y="21197"/>
                </a:lnTo>
              </a:path>
              <a:path w="21600" h="21600">
                <a:moveTo>
                  <a:pt x="2260" y="21077"/>
                </a:moveTo>
                <a:lnTo>
                  <a:pt x="2319" y="21077"/>
                </a:lnTo>
                <a:lnTo>
                  <a:pt x="2319" y="21197"/>
                </a:lnTo>
                <a:lnTo>
                  <a:pt x="2260" y="21197"/>
                </a:lnTo>
              </a:path>
              <a:path w="21600" h="21600">
                <a:moveTo>
                  <a:pt x="2580" y="21077"/>
                </a:moveTo>
                <a:lnTo>
                  <a:pt x="2603" y="21077"/>
                </a:lnTo>
                <a:lnTo>
                  <a:pt x="2603" y="21122"/>
                </a:lnTo>
                <a:lnTo>
                  <a:pt x="2580" y="21122"/>
                </a:lnTo>
              </a:path>
              <a:path w="21600" h="21600">
                <a:moveTo>
                  <a:pt x="16566" y="21072"/>
                </a:moveTo>
                <a:lnTo>
                  <a:pt x="16626" y="21072"/>
                </a:lnTo>
                <a:lnTo>
                  <a:pt x="16626" y="21196"/>
                </a:lnTo>
                <a:lnTo>
                  <a:pt x="16566" y="21196"/>
                </a:lnTo>
              </a:path>
              <a:path w="21600" h="21600">
                <a:moveTo>
                  <a:pt x="4972" y="21072"/>
                </a:moveTo>
                <a:lnTo>
                  <a:pt x="5033" y="21072"/>
                </a:lnTo>
                <a:lnTo>
                  <a:pt x="5033" y="21196"/>
                </a:lnTo>
                <a:lnTo>
                  <a:pt x="4972" y="21196"/>
                </a:lnTo>
              </a:path>
              <a:path w="21600" h="21600">
                <a:moveTo>
                  <a:pt x="21097" y="21063"/>
                </a:moveTo>
                <a:lnTo>
                  <a:pt x="21145" y="21063"/>
                </a:lnTo>
                <a:lnTo>
                  <a:pt x="21145" y="21162"/>
                </a:lnTo>
                <a:lnTo>
                  <a:pt x="21097" y="21162"/>
                </a:lnTo>
              </a:path>
              <a:path w="21600" h="21600">
                <a:moveTo>
                  <a:pt x="3620" y="21063"/>
                </a:moveTo>
                <a:lnTo>
                  <a:pt x="3668" y="21063"/>
                </a:lnTo>
                <a:lnTo>
                  <a:pt x="3668" y="21162"/>
                </a:lnTo>
                <a:lnTo>
                  <a:pt x="3620" y="21162"/>
                </a:lnTo>
              </a:path>
              <a:path w="21600" h="21600">
                <a:moveTo>
                  <a:pt x="12658" y="21052"/>
                </a:moveTo>
                <a:lnTo>
                  <a:pt x="12715" y="21052"/>
                </a:lnTo>
                <a:lnTo>
                  <a:pt x="12715" y="21169"/>
                </a:lnTo>
                <a:lnTo>
                  <a:pt x="12658" y="21169"/>
                </a:lnTo>
              </a:path>
              <a:path w="21600" h="21600">
                <a:moveTo>
                  <a:pt x="8883" y="21052"/>
                </a:moveTo>
                <a:lnTo>
                  <a:pt x="8940" y="21052"/>
                </a:lnTo>
                <a:lnTo>
                  <a:pt x="8940" y="21169"/>
                </a:lnTo>
                <a:lnTo>
                  <a:pt x="8883" y="21169"/>
                </a:lnTo>
              </a:path>
              <a:path w="21600" h="21600">
                <a:moveTo>
                  <a:pt x="3464" y="21052"/>
                </a:moveTo>
                <a:lnTo>
                  <a:pt x="3521" y="21052"/>
                </a:lnTo>
                <a:lnTo>
                  <a:pt x="3521" y="21169"/>
                </a:lnTo>
                <a:lnTo>
                  <a:pt x="3464" y="21169"/>
                </a:lnTo>
              </a:path>
              <a:path w="21600" h="21600">
                <a:moveTo>
                  <a:pt x="20345" y="21047"/>
                </a:moveTo>
                <a:lnTo>
                  <a:pt x="20388" y="21047"/>
                </a:lnTo>
                <a:lnTo>
                  <a:pt x="20388" y="21136"/>
                </a:lnTo>
                <a:lnTo>
                  <a:pt x="20345" y="21136"/>
                </a:lnTo>
              </a:path>
              <a:path w="21600" h="21600">
                <a:moveTo>
                  <a:pt x="19737" y="21035"/>
                </a:moveTo>
                <a:lnTo>
                  <a:pt x="19788" y="21035"/>
                </a:lnTo>
                <a:lnTo>
                  <a:pt x="19788" y="21141"/>
                </a:lnTo>
                <a:lnTo>
                  <a:pt x="19737" y="21141"/>
                </a:lnTo>
              </a:path>
              <a:path w="21600" h="21600">
                <a:moveTo>
                  <a:pt x="18982" y="21035"/>
                </a:moveTo>
                <a:lnTo>
                  <a:pt x="19033" y="21035"/>
                </a:lnTo>
                <a:lnTo>
                  <a:pt x="19033" y="21141"/>
                </a:lnTo>
                <a:lnTo>
                  <a:pt x="18982" y="21141"/>
                </a:lnTo>
              </a:path>
              <a:path w="21600" h="21600">
                <a:moveTo>
                  <a:pt x="14317" y="21035"/>
                </a:moveTo>
                <a:lnTo>
                  <a:pt x="14369" y="21035"/>
                </a:lnTo>
                <a:lnTo>
                  <a:pt x="14369" y="21141"/>
                </a:lnTo>
                <a:lnTo>
                  <a:pt x="14317" y="21141"/>
                </a:lnTo>
              </a:path>
              <a:path w="21600" h="21600">
                <a:moveTo>
                  <a:pt x="13563" y="21035"/>
                </a:moveTo>
                <a:lnTo>
                  <a:pt x="13614" y="21035"/>
                </a:lnTo>
                <a:lnTo>
                  <a:pt x="13614" y="21141"/>
                </a:lnTo>
                <a:lnTo>
                  <a:pt x="13563" y="21141"/>
                </a:lnTo>
              </a:path>
              <a:path w="21600" h="21600">
                <a:moveTo>
                  <a:pt x="1811" y="21035"/>
                </a:moveTo>
                <a:lnTo>
                  <a:pt x="1862" y="21035"/>
                </a:lnTo>
                <a:lnTo>
                  <a:pt x="1862" y="21141"/>
                </a:lnTo>
                <a:lnTo>
                  <a:pt x="1811" y="21141"/>
                </a:lnTo>
              </a:path>
              <a:path w="21600" h="21600">
                <a:moveTo>
                  <a:pt x="21243" y="21024"/>
                </a:moveTo>
                <a:lnTo>
                  <a:pt x="21302" y="21024"/>
                </a:lnTo>
                <a:lnTo>
                  <a:pt x="21302" y="21145"/>
                </a:lnTo>
                <a:lnTo>
                  <a:pt x="21243" y="21145"/>
                </a:lnTo>
              </a:path>
              <a:path w="21600" h="21600">
                <a:moveTo>
                  <a:pt x="18530" y="21024"/>
                </a:moveTo>
                <a:lnTo>
                  <a:pt x="18588" y="21024"/>
                </a:lnTo>
                <a:lnTo>
                  <a:pt x="18588" y="21145"/>
                </a:lnTo>
                <a:lnTo>
                  <a:pt x="18530" y="21145"/>
                </a:lnTo>
              </a:path>
              <a:path w="21600" h="21600">
                <a:moveTo>
                  <a:pt x="15824" y="21024"/>
                </a:moveTo>
                <a:lnTo>
                  <a:pt x="15883" y="21024"/>
                </a:lnTo>
                <a:lnTo>
                  <a:pt x="15883" y="21145"/>
                </a:lnTo>
                <a:lnTo>
                  <a:pt x="15824" y="21145"/>
                </a:lnTo>
              </a:path>
              <a:path w="21600" h="21600">
                <a:moveTo>
                  <a:pt x="13111" y="21024"/>
                </a:moveTo>
                <a:lnTo>
                  <a:pt x="13169" y="21024"/>
                </a:lnTo>
                <a:lnTo>
                  <a:pt x="13169" y="21145"/>
                </a:lnTo>
                <a:lnTo>
                  <a:pt x="13111" y="21145"/>
                </a:lnTo>
              </a:path>
              <a:path w="21600" h="21600">
                <a:moveTo>
                  <a:pt x="8429" y="21024"/>
                </a:moveTo>
                <a:lnTo>
                  <a:pt x="8488" y="21024"/>
                </a:lnTo>
                <a:lnTo>
                  <a:pt x="8488" y="21145"/>
                </a:lnTo>
                <a:lnTo>
                  <a:pt x="8429" y="21145"/>
                </a:lnTo>
              </a:path>
              <a:path w="21600" h="21600">
                <a:moveTo>
                  <a:pt x="3011" y="21024"/>
                </a:moveTo>
                <a:lnTo>
                  <a:pt x="3069" y="21024"/>
                </a:lnTo>
                <a:lnTo>
                  <a:pt x="3069" y="21145"/>
                </a:lnTo>
                <a:lnTo>
                  <a:pt x="3011" y="21145"/>
                </a:lnTo>
              </a:path>
              <a:path w="21600" h="21600">
                <a:moveTo>
                  <a:pt x="297" y="21024"/>
                </a:moveTo>
                <a:lnTo>
                  <a:pt x="356" y="21024"/>
                </a:lnTo>
                <a:lnTo>
                  <a:pt x="356" y="21145"/>
                </a:lnTo>
                <a:lnTo>
                  <a:pt x="297" y="21145"/>
                </a:lnTo>
              </a:path>
              <a:path w="21600" h="21600">
                <a:moveTo>
                  <a:pt x="19582" y="21007"/>
                </a:moveTo>
                <a:lnTo>
                  <a:pt x="19641" y="21007"/>
                </a:lnTo>
                <a:lnTo>
                  <a:pt x="19641" y="21127"/>
                </a:lnTo>
                <a:lnTo>
                  <a:pt x="19582" y="21127"/>
                </a:lnTo>
              </a:path>
              <a:path w="21600" h="21600">
                <a:moveTo>
                  <a:pt x="16869" y="21007"/>
                </a:moveTo>
                <a:lnTo>
                  <a:pt x="16928" y="21007"/>
                </a:lnTo>
                <a:lnTo>
                  <a:pt x="16928" y="21127"/>
                </a:lnTo>
                <a:lnTo>
                  <a:pt x="16869" y="21127"/>
                </a:lnTo>
              </a:path>
              <a:path w="21600" h="21600">
                <a:moveTo>
                  <a:pt x="7377" y="21007"/>
                </a:moveTo>
                <a:lnTo>
                  <a:pt x="7436" y="21007"/>
                </a:lnTo>
                <a:lnTo>
                  <a:pt x="7436" y="21127"/>
                </a:lnTo>
                <a:lnTo>
                  <a:pt x="7377" y="21127"/>
                </a:lnTo>
              </a:path>
              <a:path w="21600" h="21600">
                <a:moveTo>
                  <a:pt x="4671" y="21007"/>
                </a:moveTo>
                <a:lnTo>
                  <a:pt x="4730" y="21007"/>
                </a:lnTo>
                <a:lnTo>
                  <a:pt x="4730" y="21127"/>
                </a:lnTo>
                <a:lnTo>
                  <a:pt x="4671" y="21127"/>
                </a:lnTo>
              </a:path>
              <a:path w="21600" h="21600">
                <a:moveTo>
                  <a:pt x="1958" y="21007"/>
                </a:moveTo>
                <a:lnTo>
                  <a:pt x="2017" y="21007"/>
                </a:lnTo>
                <a:lnTo>
                  <a:pt x="2017" y="21127"/>
                </a:lnTo>
                <a:lnTo>
                  <a:pt x="1958" y="21127"/>
                </a:lnTo>
              </a:path>
              <a:path w="21600" h="21600">
                <a:moveTo>
                  <a:pt x="7995" y="21001"/>
                </a:moveTo>
                <a:lnTo>
                  <a:pt x="8026" y="21001"/>
                </a:lnTo>
                <a:lnTo>
                  <a:pt x="8026" y="21064"/>
                </a:lnTo>
                <a:lnTo>
                  <a:pt x="7995" y="21064"/>
                </a:lnTo>
              </a:path>
              <a:path w="21600" h="21600">
                <a:moveTo>
                  <a:pt x="13406" y="20997"/>
                </a:moveTo>
                <a:lnTo>
                  <a:pt x="13469" y="20997"/>
                </a:lnTo>
                <a:lnTo>
                  <a:pt x="13469" y="21125"/>
                </a:lnTo>
                <a:lnTo>
                  <a:pt x="13406" y="21125"/>
                </a:lnTo>
              </a:path>
              <a:path w="21600" h="21600">
                <a:moveTo>
                  <a:pt x="8130" y="20997"/>
                </a:moveTo>
                <a:lnTo>
                  <a:pt x="8193" y="20997"/>
                </a:lnTo>
                <a:lnTo>
                  <a:pt x="8193" y="21125"/>
                </a:lnTo>
                <a:lnTo>
                  <a:pt x="8130" y="21125"/>
                </a:lnTo>
              </a:path>
              <a:path w="21600" h="21600">
                <a:moveTo>
                  <a:pt x="11152" y="20993"/>
                </a:moveTo>
                <a:lnTo>
                  <a:pt x="11202" y="20993"/>
                </a:lnTo>
                <a:lnTo>
                  <a:pt x="11202" y="21096"/>
                </a:lnTo>
                <a:lnTo>
                  <a:pt x="11152" y="21096"/>
                </a:lnTo>
              </a:path>
              <a:path w="21600" h="21600">
                <a:moveTo>
                  <a:pt x="10395" y="20987"/>
                </a:moveTo>
                <a:lnTo>
                  <a:pt x="10448" y="20987"/>
                </a:lnTo>
                <a:lnTo>
                  <a:pt x="10448" y="21097"/>
                </a:lnTo>
                <a:lnTo>
                  <a:pt x="10395" y="21097"/>
                </a:lnTo>
              </a:path>
              <a:path w="21600" h="21600">
                <a:moveTo>
                  <a:pt x="12064" y="20987"/>
                </a:moveTo>
                <a:lnTo>
                  <a:pt x="12102" y="20987"/>
                </a:lnTo>
                <a:lnTo>
                  <a:pt x="12102" y="21064"/>
                </a:lnTo>
                <a:lnTo>
                  <a:pt x="12064" y="21064"/>
                </a:lnTo>
              </a:path>
              <a:path w="21600" h="21600">
                <a:moveTo>
                  <a:pt x="17625" y="20983"/>
                </a:moveTo>
                <a:lnTo>
                  <a:pt x="17681" y="20983"/>
                </a:lnTo>
                <a:lnTo>
                  <a:pt x="17681" y="21097"/>
                </a:lnTo>
                <a:lnTo>
                  <a:pt x="17625" y="21097"/>
                </a:lnTo>
              </a:path>
              <a:path w="21600" h="21600">
                <a:moveTo>
                  <a:pt x="14920" y="20983"/>
                </a:moveTo>
                <a:lnTo>
                  <a:pt x="14975" y="20983"/>
                </a:lnTo>
                <a:lnTo>
                  <a:pt x="14975" y="21097"/>
                </a:lnTo>
                <a:lnTo>
                  <a:pt x="14920" y="21097"/>
                </a:lnTo>
              </a:path>
              <a:path w="21600" h="21600">
                <a:moveTo>
                  <a:pt x="12206" y="20983"/>
                </a:moveTo>
                <a:lnTo>
                  <a:pt x="12262" y="20983"/>
                </a:lnTo>
                <a:lnTo>
                  <a:pt x="12262" y="21097"/>
                </a:lnTo>
                <a:lnTo>
                  <a:pt x="12206" y="21097"/>
                </a:lnTo>
              </a:path>
              <a:path w="21600" h="21600">
                <a:moveTo>
                  <a:pt x="9337" y="20983"/>
                </a:moveTo>
                <a:lnTo>
                  <a:pt x="9392" y="20983"/>
                </a:lnTo>
                <a:lnTo>
                  <a:pt x="9392" y="21097"/>
                </a:lnTo>
                <a:lnTo>
                  <a:pt x="9337" y="21097"/>
                </a:lnTo>
              </a:path>
              <a:path w="21600" h="21600">
                <a:moveTo>
                  <a:pt x="3918" y="20983"/>
                </a:moveTo>
                <a:lnTo>
                  <a:pt x="3974" y="20983"/>
                </a:lnTo>
                <a:lnTo>
                  <a:pt x="3974" y="21097"/>
                </a:lnTo>
                <a:lnTo>
                  <a:pt x="3918" y="21097"/>
                </a:lnTo>
              </a:path>
              <a:path w="21600" h="21600">
                <a:moveTo>
                  <a:pt x="1205" y="20983"/>
                </a:moveTo>
                <a:lnTo>
                  <a:pt x="1260" y="20983"/>
                </a:lnTo>
                <a:lnTo>
                  <a:pt x="1260" y="21097"/>
                </a:lnTo>
                <a:lnTo>
                  <a:pt x="1205" y="21097"/>
                </a:lnTo>
              </a:path>
              <a:path w="21600" h="21600">
                <a:moveTo>
                  <a:pt x="20037" y="20979"/>
                </a:moveTo>
                <a:lnTo>
                  <a:pt x="20092" y="20979"/>
                </a:lnTo>
                <a:lnTo>
                  <a:pt x="20092" y="21092"/>
                </a:lnTo>
                <a:lnTo>
                  <a:pt x="20037" y="21092"/>
                </a:lnTo>
              </a:path>
              <a:path w="21600" h="21600">
                <a:moveTo>
                  <a:pt x="17323" y="20979"/>
                </a:moveTo>
                <a:lnTo>
                  <a:pt x="17379" y="20979"/>
                </a:lnTo>
                <a:lnTo>
                  <a:pt x="17379" y="21092"/>
                </a:lnTo>
                <a:lnTo>
                  <a:pt x="17323" y="21092"/>
                </a:lnTo>
              </a:path>
              <a:path w="21600" h="21600">
                <a:moveTo>
                  <a:pt x="11904" y="20979"/>
                </a:moveTo>
                <a:lnTo>
                  <a:pt x="11960" y="20979"/>
                </a:lnTo>
                <a:lnTo>
                  <a:pt x="11960" y="21092"/>
                </a:lnTo>
                <a:lnTo>
                  <a:pt x="11904" y="21092"/>
                </a:lnTo>
              </a:path>
              <a:path w="21600" h="21600">
                <a:moveTo>
                  <a:pt x="9639" y="20979"/>
                </a:moveTo>
                <a:lnTo>
                  <a:pt x="9694" y="20979"/>
                </a:lnTo>
                <a:lnTo>
                  <a:pt x="9694" y="21092"/>
                </a:lnTo>
                <a:lnTo>
                  <a:pt x="9639" y="21092"/>
                </a:lnTo>
              </a:path>
              <a:path w="21600" h="21600">
                <a:moveTo>
                  <a:pt x="6926" y="20979"/>
                </a:moveTo>
                <a:lnTo>
                  <a:pt x="6981" y="20979"/>
                </a:lnTo>
                <a:lnTo>
                  <a:pt x="6981" y="21092"/>
                </a:lnTo>
                <a:lnTo>
                  <a:pt x="6926" y="21092"/>
                </a:lnTo>
              </a:path>
              <a:path w="21600" h="21600">
                <a:moveTo>
                  <a:pt x="4220" y="20979"/>
                </a:moveTo>
                <a:lnTo>
                  <a:pt x="4275" y="20979"/>
                </a:lnTo>
                <a:lnTo>
                  <a:pt x="4275" y="21092"/>
                </a:lnTo>
                <a:lnTo>
                  <a:pt x="4220" y="21092"/>
                </a:lnTo>
              </a:path>
              <a:path w="21600" h="21600">
                <a:moveTo>
                  <a:pt x="1507" y="20979"/>
                </a:moveTo>
                <a:lnTo>
                  <a:pt x="1562" y="20979"/>
                </a:lnTo>
                <a:lnTo>
                  <a:pt x="1562" y="21092"/>
                </a:lnTo>
                <a:lnTo>
                  <a:pt x="1507" y="21092"/>
                </a:lnTo>
              </a:path>
              <a:path w="21600" h="21600">
                <a:moveTo>
                  <a:pt x="11449" y="20968"/>
                </a:moveTo>
                <a:lnTo>
                  <a:pt x="11509" y="20968"/>
                </a:lnTo>
                <a:lnTo>
                  <a:pt x="11509" y="21092"/>
                </a:lnTo>
                <a:lnTo>
                  <a:pt x="11449" y="21092"/>
                </a:lnTo>
              </a:path>
              <a:path w="21600" h="21600">
                <a:moveTo>
                  <a:pt x="18084" y="20942"/>
                </a:moveTo>
                <a:lnTo>
                  <a:pt x="18128" y="20942"/>
                </a:lnTo>
                <a:lnTo>
                  <a:pt x="18128" y="21034"/>
                </a:lnTo>
                <a:lnTo>
                  <a:pt x="18084" y="21034"/>
                </a:lnTo>
              </a:path>
              <a:path w="21600" h="21600">
                <a:moveTo>
                  <a:pt x="6630" y="20938"/>
                </a:moveTo>
                <a:lnTo>
                  <a:pt x="6673" y="20938"/>
                </a:lnTo>
                <a:lnTo>
                  <a:pt x="6673" y="21026"/>
                </a:lnTo>
                <a:lnTo>
                  <a:pt x="6630" y="21026"/>
                </a:lnTo>
              </a:path>
              <a:path w="21600" h="21600">
                <a:moveTo>
                  <a:pt x="16267" y="20934"/>
                </a:moveTo>
                <a:lnTo>
                  <a:pt x="16322" y="20934"/>
                </a:lnTo>
                <a:lnTo>
                  <a:pt x="16322" y="21047"/>
                </a:lnTo>
                <a:lnTo>
                  <a:pt x="16267" y="21047"/>
                </a:lnTo>
              </a:path>
              <a:path w="21600" h="21600">
                <a:moveTo>
                  <a:pt x="5277" y="20934"/>
                </a:moveTo>
                <a:lnTo>
                  <a:pt x="5332" y="20934"/>
                </a:lnTo>
                <a:lnTo>
                  <a:pt x="5332" y="21047"/>
                </a:lnTo>
                <a:lnTo>
                  <a:pt x="5277" y="21047"/>
                </a:lnTo>
              </a:path>
              <a:path w="21600" h="21600">
                <a:moveTo>
                  <a:pt x="5721" y="20930"/>
                </a:moveTo>
                <a:lnTo>
                  <a:pt x="5771" y="20930"/>
                </a:lnTo>
                <a:lnTo>
                  <a:pt x="5771" y="21033"/>
                </a:lnTo>
                <a:lnTo>
                  <a:pt x="5721" y="21033"/>
                </a:lnTo>
              </a:path>
              <a:path w="21600" h="21600">
                <a:moveTo>
                  <a:pt x="17021" y="20929"/>
                </a:moveTo>
                <a:lnTo>
                  <a:pt x="17077" y="20929"/>
                </a:lnTo>
                <a:lnTo>
                  <a:pt x="17077" y="21042"/>
                </a:lnTo>
                <a:lnTo>
                  <a:pt x="17021" y="21042"/>
                </a:lnTo>
              </a:path>
              <a:path w="21600" h="21600">
                <a:moveTo>
                  <a:pt x="11602" y="20929"/>
                </a:moveTo>
                <a:lnTo>
                  <a:pt x="11658" y="20929"/>
                </a:lnTo>
                <a:lnTo>
                  <a:pt x="11658" y="21042"/>
                </a:lnTo>
                <a:lnTo>
                  <a:pt x="11602" y="21042"/>
                </a:lnTo>
              </a:path>
              <a:path w="21600" h="21600">
                <a:moveTo>
                  <a:pt x="9941" y="20929"/>
                </a:moveTo>
                <a:lnTo>
                  <a:pt x="9996" y="20929"/>
                </a:lnTo>
                <a:lnTo>
                  <a:pt x="9996" y="21042"/>
                </a:lnTo>
                <a:lnTo>
                  <a:pt x="9941" y="21042"/>
                </a:lnTo>
              </a:path>
              <a:path w="21600" h="21600">
                <a:moveTo>
                  <a:pt x="4522" y="20929"/>
                </a:moveTo>
                <a:lnTo>
                  <a:pt x="4577" y="20929"/>
                </a:lnTo>
                <a:lnTo>
                  <a:pt x="4577" y="21042"/>
                </a:lnTo>
                <a:lnTo>
                  <a:pt x="4522" y="21042"/>
                </a:lnTo>
              </a:path>
              <a:path w="21600" h="21600">
                <a:moveTo>
                  <a:pt x="4370" y="20928"/>
                </a:moveTo>
                <a:lnTo>
                  <a:pt x="4427" y="20928"/>
                </a:lnTo>
                <a:lnTo>
                  <a:pt x="4427" y="21045"/>
                </a:lnTo>
                <a:lnTo>
                  <a:pt x="4370" y="21045"/>
                </a:lnTo>
              </a:path>
              <a:path w="21600" h="21600">
                <a:moveTo>
                  <a:pt x="2581" y="20928"/>
                </a:moveTo>
                <a:lnTo>
                  <a:pt x="2602" y="20928"/>
                </a:lnTo>
                <a:lnTo>
                  <a:pt x="2602" y="20970"/>
                </a:lnTo>
                <a:lnTo>
                  <a:pt x="2581" y="20970"/>
                </a:lnTo>
              </a:path>
              <a:path w="21600" h="21600">
                <a:moveTo>
                  <a:pt x="3169" y="20927"/>
                </a:moveTo>
                <a:lnTo>
                  <a:pt x="3213" y="20927"/>
                </a:lnTo>
                <a:lnTo>
                  <a:pt x="3213" y="21019"/>
                </a:lnTo>
                <a:lnTo>
                  <a:pt x="3169" y="21019"/>
                </a:lnTo>
              </a:path>
              <a:path w="21600" h="21600">
                <a:moveTo>
                  <a:pt x="20488" y="20921"/>
                </a:moveTo>
                <a:lnTo>
                  <a:pt x="20547" y="20921"/>
                </a:lnTo>
                <a:lnTo>
                  <a:pt x="20547" y="21041"/>
                </a:lnTo>
                <a:lnTo>
                  <a:pt x="20488" y="21041"/>
                </a:lnTo>
              </a:path>
              <a:path w="21600" h="21600">
                <a:moveTo>
                  <a:pt x="15069" y="20921"/>
                </a:moveTo>
                <a:lnTo>
                  <a:pt x="15128" y="20921"/>
                </a:lnTo>
                <a:lnTo>
                  <a:pt x="15128" y="21041"/>
                </a:lnTo>
                <a:lnTo>
                  <a:pt x="15069" y="21041"/>
                </a:lnTo>
              </a:path>
              <a:path w="21600" h="21600">
                <a:moveTo>
                  <a:pt x="6471" y="20921"/>
                </a:moveTo>
                <a:lnTo>
                  <a:pt x="6530" y="20921"/>
                </a:lnTo>
                <a:lnTo>
                  <a:pt x="6530" y="21041"/>
                </a:lnTo>
                <a:lnTo>
                  <a:pt x="6471" y="21041"/>
                </a:lnTo>
              </a:path>
              <a:path w="21600" h="21600">
                <a:moveTo>
                  <a:pt x="20640" y="20920"/>
                </a:moveTo>
                <a:lnTo>
                  <a:pt x="20697" y="20920"/>
                </a:lnTo>
                <a:lnTo>
                  <a:pt x="20697" y="21037"/>
                </a:lnTo>
                <a:lnTo>
                  <a:pt x="20640" y="21037"/>
                </a:lnTo>
              </a:path>
              <a:path w="21600" h="21600">
                <a:moveTo>
                  <a:pt x="19130" y="20920"/>
                </a:moveTo>
                <a:lnTo>
                  <a:pt x="19187" y="20920"/>
                </a:lnTo>
                <a:lnTo>
                  <a:pt x="19187" y="21037"/>
                </a:lnTo>
                <a:lnTo>
                  <a:pt x="19130" y="21037"/>
                </a:lnTo>
              </a:path>
              <a:path w="21600" h="21600">
                <a:moveTo>
                  <a:pt x="18681" y="20920"/>
                </a:moveTo>
                <a:lnTo>
                  <a:pt x="18739" y="20920"/>
                </a:lnTo>
                <a:lnTo>
                  <a:pt x="18739" y="21037"/>
                </a:lnTo>
                <a:lnTo>
                  <a:pt x="18681" y="21037"/>
                </a:lnTo>
              </a:path>
              <a:path w="21600" h="21600">
                <a:moveTo>
                  <a:pt x="18379" y="20920"/>
                </a:moveTo>
                <a:lnTo>
                  <a:pt x="18437" y="20920"/>
                </a:lnTo>
                <a:lnTo>
                  <a:pt x="18437" y="21037"/>
                </a:lnTo>
                <a:lnTo>
                  <a:pt x="18379" y="21037"/>
                </a:lnTo>
              </a:path>
              <a:path w="21600" h="21600">
                <a:moveTo>
                  <a:pt x="17926" y="20920"/>
                </a:moveTo>
                <a:lnTo>
                  <a:pt x="17984" y="20920"/>
                </a:lnTo>
                <a:lnTo>
                  <a:pt x="17984" y="21037"/>
                </a:lnTo>
                <a:lnTo>
                  <a:pt x="17926" y="21037"/>
                </a:lnTo>
              </a:path>
              <a:path w="21600" h="21600">
                <a:moveTo>
                  <a:pt x="16417" y="20920"/>
                </a:moveTo>
                <a:lnTo>
                  <a:pt x="16474" y="20920"/>
                </a:lnTo>
                <a:lnTo>
                  <a:pt x="16474" y="21037"/>
                </a:lnTo>
                <a:lnTo>
                  <a:pt x="16417" y="21037"/>
                </a:lnTo>
              </a:path>
              <a:path w="21600" h="21600">
                <a:moveTo>
                  <a:pt x="15976" y="20920"/>
                </a:moveTo>
                <a:lnTo>
                  <a:pt x="16033" y="20920"/>
                </a:lnTo>
                <a:lnTo>
                  <a:pt x="16033" y="21037"/>
                </a:lnTo>
                <a:lnTo>
                  <a:pt x="15976" y="21037"/>
                </a:lnTo>
              </a:path>
              <a:path w="21600" h="21600">
                <a:moveTo>
                  <a:pt x="15674" y="20920"/>
                </a:moveTo>
                <a:lnTo>
                  <a:pt x="15731" y="20920"/>
                </a:lnTo>
                <a:lnTo>
                  <a:pt x="15731" y="21037"/>
                </a:lnTo>
                <a:lnTo>
                  <a:pt x="15674" y="21037"/>
                </a:lnTo>
              </a:path>
              <a:path w="21600" h="21600">
                <a:moveTo>
                  <a:pt x="15221" y="20920"/>
                </a:moveTo>
                <a:lnTo>
                  <a:pt x="15278" y="20920"/>
                </a:lnTo>
                <a:lnTo>
                  <a:pt x="15278" y="21037"/>
                </a:lnTo>
                <a:lnTo>
                  <a:pt x="15221" y="21037"/>
                </a:lnTo>
              </a:path>
              <a:path w="21600" h="21600">
                <a:moveTo>
                  <a:pt x="13711" y="20920"/>
                </a:moveTo>
                <a:lnTo>
                  <a:pt x="13768" y="20920"/>
                </a:lnTo>
                <a:lnTo>
                  <a:pt x="13768" y="21037"/>
                </a:lnTo>
                <a:lnTo>
                  <a:pt x="13711" y="21037"/>
                </a:lnTo>
              </a:path>
              <a:path w="21600" h="21600">
                <a:moveTo>
                  <a:pt x="13262" y="20920"/>
                </a:moveTo>
                <a:lnTo>
                  <a:pt x="13319" y="20920"/>
                </a:lnTo>
                <a:lnTo>
                  <a:pt x="13319" y="21037"/>
                </a:lnTo>
                <a:lnTo>
                  <a:pt x="13262" y="21037"/>
                </a:lnTo>
              </a:path>
              <a:path w="21600" h="21600">
                <a:moveTo>
                  <a:pt x="12960" y="20920"/>
                </a:moveTo>
                <a:lnTo>
                  <a:pt x="13017" y="20920"/>
                </a:lnTo>
                <a:lnTo>
                  <a:pt x="13017" y="21037"/>
                </a:lnTo>
                <a:lnTo>
                  <a:pt x="12960" y="21037"/>
                </a:lnTo>
              </a:path>
              <a:path w="21600" h="21600">
                <a:moveTo>
                  <a:pt x="12507" y="20920"/>
                </a:moveTo>
                <a:lnTo>
                  <a:pt x="12565" y="20920"/>
                </a:lnTo>
                <a:lnTo>
                  <a:pt x="12565" y="21037"/>
                </a:lnTo>
                <a:lnTo>
                  <a:pt x="12507" y="21037"/>
                </a:lnTo>
              </a:path>
              <a:path w="21600" h="21600">
                <a:moveTo>
                  <a:pt x="10998" y="20920"/>
                </a:moveTo>
                <a:lnTo>
                  <a:pt x="11055" y="20920"/>
                </a:lnTo>
                <a:lnTo>
                  <a:pt x="11055" y="21037"/>
                </a:lnTo>
                <a:lnTo>
                  <a:pt x="10998" y="21037"/>
                </a:lnTo>
              </a:path>
              <a:path w="21600" h="21600">
                <a:moveTo>
                  <a:pt x="9034" y="20920"/>
                </a:moveTo>
                <a:lnTo>
                  <a:pt x="9091" y="20920"/>
                </a:lnTo>
                <a:lnTo>
                  <a:pt x="9091" y="21037"/>
                </a:lnTo>
                <a:lnTo>
                  <a:pt x="9034" y="21037"/>
                </a:lnTo>
              </a:path>
              <a:path w="21600" h="21600">
                <a:moveTo>
                  <a:pt x="8581" y="20920"/>
                </a:moveTo>
                <a:lnTo>
                  <a:pt x="8638" y="20920"/>
                </a:lnTo>
                <a:lnTo>
                  <a:pt x="8638" y="21037"/>
                </a:lnTo>
                <a:lnTo>
                  <a:pt x="8581" y="21037"/>
                </a:lnTo>
              </a:path>
              <a:path w="21600" h="21600">
                <a:moveTo>
                  <a:pt x="8279" y="20920"/>
                </a:moveTo>
                <a:lnTo>
                  <a:pt x="8336" y="20920"/>
                </a:lnTo>
                <a:lnTo>
                  <a:pt x="8336" y="21037"/>
                </a:lnTo>
                <a:lnTo>
                  <a:pt x="8279" y="21037"/>
                </a:lnTo>
              </a:path>
              <a:path w="21600" h="21600">
                <a:moveTo>
                  <a:pt x="7831" y="20920"/>
                </a:moveTo>
                <a:lnTo>
                  <a:pt x="7888" y="20920"/>
                </a:lnTo>
                <a:lnTo>
                  <a:pt x="7888" y="21037"/>
                </a:lnTo>
                <a:lnTo>
                  <a:pt x="7831" y="21037"/>
                </a:lnTo>
              </a:path>
              <a:path w="21600" h="21600">
                <a:moveTo>
                  <a:pt x="6321" y="20920"/>
                </a:moveTo>
                <a:lnTo>
                  <a:pt x="6378" y="20920"/>
                </a:lnTo>
                <a:lnTo>
                  <a:pt x="6378" y="21037"/>
                </a:lnTo>
                <a:lnTo>
                  <a:pt x="6321" y="21037"/>
                </a:lnTo>
              </a:path>
              <a:path w="21600" h="21600">
                <a:moveTo>
                  <a:pt x="5868" y="20920"/>
                </a:moveTo>
                <a:lnTo>
                  <a:pt x="5925" y="20920"/>
                </a:lnTo>
                <a:lnTo>
                  <a:pt x="5925" y="21037"/>
                </a:lnTo>
                <a:lnTo>
                  <a:pt x="5868" y="21037"/>
                </a:lnTo>
              </a:path>
              <a:path w="21600" h="21600">
                <a:moveTo>
                  <a:pt x="5566" y="20920"/>
                </a:moveTo>
                <a:lnTo>
                  <a:pt x="5623" y="20920"/>
                </a:lnTo>
                <a:lnTo>
                  <a:pt x="5623" y="21037"/>
                </a:lnTo>
                <a:lnTo>
                  <a:pt x="5566" y="21037"/>
                </a:lnTo>
              </a:path>
              <a:path w="21600" h="21600">
                <a:moveTo>
                  <a:pt x="5125" y="20920"/>
                </a:moveTo>
                <a:lnTo>
                  <a:pt x="5182" y="20920"/>
                </a:lnTo>
                <a:lnTo>
                  <a:pt x="5182" y="21037"/>
                </a:lnTo>
                <a:lnTo>
                  <a:pt x="5125" y="21037"/>
                </a:lnTo>
              </a:path>
              <a:path w="21600" h="21600">
                <a:moveTo>
                  <a:pt x="2412" y="20920"/>
                </a:moveTo>
                <a:lnTo>
                  <a:pt x="2469" y="20920"/>
                </a:lnTo>
                <a:lnTo>
                  <a:pt x="2469" y="21037"/>
                </a:lnTo>
                <a:lnTo>
                  <a:pt x="2412" y="21037"/>
                </a:lnTo>
              </a:path>
              <a:path w="21600" h="21600">
                <a:moveTo>
                  <a:pt x="902" y="20920"/>
                </a:moveTo>
                <a:lnTo>
                  <a:pt x="959" y="20920"/>
                </a:lnTo>
                <a:lnTo>
                  <a:pt x="959" y="21037"/>
                </a:lnTo>
                <a:lnTo>
                  <a:pt x="902" y="21037"/>
                </a:lnTo>
              </a:path>
              <a:path w="21600" h="21600">
                <a:moveTo>
                  <a:pt x="449" y="20920"/>
                </a:moveTo>
                <a:lnTo>
                  <a:pt x="506" y="20920"/>
                </a:lnTo>
                <a:lnTo>
                  <a:pt x="506" y="21037"/>
                </a:lnTo>
                <a:lnTo>
                  <a:pt x="449" y="21037"/>
                </a:lnTo>
              </a:path>
              <a:path w="21600" h="21600">
                <a:moveTo>
                  <a:pt x="147" y="20920"/>
                </a:moveTo>
                <a:lnTo>
                  <a:pt x="204" y="20920"/>
                </a:lnTo>
                <a:lnTo>
                  <a:pt x="204" y="21037"/>
                </a:lnTo>
                <a:lnTo>
                  <a:pt x="147" y="21037"/>
                </a:lnTo>
              </a:path>
              <a:path w="21600" h="21600">
                <a:moveTo>
                  <a:pt x="20944" y="20919"/>
                </a:moveTo>
                <a:lnTo>
                  <a:pt x="20997" y="20919"/>
                </a:lnTo>
                <a:lnTo>
                  <a:pt x="20997" y="21029"/>
                </a:lnTo>
                <a:lnTo>
                  <a:pt x="20944" y="21029"/>
                </a:lnTo>
              </a:path>
              <a:path w="21600" h="21600">
                <a:moveTo>
                  <a:pt x="18230" y="20919"/>
                </a:moveTo>
                <a:lnTo>
                  <a:pt x="18284" y="20919"/>
                </a:lnTo>
                <a:lnTo>
                  <a:pt x="18284" y="21029"/>
                </a:lnTo>
                <a:lnTo>
                  <a:pt x="18230" y="21029"/>
                </a:lnTo>
              </a:path>
              <a:path w="21600" h="21600">
                <a:moveTo>
                  <a:pt x="15524" y="20919"/>
                </a:moveTo>
                <a:lnTo>
                  <a:pt x="15578" y="20919"/>
                </a:lnTo>
                <a:lnTo>
                  <a:pt x="15578" y="21029"/>
                </a:lnTo>
                <a:lnTo>
                  <a:pt x="15524" y="21029"/>
                </a:lnTo>
              </a:path>
              <a:path w="21600" h="21600">
                <a:moveTo>
                  <a:pt x="12811" y="20919"/>
                </a:moveTo>
                <a:lnTo>
                  <a:pt x="12865" y="20919"/>
                </a:lnTo>
                <a:lnTo>
                  <a:pt x="12865" y="21029"/>
                </a:lnTo>
                <a:lnTo>
                  <a:pt x="12811" y="21029"/>
                </a:lnTo>
              </a:path>
              <a:path w="21600" h="21600">
                <a:moveTo>
                  <a:pt x="6021" y="20919"/>
                </a:moveTo>
                <a:lnTo>
                  <a:pt x="6074" y="20919"/>
                </a:lnTo>
                <a:lnTo>
                  <a:pt x="6074" y="21029"/>
                </a:lnTo>
                <a:lnTo>
                  <a:pt x="6021" y="21029"/>
                </a:lnTo>
              </a:path>
              <a:path w="21600" h="21600">
                <a:moveTo>
                  <a:pt x="3315" y="20919"/>
                </a:moveTo>
                <a:lnTo>
                  <a:pt x="3369" y="20919"/>
                </a:lnTo>
                <a:lnTo>
                  <a:pt x="3369" y="21029"/>
                </a:lnTo>
                <a:lnTo>
                  <a:pt x="3315" y="21029"/>
                </a:lnTo>
              </a:path>
              <a:path w="21600" h="21600">
                <a:moveTo>
                  <a:pt x="602" y="20919"/>
                </a:moveTo>
                <a:lnTo>
                  <a:pt x="656" y="20919"/>
                </a:lnTo>
                <a:lnTo>
                  <a:pt x="656" y="21029"/>
                </a:lnTo>
                <a:lnTo>
                  <a:pt x="602" y="21029"/>
                </a:lnTo>
              </a:path>
              <a:path w="21600" h="21600">
                <a:moveTo>
                  <a:pt x="14464" y="20919"/>
                </a:moveTo>
                <a:lnTo>
                  <a:pt x="14525" y="20919"/>
                </a:lnTo>
                <a:lnTo>
                  <a:pt x="14525" y="21043"/>
                </a:lnTo>
                <a:lnTo>
                  <a:pt x="14464" y="21043"/>
                </a:lnTo>
              </a:path>
              <a:path w="21600" h="21600">
                <a:moveTo>
                  <a:pt x="7074" y="20919"/>
                </a:moveTo>
                <a:lnTo>
                  <a:pt x="7135" y="20919"/>
                </a:lnTo>
                <a:lnTo>
                  <a:pt x="7135" y="21043"/>
                </a:lnTo>
                <a:lnTo>
                  <a:pt x="7074" y="21043"/>
                </a:lnTo>
              </a:path>
              <a:path w="21600" h="21600">
                <a:moveTo>
                  <a:pt x="10846" y="20918"/>
                </a:moveTo>
                <a:lnTo>
                  <a:pt x="10905" y="20918"/>
                </a:lnTo>
                <a:lnTo>
                  <a:pt x="10905" y="21038"/>
                </a:lnTo>
                <a:lnTo>
                  <a:pt x="10846" y="21038"/>
                </a:lnTo>
              </a:path>
              <a:path w="21600" h="21600">
                <a:moveTo>
                  <a:pt x="19439" y="20912"/>
                </a:moveTo>
                <a:lnTo>
                  <a:pt x="19482" y="20912"/>
                </a:lnTo>
                <a:lnTo>
                  <a:pt x="19482" y="21001"/>
                </a:lnTo>
                <a:lnTo>
                  <a:pt x="19439" y="21001"/>
                </a:lnTo>
              </a:path>
              <a:path w="21600" h="21600">
                <a:moveTo>
                  <a:pt x="2858" y="20911"/>
                </a:moveTo>
                <a:lnTo>
                  <a:pt x="2920" y="20911"/>
                </a:lnTo>
                <a:lnTo>
                  <a:pt x="2920" y="21038"/>
                </a:lnTo>
                <a:lnTo>
                  <a:pt x="2858" y="21038"/>
                </a:lnTo>
              </a:path>
              <a:path w="21600" h="21600">
                <a:moveTo>
                  <a:pt x="1361" y="20906"/>
                </a:moveTo>
                <a:lnTo>
                  <a:pt x="1406" y="20906"/>
                </a:lnTo>
                <a:lnTo>
                  <a:pt x="1406" y="20998"/>
                </a:lnTo>
                <a:lnTo>
                  <a:pt x="1361" y="20998"/>
                </a:lnTo>
              </a:path>
              <a:path w="21600" h="21600">
                <a:moveTo>
                  <a:pt x="17178" y="20904"/>
                </a:moveTo>
                <a:lnTo>
                  <a:pt x="17223" y="20904"/>
                </a:lnTo>
                <a:lnTo>
                  <a:pt x="17223" y="20996"/>
                </a:lnTo>
                <a:lnTo>
                  <a:pt x="17178" y="20996"/>
                </a:lnTo>
              </a:path>
              <a:path w="21600" h="21600">
                <a:moveTo>
                  <a:pt x="21542" y="20899"/>
                </a:moveTo>
                <a:lnTo>
                  <a:pt x="21597" y="20899"/>
                </a:lnTo>
                <a:lnTo>
                  <a:pt x="21597" y="21011"/>
                </a:lnTo>
                <a:lnTo>
                  <a:pt x="21542" y="21011"/>
                </a:lnTo>
              </a:path>
              <a:path w="21600" h="21600">
                <a:moveTo>
                  <a:pt x="8743" y="20899"/>
                </a:moveTo>
                <a:lnTo>
                  <a:pt x="8779" y="20899"/>
                </a:lnTo>
                <a:lnTo>
                  <a:pt x="8779" y="20973"/>
                </a:lnTo>
                <a:lnTo>
                  <a:pt x="8743" y="20973"/>
                </a:lnTo>
              </a:path>
              <a:path w="21600" h="21600">
                <a:moveTo>
                  <a:pt x="2" y="20899"/>
                </a:moveTo>
                <a:lnTo>
                  <a:pt x="57" y="20899"/>
                </a:lnTo>
                <a:lnTo>
                  <a:pt x="57" y="21011"/>
                </a:lnTo>
                <a:lnTo>
                  <a:pt x="2" y="21011"/>
                </a:lnTo>
              </a:path>
              <a:path w="21600" h="21600">
                <a:moveTo>
                  <a:pt x="16720" y="20890"/>
                </a:moveTo>
                <a:lnTo>
                  <a:pt x="16775" y="20890"/>
                </a:lnTo>
                <a:lnTo>
                  <a:pt x="16775" y="21003"/>
                </a:lnTo>
                <a:lnTo>
                  <a:pt x="16720" y="21003"/>
                </a:lnTo>
              </a:path>
              <a:path w="21600" h="21600">
                <a:moveTo>
                  <a:pt x="14014" y="20890"/>
                </a:moveTo>
                <a:lnTo>
                  <a:pt x="14069" y="20890"/>
                </a:lnTo>
                <a:lnTo>
                  <a:pt x="14069" y="21003"/>
                </a:lnTo>
                <a:lnTo>
                  <a:pt x="14014" y="21003"/>
                </a:lnTo>
              </a:path>
              <a:path w="21600" h="21600">
                <a:moveTo>
                  <a:pt x="11300" y="20890"/>
                </a:moveTo>
                <a:lnTo>
                  <a:pt x="11356" y="20890"/>
                </a:lnTo>
                <a:lnTo>
                  <a:pt x="11356" y="21003"/>
                </a:lnTo>
                <a:lnTo>
                  <a:pt x="11300" y="21003"/>
                </a:lnTo>
              </a:path>
              <a:path w="21600" h="21600">
                <a:moveTo>
                  <a:pt x="10243" y="20890"/>
                </a:moveTo>
                <a:lnTo>
                  <a:pt x="10298" y="20890"/>
                </a:lnTo>
                <a:lnTo>
                  <a:pt x="10298" y="21003"/>
                </a:lnTo>
                <a:lnTo>
                  <a:pt x="10243" y="21003"/>
                </a:lnTo>
              </a:path>
              <a:path w="21600" h="21600">
                <a:moveTo>
                  <a:pt x="7530" y="20890"/>
                </a:moveTo>
                <a:lnTo>
                  <a:pt x="7585" y="20890"/>
                </a:lnTo>
                <a:lnTo>
                  <a:pt x="7585" y="21003"/>
                </a:lnTo>
                <a:lnTo>
                  <a:pt x="7530" y="21003"/>
                </a:lnTo>
              </a:path>
              <a:path w="21600" h="21600">
                <a:moveTo>
                  <a:pt x="4824" y="20890"/>
                </a:moveTo>
                <a:lnTo>
                  <a:pt x="4879" y="20890"/>
                </a:lnTo>
                <a:lnTo>
                  <a:pt x="4879" y="21003"/>
                </a:lnTo>
                <a:lnTo>
                  <a:pt x="4824" y="21003"/>
                </a:lnTo>
              </a:path>
              <a:path w="21600" h="21600">
                <a:moveTo>
                  <a:pt x="2111" y="20890"/>
                </a:moveTo>
                <a:lnTo>
                  <a:pt x="2166" y="20890"/>
                </a:lnTo>
                <a:lnTo>
                  <a:pt x="2166" y="21003"/>
                </a:lnTo>
                <a:lnTo>
                  <a:pt x="2111" y="21003"/>
                </a:lnTo>
              </a:path>
              <a:path w="21600" h="21600">
                <a:moveTo>
                  <a:pt x="19737" y="20886"/>
                </a:moveTo>
                <a:lnTo>
                  <a:pt x="19787" y="20886"/>
                </a:lnTo>
                <a:lnTo>
                  <a:pt x="19787" y="20989"/>
                </a:lnTo>
                <a:lnTo>
                  <a:pt x="19737" y="20989"/>
                </a:lnTo>
              </a:path>
              <a:path w="21600" h="21600">
                <a:moveTo>
                  <a:pt x="18982" y="20886"/>
                </a:moveTo>
                <a:lnTo>
                  <a:pt x="19033" y="20886"/>
                </a:lnTo>
                <a:lnTo>
                  <a:pt x="19033" y="20989"/>
                </a:lnTo>
                <a:lnTo>
                  <a:pt x="18982" y="20989"/>
                </a:lnTo>
              </a:path>
              <a:path w="21600" h="21600">
                <a:moveTo>
                  <a:pt x="14318" y="20886"/>
                </a:moveTo>
                <a:lnTo>
                  <a:pt x="14368" y="20886"/>
                </a:lnTo>
                <a:lnTo>
                  <a:pt x="14368" y="20989"/>
                </a:lnTo>
                <a:lnTo>
                  <a:pt x="14318" y="20989"/>
                </a:lnTo>
              </a:path>
              <a:path w="21600" h="21600">
                <a:moveTo>
                  <a:pt x="13563" y="20886"/>
                </a:moveTo>
                <a:lnTo>
                  <a:pt x="13613" y="20886"/>
                </a:lnTo>
                <a:lnTo>
                  <a:pt x="13613" y="20989"/>
                </a:lnTo>
                <a:lnTo>
                  <a:pt x="13563" y="20989"/>
                </a:lnTo>
              </a:path>
              <a:path w="21600" h="21600">
                <a:moveTo>
                  <a:pt x="1812" y="20886"/>
                </a:moveTo>
                <a:lnTo>
                  <a:pt x="1862" y="20886"/>
                </a:lnTo>
                <a:lnTo>
                  <a:pt x="1862" y="20989"/>
                </a:lnTo>
                <a:lnTo>
                  <a:pt x="1812" y="20989"/>
                </a:lnTo>
              </a:path>
              <a:path w="21600" h="21600">
                <a:moveTo>
                  <a:pt x="10098" y="20884"/>
                </a:moveTo>
                <a:lnTo>
                  <a:pt x="10141" y="20884"/>
                </a:lnTo>
                <a:lnTo>
                  <a:pt x="10141" y="20972"/>
                </a:lnTo>
                <a:lnTo>
                  <a:pt x="10098" y="20972"/>
                </a:lnTo>
              </a:path>
              <a:path w="21600" h="21600">
                <a:moveTo>
                  <a:pt x="14170" y="20873"/>
                </a:moveTo>
                <a:lnTo>
                  <a:pt x="14215" y="20873"/>
                </a:lnTo>
                <a:lnTo>
                  <a:pt x="14215" y="20965"/>
                </a:lnTo>
                <a:lnTo>
                  <a:pt x="14170" y="20965"/>
                </a:lnTo>
              </a:path>
              <a:path w="21600" h="21600">
                <a:moveTo>
                  <a:pt x="12355" y="20872"/>
                </a:moveTo>
                <a:lnTo>
                  <a:pt x="12415" y="20872"/>
                </a:lnTo>
                <a:lnTo>
                  <a:pt x="12415" y="20996"/>
                </a:lnTo>
                <a:lnTo>
                  <a:pt x="12355" y="20996"/>
                </a:lnTo>
              </a:path>
              <a:path w="21600" h="21600">
                <a:moveTo>
                  <a:pt x="9183" y="20872"/>
                </a:moveTo>
                <a:lnTo>
                  <a:pt x="9244" y="20872"/>
                </a:lnTo>
                <a:lnTo>
                  <a:pt x="9244" y="20996"/>
                </a:lnTo>
                <a:lnTo>
                  <a:pt x="9183" y="20996"/>
                </a:lnTo>
              </a:path>
              <a:path w="21600" h="21600">
                <a:moveTo>
                  <a:pt x="2712" y="20867"/>
                </a:moveTo>
                <a:lnTo>
                  <a:pt x="2773" y="20867"/>
                </a:lnTo>
                <a:lnTo>
                  <a:pt x="2773" y="20992"/>
                </a:lnTo>
                <a:lnTo>
                  <a:pt x="2712" y="20992"/>
                </a:lnTo>
              </a:path>
              <a:path w="21600" h="21600">
                <a:moveTo>
                  <a:pt x="1656" y="20867"/>
                </a:moveTo>
                <a:lnTo>
                  <a:pt x="1715" y="20867"/>
                </a:lnTo>
                <a:lnTo>
                  <a:pt x="1715" y="20987"/>
                </a:lnTo>
                <a:lnTo>
                  <a:pt x="1656" y="20987"/>
                </a:lnTo>
              </a:path>
              <a:path w="21600" h="21600">
                <a:moveTo>
                  <a:pt x="11153" y="20856"/>
                </a:moveTo>
                <a:lnTo>
                  <a:pt x="11201" y="20856"/>
                </a:lnTo>
                <a:lnTo>
                  <a:pt x="11201" y="20955"/>
                </a:lnTo>
                <a:lnTo>
                  <a:pt x="11153" y="20955"/>
                </a:lnTo>
              </a:path>
              <a:path w="21600" h="21600">
                <a:moveTo>
                  <a:pt x="20187" y="20855"/>
                </a:moveTo>
                <a:lnTo>
                  <a:pt x="20244" y="20855"/>
                </a:lnTo>
                <a:lnTo>
                  <a:pt x="20244" y="20972"/>
                </a:lnTo>
                <a:lnTo>
                  <a:pt x="20187" y="20972"/>
                </a:lnTo>
              </a:path>
              <a:path w="21600" h="21600">
                <a:moveTo>
                  <a:pt x="14768" y="20855"/>
                </a:moveTo>
                <a:lnTo>
                  <a:pt x="14825" y="20855"/>
                </a:lnTo>
                <a:lnTo>
                  <a:pt x="14825" y="20972"/>
                </a:lnTo>
                <a:lnTo>
                  <a:pt x="14768" y="20972"/>
                </a:lnTo>
              </a:path>
              <a:path w="21600" h="21600">
                <a:moveTo>
                  <a:pt x="9487" y="20855"/>
                </a:moveTo>
                <a:lnTo>
                  <a:pt x="9544" y="20855"/>
                </a:lnTo>
                <a:lnTo>
                  <a:pt x="9544" y="20972"/>
                </a:lnTo>
                <a:lnTo>
                  <a:pt x="9487" y="20972"/>
                </a:lnTo>
              </a:path>
              <a:path w="21600" h="21600">
                <a:moveTo>
                  <a:pt x="6774" y="20855"/>
                </a:moveTo>
                <a:lnTo>
                  <a:pt x="6831" y="20855"/>
                </a:lnTo>
                <a:lnTo>
                  <a:pt x="6831" y="20972"/>
                </a:lnTo>
                <a:lnTo>
                  <a:pt x="6774" y="20972"/>
                </a:lnTo>
              </a:path>
              <a:path w="21600" h="21600">
                <a:moveTo>
                  <a:pt x="4068" y="20855"/>
                </a:moveTo>
                <a:lnTo>
                  <a:pt x="4125" y="20855"/>
                </a:lnTo>
                <a:lnTo>
                  <a:pt x="4125" y="20972"/>
                </a:lnTo>
                <a:lnTo>
                  <a:pt x="4068" y="20972"/>
                </a:lnTo>
              </a:path>
              <a:path w="21600" h="21600">
                <a:moveTo>
                  <a:pt x="7996" y="20852"/>
                </a:moveTo>
                <a:lnTo>
                  <a:pt x="8025" y="20852"/>
                </a:lnTo>
                <a:lnTo>
                  <a:pt x="8025" y="20912"/>
                </a:lnTo>
                <a:lnTo>
                  <a:pt x="7996" y="20912"/>
                </a:lnTo>
              </a:path>
              <a:path w="21600" h="21600">
                <a:moveTo>
                  <a:pt x="15377" y="20850"/>
                </a:moveTo>
                <a:lnTo>
                  <a:pt x="15424" y="20850"/>
                </a:lnTo>
                <a:lnTo>
                  <a:pt x="15424" y="20946"/>
                </a:lnTo>
                <a:lnTo>
                  <a:pt x="15377" y="20946"/>
                </a:lnTo>
              </a:path>
              <a:path w="21600" h="21600">
                <a:moveTo>
                  <a:pt x="10548" y="20847"/>
                </a:moveTo>
                <a:lnTo>
                  <a:pt x="10597" y="20847"/>
                </a:lnTo>
                <a:lnTo>
                  <a:pt x="10597" y="20946"/>
                </a:lnTo>
                <a:lnTo>
                  <a:pt x="10548" y="20946"/>
                </a:lnTo>
              </a:path>
              <a:path w="21600" h="21600">
                <a:moveTo>
                  <a:pt x="17488" y="20844"/>
                </a:moveTo>
                <a:lnTo>
                  <a:pt x="17517" y="20844"/>
                </a:lnTo>
                <a:lnTo>
                  <a:pt x="17517" y="20904"/>
                </a:lnTo>
                <a:lnTo>
                  <a:pt x="17488" y="20904"/>
                </a:lnTo>
              </a:path>
              <a:path w="21600" h="21600">
                <a:moveTo>
                  <a:pt x="21400" y="20843"/>
                </a:moveTo>
                <a:lnTo>
                  <a:pt x="21447" y="20843"/>
                </a:lnTo>
                <a:lnTo>
                  <a:pt x="21447" y="20939"/>
                </a:lnTo>
                <a:lnTo>
                  <a:pt x="21400" y="20939"/>
                </a:lnTo>
              </a:path>
              <a:path w="21600" h="21600">
                <a:moveTo>
                  <a:pt x="20346" y="20840"/>
                </a:moveTo>
                <a:lnTo>
                  <a:pt x="20387" y="20840"/>
                </a:lnTo>
                <a:lnTo>
                  <a:pt x="20387" y="20925"/>
                </a:lnTo>
                <a:lnTo>
                  <a:pt x="20346" y="20925"/>
                </a:lnTo>
              </a:path>
              <a:path w="21600" h="21600">
                <a:moveTo>
                  <a:pt x="17774" y="20825"/>
                </a:moveTo>
                <a:lnTo>
                  <a:pt x="17834" y="20825"/>
                </a:lnTo>
                <a:lnTo>
                  <a:pt x="17834" y="20949"/>
                </a:lnTo>
                <a:lnTo>
                  <a:pt x="17774" y="20949"/>
                </a:lnTo>
              </a:path>
              <a:path w="21600" h="21600">
                <a:moveTo>
                  <a:pt x="3765" y="20825"/>
                </a:moveTo>
                <a:lnTo>
                  <a:pt x="3825" y="20825"/>
                </a:lnTo>
                <a:lnTo>
                  <a:pt x="3825" y="20949"/>
                </a:lnTo>
                <a:lnTo>
                  <a:pt x="3765" y="20949"/>
                </a:lnTo>
              </a:path>
              <a:path w="21600" h="21600">
                <a:moveTo>
                  <a:pt x="12659" y="20818"/>
                </a:moveTo>
                <a:lnTo>
                  <a:pt x="12715" y="20818"/>
                </a:lnTo>
                <a:lnTo>
                  <a:pt x="12715" y="20931"/>
                </a:lnTo>
                <a:lnTo>
                  <a:pt x="12659" y="20931"/>
                </a:lnTo>
              </a:path>
              <a:path w="21600" h="21600">
                <a:moveTo>
                  <a:pt x="8884" y="20818"/>
                </a:moveTo>
                <a:lnTo>
                  <a:pt x="8939" y="20818"/>
                </a:lnTo>
                <a:lnTo>
                  <a:pt x="8939" y="20931"/>
                </a:lnTo>
                <a:lnTo>
                  <a:pt x="8884" y="20931"/>
                </a:lnTo>
              </a:path>
              <a:path w="21600" h="21600">
                <a:moveTo>
                  <a:pt x="3465" y="20818"/>
                </a:moveTo>
                <a:lnTo>
                  <a:pt x="3521" y="20818"/>
                </a:lnTo>
                <a:lnTo>
                  <a:pt x="3521" y="20931"/>
                </a:lnTo>
                <a:lnTo>
                  <a:pt x="3465" y="20931"/>
                </a:lnTo>
              </a:path>
              <a:path w="21600" h="21600">
                <a:moveTo>
                  <a:pt x="755" y="20813"/>
                </a:moveTo>
                <a:lnTo>
                  <a:pt x="805" y="20813"/>
                </a:lnTo>
                <a:lnTo>
                  <a:pt x="805" y="20915"/>
                </a:lnTo>
                <a:lnTo>
                  <a:pt x="755" y="20915"/>
                </a:lnTo>
              </a:path>
              <a:path w="21600" h="21600">
                <a:moveTo>
                  <a:pt x="10396" y="20810"/>
                </a:moveTo>
                <a:lnTo>
                  <a:pt x="10447" y="20810"/>
                </a:lnTo>
                <a:lnTo>
                  <a:pt x="10447" y="20916"/>
                </a:lnTo>
                <a:lnTo>
                  <a:pt x="10396" y="20916"/>
                </a:lnTo>
              </a:path>
              <a:path w="21600" h="21600">
                <a:moveTo>
                  <a:pt x="20790" y="20806"/>
                </a:moveTo>
                <a:lnTo>
                  <a:pt x="20849" y="20806"/>
                </a:lnTo>
                <a:lnTo>
                  <a:pt x="20849" y="20927"/>
                </a:lnTo>
                <a:lnTo>
                  <a:pt x="20790" y="20927"/>
                </a:lnTo>
              </a:path>
              <a:path w="21600" h="21600">
                <a:moveTo>
                  <a:pt x="11752" y="20803"/>
                </a:moveTo>
                <a:lnTo>
                  <a:pt x="11810" y="20803"/>
                </a:lnTo>
                <a:lnTo>
                  <a:pt x="11810" y="20923"/>
                </a:lnTo>
                <a:lnTo>
                  <a:pt x="11752" y="20923"/>
                </a:lnTo>
              </a:path>
              <a:path w="21600" h="21600">
                <a:moveTo>
                  <a:pt x="9788" y="20803"/>
                </a:moveTo>
                <a:lnTo>
                  <a:pt x="9847" y="20803"/>
                </a:lnTo>
                <a:lnTo>
                  <a:pt x="9847" y="20923"/>
                </a:lnTo>
                <a:lnTo>
                  <a:pt x="9788" y="20923"/>
                </a:lnTo>
              </a:path>
              <a:path w="21600" h="21600">
                <a:moveTo>
                  <a:pt x="21098" y="20801"/>
                </a:moveTo>
                <a:lnTo>
                  <a:pt x="21145" y="20801"/>
                </a:lnTo>
                <a:lnTo>
                  <a:pt x="21145" y="20897"/>
                </a:lnTo>
                <a:lnTo>
                  <a:pt x="21098" y="20897"/>
                </a:lnTo>
              </a:path>
              <a:path w="21600" h="21600">
                <a:moveTo>
                  <a:pt x="3621" y="20801"/>
                </a:moveTo>
                <a:lnTo>
                  <a:pt x="3667" y="20801"/>
                </a:lnTo>
                <a:lnTo>
                  <a:pt x="3667" y="20897"/>
                </a:lnTo>
                <a:lnTo>
                  <a:pt x="3621" y="20897"/>
                </a:lnTo>
              </a:path>
              <a:path w="21600" h="21600">
                <a:moveTo>
                  <a:pt x="19281" y="20790"/>
                </a:moveTo>
                <a:lnTo>
                  <a:pt x="19338" y="20790"/>
                </a:lnTo>
                <a:lnTo>
                  <a:pt x="19338" y="20907"/>
                </a:lnTo>
                <a:lnTo>
                  <a:pt x="19281" y="20907"/>
                </a:lnTo>
              </a:path>
              <a:path w="21600" h="21600">
                <a:moveTo>
                  <a:pt x="13862" y="20790"/>
                </a:moveTo>
                <a:lnTo>
                  <a:pt x="13919" y="20790"/>
                </a:lnTo>
                <a:lnTo>
                  <a:pt x="13919" y="20907"/>
                </a:lnTo>
                <a:lnTo>
                  <a:pt x="13862" y="20907"/>
                </a:lnTo>
              </a:path>
              <a:path w="21600" h="21600">
                <a:moveTo>
                  <a:pt x="7680" y="20790"/>
                </a:moveTo>
                <a:lnTo>
                  <a:pt x="7737" y="20790"/>
                </a:lnTo>
                <a:lnTo>
                  <a:pt x="7737" y="20907"/>
                </a:lnTo>
                <a:lnTo>
                  <a:pt x="7680" y="20907"/>
                </a:lnTo>
              </a:path>
              <a:path w="21600" h="21600">
                <a:moveTo>
                  <a:pt x="2261" y="20790"/>
                </a:moveTo>
                <a:lnTo>
                  <a:pt x="2318" y="20790"/>
                </a:lnTo>
                <a:lnTo>
                  <a:pt x="2318" y="20907"/>
                </a:lnTo>
                <a:lnTo>
                  <a:pt x="2261" y="20907"/>
                </a:lnTo>
              </a:path>
              <a:path w="21600" h="21600">
                <a:moveTo>
                  <a:pt x="1051" y="20781"/>
                </a:moveTo>
                <a:lnTo>
                  <a:pt x="1113" y="20781"/>
                </a:lnTo>
                <a:lnTo>
                  <a:pt x="1113" y="20908"/>
                </a:lnTo>
                <a:lnTo>
                  <a:pt x="1051" y="20908"/>
                </a:lnTo>
              </a:path>
              <a:path w="21600" h="21600">
                <a:moveTo>
                  <a:pt x="17626" y="20776"/>
                </a:moveTo>
                <a:lnTo>
                  <a:pt x="17680" y="20776"/>
                </a:lnTo>
                <a:lnTo>
                  <a:pt x="17680" y="20886"/>
                </a:lnTo>
                <a:lnTo>
                  <a:pt x="17626" y="20886"/>
                </a:lnTo>
              </a:path>
              <a:path w="21600" h="21600">
                <a:moveTo>
                  <a:pt x="14920" y="20776"/>
                </a:moveTo>
                <a:lnTo>
                  <a:pt x="14974" y="20776"/>
                </a:lnTo>
                <a:lnTo>
                  <a:pt x="14974" y="20886"/>
                </a:lnTo>
                <a:lnTo>
                  <a:pt x="14920" y="20886"/>
                </a:lnTo>
              </a:path>
              <a:path w="21600" h="21600">
                <a:moveTo>
                  <a:pt x="12207" y="20776"/>
                </a:moveTo>
                <a:lnTo>
                  <a:pt x="12261" y="20776"/>
                </a:lnTo>
                <a:lnTo>
                  <a:pt x="12261" y="20886"/>
                </a:lnTo>
                <a:lnTo>
                  <a:pt x="12207" y="20886"/>
                </a:lnTo>
              </a:path>
              <a:path w="21600" h="21600">
                <a:moveTo>
                  <a:pt x="9338" y="20776"/>
                </a:moveTo>
                <a:lnTo>
                  <a:pt x="9391" y="20776"/>
                </a:lnTo>
                <a:lnTo>
                  <a:pt x="9391" y="20886"/>
                </a:lnTo>
                <a:lnTo>
                  <a:pt x="9338" y="20886"/>
                </a:lnTo>
              </a:path>
              <a:path w="21600" h="21600">
                <a:moveTo>
                  <a:pt x="3919" y="20776"/>
                </a:moveTo>
                <a:lnTo>
                  <a:pt x="3973" y="20776"/>
                </a:lnTo>
                <a:lnTo>
                  <a:pt x="3973" y="20886"/>
                </a:lnTo>
                <a:lnTo>
                  <a:pt x="3919" y="20886"/>
                </a:lnTo>
              </a:path>
              <a:path w="21600" h="21600">
                <a:moveTo>
                  <a:pt x="1206" y="20776"/>
                </a:moveTo>
                <a:lnTo>
                  <a:pt x="1259" y="20776"/>
                </a:lnTo>
                <a:lnTo>
                  <a:pt x="1259" y="20886"/>
                </a:lnTo>
                <a:lnTo>
                  <a:pt x="1206" y="20886"/>
                </a:lnTo>
              </a:path>
              <a:path w="21600" h="21600">
                <a:moveTo>
                  <a:pt x="20038" y="20771"/>
                </a:moveTo>
                <a:lnTo>
                  <a:pt x="20091" y="20771"/>
                </a:lnTo>
                <a:lnTo>
                  <a:pt x="20091" y="20880"/>
                </a:lnTo>
                <a:lnTo>
                  <a:pt x="20038" y="20880"/>
                </a:lnTo>
              </a:path>
              <a:path w="21600" h="21600">
                <a:moveTo>
                  <a:pt x="17324" y="20771"/>
                </a:moveTo>
                <a:lnTo>
                  <a:pt x="17378" y="20771"/>
                </a:lnTo>
                <a:lnTo>
                  <a:pt x="17378" y="20880"/>
                </a:lnTo>
                <a:lnTo>
                  <a:pt x="17324" y="20880"/>
                </a:lnTo>
              </a:path>
              <a:path w="21600" h="21600">
                <a:moveTo>
                  <a:pt x="11905" y="20771"/>
                </a:moveTo>
                <a:lnTo>
                  <a:pt x="11959" y="20771"/>
                </a:lnTo>
                <a:lnTo>
                  <a:pt x="11959" y="20880"/>
                </a:lnTo>
                <a:lnTo>
                  <a:pt x="11905" y="20880"/>
                </a:lnTo>
              </a:path>
              <a:path w="21600" h="21600">
                <a:moveTo>
                  <a:pt x="9640" y="20771"/>
                </a:moveTo>
                <a:lnTo>
                  <a:pt x="9693" y="20771"/>
                </a:lnTo>
                <a:lnTo>
                  <a:pt x="9693" y="20880"/>
                </a:lnTo>
                <a:lnTo>
                  <a:pt x="9640" y="20880"/>
                </a:lnTo>
              </a:path>
              <a:path w="21600" h="21600">
                <a:moveTo>
                  <a:pt x="6927" y="20771"/>
                </a:moveTo>
                <a:lnTo>
                  <a:pt x="6980" y="20771"/>
                </a:lnTo>
                <a:lnTo>
                  <a:pt x="6980" y="20880"/>
                </a:lnTo>
                <a:lnTo>
                  <a:pt x="6927" y="20880"/>
                </a:lnTo>
              </a:path>
              <a:path w="21600" h="21600">
                <a:moveTo>
                  <a:pt x="4221" y="20771"/>
                </a:moveTo>
                <a:lnTo>
                  <a:pt x="4275" y="20771"/>
                </a:lnTo>
                <a:lnTo>
                  <a:pt x="4275" y="20880"/>
                </a:lnTo>
                <a:lnTo>
                  <a:pt x="4221" y="20880"/>
                </a:lnTo>
              </a:path>
              <a:path w="21600" h="21600">
                <a:moveTo>
                  <a:pt x="1508" y="20771"/>
                </a:moveTo>
                <a:lnTo>
                  <a:pt x="1561" y="20771"/>
                </a:lnTo>
                <a:lnTo>
                  <a:pt x="1561" y="20880"/>
                </a:lnTo>
                <a:lnTo>
                  <a:pt x="1508" y="20880"/>
                </a:lnTo>
              </a:path>
              <a:path w="21600" h="21600">
                <a:moveTo>
                  <a:pt x="19738" y="20737"/>
                </a:moveTo>
                <a:lnTo>
                  <a:pt x="19787" y="20737"/>
                </a:lnTo>
                <a:lnTo>
                  <a:pt x="19787" y="20836"/>
                </a:lnTo>
                <a:lnTo>
                  <a:pt x="19738" y="20836"/>
                </a:lnTo>
              </a:path>
              <a:path w="21600" h="21600">
                <a:moveTo>
                  <a:pt x="18983" y="20737"/>
                </a:moveTo>
                <a:lnTo>
                  <a:pt x="19032" y="20737"/>
                </a:lnTo>
                <a:lnTo>
                  <a:pt x="19032" y="20836"/>
                </a:lnTo>
                <a:lnTo>
                  <a:pt x="18983" y="20836"/>
                </a:lnTo>
              </a:path>
              <a:path w="21600" h="21600">
                <a:moveTo>
                  <a:pt x="14319" y="20737"/>
                </a:moveTo>
                <a:lnTo>
                  <a:pt x="14368" y="20737"/>
                </a:lnTo>
                <a:lnTo>
                  <a:pt x="14368" y="20836"/>
                </a:lnTo>
                <a:lnTo>
                  <a:pt x="14319" y="20836"/>
                </a:lnTo>
              </a:path>
              <a:path w="21600" h="21600">
                <a:moveTo>
                  <a:pt x="13564" y="20737"/>
                </a:moveTo>
                <a:lnTo>
                  <a:pt x="13613" y="20737"/>
                </a:lnTo>
                <a:lnTo>
                  <a:pt x="13613" y="20836"/>
                </a:lnTo>
                <a:lnTo>
                  <a:pt x="13564" y="20836"/>
                </a:lnTo>
              </a:path>
              <a:path w="21600" h="21600">
                <a:moveTo>
                  <a:pt x="1812" y="20737"/>
                </a:moveTo>
                <a:lnTo>
                  <a:pt x="1861" y="20737"/>
                </a:lnTo>
                <a:lnTo>
                  <a:pt x="1861" y="20836"/>
                </a:lnTo>
                <a:lnTo>
                  <a:pt x="1812" y="20836"/>
                </a:lnTo>
              </a:path>
              <a:path w="21600" h="21600">
                <a:moveTo>
                  <a:pt x="20944" y="20732"/>
                </a:moveTo>
                <a:lnTo>
                  <a:pt x="20996" y="20732"/>
                </a:lnTo>
                <a:lnTo>
                  <a:pt x="20996" y="20838"/>
                </a:lnTo>
                <a:lnTo>
                  <a:pt x="20944" y="20838"/>
                </a:lnTo>
              </a:path>
              <a:path w="21600" h="21600">
                <a:moveTo>
                  <a:pt x="18231" y="20732"/>
                </a:moveTo>
                <a:lnTo>
                  <a:pt x="18283" y="20732"/>
                </a:lnTo>
                <a:lnTo>
                  <a:pt x="18283" y="20838"/>
                </a:lnTo>
                <a:lnTo>
                  <a:pt x="18231" y="20838"/>
                </a:lnTo>
              </a:path>
              <a:path w="21600" h="21600">
                <a:moveTo>
                  <a:pt x="15525" y="20732"/>
                </a:moveTo>
                <a:lnTo>
                  <a:pt x="15577" y="20732"/>
                </a:lnTo>
                <a:lnTo>
                  <a:pt x="15577" y="20838"/>
                </a:lnTo>
                <a:lnTo>
                  <a:pt x="15525" y="20838"/>
                </a:lnTo>
              </a:path>
              <a:path w="21600" h="21600">
                <a:moveTo>
                  <a:pt x="12812" y="20732"/>
                </a:moveTo>
                <a:lnTo>
                  <a:pt x="12864" y="20732"/>
                </a:lnTo>
                <a:lnTo>
                  <a:pt x="12864" y="20838"/>
                </a:lnTo>
                <a:lnTo>
                  <a:pt x="12812" y="20838"/>
                </a:lnTo>
              </a:path>
              <a:path w="21600" h="21600">
                <a:moveTo>
                  <a:pt x="6022" y="20732"/>
                </a:moveTo>
                <a:lnTo>
                  <a:pt x="6074" y="20732"/>
                </a:lnTo>
                <a:lnTo>
                  <a:pt x="6074" y="20838"/>
                </a:lnTo>
                <a:lnTo>
                  <a:pt x="6022" y="20838"/>
                </a:lnTo>
              </a:path>
              <a:path w="21600" h="21600">
                <a:moveTo>
                  <a:pt x="3316" y="20732"/>
                </a:moveTo>
                <a:lnTo>
                  <a:pt x="3368" y="20732"/>
                </a:lnTo>
                <a:lnTo>
                  <a:pt x="3368" y="20838"/>
                </a:lnTo>
                <a:lnTo>
                  <a:pt x="3316" y="20838"/>
                </a:lnTo>
              </a:path>
              <a:path w="21600" h="21600">
                <a:moveTo>
                  <a:pt x="603" y="20732"/>
                </a:moveTo>
                <a:lnTo>
                  <a:pt x="655" y="20732"/>
                </a:lnTo>
                <a:lnTo>
                  <a:pt x="655" y="20838"/>
                </a:lnTo>
                <a:lnTo>
                  <a:pt x="603" y="20838"/>
                </a:lnTo>
              </a:path>
              <a:path w="21600" h="21600">
                <a:moveTo>
                  <a:pt x="6631" y="20731"/>
                </a:moveTo>
                <a:lnTo>
                  <a:pt x="6672" y="20731"/>
                </a:lnTo>
                <a:lnTo>
                  <a:pt x="6672" y="20815"/>
                </a:lnTo>
                <a:lnTo>
                  <a:pt x="6631" y="20815"/>
                </a:lnTo>
              </a:path>
              <a:path w="21600" h="21600">
                <a:moveTo>
                  <a:pt x="21244" y="20724"/>
                </a:moveTo>
                <a:lnTo>
                  <a:pt x="21301" y="20724"/>
                </a:lnTo>
                <a:lnTo>
                  <a:pt x="21301" y="20841"/>
                </a:lnTo>
                <a:lnTo>
                  <a:pt x="21244" y="20841"/>
                </a:lnTo>
              </a:path>
              <a:path w="21600" h="21600">
                <a:moveTo>
                  <a:pt x="18530" y="20724"/>
                </a:moveTo>
                <a:lnTo>
                  <a:pt x="18588" y="20724"/>
                </a:lnTo>
                <a:lnTo>
                  <a:pt x="18588" y="20841"/>
                </a:lnTo>
                <a:lnTo>
                  <a:pt x="18530" y="20841"/>
                </a:lnTo>
              </a:path>
              <a:path w="21600" h="21600">
                <a:moveTo>
                  <a:pt x="15825" y="20724"/>
                </a:moveTo>
                <a:lnTo>
                  <a:pt x="15882" y="20724"/>
                </a:lnTo>
                <a:lnTo>
                  <a:pt x="15882" y="20841"/>
                </a:lnTo>
                <a:lnTo>
                  <a:pt x="15825" y="20841"/>
                </a:lnTo>
              </a:path>
              <a:path w="21600" h="21600">
                <a:moveTo>
                  <a:pt x="13111" y="20724"/>
                </a:moveTo>
                <a:lnTo>
                  <a:pt x="13168" y="20724"/>
                </a:lnTo>
                <a:lnTo>
                  <a:pt x="13168" y="20841"/>
                </a:lnTo>
                <a:lnTo>
                  <a:pt x="13111" y="20841"/>
                </a:lnTo>
              </a:path>
              <a:path w="21600" h="21600">
                <a:moveTo>
                  <a:pt x="8430" y="20724"/>
                </a:moveTo>
                <a:lnTo>
                  <a:pt x="8487" y="20724"/>
                </a:lnTo>
                <a:lnTo>
                  <a:pt x="8487" y="20841"/>
                </a:lnTo>
                <a:lnTo>
                  <a:pt x="8430" y="20841"/>
                </a:lnTo>
              </a:path>
              <a:path w="21600" h="21600">
                <a:moveTo>
                  <a:pt x="3011" y="20724"/>
                </a:moveTo>
                <a:lnTo>
                  <a:pt x="3068" y="20724"/>
                </a:lnTo>
                <a:lnTo>
                  <a:pt x="3068" y="20841"/>
                </a:lnTo>
                <a:lnTo>
                  <a:pt x="3011" y="20841"/>
                </a:lnTo>
              </a:path>
              <a:path w="21600" h="21600">
                <a:moveTo>
                  <a:pt x="298" y="20724"/>
                </a:moveTo>
                <a:lnTo>
                  <a:pt x="355" y="20724"/>
                </a:lnTo>
                <a:lnTo>
                  <a:pt x="355" y="20841"/>
                </a:lnTo>
                <a:lnTo>
                  <a:pt x="298" y="20841"/>
                </a:lnTo>
              </a:path>
              <a:path w="21600" h="21600">
                <a:moveTo>
                  <a:pt x="11154" y="20719"/>
                </a:moveTo>
                <a:lnTo>
                  <a:pt x="11200" y="20719"/>
                </a:lnTo>
                <a:lnTo>
                  <a:pt x="11200" y="20815"/>
                </a:lnTo>
                <a:lnTo>
                  <a:pt x="11154" y="20815"/>
                </a:lnTo>
              </a:path>
              <a:path w="21600" h="21600">
                <a:moveTo>
                  <a:pt x="16267" y="20718"/>
                </a:moveTo>
                <a:lnTo>
                  <a:pt x="16321" y="20718"/>
                </a:lnTo>
                <a:lnTo>
                  <a:pt x="16321" y="20828"/>
                </a:lnTo>
                <a:lnTo>
                  <a:pt x="16267" y="20828"/>
                </a:lnTo>
              </a:path>
              <a:path w="21600" h="21600">
                <a:moveTo>
                  <a:pt x="5278" y="20718"/>
                </a:moveTo>
                <a:lnTo>
                  <a:pt x="5331" y="20718"/>
                </a:lnTo>
                <a:lnTo>
                  <a:pt x="5331" y="20828"/>
                </a:lnTo>
                <a:lnTo>
                  <a:pt x="5278" y="20828"/>
                </a:lnTo>
              </a:path>
              <a:path w="21600" h="21600">
                <a:moveTo>
                  <a:pt x="17022" y="20713"/>
                </a:moveTo>
                <a:lnTo>
                  <a:pt x="17076" y="20713"/>
                </a:lnTo>
                <a:lnTo>
                  <a:pt x="17076" y="20822"/>
                </a:lnTo>
                <a:lnTo>
                  <a:pt x="17022" y="20822"/>
                </a:lnTo>
              </a:path>
              <a:path w="21600" h="21600">
                <a:moveTo>
                  <a:pt x="11603" y="20713"/>
                </a:moveTo>
                <a:lnTo>
                  <a:pt x="11657" y="20713"/>
                </a:lnTo>
                <a:lnTo>
                  <a:pt x="11657" y="20822"/>
                </a:lnTo>
                <a:lnTo>
                  <a:pt x="11603" y="20822"/>
                </a:lnTo>
              </a:path>
              <a:path w="21600" h="21600">
                <a:moveTo>
                  <a:pt x="9942" y="20713"/>
                </a:moveTo>
                <a:lnTo>
                  <a:pt x="9995" y="20713"/>
                </a:lnTo>
                <a:lnTo>
                  <a:pt x="9995" y="20822"/>
                </a:lnTo>
                <a:lnTo>
                  <a:pt x="9942" y="20822"/>
                </a:lnTo>
              </a:path>
              <a:path w="21600" h="21600">
                <a:moveTo>
                  <a:pt x="4523" y="20713"/>
                </a:moveTo>
                <a:lnTo>
                  <a:pt x="4577" y="20713"/>
                </a:lnTo>
                <a:lnTo>
                  <a:pt x="4577" y="20822"/>
                </a:lnTo>
                <a:lnTo>
                  <a:pt x="4523" y="20822"/>
                </a:lnTo>
              </a:path>
              <a:path w="21600" h="21600">
                <a:moveTo>
                  <a:pt x="8743" y="20712"/>
                </a:moveTo>
                <a:lnTo>
                  <a:pt x="8778" y="20712"/>
                </a:lnTo>
                <a:lnTo>
                  <a:pt x="8778" y="20783"/>
                </a:lnTo>
                <a:lnTo>
                  <a:pt x="8743" y="20783"/>
                </a:lnTo>
              </a:path>
              <a:path w="21600" h="21600">
                <a:moveTo>
                  <a:pt x="12065" y="20712"/>
                </a:moveTo>
                <a:lnTo>
                  <a:pt x="12101" y="20712"/>
                </a:lnTo>
                <a:lnTo>
                  <a:pt x="12101" y="20786"/>
                </a:lnTo>
                <a:lnTo>
                  <a:pt x="12065" y="20786"/>
                </a:lnTo>
              </a:path>
              <a:path w="21600" h="21600">
                <a:moveTo>
                  <a:pt x="21543" y="20710"/>
                </a:moveTo>
                <a:lnTo>
                  <a:pt x="21596" y="20710"/>
                </a:lnTo>
                <a:lnTo>
                  <a:pt x="21596" y="20819"/>
                </a:lnTo>
                <a:lnTo>
                  <a:pt x="21543" y="20819"/>
                </a:lnTo>
              </a:path>
              <a:path w="21600" h="21600">
                <a:moveTo>
                  <a:pt x="3" y="20710"/>
                </a:moveTo>
                <a:lnTo>
                  <a:pt x="56" y="20710"/>
                </a:lnTo>
                <a:lnTo>
                  <a:pt x="56" y="20819"/>
                </a:lnTo>
                <a:lnTo>
                  <a:pt x="3" y="20819"/>
                </a:lnTo>
              </a:path>
              <a:path w="21600" h="21600">
                <a:moveTo>
                  <a:pt x="18084" y="20708"/>
                </a:moveTo>
                <a:lnTo>
                  <a:pt x="18128" y="20708"/>
                </a:lnTo>
                <a:lnTo>
                  <a:pt x="18128" y="20796"/>
                </a:lnTo>
                <a:lnTo>
                  <a:pt x="18084" y="20796"/>
                </a:lnTo>
              </a:path>
              <a:path w="21600" h="21600">
                <a:moveTo>
                  <a:pt x="7996" y="20703"/>
                </a:moveTo>
                <a:lnTo>
                  <a:pt x="8024" y="20703"/>
                </a:lnTo>
                <a:lnTo>
                  <a:pt x="8024" y="20759"/>
                </a:lnTo>
                <a:lnTo>
                  <a:pt x="7996" y="20759"/>
                </a:lnTo>
              </a:path>
              <a:path w="21600" h="21600">
                <a:moveTo>
                  <a:pt x="19583" y="20702"/>
                </a:moveTo>
                <a:lnTo>
                  <a:pt x="19640" y="20702"/>
                </a:lnTo>
                <a:lnTo>
                  <a:pt x="19640" y="20819"/>
                </a:lnTo>
                <a:lnTo>
                  <a:pt x="19583" y="20819"/>
                </a:lnTo>
              </a:path>
              <a:path w="21600" h="21600">
                <a:moveTo>
                  <a:pt x="16870" y="20702"/>
                </a:moveTo>
                <a:lnTo>
                  <a:pt x="16927" y="20702"/>
                </a:lnTo>
                <a:lnTo>
                  <a:pt x="16927" y="20819"/>
                </a:lnTo>
                <a:lnTo>
                  <a:pt x="16870" y="20819"/>
                </a:lnTo>
              </a:path>
              <a:path w="21600" h="21600">
                <a:moveTo>
                  <a:pt x="7378" y="20702"/>
                </a:moveTo>
                <a:lnTo>
                  <a:pt x="7435" y="20702"/>
                </a:lnTo>
                <a:lnTo>
                  <a:pt x="7435" y="20819"/>
                </a:lnTo>
                <a:lnTo>
                  <a:pt x="7378" y="20819"/>
                </a:lnTo>
              </a:path>
              <a:path w="21600" h="21600">
                <a:moveTo>
                  <a:pt x="4672" y="20702"/>
                </a:moveTo>
                <a:lnTo>
                  <a:pt x="4729" y="20702"/>
                </a:lnTo>
                <a:lnTo>
                  <a:pt x="4729" y="20819"/>
                </a:lnTo>
                <a:lnTo>
                  <a:pt x="4672" y="20819"/>
                </a:lnTo>
              </a:path>
              <a:path w="21600" h="21600">
                <a:moveTo>
                  <a:pt x="1959" y="20702"/>
                </a:moveTo>
                <a:lnTo>
                  <a:pt x="2016" y="20702"/>
                </a:lnTo>
                <a:lnTo>
                  <a:pt x="2016" y="20819"/>
                </a:lnTo>
                <a:lnTo>
                  <a:pt x="1959" y="20819"/>
                </a:lnTo>
              </a:path>
              <a:path w="21600" h="21600">
                <a:moveTo>
                  <a:pt x="19440" y="20690"/>
                </a:moveTo>
                <a:lnTo>
                  <a:pt x="19481" y="20690"/>
                </a:lnTo>
                <a:lnTo>
                  <a:pt x="19481" y="20775"/>
                </a:lnTo>
                <a:lnTo>
                  <a:pt x="19440" y="20775"/>
                </a:lnTo>
              </a:path>
              <a:path w="21600" h="21600">
                <a:moveTo>
                  <a:pt x="16567" y="20687"/>
                </a:moveTo>
                <a:lnTo>
                  <a:pt x="16626" y="20687"/>
                </a:lnTo>
                <a:lnTo>
                  <a:pt x="16626" y="20808"/>
                </a:lnTo>
                <a:lnTo>
                  <a:pt x="16567" y="20808"/>
                </a:lnTo>
              </a:path>
              <a:path w="21600" h="21600">
                <a:moveTo>
                  <a:pt x="4973" y="20687"/>
                </a:moveTo>
                <a:lnTo>
                  <a:pt x="5032" y="20687"/>
                </a:lnTo>
                <a:lnTo>
                  <a:pt x="5032" y="20808"/>
                </a:lnTo>
                <a:lnTo>
                  <a:pt x="4973" y="20808"/>
                </a:lnTo>
              </a:path>
              <a:path w="21600" h="21600">
                <a:moveTo>
                  <a:pt x="4371" y="20668"/>
                </a:moveTo>
                <a:lnTo>
                  <a:pt x="4426" y="20668"/>
                </a:lnTo>
                <a:lnTo>
                  <a:pt x="4426" y="20782"/>
                </a:lnTo>
                <a:lnTo>
                  <a:pt x="4371" y="20782"/>
                </a:lnTo>
              </a:path>
              <a:path w="21600" h="21600">
                <a:moveTo>
                  <a:pt x="16720" y="20667"/>
                </a:moveTo>
                <a:lnTo>
                  <a:pt x="16774" y="20667"/>
                </a:lnTo>
                <a:lnTo>
                  <a:pt x="16774" y="20777"/>
                </a:lnTo>
                <a:lnTo>
                  <a:pt x="16720" y="20777"/>
                </a:lnTo>
              </a:path>
              <a:path w="21600" h="21600">
                <a:moveTo>
                  <a:pt x="14015" y="20667"/>
                </a:moveTo>
                <a:lnTo>
                  <a:pt x="14068" y="20667"/>
                </a:lnTo>
                <a:lnTo>
                  <a:pt x="14068" y="20777"/>
                </a:lnTo>
                <a:lnTo>
                  <a:pt x="14015" y="20777"/>
                </a:lnTo>
              </a:path>
              <a:path w="21600" h="21600">
                <a:moveTo>
                  <a:pt x="11301" y="20667"/>
                </a:moveTo>
                <a:lnTo>
                  <a:pt x="11355" y="20667"/>
                </a:lnTo>
                <a:lnTo>
                  <a:pt x="11355" y="20777"/>
                </a:lnTo>
                <a:lnTo>
                  <a:pt x="11301" y="20777"/>
                </a:lnTo>
              </a:path>
              <a:path w="21600" h="21600">
                <a:moveTo>
                  <a:pt x="10244" y="20667"/>
                </a:moveTo>
                <a:lnTo>
                  <a:pt x="10297" y="20667"/>
                </a:lnTo>
                <a:lnTo>
                  <a:pt x="10297" y="20777"/>
                </a:lnTo>
                <a:lnTo>
                  <a:pt x="10244" y="20777"/>
                </a:lnTo>
              </a:path>
              <a:path w="21600" h="21600">
                <a:moveTo>
                  <a:pt x="7530" y="20667"/>
                </a:moveTo>
                <a:lnTo>
                  <a:pt x="7584" y="20667"/>
                </a:lnTo>
                <a:lnTo>
                  <a:pt x="7584" y="20777"/>
                </a:lnTo>
                <a:lnTo>
                  <a:pt x="7530" y="20777"/>
                </a:lnTo>
              </a:path>
              <a:path w="21600" h="21600">
                <a:moveTo>
                  <a:pt x="4825" y="20667"/>
                </a:moveTo>
                <a:lnTo>
                  <a:pt x="4879" y="20667"/>
                </a:lnTo>
                <a:lnTo>
                  <a:pt x="4879" y="20777"/>
                </a:lnTo>
                <a:lnTo>
                  <a:pt x="4825" y="20777"/>
                </a:lnTo>
              </a:path>
              <a:path w="21600" h="21600">
                <a:moveTo>
                  <a:pt x="2112" y="20667"/>
                </a:moveTo>
                <a:lnTo>
                  <a:pt x="2165" y="20667"/>
                </a:lnTo>
                <a:lnTo>
                  <a:pt x="2165" y="20777"/>
                </a:lnTo>
                <a:lnTo>
                  <a:pt x="2112" y="20777"/>
                </a:lnTo>
              </a:path>
              <a:path w="21600" h="21600">
                <a:moveTo>
                  <a:pt x="3169" y="20666"/>
                </a:moveTo>
                <a:lnTo>
                  <a:pt x="3212" y="20666"/>
                </a:lnTo>
                <a:lnTo>
                  <a:pt x="3212" y="20754"/>
                </a:lnTo>
                <a:lnTo>
                  <a:pt x="3169" y="20754"/>
                </a:lnTo>
              </a:path>
              <a:path w="21600" h="21600">
                <a:moveTo>
                  <a:pt x="20641" y="20659"/>
                </a:moveTo>
                <a:lnTo>
                  <a:pt x="20696" y="20659"/>
                </a:lnTo>
                <a:lnTo>
                  <a:pt x="20696" y="20772"/>
                </a:lnTo>
                <a:lnTo>
                  <a:pt x="20641" y="20772"/>
                </a:lnTo>
              </a:path>
              <a:path w="21600" h="21600">
                <a:moveTo>
                  <a:pt x="19131" y="20659"/>
                </a:moveTo>
                <a:lnTo>
                  <a:pt x="19186" y="20659"/>
                </a:lnTo>
                <a:lnTo>
                  <a:pt x="19186" y="20772"/>
                </a:lnTo>
                <a:lnTo>
                  <a:pt x="19131" y="20772"/>
                </a:lnTo>
              </a:path>
              <a:path w="21600" h="21600">
                <a:moveTo>
                  <a:pt x="18682" y="20659"/>
                </a:moveTo>
                <a:lnTo>
                  <a:pt x="18738" y="20659"/>
                </a:lnTo>
                <a:lnTo>
                  <a:pt x="18738" y="20772"/>
                </a:lnTo>
                <a:lnTo>
                  <a:pt x="18682" y="20772"/>
                </a:lnTo>
              </a:path>
              <a:path w="21600" h="21600">
                <a:moveTo>
                  <a:pt x="18380" y="20659"/>
                </a:moveTo>
                <a:lnTo>
                  <a:pt x="18436" y="20659"/>
                </a:lnTo>
                <a:lnTo>
                  <a:pt x="18436" y="20772"/>
                </a:lnTo>
                <a:lnTo>
                  <a:pt x="18380" y="20772"/>
                </a:lnTo>
              </a:path>
              <a:path w="21600" h="21600">
                <a:moveTo>
                  <a:pt x="17927" y="20659"/>
                </a:moveTo>
                <a:lnTo>
                  <a:pt x="17983" y="20659"/>
                </a:lnTo>
                <a:lnTo>
                  <a:pt x="17983" y="20772"/>
                </a:lnTo>
                <a:lnTo>
                  <a:pt x="17927" y="20772"/>
                </a:lnTo>
              </a:path>
              <a:path w="21600" h="21600">
                <a:moveTo>
                  <a:pt x="16418" y="20659"/>
                </a:moveTo>
                <a:lnTo>
                  <a:pt x="16473" y="20659"/>
                </a:lnTo>
                <a:lnTo>
                  <a:pt x="16473" y="20772"/>
                </a:lnTo>
                <a:lnTo>
                  <a:pt x="16418" y="20772"/>
                </a:lnTo>
              </a:path>
              <a:path w="21600" h="21600">
                <a:moveTo>
                  <a:pt x="15977" y="20659"/>
                </a:moveTo>
                <a:lnTo>
                  <a:pt x="16032" y="20659"/>
                </a:lnTo>
                <a:lnTo>
                  <a:pt x="16032" y="20772"/>
                </a:lnTo>
                <a:lnTo>
                  <a:pt x="15977" y="20772"/>
                </a:lnTo>
              </a:path>
              <a:path w="21600" h="21600">
                <a:moveTo>
                  <a:pt x="15675" y="20659"/>
                </a:moveTo>
                <a:lnTo>
                  <a:pt x="15730" y="20659"/>
                </a:lnTo>
                <a:lnTo>
                  <a:pt x="15730" y="20772"/>
                </a:lnTo>
                <a:lnTo>
                  <a:pt x="15675" y="20772"/>
                </a:lnTo>
              </a:path>
              <a:path w="21600" h="21600">
                <a:moveTo>
                  <a:pt x="15222" y="20659"/>
                </a:moveTo>
                <a:lnTo>
                  <a:pt x="15277" y="20659"/>
                </a:lnTo>
                <a:lnTo>
                  <a:pt x="15277" y="20772"/>
                </a:lnTo>
                <a:lnTo>
                  <a:pt x="15222" y="20772"/>
                </a:lnTo>
              </a:path>
              <a:path w="21600" h="21600">
                <a:moveTo>
                  <a:pt x="13712" y="20659"/>
                </a:moveTo>
                <a:lnTo>
                  <a:pt x="13767" y="20659"/>
                </a:lnTo>
                <a:lnTo>
                  <a:pt x="13767" y="20772"/>
                </a:lnTo>
                <a:lnTo>
                  <a:pt x="13712" y="20772"/>
                </a:lnTo>
              </a:path>
              <a:path w="21600" h="21600">
                <a:moveTo>
                  <a:pt x="13263" y="20659"/>
                </a:moveTo>
                <a:lnTo>
                  <a:pt x="13319" y="20659"/>
                </a:lnTo>
                <a:lnTo>
                  <a:pt x="13319" y="20772"/>
                </a:lnTo>
                <a:lnTo>
                  <a:pt x="13263" y="20772"/>
                </a:lnTo>
              </a:path>
              <a:path w="21600" h="21600">
                <a:moveTo>
                  <a:pt x="12961" y="20659"/>
                </a:moveTo>
                <a:lnTo>
                  <a:pt x="13017" y="20659"/>
                </a:lnTo>
                <a:lnTo>
                  <a:pt x="13017" y="20772"/>
                </a:lnTo>
                <a:lnTo>
                  <a:pt x="12961" y="20772"/>
                </a:lnTo>
              </a:path>
              <a:path w="21600" h="21600">
                <a:moveTo>
                  <a:pt x="12508" y="20659"/>
                </a:moveTo>
                <a:lnTo>
                  <a:pt x="12564" y="20659"/>
                </a:lnTo>
                <a:lnTo>
                  <a:pt x="12564" y="20772"/>
                </a:lnTo>
                <a:lnTo>
                  <a:pt x="12508" y="20772"/>
                </a:lnTo>
              </a:path>
              <a:path w="21600" h="21600">
                <a:moveTo>
                  <a:pt x="10998" y="20659"/>
                </a:moveTo>
                <a:lnTo>
                  <a:pt x="11054" y="20659"/>
                </a:lnTo>
                <a:lnTo>
                  <a:pt x="11054" y="20772"/>
                </a:lnTo>
                <a:lnTo>
                  <a:pt x="10998" y="20772"/>
                </a:lnTo>
              </a:path>
              <a:path w="21600" h="21600">
                <a:moveTo>
                  <a:pt x="9035" y="20659"/>
                </a:moveTo>
                <a:lnTo>
                  <a:pt x="9090" y="20659"/>
                </a:lnTo>
                <a:lnTo>
                  <a:pt x="9090" y="20772"/>
                </a:lnTo>
                <a:lnTo>
                  <a:pt x="9035" y="20772"/>
                </a:lnTo>
              </a:path>
              <a:path w="21600" h="21600">
                <a:moveTo>
                  <a:pt x="8582" y="20659"/>
                </a:moveTo>
                <a:lnTo>
                  <a:pt x="8637" y="20659"/>
                </a:lnTo>
                <a:lnTo>
                  <a:pt x="8637" y="20772"/>
                </a:lnTo>
                <a:lnTo>
                  <a:pt x="8582" y="20772"/>
                </a:lnTo>
              </a:path>
              <a:path w="21600" h="21600">
                <a:moveTo>
                  <a:pt x="8280" y="20659"/>
                </a:moveTo>
                <a:lnTo>
                  <a:pt x="8335" y="20659"/>
                </a:lnTo>
                <a:lnTo>
                  <a:pt x="8335" y="20772"/>
                </a:lnTo>
                <a:lnTo>
                  <a:pt x="8280" y="20772"/>
                </a:lnTo>
              </a:path>
              <a:path w="21600" h="21600">
                <a:moveTo>
                  <a:pt x="7832" y="20659"/>
                </a:moveTo>
                <a:lnTo>
                  <a:pt x="7887" y="20659"/>
                </a:lnTo>
                <a:lnTo>
                  <a:pt x="7887" y="20772"/>
                </a:lnTo>
                <a:lnTo>
                  <a:pt x="7832" y="20772"/>
                </a:lnTo>
              </a:path>
              <a:path w="21600" h="21600">
                <a:moveTo>
                  <a:pt x="6322" y="20659"/>
                </a:moveTo>
                <a:lnTo>
                  <a:pt x="6377" y="20659"/>
                </a:lnTo>
                <a:lnTo>
                  <a:pt x="6377" y="20772"/>
                </a:lnTo>
                <a:lnTo>
                  <a:pt x="6322" y="20772"/>
                </a:lnTo>
              </a:path>
              <a:path w="21600" h="21600">
                <a:moveTo>
                  <a:pt x="5869" y="20659"/>
                </a:moveTo>
                <a:lnTo>
                  <a:pt x="5924" y="20659"/>
                </a:lnTo>
                <a:lnTo>
                  <a:pt x="5924" y="20772"/>
                </a:lnTo>
                <a:lnTo>
                  <a:pt x="5869" y="20772"/>
                </a:lnTo>
              </a:path>
              <a:path w="21600" h="21600">
                <a:moveTo>
                  <a:pt x="5567" y="20659"/>
                </a:moveTo>
                <a:lnTo>
                  <a:pt x="5622" y="20659"/>
                </a:lnTo>
                <a:lnTo>
                  <a:pt x="5622" y="20772"/>
                </a:lnTo>
                <a:lnTo>
                  <a:pt x="5567" y="20772"/>
                </a:lnTo>
              </a:path>
              <a:path w="21600" h="21600">
                <a:moveTo>
                  <a:pt x="5126" y="20659"/>
                </a:moveTo>
                <a:lnTo>
                  <a:pt x="5181" y="20659"/>
                </a:lnTo>
                <a:lnTo>
                  <a:pt x="5181" y="20772"/>
                </a:lnTo>
                <a:lnTo>
                  <a:pt x="5126" y="20772"/>
                </a:lnTo>
              </a:path>
              <a:path w="21600" h="21600">
                <a:moveTo>
                  <a:pt x="2413" y="20659"/>
                </a:moveTo>
                <a:lnTo>
                  <a:pt x="2468" y="20659"/>
                </a:lnTo>
                <a:lnTo>
                  <a:pt x="2468" y="20772"/>
                </a:lnTo>
                <a:lnTo>
                  <a:pt x="2413" y="20772"/>
                </a:lnTo>
              </a:path>
              <a:path w="21600" h="21600">
                <a:moveTo>
                  <a:pt x="903" y="20659"/>
                </a:moveTo>
                <a:lnTo>
                  <a:pt x="958" y="20659"/>
                </a:lnTo>
                <a:lnTo>
                  <a:pt x="958" y="20772"/>
                </a:lnTo>
                <a:lnTo>
                  <a:pt x="903" y="20772"/>
                </a:lnTo>
              </a:path>
              <a:path w="21600" h="21600">
                <a:moveTo>
                  <a:pt x="450" y="20659"/>
                </a:moveTo>
                <a:lnTo>
                  <a:pt x="505" y="20659"/>
                </a:lnTo>
                <a:lnTo>
                  <a:pt x="505" y="20772"/>
                </a:lnTo>
                <a:lnTo>
                  <a:pt x="450" y="20772"/>
                </a:lnTo>
              </a:path>
              <a:path w="21600" h="21600">
                <a:moveTo>
                  <a:pt x="148" y="20659"/>
                </a:moveTo>
                <a:lnTo>
                  <a:pt x="203" y="20659"/>
                </a:lnTo>
                <a:lnTo>
                  <a:pt x="203" y="20772"/>
                </a:lnTo>
                <a:lnTo>
                  <a:pt x="148" y="20772"/>
                </a:lnTo>
              </a:path>
              <a:path w="21600" h="21600">
                <a:moveTo>
                  <a:pt x="2859" y="20650"/>
                </a:moveTo>
                <a:lnTo>
                  <a:pt x="2919" y="20650"/>
                </a:lnTo>
                <a:lnTo>
                  <a:pt x="2919" y="20774"/>
                </a:lnTo>
                <a:lnTo>
                  <a:pt x="2859" y="20774"/>
                </a:lnTo>
              </a:path>
              <a:path w="21600" h="21600">
                <a:moveTo>
                  <a:pt x="17179" y="20645"/>
                </a:moveTo>
                <a:lnTo>
                  <a:pt x="17222" y="20645"/>
                </a:lnTo>
                <a:lnTo>
                  <a:pt x="17222" y="20733"/>
                </a:lnTo>
                <a:lnTo>
                  <a:pt x="17179" y="20733"/>
                </a:lnTo>
              </a:path>
              <a:path w="21600" h="21600">
                <a:moveTo>
                  <a:pt x="10396" y="20633"/>
                </a:moveTo>
                <a:lnTo>
                  <a:pt x="10447" y="20633"/>
                </a:lnTo>
                <a:lnTo>
                  <a:pt x="10447" y="20736"/>
                </a:lnTo>
                <a:lnTo>
                  <a:pt x="10396" y="20736"/>
                </a:lnTo>
              </a:path>
              <a:path w="21600" h="21600">
                <a:moveTo>
                  <a:pt x="20347" y="20633"/>
                </a:moveTo>
                <a:lnTo>
                  <a:pt x="20386" y="20633"/>
                </a:lnTo>
                <a:lnTo>
                  <a:pt x="20386" y="20714"/>
                </a:lnTo>
                <a:lnTo>
                  <a:pt x="20347" y="20714"/>
                </a:lnTo>
              </a:path>
              <a:path w="21600" h="21600">
                <a:moveTo>
                  <a:pt x="1362" y="20632"/>
                </a:moveTo>
                <a:lnTo>
                  <a:pt x="1405" y="20632"/>
                </a:lnTo>
                <a:lnTo>
                  <a:pt x="1405" y="20720"/>
                </a:lnTo>
                <a:lnTo>
                  <a:pt x="1362" y="20720"/>
                </a:lnTo>
              </a:path>
              <a:path w="21600" h="21600">
                <a:moveTo>
                  <a:pt x="5721" y="20630"/>
                </a:moveTo>
                <a:lnTo>
                  <a:pt x="5770" y="20630"/>
                </a:lnTo>
                <a:lnTo>
                  <a:pt x="5770" y="20729"/>
                </a:lnTo>
                <a:lnTo>
                  <a:pt x="5721" y="20729"/>
                </a:lnTo>
              </a:path>
              <a:path w="21600" h="21600">
                <a:moveTo>
                  <a:pt x="20489" y="20595"/>
                </a:moveTo>
                <a:lnTo>
                  <a:pt x="20546" y="20595"/>
                </a:lnTo>
                <a:lnTo>
                  <a:pt x="20546" y="20711"/>
                </a:lnTo>
                <a:lnTo>
                  <a:pt x="20489" y="20711"/>
                </a:lnTo>
              </a:path>
              <a:path w="21600" h="21600">
                <a:moveTo>
                  <a:pt x="15070" y="20595"/>
                </a:moveTo>
                <a:lnTo>
                  <a:pt x="15127" y="20595"/>
                </a:lnTo>
                <a:lnTo>
                  <a:pt x="15127" y="20711"/>
                </a:lnTo>
                <a:lnTo>
                  <a:pt x="15070" y="20711"/>
                </a:lnTo>
              </a:path>
              <a:path w="21600" h="21600">
                <a:moveTo>
                  <a:pt x="6472" y="20595"/>
                </a:moveTo>
                <a:lnTo>
                  <a:pt x="6529" y="20595"/>
                </a:lnTo>
                <a:lnTo>
                  <a:pt x="6529" y="20711"/>
                </a:lnTo>
                <a:lnTo>
                  <a:pt x="6472" y="20711"/>
                </a:lnTo>
              </a:path>
              <a:path w="21600" h="21600">
                <a:moveTo>
                  <a:pt x="10847" y="20591"/>
                </a:moveTo>
                <a:lnTo>
                  <a:pt x="10904" y="20591"/>
                </a:lnTo>
                <a:lnTo>
                  <a:pt x="10904" y="20707"/>
                </a:lnTo>
                <a:lnTo>
                  <a:pt x="10847" y="20707"/>
                </a:lnTo>
              </a:path>
              <a:path w="21600" h="21600">
                <a:moveTo>
                  <a:pt x="19739" y="20588"/>
                </a:moveTo>
                <a:lnTo>
                  <a:pt x="19786" y="20588"/>
                </a:lnTo>
                <a:lnTo>
                  <a:pt x="19786" y="20684"/>
                </a:lnTo>
                <a:lnTo>
                  <a:pt x="19739" y="20684"/>
                </a:lnTo>
              </a:path>
              <a:path w="21600" h="21600">
                <a:moveTo>
                  <a:pt x="18984" y="20588"/>
                </a:moveTo>
                <a:lnTo>
                  <a:pt x="19031" y="20588"/>
                </a:lnTo>
                <a:lnTo>
                  <a:pt x="19031" y="20684"/>
                </a:lnTo>
                <a:lnTo>
                  <a:pt x="18984" y="20684"/>
                </a:lnTo>
              </a:path>
              <a:path w="21600" h="21600">
                <a:moveTo>
                  <a:pt x="14320" y="20588"/>
                </a:moveTo>
                <a:lnTo>
                  <a:pt x="14367" y="20588"/>
                </a:lnTo>
                <a:lnTo>
                  <a:pt x="14367" y="20684"/>
                </a:lnTo>
                <a:lnTo>
                  <a:pt x="14320" y="20684"/>
                </a:lnTo>
              </a:path>
              <a:path w="21600" h="21600">
                <a:moveTo>
                  <a:pt x="13565" y="20588"/>
                </a:moveTo>
                <a:lnTo>
                  <a:pt x="13612" y="20588"/>
                </a:lnTo>
                <a:lnTo>
                  <a:pt x="13612" y="20684"/>
                </a:lnTo>
                <a:lnTo>
                  <a:pt x="13565" y="20684"/>
                </a:lnTo>
              </a:path>
              <a:path w="21600" h="21600">
                <a:moveTo>
                  <a:pt x="1813" y="20588"/>
                </a:moveTo>
                <a:lnTo>
                  <a:pt x="1860" y="20588"/>
                </a:lnTo>
                <a:lnTo>
                  <a:pt x="1860" y="20684"/>
                </a:lnTo>
                <a:lnTo>
                  <a:pt x="1813" y="20684"/>
                </a:lnTo>
              </a:path>
              <a:path w="21600" h="21600">
                <a:moveTo>
                  <a:pt x="10549" y="20586"/>
                </a:moveTo>
                <a:lnTo>
                  <a:pt x="10596" y="20586"/>
                </a:lnTo>
                <a:lnTo>
                  <a:pt x="10596" y="20682"/>
                </a:lnTo>
                <a:lnTo>
                  <a:pt x="10549" y="20682"/>
                </a:lnTo>
              </a:path>
              <a:path w="21600" h="21600">
                <a:moveTo>
                  <a:pt x="12660" y="20583"/>
                </a:moveTo>
                <a:lnTo>
                  <a:pt x="12714" y="20583"/>
                </a:lnTo>
                <a:lnTo>
                  <a:pt x="12714" y="20693"/>
                </a:lnTo>
                <a:lnTo>
                  <a:pt x="12660" y="20693"/>
                </a:lnTo>
              </a:path>
              <a:path w="21600" h="21600">
                <a:moveTo>
                  <a:pt x="8885" y="20583"/>
                </a:moveTo>
                <a:lnTo>
                  <a:pt x="8938" y="20583"/>
                </a:lnTo>
                <a:lnTo>
                  <a:pt x="8938" y="20693"/>
                </a:lnTo>
                <a:lnTo>
                  <a:pt x="8885" y="20693"/>
                </a:lnTo>
              </a:path>
              <a:path w="21600" h="21600">
                <a:moveTo>
                  <a:pt x="3466" y="20583"/>
                </a:moveTo>
                <a:lnTo>
                  <a:pt x="3520" y="20583"/>
                </a:lnTo>
                <a:lnTo>
                  <a:pt x="3520" y="20693"/>
                </a:lnTo>
                <a:lnTo>
                  <a:pt x="3466" y="20693"/>
                </a:lnTo>
              </a:path>
              <a:path w="21600" h="21600">
                <a:moveTo>
                  <a:pt x="11155" y="20582"/>
                </a:moveTo>
                <a:lnTo>
                  <a:pt x="11199" y="20582"/>
                </a:lnTo>
                <a:lnTo>
                  <a:pt x="11199" y="20674"/>
                </a:lnTo>
                <a:lnTo>
                  <a:pt x="11155" y="20674"/>
                </a:lnTo>
              </a:path>
              <a:path w="21600" h="21600">
                <a:moveTo>
                  <a:pt x="21401" y="20582"/>
                </a:moveTo>
                <a:lnTo>
                  <a:pt x="21446" y="20582"/>
                </a:lnTo>
                <a:lnTo>
                  <a:pt x="21446" y="20674"/>
                </a:lnTo>
                <a:lnTo>
                  <a:pt x="21401" y="20674"/>
                </a:lnTo>
              </a:path>
              <a:path w="21600" h="21600">
                <a:moveTo>
                  <a:pt x="20188" y="20581"/>
                </a:moveTo>
                <a:lnTo>
                  <a:pt x="20243" y="20581"/>
                </a:lnTo>
                <a:lnTo>
                  <a:pt x="20243" y="20695"/>
                </a:lnTo>
                <a:lnTo>
                  <a:pt x="20188" y="20695"/>
                </a:lnTo>
              </a:path>
              <a:path w="21600" h="21600">
                <a:moveTo>
                  <a:pt x="14769" y="20581"/>
                </a:moveTo>
                <a:lnTo>
                  <a:pt x="14824" y="20581"/>
                </a:lnTo>
                <a:lnTo>
                  <a:pt x="14824" y="20695"/>
                </a:lnTo>
                <a:lnTo>
                  <a:pt x="14769" y="20695"/>
                </a:lnTo>
              </a:path>
              <a:path w="21600" h="21600">
                <a:moveTo>
                  <a:pt x="9488" y="20581"/>
                </a:moveTo>
                <a:lnTo>
                  <a:pt x="9543" y="20581"/>
                </a:lnTo>
                <a:lnTo>
                  <a:pt x="9543" y="20695"/>
                </a:lnTo>
                <a:lnTo>
                  <a:pt x="9488" y="20695"/>
                </a:lnTo>
              </a:path>
              <a:path w="21600" h="21600">
                <a:moveTo>
                  <a:pt x="6775" y="20581"/>
                </a:moveTo>
                <a:lnTo>
                  <a:pt x="6830" y="20581"/>
                </a:lnTo>
                <a:lnTo>
                  <a:pt x="6830" y="20695"/>
                </a:lnTo>
                <a:lnTo>
                  <a:pt x="6775" y="20695"/>
                </a:lnTo>
              </a:path>
              <a:path w="21600" h="21600">
                <a:moveTo>
                  <a:pt x="4069" y="20581"/>
                </a:moveTo>
                <a:lnTo>
                  <a:pt x="4125" y="20581"/>
                </a:lnTo>
                <a:lnTo>
                  <a:pt x="4125" y="20695"/>
                </a:lnTo>
                <a:lnTo>
                  <a:pt x="4069" y="20695"/>
                </a:lnTo>
              </a:path>
              <a:path w="21600" h="21600">
                <a:moveTo>
                  <a:pt x="17488" y="20570"/>
                </a:moveTo>
                <a:lnTo>
                  <a:pt x="17516" y="20570"/>
                </a:lnTo>
                <a:lnTo>
                  <a:pt x="17516" y="20627"/>
                </a:lnTo>
                <a:lnTo>
                  <a:pt x="17488" y="20627"/>
                </a:lnTo>
              </a:path>
              <a:path w="21600" h="21600">
                <a:moveTo>
                  <a:pt x="17627" y="20569"/>
                </a:moveTo>
                <a:lnTo>
                  <a:pt x="17679" y="20569"/>
                </a:lnTo>
                <a:lnTo>
                  <a:pt x="17679" y="20675"/>
                </a:lnTo>
                <a:lnTo>
                  <a:pt x="17627" y="20675"/>
                </a:lnTo>
              </a:path>
              <a:path w="21600" h="21600">
                <a:moveTo>
                  <a:pt x="14921" y="20569"/>
                </a:moveTo>
                <a:lnTo>
                  <a:pt x="14973" y="20569"/>
                </a:lnTo>
                <a:lnTo>
                  <a:pt x="14973" y="20675"/>
                </a:lnTo>
                <a:lnTo>
                  <a:pt x="14921" y="20675"/>
                </a:lnTo>
              </a:path>
              <a:path w="21600" h="21600">
                <a:moveTo>
                  <a:pt x="12208" y="20569"/>
                </a:moveTo>
                <a:lnTo>
                  <a:pt x="12260" y="20569"/>
                </a:lnTo>
                <a:lnTo>
                  <a:pt x="12260" y="20675"/>
                </a:lnTo>
                <a:lnTo>
                  <a:pt x="12208" y="20675"/>
                </a:lnTo>
              </a:path>
              <a:path w="21600" h="21600">
                <a:moveTo>
                  <a:pt x="9339" y="20569"/>
                </a:moveTo>
                <a:lnTo>
                  <a:pt x="9391" y="20569"/>
                </a:lnTo>
                <a:lnTo>
                  <a:pt x="9391" y="20675"/>
                </a:lnTo>
                <a:lnTo>
                  <a:pt x="9339" y="20675"/>
                </a:lnTo>
              </a:path>
              <a:path w="21600" h="21600">
                <a:moveTo>
                  <a:pt x="3920" y="20569"/>
                </a:moveTo>
                <a:lnTo>
                  <a:pt x="3972" y="20569"/>
                </a:lnTo>
                <a:lnTo>
                  <a:pt x="3972" y="20675"/>
                </a:lnTo>
                <a:lnTo>
                  <a:pt x="3920" y="20675"/>
                </a:lnTo>
              </a:path>
              <a:path w="21600" h="21600">
                <a:moveTo>
                  <a:pt x="1207" y="20569"/>
                </a:moveTo>
                <a:lnTo>
                  <a:pt x="1259" y="20569"/>
                </a:lnTo>
                <a:lnTo>
                  <a:pt x="1259" y="20675"/>
                </a:lnTo>
                <a:lnTo>
                  <a:pt x="1207" y="20675"/>
                </a:lnTo>
              </a:path>
              <a:path w="21600" h="21600">
                <a:moveTo>
                  <a:pt x="14171" y="20568"/>
                </a:moveTo>
                <a:lnTo>
                  <a:pt x="14214" y="20568"/>
                </a:lnTo>
                <a:lnTo>
                  <a:pt x="14214" y="20656"/>
                </a:lnTo>
                <a:lnTo>
                  <a:pt x="14171" y="20656"/>
                </a:lnTo>
              </a:path>
              <a:path w="21600" h="21600">
                <a:moveTo>
                  <a:pt x="20038" y="20563"/>
                </a:moveTo>
                <a:lnTo>
                  <a:pt x="20090" y="20563"/>
                </a:lnTo>
                <a:lnTo>
                  <a:pt x="20090" y="20669"/>
                </a:lnTo>
                <a:lnTo>
                  <a:pt x="20038" y="20669"/>
                </a:lnTo>
              </a:path>
              <a:path w="21600" h="21600">
                <a:moveTo>
                  <a:pt x="17325" y="20563"/>
                </a:moveTo>
                <a:lnTo>
                  <a:pt x="17377" y="20563"/>
                </a:lnTo>
                <a:lnTo>
                  <a:pt x="17377" y="20669"/>
                </a:lnTo>
                <a:lnTo>
                  <a:pt x="17325" y="20669"/>
                </a:lnTo>
              </a:path>
              <a:path w="21600" h="21600">
                <a:moveTo>
                  <a:pt x="11906" y="20563"/>
                </a:moveTo>
                <a:lnTo>
                  <a:pt x="11958" y="20563"/>
                </a:lnTo>
                <a:lnTo>
                  <a:pt x="11958" y="20669"/>
                </a:lnTo>
                <a:lnTo>
                  <a:pt x="11906" y="20669"/>
                </a:lnTo>
              </a:path>
              <a:path w="21600" h="21600">
                <a:moveTo>
                  <a:pt x="9641" y="20563"/>
                </a:moveTo>
                <a:lnTo>
                  <a:pt x="9692" y="20563"/>
                </a:lnTo>
                <a:lnTo>
                  <a:pt x="9692" y="20669"/>
                </a:lnTo>
                <a:lnTo>
                  <a:pt x="9641" y="20669"/>
                </a:lnTo>
              </a:path>
              <a:path w="21600" h="21600">
                <a:moveTo>
                  <a:pt x="6928" y="20563"/>
                </a:moveTo>
                <a:lnTo>
                  <a:pt x="6979" y="20563"/>
                </a:lnTo>
                <a:lnTo>
                  <a:pt x="6979" y="20669"/>
                </a:lnTo>
                <a:lnTo>
                  <a:pt x="6928" y="20669"/>
                </a:lnTo>
              </a:path>
              <a:path w="21600" h="21600">
                <a:moveTo>
                  <a:pt x="4222" y="20563"/>
                </a:moveTo>
                <a:lnTo>
                  <a:pt x="4274" y="20563"/>
                </a:lnTo>
                <a:lnTo>
                  <a:pt x="4274" y="20669"/>
                </a:lnTo>
                <a:lnTo>
                  <a:pt x="4222" y="20669"/>
                </a:lnTo>
              </a:path>
              <a:path w="21600" h="21600">
                <a:moveTo>
                  <a:pt x="1509" y="20563"/>
                </a:moveTo>
                <a:lnTo>
                  <a:pt x="1561" y="20563"/>
                </a:lnTo>
                <a:lnTo>
                  <a:pt x="1561" y="20669"/>
                </a:lnTo>
                <a:lnTo>
                  <a:pt x="1509" y="20669"/>
                </a:lnTo>
              </a:path>
              <a:path w="21600" h="21600">
                <a:moveTo>
                  <a:pt x="7997" y="20554"/>
                </a:moveTo>
                <a:lnTo>
                  <a:pt x="8023" y="20554"/>
                </a:lnTo>
                <a:lnTo>
                  <a:pt x="8023" y="20607"/>
                </a:lnTo>
                <a:lnTo>
                  <a:pt x="7997" y="20607"/>
                </a:lnTo>
              </a:path>
              <a:path w="21600" h="21600">
                <a:moveTo>
                  <a:pt x="11450" y="20549"/>
                </a:moveTo>
                <a:lnTo>
                  <a:pt x="11508" y="20549"/>
                </a:lnTo>
                <a:lnTo>
                  <a:pt x="11508" y="20670"/>
                </a:lnTo>
                <a:lnTo>
                  <a:pt x="11450" y="20670"/>
                </a:lnTo>
              </a:path>
              <a:path w="21600" h="21600">
                <a:moveTo>
                  <a:pt x="20945" y="20545"/>
                </a:moveTo>
                <a:lnTo>
                  <a:pt x="20995" y="20545"/>
                </a:lnTo>
                <a:lnTo>
                  <a:pt x="20995" y="20648"/>
                </a:lnTo>
                <a:lnTo>
                  <a:pt x="20945" y="20648"/>
                </a:lnTo>
              </a:path>
              <a:path w="21600" h="21600">
                <a:moveTo>
                  <a:pt x="18232" y="20545"/>
                </a:moveTo>
                <a:lnTo>
                  <a:pt x="18282" y="20545"/>
                </a:lnTo>
                <a:lnTo>
                  <a:pt x="18282" y="20648"/>
                </a:lnTo>
                <a:lnTo>
                  <a:pt x="18232" y="20648"/>
                </a:lnTo>
              </a:path>
              <a:path w="21600" h="21600">
                <a:moveTo>
                  <a:pt x="15526" y="20545"/>
                </a:moveTo>
                <a:lnTo>
                  <a:pt x="15576" y="20545"/>
                </a:lnTo>
                <a:lnTo>
                  <a:pt x="15576" y="20648"/>
                </a:lnTo>
                <a:lnTo>
                  <a:pt x="15526" y="20648"/>
                </a:lnTo>
              </a:path>
              <a:path w="21600" h="21600">
                <a:moveTo>
                  <a:pt x="12813" y="20545"/>
                </a:moveTo>
                <a:lnTo>
                  <a:pt x="12863" y="20545"/>
                </a:lnTo>
                <a:lnTo>
                  <a:pt x="12863" y="20648"/>
                </a:lnTo>
                <a:lnTo>
                  <a:pt x="12813" y="20648"/>
                </a:lnTo>
              </a:path>
              <a:path w="21600" h="21600">
                <a:moveTo>
                  <a:pt x="6023" y="20545"/>
                </a:moveTo>
                <a:lnTo>
                  <a:pt x="6073" y="20545"/>
                </a:lnTo>
                <a:lnTo>
                  <a:pt x="6073" y="20648"/>
                </a:lnTo>
                <a:lnTo>
                  <a:pt x="6023" y="20648"/>
                </a:lnTo>
              </a:path>
              <a:path w="21600" h="21600">
                <a:moveTo>
                  <a:pt x="3317" y="20545"/>
                </a:moveTo>
                <a:lnTo>
                  <a:pt x="3367" y="20545"/>
                </a:lnTo>
                <a:lnTo>
                  <a:pt x="3367" y="20648"/>
                </a:lnTo>
                <a:lnTo>
                  <a:pt x="3317" y="20648"/>
                </a:lnTo>
              </a:path>
              <a:path w="21600" h="21600">
                <a:moveTo>
                  <a:pt x="604" y="20545"/>
                </a:moveTo>
                <a:lnTo>
                  <a:pt x="654" y="20545"/>
                </a:lnTo>
                <a:lnTo>
                  <a:pt x="654" y="20648"/>
                </a:lnTo>
                <a:lnTo>
                  <a:pt x="604" y="20648"/>
                </a:lnTo>
              </a:path>
              <a:path w="21600" h="21600">
                <a:moveTo>
                  <a:pt x="21099" y="20540"/>
                </a:moveTo>
                <a:lnTo>
                  <a:pt x="21144" y="20540"/>
                </a:lnTo>
                <a:lnTo>
                  <a:pt x="21144" y="20632"/>
                </a:lnTo>
                <a:lnTo>
                  <a:pt x="21099" y="20632"/>
                </a:lnTo>
              </a:path>
              <a:path w="21600" h="21600">
                <a:moveTo>
                  <a:pt x="3621" y="20540"/>
                </a:moveTo>
                <a:lnTo>
                  <a:pt x="3666" y="20540"/>
                </a:lnTo>
                <a:lnTo>
                  <a:pt x="3666" y="20632"/>
                </a:lnTo>
                <a:lnTo>
                  <a:pt x="3621" y="20632"/>
                </a:lnTo>
              </a:path>
              <a:path w="21600" h="21600">
                <a:moveTo>
                  <a:pt x="1657" y="20527"/>
                </a:moveTo>
                <a:lnTo>
                  <a:pt x="1714" y="20527"/>
                </a:lnTo>
                <a:lnTo>
                  <a:pt x="1714" y="20644"/>
                </a:lnTo>
                <a:lnTo>
                  <a:pt x="1657" y="20644"/>
                </a:lnTo>
              </a:path>
              <a:path w="21600" h="21600">
                <a:moveTo>
                  <a:pt x="8744" y="20526"/>
                </a:moveTo>
                <a:lnTo>
                  <a:pt x="8777" y="20526"/>
                </a:lnTo>
                <a:lnTo>
                  <a:pt x="8777" y="20592"/>
                </a:lnTo>
                <a:lnTo>
                  <a:pt x="8744" y="20592"/>
                </a:lnTo>
              </a:path>
              <a:path w="21600" h="21600">
                <a:moveTo>
                  <a:pt x="6632" y="20523"/>
                </a:moveTo>
                <a:lnTo>
                  <a:pt x="6671" y="20523"/>
                </a:lnTo>
                <a:lnTo>
                  <a:pt x="6671" y="20605"/>
                </a:lnTo>
                <a:lnTo>
                  <a:pt x="6632" y="20605"/>
                </a:lnTo>
              </a:path>
              <a:path w="21600" h="21600">
                <a:moveTo>
                  <a:pt x="21544" y="20520"/>
                </a:moveTo>
                <a:lnTo>
                  <a:pt x="21596" y="20520"/>
                </a:lnTo>
                <a:lnTo>
                  <a:pt x="21596" y="20626"/>
                </a:lnTo>
                <a:lnTo>
                  <a:pt x="21544" y="20626"/>
                </a:lnTo>
              </a:path>
              <a:path w="21600" h="21600">
                <a:moveTo>
                  <a:pt x="3" y="20520"/>
                </a:moveTo>
                <a:lnTo>
                  <a:pt x="55" y="20520"/>
                </a:lnTo>
                <a:lnTo>
                  <a:pt x="55" y="20626"/>
                </a:lnTo>
                <a:lnTo>
                  <a:pt x="3" y="20626"/>
                </a:lnTo>
              </a:path>
              <a:path w="21600" h="21600">
                <a:moveTo>
                  <a:pt x="16268" y="20503"/>
                </a:moveTo>
                <a:lnTo>
                  <a:pt x="16320" y="20503"/>
                </a:lnTo>
                <a:lnTo>
                  <a:pt x="16320" y="20609"/>
                </a:lnTo>
                <a:lnTo>
                  <a:pt x="16268" y="20609"/>
                </a:lnTo>
              </a:path>
              <a:path w="21600" h="21600">
                <a:moveTo>
                  <a:pt x="5279" y="20503"/>
                </a:moveTo>
                <a:lnTo>
                  <a:pt x="5331" y="20503"/>
                </a:lnTo>
                <a:lnTo>
                  <a:pt x="5331" y="20609"/>
                </a:lnTo>
                <a:lnTo>
                  <a:pt x="5279" y="20609"/>
                </a:lnTo>
              </a:path>
              <a:path w="21600" h="21600">
                <a:moveTo>
                  <a:pt x="19282" y="20503"/>
                </a:moveTo>
                <a:lnTo>
                  <a:pt x="19337" y="20503"/>
                </a:lnTo>
                <a:lnTo>
                  <a:pt x="19337" y="20616"/>
                </a:lnTo>
                <a:lnTo>
                  <a:pt x="19282" y="20616"/>
                </a:lnTo>
              </a:path>
              <a:path w="21600" h="21600">
                <a:moveTo>
                  <a:pt x="13863" y="20503"/>
                </a:moveTo>
                <a:lnTo>
                  <a:pt x="13918" y="20503"/>
                </a:lnTo>
                <a:lnTo>
                  <a:pt x="13918" y="20616"/>
                </a:lnTo>
                <a:lnTo>
                  <a:pt x="13863" y="20616"/>
                </a:lnTo>
              </a:path>
              <a:path w="21600" h="21600">
                <a:moveTo>
                  <a:pt x="7681" y="20503"/>
                </a:moveTo>
                <a:lnTo>
                  <a:pt x="7736" y="20503"/>
                </a:lnTo>
                <a:lnTo>
                  <a:pt x="7736" y="20616"/>
                </a:lnTo>
                <a:lnTo>
                  <a:pt x="7681" y="20616"/>
                </a:lnTo>
              </a:path>
              <a:path w="21600" h="21600">
                <a:moveTo>
                  <a:pt x="2262" y="20503"/>
                </a:moveTo>
                <a:lnTo>
                  <a:pt x="2317" y="20503"/>
                </a:lnTo>
                <a:lnTo>
                  <a:pt x="2317" y="20616"/>
                </a:lnTo>
                <a:lnTo>
                  <a:pt x="2262" y="20616"/>
                </a:lnTo>
              </a:path>
              <a:path w="21600" h="21600">
                <a:moveTo>
                  <a:pt x="17023" y="20496"/>
                </a:moveTo>
                <a:lnTo>
                  <a:pt x="17075" y="20496"/>
                </a:lnTo>
                <a:lnTo>
                  <a:pt x="17075" y="20603"/>
                </a:lnTo>
                <a:lnTo>
                  <a:pt x="17023" y="20603"/>
                </a:lnTo>
              </a:path>
              <a:path w="21600" h="21600">
                <a:moveTo>
                  <a:pt x="11604" y="20496"/>
                </a:moveTo>
                <a:lnTo>
                  <a:pt x="11656" y="20496"/>
                </a:lnTo>
                <a:lnTo>
                  <a:pt x="11656" y="20603"/>
                </a:lnTo>
                <a:lnTo>
                  <a:pt x="11604" y="20603"/>
                </a:lnTo>
              </a:path>
              <a:path w="21600" h="21600">
                <a:moveTo>
                  <a:pt x="9943" y="20496"/>
                </a:moveTo>
                <a:lnTo>
                  <a:pt x="9994" y="20496"/>
                </a:lnTo>
                <a:lnTo>
                  <a:pt x="9994" y="20603"/>
                </a:lnTo>
                <a:lnTo>
                  <a:pt x="9943" y="20603"/>
                </a:lnTo>
              </a:path>
              <a:path w="21600" h="21600">
                <a:moveTo>
                  <a:pt x="4524" y="20496"/>
                </a:moveTo>
                <a:lnTo>
                  <a:pt x="4576" y="20496"/>
                </a:lnTo>
                <a:lnTo>
                  <a:pt x="4576" y="20603"/>
                </a:lnTo>
                <a:lnTo>
                  <a:pt x="4524" y="20603"/>
                </a:lnTo>
              </a:path>
              <a:path w="21600" h="21600">
                <a:moveTo>
                  <a:pt x="14465" y="20483"/>
                </a:moveTo>
                <a:lnTo>
                  <a:pt x="14524" y="20483"/>
                </a:lnTo>
                <a:lnTo>
                  <a:pt x="14524" y="20603"/>
                </a:lnTo>
                <a:lnTo>
                  <a:pt x="14465" y="20603"/>
                </a:lnTo>
              </a:path>
              <a:path w="21600" h="21600">
                <a:moveTo>
                  <a:pt x="7075" y="20483"/>
                </a:moveTo>
                <a:lnTo>
                  <a:pt x="7134" y="20483"/>
                </a:lnTo>
                <a:lnTo>
                  <a:pt x="7134" y="20603"/>
                </a:lnTo>
                <a:lnTo>
                  <a:pt x="7075" y="20603"/>
                </a:lnTo>
              </a:path>
              <a:path w="21600" h="21600">
                <a:moveTo>
                  <a:pt x="18085" y="20473"/>
                </a:moveTo>
                <a:lnTo>
                  <a:pt x="18127" y="20473"/>
                </a:lnTo>
                <a:lnTo>
                  <a:pt x="18127" y="20557"/>
                </a:lnTo>
                <a:lnTo>
                  <a:pt x="18085" y="20557"/>
                </a:lnTo>
              </a:path>
              <a:path w="21600" h="21600">
                <a:moveTo>
                  <a:pt x="19441" y="20467"/>
                </a:moveTo>
                <a:lnTo>
                  <a:pt x="19480" y="20467"/>
                </a:lnTo>
                <a:lnTo>
                  <a:pt x="19480" y="20548"/>
                </a:lnTo>
                <a:lnTo>
                  <a:pt x="19441" y="20548"/>
                </a:lnTo>
              </a:path>
              <a:path w="21600" h="21600">
                <a:moveTo>
                  <a:pt x="10099" y="20465"/>
                </a:moveTo>
                <a:lnTo>
                  <a:pt x="10140" y="20465"/>
                </a:lnTo>
                <a:lnTo>
                  <a:pt x="10140" y="20549"/>
                </a:lnTo>
                <a:lnTo>
                  <a:pt x="10099" y="20549"/>
                </a:lnTo>
              </a:path>
              <a:path w="21600" h="21600">
                <a:moveTo>
                  <a:pt x="756" y="20458"/>
                </a:moveTo>
                <a:lnTo>
                  <a:pt x="804" y="20458"/>
                </a:lnTo>
                <a:lnTo>
                  <a:pt x="804" y="20557"/>
                </a:lnTo>
                <a:lnTo>
                  <a:pt x="756" y="20557"/>
                </a:lnTo>
              </a:path>
              <a:path w="21600" h="21600">
                <a:moveTo>
                  <a:pt x="10397" y="20456"/>
                </a:moveTo>
                <a:lnTo>
                  <a:pt x="10446" y="20456"/>
                </a:lnTo>
                <a:lnTo>
                  <a:pt x="10446" y="20555"/>
                </a:lnTo>
                <a:lnTo>
                  <a:pt x="10397" y="20555"/>
                </a:lnTo>
              </a:path>
              <a:path w="21600" h="21600">
                <a:moveTo>
                  <a:pt x="1051" y="20455"/>
                </a:moveTo>
                <a:lnTo>
                  <a:pt x="1112" y="20455"/>
                </a:lnTo>
                <a:lnTo>
                  <a:pt x="1112" y="20579"/>
                </a:lnTo>
                <a:lnTo>
                  <a:pt x="1051" y="20579"/>
                </a:lnTo>
              </a:path>
              <a:path w="21600" h="21600">
                <a:moveTo>
                  <a:pt x="20791" y="20451"/>
                </a:moveTo>
                <a:lnTo>
                  <a:pt x="20848" y="20451"/>
                </a:lnTo>
                <a:lnTo>
                  <a:pt x="20848" y="20568"/>
                </a:lnTo>
                <a:lnTo>
                  <a:pt x="20791" y="20568"/>
                </a:lnTo>
              </a:path>
              <a:path w="21600" h="21600">
                <a:moveTo>
                  <a:pt x="11753" y="20447"/>
                </a:moveTo>
                <a:lnTo>
                  <a:pt x="11810" y="20447"/>
                </a:lnTo>
                <a:lnTo>
                  <a:pt x="11810" y="20564"/>
                </a:lnTo>
                <a:lnTo>
                  <a:pt x="11753" y="20564"/>
                </a:lnTo>
              </a:path>
              <a:path w="21600" h="21600">
                <a:moveTo>
                  <a:pt x="9789" y="20447"/>
                </a:moveTo>
                <a:lnTo>
                  <a:pt x="9846" y="20447"/>
                </a:lnTo>
                <a:lnTo>
                  <a:pt x="9846" y="20564"/>
                </a:lnTo>
                <a:lnTo>
                  <a:pt x="9789" y="20564"/>
                </a:lnTo>
              </a:path>
              <a:path w="21600" h="21600">
                <a:moveTo>
                  <a:pt x="11156" y="20445"/>
                </a:moveTo>
                <a:lnTo>
                  <a:pt x="11199" y="20445"/>
                </a:lnTo>
                <a:lnTo>
                  <a:pt x="11199" y="20534"/>
                </a:lnTo>
                <a:lnTo>
                  <a:pt x="11156" y="20534"/>
                </a:lnTo>
              </a:path>
              <a:path w="21600" h="21600">
                <a:moveTo>
                  <a:pt x="16721" y="20445"/>
                </a:moveTo>
                <a:lnTo>
                  <a:pt x="16773" y="20445"/>
                </a:lnTo>
                <a:lnTo>
                  <a:pt x="16773" y="20551"/>
                </a:lnTo>
                <a:lnTo>
                  <a:pt x="16721" y="20551"/>
                </a:lnTo>
              </a:path>
              <a:path w="21600" h="21600">
                <a:moveTo>
                  <a:pt x="14015" y="20445"/>
                </a:moveTo>
                <a:lnTo>
                  <a:pt x="14067" y="20445"/>
                </a:lnTo>
                <a:lnTo>
                  <a:pt x="14067" y="20551"/>
                </a:lnTo>
                <a:lnTo>
                  <a:pt x="14015" y="20551"/>
                </a:lnTo>
              </a:path>
              <a:path w="21600" h="21600">
                <a:moveTo>
                  <a:pt x="11302" y="20445"/>
                </a:moveTo>
                <a:lnTo>
                  <a:pt x="11354" y="20445"/>
                </a:lnTo>
                <a:lnTo>
                  <a:pt x="11354" y="20551"/>
                </a:lnTo>
                <a:lnTo>
                  <a:pt x="11302" y="20551"/>
                </a:lnTo>
              </a:path>
              <a:path w="21600" h="21600">
                <a:moveTo>
                  <a:pt x="10245" y="20445"/>
                </a:moveTo>
                <a:lnTo>
                  <a:pt x="10296" y="20445"/>
                </a:lnTo>
                <a:lnTo>
                  <a:pt x="10296" y="20551"/>
                </a:lnTo>
                <a:lnTo>
                  <a:pt x="10245" y="20551"/>
                </a:lnTo>
              </a:path>
              <a:path w="21600" h="21600">
                <a:moveTo>
                  <a:pt x="7531" y="20445"/>
                </a:moveTo>
                <a:lnTo>
                  <a:pt x="7583" y="20445"/>
                </a:lnTo>
                <a:lnTo>
                  <a:pt x="7583" y="20551"/>
                </a:lnTo>
                <a:lnTo>
                  <a:pt x="7531" y="20551"/>
                </a:lnTo>
              </a:path>
              <a:path w="21600" h="21600">
                <a:moveTo>
                  <a:pt x="4826" y="20445"/>
                </a:moveTo>
                <a:lnTo>
                  <a:pt x="4878" y="20445"/>
                </a:lnTo>
                <a:lnTo>
                  <a:pt x="4878" y="20551"/>
                </a:lnTo>
                <a:lnTo>
                  <a:pt x="4826" y="20551"/>
                </a:lnTo>
              </a:path>
              <a:path w="21600" h="21600">
                <a:moveTo>
                  <a:pt x="2113" y="20445"/>
                </a:moveTo>
                <a:lnTo>
                  <a:pt x="2164" y="20445"/>
                </a:lnTo>
                <a:lnTo>
                  <a:pt x="2164" y="20551"/>
                </a:lnTo>
                <a:lnTo>
                  <a:pt x="2113" y="20551"/>
                </a:lnTo>
              </a:path>
              <a:path w="21600" h="21600">
                <a:moveTo>
                  <a:pt x="19740" y="20439"/>
                </a:moveTo>
                <a:lnTo>
                  <a:pt x="19785" y="20439"/>
                </a:lnTo>
                <a:lnTo>
                  <a:pt x="19785" y="20531"/>
                </a:lnTo>
                <a:lnTo>
                  <a:pt x="19740" y="20531"/>
                </a:lnTo>
              </a:path>
              <a:path w="21600" h="21600">
                <a:moveTo>
                  <a:pt x="18985" y="20439"/>
                </a:moveTo>
                <a:lnTo>
                  <a:pt x="19030" y="20439"/>
                </a:lnTo>
                <a:lnTo>
                  <a:pt x="19030" y="20531"/>
                </a:lnTo>
                <a:lnTo>
                  <a:pt x="18985" y="20531"/>
                </a:lnTo>
              </a:path>
              <a:path w="21600" h="21600">
                <a:moveTo>
                  <a:pt x="14321" y="20439"/>
                </a:moveTo>
                <a:lnTo>
                  <a:pt x="14366" y="20439"/>
                </a:lnTo>
                <a:lnTo>
                  <a:pt x="14366" y="20531"/>
                </a:lnTo>
                <a:lnTo>
                  <a:pt x="14321" y="20531"/>
                </a:lnTo>
              </a:path>
              <a:path w="21600" h="21600">
                <a:moveTo>
                  <a:pt x="13566" y="20439"/>
                </a:moveTo>
                <a:lnTo>
                  <a:pt x="13611" y="20439"/>
                </a:lnTo>
                <a:lnTo>
                  <a:pt x="13611" y="20531"/>
                </a:lnTo>
                <a:lnTo>
                  <a:pt x="13566" y="20531"/>
                </a:lnTo>
              </a:path>
              <a:path w="21600" h="21600">
                <a:moveTo>
                  <a:pt x="1814" y="20439"/>
                </a:moveTo>
                <a:lnTo>
                  <a:pt x="1859" y="20439"/>
                </a:lnTo>
                <a:lnTo>
                  <a:pt x="1859" y="20531"/>
                </a:lnTo>
                <a:lnTo>
                  <a:pt x="1814" y="20531"/>
                </a:lnTo>
              </a:path>
              <a:path w="21600" h="21600">
                <a:moveTo>
                  <a:pt x="12066" y="20438"/>
                </a:moveTo>
                <a:lnTo>
                  <a:pt x="12100" y="20438"/>
                </a:lnTo>
                <a:lnTo>
                  <a:pt x="12100" y="20509"/>
                </a:lnTo>
                <a:lnTo>
                  <a:pt x="12066" y="20509"/>
                </a:lnTo>
              </a:path>
              <a:path w="21600" h="21600">
                <a:moveTo>
                  <a:pt x="20347" y="20426"/>
                </a:moveTo>
                <a:lnTo>
                  <a:pt x="20385" y="20426"/>
                </a:lnTo>
                <a:lnTo>
                  <a:pt x="20385" y="20504"/>
                </a:lnTo>
                <a:lnTo>
                  <a:pt x="20347" y="20504"/>
                </a:lnTo>
              </a:path>
              <a:path w="21600" h="21600">
                <a:moveTo>
                  <a:pt x="21245" y="20424"/>
                </a:moveTo>
                <a:lnTo>
                  <a:pt x="21300" y="20424"/>
                </a:lnTo>
                <a:lnTo>
                  <a:pt x="21300" y="20537"/>
                </a:lnTo>
                <a:lnTo>
                  <a:pt x="21245" y="20537"/>
                </a:lnTo>
              </a:path>
              <a:path w="21600" h="21600">
                <a:moveTo>
                  <a:pt x="18531" y="20424"/>
                </a:moveTo>
                <a:lnTo>
                  <a:pt x="18587" y="20424"/>
                </a:lnTo>
                <a:lnTo>
                  <a:pt x="18587" y="20537"/>
                </a:lnTo>
                <a:lnTo>
                  <a:pt x="18531" y="20537"/>
                </a:lnTo>
              </a:path>
              <a:path w="21600" h="21600">
                <a:moveTo>
                  <a:pt x="15826" y="20424"/>
                </a:moveTo>
                <a:lnTo>
                  <a:pt x="15881" y="20424"/>
                </a:lnTo>
                <a:lnTo>
                  <a:pt x="15881" y="20537"/>
                </a:lnTo>
                <a:lnTo>
                  <a:pt x="15826" y="20537"/>
                </a:lnTo>
              </a:path>
              <a:path w="21600" h="21600">
                <a:moveTo>
                  <a:pt x="13112" y="20424"/>
                </a:moveTo>
                <a:lnTo>
                  <a:pt x="13168" y="20424"/>
                </a:lnTo>
                <a:lnTo>
                  <a:pt x="13168" y="20537"/>
                </a:lnTo>
                <a:lnTo>
                  <a:pt x="13112" y="20537"/>
                </a:lnTo>
              </a:path>
              <a:path w="21600" h="21600">
                <a:moveTo>
                  <a:pt x="8431" y="20424"/>
                </a:moveTo>
                <a:lnTo>
                  <a:pt x="8486" y="20424"/>
                </a:lnTo>
                <a:lnTo>
                  <a:pt x="8486" y="20537"/>
                </a:lnTo>
                <a:lnTo>
                  <a:pt x="8431" y="20537"/>
                </a:lnTo>
              </a:path>
              <a:path w="21600" h="21600">
                <a:moveTo>
                  <a:pt x="3012" y="20424"/>
                </a:moveTo>
                <a:lnTo>
                  <a:pt x="3068" y="20424"/>
                </a:lnTo>
                <a:lnTo>
                  <a:pt x="3068" y="20537"/>
                </a:lnTo>
                <a:lnTo>
                  <a:pt x="3012" y="20537"/>
                </a:lnTo>
              </a:path>
              <a:path w="21600" h="21600">
                <a:moveTo>
                  <a:pt x="299" y="20424"/>
                </a:moveTo>
                <a:lnTo>
                  <a:pt x="354" y="20424"/>
                </a:lnTo>
                <a:lnTo>
                  <a:pt x="354" y="20537"/>
                </a:lnTo>
                <a:lnTo>
                  <a:pt x="299" y="20537"/>
                </a:lnTo>
              </a:path>
              <a:path w="21600" h="21600">
                <a:moveTo>
                  <a:pt x="12356" y="20421"/>
                </a:moveTo>
                <a:lnTo>
                  <a:pt x="12414" y="20421"/>
                </a:lnTo>
                <a:lnTo>
                  <a:pt x="12414" y="20541"/>
                </a:lnTo>
                <a:lnTo>
                  <a:pt x="12356" y="20541"/>
                </a:lnTo>
              </a:path>
              <a:path w="21600" h="21600">
                <a:moveTo>
                  <a:pt x="9184" y="20421"/>
                </a:moveTo>
                <a:lnTo>
                  <a:pt x="9243" y="20421"/>
                </a:lnTo>
                <a:lnTo>
                  <a:pt x="9243" y="20541"/>
                </a:lnTo>
                <a:lnTo>
                  <a:pt x="9184" y="20541"/>
                </a:lnTo>
              </a:path>
              <a:path w="21600" h="21600">
                <a:moveTo>
                  <a:pt x="2713" y="20414"/>
                </a:moveTo>
                <a:lnTo>
                  <a:pt x="2772" y="20414"/>
                </a:lnTo>
                <a:lnTo>
                  <a:pt x="2772" y="20536"/>
                </a:lnTo>
                <a:lnTo>
                  <a:pt x="2713" y="20536"/>
                </a:lnTo>
              </a:path>
              <a:path w="21600" h="21600">
                <a:moveTo>
                  <a:pt x="4372" y="20409"/>
                </a:moveTo>
                <a:lnTo>
                  <a:pt x="4426" y="20409"/>
                </a:lnTo>
                <a:lnTo>
                  <a:pt x="4426" y="20518"/>
                </a:lnTo>
                <a:lnTo>
                  <a:pt x="4372" y="20518"/>
                </a:lnTo>
              </a:path>
              <a:path w="21600" h="21600">
                <a:moveTo>
                  <a:pt x="7998" y="20406"/>
                </a:moveTo>
                <a:lnTo>
                  <a:pt x="8022" y="20406"/>
                </a:lnTo>
                <a:lnTo>
                  <a:pt x="8022" y="20454"/>
                </a:lnTo>
                <a:lnTo>
                  <a:pt x="7998" y="20454"/>
                </a:lnTo>
              </a:path>
              <a:path w="21600" h="21600">
                <a:moveTo>
                  <a:pt x="3170" y="20404"/>
                </a:moveTo>
                <a:lnTo>
                  <a:pt x="3212" y="20404"/>
                </a:lnTo>
                <a:lnTo>
                  <a:pt x="3212" y="20489"/>
                </a:lnTo>
                <a:lnTo>
                  <a:pt x="3170" y="20489"/>
                </a:lnTo>
              </a:path>
              <a:path w="21600" h="21600">
                <a:moveTo>
                  <a:pt x="20642" y="20397"/>
                </a:moveTo>
                <a:lnTo>
                  <a:pt x="20695" y="20397"/>
                </a:lnTo>
                <a:lnTo>
                  <a:pt x="20695" y="20507"/>
                </a:lnTo>
                <a:lnTo>
                  <a:pt x="20642" y="20507"/>
                </a:lnTo>
              </a:path>
              <a:path w="21600" h="21600">
                <a:moveTo>
                  <a:pt x="19132" y="20397"/>
                </a:moveTo>
                <a:lnTo>
                  <a:pt x="19185" y="20397"/>
                </a:lnTo>
                <a:lnTo>
                  <a:pt x="19185" y="20507"/>
                </a:lnTo>
                <a:lnTo>
                  <a:pt x="19132" y="20507"/>
                </a:lnTo>
              </a:path>
              <a:path w="21600" h="21600">
                <a:moveTo>
                  <a:pt x="18683" y="20397"/>
                </a:moveTo>
                <a:lnTo>
                  <a:pt x="18737" y="20397"/>
                </a:lnTo>
                <a:lnTo>
                  <a:pt x="18737" y="20507"/>
                </a:lnTo>
                <a:lnTo>
                  <a:pt x="18683" y="20507"/>
                </a:lnTo>
              </a:path>
              <a:path w="21600" h="21600">
                <a:moveTo>
                  <a:pt x="18381" y="20397"/>
                </a:moveTo>
                <a:lnTo>
                  <a:pt x="18435" y="20397"/>
                </a:lnTo>
                <a:lnTo>
                  <a:pt x="18435" y="20507"/>
                </a:lnTo>
                <a:lnTo>
                  <a:pt x="18381" y="20507"/>
                </a:lnTo>
              </a:path>
              <a:path w="21600" h="21600">
                <a:moveTo>
                  <a:pt x="17928" y="20397"/>
                </a:moveTo>
                <a:lnTo>
                  <a:pt x="17982" y="20397"/>
                </a:lnTo>
                <a:lnTo>
                  <a:pt x="17982" y="20507"/>
                </a:lnTo>
                <a:lnTo>
                  <a:pt x="17928" y="20507"/>
                </a:lnTo>
              </a:path>
              <a:path w="21600" h="21600">
                <a:moveTo>
                  <a:pt x="16418" y="20397"/>
                </a:moveTo>
                <a:lnTo>
                  <a:pt x="16472" y="20397"/>
                </a:lnTo>
                <a:lnTo>
                  <a:pt x="16472" y="20507"/>
                </a:lnTo>
                <a:lnTo>
                  <a:pt x="16418" y="20507"/>
                </a:lnTo>
              </a:path>
              <a:path w="21600" h="21600">
                <a:moveTo>
                  <a:pt x="15977" y="20397"/>
                </a:moveTo>
                <a:lnTo>
                  <a:pt x="16031" y="20397"/>
                </a:lnTo>
                <a:lnTo>
                  <a:pt x="16031" y="20507"/>
                </a:lnTo>
                <a:lnTo>
                  <a:pt x="15977" y="20507"/>
                </a:lnTo>
              </a:path>
              <a:path w="21600" h="21600">
                <a:moveTo>
                  <a:pt x="15675" y="20397"/>
                </a:moveTo>
                <a:lnTo>
                  <a:pt x="15729" y="20397"/>
                </a:lnTo>
                <a:lnTo>
                  <a:pt x="15729" y="20507"/>
                </a:lnTo>
                <a:lnTo>
                  <a:pt x="15675" y="20507"/>
                </a:lnTo>
              </a:path>
              <a:path w="21600" h="21600">
                <a:moveTo>
                  <a:pt x="15222" y="20397"/>
                </a:moveTo>
                <a:lnTo>
                  <a:pt x="15276" y="20397"/>
                </a:lnTo>
                <a:lnTo>
                  <a:pt x="15276" y="20507"/>
                </a:lnTo>
                <a:lnTo>
                  <a:pt x="15222" y="20507"/>
                </a:lnTo>
              </a:path>
              <a:path w="21600" h="21600">
                <a:moveTo>
                  <a:pt x="13713" y="20397"/>
                </a:moveTo>
                <a:lnTo>
                  <a:pt x="13766" y="20397"/>
                </a:lnTo>
                <a:lnTo>
                  <a:pt x="13766" y="20507"/>
                </a:lnTo>
                <a:lnTo>
                  <a:pt x="13713" y="20507"/>
                </a:lnTo>
              </a:path>
              <a:path w="21600" h="21600">
                <a:moveTo>
                  <a:pt x="13264" y="20397"/>
                </a:moveTo>
                <a:lnTo>
                  <a:pt x="13318" y="20397"/>
                </a:lnTo>
                <a:lnTo>
                  <a:pt x="13318" y="20507"/>
                </a:lnTo>
                <a:lnTo>
                  <a:pt x="13264" y="20507"/>
                </a:lnTo>
              </a:path>
              <a:path w="21600" h="21600">
                <a:moveTo>
                  <a:pt x="12962" y="20397"/>
                </a:moveTo>
                <a:lnTo>
                  <a:pt x="13016" y="20397"/>
                </a:lnTo>
                <a:lnTo>
                  <a:pt x="13016" y="20507"/>
                </a:lnTo>
                <a:lnTo>
                  <a:pt x="12962" y="20507"/>
                </a:lnTo>
              </a:path>
              <a:path w="21600" h="21600">
                <a:moveTo>
                  <a:pt x="12509" y="20397"/>
                </a:moveTo>
                <a:lnTo>
                  <a:pt x="12563" y="20397"/>
                </a:lnTo>
                <a:lnTo>
                  <a:pt x="12563" y="20507"/>
                </a:lnTo>
                <a:lnTo>
                  <a:pt x="12509" y="20507"/>
                </a:lnTo>
              </a:path>
              <a:path w="21600" h="21600">
                <a:moveTo>
                  <a:pt x="10999" y="20397"/>
                </a:moveTo>
                <a:lnTo>
                  <a:pt x="11053" y="20397"/>
                </a:lnTo>
                <a:lnTo>
                  <a:pt x="11053" y="20507"/>
                </a:lnTo>
                <a:lnTo>
                  <a:pt x="10999" y="20507"/>
                </a:lnTo>
              </a:path>
              <a:path w="21600" h="21600">
                <a:moveTo>
                  <a:pt x="9036" y="20397"/>
                </a:moveTo>
                <a:lnTo>
                  <a:pt x="9089" y="20397"/>
                </a:lnTo>
                <a:lnTo>
                  <a:pt x="9089" y="20507"/>
                </a:lnTo>
                <a:lnTo>
                  <a:pt x="9036" y="20507"/>
                </a:lnTo>
              </a:path>
              <a:path w="21600" h="21600">
                <a:moveTo>
                  <a:pt x="8583" y="20397"/>
                </a:moveTo>
                <a:lnTo>
                  <a:pt x="8636" y="20397"/>
                </a:lnTo>
                <a:lnTo>
                  <a:pt x="8636" y="20507"/>
                </a:lnTo>
                <a:lnTo>
                  <a:pt x="8583" y="20507"/>
                </a:lnTo>
              </a:path>
              <a:path w="21600" h="21600">
                <a:moveTo>
                  <a:pt x="8281" y="20397"/>
                </a:moveTo>
                <a:lnTo>
                  <a:pt x="8334" y="20397"/>
                </a:lnTo>
                <a:lnTo>
                  <a:pt x="8334" y="20507"/>
                </a:lnTo>
                <a:lnTo>
                  <a:pt x="8281" y="20507"/>
                </a:lnTo>
              </a:path>
              <a:path w="21600" h="21600">
                <a:moveTo>
                  <a:pt x="7832" y="20397"/>
                </a:moveTo>
                <a:lnTo>
                  <a:pt x="7886" y="20397"/>
                </a:lnTo>
                <a:lnTo>
                  <a:pt x="7886" y="20507"/>
                </a:lnTo>
                <a:lnTo>
                  <a:pt x="7832" y="20507"/>
                </a:lnTo>
              </a:path>
              <a:path w="21600" h="21600">
                <a:moveTo>
                  <a:pt x="6323" y="20397"/>
                </a:moveTo>
                <a:lnTo>
                  <a:pt x="6376" y="20397"/>
                </a:lnTo>
                <a:lnTo>
                  <a:pt x="6376" y="20507"/>
                </a:lnTo>
                <a:lnTo>
                  <a:pt x="6323" y="20507"/>
                </a:lnTo>
              </a:path>
              <a:path w="21600" h="21600">
                <a:moveTo>
                  <a:pt x="5870" y="20397"/>
                </a:moveTo>
                <a:lnTo>
                  <a:pt x="5923" y="20397"/>
                </a:lnTo>
                <a:lnTo>
                  <a:pt x="5923" y="20507"/>
                </a:lnTo>
                <a:lnTo>
                  <a:pt x="5870" y="20507"/>
                </a:lnTo>
              </a:path>
              <a:path w="21600" h="21600">
                <a:moveTo>
                  <a:pt x="5568" y="20397"/>
                </a:moveTo>
                <a:lnTo>
                  <a:pt x="5621" y="20397"/>
                </a:lnTo>
                <a:lnTo>
                  <a:pt x="5621" y="20507"/>
                </a:lnTo>
                <a:lnTo>
                  <a:pt x="5568" y="20507"/>
                </a:lnTo>
              </a:path>
              <a:path w="21600" h="21600">
                <a:moveTo>
                  <a:pt x="5127" y="20397"/>
                </a:moveTo>
                <a:lnTo>
                  <a:pt x="5181" y="20397"/>
                </a:lnTo>
                <a:lnTo>
                  <a:pt x="5181" y="20507"/>
                </a:lnTo>
                <a:lnTo>
                  <a:pt x="5127" y="20507"/>
                </a:lnTo>
              </a:path>
              <a:path w="21600" h="21600">
                <a:moveTo>
                  <a:pt x="2414" y="20397"/>
                </a:moveTo>
                <a:lnTo>
                  <a:pt x="2467" y="20397"/>
                </a:lnTo>
                <a:lnTo>
                  <a:pt x="2467" y="20507"/>
                </a:lnTo>
                <a:lnTo>
                  <a:pt x="2414" y="20507"/>
                </a:lnTo>
              </a:path>
              <a:path w="21600" h="21600">
                <a:moveTo>
                  <a:pt x="904" y="20397"/>
                </a:moveTo>
                <a:lnTo>
                  <a:pt x="958" y="20397"/>
                </a:lnTo>
                <a:lnTo>
                  <a:pt x="958" y="20507"/>
                </a:lnTo>
                <a:lnTo>
                  <a:pt x="904" y="20507"/>
                </a:lnTo>
              </a:path>
              <a:path w="21600" h="21600">
                <a:moveTo>
                  <a:pt x="451" y="20397"/>
                </a:moveTo>
                <a:lnTo>
                  <a:pt x="505" y="20397"/>
                </a:lnTo>
                <a:lnTo>
                  <a:pt x="505" y="20507"/>
                </a:lnTo>
                <a:lnTo>
                  <a:pt x="451" y="20507"/>
                </a:lnTo>
              </a:path>
              <a:path w="21600" h="21600">
                <a:moveTo>
                  <a:pt x="149" y="20397"/>
                </a:moveTo>
                <a:lnTo>
                  <a:pt x="203" y="20397"/>
                </a:lnTo>
                <a:lnTo>
                  <a:pt x="203" y="20507"/>
                </a:lnTo>
                <a:lnTo>
                  <a:pt x="149" y="20507"/>
                </a:lnTo>
              </a:path>
              <a:path w="21600" h="21600">
                <a:moveTo>
                  <a:pt x="19584" y="20397"/>
                </a:moveTo>
                <a:lnTo>
                  <a:pt x="19639" y="20397"/>
                </a:lnTo>
                <a:lnTo>
                  <a:pt x="19639" y="20510"/>
                </a:lnTo>
                <a:lnTo>
                  <a:pt x="19584" y="20510"/>
                </a:lnTo>
              </a:path>
              <a:path w="21600" h="21600">
                <a:moveTo>
                  <a:pt x="16870" y="20397"/>
                </a:moveTo>
                <a:lnTo>
                  <a:pt x="16926" y="20397"/>
                </a:lnTo>
                <a:lnTo>
                  <a:pt x="16926" y="20510"/>
                </a:lnTo>
                <a:lnTo>
                  <a:pt x="16870" y="20510"/>
                </a:lnTo>
              </a:path>
              <a:path w="21600" h="21600">
                <a:moveTo>
                  <a:pt x="7379" y="20397"/>
                </a:moveTo>
                <a:lnTo>
                  <a:pt x="7434" y="20397"/>
                </a:lnTo>
                <a:lnTo>
                  <a:pt x="7434" y="20510"/>
                </a:lnTo>
                <a:lnTo>
                  <a:pt x="7379" y="20510"/>
                </a:lnTo>
              </a:path>
              <a:path w="21600" h="21600">
                <a:moveTo>
                  <a:pt x="4673" y="20397"/>
                </a:moveTo>
                <a:lnTo>
                  <a:pt x="4728" y="20397"/>
                </a:lnTo>
                <a:lnTo>
                  <a:pt x="4728" y="20510"/>
                </a:lnTo>
                <a:lnTo>
                  <a:pt x="4673" y="20510"/>
                </a:lnTo>
              </a:path>
              <a:path w="21600" h="21600">
                <a:moveTo>
                  <a:pt x="1960" y="20397"/>
                </a:moveTo>
                <a:lnTo>
                  <a:pt x="2015" y="20397"/>
                </a:lnTo>
                <a:lnTo>
                  <a:pt x="2015" y="20510"/>
                </a:lnTo>
                <a:lnTo>
                  <a:pt x="1960" y="20510"/>
                </a:lnTo>
              </a:path>
              <a:path w="21600" h="21600">
                <a:moveTo>
                  <a:pt x="2860" y="20388"/>
                </a:moveTo>
                <a:lnTo>
                  <a:pt x="2918" y="20388"/>
                </a:lnTo>
                <a:lnTo>
                  <a:pt x="2918" y="20509"/>
                </a:lnTo>
                <a:lnTo>
                  <a:pt x="2860" y="20509"/>
                </a:lnTo>
              </a:path>
              <a:path w="21600" h="21600">
                <a:moveTo>
                  <a:pt x="17179" y="20385"/>
                </a:moveTo>
                <a:lnTo>
                  <a:pt x="17221" y="20385"/>
                </a:lnTo>
                <a:lnTo>
                  <a:pt x="17221" y="20470"/>
                </a:lnTo>
                <a:lnTo>
                  <a:pt x="17179" y="20470"/>
                </a:lnTo>
              </a:path>
              <a:path w="21600" h="21600">
                <a:moveTo>
                  <a:pt x="13407" y="20382"/>
                </a:moveTo>
                <a:lnTo>
                  <a:pt x="13468" y="20382"/>
                </a:lnTo>
                <a:lnTo>
                  <a:pt x="13468" y="20507"/>
                </a:lnTo>
                <a:lnTo>
                  <a:pt x="13407" y="20507"/>
                </a:lnTo>
              </a:path>
              <a:path w="21600" h="21600">
                <a:moveTo>
                  <a:pt x="8131" y="20382"/>
                </a:moveTo>
                <a:lnTo>
                  <a:pt x="8192" y="20382"/>
                </a:lnTo>
                <a:lnTo>
                  <a:pt x="8192" y="20507"/>
                </a:lnTo>
                <a:lnTo>
                  <a:pt x="8131" y="20507"/>
                </a:lnTo>
              </a:path>
              <a:path w="21600" h="21600">
                <a:moveTo>
                  <a:pt x="17628" y="20362"/>
                </a:moveTo>
                <a:lnTo>
                  <a:pt x="17678" y="20362"/>
                </a:lnTo>
                <a:lnTo>
                  <a:pt x="17678" y="20465"/>
                </a:lnTo>
                <a:lnTo>
                  <a:pt x="17628" y="20465"/>
                </a:lnTo>
              </a:path>
              <a:path w="21600" h="21600">
                <a:moveTo>
                  <a:pt x="14922" y="20362"/>
                </a:moveTo>
                <a:lnTo>
                  <a:pt x="14972" y="20362"/>
                </a:lnTo>
                <a:lnTo>
                  <a:pt x="14972" y="20465"/>
                </a:lnTo>
                <a:lnTo>
                  <a:pt x="14922" y="20465"/>
                </a:lnTo>
              </a:path>
              <a:path w="21600" h="21600">
                <a:moveTo>
                  <a:pt x="12209" y="20362"/>
                </a:moveTo>
                <a:lnTo>
                  <a:pt x="12259" y="20362"/>
                </a:lnTo>
                <a:lnTo>
                  <a:pt x="12259" y="20465"/>
                </a:lnTo>
                <a:lnTo>
                  <a:pt x="12209" y="20465"/>
                </a:lnTo>
              </a:path>
              <a:path w="21600" h="21600">
                <a:moveTo>
                  <a:pt x="9340" y="20362"/>
                </a:moveTo>
                <a:lnTo>
                  <a:pt x="9390" y="20362"/>
                </a:lnTo>
                <a:lnTo>
                  <a:pt x="9390" y="20465"/>
                </a:lnTo>
                <a:lnTo>
                  <a:pt x="9340" y="20465"/>
                </a:lnTo>
              </a:path>
              <a:path w="21600" h="21600">
                <a:moveTo>
                  <a:pt x="3921" y="20362"/>
                </a:moveTo>
                <a:lnTo>
                  <a:pt x="3971" y="20362"/>
                </a:lnTo>
                <a:lnTo>
                  <a:pt x="3971" y="20465"/>
                </a:lnTo>
                <a:lnTo>
                  <a:pt x="3921" y="20465"/>
                </a:lnTo>
              </a:path>
              <a:path w="21600" h="21600">
                <a:moveTo>
                  <a:pt x="1208" y="20362"/>
                </a:moveTo>
                <a:lnTo>
                  <a:pt x="1258" y="20362"/>
                </a:lnTo>
                <a:lnTo>
                  <a:pt x="1258" y="20465"/>
                </a:lnTo>
                <a:lnTo>
                  <a:pt x="1208" y="20465"/>
                </a:lnTo>
              </a:path>
              <a:path w="21600" h="21600">
                <a:moveTo>
                  <a:pt x="20946" y="20359"/>
                </a:moveTo>
                <a:lnTo>
                  <a:pt x="20994" y="20359"/>
                </a:lnTo>
                <a:lnTo>
                  <a:pt x="20994" y="20458"/>
                </a:lnTo>
                <a:lnTo>
                  <a:pt x="20946" y="20458"/>
                </a:lnTo>
              </a:path>
              <a:path w="21600" h="21600">
                <a:moveTo>
                  <a:pt x="18233" y="20359"/>
                </a:moveTo>
                <a:lnTo>
                  <a:pt x="18281" y="20359"/>
                </a:lnTo>
                <a:lnTo>
                  <a:pt x="18281" y="20458"/>
                </a:lnTo>
                <a:lnTo>
                  <a:pt x="18233" y="20458"/>
                </a:lnTo>
              </a:path>
              <a:path w="21600" h="21600">
                <a:moveTo>
                  <a:pt x="15527" y="20359"/>
                </a:moveTo>
                <a:lnTo>
                  <a:pt x="15575" y="20359"/>
                </a:lnTo>
                <a:lnTo>
                  <a:pt x="15575" y="20458"/>
                </a:lnTo>
                <a:lnTo>
                  <a:pt x="15527" y="20458"/>
                </a:lnTo>
              </a:path>
              <a:path w="21600" h="21600">
                <a:moveTo>
                  <a:pt x="12814" y="20359"/>
                </a:moveTo>
                <a:lnTo>
                  <a:pt x="12862" y="20359"/>
                </a:lnTo>
                <a:lnTo>
                  <a:pt x="12862" y="20458"/>
                </a:lnTo>
                <a:lnTo>
                  <a:pt x="12814" y="20458"/>
                </a:lnTo>
              </a:path>
              <a:path w="21600" h="21600">
                <a:moveTo>
                  <a:pt x="6023" y="20359"/>
                </a:moveTo>
                <a:lnTo>
                  <a:pt x="6072" y="20359"/>
                </a:lnTo>
                <a:lnTo>
                  <a:pt x="6072" y="20458"/>
                </a:lnTo>
                <a:lnTo>
                  <a:pt x="6023" y="20458"/>
                </a:lnTo>
              </a:path>
              <a:path w="21600" h="21600">
                <a:moveTo>
                  <a:pt x="3318" y="20359"/>
                </a:moveTo>
                <a:lnTo>
                  <a:pt x="3366" y="20359"/>
                </a:lnTo>
                <a:lnTo>
                  <a:pt x="3366" y="20458"/>
                </a:lnTo>
                <a:lnTo>
                  <a:pt x="3318" y="20458"/>
                </a:lnTo>
              </a:path>
              <a:path w="21600" h="21600">
                <a:moveTo>
                  <a:pt x="605" y="20359"/>
                </a:moveTo>
                <a:lnTo>
                  <a:pt x="653" y="20359"/>
                </a:lnTo>
                <a:lnTo>
                  <a:pt x="653" y="20458"/>
                </a:lnTo>
                <a:lnTo>
                  <a:pt x="605" y="20458"/>
                </a:lnTo>
              </a:path>
              <a:path w="21600" h="21600">
                <a:moveTo>
                  <a:pt x="17775" y="20359"/>
                </a:moveTo>
                <a:lnTo>
                  <a:pt x="17833" y="20359"/>
                </a:lnTo>
                <a:lnTo>
                  <a:pt x="17833" y="20479"/>
                </a:lnTo>
                <a:lnTo>
                  <a:pt x="17775" y="20479"/>
                </a:lnTo>
              </a:path>
              <a:path w="21600" h="21600">
                <a:moveTo>
                  <a:pt x="3766" y="20359"/>
                </a:moveTo>
                <a:lnTo>
                  <a:pt x="3824" y="20359"/>
                </a:lnTo>
                <a:lnTo>
                  <a:pt x="3824" y="20479"/>
                </a:lnTo>
                <a:lnTo>
                  <a:pt x="3766" y="20479"/>
                </a:lnTo>
              </a:path>
              <a:path w="21600" h="21600">
                <a:moveTo>
                  <a:pt x="1363" y="20358"/>
                </a:moveTo>
                <a:lnTo>
                  <a:pt x="1404" y="20358"/>
                </a:lnTo>
                <a:lnTo>
                  <a:pt x="1404" y="20442"/>
                </a:lnTo>
                <a:lnTo>
                  <a:pt x="1363" y="20442"/>
                </a:lnTo>
              </a:path>
              <a:path w="21600" h="21600">
                <a:moveTo>
                  <a:pt x="20039" y="20355"/>
                </a:moveTo>
                <a:lnTo>
                  <a:pt x="20089" y="20355"/>
                </a:lnTo>
                <a:lnTo>
                  <a:pt x="20089" y="20457"/>
                </a:lnTo>
                <a:lnTo>
                  <a:pt x="20039" y="20457"/>
                </a:lnTo>
              </a:path>
              <a:path w="21600" h="21600">
                <a:moveTo>
                  <a:pt x="17326" y="20355"/>
                </a:moveTo>
                <a:lnTo>
                  <a:pt x="17376" y="20355"/>
                </a:lnTo>
                <a:lnTo>
                  <a:pt x="17376" y="20457"/>
                </a:lnTo>
                <a:lnTo>
                  <a:pt x="17326" y="20457"/>
                </a:lnTo>
              </a:path>
              <a:path w="21600" h="21600">
                <a:moveTo>
                  <a:pt x="11907" y="20355"/>
                </a:moveTo>
                <a:lnTo>
                  <a:pt x="11957" y="20355"/>
                </a:lnTo>
                <a:lnTo>
                  <a:pt x="11957" y="20457"/>
                </a:lnTo>
                <a:lnTo>
                  <a:pt x="11907" y="20457"/>
                </a:lnTo>
              </a:path>
              <a:path w="21600" h="21600">
                <a:moveTo>
                  <a:pt x="9642" y="20355"/>
                </a:moveTo>
                <a:lnTo>
                  <a:pt x="9692" y="20355"/>
                </a:lnTo>
                <a:lnTo>
                  <a:pt x="9692" y="20457"/>
                </a:lnTo>
                <a:lnTo>
                  <a:pt x="9642" y="20457"/>
                </a:lnTo>
              </a:path>
              <a:path w="21600" h="21600">
                <a:moveTo>
                  <a:pt x="6928" y="20355"/>
                </a:moveTo>
                <a:lnTo>
                  <a:pt x="6978" y="20355"/>
                </a:lnTo>
                <a:lnTo>
                  <a:pt x="6978" y="20457"/>
                </a:lnTo>
                <a:lnTo>
                  <a:pt x="6928" y="20457"/>
                </a:lnTo>
              </a:path>
              <a:path w="21600" h="21600">
                <a:moveTo>
                  <a:pt x="4223" y="20355"/>
                </a:moveTo>
                <a:lnTo>
                  <a:pt x="4273" y="20355"/>
                </a:lnTo>
                <a:lnTo>
                  <a:pt x="4273" y="20457"/>
                </a:lnTo>
                <a:lnTo>
                  <a:pt x="4223" y="20457"/>
                </a:lnTo>
              </a:path>
              <a:path w="21600" h="21600">
                <a:moveTo>
                  <a:pt x="1510" y="20355"/>
                </a:moveTo>
                <a:lnTo>
                  <a:pt x="1560" y="20355"/>
                </a:lnTo>
                <a:lnTo>
                  <a:pt x="1560" y="20457"/>
                </a:lnTo>
                <a:lnTo>
                  <a:pt x="1510" y="20457"/>
                </a:lnTo>
              </a:path>
              <a:path w="21600" h="21600">
                <a:moveTo>
                  <a:pt x="15378" y="20353"/>
                </a:moveTo>
                <a:lnTo>
                  <a:pt x="15423" y="20353"/>
                </a:lnTo>
                <a:lnTo>
                  <a:pt x="15423" y="20445"/>
                </a:lnTo>
                <a:lnTo>
                  <a:pt x="15378" y="20445"/>
                </a:lnTo>
              </a:path>
              <a:path w="21600" h="21600">
                <a:moveTo>
                  <a:pt x="12661" y="20348"/>
                </a:moveTo>
                <a:lnTo>
                  <a:pt x="12713" y="20348"/>
                </a:lnTo>
                <a:lnTo>
                  <a:pt x="12713" y="20454"/>
                </a:lnTo>
                <a:lnTo>
                  <a:pt x="12661" y="20454"/>
                </a:lnTo>
              </a:path>
              <a:path w="21600" h="21600">
                <a:moveTo>
                  <a:pt x="8886" y="20348"/>
                </a:moveTo>
                <a:lnTo>
                  <a:pt x="8938" y="20348"/>
                </a:lnTo>
                <a:lnTo>
                  <a:pt x="8938" y="20454"/>
                </a:lnTo>
                <a:lnTo>
                  <a:pt x="8886" y="20454"/>
                </a:lnTo>
              </a:path>
              <a:path w="21600" h="21600">
                <a:moveTo>
                  <a:pt x="3467" y="20348"/>
                </a:moveTo>
                <a:lnTo>
                  <a:pt x="3519" y="20348"/>
                </a:lnTo>
                <a:lnTo>
                  <a:pt x="3519" y="20454"/>
                </a:lnTo>
                <a:lnTo>
                  <a:pt x="3467" y="20454"/>
                </a:lnTo>
              </a:path>
              <a:path w="21600" h="21600">
                <a:moveTo>
                  <a:pt x="8745" y="20339"/>
                </a:moveTo>
                <a:lnTo>
                  <a:pt x="8776" y="20339"/>
                </a:lnTo>
                <a:lnTo>
                  <a:pt x="8776" y="20402"/>
                </a:lnTo>
                <a:lnTo>
                  <a:pt x="8745" y="20402"/>
                </a:lnTo>
              </a:path>
              <a:path w="21600" h="21600">
                <a:moveTo>
                  <a:pt x="21545" y="20330"/>
                </a:moveTo>
                <a:lnTo>
                  <a:pt x="21595" y="20330"/>
                </a:lnTo>
                <a:lnTo>
                  <a:pt x="21595" y="20433"/>
                </a:lnTo>
                <a:lnTo>
                  <a:pt x="21545" y="20433"/>
                </a:lnTo>
              </a:path>
              <a:path w="21600" h="21600">
                <a:moveTo>
                  <a:pt x="4" y="20330"/>
                </a:moveTo>
                <a:lnTo>
                  <a:pt x="54" y="20330"/>
                </a:lnTo>
                <a:lnTo>
                  <a:pt x="54" y="20433"/>
                </a:lnTo>
                <a:lnTo>
                  <a:pt x="4" y="20433"/>
                </a:lnTo>
              </a:path>
              <a:path w="21600" h="21600">
                <a:moveTo>
                  <a:pt x="5722" y="20329"/>
                </a:moveTo>
                <a:lnTo>
                  <a:pt x="5769" y="20329"/>
                </a:lnTo>
                <a:lnTo>
                  <a:pt x="5769" y="20425"/>
                </a:lnTo>
                <a:lnTo>
                  <a:pt x="5722" y="20425"/>
                </a:lnTo>
              </a:path>
              <a:path w="21600" h="21600">
                <a:moveTo>
                  <a:pt x="10550" y="20325"/>
                </a:moveTo>
                <a:lnTo>
                  <a:pt x="10595" y="20325"/>
                </a:lnTo>
                <a:lnTo>
                  <a:pt x="10595" y="20417"/>
                </a:lnTo>
                <a:lnTo>
                  <a:pt x="10550" y="20417"/>
                </a:lnTo>
              </a:path>
              <a:path w="21600" h="21600">
                <a:moveTo>
                  <a:pt x="21402" y="20321"/>
                </a:moveTo>
                <a:lnTo>
                  <a:pt x="21445" y="20321"/>
                </a:lnTo>
                <a:lnTo>
                  <a:pt x="21445" y="20409"/>
                </a:lnTo>
                <a:lnTo>
                  <a:pt x="21402" y="20409"/>
                </a:lnTo>
              </a:path>
              <a:path w="21600" h="21600">
                <a:moveTo>
                  <a:pt x="6633" y="20316"/>
                </a:moveTo>
                <a:lnTo>
                  <a:pt x="6670" y="20316"/>
                </a:lnTo>
                <a:lnTo>
                  <a:pt x="6670" y="20394"/>
                </a:lnTo>
                <a:lnTo>
                  <a:pt x="6633" y="20394"/>
                </a:lnTo>
              </a:path>
              <a:path w="21600" h="21600">
                <a:moveTo>
                  <a:pt x="11156" y="20308"/>
                </a:moveTo>
                <a:lnTo>
                  <a:pt x="11198" y="20308"/>
                </a:lnTo>
                <a:lnTo>
                  <a:pt x="11198" y="20393"/>
                </a:lnTo>
                <a:lnTo>
                  <a:pt x="11156" y="20393"/>
                </a:lnTo>
              </a:path>
              <a:path w="21600" h="21600">
                <a:moveTo>
                  <a:pt x="20189" y="20307"/>
                </a:moveTo>
                <a:lnTo>
                  <a:pt x="20242" y="20307"/>
                </a:lnTo>
                <a:lnTo>
                  <a:pt x="20242" y="20417"/>
                </a:lnTo>
                <a:lnTo>
                  <a:pt x="20189" y="20417"/>
                </a:lnTo>
              </a:path>
              <a:path w="21600" h="21600">
                <a:moveTo>
                  <a:pt x="14769" y="20307"/>
                </a:moveTo>
                <a:lnTo>
                  <a:pt x="14823" y="20307"/>
                </a:lnTo>
                <a:lnTo>
                  <a:pt x="14823" y="20417"/>
                </a:lnTo>
                <a:lnTo>
                  <a:pt x="14769" y="20417"/>
                </a:lnTo>
              </a:path>
              <a:path w="21600" h="21600">
                <a:moveTo>
                  <a:pt x="9489" y="20307"/>
                </a:moveTo>
                <a:lnTo>
                  <a:pt x="9542" y="20307"/>
                </a:lnTo>
                <a:lnTo>
                  <a:pt x="9542" y="20417"/>
                </a:lnTo>
                <a:lnTo>
                  <a:pt x="9489" y="20417"/>
                </a:lnTo>
              </a:path>
              <a:path w="21600" h="21600">
                <a:moveTo>
                  <a:pt x="6776" y="20307"/>
                </a:moveTo>
                <a:lnTo>
                  <a:pt x="6829" y="20307"/>
                </a:lnTo>
                <a:lnTo>
                  <a:pt x="6829" y="20417"/>
                </a:lnTo>
                <a:lnTo>
                  <a:pt x="6776" y="20417"/>
                </a:lnTo>
              </a:path>
              <a:path w="21600" h="21600">
                <a:moveTo>
                  <a:pt x="4070" y="20307"/>
                </a:moveTo>
                <a:lnTo>
                  <a:pt x="4124" y="20307"/>
                </a:lnTo>
                <a:lnTo>
                  <a:pt x="4124" y="20417"/>
                </a:lnTo>
                <a:lnTo>
                  <a:pt x="4070" y="20417"/>
                </a:lnTo>
              </a:path>
              <a:path w="21600" h="21600">
                <a:moveTo>
                  <a:pt x="16568" y="20303"/>
                </a:moveTo>
                <a:lnTo>
                  <a:pt x="16625" y="20303"/>
                </a:lnTo>
                <a:lnTo>
                  <a:pt x="16625" y="20420"/>
                </a:lnTo>
                <a:lnTo>
                  <a:pt x="16568" y="20420"/>
                </a:lnTo>
              </a:path>
              <a:path w="21600" h="21600">
                <a:moveTo>
                  <a:pt x="4974" y="20303"/>
                </a:moveTo>
                <a:lnTo>
                  <a:pt x="5031" y="20303"/>
                </a:lnTo>
                <a:lnTo>
                  <a:pt x="5031" y="20420"/>
                </a:lnTo>
                <a:lnTo>
                  <a:pt x="4974" y="20420"/>
                </a:lnTo>
              </a:path>
              <a:path w="21600" h="21600">
                <a:moveTo>
                  <a:pt x="17489" y="20296"/>
                </a:moveTo>
                <a:lnTo>
                  <a:pt x="17515" y="20296"/>
                </a:lnTo>
                <a:lnTo>
                  <a:pt x="17515" y="20349"/>
                </a:lnTo>
                <a:lnTo>
                  <a:pt x="17489" y="20349"/>
                </a:lnTo>
              </a:path>
              <a:path w="21600" h="21600">
                <a:moveTo>
                  <a:pt x="19741" y="20290"/>
                </a:moveTo>
                <a:lnTo>
                  <a:pt x="19784" y="20290"/>
                </a:lnTo>
                <a:lnTo>
                  <a:pt x="19784" y="20379"/>
                </a:lnTo>
                <a:lnTo>
                  <a:pt x="19741" y="20379"/>
                </a:lnTo>
              </a:path>
              <a:path w="21600" h="21600">
                <a:moveTo>
                  <a:pt x="18986" y="20290"/>
                </a:moveTo>
                <a:lnTo>
                  <a:pt x="19029" y="20290"/>
                </a:lnTo>
                <a:lnTo>
                  <a:pt x="19029" y="20379"/>
                </a:lnTo>
                <a:lnTo>
                  <a:pt x="18986" y="20379"/>
                </a:lnTo>
              </a:path>
              <a:path w="21600" h="21600">
                <a:moveTo>
                  <a:pt x="14322" y="20290"/>
                </a:moveTo>
                <a:lnTo>
                  <a:pt x="14365" y="20290"/>
                </a:lnTo>
                <a:lnTo>
                  <a:pt x="14365" y="20379"/>
                </a:lnTo>
                <a:lnTo>
                  <a:pt x="14322" y="20379"/>
                </a:lnTo>
              </a:path>
              <a:path w="21600" h="21600">
                <a:moveTo>
                  <a:pt x="13567" y="20290"/>
                </a:moveTo>
                <a:lnTo>
                  <a:pt x="13610" y="20290"/>
                </a:lnTo>
                <a:lnTo>
                  <a:pt x="13610" y="20379"/>
                </a:lnTo>
                <a:lnTo>
                  <a:pt x="13567" y="20379"/>
                </a:lnTo>
              </a:path>
              <a:path w="21600" h="21600">
                <a:moveTo>
                  <a:pt x="1815" y="20290"/>
                </a:moveTo>
                <a:lnTo>
                  <a:pt x="1858" y="20290"/>
                </a:lnTo>
                <a:lnTo>
                  <a:pt x="1858" y="20379"/>
                </a:lnTo>
                <a:lnTo>
                  <a:pt x="1815" y="20379"/>
                </a:lnTo>
              </a:path>
              <a:path w="21600" h="21600">
                <a:moveTo>
                  <a:pt x="16269" y="20288"/>
                </a:moveTo>
                <a:lnTo>
                  <a:pt x="16319" y="20288"/>
                </a:lnTo>
                <a:lnTo>
                  <a:pt x="16319" y="20390"/>
                </a:lnTo>
                <a:lnTo>
                  <a:pt x="16269" y="20390"/>
                </a:lnTo>
              </a:path>
              <a:path w="21600" h="21600">
                <a:moveTo>
                  <a:pt x="5280" y="20288"/>
                </a:moveTo>
                <a:lnTo>
                  <a:pt x="5330" y="20288"/>
                </a:lnTo>
                <a:lnTo>
                  <a:pt x="5330" y="20390"/>
                </a:lnTo>
                <a:lnTo>
                  <a:pt x="5280" y="20390"/>
                </a:lnTo>
              </a:path>
              <a:path w="21600" h="21600">
                <a:moveTo>
                  <a:pt x="17024" y="20280"/>
                </a:moveTo>
                <a:lnTo>
                  <a:pt x="17074" y="20280"/>
                </a:lnTo>
                <a:lnTo>
                  <a:pt x="17074" y="20383"/>
                </a:lnTo>
                <a:lnTo>
                  <a:pt x="17024" y="20383"/>
                </a:lnTo>
              </a:path>
              <a:path w="21600" h="21600">
                <a:moveTo>
                  <a:pt x="11605" y="20280"/>
                </a:moveTo>
                <a:lnTo>
                  <a:pt x="11655" y="20280"/>
                </a:lnTo>
                <a:lnTo>
                  <a:pt x="11655" y="20383"/>
                </a:lnTo>
                <a:lnTo>
                  <a:pt x="11605" y="20383"/>
                </a:lnTo>
              </a:path>
              <a:path w="21600" h="21600">
                <a:moveTo>
                  <a:pt x="9944" y="20280"/>
                </a:moveTo>
                <a:lnTo>
                  <a:pt x="9994" y="20280"/>
                </a:lnTo>
                <a:lnTo>
                  <a:pt x="9994" y="20383"/>
                </a:lnTo>
                <a:lnTo>
                  <a:pt x="9944" y="20383"/>
                </a:lnTo>
              </a:path>
              <a:path w="21600" h="21600">
                <a:moveTo>
                  <a:pt x="4525" y="20280"/>
                </a:moveTo>
                <a:lnTo>
                  <a:pt x="4575" y="20280"/>
                </a:lnTo>
                <a:lnTo>
                  <a:pt x="4575" y="20383"/>
                </a:lnTo>
                <a:lnTo>
                  <a:pt x="4525" y="20383"/>
                </a:lnTo>
              </a:path>
              <a:path w="21600" h="21600">
                <a:moveTo>
                  <a:pt x="21100" y="20279"/>
                </a:moveTo>
                <a:lnTo>
                  <a:pt x="21143" y="20279"/>
                </a:lnTo>
                <a:lnTo>
                  <a:pt x="21143" y="20367"/>
                </a:lnTo>
                <a:lnTo>
                  <a:pt x="21100" y="20367"/>
                </a:lnTo>
              </a:path>
              <a:path w="21600" h="21600">
                <a:moveTo>
                  <a:pt x="10398" y="20279"/>
                </a:moveTo>
                <a:lnTo>
                  <a:pt x="10445" y="20279"/>
                </a:lnTo>
                <a:lnTo>
                  <a:pt x="10445" y="20375"/>
                </a:lnTo>
                <a:lnTo>
                  <a:pt x="10398" y="20375"/>
                </a:lnTo>
              </a:path>
              <a:path w="21600" h="21600">
                <a:moveTo>
                  <a:pt x="3622" y="20279"/>
                </a:moveTo>
                <a:lnTo>
                  <a:pt x="3665" y="20279"/>
                </a:lnTo>
                <a:lnTo>
                  <a:pt x="3665" y="20367"/>
                </a:lnTo>
                <a:lnTo>
                  <a:pt x="3622" y="20367"/>
                </a:lnTo>
              </a:path>
              <a:path w="21600" h="21600">
                <a:moveTo>
                  <a:pt x="20490" y="20268"/>
                </a:moveTo>
                <a:lnTo>
                  <a:pt x="20545" y="20268"/>
                </a:lnTo>
                <a:lnTo>
                  <a:pt x="20545" y="20382"/>
                </a:lnTo>
                <a:lnTo>
                  <a:pt x="20490" y="20382"/>
                </a:lnTo>
              </a:path>
              <a:path w="21600" h="21600">
                <a:moveTo>
                  <a:pt x="15071" y="20268"/>
                </a:moveTo>
                <a:lnTo>
                  <a:pt x="15126" y="20268"/>
                </a:lnTo>
                <a:lnTo>
                  <a:pt x="15126" y="20382"/>
                </a:lnTo>
                <a:lnTo>
                  <a:pt x="15071" y="20382"/>
                </a:lnTo>
              </a:path>
              <a:path w="21600" h="21600">
                <a:moveTo>
                  <a:pt x="6473" y="20268"/>
                </a:moveTo>
                <a:lnTo>
                  <a:pt x="6528" y="20268"/>
                </a:lnTo>
                <a:lnTo>
                  <a:pt x="6528" y="20382"/>
                </a:lnTo>
                <a:lnTo>
                  <a:pt x="6473" y="20382"/>
                </a:lnTo>
              </a:path>
              <a:path w="21600" h="21600">
                <a:moveTo>
                  <a:pt x="10847" y="20264"/>
                </a:moveTo>
                <a:lnTo>
                  <a:pt x="10903" y="20264"/>
                </a:lnTo>
                <a:lnTo>
                  <a:pt x="10903" y="20377"/>
                </a:lnTo>
                <a:lnTo>
                  <a:pt x="10847" y="20377"/>
                </a:lnTo>
              </a:path>
              <a:path w="21600" h="21600">
                <a:moveTo>
                  <a:pt x="14172" y="20263"/>
                </a:moveTo>
                <a:lnTo>
                  <a:pt x="14213" y="20263"/>
                </a:lnTo>
                <a:lnTo>
                  <a:pt x="14213" y="20348"/>
                </a:lnTo>
                <a:lnTo>
                  <a:pt x="14172" y="20348"/>
                </a:lnTo>
              </a:path>
              <a:path w="21600" h="21600">
                <a:moveTo>
                  <a:pt x="7999" y="20257"/>
                </a:moveTo>
                <a:lnTo>
                  <a:pt x="8021" y="20257"/>
                </a:lnTo>
                <a:lnTo>
                  <a:pt x="8021" y="20302"/>
                </a:lnTo>
                <a:lnTo>
                  <a:pt x="7999" y="20302"/>
                </a:lnTo>
              </a:path>
              <a:path w="21600" h="21600">
                <a:moveTo>
                  <a:pt x="19441" y="20245"/>
                </a:moveTo>
                <a:lnTo>
                  <a:pt x="19479" y="20245"/>
                </a:lnTo>
                <a:lnTo>
                  <a:pt x="19479" y="20322"/>
                </a:lnTo>
                <a:lnTo>
                  <a:pt x="19441" y="20322"/>
                </a:lnTo>
              </a:path>
              <a:path w="21600" h="21600">
                <a:moveTo>
                  <a:pt x="18086" y="20238"/>
                </a:moveTo>
                <a:lnTo>
                  <a:pt x="18126" y="20238"/>
                </a:lnTo>
                <a:lnTo>
                  <a:pt x="18126" y="20319"/>
                </a:lnTo>
                <a:lnTo>
                  <a:pt x="18086" y="20319"/>
                </a:lnTo>
              </a:path>
              <a:path w="21600" h="21600">
                <a:moveTo>
                  <a:pt x="16722" y="20222"/>
                </a:moveTo>
                <a:lnTo>
                  <a:pt x="16772" y="20222"/>
                </a:lnTo>
                <a:lnTo>
                  <a:pt x="16772" y="20325"/>
                </a:lnTo>
                <a:lnTo>
                  <a:pt x="16722" y="20325"/>
                </a:lnTo>
              </a:path>
              <a:path w="21600" h="21600">
                <a:moveTo>
                  <a:pt x="14016" y="20222"/>
                </a:moveTo>
                <a:lnTo>
                  <a:pt x="14066" y="20222"/>
                </a:lnTo>
                <a:lnTo>
                  <a:pt x="14066" y="20325"/>
                </a:lnTo>
                <a:lnTo>
                  <a:pt x="14016" y="20325"/>
                </a:lnTo>
              </a:path>
              <a:path w="21600" h="21600">
                <a:moveTo>
                  <a:pt x="11303" y="20222"/>
                </a:moveTo>
                <a:lnTo>
                  <a:pt x="11353" y="20222"/>
                </a:lnTo>
                <a:lnTo>
                  <a:pt x="11353" y="20325"/>
                </a:lnTo>
                <a:lnTo>
                  <a:pt x="11303" y="20325"/>
                </a:lnTo>
              </a:path>
              <a:path w="21600" h="21600">
                <a:moveTo>
                  <a:pt x="10245" y="20222"/>
                </a:moveTo>
                <a:lnTo>
                  <a:pt x="10296" y="20222"/>
                </a:lnTo>
                <a:lnTo>
                  <a:pt x="10296" y="20325"/>
                </a:lnTo>
                <a:lnTo>
                  <a:pt x="10245" y="20325"/>
                </a:lnTo>
              </a:path>
              <a:path w="21600" h="21600">
                <a:moveTo>
                  <a:pt x="7532" y="20222"/>
                </a:moveTo>
                <a:lnTo>
                  <a:pt x="7582" y="20222"/>
                </a:lnTo>
                <a:lnTo>
                  <a:pt x="7582" y="20325"/>
                </a:lnTo>
                <a:lnTo>
                  <a:pt x="7532" y="20325"/>
                </a:lnTo>
              </a:path>
              <a:path w="21600" h="21600">
                <a:moveTo>
                  <a:pt x="4827" y="20222"/>
                </a:moveTo>
                <a:lnTo>
                  <a:pt x="4877" y="20222"/>
                </a:lnTo>
                <a:lnTo>
                  <a:pt x="4877" y="20325"/>
                </a:lnTo>
                <a:lnTo>
                  <a:pt x="4827" y="20325"/>
                </a:lnTo>
              </a:path>
              <a:path w="21600" h="21600">
                <a:moveTo>
                  <a:pt x="2114" y="20222"/>
                </a:moveTo>
                <a:lnTo>
                  <a:pt x="2164" y="20222"/>
                </a:lnTo>
                <a:lnTo>
                  <a:pt x="2164" y="20325"/>
                </a:lnTo>
                <a:lnTo>
                  <a:pt x="2114" y="20325"/>
                </a:lnTo>
              </a:path>
              <a:path w="21600" h="21600">
                <a:moveTo>
                  <a:pt x="20348" y="20219"/>
                </a:moveTo>
                <a:lnTo>
                  <a:pt x="20384" y="20219"/>
                </a:lnTo>
                <a:lnTo>
                  <a:pt x="20384" y="20293"/>
                </a:lnTo>
                <a:lnTo>
                  <a:pt x="20348" y="20293"/>
                </a:lnTo>
              </a:path>
              <a:path w="21600" h="21600">
                <a:moveTo>
                  <a:pt x="19283" y="20215"/>
                </a:moveTo>
                <a:lnTo>
                  <a:pt x="19336" y="20215"/>
                </a:lnTo>
                <a:lnTo>
                  <a:pt x="19336" y="20325"/>
                </a:lnTo>
                <a:lnTo>
                  <a:pt x="19283" y="20325"/>
                </a:lnTo>
              </a:path>
              <a:path w="21600" h="21600">
                <a:moveTo>
                  <a:pt x="13864" y="20215"/>
                </a:moveTo>
                <a:lnTo>
                  <a:pt x="13917" y="20215"/>
                </a:lnTo>
                <a:lnTo>
                  <a:pt x="13917" y="20325"/>
                </a:lnTo>
                <a:lnTo>
                  <a:pt x="13864" y="20325"/>
                </a:lnTo>
              </a:path>
              <a:path w="21600" h="21600">
                <a:moveTo>
                  <a:pt x="7681" y="20215"/>
                </a:moveTo>
                <a:lnTo>
                  <a:pt x="7735" y="20215"/>
                </a:lnTo>
                <a:lnTo>
                  <a:pt x="7735" y="20325"/>
                </a:lnTo>
                <a:lnTo>
                  <a:pt x="7681" y="20325"/>
                </a:lnTo>
              </a:path>
              <a:path w="21600" h="21600">
                <a:moveTo>
                  <a:pt x="2263" y="20215"/>
                </a:moveTo>
                <a:lnTo>
                  <a:pt x="2316" y="20215"/>
                </a:lnTo>
                <a:lnTo>
                  <a:pt x="2316" y="20325"/>
                </a:lnTo>
                <a:lnTo>
                  <a:pt x="2263" y="20325"/>
                </a:lnTo>
              </a:path>
              <a:path w="21600" h="21600">
                <a:moveTo>
                  <a:pt x="1658" y="20188"/>
                </a:moveTo>
                <a:lnTo>
                  <a:pt x="1713" y="20188"/>
                </a:lnTo>
                <a:lnTo>
                  <a:pt x="1713" y="20301"/>
                </a:lnTo>
                <a:lnTo>
                  <a:pt x="1658" y="20301"/>
                </a:lnTo>
              </a:path>
              <a:path w="21600" h="21600">
                <a:moveTo>
                  <a:pt x="20947" y="20172"/>
                </a:moveTo>
                <a:lnTo>
                  <a:pt x="20994" y="20172"/>
                </a:lnTo>
                <a:lnTo>
                  <a:pt x="20994" y="20267"/>
                </a:lnTo>
                <a:lnTo>
                  <a:pt x="20947" y="20267"/>
                </a:lnTo>
              </a:path>
              <a:path w="21600" h="21600">
                <a:moveTo>
                  <a:pt x="18234" y="20172"/>
                </a:moveTo>
                <a:lnTo>
                  <a:pt x="18280" y="20172"/>
                </a:lnTo>
                <a:lnTo>
                  <a:pt x="18280" y="20267"/>
                </a:lnTo>
                <a:lnTo>
                  <a:pt x="18234" y="20267"/>
                </a:lnTo>
              </a:path>
              <a:path w="21600" h="21600">
                <a:moveTo>
                  <a:pt x="15528" y="20172"/>
                </a:moveTo>
                <a:lnTo>
                  <a:pt x="15575" y="20172"/>
                </a:lnTo>
                <a:lnTo>
                  <a:pt x="15575" y="20267"/>
                </a:lnTo>
                <a:lnTo>
                  <a:pt x="15528" y="20267"/>
                </a:lnTo>
              </a:path>
              <a:path w="21600" h="21600">
                <a:moveTo>
                  <a:pt x="12815" y="20172"/>
                </a:moveTo>
                <a:lnTo>
                  <a:pt x="12861" y="20172"/>
                </a:lnTo>
                <a:lnTo>
                  <a:pt x="12861" y="20267"/>
                </a:lnTo>
                <a:lnTo>
                  <a:pt x="12815" y="20267"/>
                </a:lnTo>
              </a:path>
              <a:path w="21600" h="21600">
                <a:moveTo>
                  <a:pt x="6024" y="20172"/>
                </a:moveTo>
                <a:lnTo>
                  <a:pt x="6071" y="20172"/>
                </a:lnTo>
                <a:lnTo>
                  <a:pt x="6071" y="20267"/>
                </a:lnTo>
                <a:lnTo>
                  <a:pt x="6024" y="20267"/>
                </a:lnTo>
              </a:path>
              <a:path w="21600" h="21600">
                <a:moveTo>
                  <a:pt x="3319" y="20172"/>
                </a:moveTo>
                <a:lnTo>
                  <a:pt x="3365" y="20172"/>
                </a:lnTo>
                <a:lnTo>
                  <a:pt x="3365" y="20267"/>
                </a:lnTo>
                <a:lnTo>
                  <a:pt x="3319" y="20267"/>
                </a:lnTo>
              </a:path>
              <a:path w="21600" h="21600">
                <a:moveTo>
                  <a:pt x="605" y="20172"/>
                </a:moveTo>
                <a:lnTo>
                  <a:pt x="652" y="20172"/>
                </a:lnTo>
                <a:lnTo>
                  <a:pt x="652" y="20267"/>
                </a:lnTo>
                <a:lnTo>
                  <a:pt x="605" y="20267"/>
                </a:lnTo>
              </a:path>
              <a:path w="21600" h="21600">
                <a:moveTo>
                  <a:pt x="11157" y="20172"/>
                </a:moveTo>
                <a:lnTo>
                  <a:pt x="11197" y="20172"/>
                </a:lnTo>
                <a:lnTo>
                  <a:pt x="11197" y="20253"/>
                </a:lnTo>
                <a:lnTo>
                  <a:pt x="11157" y="20253"/>
                </a:lnTo>
              </a:path>
              <a:path w="21600" h="21600">
                <a:moveTo>
                  <a:pt x="12067" y="20164"/>
                </a:moveTo>
                <a:lnTo>
                  <a:pt x="12099" y="20164"/>
                </a:lnTo>
                <a:lnTo>
                  <a:pt x="12099" y="20231"/>
                </a:lnTo>
                <a:lnTo>
                  <a:pt x="12067" y="20231"/>
                </a:lnTo>
              </a:path>
              <a:path w="21600" h="21600">
                <a:moveTo>
                  <a:pt x="17629" y="20155"/>
                </a:moveTo>
                <a:lnTo>
                  <a:pt x="17677" y="20155"/>
                </a:lnTo>
                <a:lnTo>
                  <a:pt x="17677" y="20254"/>
                </a:lnTo>
                <a:lnTo>
                  <a:pt x="17629" y="20254"/>
                </a:lnTo>
              </a:path>
              <a:path w="21600" h="21600">
                <a:moveTo>
                  <a:pt x="14923" y="20155"/>
                </a:moveTo>
                <a:lnTo>
                  <a:pt x="14971" y="20155"/>
                </a:lnTo>
                <a:lnTo>
                  <a:pt x="14971" y="20254"/>
                </a:lnTo>
                <a:lnTo>
                  <a:pt x="14923" y="20254"/>
                </a:lnTo>
              </a:path>
              <a:path w="21600" h="21600">
                <a:moveTo>
                  <a:pt x="12210" y="20155"/>
                </a:moveTo>
                <a:lnTo>
                  <a:pt x="12258" y="20155"/>
                </a:lnTo>
                <a:lnTo>
                  <a:pt x="12258" y="20254"/>
                </a:lnTo>
                <a:lnTo>
                  <a:pt x="12210" y="20254"/>
                </a:lnTo>
              </a:path>
              <a:path w="21600" h="21600">
                <a:moveTo>
                  <a:pt x="9340" y="20155"/>
                </a:moveTo>
                <a:lnTo>
                  <a:pt x="9389" y="20155"/>
                </a:lnTo>
                <a:lnTo>
                  <a:pt x="9389" y="20254"/>
                </a:lnTo>
                <a:lnTo>
                  <a:pt x="9340" y="20254"/>
                </a:lnTo>
              </a:path>
              <a:path w="21600" h="21600">
                <a:moveTo>
                  <a:pt x="3922" y="20155"/>
                </a:moveTo>
                <a:lnTo>
                  <a:pt x="3970" y="20155"/>
                </a:lnTo>
                <a:lnTo>
                  <a:pt x="3970" y="20254"/>
                </a:lnTo>
                <a:lnTo>
                  <a:pt x="3922" y="20254"/>
                </a:lnTo>
              </a:path>
              <a:path w="21600" h="21600">
                <a:moveTo>
                  <a:pt x="1209" y="20155"/>
                </a:moveTo>
                <a:lnTo>
                  <a:pt x="1257" y="20155"/>
                </a:lnTo>
                <a:lnTo>
                  <a:pt x="1257" y="20254"/>
                </a:lnTo>
                <a:lnTo>
                  <a:pt x="1209" y="20254"/>
                </a:lnTo>
              </a:path>
              <a:path w="21600" h="21600">
                <a:moveTo>
                  <a:pt x="8746" y="20152"/>
                </a:moveTo>
                <a:lnTo>
                  <a:pt x="8775" y="20152"/>
                </a:lnTo>
                <a:lnTo>
                  <a:pt x="8775" y="20212"/>
                </a:lnTo>
                <a:lnTo>
                  <a:pt x="8746" y="20212"/>
                </a:lnTo>
              </a:path>
              <a:path w="21600" h="21600">
                <a:moveTo>
                  <a:pt x="4373" y="20149"/>
                </a:moveTo>
                <a:lnTo>
                  <a:pt x="4425" y="20149"/>
                </a:lnTo>
                <a:lnTo>
                  <a:pt x="4425" y="20255"/>
                </a:lnTo>
                <a:lnTo>
                  <a:pt x="4373" y="20255"/>
                </a:lnTo>
              </a:path>
              <a:path w="21600" h="21600">
                <a:moveTo>
                  <a:pt x="20040" y="20147"/>
                </a:moveTo>
                <a:lnTo>
                  <a:pt x="20089" y="20147"/>
                </a:lnTo>
                <a:lnTo>
                  <a:pt x="20089" y="20246"/>
                </a:lnTo>
                <a:lnTo>
                  <a:pt x="20040" y="20246"/>
                </a:lnTo>
              </a:path>
              <a:path w="21600" h="21600">
                <a:moveTo>
                  <a:pt x="17327" y="20147"/>
                </a:moveTo>
                <a:lnTo>
                  <a:pt x="17375" y="20147"/>
                </a:lnTo>
                <a:lnTo>
                  <a:pt x="17375" y="20246"/>
                </a:lnTo>
                <a:lnTo>
                  <a:pt x="17327" y="20246"/>
                </a:lnTo>
              </a:path>
              <a:path w="21600" h="21600">
                <a:moveTo>
                  <a:pt x="11908" y="20147"/>
                </a:moveTo>
                <a:lnTo>
                  <a:pt x="11956" y="20147"/>
                </a:lnTo>
                <a:lnTo>
                  <a:pt x="11956" y="20246"/>
                </a:lnTo>
                <a:lnTo>
                  <a:pt x="11908" y="20246"/>
                </a:lnTo>
              </a:path>
              <a:path w="21600" h="21600">
                <a:moveTo>
                  <a:pt x="9642" y="20147"/>
                </a:moveTo>
                <a:lnTo>
                  <a:pt x="9691" y="20147"/>
                </a:lnTo>
                <a:lnTo>
                  <a:pt x="9691" y="20246"/>
                </a:lnTo>
                <a:lnTo>
                  <a:pt x="9642" y="20246"/>
                </a:lnTo>
              </a:path>
              <a:path w="21600" h="21600">
                <a:moveTo>
                  <a:pt x="6929" y="20147"/>
                </a:moveTo>
                <a:lnTo>
                  <a:pt x="6978" y="20147"/>
                </a:lnTo>
                <a:lnTo>
                  <a:pt x="6978" y="20246"/>
                </a:lnTo>
                <a:lnTo>
                  <a:pt x="6929" y="20246"/>
                </a:lnTo>
              </a:path>
              <a:path w="21600" h="21600">
                <a:moveTo>
                  <a:pt x="4224" y="20147"/>
                </a:moveTo>
                <a:lnTo>
                  <a:pt x="4272" y="20147"/>
                </a:lnTo>
                <a:lnTo>
                  <a:pt x="4272" y="20246"/>
                </a:lnTo>
                <a:lnTo>
                  <a:pt x="4224" y="20246"/>
                </a:lnTo>
              </a:path>
              <a:path w="21600" h="21600">
                <a:moveTo>
                  <a:pt x="1510" y="20147"/>
                </a:moveTo>
                <a:lnTo>
                  <a:pt x="1559" y="20147"/>
                </a:lnTo>
                <a:lnTo>
                  <a:pt x="1559" y="20246"/>
                </a:lnTo>
                <a:lnTo>
                  <a:pt x="1510" y="20246"/>
                </a:lnTo>
              </a:path>
              <a:path w="21600" h="21600">
                <a:moveTo>
                  <a:pt x="3171" y="20143"/>
                </a:moveTo>
                <a:lnTo>
                  <a:pt x="3211" y="20143"/>
                </a:lnTo>
                <a:lnTo>
                  <a:pt x="3211" y="20224"/>
                </a:lnTo>
                <a:lnTo>
                  <a:pt x="3171" y="20224"/>
                </a:lnTo>
              </a:path>
              <a:path w="21600" h="21600">
                <a:moveTo>
                  <a:pt x="19742" y="20142"/>
                </a:moveTo>
                <a:lnTo>
                  <a:pt x="19783" y="20142"/>
                </a:lnTo>
                <a:lnTo>
                  <a:pt x="19783" y="20226"/>
                </a:lnTo>
                <a:lnTo>
                  <a:pt x="19742" y="20226"/>
                </a:lnTo>
              </a:path>
              <a:path w="21600" h="21600">
                <a:moveTo>
                  <a:pt x="18987" y="20142"/>
                </a:moveTo>
                <a:lnTo>
                  <a:pt x="19028" y="20142"/>
                </a:lnTo>
                <a:lnTo>
                  <a:pt x="19028" y="20226"/>
                </a:lnTo>
                <a:lnTo>
                  <a:pt x="18987" y="20226"/>
                </a:lnTo>
              </a:path>
              <a:path w="21600" h="21600">
                <a:moveTo>
                  <a:pt x="14323" y="20142"/>
                </a:moveTo>
                <a:lnTo>
                  <a:pt x="14364" y="20142"/>
                </a:lnTo>
                <a:lnTo>
                  <a:pt x="14364" y="20226"/>
                </a:lnTo>
                <a:lnTo>
                  <a:pt x="14323" y="20226"/>
                </a:lnTo>
              </a:path>
              <a:path w="21600" h="21600">
                <a:moveTo>
                  <a:pt x="13568" y="20142"/>
                </a:moveTo>
                <a:lnTo>
                  <a:pt x="13609" y="20142"/>
                </a:lnTo>
                <a:lnTo>
                  <a:pt x="13609" y="20226"/>
                </a:lnTo>
                <a:lnTo>
                  <a:pt x="13568" y="20226"/>
                </a:lnTo>
              </a:path>
              <a:path w="21600" h="21600">
                <a:moveTo>
                  <a:pt x="1816" y="20142"/>
                </a:moveTo>
                <a:lnTo>
                  <a:pt x="1857" y="20142"/>
                </a:lnTo>
                <a:lnTo>
                  <a:pt x="1857" y="20226"/>
                </a:lnTo>
                <a:lnTo>
                  <a:pt x="1816" y="20226"/>
                </a:lnTo>
              </a:path>
              <a:path w="21600" h="21600">
                <a:moveTo>
                  <a:pt x="21545" y="20141"/>
                </a:moveTo>
                <a:lnTo>
                  <a:pt x="21594" y="20141"/>
                </a:lnTo>
                <a:lnTo>
                  <a:pt x="21594" y="20240"/>
                </a:lnTo>
                <a:lnTo>
                  <a:pt x="21545" y="20240"/>
                </a:lnTo>
              </a:path>
              <a:path w="21600" h="21600">
                <a:moveTo>
                  <a:pt x="5" y="20141"/>
                </a:moveTo>
                <a:lnTo>
                  <a:pt x="53" y="20141"/>
                </a:lnTo>
                <a:lnTo>
                  <a:pt x="53" y="20240"/>
                </a:lnTo>
                <a:lnTo>
                  <a:pt x="5" y="20240"/>
                </a:lnTo>
              </a:path>
              <a:path w="21600" h="21600">
                <a:moveTo>
                  <a:pt x="20642" y="20136"/>
                </a:moveTo>
                <a:lnTo>
                  <a:pt x="20694" y="20136"/>
                </a:lnTo>
                <a:lnTo>
                  <a:pt x="20694" y="20242"/>
                </a:lnTo>
                <a:lnTo>
                  <a:pt x="20642" y="20242"/>
                </a:lnTo>
              </a:path>
              <a:path w="21600" h="21600">
                <a:moveTo>
                  <a:pt x="19133" y="20136"/>
                </a:moveTo>
                <a:lnTo>
                  <a:pt x="19184" y="20136"/>
                </a:lnTo>
                <a:lnTo>
                  <a:pt x="19184" y="20242"/>
                </a:lnTo>
                <a:lnTo>
                  <a:pt x="19133" y="20242"/>
                </a:lnTo>
              </a:path>
              <a:path w="21600" h="21600">
                <a:moveTo>
                  <a:pt x="18684" y="20136"/>
                </a:moveTo>
                <a:lnTo>
                  <a:pt x="18736" y="20136"/>
                </a:lnTo>
                <a:lnTo>
                  <a:pt x="18736" y="20242"/>
                </a:lnTo>
                <a:lnTo>
                  <a:pt x="18684" y="20242"/>
                </a:lnTo>
              </a:path>
              <a:path w="21600" h="21600">
                <a:moveTo>
                  <a:pt x="18382" y="20136"/>
                </a:moveTo>
                <a:lnTo>
                  <a:pt x="18434" y="20136"/>
                </a:lnTo>
                <a:lnTo>
                  <a:pt x="18434" y="20242"/>
                </a:lnTo>
                <a:lnTo>
                  <a:pt x="18382" y="20242"/>
                </a:lnTo>
              </a:path>
              <a:path w="21600" h="21600">
                <a:moveTo>
                  <a:pt x="17929" y="20136"/>
                </a:moveTo>
                <a:lnTo>
                  <a:pt x="17981" y="20136"/>
                </a:lnTo>
                <a:lnTo>
                  <a:pt x="17981" y="20242"/>
                </a:lnTo>
                <a:lnTo>
                  <a:pt x="17929" y="20242"/>
                </a:lnTo>
              </a:path>
              <a:path w="21600" h="21600">
                <a:moveTo>
                  <a:pt x="16419" y="20136"/>
                </a:moveTo>
                <a:lnTo>
                  <a:pt x="16471" y="20136"/>
                </a:lnTo>
                <a:lnTo>
                  <a:pt x="16471" y="20242"/>
                </a:lnTo>
                <a:lnTo>
                  <a:pt x="16419" y="20242"/>
                </a:lnTo>
              </a:path>
              <a:path w="21600" h="21600">
                <a:moveTo>
                  <a:pt x="15978" y="20136"/>
                </a:moveTo>
                <a:lnTo>
                  <a:pt x="16030" y="20136"/>
                </a:lnTo>
                <a:lnTo>
                  <a:pt x="16030" y="20242"/>
                </a:lnTo>
                <a:lnTo>
                  <a:pt x="15978" y="20242"/>
                </a:lnTo>
              </a:path>
              <a:path w="21600" h="21600">
                <a:moveTo>
                  <a:pt x="15676" y="20136"/>
                </a:moveTo>
                <a:lnTo>
                  <a:pt x="15728" y="20136"/>
                </a:lnTo>
                <a:lnTo>
                  <a:pt x="15728" y="20242"/>
                </a:lnTo>
                <a:lnTo>
                  <a:pt x="15676" y="20242"/>
                </a:lnTo>
              </a:path>
              <a:path w="21600" h="21600">
                <a:moveTo>
                  <a:pt x="15223" y="20136"/>
                </a:moveTo>
                <a:lnTo>
                  <a:pt x="15275" y="20136"/>
                </a:lnTo>
                <a:lnTo>
                  <a:pt x="15275" y="20242"/>
                </a:lnTo>
                <a:lnTo>
                  <a:pt x="15223" y="20242"/>
                </a:lnTo>
              </a:path>
              <a:path w="21600" h="21600">
                <a:moveTo>
                  <a:pt x="13713" y="20136"/>
                </a:moveTo>
                <a:lnTo>
                  <a:pt x="13765" y="20136"/>
                </a:lnTo>
                <a:lnTo>
                  <a:pt x="13765" y="20242"/>
                </a:lnTo>
                <a:lnTo>
                  <a:pt x="13713" y="20242"/>
                </a:lnTo>
              </a:path>
              <a:path w="21600" h="21600">
                <a:moveTo>
                  <a:pt x="13265" y="20136"/>
                </a:moveTo>
                <a:lnTo>
                  <a:pt x="13317" y="20136"/>
                </a:lnTo>
                <a:lnTo>
                  <a:pt x="13317" y="20242"/>
                </a:lnTo>
                <a:lnTo>
                  <a:pt x="13265" y="20242"/>
                </a:lnTo>
              </a:path>
              <a:path w="21600" h="21600">
                <a:moveTo>
                  <a:pt x="12963" y="20136"/>
                </a:moveTo>
                <a:lnTo>
                  <a:pt x="13015" y="20136"/>
                </a:lnTo>
                <a:lnTo>
                  <a:pt x="13015" y="20242"/>
                </a:lnTo>
                <a:lnTo>
                  <a:pt x="12963" y="20242"/>
                </a:lnTo>
              </a:path>
              <a:path w="21600" h="21600">
                <a:moveTo>
                  <a:pt x="12510" y="20136"/>
                </a:moveTo>
                <a:lnTo>
                  <a:pt x="12562" y="20136"/>
                </a:lnTo>
                <a:lnTo>
                  <a:pt x="12562" y="20242"/>
                </a:lnTo>
                <a:lnTo>
                  <a:pt x="12510" y="20242"/>
                </a:lnTo>
              </a:path>
              <a:path w="21600" h="21600">
                <a:moveTo>
                  <a:pt x="11000" y="20136"/>
                </a:moveTo>
                <a:lnTo>
                  <a:pt x="11052" y="20136"/>
                </a:lnTo>
                <a:lnTo>
                  <a:pt x="11052" y="20242"/>
                </a:lnTo>
                <a:lnTo>
                  <a:pt x="11000" y="20242"/>
                </a:lnTo>
              </a:path>
              <a:path w="21600" h="21600">
                <a:moveTo>
                  <a:pt x="9037" y="20136"/>
                </a:moveTo>
                <a:lnTo>
                  <a:pt x="9089" y="20136"/>
                </a:lnTo>
                <a:lnTo>
                  <a:pt x="9089" y="20242"/>
                </a:lnTo>
                <a:lnTo>
                  <a:pt x="9037" y="20242"/>
                </a:lnTo>
              </a:path>
              <a:path w="21600" h="21600">
                <a:moveTo>
                  <a:pt x="8584" y="20136"/>
                </a:moveTo>
                <a:lnTo>
                  <a:pt x="8636" y="20136"/>
                </a:lnTo>
                <a:lnTo>
                  <a:pt x="8636" y="20242"/>
                </a:lnTo>
                <a:lnTo>
                  <a:pt x="8584" y="20242"/>
                </a:lnTo>
              </a:path>
              <a:path w="21600" h="21600">
                <a:moveTo>
                  <a:pt x="8282" y="20136"/>
                </a:moveTo>
                <a:lnTo>
                  <a:pt x="8334" y="20136"/>
                </a:lnTo>
                <a:lnTo>
                  <a:pt x="8334" y="20242"/>
                </a:lnTo>
                <a:lnTo>
                  <a:pt x="8282" y="20242"/>
                </a:lnTo>
              </a:path>
              <a:path w="21600" h="21600">
                <a:moveTo>
                  <a:pt x="7833" y="20136"/>
                </a:moveTo>
                <a:lnTo>
                  <a:pt x="7885" y="20136"/>
                </a:lnTo>
                <a:lnTo>
                  <a:pt x="7885" y="20242"/>
                </a:lnTo>
                <a:lnTo>
                  <a:pt x="7833" y="20242"/>
                </a:lnTo>
              </a:path>
              <a:path w="21600" h="21600">
                <a:moveTo>
                  <a:pt x="6324" y="20136"/>
                </a:moveTo>
                <a:lnTo>
                  <a:pt x="6375" y="20136"/>
                </a:lnTo>
                <a:lnTo>
                  <a:pt x="6375" y="20242"/>
                </a:lnTo>
                <a:lnTo>
                  <a:pt x="6324" y="20242"/>
                </a:lnTo>
              </a:path>
              <a:path w="21600" h="21600">
                <a:moveTo>
                  <a:pt x="5871" y="20136"/>
                </a:moveTo>
                <a:lnTo>
                  <a:pt x="5923" y="20136"/>
                </a:lnTo>
                <a:lnTo>
                  <a:pt x="5923" y="20242"/>
                </a:lnTo>
                <a:lnTo>
                  <a:pt x="5871" y="20242"/>
                </a:lnTo>
              </a:path>
              <a:path w="21600" h="21600">
                <a:moveTo>
                  <a:pt x="5569" y="20136"/>
                </a:moveTo>
                <a:lnTo>
                  <a:pt x="5621" y="20136"/>
                </a:lnTo>
                <a:lnTo>
                  <a:pt x="5621" y="20242"/>
                </a:lnTo>
                <a:lnTo>
                  <a:pt x="5569" y="20242"/>
                </a:lnTo>
              </a:path>
              <a:path w="21600" h="21600">
                <a:moveTo>
                  <a:pt x="5128" y="20136"/>
                </a:moveTo>
                <a:lnTo>
                  <a:pt x="5180" y="20136"/>
                </a:lnTo>
                <a:lnTo>
                  <a:pt x="5180" y="20242"/>
                </a:lnTo>
                <a:lnTo>
                  <a:pt x="5128" y="20242"/>
                </a:lnTo>
              </a:path>
              <a:path w="21600" h="21600">
                <a:moveTo>
                  <a:pt x="2415" y="20136"/>
                </a:moveTo>
                <a:lnTo>
                  <a:pt x="2466" y="20136"/>
                </a:lnTo>
                <a:lnTo>
                  <a:pt x="2466" y="20242"/>
                </a:lnTo>
                <a:lnTo>
                  <a:pt x="2415" y="20242"/>
                </a:lnTo>
              </a:path>
              <a:path w="21600" h="21600">
                <a:moveTo>
                  <a:pt x="905" y="20136"/>
                </a:moveTo>
                <a:lnTo>
                  <a:pt x="957" y="20136"/>
                </a:lnTo>
                <a:lnTo>
                  <a:pt x="957" y="20242"/>
                </a:lnTo>
                <a:lnTo>
                  <a:pt x="905" y="20242"/>
                </a:lnTo>
              </a:path>
              <a:path w="21600" h="21600">
                <a:moveTo>
                  <a:pt x="452" y="20136"/>
                </a:moveTo>
                <a:lnTo>
                  <a:pt x="504" y="20136"/>
                </a:lnTo>
                <a:lnTo>
                  <a:pt x="504" y="20242"/>
                </a:lnTo>
                <a:lnTo>
                  <a:pt x="452" y="20242"/>
                </a:lnTo>
              </a:path>
              <a:path w="21600" h="21600">
                <a:moveTo>
                  <a:pt x="150" y="20136"/>
                </a:moveTo>
                <a:lnTo>
                  <a:pt x="202" y="20136"/>
                </a:lnTo>
                <a:lnTo>
                  <a:pt x="202" y="20242"/>
                </a:lnTo>
                <a:lnTo>
                  <a:pt x="150" y="20242"/>
                </a:lnTo>
              </a:path>
              <a:path w="21600" h="21600">
                <a:moveTo>
                  <a:pt x="11451" y="20130"/>
                </a:moveTo>
                <a:lnTo>
                  <a:pt x="11508" y="20130"/>
                </a:lnTo>
                <a:lnTo>
                  <a:pt x="11508" y="20247"/>
                </a:lnTo>
                <a:lnTo>
                  <a:pt x="11451" y="20247"/>
                </a:lnTo>
              </a:path>
              <a:path w="21600" h="21600">
                <a:moveTo>
                  <a:pt x="1052" y="20128"/>
                </a:moveTo>
                <a:lnTo>
                  <a:pt x="1111" y="20128"/>
                </a:lnTo>
                <a:lnTo>
                  <a:pt x="1111" y="20249"/>
                </a:lnTo>
                <a:lnTo>
                  <a:pt x="1052" y="20249"/>
                </a:lnTo>
              </a:path>
              <a:path w="21600" h="21600">
                <a:moveTo>
                  <a:pt x="2860" y="20127"/>
                </a:moveTo>
                <a:lnTo>
                  <a:pt x="2917" y="20127"/>
                </a:lnTo>
                <a:lnTo>
                  <a:pt x="2917" y="20244"/>
                </a:lnTo>
                <a:lnTo>
                  <a:pt x="2860" y="20244"/>
                </a:lnTo>
              </a:path>
              <a:path w="21600" h="21600">
                <a:moveTo>
                  <a:pt x="17180" y="20125"/>
                </a:moveTo>
                <a:lnTo>
                  <a:pt x="17220" y="20125"/>
                </a:lnTo>
                <a:lnTo>
                  <a:pt x="17220" y="20207"/>
                </a:lnTo>
                <a:lnTo>
                  <a:pt x="17180" y="20207"/>
                </a:lnTo>
              </a:path>
              <a:path w="21600" h="21600">
                <a:moveTo>
                  <a:pt x="21245" y="20124"/>
                </a:moveTo>
                <a:lnTo>
                  <a:pt x="21299" y="20124"/>
                </a:lnTo>
                <a:lnTo>
                  <a:pt x="21299" y="20233"/>
                </a:lnTo>
                <a:lnTo>
                  <a:pt x="21245" y="20233"/>
                </a:lnTo>
              </a:path>
              <a:path w="21600" h="21600">
                <a:moveTo>
                  <a:pt x="18532" y="20124"/>
                </a:moveTo>
                <a:lnTo>
                  <a:pt x="18586" y="20124"/>
                </a:lnTo>
                <a:lnTo>
                  <a:pt x="18586" y="20233"/>
                </a:lnTo>
                <a:lnTo>
                  <a:pt x="18532" y="20233"/>
                </a:lnTo>
              </a:path>
              <a:path w="21600" h="21600">
                <a:moveTo>
                  <a:pt x="15826" y="20124"/>
                </a:moveTo>
                <a:lnTo>
                  <a:pt x="15880" y="20124"/>
                </a:lnTo>
                <a:lnTo>
                  <a:pt x="15880" y="20233"/>
                </a:lnTo>
                <a:lnTo>
                  <a:pt x="15826" y="20233"/>
                </a:lnTo>
              </a:path>
              <a:path w="21600" h="21600">
                <a:moveTo>
                  <a:pt x="13113" y="20124"/>
                </a:moveTo>
                <a:lnTo>
                  <a:pt x="13167" y="20124"/>
                </a:lnTo>
                <a:lnTo>
                  <a:pt x="13167" y="20233"/>
                </a:lnTo>
                <a:lnTo>
                  <a:pt x="13113" y="20233"/>
                </a:lnTo>
              </a:path>
              <a:path w="21600" h="21600">
                <a:moveTo>
                  <a:pt x="8432" y="20124"/>
                </a:moveTo>
                <a:lnTo>
                  <a:pt x="8485" y="20124"/>
                </a:lnTo>
                <a:lnTo>
                  <a:pt x="8485" y="20233"/>
                </a:lnTo>
                <a:lnTo>
                  <a:pt x="8432" y="20233"/>
                </a:lnTo>
              </a:path>
              <a:path w="21600" h="21600">
                <a:moveTo>
                  <a:pt x="3013" y="20124"/>
                </a:moveTo>
                <a:lnTo>
                  <a:pt x="3067" y="20124"/>
                </a:lnTo>
                <a:lnTo>
                  <a:pt x="3067" y="20233"/>
                </a:lnTo>
                <a:lnTo>
                  <a:pt x="3013" y="20233"/>
                </a:lnTo>
              </a:path>
              <a:path w="21600" h="21600">
                <a:moveTo>
                  <a:pt x="300" y="20124"/>
                </a:moveTo>
                <a:lnTo>
                  <a:pt x="354" y="20124"/>
                </a:lnTo>
                <a:lnTo>
                  <a:pt x="354" y="20233"/>
                </a:lnTo>
                <a:lnTo>
                  <a:pt x="300" y="20233"/>
                </a:lnTo>
              </a:path>
              <a:path w="21600" h="21600">
                <a:moveTo>
                  <a:pt x="12662" y="20113"/>
                </a:moveTo>
                <a:lnTo>
                  <a:pt x="12712" y="20113"/>
                </a:lnTo>
                <a:lnTo>
                  <a:pt x="12712" y="20216"/>
                </a:lnTo>
                <a:lnTo>
                  <a:pt x="12662" y="20216"/>
                </a:lnTo>
              </a:path>
              <a:path w="21600" h="21600">
                <a:moveTo>
                  <a:pt x="8887" y="20113"/>
                </a:moveTo>
                <a:lnTo>
                  <a:pt x="8937" y="20113"/>
                </a:lnTo>
                <a:lnTo>
                  <a:pt x="8937" y="20216"/>
                </a:lnTo>
                <a:lnTo>
                  <a:pt x="8887" y="20216"/>
                </a:lnTo>
              </a:path>
              <a:path w="21600" h="21600">
                <a:moveTo>
                  <a:pt x="3468" y="20113"/>
                </a:moveTo>
                <a:lnTo>
                  <a:pt x="3518" y="20113"/>
                </a:lnTo>
                <a:lnTo>
                  <a:pt x="3518" y="20216"/>
                </a:lnTo>
                <a:lnTo>
                  <a:pt x="3468" y="20216"/>
                </a:lnTo>
              </a:path>
              <a:path w="21600" h="21600">
                <a:moveTo>
                  <a:pt x="6633" y="20109"/>
                </a:moveTo>
                <a:lnTo>
                  <a:pt x="6670" y="20109"/>
                </a:lnTo>
                <a:lnTo>
                  <a:pt x="6670" y="20183"/>
                </a:lnTo>
                <a:lnTo>
                  <a:pt x="6633" y="20183"/>
                </a:lnTo>
              </a:path>
              <a:path w="21600" h="21600">
                <a:moveTo>
                  <a:pt x="8000" y="20108"/>
                </a:moveTo>
                <a:lnTo>
                  <a:pt x="8020" y="20108"/>
                </a:lnTo>
                <a:lnTo>
                  <a:pt x="8020" y="20150"/>
                </a:lnTo>
                <a:lnTo>
                  <a:pt x="8000" y="20150"/>
                </a:lnTo>
              </a:path>
              <a:path w="21600" h="21600">
                <a:moveTo>
                  <a:pt x="756" y="20103"/>
                </a:moveTo>
                <a:lnTo>
                  <a:pt x="803" y="20103"/>
                </a:lnTo>
                <a:lnTo>
                  <a:pt x="803" y="20198"/>
                </a:lnTo>
                <a:lnTo>
                  <a:pt x="756" y="20198"/>
                </a:lnTo>
              </a:path>
              <a:path w="21600" h="21600">
                <a:moveTo>
                  <a:pt x="10399" y="20102"/>
                </a:moveTo>
                <a:lnTo>
                  <a:pt x="10444" y="20102"/>
                </a:lnTo>
                <a:lnTo>
                  <a:pt x="10444" y="20194"/>
                </a:lnTo>
                <a:lnTo>
                  <a:pt x="10399" y="20194"/>
                </a:lnTo>
              </a:path>
              <a:path w="21600" h="21600">
                <a:moveTo>
                  <a:pt x="20792" y="20096"/>
                </a:moveTo>
                <a:lnTo>
                  <a:pt x="20847" y="20096"/>
                </a:lnTo>
                <a:lnTo>
                  <a:pt x="20847" y="20210"/>
                </a:lnTo>
                <a:lnTo>
                  <a:pt x="20792" y="20210"/>
                </a:lnTo>
              </a:path>
              <a:path w="21600" h="21600">
                <a:moveTo>
                  <a:pt x="19585" y="20092"/>
                </a:moveTo>
                <a:lnTo>
                  <a:pt x="19638" y="20092"/>
                </a:lnTo>
                <a:lnTo>
                  <a:pt x="19638" y="20202"/>
                </a:lnTo>
                <a:lnTo>
                  <a:pt x="19585" y="20202"/>
                </a:lnTo>
              </a:path>
              <a:path w="21600" h="21600">
                <a:moveTo>
                  <a:pt x="16871" y="20092"/>
                </a:moveTo>
                <a:lnTo>
                  <a:pt x="16925" y="20092"/>
                </a:lnTo>
                <a:lnTo>
                  <a:pt x="16925" y="20202"/>
                </a:lnTo>
                <a:lnTo>
                  <a:pt x="16871" y="20202"/>
                </a:lnTo>
              </a:path>
              <a:path w="21600" h="21600">
                <a:moveTo>
                  <a:pt x="7380" y="20092"/>
                </a:moveTo>
                <a:lnTo>
                  <a:pt x="7433" y="20092"/>
                </a:lnTo>
                <a:lnTo>
                  <a:pt x="7433" y="20202"/>
                </a:lnTo>
                <a:lnTo>
                  <a:pt x="7380" y="20202"/>
                </a:lnTo>
              </a:path>
              <a:path w="21600" h="21600">
                <a:moveTo>
                  <a:pt x="4674" y="20092"/>
                </a:moveTo>
                <a:lnTo>
                  <a:pt x="4728" y="20092"/>
                </a:lnTo>
                <a:lnTo>
                  <a:pt x="4728" y="20202"/>
                </a:lnTo>
                <a:lnTo>
                  <a:pt x="4674" y="20202"/>
                </a:lnTo>
              </a:path>
              <a:path w="21600" h="21600">
                <a:moveTo>
                  <a:pt x="1961" y="20092"/>
                </a:moveTo>
                <a:lnTo>
                  <a:pt x="2014" y="20092"/>
                </a:lnTo>
                <a:lnTo>
                  <a:pt x="2014" y="20202"/>
                </a:lnTo>
                <a:lnTo>
                  <a:pt x="1961" y="20202"/>
                </a:lnTo>
              </a:path>
              <a:path w="21600" h="21600">
                <a:moveTo>
                  <a:pt x="11753" y="20092"/>
                </a:moveTo>
                <a:lnTo>
                  <a:pt x="11809" y="20092"/>
                </a:lnTo>
                <a:lnTo>
                  <a:pt x="11809" y="20205"/>
                </a:lnTo>
                <a:lnTo>
                  <a:pt x="11753" y="20205"/>
                </a:lnTo>
              </a:path>
              <a:path w="21600" h="21600">
                <a:moveTo>
                  <a:pt x="9790" y="20092"/>
                </a:moveTo>
                <a:lnTo>
                  <a:pt x="9845" y="20092"/>
                </a:lnTo>
                <a:lnTo>
                  <a:pt x="9845" y="20205"/>
                </a:lnTo>
                <a:lnTo>
                  <a:pt x="9790" y="20205"/>
                </a:lnTo>
              </a:path>
              <a:path w="21600" h="21600">
                <a:moveTo>
                  <a:pt x="1364" y="20083"/>
                </a:moveTo>
                <a:lnTo>
                  <a:pt x="1403" y="20083"/>
                </a:lnTo>
                <a:lnTo>
                  <a:pt x="1403" y="20165"/>
                </a:lnTo>
                <a:lnTo>
                  <a:pt x="1364" y="20165"/>
                </a:lnTo>
              </a:path>
              <a:path w="21600" h="21600">
                <a:moveTo>
                  <a:pt x="16270" y="20072"/>
                </a:moveTo>
                <a:lnTo>
                  <a:pt x="16318" y="20072"/>
                </a:lnTo>
                <a:lnTo>
                  <a:pt x="16318" y="20171"/>
                </a:lnTo>
                <a:lnTo>
                  <a:pt x="16270" y="20171"/>
                </a:lnTo>
              </a:path>
              <a:path w="21600" h="21600">
                <a:moveTo>
                  <a:pt x="5281" y="20072"/>
                </a:moveTo>
                <a:lnTo>
                  <a:pt x="5329" y="20072"/>
                </a:lnTo>
                <a:lnTo>
                  <a:pt x="5329" y="20171"/>
                </a:lnTo>
                <a:lnTo>
                  <a:pt x="5281" y="20171"/>
                </a:lnTo>
              </a:path>
              <a:path w="21600" h="21600">
                <a:moveTo>
                  <a:pt x="17025" y="20064"/>
                </a:moveTo>
                <a:lnTo>
                  <a:pt x="17073" y="20064"/>
                </a:lnTo>
                <a:lnTo>
                  <a:pt x="17073" y="20163"/>
                </a:lnTo>
                <a:lnTo>
                  <a:pt x="17025" y="20163"/>
                </a:lnTo>
              </a:path>
              <a:path w="21600" h="21600">
                <a:moveTo>
                  <a:pt x="11606" y="20064"/>
                </a:moveTo>
                <a:lnTo>
                  <a:pt x="11654" y="20064"/>
                </a:lnTo>
                <a:lnTo>
                  <a:pt x="11654" y="20163"/>
                </a:lnTo>
                <a:lnTo>
                  <a:pt x="11606" y="20163"/>
                </a:lnTo>
              </a:path>
              <a:path w="21600" h="21600">
                <a:moveTo>
                  <a:pt x="9944" y="20064"/>
                </a:moveTo>
                <a:lnTo>
                  <a:pt x="9993" y="20064"/>
                </a:lnTo>
                <a:lnTo>
                  <a:pt x="9993" y="20163"/>
                </a:lnTo>
                <a:lnTo>
                  <a:pt x="9944" y="20163"/>
                </a:lnTo>
              </a:path>
              <a:path w="21600" h="21600">
                <a:moveTo>
                  <a:pt x="4526" y="20064"/>
                </a:moveTo>
                <a:lnTo>
                  <a:pt x="4574" y="20064"/>
                </a:lnTo>
                <a:lnTo>
                  <a:pt x="4574" y="20163"/>
                </a:lnTo>
                <a:lnTo>
                  <a:pt x="4526" y="20163"/>
                </a:lnTo>
              </a:path>
              <a:path w="21600" h="21600">
                <a:moveTo>
                  <a:pt x="10551" y="20064"/>
                </a:moveTo>
                <a:lnTo>
                  <a:pt x="10594" y="20064"/>
                </a:lnTo>
                <a:lnTo>
                  <a:pt x="10594" y="20152"/>
                </a:lnTo>
                <a:lnTo>
                  <a:pt x="10551" y="20152"/>
                </a:lnTo>
              </a:path>
              <a:path w="21600" h="21600">
                <a:moveTo>
                  <a:pt x="21403" y="20060"/>
                </a:moveTo>
                <a:lnTo>
                  <a:pt x="21444" y="20060"/>
                </a:lnTo>
                <a:lnTo>
                  <a:pt x="21444" y="20145"/>
                </a:lnTo>
                <a:lnTo>
                  <a:pt x="21403" y="20145"/>
                </a:lnTo>
              </a:path>
              <a:path w="21600" h="21600">
                <a:moveTo>
                  <a:pt x="14466" y="20047"/>
                </a:moveTo>
                <a:lnTo>
                  <a:pt x="14523" y="20047"/>
                </a:lnTo>
                <a:lnTo>
                  <a:pt x="14523" y="20164"/>
                </a:lnTo>
                <a:lnTo>
                  <a:pt x="14466" y="20164"/>
                </a:lnTo>
              </a:path>
              <a:path w="21600" h="21600">
                <a:moveTo>
                  <a:pt x="7076" y="20047"/>
                </a:moveTo>
                <a:lnTo>
                  <a:pt x="7133" y="20047"/>
                </a:lnTo>
                <a:lnTo>
                  <a:pt x="7133" y="20164"/>
                </a:lnTo>
                <a:lnTo>
                  <a:pt x="7076" y="20164"/>
                </a:lnTo>
              </a:path>
              <a:path w="21600" h="21600">
                <a:moveTo>
                  <a:pt x="10100" y="20045"/>
                </a:moveTo>
                <a:lnTo>
                  <a:pt x="10139" y="20045"/>
                </a:lnTo>
                <a:lnTo>
                  <a:pt x="10139" y="20127"/>
                </a:lnTo>
                <a:lnTo>
                  <a:pt x="10100" y="20127"/>
                </a:lnTo>
              </a:path>
              <a:path w="21600" h="21600">
                <a:moveTo>
                  <a:pt x="11158" y="20034"/>
                </a:moveTo>
                <a:lnTo>
                  <a:pt x="11196" y="20034"/>
                </a:lnTo>
                <a:lnTo>
                  <a:pt x="11196" y="20112"/>
                </a:lnTo>
                <a:lnTo>
                  <a:pt x="11158" y="20112"/>
                </a:lnTo>
              </a:path>
              <a:path w="21600" h="21600">
                <a:moveTo>
                  <a:pt x="20189" y="20033"/>
                </a:moveTo>
                <a:lnTo>
                  <a:pt x="20241" y="20033"/>
                </a:lnTo>
                <a:lnTo>
                  <a:pt x="20241" y="20139"/>
                </a:lnTo>
                <a:lnTo>
                  <a:pt x="20189" y="20139"/>
                </a:lnTo>
              </a:path>
              <a:path w="21600" h="21600">
                <a:moveTo>
                  <a:pt x="14770" y="20033"/>
                </a:moveTo>
                <a:lnTo>
                  <a:pt x="14822" y="20033"/>
                </a:lnTo>
                <a:lnTo>
                  <a:pt x="14822" y="20139"/>
                </a:lnTo>
                <a:lnTo>
                  <a:pt x="14770" y="20139"/>
                </a:lnTo>
              </a:path>
              <a:path w="21600" h="21600">
                <a:moveTo>
                  <a:pt x="9490" y="20033"/>
                </a:moveTo>
                <a:lnTo>
                  <a:pt x="9542" y="20033"/>
                </a:lnTo>
                <a:lnTo>
                  <a:pt x="9542" y="20139"/>
                </a:lnTo>
                <a:lnTo>
                  <a:pt x="9490" y="20139"/>
                </a:lnTo>
              </a:path>
              <a:path w="21600" h="21600">
                <a:moveTo>
                  <a:pt x="6777" y="20033"/>
                </a:moveTo>
                <a:lnTo>
                  <a:pt x="6828" y="20033"/>
                </a:lnTo>
                <a:lnTo>
                  <a:pt x="6828" y="20139"/>
                </a:lnTo>
                <a:lnTo>
                  <a:pt x="6777" y="20139"/>
                </a:lnTo>
              </a:path>
              <a:path w="21600" h="21600">
                <a:moveTo>
                  <a:pt x="4071" y="20033"/>
                </a:moveTo>
                <a:lnTo>
                  <a:pt x="4123" y="20033"/>
                </a:lnTo>
                <a:lnTo>
                  <a:pt x="4123" y="20139"/>
                </a:lnTo>
                <a:lnTo>
                  <a:pt x="4071" y="20139"/>
                </a:lnTo>
              </a:path>
              <a:path w="21600" h="21600">
                <a:moveTo>
                  <a:pt x="5723" y="20029"/>
                </a:moveTo>
                <a:lnTo>
                  <a:pt x="5768" y="20029"/>
                </a:lnTo>
                <a:lnTo>
                  <a:pt x="5768" y="20121"/>
                </a:lnTo>
                <a:lnTo>
                  <a:pt x="5723" y="20121"/>
                </a:lnTo>
              </a:path>
              <a:path w="21600" h="21600">
                <a:moveTo>
                  <a:pt x="17490" y="20022"/>
                </a:moveTo>
                <a:lnTo>
                  <a:pt x="17514" y="20022"/>
                </a:lnTo>
                <a:lnTo>
                  <a:pt x="17514" y="20071"/>
                </a:lnTo>
                <a:lnTo>
                  <a:pt x="17490" y="20071"/>
                </a:lnTo>
              </a:path>
              <a:path w="21600" h="21600">
                <a:moveTo>
                  <a:pt x="19442" y="20022"/>
                </a:moveTo>
                <a:lnTo>
                  <a:pt x="19478" y="20022"/>
                </a:lnTo>
                <a:lnTo>
                  <a:pt x="19478" y="20096"/>
                </a:lnTo>
                <a:lnTo>
                  <a:pt x="19442" y="20096"/>
                </a:lnTo>
              </a:path>
              <a:path w="21600" h="21600">
                <a:moveTo>
                  <a:pt x="21101" y="20018"/>
                </a:moveTo>
                <a:lnTo>
                  <a:pt x="21142" y="20018"/>
                </a:lnTo>
                <a:lnTo>
                  <a:pt x="21142" y="20102"/>
                </a:lnTo>
                <a:lnTo>
                  <a:pt x="21101" y="20102"/>
                </a:lnTo>
              </a:path>
              <a:path w="21600" h="21600">
                <a:moveTo>
                  <a:pt x="3623" y="20018"/>
                </a:moveTo>
                <a:lnTo>
                  <a:pt x="3665" y="20018"/>
                </a:lnTo>
                <a:lnTo>
                  <a:pt x="3665" y="20102"/>
                </a:lnTo>
                <a:lnTo>
                  <a:pt x="3623" y="20102"/>
                </a:lnTo>
              </a:path>
              <a:path w="21600" h="21600">
                <a:moveTo>
                  <a:pt x="20349" y="20012"/>
                </a:moveTo>
                <a:lnTo>
                  <a:pt x="20384" y="20012"/>
                </a:lnTo>
                <a:lnTo>
                  <a:pt x="20384" y="20082"/>
                </a:lnTo>
                <a:lnTo>
                  <a:pt x="20349" y="20082"/>
                </a:lnTo>
              </a:path>
              <a:path w="21600" h="21600">
                <a:moveTo>
                  <a:pt x="18087" y="20003"/>
                </a:moveTo>
                <a:lnTo>
                  <a:pt x="18125" y="20003"/>
                </a:lnTo>
                <a:lnTo>
                  <a:pt x="18125" y="20081"/>
                </a:lnTo>
                <a:lnTo>
                  <a:pt x="18087" y="20081"/>
                </a:lnTo>
              </a:path>
              <a:path w="21600" h="21600">
                <a:moveTo>
                  <a:pt x="16723" y="20000"/>
                </a:moveTo>
                <a:lnTo>
                  <a:pt x="16771" y="20000"/>
                </a:lnTo>
                <a:lnTo>
                  <a:pt x="16771" y="20099"/>
                </a:lnTo>
                <a:lnTo>
                  <a:pt x="16723" y="20099"/>
                </a:lnTo>
              </a:path>
              <a:path w="21600" h="21600">
                <a:moveTo>
                  <a:pt x="14017" y="20000"/>
                </a:moveTo>
                <a:lnTo>
                  <a:pt x="14066" y="20000"/>
                </a:lnTo>
                <a:lnTo>
                  <a:pt x="14066" y="20099"/>
                </a:lnTo>
                <a:lnTo>
                  <a:pt x="14017" y="20099"/>
                </a:lnTo>
              </a:path>
              <a:path w="21600" h="21600">
                <a:moveTo>
                  <a:pt x="11304" y="20000"/>
                </a:moveTo>
                <a:lnTo>
                  <a:pt x="11352" y="20000"/>
                </a:lnTo>
                <a:lnTo>
                  <a:pt x="11352" y="20099"/>
                </a:lnTo>
                <a:lnTo>
                  <a:pt x="11304" y="20099"/>
                </a:lnTo>
              </a:path>
              <a:path w="21600" h="21600">
                <a:moveTo>
                  <a:pt x="10246" y="20000"/>
                </a:moveTo>
                <a:lnTo>
                  <a:pt x="10295" y="20000"/>
                </a:lnTo>
                <a:lnTo>
                  <a:pt x="10295" y="20099"/>
                </a:lnTo>
                <a:lnTo>
                  <a:pt x="10246" y="20099"/>
                </a:lnTo>
              </a:path>
              <a:path w="21600" h="21600">
                <a:moveTo>
                  <a:pt x="7533" y="20000"/>
                </a:moveTo>
                <a:lnTo>
                  <a:pt x="7581" y="20000"/>
                </a:lnTo>
                <a:lnTo>
                  <a:pt x="7581" y="20099"/>
                </a:lnTo>
                <a:lnTo>
                  <a:pt x="7533" y="20099"/>
                </a:lnTo>
              </a:path>
              <a:path w="21600" h="21600">
                <a:moveTo>
                  <a:pt x="4828" y="20000"/>
                </a:moveTo>
                <a:lnTo>
                  <a:pt x="4876" y="20000"/>
                </a:lnTo>
                <a:lnTo>
                  <a:pt x="4876" y="20099"/>
                </a:lnTo>
                <a:lnTo>
                  <a:pt x="4828" y="20099"/>
                </a:lnTo>
              </a:path>
              <a:path w="21600" h="21600">
                <a:moveTo>
                  <a:pt x="2114" y="20000"/>
                </a:moveTo>
                <a:lnTo>
                  <a:pt x="2163" y="20000"/>
                </a:lnTo>
                <a:lnTo>
                  <a:pt x="2163" y="20099"/>
                </a:lnTo>
                <a:lnTo>
                  <a:pt x="2114" y="20099"/>
                </a:lnTo>
              </a:path>
              <a:path w="21600" h="21600">
                <a:moveTo>
                  <a:pt x="19743" y="19993"/>
                </a:moveTo>
                <a:lnTo>
                  <a:pt x="19782" y="19993"/>
                </a:lnTo>
                <a:lnTo>
                  <a:pt x="19782" y="20074"/>
                </a:lnTo>
                <a:lnTo>
                  <a:pt x="19743" y="20074"/>
                </a:lnTo>
              </a:path>
              <a:path w="21600" h="21600">
                <a:moveTo>
                  <a:pt x="18988" y="19993"/>
                </a:moveTo>
                <a:lnTo>
                  <a:pt x="19027" y="19993"/>
                </a:lnTo>
                <a:lnTo>
                  <a:pt x="19027" y="20074"/>
                </a:lnTo>
                <a:lnTo>
                  <a:pt x="18988" y="20074"/>
                </a:lnTo>
              </a:path>
              <a:path w="21600" h="21600">
                <a:moveTo>
                  <a:pt x="14324" y="19993"/>
                </a:moveTo>
                <a:lnTo>
                  <a:pt x="14363" y="19993"/>
                </a:lnTo>
                <a:lnTo>
                  <a:pt x="14363" y="20074"/>
                </a:lnTo>
                <a:lnTo>
                  <a:pt x="14324" y="20074"/>
                </a:lnTo>
              </a:path>
              <a:path w="21600" h="21600">
                <a:moveTo>
                  <a:pt x="13569" y="19993"/>
                </a:moveTo>
                <a:lnTo>
                  <a:pt x="13608" y="19993"/>
                </a:lnTo>
                <a:lnTo>
                  <a:pt x="13608" y="20074"/>
                </a:lnTo>
                <a:lnTo>
                  <a:pt x="13569" y="20074"/>
                </a:lnTo>
              </a:path>
              <a:path w="21600" h="21600">
                <a:moveTo>
                  <a:pt x="1817" y="19993"/>
                </a:moveTo>
                <a:lnTo>
                  <a:pt x="1856" y="19993"/>
                </a:lnTo>
                <a:lnTo>
                  <a:pt x="1856" y="20074"/>
                </a:lnTo>
                <a:lnTo>
                  <a:pt x="1817" y="20074"/>
                </a:lnTo>
              </a:path>
              <a:path w="21600" h="21600">
                <a:moveTo>
                  <a:pt x="20948" y="19985"/>
                </a:moveTo>
                <a:lnTo>
                  <a:pt x="20993" y="19985"/>
                </a:lnTo>
                <a:lnTo>
                  <a:pt x="20993" y="20077"/>
                </a:lnTo>
                <a:lnTo>
                  <a:pt x="20948" y="20077"/>
                </a:lnTo>
              </a:path>
              <a:path w="21600" h="21600">
                <a:moveTo>
                  <a:pt x="18235" y="19985"/>
                </a:moveTo>
                <a:lnTo>
                  <a:pt x="18279" y="19985"/>
                </a:lnTo>
                <a:lnTo>
                  <a:pt x="18279" y="20077"/>
                </a:lnTo>
                <a:lnTo>
                  <a:pt x="18235" y="20077"/>
                </a:lnTo>
              </a:path>
              <a:path w="21600" h="21600">
                <a:moveTo>
                  <a:pt x="15529" y="19985"/>
                </a:moveTo>
                <a:lnTo>
                  <a:pt x="15574" y="19985"/>
                </a:lnTo>
                <a:lnTo>
                  <a:pt x="15574" y="20077"/>
                </a:lnTo>
                <a:lnTo>
                  <a:pt x="15529" y="20077"/>
                </a:lnTo>
              </a:path>
              <a:path w="21600" h="21600">
                <a:moveTo>
                  <a:pt x="12816" y="19985"/>
                </a:moveTo>
                <a:lnTo>
                  <a:pt x="12860" y="19985"/>
                </a:lnTo>
                <a:lnTo>
                  <a:pt x="12860" y="20077"/>
                </a:lnTo>
                <a:lnTo>
                  <a:pt x="12816" y="20077"/>
                </a:lnTo>
              </a:path>
              <a:path w="21600" h="21600">
                <a:moveTo>
                  <a:pt x="6025" y="19985"/>
                </a:moveTo>
                <a:lnTo>
                  <a:pt x="6070" y="19985"/>
                </a:lnTo>
                <a:lnTo>
                  <a:pt x="6070" y="20077"/>
                </a:lnTo>
                <a:lnTo>
                  <a:pt x="6025" y="20077"/>
                </a:lnTo>
              </a:path>
              <a:path w="21600" h="21600">
                <a:moveTo>
                  <a:pt x="3319" y="19985"/>
                </a:moveTo>
                <a:lnTo>
                  <a:pt x="3364" y="19985"/>
                </a:lnTo>
                <a:lnTo>
                  <a:pt x="3364" y="20077"/>
                </a:lnTo>
                <a:lnTo>
                  <a:pt x="3319" y="20077"/>
                </a:lnTo>
              </a:path>
              <a:path w="21600" h="21600">
                <a:moveTo>
                  <a:pt x="606" y="19985"/>
                </a:moveTo>
                <a:lnTo>
                  <a:pt x="651" y="19985"/>
                </a:lnTo>
                <a:lnTo>
                  <a:pt x="651" y="20077"/>
                </a:lnTo>
                <a:lnTo>
                  <a:pt x="606" y="20077"/>
                </a:lnTo>
              </a:path>
              <a:path w="21600" h="21600">
                <a:moveTo>
                  <a:pt x="12356" y="19969"/>
                </a:moveTo>
                <a:lnTo>
                  <a:pt x="12414" y="19969"/>
                </a:lnTo>
                <a:lnTo>
                  <a:pt x="12414" y="20086"/>
                </a:lnTo>
                <a:lnTo>
                  <a:pt x="12356" y="20086"/>
                </a:lnTo>
              </a:path>
              <a:path w="21600" h="21600">
                <a:moveTo>
                  <a:pt x="9185" y="19969"/>
                </a:moveTo>
                <a:lnTo>
                  <a:pt x="9242" y="19969"/>
                </a:lnTo>
                <a:lnTo>
                  <a:pt x="9242" y="20086"/>
                </a:lnTo>
                <a:lnTo>
                  <a:pt x="9185" y="20086"/>
                </a:lnTo>
              </a:path>
              <a:path w="21600" h="21600">
                <a:moveTo>
                  <a:pt x="8747" y="19965"/>
                </a:moveTo>
                <a:lnTo>
                  <a:pt x="8774" y="19965"/>
                </a:lnTo>
                <a:lnTo>
                  <a:pt x="8774" y="20022"/>
                </a:lnTo>
                <a:lnTo>
                  <a:pt x="8747" y="20022"/>
                </a:lnTo>
              </a:path>
              <a:path w="21600" h="21600">
                <a:moveTo>
                  <a:pt x="2713" y="19962"/>
                </a:moveTo>
                <a:lnTo>
                  <a:pt x="2771" y="19962"/>
                </a:lnTo>
                <a:lnTo>
                  <a:pt x="2771" y="20080"/>
                </a:lnTo>
                <a:lnTo>
                  <a:pt x="2713" y="20080"/>
                </a:lnTo>
              </a:path>
              <a:path w="21600" h="21600">
                <a:moveTo>
                  <a:pt x="14173" y="19958"/>
                </a:moveTo>
                <a:lnTo>
                  <a:pt x="14212" y="19958"/>
                </a:lnTo>
                <a:lnTo>
                  <a:pt x="14212" y="20039"/>
                </a:lnTo>
                <a:lnTo>
                  <a:pt x="14173" y="20039"/>
                </a:lnTo>
              </a:path>
              <a:path w="21600" h="21600">
                <a:moveTo>
                  <a:pt x="21546" y="19951"/>
                </a:moveTo>
                <a:lnTo>
                  <a:pt x="21593" y="19951"/>
                </a:lnTo>
                <a:lnTo>
                  <a:pt x="21593" y="20048"/>
                </a:lnTo>
                <a:lnTo>
                  <a:pt x="21546" y="20048"/>
                </a:lnTo>
              </a:path>
              <a:path w="21600" h="21600">
                <a:moveTo>
                  <a:pt x="6" y="19951"/>
                </a:moveTo>
                <a:lnTo>
                  <a:pt x="53" y="19951"/>
                </a:lnTo>
                <a:lnTo>
                  <a:pt x="53" y="20048"/>
                </a:lnTo>
                <a:lnTo>
                  <a:pt x="6" y="20048"/>
                </a:lnTo>
              </a:path>
              <a:path w="21600" h="21600">
                <a:moveTo>
                  <a:pt x="17630" y="19948"/>
                </a:moveTo>
                <a:lnTo>
                  <a:pt x="17676" y="19948"/>
                </a:lnTo>
                <a:lnTo>
                  <a:pt x="17676" y="20043"/>
                </a:lnTo>
                <a:lnTo>
                  <a:pt x="17630" y="20043"/>
                </a:lnTo>
              </a:path>
              <a:path w="21600" h="21600">
                <a:moveTo>
                  <a:pt x="14924" y="19948"/>
                </a:moveTo>
                <a:lnTo>
                  <a:pt x="14971" y="19948"/>
                </a:lnTo>
                <a:lnTo>
                  <a:pt x="14971" y="20043"/>
                </a:lnTo>
                <a:lnTo>
                  <a:pt x="14924" y="20043"/>
                </a:lnTo>
              </a:path>
              <a:path w="21600" h="21600">
                <a:moveTo>
                  <a:pt x="12211" y="19948"/>
                </a:moveTo>
                <a:lnTo>
                  <a:pt x="12257" y="19948"/>
                </a:lnTo>
                <a:lnTo>
                  <a:pt x="12257" y="20043"/>
                </a:lnTo>
                <a:lnTo>
                  <a:pt x="12211" y="20043"/>
                </a:lnTo>
              </a:path>
              <a:path w="21600" h="21600">
                <a:moveTo>
                  <a:pt x="9341" y="19948"/>
                </a:moveTo>
                <a:lnTo>
                  <a:pt x="9388" y="19948"/>
                </a:lnTo>
                <a:lnTo>
                  <a:pt x="9388" y="20043"/>
                </a:lnTo>
                <a:lnTo>
                  <a:pt x="9341" y="20043"/>
                </a:lnTo>
              </a:path>
              <a:path w="21600" h="21600">
                <a:moveTo>
                  <a:pt x="3923" y="19948"/>
                </a:moveTo>
                <a:lnTo>
                  <a:pt x="3969" y="19948"/>
                </a:lnTo>
                <a:lnTo>
                  <a:pt x="3969" y="20043"/>
                </a:lnTo>
                <a:lnTo>
                  <a:pt x="3923" y="20043"/>
                </a:lnTo>
              </a:path>
              <a:path w="21600" h="21600">
                <a:moveTo>
                  <a:pt x="1209" y="19948"/>
                </a:moveTo>
                <a:lnTo>
                  <a:pt x="1256" y="19948"/>
                </a:lnTo>
                <a:lnTo>
                  <a:pt x="1256" y="20043"/>
                </a:lnTo>
                <a:lnTo>
                  <a:pt x="1209" y="20043"/>
                </a:lnTo>
              </a:path>
              <a:path w="21600" h="21600">
                <a:moveTo>
                  <a:pt x="20491" y="19942"/>
                </a:moveTo>
                <a:lnTo>
                  <a:pt x="20544" y="19942"/>
                </a:lnTo>
                <a:lnTo>
                  <a:pt x="20544" y="20052"/>
                </a:lnTo>
                <a:lnTo>
                  <a:pt x="20491" y="20052"/>
                </a:lnTo>
              </a:path>
              <a:path w="21600" h="21600">
                <a:moveTo>
                  <a:pt x="15071" y="19942"/>
                </a:moveTo>
                <a:lnTo>
                  <a:pt x="15125" y="19942"/>
                </a:lnTo>
                <a:lnTo>
                  <a:pt x="15125" y="20052"/>
                </a:lnTo>
                <a:lnTo>
                  <a:pt x="15071" y="20052"/>
                </a:lnTo>
              </a:path>
              <a:path w="21600" h="21600">
                <a:moveTo>
                  <a:pt x="6474" y="19942"/>
                </a:moveTo>
                <a:lnTo>
                  <a:pt x="6527" y="19942"/>
                </a:lnTo>
                <a:lnTo>
                  <a:pt x="6527" y="20052"/>
                </a:lnTo>
                <a:lnTo>
                  <a:pt x="6474" y="20052"/>
                </a:lnTo>
              </a:path>
              <a:path w="21600" h="21600">
                <a:moveTo>
                  <a:pt x="20041" y="19939"/>
                </a:moveTo>
                <a:lnTo>
                  <a:pt x="20088" y="19939"/>
                </a:lnTo>
                <a:lnTo>
                  <a:pt x="20088" y="20034"/>
                </a:lnTo>
                <a:lnTo>
                  <a:pt x="20041" y="20034"/>
                </a:lnTo>
              </a:path>
              <a:path w="21600" h="21600">
                <a:moveTo>
                  <a:pt x="17328" y="19939"/>
                </a:moveTo>
                <a:lnTo>
                  <a:pt x="17374" y="19939"/>
                </a:lnTo>
                <a:lnTo>
                  <a:pt x="17374" y="20034"/>
                </a:lnTo>
                <a:lnTo>
                  <a:pt x="17328" y="20034"/>
                </a:lnTo>
              </a:path>
              <a:path w="21600" h="21600">
                <a:moveTo>
                  <a:pt x="11909" y="19939"/>
                </a:moveTo>
                <a:lnTo>
                  <a:pt x="11955" y="19939"/>
                </a:lnTo>
                <a:lnTo>
                  <a:pt x="11955" y="20034"/>
                </a:lnTo>
                <a:lnTo>
                  <a:pt x="11909" y="20034"/>
                </a:lnTo>
              </a:path>
              <a:path w="21600" h="21600">
                <a:moveTo>
                  <a:pt x="9643" y="19939"/>
                </a:moveTo>
                <a:lnTo>
                  <a:pt x="9690" y="19939"/>
                </a:lnTo>
                <a:lnTo>
                  <a:pt x="9690" y="20034"/>
                </a:lnTo>
                <a:lnTo>
                  <a:pt x="9643" y="20034"/>
                </a:lnTo>
              </a:path>
              <a:path w="21600" h="21600">
                <a:moveTo>
                  <a:pt x="6930" y="19939"/>
                </a:moveTo>
                <a:lnTo>
                  <a:pt x="6977" y="19939"/>
                </a:lnTo>
                <a:lnTo>
                  <a:pt x="6977" y="20034"/>
                </a:lnTo>
                <a:lnTo>
                  <a:pt x="6930" y="20034"/>
                </a:lnTo>
              </a:path>
              <a:path w="21600" h="21600">
                <a:moveTo>
                  <a:pt x="4225" y="19939"/>
                </a:moveTo>
                <a:lnTo>
                  <a:pt x="4271" y="19939"/>
                </a:lnTo>
                <a:lnTo>
                  <a:pt x="4271" y="20034"/>
                </a:lnTo>
                <a:lnTo>
                  <a:pt x="4225" y="20034"/>
                </a:lnTo>
              </a:path>
              <a:path w="21600" h="21600">
                <a:moveTo>
                  <a:pt x="1511" y="19939"/>
                </a:moveTo>
                <a:lnTo>
                  <a:pt x="1558" y="19939"/>
                </a:lnTo>
                <a:lnTo>
                  <a:pt x="1558" y="20034"/>
                </a:lnTo>
                <a:lnTo>
                  <a:pt x="1511" y="20034"/>
                </a:lnTo>
              </a:path>
              <a:path w="21600" h="21600">
                <a:moveTo>
                  <a:pt x="10848" y="19937"/>
                </a:moveTo>
                <a:lnTo>
                  <a:pt x="10902" y="19937"/>
                </a:lnTo>
                <a:lnTo>
                  <a:pt x="10902" y="20046"/>
                </a:lnTo>
                <a:lnTo>
                  <a:pt x="10848" y="20046"/>
                </a:lnTo>
              </a:path>
              <a:path w="21600" h="21600">
                <a:moveTo>
                  <a:pt x="19284" y="19928"/>
                </a:moveTo>
                <a:lnTo>
                  <a:pt x="19335" y="19928"/>
                </a:lnTo>
                <a:lnTo>
                  <a:pt x="19335" y="20034"/>
                </a:lnTo>
                <a:lnTo>
                  <a:pt x="19284" y="20034"/>
                </a:lnTo>
              </a:path>
              <a:path w="21600" h="21600">
                <a:moveTo>
                  <a:pt x="13864" y="19928"/>
                </a:moveTo>
                <a:lnTo>
                  <a:pt x="13916" y="19928"/>
                </a:lnTo>
                <a:lnTo>
                  <a:pt x="13916" y="20034"/>
                </a:lnTo>
                <a:lnTo>
                  <a:pt x="13864" y="20034"/>
                </a:lnTo>
              </a:path>
              <a:path w="21600" h="21600">
                <a:moveTo>
                  <a:pt x="7682" y="19928"/>
                </a:moveTo>
                <a:lnTo>
                  <a:pt x="7734" y="19928"/>
                </a:lnTo>
                <a:lnTo>
                  <a:pt x="7734" y="20034"/>
                </a:lnTo>
                <a:lnTo>
                  <a:pt x="7682" y="20034"/>
                </a:lnTo>
              </a:path>
              <a:path w="21600" h="21600">
                <a:moveTo>
                  <a:pt x="2264" y="19928"/>
                </a:moveTo>
                <a:lnTo>
                  <a:pt x="2315" y="19928"/>
                </a:lnTo>
                <a:lnTo>
                  <a:pt x="2315" y="20034"/>
                </a:lnTo>
                <a:lnTo>
                  <a:pt x="2264" y="20034"/>
                </a:lnTo>
              </a:path>
              <a:path w="21600" h="21600">
                <a:moveTo>
                  <a:pt x="10400" y="19925"/>
                </a:moveTo>
                <a:lnTo>
                  <a:pt x="10443" y="19925"/>
                </a:lnTo>
                <a:lnTo>
                  <a:pt x="10443" y="20013"/>
                </a:lnTo>
                <a:lnTo>
                  <a:pt x="10400" y="20013"/>
                </a:lnTo>
              </a:path>
              <a:path w="21600" h="21600">
                <a:moveTo>
                  <a:pt x="16569" y="19918"/>
                </a:moveTo>
                <a:lnTo>
                  <a:pt x="16624" y="19918"/>
                </a:lnTo>
                <a:lnTo>
                  <a:pt x="16624" y="20031"/>
                </a:lnTo>
                <a:lnTo>
                  <a:pt x="16569" y="20031"/>
                </a:lnTo>
              </a:path>
              <a:path w="21600" h="21600">
                <a:moveTo>
                  <a:pt x="4975" y="19918"/>
                </a:moveTo>
                <a:lnTo>
                  <a:pt x="5030" y="19918"/>
                </a:lnTo>
                <a:lnTo>
                  <a:pt x="5030" y="20031"/>
                </a:lnTo>
                <a:lnTo>
                  <a:pt x="4975" y="20031"/>
                </a:lnTo>
              </a:path>
              <a:path w="21600" h="21600">
                <a:moveTo>
                  <a:pt x="6634" y="19902"/>
                </a:moveTo>
                <a:lnTo>
                  <a:pt x="6669" y="19902"/>
                </a:lnTo>
                <a:lnTo>
                  <a:pt x="6669" y="19973"/>
                </a:lnTo>
                <a:lnTo>
                  <a:pt x="6634" y="19973"/>
                </a:lnTo>
              </a:path>
              <a:path w="21600" h="21600">
                <a:moveTo>
                  <a:pt x="11159" y="19898"/>
                </a:moveTo>
                <a:lnTo>
                  <a:pt x="11195" y="19898"/>
                </a:lnTo>
                <a:lnTo>
                  <a:pt x="11195" y="19972"/>
                </a:lnTo>
                <a:lnTo>
                  <a:pt x="11159" y="19972"/>
                </a:lnTo>
              </a:path>
              <a:path w="21600" h="21600">
                <a:moveTo>
                  <a:pt x="17775" y="19892"/>
                </a:moveTo>
                <a:lnTo>
                  <a:pt x="17833" y="19892"/>
                </a:lnTo>
                <a:lnTo>
                  <a:pt x="17833" y="20009"/>
                </a:lnTo>
                <a:lnTo>
                  <a:pt x="17775" y="20009"/>
                </a:lnTo>
              </a:path>
              <a:path w="21600" h="21600">
                <a:moveTo>
                  <a:pt x="3766" y="19892"/>
                </a:moveTo>
                <a:lnTo>
                  <a:pt x="3823" y="19892"/>
                </a:lnTo>
                <a:lnTo>
                  <a:pt x="3823" y="20009"/>
                </a:lnTo>
                <a:lnTo>
                  <a:pt x="3766" y="20009"/>
                </a:lnTo>
              </a:path>
              <a:path w="21600" h="21600">
                <a:moveTo>
                  <a:pt x="12068" y="19890"/>
                </a:moveTo>
                <a:lnTo>
                  <a:pt x="12098" y="19890"/>
                </a:lnTo>
                <a:lnTo>
                  <a:pt x="12098" y="19953"/>
                </a:lnTo>
                <a:lnTo>
                  <a:pt x="12068" y="19953"/>
                </a:lnTo>
              </a:path>
              <a:path w="21600" h="21600">
                <a:moveTo>
                  <a:pt x="4374" y="19889"/>
                </a:moveTo>
                <a:lnTo>
                  <a:pt x="4424" y="19889"/>
                </a:lnTo>
                <a:lnTo>
                  <a:pt x="4424" y="19992"/>
                </a:lnTo>
                <a:lnTo>
                  <a:pt x="4374" y="19992"/>
                </a:lnTo>
              </a:path>
              <a:path w="21600" h="21600">
                <a:moveTo>
                  <a:pt x="3172" y="19882"/>
                </a:moveTo>
                <a:lnTo>
                  <a:pt x="3210" y="19882"/>
                </a:lnTo>
                <a:lnTo>
                  <a:pt x="3210" y="19959"/>
                </a:lnTo>
                <a:lnTo>
                  <a:pt x="3172" y="19959"/>
                </a:lnTo>
              </a:path>
              <a:path w="21600" h="21600">
                <a:moveTo>
                  <a:pt x="12663" y="19879"/>
                </a:moveTo>
                <a:lnTo>
                  <a:pt x="12711" y="19879"/>
                </a:lnTo>
                <a:lnTo>
                  <a:pt x="12711" y="19978"/>
                </a:lnTo>
                <a:lnTo>
                  <a:pt x="12663" y="19978"/>
                </a:lnTo>
              </a:path>
              <a:path w="21600" h="21600">
                <a:moveTo>
                  <a:pt x="8888" y="19879"/>
                </a:moveTo>
                <a:lnTo>
                  <a:pt x="8936" y="19879"/>
                </a:lnTo>
                <a:lnTo>
                  <a:pt x="8936" y="19978"/>
                </a:lnTo>
                <a:lnTo>
                  <a:pt x="8888" y="19978"/>
                </a:lnTo>
              </a:path>
              <a:path w="21600" h="21600">
                <a:moveTo>
                  <a:pt x="3469" y="19879"/>
                </a:moveTo>
                <a:lnTo>
                  <a:pt x="3517" y="19879"/>
                </a:lnTo>
                <a:lnTo>
                  <a:pt x="3517" y="19978"/>
                </a:lnTo>
                <a:lnTo>
                  <a:pt x="3469" y="19978"/>
                </a:lnTo>
              </a:path>
              <a:path w="21600" h="21600">
                <a:moveTo>
                  <a:pt x="20643" y="19875"/>
                </a:moveTo>
                <a:lnTo>
                  <a:pt x="20693" y="19875"/>
                </a:lnTo>
                <a:lnTo>
                  <a:pt x="20693" y="19978"/>
                </a:lnTo>
                <a:lnTo>
                  <a:pt x="20643" y="19978"/>
                </a:lnTo>
              </a:path>
              <a:path w="21600" h="21600">
                <a:moveTo>
                  <a:pt x="19133" y="19875"/>
                </a:moveTo>
                <a:lnTo>
                  <a:pt x="19184" y="19875"/>
                </a:lnTo>
                <a:lnTo>
                  <a:pt x="19184" y="19978"/>
                </a:lnTo>
                <a:lnTo>
                  <a:pt x="19133" y="19978"/>
                </a:lnTo>
              </a:path>
              <a:path w="21600" h="21600">
                <a:moveTo>
                  <a:pt x="18685" y="19875"/>
                </a:moveTo>
                <a:lnTo>
                  <a:pt x="18735" y="19875"/>
                </a:lnTo>
                <a:lnTo>
                  <a:pt x="18735" y="19978"/>
                </a:lnTo>
                <a:lnTo>
                  <a:pt x="18685" y="19978"/>
                </a:lnTo>
              </a:path>
              <a:path w="21600" h="21600">
                <a:moveTo>
                  <a:pt x="18383" y="19875"/>
                </a:moveTo>
                <a:lnTo>
                  <a:pt x="18433" y="19875"/>
                </a:lnTo>
                <a:lnTo>
                  <a:pt x="18433" y="19978"/>
                </a:lnTo>
                <a:lnTo>
                  <a:pt x="18383" y="19978"/>
                </a:lnTo>
              </a:path>
              <a:path w="21600" h="21600">
                <a:moveTo>
                  <a:pt x="17930" y="19875"/>
                </a:moveTo>
                <a:lnTo>
                  <a:pt x="17980" y="19875"/>
                </a:lnTo>
                <a:lnTo>
                  <a:pt x="17980" y="19978"/>
                </a:lnTo>
                <a:lnTo>
                  <a:pt x="17930" y="19978"/>
                </a:lnTo>
              </a:path>
              <a:path w="21600" h="21600">
                <a:moveTo>
                  <a:pt x="16420" y="19875"/>
                </a:moveTo>
                <a:lnTo>
                  <a:pt x="16470" y="19875"/>
                </a:lnTo>
                <a:lnTo>
                  <a:pt x="16470" y="19978"/>
                </a:lnTo>
                <a:lnTo>
                  <a:pt x="16420" y="19978"/>
                </a:lnTo>
              </a:path>
              <a:path w="21600" h="21600">
                <a:moveTo>
                  <a:pt x="15979" y="19875"/>
                </a:moveTo>
                <a:lnTo>
                  <a:pt x="16029" y="19875"/>
                </a:lnTo>
                <a:lnTo>
                  <a:pt x="16029" y="19978"/>
                </a:lnTo>
                <a:lnTo>
                  <a:pt x="15979" y="19978"/>
                </a:lnTo>
              </a:path>
              <a:path w="21600" h="21600">
                <a:moveTo>
                  <a:pt x="15677" y="19875"/>
                </a:moveTo>
                <a:lnTo>
                  <a:pt x="15727" y="19875"/>
                </a:lnTo>
                <a:lnTo>
                  <a:pt x="15727" y="19978"/>
                </a:lnTo>
                <a:lnTo>
                  <a:pt x="15677" y="19978"/>
                </a:lnTo>
              </a:path>
              <a:path w="21600" h="21600">
                <a:moveTo>
                  <a:pt x="15224" y="19875"/>
                </a:moveTo>
                <a:lnTo>
                  <a:pt x="15274" y="19875"/>
                </a:lnTo>
                <a:lnTo>
                  <a:pt x="15274" y="19978"/>
                </a:lnTo>
                <a:lnTo>
                  <a:pt x="15224" y="19978"/>
                </a:lnTo>
              </a:path>
              <a:path w="21600" h="21600">
                <a:moveTo>
                  <a:pt x="13714" y="19875"/>
                </a:moveTo>
                <a:lnTo>
                  <a:pt x="13764" y="19875"/>
                </a:lnTo>
                <a:lnTo>
                  <a:pt x="13764" y="19978"/>
                </a:lnTo>
                <a:lnTo>
                  <a:pt x="13714" y="19978"/>
                </a:lnTo>
              </a:path>
              <a:path w="21600" h="21600">
                <a:moveTo>
                  <a:pt x="13266" y="19875"/>
                </a:moveTo>
                <a:lnTo>
                  <a:pt x="13316" y="19875"/>
                </a:lnTo>
                <a:lnTo>
                  <a:pt x="13316" y="19978"/>
                </a:lnTo>
                <a:lnTo>
                  <a:pt x="13266" y="19978"/>
                </a:lnTo>
              </a:path>
              <a:path w="21600" h="21600">
                <a:moveTo>
                  <a:pt x="12964" y="19875"/>
                </a:moveTo>
                <a:lnTo>
                  <a:pt x="13014" y="19875"/>
                </a:lnTo>
                <a:lnTo>
                  <a:pt x="13014" y="19978"/>
                </a:lnTo>
                <a:lnTo>
                  <a:pt x="12964" y="19978"/>
                </a:lnTo>
              </a:path>
              <a:path w="21600" h="21600">
                <a:moveTo>
                  <a:pt x="12511" y="19875"/>
                </a:moveTo>
                <a:lnTo>
                  <a:pt x="12561" y="19875"/>
                </a:lnTo>
                <a:lnTo>
                  <a:pt x="12561" y="19978"/>
                </a:lnTo>
                <a:lnTo>
                  <a:pt x="12511" y="19978"/>
                </a:lnTo>
              </a:path>
              <a:path w="21600" h="21600">
                <a:moveTo>
                  <a:pt x="11001" y="19875"/>
                </a:moveTo>
                <a:lnTo>
                  <a:pt x="11051" y="19875"/>
                </a:lnTo>
                <a:lnTo>
                  <a:pt x="11051" y="19978"/>
                </a:lnTo>
                <a:lnTo>
                  <a:pt x="11001" y="19978"/>
                </a:lnTo>
              </a:path>
              <a:path w="21600" h="21600">
                <a:moveTo>
                  <a:pt x="9038" y="19875"/>
                </a:moveTo>
                <a:lnTo>
                  <a:pt x="9088" y="19875"/>
                </a:lnTo>
                <a:lnTo>
                  <a:pt x="9088" y="19978"/>
                </a:lnTo>
                <a:lnTo>
                  <a:pt x="9038" y="19978"/>
                </a:lnTo>
              </a:path>
              <a:path w="21600" h="21600">
                <a:moveTo>
                  <a:pt x="8585" y="19875"/>
                </a:moveTo>
                <a:lnTo>
                  <a:pt x="8635" y="19875"/>
                </a:lnTo>
                <a:lnTo>
                  <a:pt x="8635" y="19978"/>
                </a:lnTo>
                <a:lnTo>
                  <a:pt x="8585" y="19978"/>
                </a:lnTo>
              </a:path>
              <a:path w="21600" h="21600">
                <a:moveTo>
                  <a:pt x="8283" y="19875"/>
                </a:moveTo>
                <a:lnTo>
                  <a:pt x="8333" y="19875"/>
                </a:lnTo>
                <a:lnTo>
                  <a:pt x="8333" y="19978"/>
                </a:lnTo>
                <a:lnTo>
                  <a:pt x="8283" y="19978"/>
                </a:lnTo>
              </a:path>
              <a:path w="21600" h="21600">
                <a:moveTo>
                  <a:pt x="7834" y="19875"/>
                </a:moveTo>
                <a:lnTo>
                  <a:pt x="7884" y="19875"/>
                </a:lnTo>
                <a:lnTo>
                  <a:pt x="7884" y="19978"/>
                </a:lnTo>
                <a:lnTo>
                  <a:pt x="7834" y="19978"/>
                </a:lnTo>
              </a:path>
              <a:path w="21600" h="21600">
                <a:moveTo>
                  <a:pt x="6325" y="19875"/>
                </a:moveTo>
                <a:lnTo>
                  <a:pt x="6375" y="19875"/>
                </a:lnTo>
                <a:lnTo>
                  <a:pt x="6375" y="19978"/>
                </a:lnTo>
                <a:lnTo>
                  <a:pt x="6325" y="19978"/>
                </a:lnTo>
              </a:path>
              <a:path w="21600" h="21600">
                <a:moveTo>
                  <a:pt x="5872" y="19875"/>
                </a:moveTo>
                <a:lnTo>
                  <a:pt x="5922" y="19875"/>
                </a:lnTo>
                <a:lnTo>
                  <a:pt x="5922" y="19978"/>
                </a:lnTo>
                <a:lnTo>
                  <a:pt x="5872" y="19978"/>
                </a:lnTo>
              </a:path>
              <a:path w="21600" h="21600">
                <a:moveTo>
                  <a:pt x="5570" y="19875"/>
                </a:moveTo>
                <a:lnTo>
                  <a:pt x="5620" y="19875"/>
                </a:lnTo>
                <a:lnTo>
                  <a:pt x="5620" y="19978"/>
                </a:lnTo>
                <a:lnTo>
                  <a:pt x="5570" y="19978"/>
                </a:lnTo>
              </a:path>
              <a:path w="21600" h="21600">
                <a:moveTo>
                  <a:pt x="5129" y="19875"/>
                </a:moveTo>
                <a:lnTo>
                  <a:pt x="5179" y="19875"/>
                </a:lnTo>
                <a:lnTo>
                  <a:pt x="5179" y="19978"/>
                </a:lnTo>
                <a:lnTo>
                  <a:pt x="5129" y="19978"/>
                </a:lnTo>
              </a:path>
              <a:path w="21600" h="21600">
                <a:moveTo>
                  <a:pt x="2415" y="19875"/>
                </a:moveTo>
                <a:lnTo>
                  <a:pt x="2466" y="19875"/>
                </a:lnTo>
                <a:lnTo>
                  <a:pt x="2466" y="19978"/>
                </a:lnTo>
                <a:lnTo>
                  <a:pt x="2415" y="19978"/>
                </a:lnTo>
              </a:path>
              <a:path w="21600" h="21600">
                <a:moveTo>
                  <a:pt x="906" y="19875"/>
                </a:moveTo>
                <a:lnTo>
                  <a:pt x="956" y="19875"/>
                </a:lnTo>
                <a:lnTo>
                  <a:pt x="956" y="19978"/>
                </a:lnTo>
                <a:lnTo>
                  <a:pt x="906" y="19978"/>
                </a:lnTo>
              </a:path>
              <a:path w="21600" h="21600">
                <a:moveTo>
                  <a:pt x="453" y="19875"/>
                </a:moveTo>
                <a:lnTo>
                  <a:pt x="503" y="19875"/>
                </a:lnTo>
                <a:lnTo>
                  <a:pt x="503" y="19978"/>
                </a:lnTo>
                <a:lnTo>
                  <a:pt x="453" y="19978"/>
                </a:lnTo>
              </a:path>
              <a:path w="21600" h="21600">
                <a:moveTo>
                  <a:pt x="151" y="19875"/>
                </a:moveTo>
                <a:lnTo>
                  <a:pt x="201" y="19875"/>
                </a:lnTo>
                <a:lnTo>
                  <a:pt x="201" y="19978"/>
                </a:lnTo>
                <a:lnTo>
                  <a:pt x="151" y="19978"/>
                </a:lnTo>
              </a:path>
              <a:path w="21600" h="21600">
                <a:moveTo>
                  <a:pt x="2861" y="19866"/>
                </a:moveTo>
                <a:lnTo>
                  <a:pt x="2917" y="19866"/>
                </a:lnTo>
                <a:lnTo>
                  <a:pt x="2917" y="19979"/>
                </a:lnTo>
                <a:lnTo>
                  <a:pt x="2861" y="19979"/>
                </a:lnTo>
              </a:path>
              <a:path w="21600" h="21600">
                <a:moveTo>
                  <a:pt x="17181" y="19866"/>
                </a:moveTo>
                <a:lnTo>
                  <a:pt x="17219" y="19866"/>
                </a:lnTo>
                <a:lnTo>
                  <a:pt x="17219" y="19943"/>
                </a:lnTo>
                <a:lnTo>
                  <a:pt x="17181" y="19943"/>
                </a:lnTo>
              </a:path>
              <a:path w="21600" h="21600">
                <a:moveTo>
                  <a:pt x="16271" y="19857"/>
                </a:moveTo>
                <a:lnTo>
                  <a:pt x="16317" y="19857"/>
                </a:lnTo>
                <a:lnTo>
                  <a:pt x="16317" y="19952"/>
                </a:lnTo>
                <a:lnTo>
                  <a:pt x="16271" y="19952"/>
                </a:lnTo>
              </a:path>
              <a:path w="21600" h="21600">
                <a:moveTo>
                  <a:pt x="5281" y="19857"/>
                </a:moveTo>
                <a:lnTo>
                  <a:pt x="5328" y="19857"/>
                </a:lnTo>
                <a:lnTo>
                  <a:pt x="5328" y="19952"/>
                </a:lnTo>
                <a:lnTo>
                  <a:pt x="5281" y="19952"/>
                </a:lnTo>
              </a:path>
              <a:path w="21600" h="21600">
                <a:moveTo>
                  <a:pt x="15379" y="19856"/>
                </a:moveTo>
                <a:lnTo>
                  <a:pt x="15422" y="19856"/>
                </a:lnTo>
                <a:lnTo>
                  <a:pt x="15422" y="19944"/>
                </a:lnTo>
                <a:lnTo>
                  <a:pt x="15379" y="19944"/>
                </a:lnTo>
              </a:path>
              <a:path w="21600" h="21600">
                <a:moveTo>
                  <a:pt x="17026" y="19848"/>
                </a:moveTo>
                <a:lnTo>
                  <a:pt x="17072" y="19848"/>
                </a:lnTo>
                <a:lnTo>
                  <a:pt x="17072" y="19943"/>
                </a:lnTo>
                <a:lnTo>
                  <a:pt x="17026" y="19943"/>
                </a:lnTo>
              </a:path>
              <a:path w="21600" h="21600">
                <a:moveTo>
                  <a:pt x="11607" y="19848"/>
                </a:moveTo>
                <a:lnTo>
                  <a:pt x="11653" y="19848"/>
                </a:lnTo>
                <a:lnTo>
                  <a:pt x="11653" y="19943"/>
                </a:lnTo>
                <a:lnTo>
                  <a:pt x="11607" y="19943"/>
                </a:lnTo>
              </a:path>
              <a:path w="21600" h="21600">
                <a:moveTo>
                  <a:pt x="9945" y="19848"/>
                </a:moveTo>
                <a:lnTo>
                  <a:pt x="9992" y="19848"/>
                </a:lnTo>
                <a:lnTo>
                  <a:pt x="9992" y="19943"/>
                </a:lnTo>
                <a:lnTo>
                  <a:pt x="9945" y="19943"/>
                </a:lnTo>
              </a:path>
              <a:path w="21600" h="21600">
                <a:moveTo>
                  <a:pt x="4526" y="19848"/>
                </a:moveTo>
                <a:lnTo>
                  <a:pt x="4573" y="19848"/>
                </a:lnTo>
                <a:lnTo>
                  <a:pt x="4573" y="19943"/>
                </a:lnTo>
                <a:lnTo>
                  <a:pt x="4526" y="19943"/>
                </a:lnTo>
              </a:path>
              <a:path w="21600" h="21600">
                <a:moveTo>
                  <a:pt x="1659" y="19848"/>
                </a:moveTo>
                <a:lnTo>
                  <a:pt x="1712" y="19848"/>
                </a:lnTo>
                <a:lnTo>
                  <a:pt x="1712" y="19958"/>
                </a:lnTo>
                <a:lnTo>
                  <a:pt x="1659" y="19958"/>
                </a:lnTo>
              </a:path>
              <a:path w="21600" h="21600">
                <a:moveTo>
                  <a:pt x="19743" y="19844"/>
                </a:moveTo>
                <a:lnTo>
                  <a:pt x="19781" y="19844"/>
                </a:lnTo>
                <a:lnTo>
                  <a:pt x="19781" y="19921"/>
                </a:lnTo>
                <a:lnTo>
                  <a:pt x="19743" y="19921"/>
                </a:lnTo>
              </a:path>
              <a:path w="21600" h="21600">
                <a:moveTo>
                  <a:pt x="18989" y="19844"/>
                </a:moveTo>
                <a:lnTo>
                  <a:pt x="19026" y="19844"/>
                </a:lnTo>
                <a:lnTo>
                  <a:pt x="19026" y="19921"/>
                </a:lnTo>
                <a:lnTo>
                  <a:pt x="18989" y="19921"/>
                </a:lnTo>
              </a:path>
              <a:path w="21600" h="21600">
                <a:moveTo>
                  <a:pt x="14324" y="19844"/>
                </a:moveTo>
                <a:lnTo>
                  <a:pt x="14362" y="19844"/>
                </a:lnTo>
                <a:lnTo>
                  <a:pt x="14362" y="19921"/>
                </a:lnTo>
                <a:lnTo>
                  <a:pt x="14324" y="19921"/>
                </a:lnTo>
              </a:path>
              <a:path w="21600" h="21600">
                <a:moveTo>
                  <a:pt x="13570" y="19844"/>
                </a:moveTo>
                <a:lnTo>
                  <a:pt x="13607" y="19844"/>
                </a:lnTo>
                <a:lnTo>
                  <a:pt x="13607" y="19921"/>
                </a:lnTo>
                <a:lnTo>
                  <a:pt x="13570" y="19921"/>
                </a:lnTo>
              </a:path>
              <a:path w="21600" h="21600">
                <a:moveTo>
                  <a:pt x="1818" y="19844"/>
                </a:moveTo>
                <a:lnTo>
                  <a:pt x="1856" y="19844"/>
                </a:lnTo>
                <a:lnTo>
                  <a:pt x="1856" y="19921"/>
                </a:lnTo>
                <a:lnTo>
                  <a:pt x="1818" y="19921"/>
                </a:lnTo>
              </a:path>
              <a:path w="21600" h="21600">
                <a:moveTo>
                  <a:pt x="21246" y="19823"/>
                </a:moveTo>
                <a:lnTo>
                  <a:pt x="21298" y="19823"/>
                </a:lnTo>
                <a:lnTo>
                  <a:pt x="21298" y="19929"/>
                </a:lnTo>
                <a:lnTo>
                  <a:pt x="21246" y="19929"/>
                </a:lnTo>
              </a:path>
              <a:path w="21600" h="21600">
                <a:moveTo>
                  <a:pt x="18533" y="19823"/>
                </a:moveTo>
                <a:lnTo>
                  <a:pt x="18585" y="19823"/>
                </a:lnTo>
                <a:lnTo>
                  <a:pt x="18585" y="19929"/>
                </a:lnTo>
                <a:lnTo>
                  <a:pt x="18533" y="19929"/>
                </a:lnTo>
              </a:path>
              <a:path w="21600" h="21600">
                <a:moveTo>
                  <a:pt x="15827" y="19823"/>
                </a:moveTo>
                <a:lnTo>
                  <a:pt x="15879" y="19823"/>
                </a:lnTo>
                <a:lnTo>
                  <a:pt x="15879" y="19929"/>
                </a:lnTo>
                <a:lnTo>
                  <a:pt x="15827" y="19929"/>
                </a:lnTo>
              </a:path>
              <a:path w="21600" h="21600">
                <a:moveTo>
                  <a:pt x="13114" y="19823"/>
                </a:moveTo>
                <a:lnTo>
                  <a:pt x="13166" y="19823"/>
                </a:lnTo>
                <a:lnTo>
                  <a:pt x="13166" y="19929"/>
                </a:lnTo>
                <a:lnTo>
                  <a:pt x="13114" y="19929"/>
                </a:lnTo>
              </a:path>
              <a:path w="21600" h="21600">
                <a:moveTo>
                  <a:pt x="8433" y="19823"/>
                </a:moveTo>
                <a:lnTo>
                  <a:pt x="8485" y="19823"/>
                </a:lnTo>
                <a:lnTo>
                  <a:pt x="8485" y="19929"/>
                </a:lnTo>
                <a:lnTo>
                  <a:pt x="8433" y="19929"/>
                </a:lnTo>
              </a:path>
              <a:path w="21600" h="21600">
                <a:moveTo>
                  <a:pt x="3014" y="19823"/>
                </a:moveTo>
                <a:lnTo>
                  <a:pt x="3066" y="19823"/>
                </a:lnTo>
                <a:lnTo>
                  <a:pt x="3066" y="19929"/>
                </a:lnTo>
                <a:lnTo>
                  <a:pt x="3014" y="19929"/>
                </a:lnTo>
              </a:path>
              <a:path w="21600" h="21600">
                <a:moveTo>
                  <a:pt x="301" y="19823"/>
                </a:moveTo>
                <a:lnTo>
                  <a:pt x="353" y="19823"/>
                </a:lnTo>
                <a:lnTo>
                  <a:pt x="353" y="19929"/>
                </a:lnTo>
                <a:lnTo>
                  <a:pt x="301" y="19929"/>
                </a:lnTo>
              </a:path>
              <a:path w="21600" h="21600">
                <a:moveTo>
                  <a:pt x="1365" y="19809"/>
                </a:moveTo>
                <a:lnTo>
                  <a:pt x="1403" y="19809"/>
                </a:lnTo>
                <a:lnTo>
                  <a:pt x="1403" y="19887"/>
                </a:lnTo>
                <a:lnTo>
                  <a:pt x="1365" y="19887"/>
                </a:lnTo>
              </a:path>
              <a:path w="21600" h="21600">
                <a:moveTo>
                  <a:pt x="20350" y="19805"/>
                </a:moveTo>
                <a:lnTo>
                  <a:pt x="20383" y="19805"/>
                </a:lnTo>
                <a:lnTo>
                  <a:pt x="20383" y="19872"/>
                </a:lnTo>
                <a:lnTo>
                  <a:pt x="20350" y="19872"/>
                </a:lnTo>
              </a:path>
              <a:path w="21600" h="21600">
                <a:moveTo>
                  <a:pt x="10552" y="19802"/>
                </a:moveTo>
                <a:lnTo>
                  <a:pt x="10593" y="19802"/>
                </a:lnTo>
                <a:lnTo>
                  <a:pt x="10593" y="19887"/>
                </a:lnTo>
                <a:lnTo>
                  <a:pt x="10552" y="19887"/>
                </a:lnTo>
              </a:path>
              <a:path w="21600" h="21600">
                <a:moveTo>
                  <a:pt x="1053" y="19802"/>
                </a:moveTo>
                <a:lnTo>
                  <a:pt x="1110" y="19802"/>
                </a:lnTo>
                <a:lnTo>
                  <a:pt x="1110" y="19919"/>
                </a:lnTo>
                <a:lnTo>
                  <a:pt x="1053" y="19919"/>
                </a:lnTo>
              </a:path>
              <a:path w="21600" h="21600">
                <a:moveTo>
                  <a:pt x="19443" y="19799"/>
                </a:moveTo>
                <a:lnTo>
                  <a:pt x="19478" y="19799"/>
                </a:lnTo>
                <a:lnTo>
                  <a:pt x="19478" y="19870"/>
                </a:lnTo>
                <a:lnTo>
                  <a:pt x="19443" y="19870"/>
                </a:lnTo>
              </a:path>
              <a:path w="21600" h="21600">
                <a:moveTo>
                  <a:pt x="20949" y="19799"/>
                </a:moveTo>
                <a:lnTo>
                  <a:pt x="20992" y="19799"/>
                </a:lnTo>
                <a:lnTo>
                  <a:pt x="20992" y="19887"/>
                </a:lnTo>
                <a:lnTo>
                  <a:pt x="20949" y="19887"/>
                </a:lnTo>
              </a:path>
              <a:path w="21600" h="21600">
                <a:moveTo>
                  <a:pt x="18235" y="19799"/>
                </a:moveTo>
                <a:lnTo>
                  <a:pt x="18279" y="19799"/>
                </a:lnTo>
                <a:lnTo>
                  <a:pt x="18279" y="19887"/>
                </a:lnTo>
                <a:lnTo>
                  <a:pt x="18235" y="19887"/>
                </a:lnTo>
              </a:path>
              <a:path w="21600" h="21600">
                <a:moveTo>
                  <a:pt x="15530" y="19799"/>
                </a:moveTo>
                <a:lnTo>
                  <a:pt x="15573" y="19799"/>
                </a:lnTo>
                <a:lnTo>
                  <a:pt x="15573" y="19887"/>
                </a:lnTo>
                <a:lnTo>
                  <a:pt x="15530" y="19887"/>
                </a:lnTo>
              </a:path>
              <a:path w="21600" h="21600">
                <a:moveTo>
                  <a:pt x="12816" y="19799"/>
                </a:moveTo>
                <a:lnTo>
                  <a:pt x="12860" y="19799"/>
                </a:lnTo>
                <a:lnTo>
                  <a:pt x="12860" y="19887"/>
                </a:lnTo>
                <a:lnTo>
                  <a:pt x="12816" y="19887"/>
                </a:lnTo>
              </a:path>
              <a:path w="21600" h="21600">
                <a:moveTo>
                  <a:pt x="6026" y="19799"/>
                </a:moveTo>
                <a:lnTo>
                  <a:pt x="6069" y="19799"/>
                </a:lnTo>
                <a:lnTo>
                  <a:pt x="6069" y="19887"/>
                </a:lnTo>
                <a:lnTo>
                  <a:pt x="6026" y="19887"/>
                </a:lnTo>
              </a:path>
              <a:path w="21600" h="21600">
                <a:moveTo>
                  <a:pt x="3320" y="19799"/>
                </a:moveTo>
                <a:lnTo>
                  <a:pt x="3363" y="19799"/>
                </a:lnTo>
                <a:lnTo>
                  <a:pt x="3363" y="19887"/>
                </a:lnTo>
                <a:lnTo>
                  <a:pt x="3320" y="19887"/>
                </a:lnTo>
              </a:path>
              <a:path w="21600" h="21600">
                <a:moveTo>
                  <a:pt x="607" y="19799"/>
                </a:moveTo>
                <a:lnTo>
                  <a:pt x="650" y="19799"/>
                </a:lnTo>
                <a:lnTo>
                  <a:pt x="650" y="19887"/>
                </a:lnTo>
                <a:lnTo>
                  <a:pt x="607" y="19887"/>
                </a:lnTo>
              </a:path>
              <a:path w="21600" h="21600">
                <a:moveTo>
                  <a:pt x="21403" y="19799"/>
                </a:moveTo>
                <a:lnTo>
                  <a:pt x="21443" y="19799"/>
                </a:lnTo>
                <a:lnTo>
                  <a:pt x="21443" y="19880"/>
                </a:lnTo>
                <a:lnTo>
                  <a:pt x="21403" y="19880"/>
                </a:lnTo>
              </a:path>
              <a:path w="21600" h="21600">
                <a:moveTo>
                  <a:pt x="19586" y="19787"/>
                </a:moveTo>
                <a:lnTo>
                  <a:pt x="19637" y="19787"/>
                </a:lnTo>
                <a:lnTo>
                  <a:pt x="19637" y="19893"/>
                </a:lnTo>
                <a:lnTo>
                  <a:pt x="19586" y="19893"/>
                </a:lnTo>
              </a:path>
              <a:path w="21600" h="21600">
                <a:moveTo>
                  <a:pt x="16872" y="19787"/>
                </a:moveTo>
                <a:lnTo>
                  <a:pt x="16924" y="19787"/>
                </a:lnTo>
                <a:lnTo>
                  <a:pt x="16924" y="19893"/>
                </a:lnTo>
                <a:lnTo>
                  <a:pt x="16872" y="19893"/>
                </a:lnTo>
              </a:path>
              <a:path w="21600" h="21600">
                <a:moveTo>
                  <a:pt x="7380" y="19787"/>
                </a:moveTo>
                <a:lnTo>
                  <a:pt x="7432" y="19787"/>
                </a:lnTo>
                <a:lnTo>
                  <a:pt x="7432" y="19893"/>
                </a:lnTo>
                <a:lnTo>
                  <a:pt x="7380" y="19893"/>
                </a:lnTo>
              </a:path>
              <a:path w="21600" h="21600">
                <a:moveTo>
                  <a:pt x="4675" y="19787"/>
                </a:moveTo>
                <a:lnTo>
                  <a:pt x="4727" y="19787"/>
                </a:lnTo>
                <a:lnTo>
                  <a:pt x="4727" y="19893"/>
                </a:lnTo>
                <a:lnTo>
                  <a:pt x="4675" y="19893"/>
                </a:lnTo>
              </a:path>
              <a:path w="21600" h="21600">
                <a:moveTo>
                  <a:pt x="1962" y="19787"/>
                </a:moveTo>
                <a:lnTo>
                  <a:pt x="2013" y="19787"/>
                </a:lnTo>
                <a:lnTo>
                  <a:pt x="2013" y="19893"/>
                </a:lnTo>
                <a:lnTo>
                  <a:pt x="1962" y="19893"/>
                </a:lnTo>
              </a:path>
              <a:path w="21600" h="21600">
                <a:moveTo>
                  <a:pt x="8748" y="19779"/>
                </a:moveTo>
                <a:lnTo>
                  <a:pt x="8774" y="19779"/>
                </a:lnTo>
                <a:lnTo>
                  <a:pt x="8774" y="19831"/>
                </a:lnTo>
                <a:lnTo>
                  <a:pt x="8748" y="19831"/>
                </a:lnTo>
              </a:path>
              <a:path w="21600" h="21600">
                <a:moveTo>
                  <a:pt x="16724" y="19777"/>
                </a:moveTo>
                <a:lnTo>
                  <a:pt x="16770" y="19777"/>
                </a:lnTo>
                <a:lnTo>
                  <a:pt x="16770" y="19872"/>
                </a:lnTo>
                <a:lnTo>
                  <a:pt x="16724" y="19872"/>
                </a:lnTo>
              </a:path>
              <a:path w="21600" h="21600">
                <a:moveTo>
                  <a:pt x="14018" y="19777"/>
                </a:moveTo>
                <a:lnTo>
                  <a:pt x="14065" y="19777"/>
                </a:lnTo>
                <a:lnTo>
                  <a:pt x="14065" y="19872"/>
                </a:lnTo>
                <a:lnTo>
                  <a:pt x="14018" y="19872"/>
                </a:lnTo>
              </a:path>
              <a:path w="21600" h="21600">
                <a:moveTo>
                  <a:pt x="11305" y="19777"/>
                </a:moveTo>
                <a:lnTo>
                  <a:pt x="11351" y="19777"/>
                </a:lnTo>
                <a:lnTo>
                  <a:pt x="11351" y="19872"/>
                </a:lnTo>
                <a:lnTo>
                  <a:pt x="11305" y="19872"/>
                </a:lnTo>
              </a:path>
              <a:path w="21600" h="21600">
                <a:moveTo>
                  <a:pt x="10247" y="19777"/>
                </a:moveTo>
                <a:lnTo>
                  <a:pt x="10294" y="19777"/>
                </a:lnTo>
                <a:lnTo>
                  <a:pt x="10294" y="19872"/>
                </a:lnTo>
                <a:lnTo>
                  <a:pt x="10247" y="19872"/>
                </a:lnTo>
              </a:path>
              <a:path w="21600" h="21600">
                <a:moveTo>
                  <a:pt x="7534" y="19777"/>
                </a:moveTo>
                <a:lnTo>
                  <a:pt x="7581" y="19777"/>
                </a:lnTo>
                <a:lnTo>
                  <a:pt x="7581" y="19872"/>
                </a:lnTo>
                <a:lnTo>
                  <a:pt x="7534" y="19872"/>
                </a:lnTo>
              </a:path>
              <a:path w="21600" h="21600">
                <a:moveTo>
                  <a:pt x="4828" y="19777"/>
                </a:moveTo>
                <a:lnTo>
                  <a:pt x="4875" y="19777"/>
                </a:lnTo>
                <a:lnTo>
                  <a:pt x="4875" y="19872"/>
                </a:lnTo>
                <a:lnTo>
                  <a:pt x="4828" y="19872"/>
                </a:lnTo>
              </a:path>
              <a:path w="21600" h="21600">
                <a:moveTo>
                  <a:pt x="2115" y="19777"/>
                </a:moveTo>
                <a:lnTo>
                  <a:pt x="2162" y="19777"/>
                </a:lnTo>
                <a:lnTo>
                  <a:pt x="2162" y="19872"/>
                </a:lnTo>
                <a:lnTo>
                  <a:pt x="2115" y="19872"/>
                </a:lnTo>
              </a:path>
              <a:path w="21600" h="21600">
                <a:moveTo>
                  <a:pt x="18088" y="19769"/>
                </a:moveTo>
                <a:lnTo>
                  <a:pt x="18124" y="19769"/>
                </a:lnTo>
                <a:lnTo>
                  <a:pt x="18124" y="19843"/>
                </a:lnTo>
                <a:lnTo>
                  <a:pt x="18088" y="19843"/>
                </a:lnTo>
              </a:path>
              <a:path w="21600" h="21600">
                <a:moveTo>
                  <a:pt x="13408" y="19768"/>
                </a:moveTo>
                <a:lnTo>
                  <a:pt x="13467" y="19768"/>
                </a:lnTo>
                <a:lnTo>
                  <a:pt x="13467" y="19890"/>
                </a:lnTo>
                <a:lnTo>
                  <a:pt x="13408" y="19890"/>
                </a:lnTo>
              </a:path>
              <a:path w="21600" h="21600">
                <a:moveTo>
                  <a:pt x="8131" y="19768"/>
                </a:moveTo>
                <a:lnTo>
                  <a:pt x="8191" y="19768"/>
                </a:lnTo>
                <a:lnTo>
                  <a:pt x="8191" y="19890"/>
                </a:lnTo>
                <a:lnTo>
                  <a:pt x="8131" y="19890"/>
                </a:lnTo>
              </a:path>
              <a:path w="21600" h="21600">
                <a:moveTo>
                  <a:pt x="21547" y="19762"/>
                </a:moveTo>
                <a:lnTo>
                  <a:pt x="21592" y="19762"/>
                </a:lnTo>
                <a:lnTo>
                  <a:pt x="21592" y="19855"/>
                </a:lnTo>
                <a:lnTo>
                  <a:pt x="21547" y="19855"/>
                </a:lnTo>
              </a:path>
              <a:path w="21600" h="21600">
                <a:moveTo>
                  <a:pt x="7" y="19762"/>
                </a:moveTo>
                <a:lnTo>
                  <a:pt x="52" y="19762"/>
                </a:lnTo>
                <a:lnTo>
                  <a:pt x="52" y="19855"/>
                </a:lnTo>
                <a:lnTo>
                  <a:pt x="7" y="19855"/>
                </a:lnTo>
              </a:path>
              <a:path w="21600" h="21600">
                <a:moveTo>
                  <a:pt x="11160" y="19761"/>
                </a:moveTo>
                <a:lnTo>
                  <a:pt x="11194" y="19761"/>
                </a:lnTo>
                <a:lnTo>
                  <a:pt x="11194" y="19831"/>
                </a:lnTo>
                <a:lnTo>
                  <a:pt x="11160" y="19831"/>
                </a:lnTo>
              </a:path>
              <a:path w="21600" h="21600">
                <a:moveTo>
                  <a:pt x="20190" y="19759"/>
                </a:moveTo>
                <a:lnTo>
                  <a:pt x="20240" y="19759"/>
                </a:lnTo>
                <a:lnTo>
                  <a:pt x="20240" y="19862"/>
                </a:lnTo>
                <a:lnTo>
                  <a:pt x="20190" y="19862"/>
                </a:lnTo>
              </a:path>
              <a:path w="21600" h="21600">
                <a:moveTo>
                  <a:pt x="14771" y="19759"/>
                </a:moveTo>
                <a:lnTo>
                  <a:pt x="14821" y="19759"/>
                </a:lnTo>
                <a:lnTo>
                  <a:pt x="14821" y="19862"/>
                </a:lnTo>
                <a:lnTo>
                  <a:pt x="14771" y="19862"/>
                </a:lnTo>
              </a:path>
              <a:path w="21600" h="21600">
                <a:moveTo>
                  <a:pt x="9491" y="19759"/>
                </a:moveTo>
                <a:lnTo>
                  <a:pt x="9541" y="19759"/>
                </a:lnTo>
                <a:lnTo>
                  <a:pt x="9541" y="19862"/>
                </a:lnTo>
                <a:lnTo>
                  <a:pt x="9491" y="19862"/>
                </a:lnTo>
              </a:path>
              <a:path w="21600" h="21600">
                <a:moveTo>
                  <a:pt x="6777" y="19759"/>
                </a:moveTo>
                <a:lnTo>
                  <a:pt x="6828" y="19759"/>
                </a:lnTo>
                <a:lnTo>
                  <a:pt x="6828" y="19862"/>
                </a:lnTo>
                <a:lnTo>
                  <a:pt x="6777" y="19862"/>
                </a:lnTo>
              </a:path>
              <a:path w="21600" h="21600">
                <a:moveTo>
                  <a:pt x="4072" y="19759"/>
                </a:moveTo>
                <a:lnTo>
                  <a:pt x="4122" y="19759"/>
                </a:lnTo>
                <a:lnTo>
                  <a:pt x="4122" y="19862"/>
                </a:lnTo>
                <a:lnTo>
                  <a:pt x="4072" y="19862"/>
                </a:lnTo>
              </a:path>
              <a:path w="21600" h="21600">
                <a:moveTo>
                  <a:pt x="21101" y="19757"/>
                </a:moveTo>
                <a:lnTo>
                  <a:pt x="21141" y="19757"/>
                </a:lnTo>
                <a:lnTo>
                  <a:pt x="21141" y="19838"/>
                </a:lnTo>
                <a:lnTo>
                  <a:pt x="21101" y="19838"/>
                </a:lnTo>
              </a:path>
              <a:path w="21600" h="21600">
                <a:moveTo>
                  <a:pt x="3624" y="19757"/>
                </a:moveTo>
                <a:lnTo>
                  <a:pt x="3664" y="19757"/>
                </a:lnTo>
                <a:lnTo>
                  <a:pt x="3664" y="19838"/>
                </a:lnTo>
                <a:lnTo>
                  <a:pt x="3624" y="19838"/>
                </a:lnTo>
              </a:path>
              <a:path w="21600" h="21600">
                <a:moveTo>
                  <a:pt x="10401" y="19748"/>
                </a:moveTo>
                <a:lnTo>
                  <a:pt x="10442" y="19748"/>
                </a:lnTo>
                <a:lnTo>
                  <a:pt x="10442" y="19833"/>
                </a:lnTo>
                <a:lnTo>
                  <a:pt x="10401" y="19833"/>
                </a:lnTo>
              </a:path>
              <a:path w="21600" h="21600">
                <a:moveTo>
                  <a:pt x="17491" y="19748"/>
                </a:moveTo>
                <a:lnTo>
                  <a:pt x="17513" y="19748"/>
                </a:lnTo>
                <a:lnTo>
                  <a:pt x="17513" y="19793"/>
                </a:lnTo>
                <a:lnTo>
                  <a:pt x="17491" y="19793"/>
                </a:lnTo>
              </a:path>
              <a:path w="21600" h="21600">
                <a:moveTo>
                  <a:pt x="757" y="19748"/>
                </a:moveTo>
                <a:lnTo>
                  <a:pt x="802" y="19748"/>
                </a:lnTo>
                <a:lnTo>
                  <a:pt x="802" y="19840"/>
                </a:lnTo>
                <a:lnTo>
                  <a:pt x="757" y="19840"/>
                </a:lnTo>
              </a:path>
              <a:path w="21600" h="21600">
                <a:moveTo>
                  <a:pt x="20793" y="19741"/>
                </a:moveTo>
                <a:lnTo>
                  <a:pt x="20846" y="19741"/>
                </a:lnTo>
                <a:lnTo>
                  <a:pt x="20846" y="19851"/>
                </a:lnTo>
                <a:lnTo>
                  <a:pt x="20793" y="19851"/>
                </a:lnTo>
              </a:path>
              <a:path w="21600" h="21600">
                <a:moveTo>
                  <a:pt x="17631" y="19741"/>
                </a:moveTo>
                <a:lnTo>
                  <a:pt x="17675" y="19741"/>
                </a:lnTo>
                <a:lnTo>
                  <a:pt x="17675" y="19833"/>
                </a:lnTo>
                <a:lnTo>
                  <a:pt x="17631" y="19833"/>
                </a:lnTo>
              </a:path>
              <a:path w="21600" h="21600">
                <a:moveTo>
                  <a:pt x="14925" y="19741"/>
                </a:moveTo>
                <a:lnTo>
                  <a:pt x="14970" y="19741"/>
                </a:lnTo>
                <a:lnTo>
                  <a:pt x="14970" y="19833"/>
                </a:lnTo>
                <a:lnTo>
                  <a:pt x="14925" y="19833"/>
                </a:lnTo>
              </a:path>
              <a:path w="21600" h="21600">
                <a:moveTo>
                  <a:pt x="12212" y="19741"/>
                </a:moveTo>
                <a:lnTo>
                  <a:pt x="12256" y="19741"/>
                </a:lnTo>
                <a:lnTo>
                  <a:pt x="12256" y="19833"/>
                </a:lnTo>
                <a:lnTo>
                  <a:pt x="12212" y="19833"/>
                </a:lnTo>
              </a:path>
              <a:path w="21600" h="21600">
                <a:moveTo>
                  <a:pt x="9342" y="19741"/>
                </a:moveTo>
                <a:lnTo>
                  <a:pt x="9387" y="19741"/>
                </a:lnTo>
                <a:lnTo>
                  <a:pt x="9387" y="19833"/>
                </a:lnTo>
                <a:lnTo>
                  <a:pt x="9342" y="19833"/>
                </a:lnTo>
              </a:path>
              <a:path w="21600" h="21600">
                <a:moveTo>
                  <a:pt x="3923" y="19741"/>
                </a:moveTo>
                <a:lnTo>
                  <a:pt x="3968" y="19741"/>
                </a:lnTo>
                <a:lnTo>
                  <a:pt x="3968" y="19833"/>
                </a:lnTo>
                <a:lnTo>
                  <a:pt x="3923" y="19833"/>
                </a:lnTo>
              </a:path>
              <a:path w="21600" h="21600">
                <a:moveTo>
                  <a:pt x="1210" y="19741"/>
                </a:moveTo>
                <a:lnTo>
                  <a:pt x="1255" y="19741"/>
                </a:lnTo>
                <a:lnTo>
                  <a:pt x="1255" y="19833"/>
                </a:lnTo>
                <a:lnTo>
                  <a:pt x="1210" y="19833"/>
                </a:lnTo>
              </a:path>
              <a:path w="21600" h="21600">
                <a:moveTo>
                  <a:pt x="11754" y="19736"/>
                </a:moveTo>
                <a:lnTo>
                  <a:pt x="11808" y="19736"/>
                </a:lnTo>
                <a:lnTo>
                  <a:pt x="11808" y="19846"/>
                </a:lnTo>
                <a:lnTo>
                  <a:pt x="11754" y="19846"/>
                </a:lnTo>
              </a:path>
              <a:path w="21600" h="21600">
                <a:moveTo>
                  <a:pt x="9791" y="19736"/>
                </a:moveTo>
                <a:lnTo>
                  <a:pt x="9844" y="19736"/>
                </a:lnTo>
                <a:lnTo>
                  <a:pt x="9844" y="19846"/>
                </a:lnTo>
                <a:lnTo>
                  <a:pt x="9791" y="19846"/>
                </a:lnTo>
              </a:path>
              <a:path w="21600" h="21600">
                <a:moveTo>
                  <a:pt x="20042" y="19731"/>
                </a:moveTo>
                <a:lnTo>
                  <a:pt x="20087" y="19731"/>
                </a:lnTo>
                <a:lnTo>
                  <a:pt x="20087" y="19823"/>
                </a:lnTo>
                <a:lnTo>
                  <a:pt x="20042" y="19823"/>
                </a:lnTo>
              </a:path>
              <a:path w="21600" h="21600">
                <a:moveTo>
                  <a:pt x="17329" y="19731"/>
                </a:moveTo>
                <a:lnTo>
                  <a:pt x="17374" y="19731"/>
                </a:lnTo>
                <a:lnTo>
                  <a:pt x="17374" y="19823"/>
                </a:lnTo>
                <a:lnTo>
                  <a:pt x="17329" y="19823"/>
                </a:lnTo>
              </a:path>
              <a:path w="21600" h="21600">
                <a:moveTo>
                  <a:pt x="11910" y="19731"/>
                </a:moveTo>
                <a:lnTo>
                  <a:pt x="11954" y="19731"/>
                </a:lnTo>
                <a:lnTo>
                  <a:pt x="11954" y="19823"/>
                </a:lnTo>
                <a:lnTo>
                  <a:pt x="11910" y="19823"/>
                </a:lnTo>
              </a:path>
              <a:path w="21600" h="21600">
                <a:moveTo>
                  <a:pt x="9644" y="19731"/>
                </a:moveTo>
                <a:lnTo>
                  <a:pt x="9689" y="19731"/>
                </a:lnTo>
                <a:lnTo>
                  <a:pt x="9689" y="19823"/>
                </a:lnTo>
                <a:lnTo>
                  <a:pt x="9644" y="19823"/>
                </a:lnTo>
              </a:path>
              <a:path w="21600" h="21600">
                <a:moveTo>
                  <a:pt x="6931" y="19731"/>
                </a:moveTo>
                <a:lnTo>
                  <a:pt x="6976" y="19731"/>
                </a:lnTo>
                <a:lnTo>
                  <a:pt x="6976" y="19823"/>
                </a:lnTo>
                <a:lnTo>
                  <a:pt x="6931" y="19823"/>
                </a:lnTo>
              </a:path>
              <a:path w="21600" h="21600">
                <a:moveTo>
                  <a:pt x="4225" y="19731"/>
                </a:moveTo>
                <a:lnTo>
                  <a:pt x="4270" y="19731"/>
                </a:lnTo>
                <a:lnTo>
                  <a:pt x="4270" y="19823"/>
                </a:lnTo>
                <a:lnTo>
                  <a:pt x="4225" y="19823"/>
                </a:lnTo>
              </a:path>
              <a:path w="21600" h="21600">
                <a:moveTo>
                  <a:pt x="1512" y="19731"/>
                </a:moveTo>
                <a:lnTo>
                  <a:pt x="1557" y="19731"/>
                </a:lnTo>
                <a:lnTo>
                  <a:pt x="1557" y="19823"/>
                </a:lnTo>
                <a:lnTo>
                  <a:pt x="1512" y="19823"/>
                </a:lnTo>
              </a:path>
              <a:path w="21600" h="21600">
                <a:moveTo>
                  <a:pt x="5724" y="19729"/>
                </a:moveTo>
                <a:lnTo>
                  <a:pt x="5767" y="19729"/>
                </a:lnTo>
                <a:lnTo>
                  <a:pt x="5767" y="19817"/>
                </a:lnTo>
                <a:lnTo>
                  <a:pt x="5724" y="19817"/>
                </a:lnTo>
              </a:path>
              <a:path w="21600" h="21600">
                <a:moveTo>
                  <a:pt x="11451" y="19711"/>
                </a:moveTo>
                <a:lnTo>
                  <a:pt x="11507" y="19711"/>
                </a:lnTo>
                <a:lnTo>
                  <a:pt x="11507" y="19824"/>
                </a:lnTo>
                <a:lnTo>
                  <a:pt x="11451" y="19824"/>
                </a:lnTo>
              </a:path>
              <a:path w="21600" h="21600">
                <a:moveTo>
                  <a:pt x="6635" y="19695"/>
                </a:moveTo>
                <a:lnTo>
                  <a:pt x="6668" y="19695"/>
                </a:lnTo>
                <a:lnTo>
                  <a:pt x="6668" y="19762"/>
                </a:lnTo>
                <a:lnTo>
                  <a:pt x="6635" y="19762"/>
                </a:lnTo>
              </a:path>
              <a:path w="21600" h="21600">
                <a:moveTo>
                  <a:pt x="19744" y="19695"/>
                </a:moveTo>
                <a:lnTo>
                  <a:pt x="19780" y="19695"/>
                </a:lnTo>
                <a:lnTo>
                  <a:pt x="19780" y="19769"/>
                </a:lnTo>
                <a:lnTo>
                  <a:pt x="19744" y="19769"/>
                </a:lnTo>
              </a:path>
              <a:path w="21600" h="21600">
                <a:moveTo>
                  <a:pt x="18989" y="19695"/>
                </a:moveTo>
                <a:lnTo>
                  <a:pt x="19026" y="19695"/>
                </a:lnTo>
                <a:lnTo>
                  <a:pt x="19026" y="19769"/>
                </a:lnTo>
                <a:lnTo>
                  <a:pt x="18989" y="19769"/>
                </a:lnTo>
              </a:path>
              <a:path w="21600" h="21600">
                <a:moveTo>
                  <a:pt x="14325" y="19695"/>
                </a:moveTo>
                <a:lnTo>
                  <a:pt x="14361" y="19695"/>
                </a:lnTo>
                <a:lnTo>
                  <a:pt x="14361" y="19769"/>
                </a:lnTo>
                <a:lnTo>
                  <a:pt x="14325" y="19769"/>
                </a:lnTo>
              </a:path>
              <a:path w="21600" h="21600">
                <a:moveTo>
                  <a:pt x="13570" y="19695"/>
                </a:moveTo>
                <a:lnTo>
                  <a:pt x="13607" y="19695"/>
                </a:lnTo>
                <a:lnTo>
                  <a:pt x="13607" y="19769"/>
                </a:lnTo>
                <a:lnTo>
                  <a:pt x="13570" y="19769"/>
                </a:lnTo>
              </a:path>
              <a:path w="21600" h="21600">
                <a:moveTo>
                  <a:pt x="1819" y="19695"/>
                </a:moveTo>
                <a:lnTo>
                  <a:pt x="1855" y="19695"/>
                </a:lnTo>
                <a:lnTo>
                  <a:pt x="1855" y="19769"/>
                </a:lnTo>
                <a:lnTo>
                  <a:pt x="1819" y="19769"/>
                </a:lnTo>
              </a:path>
              <a:path w="21600" h="21600">
                <a:moveTo>
                  <a:pt x="14173" y="19653"/>
                </a:moveTo>
                <a:lnTo>
                  <a:pt x="14211" y="19653"/>
                </a:lnTo>
                <a:lnTo>
                  <a:pt x="14211" y="19731"/>
                </a:lnTo>
                <a:lnTo>
                  <a:pt x="14173" y="19731"/>
                </a:lnTo>
              </a:path>
              <a:path w="21600" h="21600">
                <a:moveTo>
                  <a:pt x="12664" y="19644"/>
                </a:moveTo>
                <a:lnTo>
                  <a:pt x="12710" y="19644"/>
                </a:lnTo>
                <a:lnTo>
                  <a:pt x="12710" y="19739"/>
                </a:lnTo>
                <a:lnTo>
                  <a:pt x="12664" y="19739"/>
                </a:lnTo>
              </a:path>
              <a:path w="21600" h="21600">
                <a:moveTo>
                  <a:pt x="8888" y="19644"/>
                </a:moveTo>
                <a:lnTo>
                  <a:pt x="8935" y="19644"/>
                </a:lnTo>
                <a:lnTo>
                  <a:pt x="8935" y="19739"/>
                </a:lnTo>
                <a:lnTo>
                  <a:pt x="8888" y="19739"/>
                </a:lnTo>
              </a:path>
              <a:path w="21600" h="21600">
                <a:moveTo>
                  <a:pt x="3470" y="19644"/>
                </a:moveTo>
                <a:lnTo>
                  <a:pt x="3516" y="19644"/>
                </a:lnTo>
                <a:lnTo>
                  <a:pt x="3516" y="19739"/>
                </a:lnTo>
                <a:lnTo>
                  <a:pt x="3470" y="19739"/>
                </a:lnTo>
              </a:path>
              <a:path w="21600" h="21600">
                <a:moveTo>
                  <a:pt x="16272" y="19641"/>
                </a:moveTo>
                <a:lnTo>
                  <a:pt x="16317" y="19641"/>
                </a:lnTo>
                <a:lnTo>
                  <a:pt x="16317" y="19733"/>
                </a:lnTo>
                <a:lnTo>
                  <a:pt x="16272" y="19733"/>
                </a:lnTo>
              </a:path>
              <a:path w="21600" h="21600">
                <a:moveTo>
                  <a:pt x="5282" y="19641"/>
                </a:moveTo>
                <a:lnTo>
                  <a:pt x="5327" y="19641"/>
                </a:lnTo>
                <a:lnTo>
                  <a:pt x="5327" y="19733"/>
                </a:lnTo>
                <a:lnTo>
                  <a:pt x="5282" y="19733"/>
                </a:lnTo>
              </a:path>
              <a:path w="21600" h="21600">
                <a:moveTo>
                  <a:pt x="19284" y="19641"/>
                </a:moveTo>
                <a:lnTo>
                  <a:pt x="19334" y="19641"/>
                </a:lnTo>
                <a:lnTo>
                  <a:pt x="19334" y="19744"/>
                </a:lnTo>
                <a:lnTo>
                  <a:pt x="19284" y="19744"/>
                </a:lnTo>
              </a:path>
              <a:path w="21600" h="21600">
                <a:moveTo>
                  <a:pt x="13865" y="19641"/>
                </a:moveTo>
                <a:lnTo>
                  <a:pt x="13915" y="19641"/>
                </a:lnTo>
                <a:lnTo>
                  <a:pt x="13915" y="19744"/>
                </a:lnTo>
                <a:lnTo>
                  <a:pt x="13865" y="19744"/>
                </a:lnTo>
              </a:path>
              <a:path w="21600" h="21600">
                <a:moveTo>
                  <a:pt x="7683" y="19641"/>
                </a:moveTo>
                <a:lnTo>
                  <a:pt x="7733" y="19641"/>
                </a:lnTo>
                <a:lnTo>
                  <a:pt x="7733" y="19744"/>
                </a:lnTo>
                <a:lnTo>
                  <a:pt x="7683" y="19744"/>
                </a:lnTo>
              </a:path>
              <a:path w="21600" h="21600">
                <a:moveTo>
                  <a:pt x="2265" y="19641"/>
                </a:moveTo>
                <a:lnTo>
                  <a:pt x="2315" y="19641"/>
                </a:lnTo>
                <a:lnTo>
                  <a:pt x="2315" y="19744"/>
                </a:lnTo>
                <a:lnTo>
                  <a:pt x="2265" y="19744"/>
                </a:lnTo>
              </a:path>
              <a:path w="21600" h="21600">
                <a:moveTo>
                  <a:pt x="17027" y="19632"/>
                </a:moveTo>
                <a:lnTo>
                  <a:pt x="17072" y="19632"/>
                </a:lnTo>
                <a:lnTo>
                  <a:pt x="17072" y="19723"/>
                </a:lnTo>
                <a:lnTo>
                  <a:pt x="17027" y="19723"/>
                </a:lnTo>
              </a:path>
              <a:path w="21600" h="21600">
                <a:moveTo>
                  <a:pt x="11608" y="19632"/>
                </a:moveTo>
                <a:lnTo>
                  <a:pt x="11652" y="19632"/>
                </a:lnTo>
                <a:lnTo>
                  <a:pt x="11652" y="19723"/>
                </a:lnTo>
                <a:lnTo>
                  <a:pt x="11608" y="19723"/>
                </a:lnTo>
              </a:path>
              <a:path w="21600" h="21600">
                <a:moveTo>
                  <a:pt x="9946" y="19632"/>
                </a:moveTo>
                <a:lnTo>
                  <a:pt x="9991" y="19632"/>
                </a:lnTo>
                <a:lnTo>
                  <a:pt x="9991" y="19723"/>
                </a:lnTo>
                <a:lnTo>
                  <a:pt x="9946" y="19723"/>
                </a:lnTo>
              </a:path>
              <a:path w="21600" h="21600">
                <a:moveTo>
                  <a:pt x="4527" y="19632"/>
                </a:moveTo>
                <a:lnTo>
                  <a:pt x="4572" y="19632"/>
                </a:lnTo>
                <a:lnTo>
                  <a:pt x="4572" y="19723"/>
                </a:lnTo>
                <a:lnTo>
                  <a:pt x="4527" y="19723"/>
                </a:lnTo>
              </a:path>
              <a:path w="21600" h="21600">
                <a:moveTo>
                  <a:pt x="4375" y="19630"/>
                </a:moveTo>
                <a:lnTo>
                  <a:pt x="4423" y="19630"/>
                </a:lnTo>
                <a:lnTo>
                  <a:pt x="4423" y="19729"/>
                </a:lnTo>
                <a:lnTo>
                  <a:pt x="4375" y="19729"/>
                </a:lnTo>
              </a:path>
              <a:path w="21600" h="21600">
                <a:moveTo>
                  <a:pt x="10101" y="19626"/>
                </a:moveTo>
                <a:lnTo>
                  <a:pt x="10138" y="19626"/>
                </a:lnTo>
                <a:lnTo>
                  <a:pt x="10138" y="19704"/>
                </a:lnTo>
                <a:lnTo>
                  <a:pt x="10101" y="19704"/>
                </a:lnTo>
              </a:path>
              <a:path w="21600" h="21600">
                <a:moveTo>
                  <a:pt x="11161" y="19624"/>
                </a:moveTo>
                <a:lnTo>
                  <a:pt x="11193" y="19624"/>
                </a:lnTo>
                <a:lnTo>
                  <a:pt x="11193" y="19691"/>
                </a:lnTo>
                <a:lnTo>
                  <a:pt x="11161" y="19691"/>
                </a:lnTo>
              </a:path>
              <a:path w="21600" h="21600">
                <a:moveTo>
                  <a:pt x="3173" y="19621"/>
                </a:moveTo>
                <a:lnTo>
                  <a:pt x="3209" y="19621"/>
                </a:lnTo>
                <a:lnTo>
                  <a:pt x="3209" y="19695"/>
                </a:lnTo>
                <a:lnTo>
                  <a:pt x="3173" y="19695"/>
                </a:lnTo>
              </a:path>
              <a:path w="21600" h="21600">
                <a:moveTo>
                  <a:pt x="20491" y="19616"/>
                </a:moveTo>
                <a:lnTo>
                  <a:pt x="20543" y="19616"/>
                </a:lnTo>
                <a:lnTo>
                  <a:pt x="20543" y="19722"/>
                </a:lnTo>
                <a:lnTo>
                  <a:pt x="20491" y="19722"/>
                </a:lnTo>
              </a:path>
              <a:path w="21600" h="21600">
                <a:moveTo>
                  <a:pt x="15072" y="19616"/>
                </a:moveTo>
                <a:lnTo>
                  <a:pt x="15124" y="19616"/>
                </a:lnTo>
                <a:lnTo>
                  <a:pt x="15124" y="19722"/>
                </a:lnTo>
                <a:lnTo>
                  <a:pt x="15072" y="19722"/>
                </a:lnTo>
              </a:path>
              <a:path w="21600" h="21600">
                <a:moveTo>
                  <a:pt x="12068" y="19616"/>
                </a:moveTo>
                <a:lnTo>
                  <a:pt x="12098" y="19616"/>
                </a:lnTo>
                <a:lnTo>
                  <a:pt x="12098" y="19676"/>
                </a:lnTo>
                <a:lnTo>
                  <a:pt x="12068" y="19676"/>
                </a:lnTo>
              </a:path>
              <a:path w="21600" h="21600">
                <a:moveTo>
                  <a:pt x="6475" y="19616"/>
                </a:moveTo>
                <a:lnTo>
                  <a:pt x="6526" y="19616"/>
                </a:lnTo>
                <a:lnTo>
                  <a:pt x="6526" y="19722"/>
                </a:lnTo>
                <a:lnTo>
                  <a:pt x="6475" y="19722"/>
                </a:lnTo>
              </a:path>
              <a:path w="21600" h="21600">
                <a:moveTo>
                  <a:pt x="20644" y="19614"/>
                </a:moveTo>
                <a:lnTo>
                  <a:pt x="20692" y="19614"/>
                </a:lnTo>
                <a:lnTo>
                  <a:pt x="20692" y="19713"/>
                </a:lnTo>
                <a:lnTo>
                  <a:pt x="20644" y="19713"/>
                </a:lnTo>
              </a:path>
              <a:path w="21600" h="21600">
                <a:moveTo>
                  <a:pt x="19134" y="19614"/>
                </a:moveTo>
                <a:lnTo>
                  <a:pt x="19183" y="19614"/>
                </a:lnTo>
                <a:lnTo>
                  <a:pt x="19183" y="19713"/>
                </a:lnTo>
                <a:lnTo>
                  <a:pt x="19134" y="19713"/>
                </a:lnTo>
              </a:path>
              <a:path w="21600" h="21600">
                <a:moveTo>
                  <a:pt x="18686" y="19614"/>
                </a:moveTo>
                <a:lnTo>
                  <a:pt x="18734" y="19614"/>
                </a:lnTo>
                <a:lnTo>
                  <a:pt x="18734" y="19713"/>
                </a:lnTo>
                <a:lnTo>
                  <a:pt x="18686" y="19713"/>
                </a:lnTo>
              </a:path>
              <a:path w="21600" h="21600">
                <a:moveTo>
                  <a:pt x="18384" y="19614"/>
                </a:moveTo>
                <a:lnTo>
                  <a:pt x="18432" y="19614"/>
                </a:lnTo>
                <a:lnTo>
                  <a:pt x="18432" y="19713"/>
                </a:lnTo>
                <a:lnTo>
                  <a:pt x="18384" y="19713"/>
                </a:lnTo>
              </a:path>
              <a:path w="21600" h="21600">
                <a:moveTo>
                  <a:pt x="17931" y="19614"/>
                </a:moveTo>
                <a:lnTo>
                  <a:pt x="17979" y="19614"/>
                </a:lnTo>
                <a:lnTo>
                  <a:pt x="17979" y="19713"/>
                </a:lnTo>
                <a:lnTo>
                  <a:pt x="17931" y="19713"/>
                </a:lnTo>
              </a:path>
              <a:path w="21600" h="21600">
                <a:moveTo>
                  <a:pt x="16421" y="19614"/>
                </a:moveTo>
                <a:lnTo>
                  <a:pt x="16469" y="19614"/>
                </a:lnTo>
                <a:lnTo>
                  <a:pt x="16469" y="19713"/>
                </a:lnTo>
                <a:lnTo>
                  <a:pt x="16421" y="19713"/>
                </a:lnTo>
              </a:path>
              <a:path w="21600" h="21600">
                <a:moveTo>
                  <a:pt x="15980" y="19614"/>
                </a:moveTo>
                <a:lnTo>
                  <a:pt x="16028" y="19614"/>
                </a:lnTo>
                <a:lnTo>
                  <a:pt x="16028" y="19713"/>
                </a:lnTo>
                <a:lnTo>
                  <a:pt x="15980" y="19713"/>
                </a:lnTo>
              </a:path>
              <a:path w="21600" h="21600">
                <a:moveTo>
                  <a:pt x="15678" y="19614"/>
                </a:moveTo>
                <a:lnTo>
                  <a:pt x="15726" y="19614"/>
                </a:lnTo>
                <a:lnTo>
                  <a:pt x="15726" y="19713"/>
                </a:lnTo>
                <a:lnTo>
                  <a:pt x="15678" y="19713"/>
                </a:lnTo>
              </a:path>
              <a:path w="21600" h="21600">
                <a:moveTo>
                  <a:pt x="15225" y="19614"/>
                </a:moveTo>
                <a:lnTo>
                  <a:pt x="15273" y="19614"/>
                </a:lnTo>
                <a:lnTo>
                  <a:pt x="15273" y="19713"/>
                </a:lnTo>
                <a:lnTo>
                  <a:pt x="15225" y="19713"/>
                </a:lnTo>
              </a:path>
              <a:path w="21600" h="21600">
                <a:moveTo>
                  <a:pt x="13715" y="19614"/>
                </a:moveTo>
                <a:lnTo>
                  <a:pt x="13764" y="19614"/>
                </a:lnTo>
                <a:lnTo>
                  <a:pt x="13764" y="19713"/>
                </a:lnTo>
                <a:lnTo>
                  <a:pt x="13715" y="19713"/>
                </a:lnTo>
              </a:path>
              <a:path w="21600" h="21600">
                <a:moveTo>
                  <a:pt x="13267" y="19614"/>
                </a:moveTo>
                <a:lnTo>
                  <a:pt x="13315" y="19614"/>
                </a:lnTo>
                <a:lnTo>
                  <a:pt x="13315" y="19713"/>
                </a:lnTo>
                <a:lnTo>
                  <a:pt x="13267" y="19713"/>
                </a:lnTo>
              </a:path>
              <a:path w="21600" h="21600">
                <a:moveTo>
                  <a:pt x="12965" y="19614"/>
                </a:moveTo>
                <a:lnTo>
                  <a:pt x="13013" y="19614"/>
                </a:lnTo>
                <a:lnTo>
                  <a:pt x="13013" y="19713"/>
                </a:lnTo>
                <a:lnTo>
                  <a:pt x="12965" y="19713"/>
                </a:lnTo>
              </a:path>
              <a:path w="21600" h="21600">
                <a:moveTo>
                  <a:pt x="12512" y="19614"/>
                </a:moveTo>
                <a:lnTo>
                  <a:pt x="12560" y="19614"/>
                </a:lnTo>
                <a:lnTo>
                  <a:pt x="12560" y="19713"/>
                </a:lnTo>
                <a:lnTo>
                  <a:pt x="12512" y="19713"/>
                </a:lnTo>
              </a:path>
              <a:path w="21600" h="21600">
                <a:moveTo>
                  <a:pt x="11002" y="19614"/>
                </a:moveTo>
                <a:lnTo>
                  <a:pt x="11050" y="19614"/>
                </a:lnTo>
                <a:lnTo>
                  <a:pt x="11050" y="19713"/>
                </a:lnTo>
                <a:lnTo>
                  <a:pt x="11002" y="19713"/>
                </a:lnTo>
              </a:path>
              <a:path w="21600" h="21600">
                <a:moveTo>
                  <a:pt x="9039" y="19614"/>
                </a:moveTo>
                <a:lnTo>
                  <a:pt x="9087" y="19614"/>
                </a:lnTo>
                <a:lnTo>
                  <a:pt x="9087" y="19713"/>
                </a:lnTo>
                <a:lnTo>
                  <a:pt x="9039" y="19713"/>
                </a:lnTo>
              </a:path>
              <a:path w="21600" h="21600">
                <a:moveTo>
                  <a:pt x="8585" y="19614"/>
                </a:moveTo>
                <a:lnTo>
                  <a:pt x="8634" y="19614"/>
                </a:lnTo>
                <a:lnTo>
                  <a:pt x="8634" y="19713"/>
                </a:lnTo>
                <a:lnTo>
                  <a:pt x="8585" y="19713"/>
                </a:lnTo>
              </a:path>
              <a:path w="21600" h="21600">
                <a:moveTo>
                  <a:pt x="8284" y="19614"/>
                </a:moveTo>
                <a:lnTo>
                  <a:pt x="8332" y="19614"/>
                </a:lnTo>
                <a:lnTo>
                  <a:pt x="8332" y="19713"/>
                </a:lnTo>
                <a:lnTo>
                  <a:pt x="8284" y="19713"/>
                </a:lnTo>
              </a:path>
              <a:path w="21600" h="21600">
                <a:moveTo>
                  <a:pt x="7835" y="19614"/>
                </a:moveTo>
                <a:lnTo>
                  <a:pt x="7883" y="19614"/>
                </a:lnTo>
                <a:lnTo>
                  <a:pt x="7883" y="19713"/>
                </a:lnTo>
                <a:lnTo>
                  <a:pt x="7835" y="19713"/>
                </a:lnTo>
              </a:path>
              <a:path w="21600" h="21600">
                <a:moveTo>
                  <a:pt x="6325" y="19614"/>
                </a:moveTo>
                <a:lnTo>
                  <a:pt x="6374" y="19614"/>
                </a:lnTo>
                <a:lnTo>
                  <a:pt x="6374" y="19713"/>
                </a:lnTo>
                <a:lnTo>
                  <a:pt x="6325" y="19713"/>
                </a:lnTo>
              </a:path>
              <a:path w="21600" h="21600">
                <a:moveTo>
                  <a:pt x="5872" y="19614"/>
                </a:moveTo>
                <a:lnTo>
                  <a:pt x="5921" y="19614"/>
                </a:lnTo>
                <a:lnTo>
                  <a:pt x="5921" y="19713"/>
                </a:lnTo>
                <a:lnTo>
                  <a:pt x="5872" y="19713"/>
                </a:lnTo>
              </a:path>
              <a:path w="21600" h="21600">
                <a:moveTo>
                  <a:pt x="5570" y="19614"/>
                </a:moveTo>
                <a:lnTo>
                  <a:pt x="5619" y="19614"/>
                </a:lnTo>
                <a:lnTo>
                  <a:pt x="5619" y="19713"/>
                </a:lnTo>
                <a:lnTo>
                  <a:pt x="5570" y="19713"/>
                </a:lnTo>
              </a:path>
              <a:path w="21600" h="21600">
                <a:moveTo>
                  <a:pt x="5130" y="19614"/>
                </a:moveTo>
                <a:lnTo>
                  <a:pt x="5178" y="19614"/>
                </a:lnTo>
                <a:lnTo>
                  <a:pt x="5178" y="19713"/>
                </a:lnTo>
                <a:lnTo>
                  <a:pt x="5130" y="19713"/>
                </a:lnTo>
              </a:path>
              <a:path w="21600" h="21600">
                <a:moveTo>
                  <a:pt x="2416" y="19614"/>
                </a:moveTo>
                <a:lnTo>
                  <a:pt x="2465" y="19614"/>
                </a:lnTo>
                <a:lnTo>
                  <a:pt x="2465" y="19713"/>
                </a:lnTo>
                <a:lnTo>
                  <a:pt x="2416" y="19713"/>
                </a:lnTo>
              </a:path>
              <a:path w="21600" h="21600">
                <a:moveTo>
                  <a:pt x="907" y="19614"/>
                </a:moveTo>
                <a:lnTo>
                  <a:pt x="955" y="19614"/>
                </a:lnTo>
                <a:lnTo>
                  <a:pt x="955" y="19713"/>
                </a:lnTo>
                <a:lnTo>
                  <a:pt x="907" y="19713"/>
                </a:lnTo>
              </a:path>
              <a:path w="21600" h="21600">
                <a:moveTo>
                  <a:pt x="454" y="19614"/>
                </a:moveTo>
                <a:lnTo>
                  <a:pt x="502" y="19614"/>
                </a:lnTo>
                <a:lnTo>
                  <a:pt x="502" y="19713"/>
                </a:lnTo>
                <a:lnTo>
                  <a:pt x="454" y="19713"/>
                </a:lnTo>
              </a:path>
              <a:path w="21600" h="21600">
                <a:moveTo>
                  <a:pt x="152" y="19614"/>
                </a:moveTo>
                <a:lnTo>
                  <a:pt x="200" y="19614"/>
                </a:lnTo>
                <a:lnTo>
                  <a:pt x="200" y="19713"/>
                </a:lnTo>
                <a:lnTo>
                  <a:pt x="152" y="19713"/>
                </a:lnTo>
              </a:path>
              <a:path w="21600" h="21600">
                <a:moveTo>
                  <a:pt x="20950" y="19612"/>
                </a:moveTo>
                <a:lnTo>
                  <a:pt x="20991" y="19612"/>
                </a:lnTo>
                <a:lnTo>
                  <a:pt x="20991" y="19697"/>
                </a:lnTo>
                <a:lnTo>
                  <a:pt x="20950" y="19697"/>
                </a:lnTo>
              </a:path>
              <a:path w="21600" h="21600">
                <a:moveTo>
                  <a:pt x="18236" y="19612"/>
                </a:moveTo>
                <a:lnTo>
                  <a:pt x="18278" y="19612"/>
                </a:lnTo>
                <a:lnTo>
                  <a:pt x="18278" y="19697"/>
                </a:lnTo>
                <a:lnTo>
                  <a:pt x="18236" y="19697"/>
                </a:lnTo>
              </a:path>
              <a:path w="21600" h="21600">
                <a:moveTo>
                  <a:pt x="15531" y="19612"/>
                </a:moveTo>
                <a:lnTo>
                  <a:pt x="15572" y="19612"/>
                </a:lnTo>
                <a:lnTo>
                  <a:pt x="15572" y="19697"/>
                </a:lnTo>
                <a:lnTo>
                  <a:pt x="15531" y="19697"/>
                </a:lnTo>
              </a:path>
              <a:path w="21600" h="21600">
                <a:moveTo>
                  <a:pt x="12817" y="19612"/>
                </a:moveTo>
                <a:lnTo>
                  <a:pt x="12859" y="19612"/>
                </a:lnTo>
                <a:lnTo>
                  <a:pt x="12859" y="19697"/>
                </a:lnTo>
                <a:lnTo>
                  <a:pt x="12817" y="19697"/>
                </a:lnTo>
              </a:path>
              <a:path w="21600" h="21600">
                <a:moveTo>
                  <a:pt x="6027" y="19612"/>
                </a:moveTo>
                <a:lnTo>
                  <a:pt x="6068" y="19612"/>
                </a:lnTo>
                <a:lnTo>
                  <a:pt x="6068" y="19697"/>
                </a:lnTo>
                <a:lnTo>
                  <a:pt x="6027" y="19697"/>
                </a:lnTo>
              </a:path>
              <a:path w="21600" h="21600">
                <a:moveTo>
                  <a:pt x="3321" y="19612"/>
                </a:moveTo>
                <a:lnTo>
                  <a:pt x="3363" y="19612"/>
                </a:lnTo>
                <a:lnTo>
                  <a:pt x="3363" y="19697"/>
                </a:lnTo>
                <a:lnTo>
                  <a:pt x="3321" y="19697"/>
                </a:lnTo>
              </a:path>
              <a:path w="21600" h="21600">
                <a:moveTo>
                  <a:pt x="608" y="19612"/>
                </a:moveTo>
                <a:lnTo>
                  <a:pt x="649" y="19612"/>
                </a:lnTo>
                <a:lnTo>
                  <a:pt x="649" y="19697"/>
                </a:lnTo>
                <a:lnTo>
                  <a:pt x="608" y="19697"/>
                </a:lnTo>
              </a:path>
              <a:path w="21600" h="21600">
                <a:moveTo>
                  <a:pt x="14467" y="19611"/>
                </a:moveTo>
                <a:lnTo>
                  <a:pt x="14522" y="19611"/>
                </a:lnTo>
                <a:lnTo>
                  <a:pt x="14522" y="19725"/>
                </a:lnTo>
                <a:lnTo>
                  <a:pt x="14467" y="19725"/>
                </a:lnTo>
              </a:path>
              <a:path w="21600" h="21600">
                <a:moveTo>
                  <a:pt x="7077" y="19611"/>
                </a:moveTo>
                <a:lnTo>
                  <a:pt x="7132" y="19611"/>
                </a:lnTo>
                <a:lnTo>
                  <a:pt x="7132" y="19725"/>
                </a:lnTo>
                <a:lnTo>
                  <a:pt x="7077" y="19725"/>
                </a:lnTo>
              </a:path>
              <a:path w="21600" h="21600">
                <a:moveTo>
                  <a:pt x="10849" y="19609"/>
                </a:moveTo>
                <a:lnTo>
                  <a:pt x="10901" y="19609"/>
                </a:lnTo>
                <a:lnTo>
                  <a:pt x="10901" y="19716"/>
                </a:lnTo>
                <a:lnTo>
                  <a:pt x="10849" y="19716"/>
                </a:lnTo>
              </a:path>
              <a:path w="21600" h="21600">
                <a:moveTo>
                  <a:pt x="17182" y="19606"/>
                </a:moveTo>
                <a:lnTo>
                  <a:pt x="17218" y="19606"/>
                </a:lnTo>
                <a:lnTo>
                  <a:pt x="17218" y="19680"/>
                </a:lnTo>
                <a:lnTo>
                  <a:pt x="17182" y="19680"/>
                </a:lnTo>
              </a:path>
              <a:path w="21600" h="21600">
                <a:moveTo>
                  <a:pt x="2862" y="19605"/>
                </a:moveTo>
                <a:lnTo>
                  <a:pt x="2916" y="19605"/>
                </a:lnTo>
                <a:lnTo>
                  <a:pt x="2916" y="19714"/>
                </a:lnTo>
                <a:lnTo>
                  <a:pt x="2862" y="19714"/>
                </a:lnTo>
              </a:path>
              <a:path w="21600" h="21600">
                <a:moveTo>
                  <a:pt x="20351" y="19598"/>
                </a:moveTo>
                <a:lnTo>
                  <a:pt x="20382" y="19598"/>
                </a:lnTo>
                <a:lnTo>
                  <a:pt x="20382" y="19661"/>
                </a:lnTo>
                <a:lnTo>
                  <a:pt x="20351" y="19661"/>
                </a:lnTo>
              </a:path>
              <a:path w="21600" h="21600">
                <a:moveTo>
                  <a:pt x="8749" y="19592"/>
                </a:moveTo>
                <a:lnTo>
                  <a:pt x="8773" y="19592"/>
                </a:lnTo>
                <a:lnTo>
                  <a:pt x="8773" y="19641"/>
                </a:lnTo>
                <a:lnTo>
                  <a:pt x="8749" y="19641"/>
                </a:lnTo>
              </a:path>
              <a:path w="21600" h="21600">
                <a:moveTo>
                  <a:pt x="19444" y="19577"/>
                </a:moveTo>
                <a:lnTo>
                  <a:pt x="19477" y="19577"/>
                </a:lnTo>
                <a:lnTo>
                  <a:pt x="19477" y="19644"/>
                </a:lnTo>
                <a:lnTo>
                  <a:pt x="19444" y="19644"/>
                </a:lnTo>
              </a:path>
              <a:path w="21600" h="21600">
                <a:moveTo>
                  <a:pt x="21548" y="19572"/>
                </a:moveTo>
                <a:lnTo>
                  <a:pt x="21592" y="19572"/>
                </a:lnTo>
                <a:lnTo>
                  <a:pt x="21592" y="19662"/>
                </a:lnTo>
                <a:lnTo>
                  <a:pt x="21548" y="19662"/>
                </a:lnTo>
              </a:path>
              <a:path w="21600" h="21600">
                <a:moveTo>
                  <a:pt x="7" y="19572"/>
                </a:moveTo>
                <a:lnTo>
                  <a:pt x="51" y="19572"/>
                </a:lnTo>
                <a:lnTo>
                  <a:pt x="51" y="19662"/>
                </a:lnTo>
                <a:lnTo>
                  <a:pt x="7" y="19662"/>
                </a:lnTo>
              </a:path>
              <a:path w="21600" h="21600">
                <a:moveTo>
                  <a:pt x="10402" y="19571"/>
                </a:moveTo>
                <a:lnTo>
                  <a:pt x="10441" y="19571"/>
                </a:lnTo>
                <a:lnTo>
                  <a:pt x="10441" y="19652"/>
                </a:lnTo>
                <a:lnTo>
                  <a:pt x="10402" y="19652"/>
                </a:lnTo>
              </a:path>
              <a:path w="21600" h="21600">
                <a:moveTo>
                  <a:pt x="16725" y="19554"/>
                </a:moveTo>
                <a:lnTo>
                  <a:pt x="16770" y="19554"/>
                </a:lnTo>
                <a:lnTo>
                  <a:pt x="16770" y="19646"/>
                </a:lnTo>
                <a:lnTo>
                  <a:pt x="16725" y="19646"/>
                </a:lnTo>
              </a:path>
              <a:path w="21600" h="21600">
                <a:moveTo>
                  <a:pt x="14019" y="19554"/>
                </a:moveTo>
                <a:lnTo>
                  <a:pt x="14064" y="19554"/>
                </a:lnTo>
                <a:lnTo>
                  <a:pt x="14064" y="19646"/>
                </a:lnTo>
                <a:lnTo>
                  <a:pt x="14019" y="19646"/>
                </a:lnTo>
              </a:path>
              <a:path w="21600" h="21600">
                <a:moveTo>
                  <a:pt x="11306" y="19554"/>
                </a:moveTo>
                <a:lnTo>
                  <a:pt x="11350" y="19554"/>
                </a:lnTo>
                <a:lnTo>
                  <a:pt x="11350" y="19646"/>
                </a:lnTo>
                <a:lnTo>
                  <a:pt x="11306" y="19646"/>
                </a:lnTo>
              </a:path>
              <a:path w="21600" h="21600">
                <a:moveTo>
                  <a:pt x="10248" y="19554"/>
                </a:moveTo>
                <a:lnTo>
                  <a:pt x="10293" y="19554"/>
                </a:lnTo>
                <a:lnTo>
                  <a:pt x="10293" y="19646"/>
                </a:lnTo>
                <a:lnTo>
                  <a:pt x="10248" y="19646"/>
                </a:lnTo>
              </a:path>
              <a:path w="21600" h="21600">
                <a:moveTo>
                  <a:pt x="7535" y="19554"/>
                </a:moveTo>
                <a:lnTo>
                  <a:pt x="7580" y="19554"/>
                </a:lnTo>
                <a:lnTo>
                  <a:pt x="7580" y="19646"/>
                </a:lnTo>
                <a:lnTo>
                  <a:pt x="7535" y="19646"/>
                </a:lnTo>
              </a:path>
              <a:path w="21600" h="21600">
                <a:moveTo>
                  <a:pt x="4829" y="19554"/>
                </a:moveTo>
                <a:lnTo>
                  <a:pt x="4874" y="19554"/>
                </a:lnTo>
                <a:lnTo>
                  <a:pt x="4874" y="19646"/>
                </a:lnTo>
                <a:lnTo>
                  <a:pt x="4829" y="19646"/>
                </a:lnTo>
              </a:path>
              <a:path w="21600" h="21600">
                <a:moveTo>
                  <a:pt x="2116" y="19554"/>
                </a:moveTo>
                <a:lnTo>
                  <a:pt x="2161" y="19554"/>
                </a:lnTo>
                <a:lnTo>
                  <a:pt x="2161" y="19646"/>
                </a:lnTo>
                <a:lnTo>
                  <a:pt x="2116" y="19646"/>
                </a:lnTo>
              </a:path>
              <a:path w="21600" h="21600">
                <a:moveTo>
                  <a:pt x="19745" y="19546"/>
                </a:moveTo>
                <a:lnTo>
                  <a:pt x="19780" y="19546"/>
                </a:lnTo>
                <a:lnTo>
                  <a:pt x="19780" y="19617"/>
                </a:lnTo>
                <a:lnTo>
                  <a:pt x="19745" y="19617"/>
                </a:lnTo>
              </a:path>
              <a:path w="21600" h="21600">
                <a:moveTo>
                  <a:pt x="18990" y="19546"/>
                </a:moveTo>
                <a:lnTo>
                  <a:pt x="19025" y="19546"/>
                </a:lnTo>
                <a:lnTo>
                  <a:pt x="19025" y="19617"/>
                </a:lnTo>
                <a:lnTo>
                  <a:pt x="18990" y="19617"/>
                </a:lnTo>
              </a:path>
              <a:path w="21600" h="21600">
                <a:moveTo>
                  <a:pt x="14326" y="19546"/>
                </a:moveTo>
                <a:lnTo>
                  <a:pt x="14361" y="19546"/>
                </a:lnTo>
                <a:lnTo>
                  <a:pt x="14361" y="19617"/>
                </a:lnTo>
                <a:lnTo>
                  <a:pt x="14326" y="19617"/>
                </a:lnTo>
              </a:path>
              <a:path w="21600" h="21600">
                <a:moveTo>
                  <a:pt x="13571" y="19546"/>
                </a:moveTo>
                <a:lnTo>
                  <a:pt x="13606" y="19546"/>
                </a:lnTo>
                <a:lnTo>
                  <a:pt x="13606" y="19617"/>
                </a:lnTo>
                <a:lnTo>
                  <a:pt x="13571" y="19617"/>
                </a:lnTo>
              </a:path>
              <a:path w="21600" h="21600">
                <a:moveTo>
                  <a:pt x="1819" y="19546"/>
                </a:moveTo>
                <a:lnTo>
                  <a:pt x="1854" y="19546"/>
                </a:lnTo>
                <a:lnTo>
                  <a:pt x="1854" y="19617"/>
                </a:lnTo>
                <a:lnTo>
                  <a:pt x="1819" y="19617"/>
                </a:lnTo>
              </a:path>
              <a:path w="21600" h="21600">
                <a:moveTo>
                  <a:pt x="10553" y="19541"/>
                </a:moveTo>
                <a:lnTo>
                  <a:pt x="10592" y="19541"/>
                </a:lnTo>
                <a:lnTo>
                  <a:pt x="10592" y="19622"/>
                </a:lnTo>
                <a:lnTo>
                  <a:pt x="10553" y="19622"/>
                </a:lnTo>
              </a:path>
              <a:path w="21600" h="21600">
                <a:moveTo>
                  <a:pt x="21404" y="19537"/>
                </a:moveTo>
                <a:lnTo>
                  <a:pt x="21442" y="19537"/>
                </a:lnTo>
                <a:lnTo>
                  <a:pt x="21442" y="19615"/>
                </a:lnTo>
                <a:lnTo>
                  <a:pt x="21404" y="19615"/>
                </a:lnTo>
              </a:path>
              <a:path w="21600" h="21600">
                <a:moveTo>
                  <a:pt x="1366" y="19535"/>
                </a:moveTo>
                <a:lnTo>
                  <a:pt x="1402" y="19535"/>
                </a:lnTo>
                <a:lnTo>
                  <a:pt x="1402" y="19609"/>
                </a:lnTo>
                <a:lnTo>
                  <a:pt x="1366" y="19609"/>
                </a:lnTo>
              </a:path>
              <a:path w="21600" h="21600">
                <a:moveTo>
                  <a:pt x="18089" y="19534"/>
                </a:moveTo>
                <a:lnTo>
                  <a:pt x="18123" y="19534"/>
                </a:lnTo>
                <a:lnTo>
                  <a:pt x="18123" y="19604"/>
                </a:lnTo>
                <a:lnTo>
                  <a:pt x="18089" y="19604"/>
                </a:lnTo>
              </a:path>
              <a:path w="21600" h="21600">
                <a:moveTo>
                  <a:pt x="17632" y="19534"/>
                </a:moveTo>
                <a:lnTo>
                  <a:pt x="17675" y="19534"/>
                </a:lnTo>
                <a:lnTo>
                  <a:pt x="17675" y="19622"/>
                </a:lnTo>
                <a:lnTo>
                  <a:pt x="17632" y="19622"/>
                </a:lnTo>
              </a:path>
              <a:path w="21600" h="21600">
                <a:moveTo>
                  <a:pt x="14926" y="19534"/>
                </a:moveTo>
                <a:lnTo>
                  <a:pt x="14969" y="19534"/>
                </a:lnTo>
                <a:lnTo>
                  <a:pt x="14969" y="19622"/>
                </a:lnTo>
                <a:lnTo>
                  <a:pt x="14926" y="19622"/>
                </a:lnTo>
              </a:path>
              <a:path w="21600" h="21600">
                <a:moveTo>
                  <a:pt x="12212" y="19534"/>
                </a:moveTo>
                <a:lnTo>
                  <a:pt x="12256" y="19534"/>
                </a:lnTo>
                <a:lnTo>
                  <a:pt x="12256" y="19622"/>
                </a:lnTo>
                <a:lnTo>
                  <a:pt x="12212" y="19622"/>
                </a:lnTo>
              </a:path>
              <a:path w="21600" h="21600">
                <a:moveTo>
                  <a:pt x="9343" y="19534"/>
                </a:moveTo>
                <a:lnTo>
                  <a:pt x="9386" y="19534"/>
                </a:lnTo>
                <a:lnTo>
                  <a:pt x="9386" y="19622"/>
                </a:lnTo>
                <a:lnTo>
                  <a:pt x="9343" y="19622"/>
                </a:lnTo>
              </a:path>
              <a:path w="21600" h="21600">
                <a:moveTo>
                  <a:pt x="3924" y="19534"/>
                </a:moveTo>
                <a:lnTo>
                  <a:pt x="3967" y="19534"/>
                </a:lnTo>
                <a:lnTo>
                  <a:pt x="3967" y="19622"/>
                </a:lnTo>
                <a:lnTo>
                  <a:pt x="3924" y="19622"/>
                </a:lnTo>
              </a:path>
              <a:path w="21600" h="21600">
                <a:moveTo>
                  <a:pt x="1211" y="19534"/>
                </a:moveTo>
                <a:lnTo>
                  <a:pt x="1254" y="19534"/>
                </a:lnTo>
                <a:lnTo>
                  <a:pt x="1254" y="19622"/>
                </a:lnTo>
                <a:lnTo>
                  <a:pt x="1211" y="19622"/>
                </a:lnTo>
              </a:path>
              <a:path w="21600" h="21600">
                <a:moveTo>
                  <a:pt x="16569" y="19533"/>
                </a:moveTo>
                <a:lnTo>
                  <a:pt x="16623" y="19533"/>
                </a:lnTo>
                <a:lnTo>
                  <a:pt x="16623" y="19643"/>
                </a:lnTo>
                <a:lnTo>
                  <a:pt x="16569" y="19643"/>
                </a:lnTo>
              </a:path>
              <a:path w="21600" h="21600">
                <a:moveTo>
                  <a:pt x="4976" y="19533"/>
                </a:moveTo>
                <a:lnTo>
                  <a:pt x="5030" y="19533"/>
                </a:lnTo>
                <a:lnTo>
                  <a:pt x="5030" y="19643"/>
                </a:lnTo>
                <a:lnTo>
                  <a:pt x="4976" y="19643"/>
                </a:lnTo>
              </a:path>
              <a:path w="21600" h="21600">
                <a:moveTo>
                  <a:pt x="20043" y="19523"/>
                </a:moveTo>
                <a:lnTo>
                  <a:pt x="20086" y="19523"/>
                </a:lnTo>
                <a:lnTo>
                  <a:pt x="20086" y="19611"/>
                </a:lnTo>
                <a:lnTo>
                  <a:pt x="20043" y="19611"/>
                </a:lnTo>
              </a:path>
              <a:path w="21600" h="21600">
                <a:moveTo>
                  <a:pt x="17330" y="19523"/>
                </a:moveTo>
                <a:lnTo>
                  <a:pt x="17373" y="19523"/>
                </a:lnTo>
                <a:lnTo>
                  <a:pt x="17373" y="19611"/>
                </a:lnTo>
                <a:lnTo>
                  <a:pt x="17330" y="19611"/>
                </a:lnTo>
              </a:path>
              <a:path w="21600" h="21600">
                <a:moveTo>
                  <a:pt x="11910" y="19523"/>
                </a:moveTo>
                <a:lnTo>
                  <a:pt x="11954" y="19523"/>
                </a:lnTo>
                <a:lnTo>
                  <a:pt x="11954" y="19611"/>
                </a:lnTo>
                <a:lnTo>
                  <a:pt x="11910" y="19611"/>
                </a:lnTo>
              </a:path>
              <a:path w="21600" h="21600">
                <a:moveTo>
                  <a:pt x="9645" y="19523"/>
                </a:moveTo>
                <a:lnTo>
                  <a:pt x="9688" y="19523"/>
                </a:lnTo>
                <a:lnTo>
                  <a:pt x="9688" y="19611"/>
                </a:lnTo>
                <a:lnTo>
                  <a:pt x="9645" y="19611"/>
                </a:lnTo>
              </a:path>
              <a:path w="21600" h="21600">
                <a:moveTo>
                  <a:pt x="6932" y="19523"/>
                </a:moveTo>
                <a:lnTo>
                  <a:pt x="6975" y="19523"/>
                </a:lnTo>
                <a:lnTo>
                  <a:pt x="6975" y="19611"/>
                </a:lnTo>
                <a:lnTo>
                  <a:pt x="6932" y="19611"/>
                </a:lnTo>
              </a:path>
              <a:path w="21600" h="21600">
                <a:moveTo>
                  <a:pt x="4226" y="19523"/>
                </a:moveTo>
                <a:lnTo>
                  <a:pt x="4269" y="19523"/>
                </a:lnTo>
                <a:lnTo>
                  <a:pt x="4269" y="19611"/>
                </a:lnTo>
                <a:lnTo>
                  <a:pt x="4226" y="19611"/>
                </a:lnTo>
              </a:path>
              <a:path w="21600" h="21600">
                <a:moveTo>
                  <a:pt x="1513" y="19523"/>
                </a:moveTo>
                <a:lnTo>
                  <a:pt x="1556" y="19523"/>
                </a:lnTo>
                <a:lnTo>
                  <a:pt x="1556" y="19611"/>
                </a:lnTo>
                <a:lnTo>
                  <a:pt x="1513" y="19611"/>
                </a:lnTo>
              </a:path>
              <a:path w="21600" h="21600">
                <a:moveTo>
                  <a:pt x="21247" y="19523"/>
                </a:moveTo>
                <a:lnTo>
                  <a:pt x="21297" y="19523"/>
                </a:lnTo>
                <a:lnTo>
                  <a:pt x="21297" y="19625"/>
                </a:lnTo>
                <a:lnTo>
                  <a:pt x="21247" y="19625"/>
                </a:lnTo>
              </a:path>
              <a:path w="21600" h="21600">
                <a:moveTo>
                  <a:pt x="18534" y="19523"/>
                </a:moveTo>
                <a:lnTo>
                  <a:pt x="18584" y="19523"/>
                </a:lnTo>
                <a:lnTo>
                  <a:pt x="18584" y="19625"/>
                </a:lnTo>
                <a:lnTo>
                  <a:pt x="18534" y="19625"/>
                </a:lnTo>
              </a:path>
              <a:path w="21600" h="21600">
                <a:moveTo>
                  <a:pt x="15828" y="19523"/>
                </a:moveTo>
                <a:lnTo>
                  <a:pt x="15878" y="19523"/>
                </a:lnTo>
                <a:lnTo>
                  <a:pt x="15878" y="19625"/>
                </a:lnTo>
                <a:lnTo>
                  <a:pt x="15828" y="19625"/>
                </a:lnTo>
              </a:path>
              <a:path w="21600" h="21600">
                <a:moveTo>
                  <a:pt x="13115" y="19523"/>
                </a:moveTo>
                <a:lnTo>
                  <a:pt x="13165" y="19523"/>
                </a:lnTo>
                <a:lnTo>
                  <a:pt x="13165" y="19625"/>
                </a:lnTo>
                <a:lnTo>
                  <a:pt x="13115" y="19625"/>
                </a:lnTo>
              </a:path>
              <a:path w="21600" h="21600">
                <a:moveTo>
                  <a:pt x="8434" y="19523"/>
                </a:moveTo>
                <a:lnTo>
                  <a:pt x="8484" y="19523"/>
                </a:lnTo>
                <a:lnTo>
                  <a:pt x="8484" y="19625"/>
                </a:lnTo>
                <a:lnTo>
                  <a:pt x="8434" y="19625"/>
                </a:lnTo>
              </a:path>
              <a:path w="21600" h="21600">
                <a:moveTo>
                  <a:pt x="3015" y="19523"/>
                </a:moveTo>
                <a:lnTo>
                  <a:pt x="3065" y="19523"/>
                </a:lnTo>
                <a:lnTo>
                  <a:pt x="3065" y="19625"/>
                </a:lnTo>
                <a:lnTo>
                  <a:pt x="3015" y="19625"/>
                </a:lnTo>
              </a:path>
              <a:path w="21600" h="21600">
                <a:moveTo>
                  <a:pt x="302" y="19523"/>
                </a:moveTo>
                <a:lnTo>
                  <a:pt x="352" y="19523"/>
                </a:lnTo>
                <a:lnTo>
                  <a:pt x="352" y="19625"/>
                </a:lnTo>
                <a:lnTo>
                  <a:pt x="302" y="19625"/>
                </a:lnTo>
              </a:path>
              <a:path w="21600" h="21600">
                <a:moveTo>
                  <a:pt x="12357" y="19518"/>
                </a:moveTo>
                <a:lnTo>
                  <a:pt x="12413" y="19518"/>
                </a:lnTo>
                <a:lnTo>
                  <a:pt x="12413" y="19631"/>
                </a:lnTo>
                <a:lnTo>
                  <a:pt x="12357" y="19631"/>
                </a:lnTo>
              </a:path>
              <a:path w="21600" h="21600">
                <a:moveTo>
                  <a:pt x="9186" y="19518"/>
                </a:moveTo>
                <a:lnTo>
                  <a:pt x="9241" y="19518"/>
                </a:lnTo>
                <a:lnTo>
                  <a:pt x="9241" y="19631"/>
                </a:lnTo>
                <a:lnTo>
                  <a:pt x="9186" y="19631"/>
                </a:lnTo>
              </a:path>
              <a:path w="21600" h="21600">
                <a:moveTo>
                  <a:pt x="2714" y="19509"/>
                </a:moveTo>
                <a:lnTo>
                  <a:pt x="2770" y="19509"/>
                </a:lnTo>
                <a:lnTo>
                  <a:pt x="2770" y="19624"/>
                </a:lnTo>
                <a:lnTo>
                  <a:pt x="2714" y="19624"/>
                </a:lnTo>
              </a:path>
              <a:path w="21600" h="21600">
                <a:moveTo>
                  <a:pt x="1660" y="19508"/>
                </a:moveTo>
                <a:lnTo>
                  <a:pt x="1712" y="19508"/>
                </a:lnTo>
                <a:lnTo>
                  <a:pt x="1712" y="19614"/>
                </a:lnTo>
                <a:lnTo>
                  <a:pt x="1660" y="19614"/>
                </a:lnTo>
              </a:path>
              <a:path w="21600" h="21600">
                <a:moveTo>
                  <a:pt x="21102" y="19495"/>
                </a:moveTo>
                <a:lnTo>
                  <a:pt x="21140" y="19495"/>
                </a:lnTo>
                <a:lnTo>
                  <a:pt x="21140" y="19573"/>
                </a:lnTo>
                <a:lnTo>
                  <a:pt x="21102" y="19573"/>
                </a:lnTo>
              </a:path>
              <a:path w="21600" h="21600">
                <a:moveTo>
                  <a:pt x="3625" y="19495"/>
                </a:moveTo>
                <a:lnTo>
                  <a:pt x="3663" y="19495"/>
                </a:lnTo>
                <a:lnTo>
                  <a:pt x="3663" y="19573"/>
                </a:lnTo>
                <a:lnTo>
                  <a:pt x="3625" y="19573"/>
                </a:lnTo>
              </a:path>
              <a:path w="21600" h="21600">
                <a:moveTo>
                  <a:pt x="6636" y="19488"/>
                </a:moveTo>
                <a:lnTo>
                  <a:pt x="6667" y="19488"/>
                </a:lnTo>
                <a:lnTo>
                  <a:pt x="6667" y="19551"/>
                </a:lnTo>
                <a:lnTo>
                  <a:pt x="6636" y="19551"/>
                </a:lnTo>
              </a:path>
              <a:path w="21600" h="21600">
                <a:moveTo>
                  <a:pt x="11162" y="19487"/>
                </a:moveTo>
                <a:lnTo>
                  <a:pt x="11193" y="19487"/>
                </a:lnTo>
                <a:lnTo>
                  <a:pt x="11193" y="19550"/>
                </a:lnTo>
                <a:lnTo>
                  <a:pt x="11162" y="19550"/>
                </a:lnTo>
              </a:path>
              <a:path w="21600" h="21600">
                <a:moveTo>
                  <a:pt x="20191" y="19485"/>
                </a:moveTo>
                <a:lnTo>
                  <a:pt x="20240" y="19485"/>
                </a:lnTo>
                <a:lnTo>
                  <a:pt x="20240" y="19584"/>
                </a:lnTo>
                <a:lnTo>
                  <a:pt x="20191" y="19584"/>
                </a:lnTo>
              </a:path>
              <a:path w="21600" h="21600">
                <a:moveTo>
                  <a:pt x="14772" y="19485"/>
                </a:moveTo>
                <a:lnTo>
                  <a:pt x="14820" y="19485"/>
                </a:lnTo>
                <a:lnTo>
                  <a:pt x="14820" y="19584"/>
                </a:lnTo>
                <a:lnTo>
                  <a:pt x="14772" y="19584"/>
                </a:lnTo>
              </a:path>
              <a:path w="21600" h="21600">
                <a:moveTo>
                  <a:pt x="9491" y="19485"/>
                </a:moveTo>
                <a:lnTo>
                  <a:pt x="9540" y="19485"/>
                </a:lnTo>
                <a:lnTo>
                  <a:pt x="9540" y="19584"/>
                </a:lnTo>
                <a:lnTo>
                  <a:pt x="9491" y="19584"/>
                </a:lnTo>
              </a:path>
              <a:path w="21600" h="21600">
                <a:moveTo>
                  <a:pt x="6778" y="19485"/>
                </a:moveTo>
                <a:lnTo>
                  <a:pt x="6827" y="19485"/>
                </a:lnTo>
                <a:lnTo>
                  <a:pt x="6827" y="19584"/>
                </a:lnTo>
                <a:lnTo>
                  <a:pt x="6778" y="19584"/>
                </a:lnTo>
              </a:path>
              <a:path w="21600" h="21600">
                <a:moveTo>
                  <a:pt x="4073" y="19485"/>
                </a:moveTo>
                <a:lnTo>
                  <a:pt x="4121" y="19485"/>
                </a:lnTo>
                <a:lnTo>
                  <a:pt x="4121" y="19584"/>
                </a:lnTo>
                <a:lnTo>
                  <a:pt x="4073" y="19584"/>
                </a:lnTo>
              </a:path>
              <a:path w="21600" h="21600">
                <a:moveTo>
                  <a:pt x="19586" y="19482"/>
                </a:moveTo>
                <a:lnTo>
                  <a:pt x="19636" y="19482"/>
                </a:lnTo>
                <a:lnTo>
                  <a:pt x="19636" y="19585"/>
                </a:lnTo>
                <a:lnTo>
                  <a:pt x="19586" y="19585"/>
                </a:lnTo>
              </a:path>
              <a:path w="21600" h="21600">
                <a:moveTo>
                  <a:pt x="16873" y="19482"/>
                </a:moveTo>
                <a:lnTo>
                  <a:pt x="16923" y="19482"/>
                </a:lnTo>
                <a:lnTo>
                  <a:pt x="16923" y="19585"/>
                </a:lnTo>
                <a:lnTo>
                  <a:pt x="16873" y="19585"/>
                </a:lnTo>
              </a:path>
              <a:path w="21600" h="21600">
                <a:moveTo>
                  <a:pt x="7381" y="19482"/>
                </a:moveTo>
                <a:lnTo>
                  <a:pt x="7431" y="19482"/>
                </a:lnTo>
                <a:lnTo>
                  <a:pt x="7431" y="19585"/>
                </a:lnTo>
                <a:lnTo>
                  <a:pt x="7381" y="19585"/>
                </a:lnTo>
              </a:path>
              <a:path w="21600" h="21600">
                <a:moveTo>
                  <a:pt x="4676" y="19482"/>
                </a:moveTo>
                <a:lnTo>
                  <a:pt x="4726" y="19482"/>
                </a:lnTo>
                <a:lnTo>
                  <a:pt x="4726" y="19585"/>
                </a:lnTo>
                <a:lnTo>
                  <a:pt x="4676" y="19585"/>
                </a:lnTo>
              </a:path>
              <a:path w="21600" h="21600">
                <a:moveTo>
                  <a:pt x="1963" y="19482"/>
                </a:moveTo>
                <a:lnTo>
                  <a:pt x="2013" y="19482"/>
                </a:lnTo>
                <a:lnTo>
                  <a:pt x="2013" y="19585"/>
                </a:lnTo>
                <a:lnTo>
                  <a:pt x="1963" y="19585"/>
                </a:lnTo>
              </a:path>
              <a:path w="21600" h="21600">
                <a:moveTo>
                  <a:pt x="1054" y="19476"/>
                </a:moveTo>
                <a:lnTo>
                  <a:pt x="1109" y="19476"/>
                </a:lnTo>
                <a:lnTo>
                  <a:pt x="1109" y="19589"/>
                </a:lnTo>
                <a:lnTo>
                  <a:pt x="1054" y="19589"/>
                </a:lnTo>
              </a:path>
              <a:path w="21600" h="21600">
                <a:moveTo>
                  <a:pt x="17492" y="19474"/>
                </a:moveTo>
                <a:lnTo>
                  <a:pt x="17512" y="19474"/>
                </a:lnTo>
                <a:lnTo>
                  <a:pt x="17512" y="19516"/>
                </a:lnTo>
                <a:lnTo>
                  <a:pt x="17492" y="19516"/>
                </a:lnTo>
              </a:path>
              <a:path w="21600" h="21600">
                <a:moveTo>
                  <a:pt x="5725" y="19428"/>
                </a:moveTo>
                <a:lnTo>
                  <a:pt x="5766" y="19428"/>
                </a:lnTo>
                <a:lnTo>
                  <a:pt x="5766" y="19513"/>
                </a:lnTo>
                <a:lnTo>
                  <a:pt x="5725" y="19513"/>
                </a:lnTo>
              </a:path>
              <a:path w="21600" h="21600">
                <a:moveTo>
                  <a:pt x="16273" y="19426"/>
                </a:moveTo>
                <a:lnTo>
                  <a:pt x="16316" y="19426"/>
                </a:lnTo>
                <a:lnTo>
                  <a:pt x="16316" y="19514"/>
                </a:lnTo>
                <a:lnTo>
                  <a:pt x="16273" y="19514"/>
                </a:lnTo>
              </a:path>
              <a:path w="21600" h="21600">
                <a:moveTo>
                  <a:pt x="5283" y="19426"/>
                </a:moveTo>
                <a:lnTo>
                  <a:pt x="5326" y="19426"/>
                </a:lnTo>
                <a:lnTo>
                  <a:pt x="5326" y="19514"/>
                </a:lnTo>
                <a:lnTo>
                  <a:pt x="5283" y="19514"/>
                </a:lnTo>
              </a:path>
              <a:path w="21600" h="21600">
                <a:moveTo>
                  <a:pt x="20951" y="19425"/>
                </a:moveTo>
                <a:lnTo>
                  <a:pt x="20990" y="19425"/>
                </a:lnTo>
                <a:lnTo>
                  <a:pt x="20990" y="19506"/>
                </a:lnTo>
                <a:lnTo>
                  <a:pt x="20951" y="19506"/>
                </a:lnTo>
              </a:path>
              <a:path w="21600" h="21600">
                <a:moveTo>
                  <a:pt x="18237" y="19425"/>
                </a:moveTo>
                <a:lnTo>
                  <a:pt x="18277" y="19425"/>
                </a:lnTo>
                <a:lnTo>
                  <a:pt x="18277" y="19506"/>
                </a:lnTo>
                <a:lnTo>
                  <a:pt x="18237" y="19506"/>
                </a:lnTo>
              </a:path>
              <a:path w="21600" h="21600">
                <a:moveTo>
                  <a:pt x="15531" y="19425"/>
                </a:moveTo>
                <a:lnTo>
                  <a:pt x="15571" y="19425"/>
                </a:lnTo>
                <a:lnTo>
                  <a:pt x="15571" y="19506"/>
                </a:lnTo>
                <a:lnTo>
                  <a:pt x="15531" y="19506"/>
                </a:lnTo>
              </a:path>
              <a:path w="21600" h="21600">
                <a:moveTo>
                  <a:pt x="12818" y="19425"/>
                </a:moveTo>
                <a:lnTo>
                  <a:pt x="12858" y="19425"/>
                </a:lnTo>
                <a:lnTo>
                  <a:pt x="12858" y="19506"/>
                </a:lnTo>
                <a:lnTo>
                  <a:pt x="12818" y="19506"/>
                </a:lnTo>
              </a:path>
              <a:path w="21600" h="21600">
                <a:moveTo>
                  <a:pt x="6028" y="19425"/>
                </a:moveTo>
                <a:lnTo>
                  <a:pt x="6067" y="19425"/>
                </a:lnTo>
                <a:lnTo>
                  <a:pt x="6067" y="19506"/>
                </a:lnTo>
                <a:lnTo>
                  <a:pt x="6028" y="19506"/>
                </a:lnTo>
              </a:path>
              <a:path w="21600" h="21600">
                <a:moveTo>
                  <a:pt x="3322" y="19425"/>
                </a:moveTo>
                <a:lnTo>
                  <a:pt x="3362" y="19425"/>
                </a:lnTo>
                <a:lnTo>
                  <a:pt x="3362" y="19506"/>
                </a:lnTo>
                <a:lnTo>
                  <a:pt x="3322" y="19506"/>
                </a:lnTo>
              </a:path>
              <a:path w="21600" h="21600">
                <a:moveTo>
                  <a:pt x="609" y="19425"/>
                </a:moveTo>
                <a:lnTo>
                  <a:pt x="649" y="19425"/>
                </a:lnTo>
                <a:lnTo>
                  <a:pt x="649" y="19506"/>
                </a:lnTo>
                <a:lnTo>
                  <a:pt x="609" y="19506"/>
                </a:lnTo>
              </a:path>
              <a:path w="21600" h="21600">
                <a:moveTo>
                  <a:pt x="17776" y="19425"/>
                </a:moveTo>
                <a:lnTo>
                  <a:pt x="17832" y="19425"/>
                </a:lnTo>
                <a:lnTo>
                  <a:pt x="17832" y="19538"/>
                </a:lnTo>
                <a:lnTo>
                  <a:pt x="17776" y="19538"/>
                </a:lnTo>
              </a:path>
              <a:path w="21600" h="21600">
                <a:moveTo>
                  <a:pt x="3767" y="19425"/>
                </a:moveTo>
                <a:lnTo>
                  <a:pt x="3823" y="19425"/>
                </a:lnTo>
                <a:lnTo>
                  <a:pt x="3823" y="19538"/>
                </a:lnTo>
                <a:lnTo>
                  <a:pt x="3767" y="19538"/>
                </a:lnTo>
              </a:path>
              <a:path w="21600" h="21600">
                <a:moveTo>
                  <a:pt x="17028" y="19415"/>
                </a:moveTo>
                <a:lnTo>
                  <a:pt x="17071" y="19415"/>
                </a:lnTo>
                <a:lnTo>
                  <a:pt x="17071" y="19504"/>
                </a:lnTo>
                <a:lnTo>
                  <a:pt x="17028" y="19504"/>
                </a:lnTo>
              </a:path>
              <a:path w="21600" h="21600">
                <a:moveTo>
                  <a:pt x="11608" y="19415"/>
                </a:moveTo>
                <a:lnTo>
                  <a:pt x="11652" y="19415"/>
                </a:lnTo>
                <a:lnTo>
                  <a:pt x="11652" y="19504"/>
                </a:lnTo>
                <a:lnTo>
                  <a:pt x="11608" y="19504"/>
                </a:lnTo>
              </a:path>
              <a:path w="21600" h="21600">
                <a:moveTo>
                  <a:pt x="9947" y="19415"/>
                </a:moveTo>
                <a:lnTo>
                  <a:pt x="9990" y="19415"/>
                </a:lnTo>
                <a:lnTo>
                  <a:pt x="9990" y="19504"/>
                </a:lnTo>
                <a:lnTo>
                  <a:pt x="9947" y="19504"/>
                </a:lnTo>
              </a:path>
              <a:path w="21600" h="21600">
                <a:moveTo>
                  <a:pt x="4528" y="19415"/>
                </a:moveTo>
                <a:lnTo>
                  <a:pt x="4571" y="19415"/>
                </a:lnTo>
                <a:lnTo>
                  <a:pt x="4571" y="19504"/>
                </a:lnTo>
                <a:lnTo>
                  <a:pt x="4528" y="19504"/>
                </a:lnTo>
              </a:path>
              <a:path w="21600" h="21600">
                <a:moveTo>
                  <a:pt x="12665" y="19409"/>
                </a:moveTo>
                <a:lnTo>
                  <a:pt x="12709" y="19409"/>
                </a:lnTo>
                <a:lnTo>
                  <a:pt x="12709" y="19501"/>
                </a:lnTo>
                <a:lnTo>
                  <a:pt x="12665" y="19501"/>
                </a:lnTo>
              </a:path>
              <a:path w="21600" h="21600">
                <a:moveTo>
                  <a:pt x="8889" y="19409"/>
                </a:moveTo>
                <a:lnTo>
                  <a:pt x="8934" y="19409"/>
                </a:lnTo>
                <a:lnTo>
                  <a:pt x="8934" y="19501"/>
                </a:lnTo>
                <a:lnTo>
                  <a:pt x="8889" y="19501"/>
                </a:lnTo>
              </a:path>
              <a:path w="21600" h="21600">
                <a:moveTo>
                  <a:pt x="3470" y="19409"/>
                </a:moveTo>
                <a:lnTo>
                  <a:pt x="3515" y="19409"/>
                </a:lnTo>
                <a:lnTo>
                  <a:pt x="3515" y="19501"/>
                </a:lnTo>
                <a:lnTo>
                  <a:pt x="3470" y="19501"/>
                </a:lnTo>
              </a:path>
              <a:path w="21600" h="21600">
                <a:moveTo>
                  <a:pt x="8750" y="19405"/>
                </a:moveTo>
                <a:lnTo>
                  <a:pt x="8772" y="19405"/>
                </a:lnTo>
                <a:lnTo>
                  <a:pt x="8772" y="19451"/>
                </a:lnTo>
                <a:lnTo>
                  <a:pt x="8750" y="19451"/>
                </a:lnTo>
              </a:path>
              <a:path w="21600" h="21600">
                <a:moveTo>
                  <a:pt x="19746" y="19397"/>
                </a:moveTo>
                <a:lnTo>
                  <a:pt x="19779" y="19397"/>
                </a:lnTo>
                <a:lnTo>
                  <a:pt x="19779" y="19464"/>
                </a:lnTo>
                <a:lnTo>
                  <a:pt x="19746" y="19464"/>
                </a:lnTo>
              </a:path>
              <a:path w="21600" h="21600">
                <a:moveTo>
                  <a:pt x="18991" y="19397"/>
                </a:moveTo>
                <a:lnTo>
                  <a:pt x="19024" y="19397"/>
                </a:lnTo>
                <a:lnTo>
                  <a:pt x="19024" y="19464"/>
                </a:lnTo>
                <a:lnTo>
                  <a:pt x="18991" y="19464"/>
                </a:lnTo>
              </a:path>
              <a:path w="21600" h="21600">
                <a:moveTo>
                  <a:pt x="14327" y="19397"/>
                </a:moveTo>
                <a:lnTo>
                  <a:pt x="14360" y="19397"/>
                </a:lnTo>
                <a:lnTo>
                  <a:pt x="14360" y="19464"/>
                </a:lnTo>
                <a:lnTo>
                  <a:pt x="14327" y="19464"/>
                </a:lnTo>
              </a:path>
              <a:path w="21600" h="21600">
                <a:moveTo>
                  <a:pt x="13572" y="19397"/>
                </a:moveTo>
                <a:lnTo>
                  <a:pt x="13605" y="19397"/>
                </a:lnTo>
                <a:lnTo>
                  <a:pt x="13605" y="19464"/>
                </a:lnTo>
                <a:lnTo>
                  <a:pt x="13572" y="19464"/>
                </a:lnTo>
              </a:path>
              <a:path w="21600" h="21600">
                <a:moveTo>
                  <a:pt x="1820" y="19397"/>
                </a:moveTo>
                <a:lnTo>
                  <a:pt x="1853" y="19397"/>
                </a:lnTo>
                <a:lnTo>
                  <a:pt x="1853" y="19464"/>
                </a:lnTo>
                <a:lnTo>
                  <a:pt x="1820" y="19464"/>
                </a:lnTo>
              </a:path>
              <a:path w="21600" h="21600">
                <a:moveTo>
                  <a:pt x="10403" y="19394"/>
                </a:moveTo>
                <a:lnTo>
                  <a:pt x="10440" y="19394"/>
                </a:lnTo>
                <a:lnTo>
                  <a:pt x="10440" y="19472"/>
                </a:lnTo>
                <a:lnTo>
                  <a:pt x="10403" y="19472"/>
                </a:lnTo>
              </a:path>
              <a:path w="21600" h="21600">
                <a:moveTo>
                  <a:pt x="758" y="19393"/>
                </a:moveTo>
                <a:lnTo>
                  <a:pt x="801" y="19393"/>
                </a:lnTo>
                <a:lnTo>
                  <a:pt x="801" y="19481"/>
                </a:lnTo>
                <a:lnTo>
                  <a:pt x="758" y="19481"/>
                </a:lnTo>
              </a:path>
              <a:path w="21600" h="21600">
                <a:moveTo>
                  <a:pt x="20352" y="19390"/>
                </a:moveTo>
                <a:lnTo>
                  <a:pt x="20381" y="19390"/>
                </a:lnTo>
                <a:lnTo>
                  <a:pt x="20381" y="19450"/>
                </a:lnTo>
                <a:lnTo>
                  <a:pt x="20352" y="19450"/>
                </a:lnTo>
              </a:path>
              <a:path w="21600" h="21600">
                <a:moveTo>
                  <a:pt x="20793" y="19387"/>
                </a:moveTo>
                <a:lnTo>
                  <a:pt x="20845" y="19387"/>
                </a:lnTo>
                <a:lnTo>
                  <a:pt x="20845" y="19493"/>
                </a:lnTo>
                <a:lnTo>
                  <a:pt x="20793" y="19493"/>
                </a:lnTo>
              </a:path>
              <a:path w="21600" h="21600">
                <a:moveTo>
                  <a:pt x="21549" y="19383"/>
                </a:moveTo>
                <a:lnTo>
                  <a:pt x="21591" y="19383"/>
                </a:lnTo>
                <a:lnTo>
                  <a:pt x="21591" y="19469"/>
                </a:lnTo>
                <a:lnTo>
                  <a:pt x="21549" y="19469"/>
                </a:lnTo>
              </a:path>
              <a:path w="21600" h="21600">
                <a:moveTo>
                  <a:pt x="8" y="19383"/>
                </a:moveTo>
                <a:lnTo>
                  <a:pt x="50" y="19383"/>
                </a:lnTo>
                <a:lnTo>
                  <a:pt x="50" y="19469"/>
                </a:lnTo>
                <a:lnTo>
                  <a:pt x="8" y="19469"/>
                </a:lnTo>
              </a:path>
              <a:path w="21600" h="21600">
                <a:moveTo>
                  <a:pt x="11755" y="19380"/>
                </a:moveTo>
                <a:lnTo>
                  <a:pt x="11807" y="19380"/>
                </a:lnTo>
                <a:lnTo>
                  <a:pt x="11807" y="19486"/>
                </a:lnTo>
                <a:lnTo>
                  <a:pt x="11755" y="19486"/>
                </a:lnTo>
              </a:path>
              <a:path w="21600" h="21600">
                <a:moveTo>
                  <a:pt x="9792" y="19380"/>
                </a:moveTo>
                <a:lnTo>
                  <a:pt x="9843" y="19380"/>
                </a:lnTo>
                <a:lnTo>
                  <a:pt x="9843" y="19486"/>
                </a:lnTo>
                <a:lnTo>
                  <a:pt x="9792" y="19486"/>
                </a:lnTo>
              </a:path>
              <a:path w="21600" h="21600">
                <a:moveTo>
                  <a:pt x="4376" y="19370"/>
                </a:moveTo>
                <a:lnTo>
                  <a:pt x="4422" y="19370"/>
                </a:lnTo>
                <a:lnTo>
                  <a:pt x="4422" y="19466"/>
                </a:lnTo>
                <a:lnTo>
                  <a:pt x="4376" y="19466"/>
                </a:lnTo>
              </a:path>
              <a:path w="21600" h="21600">
                <a:moveTo>
                  <a:pt x="3174" y="19360"/>
                </a:moveTo>
                <a:lnTo>
                  <a:pt x="3208" y="19360"/>
                </a:lnTo>
                <a:lnTo>
                  <a:pt x="3208" y="19430"/>
                </a:lnTo>
                <a:lnTo>
                  <a:pt x="3174" y="19430"/>
                </a:lnTo>
              </a:path>
              <a:path w="21600" h="21600">
                <a:moveTo>
                  <a:pt x="15380" y="19359"/>
                </a:moveTo>
                <a:lnTo>
                  <a:pt x="15421" y="19359"/>
                </a:lnTo>
                <a:lnTo>
                  <a:pt x="15421" y="19443"/>
                </a:lnTo>
                <a:lnTo>
                  <a:pt x="15380" y="19443"/>
                </a:lnTo>
              </a:path>
              <a:path w="21600" h="21600">
                <a:moveTo>
                  <a:pt x="19445" y="19354"/>
                </a:moveTo>
                <a:lnTo>
                  <a:pt x="19476" y="19354"/>
                </a:lnTo>
                <a:lnTo>
                  <a:pt x="19476" y="19417"/>
                </a:lnTo>
                <a:lnTo>
                  <a:pt x="19445" y="19417"/>
                </a:lnTo>
              </a:path>
              <a:path w="21600" h="21600">
                <a:moveTo>
                  <a:pt x="19285" y="19354"/>
                </a:moveTo>
                <a:lnTo>
                  <a:pt x="19334" y="19354"/>
                </a:lnTo>
                <a:lnTo>
                  <a:pt x="19334" y="19453"/>
                </a:lnTo>
                <a:lnTo>
                  <a:pt x="19285" y="19453"/>
                </a:lnTo>
              </a:path>
              <a:path w="21600" h="21600">
                <a:moveTo>
                  <a:pt x="13866" y="19354"/>
                </a:moveTo>
                <a:lnTo>
                  <a:pt x="13915" y="19354"/>
                </a:lnTo>
                <a:lnTo>
                  <a:pt x="13915" y="19453"/>
                </a:lnTo>
                <a:lnTo>
                  <a:pt x="13866" y="19453"/>
                </a:lnTo>
              </a:path>
              <a:path w="21600" h="21600">
                <a:moveTo>
                  <a:pt x="7684" y="19354"/>
                </a:moveTo>
                <a:lnTo>
                  <a:pt x="7732" y="19354"/>
                </a:lnTo>
                <a:lnTo>
                  <a:pt x="7732" y="19453"/>
                </a:lnTo>
                <a:lnTo>
                  <a:pt x="7684" y="19453"/>
                </a:lnTo>
              </a:path>
              <a:path w="21600" h="21600">
                <a:moveTo>
                  <a:pt x="2265" y="19354"/>
                </a:moveTo>
                <a:lnTo>
                  <a:pt x="2314" y="19354"/>
                </a:lnTo>
                <a:lnTo>
                  <a:pt x="2314" y="19453"/>
                </a:lnTo>
                <a:lnTo>
                  <a:pt x="2265" y="19453"/>
                </a:lnTo>
              </a:path>
              <a:path w="21600" h="21600">
                <a:moveTo>
                  <a:pt x="20645" y="19353"/>
                </a:moveTo>
                <a:lnTo>
                  <a:pt x="20692" y="19353"/>
                </a:lnTo>
                <a:lnTo>
                  <a:pt x="20692" y="19448"/>
                </a:lnTo>
                <a:lnTo>
                  <a:pt x="20645" y="19448"/>
                </a:lnTo>
              </a:path>
              <a:path w="21600" h="21600">
                <a:moveTo>
                  <a:pt x="19135" y="19353"/>
                </a:moveTo>
                <a:lnTo>
                  <a:pt x="19182" y="19353"/>
                </a:lnTo>
                <a:lnTo>
                  <a:pt x="19182" y="19448"/>
                </a:lnTo>
                <a:lnTo>
                  <a:pt x="19135" y="19448"/>
                </a:lnTo>
              </a:path>
              <a:path w="21600" h="21600">
                <a:moveTo>
                  <a:pt x="18687" y="19353"/>
                </a:moveTo>
                <a:lnTo>
                  <a:pt x="18733" y="19353"/>
                </a:lnTo>
                <a:lnTo>
                  <a:pt x="18733" y="19448"/>
                </a:lnTo>
                <a:lnTo>
                  <a:pt x="18687" y="19448"/>
                </a:lnTo>
              </a:path>
              <a:path w="21600" h="21600">
                <a:moveTo>
                  <a:pt x="18385" y="19353"/>
                </a:moveTo>
                <a:lnTo>
                  <a:pt x="18431" y="19353"/>
                </a:lnTo>
                <a:lnTo>
                  <a:pt x="18431" y="19448"/>
                </a:lnTo>
                <a:lnTo>
                  <a:pt x="18385" y="19448"/>
                </a:lnTo>
              </a:path>
              <a:path w="21600" h="21600">
                <a:moveTo>
                  <a:pt x="17932" y="19353"/>
                </a:moveTo>
                <a:lnTo>
                  <a:pt x="17978" y="19353"/>
                </a:lnTo>
                <a:lnTo>
                  <a:pt x="17978" y="19448"/>
                </a:lnTo>
                <a:lnTo>
                  <a:pt x="17932" y="19448"/>
                </a:lnTo>
              </a:path>
              <a:path w="21600" h="21600">
                <a:moveTo>
                  <a:pt x="16422" y="19353"/>
                </a:moveTo>
                <a:lnTo>
                  <a:pt x="16468" y="19353"/>
                </a:lnTo>
                <a:lnTo>
                  <a:pt x="16468" y="19448"/>
                </a:lnTo>
                <a:lnTo>
                  <a:pt x="16422" y="19448"/>
                </a:lnTo>
              </a:path>
              <a:path w="21600" h="21600">
                <a:moveTo>
                  <a:pt x="15981" y="19353"/>
                </a:moveTo>
                <a:lnTo>
                  <a:pt x="16028" y="19353"/>
                </a:lnTo>
                <a:lnTo>
                  <a:pt x="16028" y="19448"/>
                </a:lnTo>
                <a:lnTo>
                  <a:pt x="15981" y="19448"/>
                </a:lnTo>
              </a:path>
              <a:path w="21600" h="21600">
                <a:moveTo>
                  <a:pt x="15679" y="19353"/>
                </a:moveTo>
                <a:lnTo>
                  <a:pt x="15726" y="19353"/>
                </a:lnTo>
                <a:lnTo>
                  <a:pt x="15726" y="19448"/>
                </a:lnTo>
                <a:lnTo>
                  <a:pt x="15679" y="19448"/>
                </a:lnTo>
              </a:path>
              <a:path w="21600" h="21600">
                <a:moveTo>
                  <a:pt x="15226" y="19353"/>
                </a:moveTo>
                <a:lnTo>
                  <a:pt x="15273" y="19353"/>
                </a:lnTo>
                <a:lnTo>
                  <a:pt x="15273" y="19448"/>
                </a:lnTo>
                <a:lnTo>
                  <a:pt x="15226" y="19448"/>
                </a:lnTo>
              </a:path>
              <a:path w="21600" h="21600">
                <a:moveTo>
                  <a:pt x="13716" y="19353"/>
                </a:moveTo>
                <a:lnTo>
                  <a:pt x="13763" y="19353"/>
                </a:lnTo>
                <a:lnTo>
                  <a:pt x="13763" y="19448"/>
                </a:lnTo>
                <a:lnTo>
                  <a:pt x="13716" y="19448"/>
                </a:lnTo>
              </a:path>
              <a:path w="21600" h="21600">
                <a:moveTo>
                  <a:pt x="13268" y="19353"/>
                </a:moveTo>
                <a:lnTo>
                  <a:pt x="13314" y="19353"/>
                </a:lnTo>
                <a:lnTo>
                  <a:pt x="13314" y="19448"/>
                </a:lnTo>
                <a:lnTo>
                  <a:pt x="13268" y="19448"/>
                </a:lnTo>
              </a:path>
              <a:path w="21600" h="21600">
                <a:moveTo>
                  <a:pt x="12966" y="19353"/>
                </a:moveTo>
                <a:lnTo>
                  <a:pt x="13012" y="19353"/>
                </a:lnTo>
                <a:lnTo>
                  <a:pt x="13012" y="19448"/>
                </a:lnTo>
                <a:lnTo>
                  <a:pt x="12966" y="19448"/>
                </a:lnTo>
              </a:path>
              <a:path w="21600" h="21600">
                <a:moveTo>
                  <a:pt x="12513" y="19353"/>
                </a:moveTo>
                <a:lnTo>
                  <a:pt x="12559" y="19353"/>
                </a:lnTo>
                <a:lnTo>
                  <a:pt x="12559" y="19448"/>
                </a:lnTo>
                <a:lnTo>
                  <a:pt x="12513" y="19448"/>
                </a:lnTo>
              </a:path>
              <a:path w="21600" h="21600">
                <a:moveTo>
                  <a:pt x="11003" y="19353"/>
                </a:moveTo>
                <a:lnTo>
                  <a:pt x="11049" y="19353"/>
                </a:lnTo>
                <a:lnTo>
                  <a:pt x="11049" y="19448"/>
                </a:lnTo>
                <a:lnTo>
                  <a:pt x="11003" y="19448"/>
                </a:lnTo>
              </a:path>
              <a:path w="21600" h="21600">
                <a:moveTo>
                  <a:pt x="9039" y="19353"/>
                </a:moveTo>
                <a:lnTo>
                  <a:pt x="9086" y="19353"/>
                </a:lnTo>
                <a:lnTo>
                  <a:pt x="9086" y="19448"/>
                </a:lnTo>
                <a:lnTo>
                  <a:pt x="9039" y="19448"/>
                </a:lnTo>
              </a:path>
              <a:path w="21600" h="21600">
                <a:moveTo>
                  <a:pt x="8586" y="19353"/>
                </a:moveTo>
                <a:lnTo>
                  <a:pt x="8633" y="19353"/>
                </a:lnTo>
                <a:lnTo>
                  <a:pt x="8633" y="19448"/>
                </a:lnTo>
                <a:lnTo>
                  <a:pt x="8586" y="19448"/>
                </a:lnTo>
              </a:path>
              <a:path w="21600" h="21600">
                <a:moveTo>
                  <a:pt x="8284" y="19353"/>
                </a:moveTo>
                <a:lnTo>
                  <a:pt x="8331" y="19353"/>
                </a:lnTo>
                <a:lnTo>
                  <a:pt x="8331" y="19448"/>
                </a:lnTo>
                <a:lnTo>
                  <a:pt x="8284" y="19448"/>
                </a:lnTo>
              </a:path>
              <a:path w="21600" h="21600">
                <a:moveTo>
                  <a:pt x="7836" y="19353"/>
                </a:moveTo>
                <a:lnTo>
                  <a:pt x="7883" y="19353"/>
                </a:lnTo>
                <a:lnTo>
                  <a:pt x="7883" y="19448"/>
                </a:lnTo>
                <a:lnTo>
                  <a:pt x="7836" y="19448"/>
                </a:lnTo>
              </a:path>
              <a:path w="21600" h="21600">
                <a:moveTo>
                  <a:pt x="6326" y="19353"/>
                </a:moveTo>
                <a:lnTo>
                  <a:pt x="6373" y="19353"/>
                </a:lnTo>
                <a:lnTo>
                  <a:pt x="6373" y="19448"/>
                </a:lnTo>
                <a:lnTo>
                  <a:pt x="6326" y="19448"/>
                </a:lnTo>
              </a:path>
              <a:path w="21600" h="21600">
                <a:moveTo>
                  <a:pt x="5873" y="19353"/>
                </a:moveTo>
                <a:lnTo>
                  <a:pt x="5920" y="19353"/>
                </a:lnTo>
                <a:lnTo>
                  <a:pt x="5920" y="19448"/>
                </a:lnTo>
                <a:lnTo>
                  <a:pt x="5873" y="19448"/>
                </a:lnTo>
              </a:path>
              <a:path w="21600" h="21600">
                <a:moveTo>
                  <a:pt x="5571" y="19353"/>
                </a:moveTo>
                <a:lnTo>
                  <a:pt x="5618" y="19353"/>
                </a:lnTo>
                <a:lnTo>
                  <a:pt x="5618" y="19448"/>
                </a:lnTo>
                <a:lnTo>
                  <a:pt x="5571" y="19448"/>
                </a:lnTo>
              </a:path>
              <a:path w="21600" h="21600">
                <a:moveTo>
                  <a:pt x="5130" y="19353"/>
                </a:moveTo>
                <a:lnTo>
                  <a:pt x="5177" y="19353"/>
                </a:lnTo>
                <a:lnTo>
                  <a:pt x="5177" y="19448"/>
                </a:lnTo>
                <a:lnTo>
                  <a:pt x="5130" y="19448"/>
                </a:lnTo>
              </a:path>
              <a:path w="21600" h="21600">
                <a:moveTo>
                  <a:pt x="2417" y="19353"/>
                </a:moveTo>
                <a:lnTo>
                  <a:pt x="2464" y="19353"/>
                </a:lnTo>
                <a:lnTo>
                  <a:pt x="2464" y="19448"/>
                </a:lnTo>
                <a:lnTo>
                  <a:pt x="2417" y="19448"/>
                </a:lnTo>
              </a:path>
              <a:path w="21600" h="21600">
                <a:moveTo>
                  <a:pt x="907" y="19353"/>
                </a:moveTo>
                <a:lnTo>
                  <a:pt x="954" y="19353"/>
                </a:lnTo>
                <a:lnTo>
                  <a:pt x="954" y="19448"/>
                </a:lnTo>
                <a:lnTo>
                  <a:pt x="907" y="19448"/>
                </a:lnTo>
              </a:path>
              <a:path w="21600" h="21600">
                <a:moveTo>
                  <a:pt x="454" y="19353"/>
                </a:moveTo>
                <a:lnTo>
                  <a:pt x="501" y="19353"/>
                </a:lnTo>
                <a:lnTo>
                  <a:pt x="501" y="19448"/>
                </a:lnTo>
                <a:lnTo>
                  <a:pt x="454" y="19448"/>
                </a:lnTo>
              </a:path>
              <a:path w="21600" h="21600">
                <a:moveTo>
                  <a:pt x="153" y="19353"/>
                </a:moveTo>
                <a:lnTo>
                  <a:pt x="199" y="19353"/>
                </a:lnTo>
                <a:lnTo>
                  <a:pt x="199" y="19448"/>
                </a:lnTo>
                <a:lnTo>
                  <a:pt x="153" y="19448"/>
                </a:lnTo>
              </a:path>
              <a:path w="21600" h="21600">
                <a:moveTo>
                  <a:pt x="11163" y="19350"/>
                </a:moveTo>
                <a:lnTo>
                  <a:pt x="11192" y="19350"/>
                </a:lnTo>
                <a:lnTo>
                  <a:pt x="11192" y="19409"/>
                </a:lnTo>
                <a:lnTo>
                  <a:pt x="11163" y="19409"/>
                </a:lnTo>
              </a:path>
              <a:path w="21600" h="21600">
                <a:moveTo>
                  <a:pt x="14174" y="19349"/>
                </a:moveTo>
                <a:lnTo>
                  <a:pt x="14210" y="19349"/>
                </a:lnTo>
                <a:lnTo>
                  <a:pt x="14210" y="19423"/>
                </a:lnTo>
                <a:lnTo>
                  <a:pt x="14174" y="19423"/>
                </a:lnTo>
              </a:path>
              <a:path w="21600" h="21600">
                <a:moveTo>
                  <a:pt x="17183" y="19347"/>
                </a:moveTo>
                <a:lnTo>
                  <a:pt x="17217" y="19347"/>
                </a:lnTo>
                <a:lnTo>
                  <a:pt x="17217" y="19417"/>
                </a:lnTo>
                <a:lnTo>
                  <a:pt x="17183" y="19417"/>
                </a:lnTo>
              </a:path>
              <a:path w="21600" h="21600">
                <a:moveTo>
                  <a:pt x="2863" y="19344"/>
                </a:moveTo>
                <a:lnTo>
                  <a:pt x="2915" y="19344"/>
                </a:lnTo>
                <a:lnTo>
                  <a:pt x="2915" y="19450"/>
                </a:lnTo>
                <a:lnTo>
                  <a:pt x="2863" y="19450"/>
                </a:lnTo>
              </a:path>
              <a:path w="21600" h="21600">
                <a:moveTo>
                  <a:pt x="12069" y="19342"/>
                </a:moveTo>
                <a:lnTo>
                  <a:pt x="12097" y="19342"/>
                </a:lnTo>
                <a:lnTo>
                  <a:pt x="12097" y="19398"/>
                </a:lnTo>
                <a:lnTo>
                  <a:pt x="12069" y="19398"/>
                </a:lnTo>
              </a:path>
              <a:path w="21600" h="21600">
                <a:moveTo>
                  <a:pt x="16726" y="19332"/>
                </a:moveTo>
                <a:lnTo>
                  <a:pt x="16769" y="19332"/>
                </a:lnTo>
                <a:lnTo>
                  <a:pt x="16769" y="19420"/>
                </a:lnTo>
                <a:lnTo>
                  <a:pt x="16726" y="19420"/>
                </a:lnTo>
              </a:path>
              <a:path w="21600" h="21600">
                <a:moveTo>
                  <a:pt x="14020" y="19332"/>
                </a:moveTo>
                <a:lnTo>
                  <a:pt x="14063" y="19332"/>
                </a:lnTo>
                <a:lnTo>
                  <a:pt x="14063" y="19420"/>
                </a:lnTo>
                <a:lnTo>
                  <a:pt x="14020" y="19420"/>
                </a:lnTo>
              </a:path>
              <a:path w="21600" h="21600">
                <a:moveTo>
                  <a:pt x="11307" y="19332"/>
                </a:moveTo>
                <a:lnTo>
                  <a:pt x="11350" y="19332"/>
                </a:lnTo>
                <a:lnTo>
                  <a:pt x="11350" y="19420"/>
                </a:lnTo>
                <a:lnTo>
                  <a:pt x="11307" y="19420"/>
                </a:lnTo>
              </a:path>
              <a:path w="21600" h="21600">
                <a:moveTo>
                  <a:pt x="10249" y="19332"/>
                </a:moveTo>
                <a:lnTo>
                  <a:pt x="10292" y="19332"/>
                </a:lnTo>
                <a:lnTo>
                  <a:pt x="10292" y="19420"/>
                </a:lnTo>
                <a:lnTo>
                  <a:pt x="10249" y="19420"/>
                </a:lnTo>
              </a:path>
              <a:path w="21600" h="21600">
                <a:moveTo>
                  <a:pt x="7536" y="19332"/>
                </a:moveTo>
                <a:lnTo>
                  <a:pt x="7579" y="19332"/>
                </a:lnTo>
                <a:lnTo>
                  <a:pt x="7579" y="19420"/>
                </a:lnTo>
                <a:lnTo>
                  <a:pt x="7536" y="19420"/>
                </a:lnTo>
              </a:path>
              <a:path w="21600" h="21600">
                <a:moveTo>
                  <a:pt x="4830" y="19332"/>
                </a:moveTo>
                <a:lnTo>
                  <a:pt x="4873" y="19332"/>
                </a:lnTo>
                <a:lnTo>
                  <a:pt x="4873" y="19420"/>
                </a:lnTo>
                <a:lnTo>
                  <a:pt x="4830" y="19420"/>
                </a:lnTo>
              </a:path>
              <a:path w="21600" h="21600">
                <a:moveTo>
                  <a:pt x="2117" y="19332"/>
                </a:moveTo>
                <a:lnTo>
                  <a:pt x="2160" y="19332"/>
                </a:lnTo>
                <a:lnTo>
                  <a:pt x="2160" y="19420"/>
                </a:lnTo>
                <a:lnTo>
                  <a:pt x="2117" y="19420"/>
                </a:lnTo>
              </a:path>
              <a:path w="21600" h="21600">
                <a:moveTo>
                  <a:pt x="17632" y="19327"/>
                </a:moveTo>
                <a:lnTo>
                  <a:pt x="17674" y="19327"/>
                </a:lnTo>
                <a:lnTo>
                  <a:pt x="17674" y="19411"/>
                </a:lnTo>
                <a:lnTo>
                  <a:pt x="17632" y="19411"/>
                </a:lnTo>
              </a:path>
              <a:path w="21600" h="21600">
                <a:moveTo>
                  <a:pt x="14927" y="19327"/>
                </a:moveTo>
                <a:lnTo>
                  <a:pt x="14968" y="19327"/>
                </a:lnTo>
                <a:lnTo>
                  <a:pt x="14968" y="19411"/>
                </a:lnTo>
                <a:lnTo>
                  <a:pt x="14927" y="19411"/>
                </a:lnTo>
              </a:path>
              <a:path w="21600" h="21600">
                <a:moveTo>
                  <a:pt x="12213" y="19327"/>
                </a:moveTo>
                <a:lnTo>
                  <a:pt x="12255" y="19327"/>
                </a:lnTo>
                <a:lnTo>
                  <a:pt x="12255" y="19411"/>
                </a:lnTo>
                <a:lnTo>
                  <a:pt x="12213" y="19411"/>
                </a:lnTo>
              </a:path>
              <a:path w="21600" h="21600">
                <a:moveTo>
                  <a:pt x="9344" y="19327"/>
                </a:moveTo>
                <a:lnTo>
                  <a:pt x="9385" y="19327"/>
                </a:lnTo>
                <a:lnTo>
                  <a:pt x="9385" y="19411"/>
                </a:lnTo>
                <a:lnTo>
                  <a:pt x="9344" y="19411"/>
                </a:lnTo>
              </a:path>
              <a:path w="21600" h="21600">
                <a:moveTo>
                  <a:pt x="3925" y="19327"/>
                </a:moveTo>
                <a:lnTo>
                  <a:pt x="3967" y="19327"/>
                </a:lnTo>
                <a:lnTo>
                  <a:pt x="3967" y="19411"/>
                </a:lnTo>
                <a:lnTo>
                  <a:pt x="3925" y="19411"/>
                </a:lnTo>
              </a:path>
              <a:path w="21600" h="21600">
                <a:moveTo>
                  <a:pt x="1212" y="19327"/>
                </a:moveTo>
                <a:lnTo>
                  <a:pt x="1253" y="19327"/>
                </a:lnTo>
                <a:lnTo>
                  <a:pt x="1253" y="19411"/>
                </a:lnTo>
                <a:lnTo>
                  <a:pt x="1212" y="19411"/>
                </a:lnTo>
              </a:path>
              <a:path w="21600" h="21600">
                <a:moveTo>
                  <a:pt x="20044" y="19315"/>
                </a:moveTo>
                <a:lnTo>
                  <a:pt x="20085" y="19315"/>
                </a:lnTo>
                <a:lnTo>
                  <a:pt x="20085" y="19400"/>
                </a:lnTo>
                <a:lnTo>
                  <a:pt x="20044" y="19400"/>
                </a:lnTo>
              </a:path>
              <a:path w="21600" h="21600">
                <a:moveTo>
                  <a:pt x="17330" y="19315"/>
                </a:moveTo>
                <a:lnTo>
                  <a:pt x="17372" y="19315"/>
                </a:lnTo>
                <a:lnTo>
                  <a:pt x="17372" y="19400"/>
                </a:lnTo>
                <a:lnTo>
                  <a:pt x="17330" y="19400"/>
                </a:lnTo>
              </a:path>
              <a:path w="21600" h="21600">
                <a:moveTo>
                  <a:pt x="11911" y="19315"/>
                </a:moveTo>
                <a:lnTo>
                  <a:pt x="11953" y="19315"/>
                </a:lnTo>
                <a:lnTo>
                  <a:pt x="11953" y="19400"/>
                </a:lnTo>
                <a:lnTo>
                  <a:pt x="11911" y="19400"/>
                </a:lnTo>
              </a:path>
              <a:path w="21600" h="21600">
                <a:moveTo>
                  <a:pt x="9646" y="19315"/>
                </a:moveTo>
                <a:lnTo>
                  <a:pt x="9687" y="19315"/>
                </a:lnTo>
                <a:lnTo>
                  <a:pt x="9687" y="19400"/>
                </a:lnTo>
                <a:lnTo>
                  <a:pt x="9646" y="19400"/>
                </a:lnTo>
              </a:path>
              <a:path w="21600" h="21600">
                <a:moveTo>
                  <a:pt x="6933" y="19315"/>
                </a:moveTo>
                <a:lnTo>
                  <a:pt x="6974" y="19315"/>
                </a:lnTo>
                <a:lnTo>
                  <a:pt x="6974" y="19400"/>
                </a:lnTo>
                <a:lnTo>
                  <a:pt x="6933" y="19400"/>
                </a:lnTo>
              </a:path>
              <a:path w="21600" h="21600">
                <a:moveTo>
                  <a:pt x="4227" y="19315"/>
                </a:moveTo>
                <a:lnTo>
                  <a:pt x="4268" y="19315"/>
                </a:lnTo>
                <a:lnTo>
                  <a:pt x="4268" y="19400"/>
                </a:lnTo>
                <a:lnTo>
                  <a:pt x="4227" y="19400"/>
                </a:lnTo>
              </a:path>
              <a:path w="21600" h="21600">
                <a:moveTo>
                  <a:pt x="1514" y="19315"/>
                </a:moveTo>
                <a:lnTo>
                  <a:pt x="1555" y="19315"/>
                </a:lnTo>
                <a:lnTo>
                  <a:pt x="1555" y="19400"/>
                </a:lnTo>
                <a:lnTo>
                  <a:pt x="1514" y="19400"/>
                </a:lnTo>
              </a:path>
              <a:path w="21600" h="21600">
                <a:moveTo>
                  <a:pt x="18090" y="19299"/>
                </a:moveTo>
                <a:lnTo>
                  <a:pt x="18122" y="19299"/>
                </a:lnTo>
                <a:lnTo>
                  <a:pt x="18122" y="19366"/>
                </a:lnTo>
                <a:lnTo>
                  <a:pt x="18090" y="19366"/>
                </a:lnTo>
              </a:path>
              <a:path w="21600" h="21600">
                <a:moveTo>
                  <a:pt x="11452" y="19292"/>
                </a:moveTo>
                <a:lnTo>
                  <a:pt x="11506" y="19292"/>
                </a:lnTo>
                <a:lnTo>
                  <a:pt x="11506" y="19401"/>
                </a:lnTo>
                <a:lnTo>
                  <a:pt x="11452" y="19401"/>
                </a:lnTo>
              </a:path>
              <a:path w="21600" h="21600">
                <a:moveTo>
                  <a:pt x="20492" y="19290"/>
                </a:moveTo>
                <a:lnTo>
                  <a:pt x="20542" y="19290"/>
                </a:lnTo>
                <a:lnTo>
                  <a:pt x="20542" y="19392"/>
                </a:lnTo>
                <a:lnTo>
                  <a:pt x="20492" y="19392"/>
                </a:lnTo>
              </a:path>
              <a:path w="21600" h="21600">
                <a:moveTo>
                  <a:pt x="15073" y="19290"/>
                </a:moveTo>
                <a:lnTo>
                  <a:pt x="15123" y="19290"/>
                </a:lnTo>
                <a:lnTo>
                  <a:pt x="15123" y="19392"/>
                </a:lnTo>
                <a:lnTo>
                  <a:pt x="15073" y="19392"/>
                </a:lnTo>
              </a:path>
              <a:path w="21600" h="21600">
                <a:moveTo>
                  <a:pt x="6475" y="19290"/>
                </a:moveTo>
                <a:lnTo>
                  <a:pt x="6526" y="19290"/>
                </a:lnTo>
                <a:lnTo>
                  <a:pt x="6526" y="19392"/>
                </a:lnTo>
                <a:lnTo>
                  <a:pt x="6475" y="19392"/>
                </a:lnTo>
              </a:path>
              <a:path w="21600" h="21600">
                <a:moveTo>
                  <a:pt x="10850" y="19282"/>
                </a:moveTo>
                <a:lnTo>
                  <a:pt x="10900" y="19282"/>
                </a:lnTo>
                <a:lnTo>
                  <a:pt x="10900" y="19385"/>
                </a:lnTo>
                <a:lnTo>
                  <a:pt x="10850" y="19385"/>
                </a:lnTo>
              </a:path>
              <a:path w="21600" h="21600">
                <a:moveTo>
                  <a:pt x="6637" y="19281"/>
                </a:moveTo>
                <a:lnTo>
                  <a:pt x="6666" y="19281"/>
                </a:lnTo>
                <a:lnTo>
                  <a:pt x="6666" y="19341"/>
                </a:lnTo>
                <a:lnTo>
                  <a:pt x="6637" y="19341"/>
                </a:lnTo>
              </a:path>
              <a:path w="21600" h="21600">
                <a:moveTo>
                  <a:pt x="10554" y="19280"/>
                </a:moveTo>
                <a:lnTo>
                  <a:pt x="10591" y="19280"/>
                </a:lnTo>
                <a:lnTo>
                  <a:pt x="10591" y="19357"/>
                </a:lnTo>
                <a:lnTo>
                  <a:pt x="10554" y="19357"/>
                </a:lnTo>
              </a:path>
              <a:path w="21600" h="21600">
                <a:moveTo>
                  <a:pt x="21405" y="19276"/>
                </a:moveTo>
                <a:lnTo>
                  <a:pt x="21441" y="19276"/>
                </a:lnTo>
                <a:lnTo>
                  <a:pt x="21441" y="19350"/>
                </a:lnTo>
                <a:lnTo>
                  <a:pt x="21405" y="19350"/>
                </a:lnTo>
              </a:path>
              <a:path w="21600" h="21600">
                <a:moveTo>
                  <a:pt x="1366" y="19261"/>
                </a:moveTo>
                <a:lnTo>
                  <a:pt x="1401" y="19261"/>
                </a:lnTo>
                <a:lnTo>
                  <a:pt x="1401" y="19332"/>
                </a:lnTo>
                <a:lnTo>
                  <a:pt x="1366" y="19332"/>
                </a:lnTo>
              </a:path>
              <a:path w="21600" h="21600">
                <a:moveTo>
                  <a:pt x="19747" y="19248"/>
                </a:moveTo>
                <a:lnTo>
                  <a:pt x="19778" y="19248"/>
                </a:lnTo>
                <a:lnTo>
                  <a:pt x="19778" y="19312"/>
                </a:lnTo>
                <a:lnTo>
                  <a:pt x="19747" y="19312"/>
                </a:lnTo>
              </a:path>
              <a:path w="21600" h="21600">
                <a:moveTo>
                  <a:pt x="18992" y="19248"/>
                </a:moveTo>
                <a:lnTo>
                  <a:pt x="19023" y="19248"/>
                </a:lnTo>
                <a:lnTo>
                  <a:pt x="19023" y="19312"/>
                </a:lnTo>
                <a:lnTo>
                  <a:pt x="18992" y="19312"/>
                </a:lnTo>
              </a:path>
              <a:path w="21600" h="21600">
                <a:moveTo>
                  <a:pt x="14328" y="19248"/>
                </a:moveTo>
                <a:lnTo>
                  <a:pt x="14359" y="19248"/>
                </a:lnTo>
                <a:lnTo>
                  <a:pt x="14359" y="19312"/>
                </a:lnTo>
                <a:lnTo>
                  <a:pt x="14328" y="19312"/>
                </a:lnTo>
              </a:path>
              <a:path w="21600" h="21600">
                <a:moveTo>
                  <a:pt x="13573" y="19248"/>
                </a:moveTo>
                <a:lnTo>
                  <a:pt x="13604" y="19248"/>
                </a:lnTo>
                <a:lnTo>
                  <a:pt x="13604" y="19312"/>
                </a:lnTo>
                <a:lnTo>
                  <a:pt x="13573" y="19312"/>
                </a:lnTo>
              </a:path>
              <a:path w="21600" h="21600">
                <a:moveTo>
                  <a:pt x="1821" y="19248"/>
                </a:moveTo>
                <a:lnTo>
                  <a:pt x="1852" y="19248"/>
                </a:lnTo>
                <a:lnTo>
                  <a:pt x="1852" y="19312"/>
                </a:lnTo>
                <a:lnTo>
                  <a:pt x="1821" y="19312"/>
                </a:lnTo>
              </a:path>
              <a:path w="21600" h="21600">
                <a:moveTo>
                  <a:pt x="20951" y="19238"/>
                </a:moveTo>
                <a:lnTo>
                  <a:pt x="20989" y="19238"/>
                </a:lnTo>
                <a:lnTo>
                  <a:pt x="20989" y="19316"/>
                </a:lnTo>
                <a:lnTo>
                  <a:pt x="20951" y="19316"/>
                </a:lnTo>
              </a:path>
              <a:path w="21600" h="21600">
                <a:moveTo>
                  <a:pt x="18238" y="19238"/>
                </a:moveTo>
                <a:lnTo>
                  <a:pt x="18276" y="19238"/>
                </a:lnTo>
                <a:lnTo>
                  <a:pt x="18276" y="19316"/>
                </a:lnTo>
                <a:lnTo>
                  <a:pt x="18238" y="19316"/>
                </a:lnTo>
              </a:path>
              <a:path w="21600" h="21600">
                <a:moveTo>
                  <a:pt x="15532" y="19238"/>
                </a:moveTo>
                <a:lnTo>
                  <a:pt x="15570" y="19238"/>
                </a:lnTo>
                <a:lnTo>
                  <a:pt x="15570" y="19316"/>
                </a:lnTo>
                <a:lnTo>
                  <a:pt x="15532" y="19316"/>
                </a:lnTo>
              </a:path>
              <a:path w="21600" h="21600">
                <a:moveTo>
                  <a:pt x="12819" y="19238"/>
                </a:moveTo>
                <a:lnTo>
                  <a:pt x="12857" y="19238"/>
                </a:lnTo>
                <a:lnTo>
                  <a:pt x="12857" y="19316"/>
                </a:lnTo>
                <a:lnTo>
                  <a:pt x="12819" y="19316"/>
                </a:lnTo>
              </a:path>
              <a:path w="21600" h="21600">
                <a:moveTo>
                  <a:pt x="6029" y="19238"/>
                </a:moveTo>
                <a:lnTo>
                  <a:pt x="6067" y="19238"/>
                </a:lnTo>
                <a:lnTo>
                  <a:pt x="6067" y="19316"/>
                </a:lnTo>
                <a:lnTo>
                  <a:pt x="6029" y="19316"/>
                </a:lnTo>
              </a:path>
              <a:path w="21600" h="21600">
                <a:moveTo>
                  <a:pt x="3323" y="19238"/>
                </a:moveTo>
                <a:lnTo>
                  <a:pt x="3361" y="19238"/>
                </a:lnTo>
                <a:lnTo>
                  <a:pt x="3361" y="19316"/>
                </a:lnTo>
                <a:lnTo>
                  <a:pt x="3323" y="19316"/>
                </a:lnTo>
              </a:path>
              <a:path w="21600" h="21600">
                <a:moveTo>
                  <a:pt x="610" y="19238"/>
                </a:moveTo>
                <a:lnTo>
                  <a:pt x="648" y="19238"/>
                </a:lnTo>
                <a:lnTo>
                  <a:pt x="648" y="19316"/>
                </a:lnTo>
                <a:lnTo>
                  <a:pt x="610" y="19316"/>
                </a:lnTo>
              </a:path>
              <a:path w="21600" h="21600">
                <a:moveTo>
                  <a:pt x="21103" y="19234"/>
                </a:moveTo>
                <a:lnTo>
                  <a:pt x="21139" y="19234"/>
                </a:lnTo>
                <a:lnTo>
                  <a:pt x="21139" y="19308"/>
                </a:lnTo>
                <a:lnTo>
                  <a:pt x="21103" y="19308"/>
                </a:lnTo>
              </a:path>
              <a:path w="21600" h="21600">
                <a:moveTo>
                  <a:pt x="3626" y="19234"/>
                </a:moveTo>
                <a:lnTo>
                  <a:pt x="3662" y="19234"/>
                </a:lnTo>
                <a:lnTo>
                  <a:pt x="3662" y="19308"/>
                </a:lnTo>
                <a:lnTo>
                  <a:pt x="3626" y="19308"/>
                </a:lnTo>
              </a:path>
              <a:path w="21600" h="21600">
                <a:moveTo>
                  <a:pt x="21248" y="19222"/>
                </a:moveTo>
                <a:lnTo>
                  <a:pt x="21296" y="19222"/>
                </a:lnTo>
                <a:lnTo>
                  <a:pt x="21296" y="19321"/>
                </a:lnTo>
                <a:lnTo>
                  <a:pt x="21248" y="19321"/>
                </a:lnTo>
              </a:path>
              <a:path w="21600" h="21600">
                <a:moveTo>
                  <a:pt x="18535" y="19222"/>
                </a:moveTo>
                <a:lnTo>
                  <a:pt x="18583" y="19222"/>
                </a:lnTo>
                <a:lnTo>
                  <a:pt x="18583" y="19321"/>
                </a:lnTo>
                <a:lnTo>
                  <a:pt x="18535" y="19321"/>
                </a:lnTo>
              </a:path>
              <a:path w="21600" h="21600">
                <a:moveTo>
                  <a:pt x="15829" y="19222"/>
                </a:moveTo>
                <a:lnTo>
                  <a:pt x="15877" y="19222"/>
                </a:lnTo>
                <a:lnTo>
                  <a:pt x="15877" y="19321"/>
                </a:lnTo>
                <a:lnTo>
                  <a:pt x="15829" y="19321"/>
                </a:lnTo>
              </a:path>
              <a:path w="21600" h="21600">
                <a:moveTo>
                  <a:pt x="13116" y="19222"/>
                </a:moveTo>
                <a:lnTo>
                  <a:pt x="13164" y="19222"/>
                </a:lnTo>
                <a:lnTo>
                  <a:pt x="13164" y="19321"/>
                </a:lnTo>
                <a:lnTo>
                  <a:pt x="13116" y="19321"/>
                </a:lnTo>
              </a:path>
              <a:path w="21600" h="21600">
                <a:moveTo>
                  <a:pt x="8435" y="19222"/>
                </a:moveTo>
                <a:lnTo>
                  <a:pt x="8483" y="19222"/>
                </a:lnTo>
                <a:lnTo>
                  <a:pt x="8483" y="19321"/>
                </a:lnTo>
                <a:lnTo>
                  <a:pt x="8435" y="19321"/>
                </a:lnTo>
              </a:path>
              <a:path w="21600" h="21600">
                <a:moveTo>
                  <a:pt x="3016" y="19222"/>
                </a:moveTo>
                <a:lnTo>
                  <a:pt x="3064" y="19222"/>
                </a:lnTo>
                <a:lnTo>
                  <a:pt x="3064" y="19321"/>
                </a:lnTo>
                <a:lnTo>
                  <a:pt x="3016" y="19321"/>
                </a:lnTo>
              </a:path>
              <a:path w="21600" h="21600">
                <a:moveTo>
                  <a:pt x="303" y="19222"/>
                </a:moveTo>
                <a:lnTo>
                  <a:pt x="351" y="19222"/>
                </a:lnTo>
                <a:lnTo>
                  <a:pt x="351" y="19321"/>
                </a:lnTo>
                <a:lnTo>
                  <a:pt x="303" y="19321"/>
                </a:lnTo>
              </a:path>
              <a:path w="21600" h="21600">
                <a:moveTo>
                  <a:pt x="8750" y="19219"/>
                </a:moveTo>
                <a:lnTo>
                  <a:pt x="8771" y="19219"/>
                </a:lnTo>
                <a:lnTo>
                  <a:pt x="8771" y="19260"/>
                </a:lnTo>
                <a:lnTo>
                  <a:pt x="8750" y="19260"/>
                </a:lnTo>
              </a:path>
              <a:path w="21600" h="21600">
                <a:moveTo>
                  <a:pt x="10403" y="19217"/>
                </a:moveTo>
                <a:lnTo>
                  <a:pt x="10440" y="19217"/>
                </a:lnTo>
                <a:lnTo>
                  <a:pt x="10440" y="19291"/>
                </a:lnTo>
                <a:lnTo>
                  <a:pt x="10403" y="19291"/>
                </a:lnTo>
              </a:path>
              <a:path w="21600" h="21600">
                <a:moveTo>
                  <a:pt x="11163" y="19213"/>
                </a:moveTo>
                <a:lnTo>
                  <a:pt x="11191" y="19213"/>
                </a:lnTo>
                <a:lnTo>
                  <a:pt x="11191" y="19269"/>
                </a:lnTo>
                <a:lnTo>
                  <a:pt x="11163" y="19269"/>
                </a:lnTo>
              </a:path>
              <a:path w="21600" h="21600">
                <a:moveTo>
                  <a:pt x="20192" y="19211"/>
                </a:moveTo>
                <a:lnTo>
                  <a:pt x="20239" y="19211"/>
                </a:lnTo>
                <a:lnTo>
                  <a:pt x="20239" y="19306"/>
                </a:lnTo>
                <a:lnTo>
                  <a:pt x="20192" y="19306"/>
                </a:lnTo>
              </a:path>
              <a:path w="21600" h="21600">
                <a:moveTo>
                  <a:pt x="14773" y="19211"/>
                </a:moveTo>
                <a:lnTo>
                  <a:pt x="14820" y="19211"/>
                </a:lnTo>
                <a:lnTo>
                  <a:pt x="14820" y="19306"/>
                </a:lnTo>
                <a:lnTo>
                  <a:pt x="14773" y="19306"/>
                </a:lnTo>
              </a:path>
              <a:path w="21600" h="21600">
                <a:moveTo>
                  <a:pt x="9492" y="19211"/>
                </a:moveTo>
                <a:lnTo>
                  <a:pt x="9539" y="19211"/>
                </a:lnTo>
                <a:lnTo>
                  <a:pt x="9539" y="19306"/>
                </a:lnTo>
                <a:lnTo>
                  <a:pt x="9492" y="19306"/>
                </a:lnTo>
              </a:path>
              <a:path w="21600" h="21600">
                <a:moveTo>
                  <a:pt x="6779" y="19211"/>
                </a:moveTo>
                <a:lnTo>
                  <a:pt x="6826" y="19211"/>
                </a:lnTo>
                <a:lnTo>
                  <a:pt x="6826" y="19306"/>
                </a:lnTo>
                <a:lnTo>
                  <a:pt x="6779" y="19306"/>
                </a:lnTo>
              </a:path>
              <a:path w="21600" h="21600">
                <a:moveTo>
                  <a:pt x="4074" y="19211"/>
                </a:moveTo>
                <a:lnTo>
                  <a:pt x="4120" y="19211"/>
                </a:lnTo>
                <a:lnTo>
                  <a:pt x="4120" y="19306"/>
                </a:lnTo>
                <a:lnTo>
                  <a:pt x="4074" y="19306"/>
                </a:lnTo>
              </a:path>
              <a:path w="21600" h="21600">
                <a:moveTo>
                  <a:pt x="16274" y="19211"/>
                </a:moveTo>
                <a:lnTo>
                  <a:pt x="16315" y="19211"/>
                </a:lnTo>
                <a:lnTo>
                  <a:pt x="16315" y="19295"/>
                </a:lnTo>
                <a:lnTo>
                  <a:pt x="16274" y="19295"/>
                </a:lnTo>
              </a:path>
              <a:path w="21600" h="21600">
                <a:moveTo>
                  <a:pt x="5284" y="19211"/>
                </a:moveTo>
                <a:lnTo>
                  <a:pt x="5325" y="19211"/>
                </a:lnTo>
                <a:lnTo>
                  <a:pt x="5325" y="19295"/>
                </a:lnTo>
                <a:lnTo>
                  <a:pt x="5284" y="19295"/>
                </a:lnTo>
              </a:path>
              <a:path w="21600" h="21600">
                <a:moveTo>
                  <a:pt x="10101" y="19207"/>
                </a:moveTo>
                <a:lnTo>
                  <a:pt x="10138" y="19207"/>
                </a:lnTo>
                <a:lnTo>
                  <a:pt x="10138" y="19281"/>
                </a:lnTo>
                <a:lnTo>
                  <a:pt x="10101" y="19281"/>
                </a:lnTo>
              </a:path>
              <a:path w="21600" h="21600">
                <a:moveTo>
                  <a:pt x="17028" y="19199"/>
                </a:moveTo>
                <a:lnTo>
                  <a:pt x="17070" y="19199"/>
                </a:lnTo>
                <a:lnTo>
                  <a:pt x="17070" y="19284"/>
                </a:lnTo>
                <a:lnTo>
                  <a:pt x="17028" y="19284"/>
                </a:lnTo>
              </a:path>
              <a:path w="21600" h="21600">
                <a:moveTo>
                  <a:pt x="11609" y="19199"/>
                </a:moveTo>
                <a:lnTo>
                  <a:pt x="11651" y="19199"/>
                </a:lnTo>
                <a:lnTo>
                  <a:pt x="11651" y="19284"/>
                </a:lnTo>
                <a:lnTo>
                  <a:pt x="11609" y="19284"/>
                </a:lnTo>
              </a:path>
              <a:path w="21600" h="21600">
                <a:moveTo>
                  <a:pt x="9948" y="19199"/>
                </a:moveTo>
                <a:lnTo>
                  <a:pt x="9989" y="19199"/>
                </a:lnTo>
                <a:lnTo>
                  <a:pt x="9989" y="19284"/>
                </a:lnTo>
                <a:lnTo>
                  <a:pt x="9948" y="19284"/>
                </a:lnTo>
              </a:path>
              <a:path w="21600" h="21600">
                <a:moveTo>
                  <a:pt x="4529" y="19199"/>
                </a:moveTo>
                <a:lnTo>
                  <a:pt x="4570" y="19199"/>
                </a:lnTo>
                <a:lnTo>
                  <a:pt x="4570" y="19284"/>
                </a:lnTo>
                <a:lnTo>
                  <a:pt x="4529" y="19284"/>
                </a:lnTo>
              </a:path>
              <a:path w="21600" h="21600">
                <a:moveTo>
                  <a:pt x="21549" y="19193"/>
                </a:moveTo>
                <a:lnTo>
                  <a:pt x="21590" y="19193"/>
                </a:lnTo>
                <a:lnTo>
                  <a:pt x="21590" y="19276"/>
                </a:lnTo>
                <a:lnTo>
                  <a:pt x="21549" y="19276"/>
                </a:lnTo>
              </a:path>
              <a:path w="21600" h="21600">
                <a:moveTo>
                  <a:pt x="9" y="19193"/>
                </a:moveTo>
                <a:lnTo>
                  <a:pt x="50" y="19193"/>
                </a:lnTo>
                <a:lnTo>
                  <a:pt x="50" y="19276"/>
                </a:lnTo>
                <a:lnTo>
                  <a:pt x="9" y="19276"/>
                </a:lnTo>
              </a:path>
              <a:path w="21600" h="21600">
                <a:moveTo>
                  <a:pt x="20353" y="19183"/>
                </a:moveTo>
                <a:lnTo>
                  <a:pt x="20380" y="19183"/>
                </a:lnTo>
                <a:lnTo>
                  <a:pt x="20380" y="19240"/>
                </a:lnTo>
                <a:lnTo>
                  <a:pt x="20353" y="19240"/>
                </a:lnTo>
              </a:path>
              <a:path w="21600" h="21600">
                <a:moveTo>
                  <a:pt x="19587" y="19177"/>
                </a:moveTo>
                <a:lnTo>
                  <a:pt x="19636" y="19177"/>
                </a:lnTo>
                <a:lnTo>
                  <a:pt x="19636" y="19277"/>
                </a:lnTo>
                <a:lnTo>
                  <a:pt x="19587" y="19277"/>
                </a:lnTo>
              </a:path>
              <a:path w="21600" h="21600">
                <a:moveTo>
                  <a:pt x="16874" y="19177"/>
                </a:moveTo>
                <a:lnTo>
                  <a:pt x="16922" y="19177"/>
                </a:lnTo>
                <a:lnTo>
                  <a:pt x="16922" y="19277"/>
                </a:lnTo>
                <a:lnTo>
                  <a:pt x="16874" y="19277"/>
                </a:lnTo>
              </a:path>
              <a:path w="21600" h="21600">
                <a:moveTo>
                  <a:pt x="7382" y="19177"/>
                </a:moveTo>
                <a:lnTo>
                  <a:pt x="7430" y="19177"/>
                </a:lnTo>
                <a:lnTo>
                  <a:pt x="7430" y="19277"/>
                </a:lnTo>
                <a:lnTo>
                  <a:pt x="7382" y="19277"/>
                </a:lnTo>
              </a:path>
              <a:path w="21600" h="21600">
                <a:moveTo>
                  <a:pt x="4677" y="19177"/>
                </a:moveTo>
                <a:lnTo>
                  <a:pt x="4725" y="19177"/>
                </a:lnTo>
                <a:lnTo>
                  <a:pt x="4725" y="19277"/>
                </a:lnTo>
                <a:lnTo>
                  <a:pt x="4677" y="19277"/>
                </a:lnTo>
              </a:path>
              <a:path w="21600" h="21600">
                <a:moveTo>
                  <a:pt x="1963" y="19177"/>
                </a:moveTo>
                <a:lnTo>
                  <a:pt x="2012" y="19177"/>
                </a:lnTo>
                <a:lnTo>
                  <a:pt x="2012" y="19277"/>
                </a:lnTo>
                <a:lnTo>
                  <a:pt x="1963" y="19277"/>
                </a:lnTo>
              </a:path>
              <a:path w="21600" h="21600">
                <a:moveTo>
                  <a:pt x="14468" y="19176"/>
                </a:moveTo>
                <a:lnTo>
                  <a:pt x="14521" y="19176"/>
                </a:lnTo>
                <a:lnTo>
                  <a:pt x="14521" y="19285"/>
                </a:lnTo>
                <a:lnTo>
                  <a:pt x="14468" y="19285"/>
                </a:lnTo>
              </a:path>
              <a:path w="21600" h="21600">
                <a:moveTo>
                  <a:pt x="7078" y="19176"/>
                </a:moveTo>
                <a:lnTo>
                  <a:pt x="7131" y="19176"/>
                </a:lnTo>
                <a:lnTo>
                  <a:pt x="7131" y="19285"/>
                </a:lnTo>
                <a:lnTo>
                  <a:pt x="7078" y="19285"/>
                </a:lnTo>
              </a:path>
              <a:path w="21600" h="21600">
                <a:moveTo>
                  <a:pt x="12665" y="19174"/>
                </a:moveTo>
                <a:lnTo>
                  <a:pt x="12709" y="19174"/>
                </a:lnTo>
                <a:lnTo>
                  <a:pt x="12709" y="19263"/>
                </a:lnTo>
                <a:lnTo>
                  <a:pt x="12665" y="19263"/>
                </a:lnTo>
              </a:path>
              <a:path w="21600" h="21600">
                <a:moveTo>
                  <a:pt x="8890" y="19174"/>
                </a:moveTo>
                <a:lnTo>
                  <a:pt x="8933" y="19174"/>
                </a:lnTo>
                <a:lnTo>
                  <a:pt x="8933" y="19263"/>
                </a:lnTo>
                <a:lnTo>
                  <a:pt x="8890" y="19263"/>
                </a:lnTo>
              </a:path>
              <a:path w="21600" h="21600">
                <a:moveTo>
                  <a:pt x="3471" y="19174"/>
                </a:moveTo>
                <a:lnTo>
                  <a:pt x="3514" y="19174"/>
                </a:lnTo>
                <a:lnTo>
                  <a:pt x="3514" y="19263"/>
                </a:lnTo>
                <a:lnTo>
                  <a:pt x="3471" y="19263"/>
                </a:lnTo>
              </a:path>
              <a:path w="21600" h="21600">
                <a:moveTo>
                  <a:pt x="1661" y="19168"/>
                </a:moveTo>
                <a:lnTo>
                  <a:pt x="1711" y="19168"/>
                </a:lnTo>
                <a:lnTo>
                  <a:pt x="1711" y="19271"/>
                </a:lnTo>
                <a:lnTo>
                  <a:pt x="1661" y="19271"/>
                </a:lnTo>
              </a:path>
              <a:path w="21600" h="21600">
                <a:moveTo>
                  <a:pt x="13408" y="19153"/>
                </a:moveTo>
                <a:lnTo>
                  <a:pt x="13466" y="19153"/>
                </a:lnTo>
                <a:lnTo>
                  <a:pt x="13466" y="19272"/>
                </a:lnTo>
                <a:lnTo>
                  <a:pt x="13408" y="19272"/>
                </a:lnTo>
              </a:path>
              <a:path w="21600" h="21600">
                <a:moveTo>
                  <a:pt x="8132" y="19153"/>
                </a:moveTo>
                <a:lnTo>
                  <a:pt x="8190" y="19153"/>
                </a:lnTo>
                <a:lnTo>
                  <a:pt x="8190" y="19272"/>
                </a:lnTo>
                <a:lnTo>
                  <a:pt x="8132" y="19272"/>
                </a:lnTo>
              </a:path>
              <a:path w="21600" h="21600">
                <a:moveTo>
                  <a:pt x="1055" y="19149"/>
                </a:moveTo>
                <a:lnTo>
                  <a:pt x="1108" y="19149"/>
                </a:lnTo>
                <a:lnTo>
                  <a:pt x="1108" y="19259"/>
                </a:lnTo>
                <a:lnTo>
                  <a:pt x="1055" y="19259"/>
                </a:lnTo>
              </a:path>
              <a:path w="21600" h="21600">
                <a:moveTo>
                  <a:pt x="16570" y="19149"/>
                </a:moveTo>
                <a:lnTo>
                  <a:pt x="16622" y="19149"/>
                </a:lnTo>
                <a:lnTo>
                  <a:pt x="16622" y="19255"/>
                </a:lnTo>
                <a:lnTo>
                  <a:pt x="16570" y="19255"/>
                </a:lnTo>
              </a:path>
              <a:path w="21600" h="21600">
                <a:moveTo>
                  <a:pt x="4977" y="19149"/>
                </a:moveTo>
                <a:lnTo>
                  <a:pt x="5029" y="19149"/>
                </a:lnTo>
                <a:lnTo>
                  <a:pt x="5029" y="19255"/>
                </a:lnTo>
                <a:lnTo>
                  <a:pt x="4977" y="19255"/>
                </a:lnTo>
              </a:path>
              <a:path w="21600" h="21600">
                <a:moveTo>
                  <a:pt x="19446" y="19131"/>
                </a:moveTo>
                <a:lnTo>
                  <a:pt x="19475" y="19131"/>
                </a:lnTo>
                <a:lnTo>
                  <a:pt x="19475" y="19191"/>
                </a:lnTo>
                <a:lnTo>
                  <a:pt x="19446" y="19191"/>
                </a:lnTo>
              </a:path>
              <a:path w="21600" h="21600">
                <a:moveTo>
                  <a:pt x="5726" y="19128"/>
                </a:moveTo>
                <a:lnTo>
                  <a:pt x="5765" y="19128"/>
                </a:lnTo>
                <a:lnTo>
                  <a:pt x="5765" y="19209"/>
                </a:lnTo>
                <a:lnTo>
                  <a:pt x="5726" y="19209"/>
                </a:lnTo>
              </a:path>
              <a:path w="21600" h="21600">
                <a:moveTo>
                  <a:pt x="17633" y="19119"/>
                </a:moveTo>
                <a:lnTo>
                  <a:pt x="17673" y="19119"/>
                </a:lnTo>
                <a:lnTo>
                  <a:pt x="17673" y="19201"/>
                </a:lnTo>
                <a:lnTo>
                  <a:pt x="17633" y="19201"/>
                </a:lnTo>
              </a:path>
              <a:path w="21600" h="21600">
                <a:moveTo>
                  <a:pt x="14927" y="19119"/>
                </a:moveTo>
                <a:lnTo>
                  <a:pt x="14967" y="19119"/>
                </a:lnTo>
                <a:lnTo>
                  <a:pt x="14967" y="19201"/>
                </a:lnTo>
                <a:lnTo>
                  <a:pt x="14927" y="19201"/>
                </a:lnTo>
              </a:path>
              <a:path w="21600" h="21600">
                <a:moveTo>
                  <a:pt x="12214" y="19119"/>
                </a:moveTo>
                <a:lnTo>
                  <a:pt x="12254" y="19119"/>
                </a:lnTo>
                <a:lnTo>
                  <a:pt x="12254" y="19201"/>
                </a:lnTo>
                <a:lnTo>
                  <a:pt x="12214" y="19201"/>
                </a:lnTo>
              </a:path>
              <a:path w="21600" h="21600">
                <a:moveTo>
                  <a:pt x="9345" y="19119"/>
                </a:moveTo>
                <a:lnTo>
                  <a:pt x="9384" y="19119"/>
                </a:lnTo>
                <a:lnTo>
                  <a:pt x="9384" y="19201"/>
                </a:lnTo>
                <a:lnTo>
                  <a:pt x="9345" y="19201"/>
                </a:lnTo>
              </a:path>
              <a:path w="21600" h="21600">
                <a:moveTo>
                  <a:pt x="3926" y="19119"/>
                </a:moveTo>
                <a:lnTo>
                  <a:pt x="3966" y="19119"/>
                </a:lnTo>
                <a:lnTo>
                  <a:pt x="3966" y="19201"/>
                </a:lnTo>
                <a:lnTo>
                  <a:pt x="3926" y="19201"/>
                </a:lnTo>
              </a:path>
              <a:path w="21600" h="21600">
                <a:moveTo>
                  <a:pt x="1213" y="19119"/>
                </a:moveTo>
                <a:lnTo>
                  <a:pt x="1253" y="19119"/>
                </a:lnTo>
                <a:lnTo>
                  <a:pt x="1253" y="19201"/>
                </a:lnTo>
                <a:lnTo>
                  <a:pt x="1213" y="19201"/>
                </a:lnTo>
              </a:path>
              <a:path w="21600" h="21600">
                <a:moveTo>
                  <a:pt x="4376" y="19111"/>
                </a:moveTo>
                <a:lnTo>
                  <a:pt x="4421" y="19111"/>
                </a:lnTo>
                <a:lnTo>
                  <a:pt x="4421" y="19202"/>
                </a:lnTo>
                <a:lnTo>
                  <a:pt x="4376" y="19202"/>
                </a:lnTo>
              </a:path>
              <a:path w="21600" h="21600">
                <a:moveTo>
                  <a:pt x="16726" y="19109"/>
                </a:moveTo>
                <a:lnTo>
                  <a:pt x="16768" y="19109"/>
                </a:lnTo>
                <a:lnTo>
                  <a:pt x="16768" y="19194"/>
                </a:lnTo>
                <a:lnTo>
                  <a:pt x="16726" y="19194"/>
                </a:lnTo>
              </a:path>
              <a:path w="21600" h="21600">
                <a:moveTo>
                  <a:pt x="14021" y="19109"/>
                </a:moveTo>
                <a:lnTo>
                  <a:pt x="14062" y="19109"/>
                </a:lnTo>
                <a:lnTo>
                  <a:pt x="14062" y="19194"/>
                </a:lnTo>
                <a:lnTo>
                  <a:pt x="14021" y="19194"/>
                </a:lnTo>
              </a:path>
              <a:path w="21600" h="21600">
                <a:moveTo>
                  <a:pt x="11307" y="19109"/>
                </a:moveTo>
                <a:lnTo>
                  <a:pt x="11349" y="19109"/>
                </a:lnTo>
                <a:lnTo>
                  <a:pt x="11349" y="19194"/>
                </a:lnTo>
                <a:lnTo>
                  <a:pt x="11307" y="19194"/>
                </a:lnTo>
              </a:path>
              <a:path w="21600" h="21600">
                <a:moveTo>
                  <a:pt x="10250" y="19109"/>
                </a:moveTo>
                <a:lnTo>
                  <a:pt x="10291" y="19109"/>
                </a:lnTo>
                <a:lnTo>
                  <a:pt x="10291" y="19194"/>
                </a:lnTo>
                <a:lnTo>
                  <a:pt x="10250" y="19194"/>
                </a:lnTo>
              </a:path>
              <a:path w="21600" h="21600">
                <a:moveTo>
                  <a:pt x="7537" y="19109"/>
                </a:moveTo>
                <a:lnTo>
                  <a:pt x="7578" y="19109"/>
                </a:lnTo>
                <a:lnTo>
                  <a:pt x="7578" y="19194"/>
                </a:lnTo>
                <a:lnTo>
                  <a:pt x="7537" y="19194"/>
                </a:lnTo>
              </a:path>
              <a:path w="21600" h="21600">
                <a:moveTo>
                  <a:pt x="4831" y="19109"/>
                </a:moveTo>
                <a:lnTo>
                  <a:pt x="4872" y="19109"/>
                </a:lnTo>
                <a:lnTo>
                  <a:pt x="4872" y="19194"/>
                </a:lnTo>
                <a:lnTo>
                  <a:pt x="4831" y="19194"/>
                </a:lnTo>
              </a:path>
              <a:path w="21600" h="21600">
                <a:moveTo>
                  <a:pt x="2118" y="19109"/>
                </a:moveTo>
                <a:lnTo>
                  <a:pt x="2159" y="19109"/>
                </a:lnTo>
                <a:lnTo>
                  <a:pt x="2159" y="19194"/>
                </a:lnTo>
                <a:lnTo>
                  <a:pt x="2118" y="19194"/>
                </a:lnTo>
              </a:path>
              <a:path w="21600" h="21600">
                <a:moveTo>
                  <a:pt x="20045" y="19107"/>
                </a:moveTo>
                <a:lnTo>
                  <a:pt x="20084" y="19107"/>
                </a:lnTo>
                <a:lnTo>
                  <a:pt x="20084" y="19188"/>
                </a:lnTo>
                <a:lnTo>
                  <a:pt x="20045" y="19188"/>
                </a:lnTo>
              </a:path>
              <a:path w="21600" h="21600">
                <a:moveTo>
                  <a:pt x="17331" y="19107"/>
                </a:moveTo>
                <a:lnTo>
                  <a:pt x="17371" y="19107"/>
                </a:lnTo>
                <a:lnTo>
                  <a:pt x="17371" y="19188"/>
                </a:lnTo>
                <a:lnTo>
                  <a:pt x="17331" y="19188"/>
                </a:lnTo>
              </a:path>
              <a:path w="21600" h="21600">
                <a:moveTo>
                  <a:pt x="11912" y="19107"/>
                </a:moveTo>
                <a:lnTo>
                  <a:pt x="11952" y="19107"/>
                </a:lnTo>
                <a:lnTo>
                  <a:pt x="11952" y="19188"/>
                </a:lnTo>
                <a:lnTo>
                  <a:pt x="11912" y="19188"/>
                </a:lnTo>
              </a:path>
              <a:path w="21600" h="21600">
                <a:moveTo>
                  <a:pt x="9647" y="19107"/>
                </a:moveTo>
                <a:lnTo>
                  <a:pt x="9686" y="19107"/>
                </a:lnTo>
                <a:lnTo>
                  <a:pt x="9686" y="19188"/>
                </a:lnTo>
                <a:lnTo>
                  <a:pt x="9647" y="19188"/>
                </a:lnTo>
              </a:path>
              <a:path w="21600" h="21600">
                <a:moveTo>
                  <a:pt x="6934" y="19107"/>
                </a:moveTo>
                <a:lnTo>
                  <a:pt x="6973" y="19107"/>
                </a:lnTo>
                <a:lnTo>
                  <a:pt x="6973" y="19188"/>
                </a:lnTo>
                <a:lnTo>
                  <a:pt x="6934" y="19188"/>
                </a:lnTo>
              </a:path>
              <a:path w="21600" h="21600">
                <a:moveTo>
                  <a:pt x="4228" y="19107"/>
                </a:moveTo>
                <a:lnTo>
                  <a:pt x="4268" y="19107"/>
                </a:lnTo>
                <a:lnTo>
                  <a:pt x="4268" y="19188"/>
                </a:lnTo>
                <a:lnTo>
                  <a:pt x="4228" y="19188"/>
                </a:lnTo>
              </a:path>
              <a:path w="21600" h="21600">
                <a:moveTo>
                  <a:pt x="1515" y="19107"/>
                </a:moveTo>
                <a:lnTo>
                  <a:pt x="1554" y="19107"/>
                </a:lnTo>
                <a:lnTo>
                  <a:pt x="1554" y="19188"/>
                </a:lnTo>
                <a:lnTo>
                  <a:pt x="1515" y="19188"/>
                </a:lnTo>
              </a:path>
              <a:path w="21600" h="21600">
                <a:moveTo>
                  <a:pt x="19748" y="19099"/>
                </a:moveTo>
                <a:lnTo>
                  <a:pt x="19777" y="19099"/>
                </a:lnTo>
                <a:lnTo>
                  <a:pt x="19777" y="19159"/>
                </a:lnTo>
                <a:lnTo>
                  <a:pt x="19748" y="19159"/>
                </a:lnTo>
              </a:path>
              <a:path w="21600" h="21600">
                <a:moveTo>
                  <a:pt x="18993" y="19099"/>
                </a:moveTo>
                <a:lnTo>
                  <a:pt x="19022" y="19099"/>
                </a:lnTo>
                <a:lnTo>
                  <a:pt x="19022" y="19159"/>
                </a:lnTo>
                <a:lnTo>
                  <a:pt x="18993" y="19159"/>
                </a:lnTo>
              </a:path>
              <a:path w="21600" h="21600">
                <a:moveTo>
                  <a:pt x="14329" y="19099"/>
                </a:moveTo>
                <a:lnTo>
                  <a:pt x="14358" y="19099"/>
                </a:lnTo>
                <a:lnTo>
                  <a:pt x="14358" y="19159"/>
                </a:lnTo>
                <a:lnTo>
                  <a:pt x="14329" y="19159"/>
                </a:lnTo>
              </a:path>
              <a:path w="21600" h="21600">
                <a:moveTo>
                  <a:pt x="13574" y="19099"/>
                </a:moveTo>
                <a:lnTo>
                  <a:pt x="13603" y="19099"/>
                </a:lnTo>
                <a:lnTo>
                  <a:pt x="13603" y="19159"/>
                </a:lnTo>
                <a:lnTo>
                  <a:pt x="13574" y="19159"/>
                </a:lnTo>
              </a:path>
              <a:path w="21600" h="21600">
                <a:moveTo>
                  <a:pt x="1822" y="19099"/>
                </a:moveTo>
                <a:lnTo>
                  <a:pt x="1851" y="19099"/>
                </a:lnTo>
                <a:lnTo>
                  <a:pt x="1851" y="19159"/>
                </a:lnTo>
                <a:lnTo>
                  <a:pt x="1822" y="19159"/>
                </a:lnTo>
              </a:path>
              <a:path w="21600" h="21600">
                <a:moveTo>
                  <a:pt x="3175" y="19098"/>
                </a:moveTo>
                <a:lnTo>
                  <a:pt x="3207" y="19098"/>
                </a:lnTo>
                <a:lnTo>
                  <a:pt x="3207" y="19165"/>
                </a:lnTo>
                <a:lnTo>
                  <a:pt x="3175" y="19165"/>
                </a:lnTo>
              </a:path>
              <a:path w="21600" h="21600">
                <a:moveTo>
                  <a:pt x="20646" y="19091"/>
                </a:moveTo>
                <a:lnTo>
                  <a:pt x="20691" y="19091"/>
                </a:lnTo>
                <a:lnTo>
                  <a:pt x="20691" y="19183"/>
                </a:lnTo>
                <a:lnTo>
                  <a:pt x="20646" y="19183"/>
                </a:lnTo>
              </a:path>
              <a:path w="21600" h="21600">
                <a:moveTo>
                  <a:pt x="19136" y="19091"/>
                </a:moveTo>
                <a:lnTo>
                  <a:pt x="19181" y="19091"/>
                </a:lnTo>
                <a:lnTo>
                  <a:pt x="19181" y="19183"/>
                </a:lnTo>
                <a:lnTo>
                  <a:pt x="19136" y="19183"/>
                </a:lnTo>
              </a:path>
              <a:path w="21600" h="21600">
                <a:moveTo>
                  <a:pt x="18688" y="19091"/>
                </a:moveTo>
                <a:lnTo>
                  <a:pt x="18732" y="19091"/>
                </a:lnTo>
                <a:lnTo>
                  <a:pt x="18732" y="19183"/>
                </a:lnTo>
                <a:lnTo>
                  <a:pt x="18688" y="19183"/>
                </a:lnTo>
              </a:path>
              <a:path w="21600" h="21600">
                <a:moveTo>
                  <a:pt x="18386" y="19091"/>
                </a:moveTo>
                <a:lnTo>
                  <a:pt x="18430" y="19091"/>
                </a:lnTo>
                <a:lnTo>
                  <a:pt x="18430" y="19183"/>
                </a:lnTo>
                <a:lnTo>
                  <a:pt x="18386" y="19183"/>
                </a:lnTo>
              </a:path>
              <a:path w="21600" h="21600">
                <a:moveTo>
                  <a:pt x="17933" y="19091"/>
                </a:moveTo>
                <a:lnTo>
                  <a:pt x="17977" y="19091"/>
                </a:lnTo>
                <a:lnTo>
                  <a:pt x="17977" y="19183"/>
                </a:lnTo>
                <a:lnTo>
                  <a:pt x="17933" y="19183"/>
                </a:lnTo>
              </a:path>
              <a:path w="21600" h="21600">
                <a:moveTo>
                  <a:pt x="16423" y="19091"/>
                </a:moveTo>
                <a:lnTo>
                  <a:pt x="16468" y="19091"/>
                </a:lnTo>
                <a:lnTo>
                  <a:pt x="16468" y="19183"/>
                </a:lnTo>
                <a:lnTo>
                  <a:pt x="16423" y="19183"/>
                </a:lnTo>
              </a:path>
              <a:path w="21600" h="21600">
                <a:moveTo>
                  <a:pt x="15982" y="19091"/>
                </a:moveTo>
                <a:lnTo>
                  <a:pt x="16027" y="19091"/>
                </a:lnTo>
                <a:lnTo>
                  <a:pt x="16027" y="19183"/>
                </a:lnTo>
                <a:lnTo>
                  <a:pt x="15982" y="19183"/>
                </a:lnTo>
              </a:path>
              <a:path w="21600" h="21600">
                <a:moveTo>
                  <a:pt x="15680" y="19091"/>
                </a:moveTo>
                <a:lnTo>
                  <a:pt x="15725" y="19091"/>
                </a:lnTo>
                <a:lnTo>
                  <a:pt x="15725" y="19183"/>
                </a:lnTo>
                <a:lnTo>
                  <a:pt x="15680" y="19183"/>
                </a:lnTo>
              </a:path>
              <a:path w="21600" h="21600">
                <a:moveTo>
                  <a:pt x="15227" y="19091"/>
                </a:moveTo>
                <a:lnTo>
                  <a:pt x="15272" y="19091"/>
                </a:lnTo>
                <a:lnTo>
                  <a:pt x="15272" y="19183"/>
                </a:lnTo>
                <a:lnTo>
                  <a:pt x="15227" y="19183"/>
                </a:lnTo>
              </a:path>
              <a:path w="21600" h="21600">
                <a:moveTo>
                  <a:pt x="13717" y="19091"/>
                </a:moveTo>
                <a:lnTo>
                  <a:pt x="13762" y="19091"/>
                </a:lnTo>
                <a:lnTo>
                  <a:pt x="13762" y="19183"/>
                </a:lnTo>
                <a:lnTo>
                  <a:pt x="13717" y="19183"/>
                </a:lnTo>
              </a:path>
              <a:path w="21600" h="21600">
                <a:moveTo>
                  <a:pt x="13269" y="19091"/>
                </a:moveTo>
                <a:lnTo>
                  <a:pt x="13313" y="19091"/>
                </a:lnTo>
                <a:lnTo>
                  <a:pt x="13313" y="19183"/>
                </a:lnTo>
                <a:lnTo>
                  <a:pt x="13269" y="19183"/>
                </a:lnTo>
              </a:path>
              <a:path w="21600" h="21600">
                <a:moveTo>
                  <a:pt x="12967" y="19091"/>
                </a:moveTo>
                <a:lnTo>
                  <a:pt x="13011" y="19091"/>
                </a:lnTo>
                <a:lnTo>
                  <a:pt x="13011" y="19183"/>
                </a:lnTo>
                <a:lnTo>
                  <a:pt x="12967" y="19183"/>
                </a:lnTo>
              </a:path>
              <a:path w="21600" h="21600">
                <a:moveTo>
                  <a:pt x="12514" y="19091"/>
                </a:moveTo>
                <a:lnTo>
                  <a:pt x="12558" y="19091"/>
                </a:lnTo>
                <a:lnTo>
                  <a:pt x="12558" y="19183"/>
                </a:lnTo>
                <a:lnTo>
                  <a:pt x="12514" y="19183"/>
                </a:lnTo>
              </a:path>
              <a:path w="21600" h="21600">
                <a:moveTo>
                  <a:pt x="11004" y="19091"/>
                </a:moveTo>
                <a:lnTo>
                  <a:pt x="11049" y="19091"/>
                </a:lnTo>
                <a:lnTo>
                  <a:pt x="11049" y="19183"/>
                </a:lnTo>
                <a:lnTo>
                  <a:pt x="11004" y="19183"/>
                </a:lnTo>
              </a:path>
              <a:path w="21600" h="21600">
                <a:moveTo>
                  <a:pt x="9040" y="19091"/>
                </a:moveTo>
                <a:lnTo>
                  <a:pt x="9085" y="19091"/>
                </a:lnTo>
                <a:lnTo>
                  <a:pt x="9085" y="19183"/>
                </a:lnTo>
                <a:lnTo>
                  <a:pt x="9040" y="19183"/>
                </a:lnTo>
              </a:path>
              <a:path w="21600" h="21600">
                <a:moveTo>
                  <a:pt x="8587" y="19091"/>
                </a:moveTo>
                <a:lnTo>
                  <a:pt x="8632" y="19091"/>
                </a:lnTo>
                <a:lnTo>
                  <a:pt x="8632" y="19183"/>
                </a:lnTo>
                <a:lnTo>
                  <a:pt x="8587" y="19183"/>
                </a:lnTo>
              </a:path>
              <a:path w="21600" h="21600">
                <a:moveTo>
                  <a:pt x="8285" y="19091"/>
                </a:moveTo>
                <a:lnTo>
                  <a:pt x="8330" y="19091"/>
                </a:lnTo>
                <a:lnTo>
                  <a:pt x="8330" y="19183"/>
                </a:lnTo>
                <a:lnTo>
                  <a:pt x="8285" y="19183"/>
                </a:lnTo>
              </a:path>
              <a:path w="21600" h="21600">
                <a:moveTo>
                  <a:pt x="7837" y="19091"/>
                </a:moveTo>
                <a:lnTo>
                  <a:pt x="7882" y="19091"/>
                </a:lnTo>
                <a:lnTo>
                  <a:pt x="7882" y="19183"/>
                </a:lnTo>
                <a:lnTo>
                  <a:pt x="7837" y="19183"/>
                </a:lnTo>
              </a:path>
              <a:path w="21600" h="21600">
                <a:moveTo>
                  <a:pt x="6327" y="19091"/>
                </a:moveTo>
                <a:lnTo>
                  <a:pt x="6372" y="19091"/>
                </a:lnTo>
                <a:lnTo>
                  <a:pt x="6372" y="19183"/>
                </a:lnTo>
                <a:lnTo>
                  <a:pt x="6327" y="19183"/>
                </a:lnTo>
              </a:path>
              <a:path w="21600" h="21600">
                <a:moveTo>
                  <a:pt x="5874" y="19091"/>
                </a:moveTo>
                <a:lnTo>
                  <a:pt x="5919" y="19091"/>
                </a:lnTo>
                <a:lnTo>
                  <a:pt x="5919" y="19183"/>
                </a:lnTo>
                <a:lnTo>
                  <a:pt x="5874" y="19183"/>
                </a:lnTo>
              </a:path>
              <a:path w="21600" h="21600">
                <a:moveTo>
                  <a:pt x="5572" y="19091"/>
                </a:moveTo>
                <a:lnTo>
                  <a:pt x="5617" y="19091"/>
                </a:lnTo>
                <a:lnTo>
                  <a:pt x="5617" y="19183"/>
                </a:lnTo>
                <a:lnTo>
                  <a:pt x="5572" y="19183"/>
                </a:lnTo>
              </a:path>
              <a:path w="21600" h="21600">
                <a:moveTo>
                  <a:pt x="5131" y="19091"/>
                </a:moveTo>
                <a:lnTo>
                  <a:pt x="5176" y="19091"/>
                </a:lnTo>
                <a:lnTo>
                  <a:pt x="5176" y="19183"/>
                </a:lnTo>
                <a:lnTo>
                  <a:pt x="5131" y="19183"/>
                </a:lnTo>
              </a:path>
              <a:path w="21600" h="21600">
                <a:moveTo>
                  <a:pt x="2418" y="19091"/>
                </a:moveTo>
                <a:lnTo>
                  <a:pt x="2463" y="19091"/>
                </a:lnTo>
                <a:lnTo>
                  <a:pt x="2463" y="19183"/>
                </a:lnTo>
                <a:lnTo>
                  <a:pt x="2418" y="19183"/>
                </a:lnTo>
              </a:path>
              <a:path w="21600" h="21600">
                <a:moveTo>
                  <a:pt x="908" y="19091"/>
                </a:moveTo>
                <a:lnTo>
                  <a:pt x="953" y="19091"/>
                </a:lnTo>
                <a:lnTo>
                  <a:pt x="953" y="19183"/>
                </a:lnTo>
                <a:lnTo>
                  <a:pt x="908" y="19183"/>
                </a:lnTo>
              </a:path>
              <a:path w="21600" h="21600">
                <a:moveTo>
                  <a:pt x="455" y="19091"/>
                </a:moveTo>
                <a:lnTo>
                  <a:pt x="500" y="19091"/>
                </a:lnTo>
                <a:lnTo>
                  <a:pt x="500" y="19183"/>
                </a:lnTo>
                <a:lnTo>
                  <a:pt x="455" y="19183"/>
                </a:lnTo>
              </a:path>
              <a:path w="21600" h="21600">
                <a:moveTo>
                  <a:pt x="153" y="19091"/>
                </a:moveTo>
                <a:lnTo>
                  <a:pt x="198" y="19091"/>
                </a:lnTo>
                <a:lnTo>
                  <a:pt x="198" y="19183"/>
                </a:lnTo>
                <a:lnTo>
                  <a:pt x="153" y="19183"/>
                </a:lnTo>
              </a:path>
              <a:path w="21600" h="21600">
                <a:moveTo>
                  <a:pt x="17184" y="19087"/>
                </a:moveTo>
                <a:lnTo>
                  <a:pt x="17216" y="19087"/>
                </a:lnTo>
                <a:lnTo>
                  <a:pt x="17216" y="19154"/>
                </a:lnTo>
                <a:lnTo>
                  <a:pt x="17184" y="19154"/>
                </a:lnTo>
              </a:path>
              <a:path w="21600" h="21600">
                <a:moveTo>
                  <a:pt x="2864" y="19082"/>
                </a:moveTo>
                <a:lnTo>
                  <a:pt x="2914" y="19082"/>
                </a:lnTo>
                <a:lnTo>
                  <a:pt x="2914" y="19185"/>
                </a:lnTo>
                <a:lnTo>
                  <a:pt x="2864" y="19185"/>
                </a:lnTo>
              </a:path>
              <a:path w="21600" h="21600">
                <a:moveTo>
                  <a:pt x="11164" y="19076"/>
                </a:moveTo>
                <a:lnTo>
                  <a:pt x="11190" y="19076"/>
                </a:lnTo>
                <a:lnTo>
                  <a:pt x="11190" y="19128"/>
                </a:lnTo>
                <a:lnTo>
                  <a:pt x="11164" y="19128"/>
                </a:lnTo>
              </a:path>
              <a:path w="21600" h="21600">
                <a:moveTo>
                  <a:pt x="6638" y="19074"/>
                </a:moveTo>
                <a:lnTo>
                  <a:pt x="6665" y="19074"/>
                </a:lnTo>
                <a:lnTo>
                  <a:pt x="6665" y="19130"/>
                </a:lnTo>
                <a:lnTo>
                  <a:pt x="6638" y="19130"/>
                </a:lnTo>
              </a:path>
              <a:path w="21600" h="21600">
                <a:moveTo>
                  <a:pt x="12070" y="19068"/>
                </a:moveTo>
                <a:lnTo>
                  <a:pt x="12096" y="19068"/>
                </a:lnTo>
                <a:lnTo>
                  <a:pt x="12096" y="19120"/>
                </a:lnTo>
                <a:lnTo>
                  <a:pt x="12070" y="19120"/>
                </a:lnTo>
              </a:path>
              <a:path w="21600" h="21600">
                <a:moveTo>
                  <a:pt x="12358" y="19067"/>
                </a:moveTo>
                <a:lnTo>
                  <a:pt x="12412" y="19067"/>
                </a:lnTo>
                <a:lnTo>
                  <a:pt x="12412" y="19177"/>
                </a:lnTo>
                <a:lnTo>
                  <a:pt x="12358" y="19177"/>
                </a:lnTo>
              </a:path>
              <a:path w="21600" h="21600">
                <a:moveTo>
                  <a:pt x="9187" y="19067"/>
                </a:moveTo>
                <a:lnTo>
                  <a:pt x="9240" y="19067"/>
                </a:lnTo>
                <a:lnTo>
                  <a:pt x="9240" y="19177"/>
                </a:lnTo>
                <a:lnTo>
                  <a:pt x="9187" y="19177"/>
                </a:lnTo>
              </a:path>
              <a:path w="21600" h="21600">
                <a:moveTo>
                  <a:pt x="19286" y="19066"/>
                </a:moveTo>
                <a:lnTo>
                  <a:pt x="19333" y="19066"/>
                </a:lnTo>
                <a:lnTo>
                  <a:pt x="19333" y="19162"/>
                </a:lnTo>
                <a:lnTo>
                  <a:pt x="19286" y="19162"/>
                </a:lnTo>
              </a:path>
              <a:path w="21600" h="21600">
                <a:moveTo>
                  <a:pt x="13867" y="19066"/>
                </a:moveTo>
                <a:lnTo>
                  <a:pt x="13914" y="19066"/>
                </a:lnTo>
                <a:lnTo>
                  <a:pt x="13914" y="19162"/>
                </a:lnTo>
                <a:lnTo>
                  <a:pt x="13867" y="19162"/>
                </a:lnTo>
              </a:path>
              <a:path w="21600" h="21600">
                <a:moveTo>
                  <a:pt x="7685" y="19066"/>
                </a:moveTo>
                <a:lnTo>
                  <a:pt x="7732" y="19066"/>
                </a:lnTo>
                <a:lnTo>
                  <a:pt x="7732" y="19162"/>
                </a:lnTo>
                <a:lnTo>
                  <a:pt x="7685" y="19162"/>
                </a:lnTo>
              </a:path>
              <a:path w="21600" h="21600">
                <a:moveTo>
                  <a:pt x="2266" y="19066"/>
                </a:moveTo>
                <a:lnTo>
                  <a:pt x="2313" y="19066"/>
                </a:lnTo>
                <a:lnTo>
                  <a:pt x="2313" y="19162"/>
                </a:lnTo>
                <a:lnTo>
                  <a:pt x="2266" y="19162"/>
                </a:lnTo>
              </a:path>
              <a:path w="21600" h="21600">
                <a:moveTo>
                  <a:pt x="18091" y="19064"/>
                </a:moveTo>
                <a:lnTo>
                  <a:pt x="18121" y="19064"/>
                </a:lnTo>
                <a:lnTo>
                  <a:pt x="18121" y="19128"/>
                </a:lnTo>
                <a:lnTo>
                  <a:pt x="18091" y="19128"/>
                </a:lnTo>
              </a:path>
              <a:path w="21600" h="21600">
                <a:moveTo>
                  <a:pt x="2715" y="19056"/>
                </a:moveTo>
                <a:lnTo>
                  <a:pt x="2770" y="19056"/>
                </a:lnTo>
                <a:lnTo>
                  <a:pt x="2770" y="19168"/>
                </a:lnTo>
                <a:lnTo>
                  <a:pt x="2715" y="19168"/>
                </a:lnTo>
              </a:path>
              <a:path w="21600" h="21600">
                <a:moveTo>
                  <a:pt x="20952" y="19052"/>
                </a:moveTo>
                <a:lnTo>
                  <a:pt x="20988" y="19052"/>
                </a:lnTo>
                <a:lnTo>
                  <a:pt x="20988" y="19126"/>
                </a:lnTo>
                <a:lnTo>
                  <a:pt x="20952" y="19126"/>
                </a:lnTo>
              </a:path>
              <a:path w="21600" h="21600">
                <a:moveTo>
                  <a:pt x="18239" y="19052"/>
                </a:moveTo>
                <a:lnTo>
                  <a:pt x="18275" y="19052"/>
                </a:lnTo>
                <a:lnTo>
                  <a:pt x="18275" y="19126"/>
                </a:lnTo>
                <a:lnTo>
                  <a:pt x="18239" y="19126"/>
                </a:lnTo>
              </a:path>
              <a:path w="21600" h="21600">
                <a:moveTo>
                  <a:pt x="15533" y="19052"/>
                </a:moveTo>
                <a:lnTo>
                  <a:pt x="15569" y="19052"/>
                </a:lnTo>
                <a:lnTo>
                  <a:pt x="15569" y="19126"/>
                </a:lnTo>
                <a:lnTo>
                  <a:pt x="15533" y="19126"/>
                </a:lnTo>
              </a:path>
              <a:path w="21600" h="21600">
                <a:moveTo>
                  <a:pt x="12820" y="19052"/>
                </a:moveTo>
                <a:lnTo>
                  <a:pt x="12856" y="19052"/>
                </a:lnTo>
                <a:lnTo>
                  <a:pt x="12856" y="19126"/>
                </a:lnTo>
                <a:lnTo>
                  <a:pt x="12820" y="19126"/>
                </a:lnTo>
              </a:path>
              <a:path w="21600" h="21600">
                <a:moveTo>
                  <a:pt x="6030" y="19052"/>
                </a:moveTo>
                <a:lnTo>
                  <a:pt x="6066" y="19052"/>
                </a:lnTo>
                <a:lnTo>
                  <a:pt x="6066" y="19126"/>
                </a:lnTo>
                <a:lnTo>
                  <a:pt x="6030" y="19126"/>
                </a:lnTo>
              </a:path>
              <a:path w="21600" h="21600">
                <a:moveTo>
                  <a:pt x="3324" y="19052"/>
                </a:moveTo>
                <a:lnTo>
                  <a:pt x="3360" y="19052"/>
                </a:lnTo>
                <a:lnTo>
                  <a:pt x="3360" y="19126"/>
                </a:lnTo>
                <a:lnTo>
                  <a:pt x="3324" y="19126"/>
                </a:lnTo>
              </a:path>
              <a:path w="21600" h="21600">
                <a:moveTo>
                  <a:pt x="611" y="19052"/>
                </a:moveTo>
                <a:lnTo>
                  <a:pt x="647" y="19052"/>
                </a:lnTo>
                <a:lnTo>
                  <a:pt x="647" y="19126"/>
                </a:lnTo>
                <a:lnTo>
                  <a:pt x="611" y="19126"/>
                </a:lnTo>
              </a:path>
              <a:path w="21600" h="21600">
                <a:moveTo>
                  <a:pt x="14175" y="19044"/>
                </a:moveTo>
                <a:lnTo>
                  <a:pt x="14210" y="19044"/>
                </a:lnTo>
                <a:lnTo>
                  <a:pt x="14210" y="19114"/>
                </a:lnTo>
                <a:lnTo>
                  <a:pt x="14175" y="19114"/>
                </a:lnTo>
              </a:path>
              <a:path w="21600" h="21600">
                <a:moveTo>
                  <a:pt x="10404" y="19040"/>
                </a:moveTo>
                <a:lnTo>
                  <a:pt x="10439" y="19040"/>
                </a:lnTo>
                <a:lnTo>
                  <a:pt x="10439" y="19111"/>
                </a:lnTo>
                <a:lnTo>
                  <a:pt x="10404" y="19111"/>
                </a:lnTo>
              </a:path>
              <a:path w="21600" h="21600">
                <a:moveTo>
                  <a:pt x="759" y="19038"/>
                </a:moveTo>
                <a:lnTo>
                  <a:pt x="800" y="19038"/>
                </a:lnTo>
                <a:lnTo>
                  <a:pt x="800" y="19123"/>
                </a:lnTo>
                <a:lnTo>
                  <a:pt x="759" y="19123"/>
                </a:lnTo>
              </a:path>
              <a:path w="21600" h="21600">
                <a:moveTo>
                  <a:pt x="20794" y="19031"/>
                </a:moveTo>
                <a:lnTo>
                  <a:pt x="20844" y="19031"/>
                </a:lnTo>
                <a:lnTo>
                  <a:pt x="20844" y="19134"/>
                </a:lnTo>
                <a:lnTo>
                  <a:pt x="20794" y="19134"/>
                </a:lnTo>
              </a:path>
              <a:path w="21600" h="21600">
                <a:moveTo>
                  <a:pt x="11756" y="19024"/>
                </a:moveTo>
                <a:lnTo>
                  <a:pt x="11806" y="19024"/>
                </a:lnTo>
                <a:lnTo>
                  <a:pt x="11806" y="19127"/>
                </a:lnTo>
                <a:lnTo>
                  <a:pt x="11756" y="19127"/>
                </a:lnTo>
              </a:path>
              <a:path w="21600" h="21600">
                <a:moveTo>
                  <a:pt x="9793" y="19024"/>
                </a:moveTo>
                <a:lnTo>
                  <a:pt x="9843" y="19024"/>
                </a:lnTo>
                <a:lnTo>
                  <a:pt x="9843" y="19127"/>
                </a:lnTo>
                <a:lnTo>
                  <a:pt x="9793" y="19127"/>
                </a:lnTo>
              </a:path>
              <a:path w="21600" h="21600">
                <a:moveTo>
                  <a:pt x="10554" y="19019"/>
                </a:moveTo>
                <a:lnTo>
                  <a:pt x="10591" y="19019"/>
                </a:lnTo>
                <a:lnTo>
                  <a:pt x="10591" y="19093"/>
                </a:lnTo>
                <a:lnTo>
                  <a:pt x="10554" y="19093"/>
                </a:lnTo>
              </a:path>
              <a:path w="21600" h="21600">
                <a:moveTo>
                  <a:pt x="21406" y="19015"/>
                </a:moveTo>
                <a:lnTo>
                  <a:pt x="21440" y="19015"/>
                </a:lnTo>
                <a:lnTo>
                  <a:pt x="21440" y="19085"/>
                </a:lnTo>
                <a:lnTo>
                  <a:pt x="21406" y="19085"/>
                </a:lnTo>
              </a:path>
              <a:path w="21600" h="21600">
                <a:moveTo>
                  <a:pt x="21550" y="19004"/>
                </a:moveTo>
                <a:lnTo>
                  <a:pt x="21589" y="19004"/>
                </a:lnTo>
                <a:lnTo>
                  <a:pt x="21589" y="19084"/>
                </a:lnTo>
                <a:lnTo>
                  <a:pt x="21550" y="19084"/>
                </a:lnTo>
              </a:path>
              <a:path w="21600" h="21600">
                <a:moveTo>
                  <a:pt x="10" y="19004"/>
                </a:moveTo>
                <a:lnTo>
                  <a:pt x="49" y="19004"/>
                </a:lnTo>
                <a:lnTo>
                  <a:pt x="49" y="19084"/>
                </a:lnTo>
                <a:lnTo>
                  <a:pt x="10" y="19084"/>
                </a:lnTo>
              </a:path>
              <a:path w="21600" h="21600">
                <a:moveTo>
                  <a:pt x="16274" y="18995"/>
                </a:moveTo>
                <a:lnTo>
                  <a:pt x="16314" y="18995"/>
                </a:lnTo>
                <a:lnTo>
                  <a:pt x="16314" y="19076"/>
                </a:lnTo>
                <a:lnTo>
                  <a:pt x="16274" y="19076"/>
                </a:lnTo>
              </a:path>
              <a:path w="21600" h="21600">
                <a:moveTo>
                  <a:pt x="5285" y="18995"/>
                </a:moveTo>
                <a:lnTo>
                  <a:pt x="5325" y="18995"/>
                </a:lnTo>
                <a:lnTo>
                  <a:pt x="5325" y="19076"/>
                </a:lnTo>
                <a:lnTo>
                  <a:pt x="5285" y="19076"/>
                </a:lnTo>
              </a:path>
              <a:path w="21600" h="21600">
                <a:moveTo>
                  <a:pt x="1367" y="18987"/>
                </a:moveTo>
                <a:lnTo>
                  <a:pt x="1400" y="18987"/>
                </a:lnTo>
                <a:lnTo>
                  <a:pt x="1400" y="19054"/>
                </a:lnTo>
                <a:lnTo>
                  <a:pt x="1367" y="19054"/>
                </a:lnTo>
              </a:path>
              <a:path w="21600" h="21600">
                <a:moveTo>
                  <a:pt x="17029" y="18983"/>
                </a:moveTo>
                <a:lnTo>
                  <a:pt x="17069" y="18983"/>
                </a:lnTo>
                <a:lnTo>
                  <a:pt x="17069" y="19064"/>
                </a:lnTo>
                <a:lnTo>
                  <a:pt x="17029" y="19064"/>
                </a:lnTo>
              </a:path>
              <a:path w="21600" h="21600">
                <a:moveTo>
                  <a:pt x="11610" y="18983"/>
                </a:moveTo>
                <a:lnTo>
                  <a:pt x="11650" y="18983"/>
                </a:lnTo>
                <a:lnTo>
                  <a:pt x="11650" y="19064"/>
                </a:lnTo>
                <a:lnTo>
                  <a:pt x="11610" y="19064"/>
                </a:lnTo>
              </a:path>
              <a:path w="21600" h="21600">
                <a:moveTo>
                  <a:pt x="9949" y="18983"/>
                </a:moveTo>
                <a:lnTo>
                  <a:pt x="9988" y="18983"/>
                </a:lnTo>
                <a:lnTo>
                  <a:pt x="9988" y="19064"/>
                </a:lnTo>
                <a:lnTo>
                  <a:pt x="9949" y="19064"/>
                </a:lnTo>
              </a:path>
              <a:path w="21600" h="21600">
                <a:moveTo>
                  <a:pt x="4530" y="18983"/>
                </a:moveTo>
                <a:lnTo>
                  <a:pt x="4570" y="18983"/>
                </a:lnTo>
                <a:lnTo>
                  <a:pt x="4570" y="19064"/>
                </a:lnTo>
                <a:lnTo>
                  <a:pt x="4530" y="19064"/>
                </a:lnTo>
              </a:path>
              <a:path w="21600" h="21600">
                <a:moveTo>
                  <a:pt x="20353" y="18976"/>
                </a:moveTo>
                <a:lnTo>
                  <a:pt x="20379" y="18976"/>
                </a:lnTo>
                <a:lnTo>
                  <a:pt x="20379" y="19029"/>
                </a:lnTo>
                <a:lnTo>
                  <a:pt x="20353" y="19029"/>
                </a:lnTo>
              </a:path>
              <a:path w="21600" h="21600">
                <a:moveTo>
                  <a:pt x="21104" y="18973"/>
                </a:moveTo>
                <a:lnTo>
                  <a:pt x="21138" y="18973"/>
                </a:lnTo>
                <a:lnTo>
                  <a:pt x="21138" y="19043"/>
                </a:lnTo>
                <a:lnTo>
                  <a:pt x="21104" y="19043"/>
                </a:lnTo>
              </a:path>
              <a:path w="21600" h="21600">
                <a:moveTo>
                  <a:pt x="3627" y="18973"/>
                </a:moveTo>
                <a:lnTo>
                  <a:pt x="3661" y="18973"/>
                </a:lnTo>
                <a:lnTo>
                  <a:pt x="3661" y="19043"/>
                </a:lnTo>
                <a:lnTo>
                  <a:pt x="3627" y="19043"/>
                </a:lnTo>
              </a:path>
              <a:path w="21600" h="21600">
                <a:moveTo>
                  <a:pt x="20493" y="18963"/>
                </a:moveTo>
                <a:lnTo>
                  <a:pt x="20541" y="18963"/>
                </a:lnTo>
                <a:lnTo>
                  <a:pt x="20541" y="19062"/>
                </a:lnTo>
                <a:lnTo>
                  <a:pt x="20493" y="19062"/>
                </a:lnTo>
              </a:path>
              <a:path w="21600" h="21600">
                <a:moveTo>
                  <a:pt x="15074" y="18963"/>
                </a:moveTo>
                <a:lnTo>
                  <a:pt x="15122" y="18963"/>
                </a:lnTo>
                <a:lnTo>
                  <a:pt x="15122" y="19062"/>
                </a:lnTo>
                <a:lnTo>
                  <a:pt x="15074" y="19062"/>
                </a:lnTo>
              </a:path>
              <a:path w="21600" h="21600">
                <a:moveTo>
                  <a:pt x="6476" y="18963"/>
                </a:moveTo>
                <a:lnTo>
                  <a:pt x="6525" y="18963"/>
                </a:lnTo>
                <a:lnTo>
                  <a:pt x="6525" y="19062"/>
                </a:lnTo>
                <a:lnTo>
                  <a:pt x="6476" y="19062"/>
                </a:lnTo>
              </a:path>
              <a:path w="21600" h="21600">
                <a:moveTo>
                  <a:pt x="17777" y="18958"/>
                </a:moveTo>
                <a:lnTo>
                  <a:pt x="17831" y="18958"/>
                </a:lnTo>
                <a:lnTo>
                  <a:pt x="17831" y="19068"/>
                </a:lnTo>
                <a:lnTo>
                  <a:pt x="17777" y="19068"/>
                </a:lnTo>
              </a:path>
              <a:path w="21600" h="21600">
                <a:moveTo>
                  <a:pt x="3768" y="18958"/>
                </a:moveTo>
                <a:lnTo>
                  <a:pt x="3822" y="18958"/>
                </a:lnTo>
                <a:lnTo>
                  <a:pt x="3822" y="19068"/>
                </a:lnTo>
                <a:lnTo>
                  <a:pt x="3768" y="19068"/>
                </a:lnTo>
              </a:path>
              <a:path w="21600" h="21600">
                <a:moveTo>
                  <a:pt x="10851" y="18955"/>
                </a:moveTo>
                <a:lnTo>
                  <a:pt x="10899" y="18955"/>
                </a:lnTo>
                <a:lnTo>
                  <a:pt x="10899" y="19054"/>
                </a:lnTo>
                <a:lnTo>
                  <a:pt x="10851" y="19054"/>
                </a:lnTo>
              </a:path>
              <a:path w="21600" h="21600">
                <a:moveTo>
                  <a:pt x="19749" y="18951"/>
                </a:moveTo>
                <a:lnTo>
                  <a:pt x="19776" y="18951"/>
                </a:lnTo>
                <a:lnTo>
                  <a:pt x="19776" y="19007"/>
                </a:lnTo>
                <a:lnTo>
                  <a:pt x="19749" y="19007"/>
                </a:lnTo>
              </a:path>
              <a:path w="21600" h="21600">
                <a:moveTo>
                  <a:pt x="18994" y="18951"/>
                </a:moveTo>
                <a:lnTo>
                  <a:pt x="19021" y="18951"/>
                </a:lnTo>
                <a:lnTo>
                  <a:pt x="19021" y="19007"/>
                </a:lnTo>
                <a:lnTo>
                  <a:pt x="18994" y="19007"/>
                </a:lnTo>
              </a:path>
              <a:path w="21600" h="21600">
                <a:moveTo>
                  <a:pt x="14330" y="18951"/>
                </a:moveTo>
                <a:lnTo>
                  <a:pt x="14357" y="18951"/>
                </a:lnTo>
                <a:lnTo>
                  <a:pt x="14357" y="19007"/>
                </a:lnTo>
                <a:lnTo>
                  <a:pt x="14330" y="19007"/>
                </a:lnTo>
              </a:path>
              <a:path w="21600" h="21600">
                <a:moveTo>
                  <a:pt x="13575" y="18951"/>
                </a:moveTo>
                <a:lnTo>
                  <a:pt x="13602" y="18951"/>
                </a:lnTo>
                <a:lnTo>
                  <a:pt x="13602" y="19007"/>
                </a:lnTo>
                <a:lnTo>
                  <a:pt x="13575" y="19007"/>
                </a:lnTo>
              </a:path>
              <a:path w="21600" h="21600">
                <a:moveTo>
                  <a:pt x="1823" y="18951"/>
                </a:moveTo>
                <a:lnTo>
                  <a:pt x="1850" y="18951"/>
                </a:lnTo>
                <a:lnTo>
                  <a:pt x="1850" y="19007"/>
                </a:lnTo>
                <a:lnTo>
                  <a:pt x="1823" y="19007"/>
                </a:lnTo>
              </a:path>
              <a:path w="21600" h="21600">
                <a:moveTo>
                  <a:pt x="12666" y="18940"/>
                </a:moveTo>
                <a:lnTo>
                  <a:pt x="12708" y="18940"/>
                </a:lnTo>
                <a:lnTo>
                  <a:pt x="12708" y="19024"/>
                </a:lnTo>
                <a:lnTo>
                  <a:pt x="12666" y="19024"/>
                </a:lnTo>
              </a:path>
              <a:path w="21600" h="21600">
                <a:moveTo>
                  <a:pt x="8891" y="18940"/>
                </a:moveTo>
                <a:lnTo>
                  <a:pt x="8932" y="18940"/>
                </a:lnTo>
                <a:lnTo>
                  <a:pt x="8932" y="19024"/>
                </a:lnTo>
                <a:lnTo>
                  <a:pt x="8891" y="19024"/>
                </a:lnTo>
              </a:path>
              <a:path w="21600" h="21600">
                <a:moveTo>
                  <a:pt x="3472" y="18940"/>
                </a:moveTo>
                <a:lnTo>
                  <a:pt x="3514" y="18940"/>
                </a:lnTo>
                <a:lnTo>
                  <a:pt x="3514" y="19024"/>
                </a:lnTo>
                <a:lnTo>
                  <a:pt x="3472" y="19024"/>
                </a:lnTo>
              </a:path>
              <a:path w="21600" h="21600">
                <a:moveTo>
                  <a:pt x="11165" y="18939"/>
                </a:moveTo>
                <a:lnTo>
                  <a:pt x="11189" y="18939"/>
                </a:lnTo>
                <a:lnTo>
                  <a:pt x="11189" y="18988"/>
                </a:lnTo>
                <a:lnTo>
                  <a:pt x="11165" y="18988"/>
                </a:lnTo>
              </a:path>
              <a:path w="21600" h="21600">
                <a:moveTo>
                  <a:pt x="20193" y="18937"/>
                </a:moveTo>
                <a:lnTo>
                  <a:pt x="20238" y="18937"/>
                </a:lnTo>
                <a:lnTo>
                  <a:pt x="20238" y="19028"/>
                </a:lnTo>
                <a:lnTo>
                  <a:pt x="20193" y="19028"/>
                </a:lnTo>
              </a:path>
              <a:path w="21600" h="21600">
                <a:moveTo>
                  <a:pt x="14774" y="18937"/>
                </a:moveTo>
                <a:lnTo>
                  <a:pt x="14819" y="18937"/>
                </a:lnTo>
                <a:lnTo>
                  <a:pt x="14819" y="19028"/>
                </a:lnTo>
                <a:lnTo>
                  <a:pt x="14774" y="19028"/>
                </a:lnTo>
              </a:path>
              <a:path w="21600" h="21600">
                <a:moveTo>
                  <a:pt x="9493" y="18937"/>
                </a:moveTo>
                <a:lnTo>
                  <a:pt x="9538" y="18937"/>
                </a:lnTo>
                <a:lnTo>
                  <a:pt x="9538" y="19028"/>
                </a:lnTo>
                <a:lnTo>
                  <a:pt x="9493" y="19028"/>
                </a:lnTo>
              </a:path>
              <a:path w="21600" h="21600">
                <a:moveTo>
                  <a:pt x="6780" y="18937"/>
                </a:moveTo>
                <a:lnTo>
                  <a:pt x="6825" y="18937"/>
                </a:lnTo>
                <a:lnTo>
                  <a:pt x="6825" y="19028"/>
                </a:lnTo>
                <a:lnTo>
                  <a:pt x="6780" y="19028"/>
                </a:lnTo>
              </a:path>
              <a:path w="21600" h="21600">
                <a:moveTo>
                  <a:pt x="4074" y="18937"/>
                </a:moveTo>
                <a:lnTo>
                  <a:pt x="4119" y="18937"/>
                </a:lnTo>
                <a:lnTo>
                  <a:pt x="4119" y="19028"/>
                </a:lnTo>
                <a:lnTo>
                  <a:pt x="4074" y="19028"/>
                </a:lnTo>
              </a:path>
              <a:path w="21600" h="21600">
                <a:moveTo>
                  <a:pt x="21249" y="18922"/>
                </a:moveTo>
                <a:lnTo>
                  <a:pt x="21296" y="18922"/>
                </a:lnTo>
                <a:lnTo>
                  <a:pt x="21296" y="19017"/>
                </a:lnTo>
                <a:lnTo>
                  <a:pt x="21249" y="19017"/>
                </a:lnTo>
              </a:path>
              <a:path w="21600" h="21600">
                <a:moveTo>
                  <a:pt x="18536" y="18922"/>
                </a:moveTo>
                <a:lnTo>
                  <a:pt x="18582" y="18922"/>
                </a:lnTo>
                <a:lnTo>
                  <a:pt x="18582" y="19017"/>
                </a:lnTo>
                <a:lnTo>
                  <a:pt x="18536" y="19017"/>
                </a:lnTo>
              </a:path>
              <a:path w="21600" h="21600">
                <a:moveTo>
                  <a:pt x="15830" y="18922"/>
                </a:moveTo>
                <a:lnTo>
                  <a:pt x="15877" y="18922"/>
                </a:lnTo>
                <a:lnTo>
                  <a:pt x="15877" y="19017"/>
                </a:lnTo>
                <a:lnTo>
                  <a:pt x="15830" y="19017"/>
                </a:lnTo>
              </a:path>
              <a:path w="21600" h="21600">
                <a:moveTo>
                  <a:pt x="13117" y="18922"/>
                </a:moveTo>
                <a:lnTo>
                  <a:pt x="13163" y="18922"/>
                </a:lnTo>
                <a:lnTo>
                  <a:pt x="13163" y="19017"/>
                </a:lnTo>
                <a:lnTo>
                  <a:pt x="13117" y="19017"/>
                </a:lnTo>
              </a:path>
              <a:path w="21600" h="21600">
                <a:moveTo>
                  <a:pt x="8435" y="18922"/>
                </a:moveTo>
                <a:lnTo>
                  <a:pt x="8482" y="18922"/>
                </a:lnTo>
                <a:lnTo>
                  <a:pt x="8482" y="19017"/>
                </a:lnTo>
                <a:lnTo>
                  <a:pt x="8435" y="19017"/>
                </a:lnTo>
              </a:path>
              <a:path w="21600" h="21600">
                <a:moveTo>
                  <a:pt x="3017" y="18922"/>
                </a:moveTo>
                <a:lnTo>
                  <a:pt x="3063" y="18922"/>
                </a:lnTo>
                <a:lnTo>
                  <a:pt x="3063" y="19017"/>
                </a:lnTo>
                <a:lnTo>
                  <a:pt x="3017" y="19017"/>
                </a:lnTo>
              </a:path>
              <a:path w="21600" h="21600">
                <a:moveTo>
                  <a:pt x="304" y="18922"/>
                </a:moveTo>
                <a:lnTo>
                  <a:pt x="350" y="18922"/>
                </a:lnTo>
                <a:lnTo>
                  <a:pt x="350" y="19017"/>
                </a:lnTo>
                <a:lnTo>
                  <a:pt x="304" y="19017"/>
                </a:lnTo>
              </a:path>
              <a:path w="21600" h="21600">
                <a:moveTo>
                  <a:pt x="17634" y="18912"/>
                </a:moveTo>
                <a:lnTo>
                  <a:pt x="17672" y="18912"/>
                </a:lnTo>
                <a:lnTo>
                  <a:pt x="17672" y="18990"/>
                </a:lnTo>
                <a:lnTo>
                  <a:pt x="17634" y="18990"/>
                </a:lnTo>
              </a:path>
              <a:path w="21600" h="21600">
                <a:moveTo>
                  <a:pt x="14928" y="18912"/>
                </a:moveTo>
                <a:lnTo>
                  <a:pt x="14966" y="18912"/>
                </a:lnTo>
                <a:lnTo>
                  <a:pt x="14966" y="18990"/>
                </a:lnTo>
                <a:lnTo>
                  <a:pt x="14928" y="18990"/>
                </a:lnTo>
              </a:path>
              <a:path w="21600" h="21600">
                <a:moveTo>
                  <a:pt x="12215" y="18912"/>
                </a:moveTo>
                <a:lnTo>
                  <a:pt x="12253" y="18912"/>
                </a:lnTo>
                <a:lnTo>
                  <a:pt x="12253" y="18990"/>
                </a:lnTo>
                <a:lnTo>
                  <a:pt x="12215" y="18990"/>
                </a:lnTo>
              </a:path>
              <a:path w="21600" h="21600">
                <a:moveTo>
                  <a:pt x="9346" y="18912"/>
                </a:moveTo>
                <a:lnTo>
                  <a:pt x="9384" y="18912"/>
                </a:lnTo>
                <a:lnTo>
                  <a:pt x="9384" y="18990"/>
                </a:lnTo>
                <a:lnTo>
                  <a:pt x="9346" y="18990"/>
                </a:lnTo>
              </a:path>
              <a:path w="21600" h="21600">
                <a:moveTo>
                  <a:pt x="3927" y="18912"/>
                </a:moveTo>
                <a:lnTo>
                  <a:pt x="3965" y="18912"/>
                </a:lnTo>
                <a:lnTo>
                  <a:pt x="3965" y="18990"/>
                </a:lnTo>
                <a:lnTo>
                  <a:pt x="3927" y="18990"/>
                </a:lnTo>
              </a:path>
              <a:path w="21600" h="21600">
                <a:moveTo>
                  <a:pt x="1214" y="18912"/>
                </a:moveTo>
                <a:lnTo>
                  <a:pt x="1252" y="18912"/>
                </a:lnTo>
                <a:lnTo>
                  <a:pt x="1252" y="18990"/>
                </a:lnTo>
                <a:lnTo>
                  <a:pt x="1214" y="18990"/>
                </a:lnTo>
              </a:path>
              <a:path w="21600" h="21600">
                <a:moveTo>
                  <a:pt x="19447" y="18909"/>
                </a:moveTo>
                <a:lnTo>
                  <a:pt x="19474" y="18909"/>
                </a:lnTo>
                <a:lnTo>
                  <a:pt x="19474" y="18965"/>
                </a:lnTo>
                <a:lnTo>
                  <a:pt x="19447" y="18965"/>
                </a:lnTo>
              </a:path>
              <a:path w="21600" h="21600">
                <a:moveTo>
                  <a:pt x="20045" y="18899"/>
                </a:moveTo>
                <a:lnTo>
                  <a:pt x="20083" y="18899"/>
                </a:lnTo>
                <a:lnTo>
                  <a:pt x="20083" y="18977"/>
                </a:lnTo>
                <a:lnTo>
                  <a:pt x="20045" y="18977"/>
                </a:lnTo>
              </a:path>
              <a:path w="21600" h="21600">
                <a:moveTo>
                  <a:pt x="17332" y="18899"/>
                </a:moveTo>
                <a:lnTo>
                  <a:pt x="17370" y="18899"/>
                </a:lnTo>
                <a:lnTo>
                  <a:pt x="17370" y="18977"/>
                </a:lnTo>
                <a:lnTo>
                  <a:pt x="17332" y="18977"/>
                </a:lnTo>
              </a:path>
              <a:path w="21600" h="21600">
                <a:moveTo>
                  <a:pt x="11913" y="18899"/>
                </a:moveTo>
                <a:lnTo>
                  <a:pt x="11951" y="18899"/>
                </a:lnTo>
                <a:lnTo>
                  <a:pt x="11951" y="18977"/>
                </a:lnTo>
                <a:lnTo>
                  <a:pt x="11913" y="18977"/>
                </a:lnTo>
              </a:path>
              <a:path w="21600" h="21600">
                <a:moveTo>
                  <a:pt x="9648" y="18899"/>
                </a:moveTo>
                <a:lnTo>
                  <a:pt x="9686" y="18899"/>
                </a:lnTo>
                <a:lnTo>
                  <a:pt x="9686" y="18977"/>
                </a:lnTo>
                <a:lnTo>
                  <a:pt x="9648" y="18977"/>
                </a:lnTo>
              </a:path>
              <a:path w="21600" h="21600">
                <a:moveTo>
                  <a:pt x="6935" y="18899"/>
                </a:moveTo>
                <a:lnTo>
                  <a:pt x="6972" y="18899"/>
                </a:lnTo>
                <a:lnTo>
                  <a:pt x="6972" y="18977"/>
                </a:lnTo>
                <a:lnTo>
                  <a:pt x="6935" y="18977"/>
                </a:lnTo>
              </a:path>
              <a:path w="21600" h="21600">
                <a:moveTo>
                  <a:pt x="4229" y="18899"/>
                </a:moveTo>
                <a:lnTo>
                  <a:pt x="4267" y="18899"/>
                </a:lnTo>
                <a:lnTo>
                  <a:pt x="4267" y="18977"/>
                </a:lnTo>
                <a:lnTo>
                  <a:pt x="4229" y="18977"/>
                </a:lnTo>
              </a:path>
              <a:path w="21600" h="21600">
                <a:moveTo>
                  <a:pt x="1516" y="18899"/>
                </a:moveTo>
                <a:lnTo>
                  <a:pt x="1554" y="18899"/>
                </a:lnTo>
                <a:lnTo>
                  <a:pt x="1554" y="18977"/>
                </a:lnTo>
                <a:lnTo>
                  <a:pt x="1516" y="18977"/>
                </a:lnTo>
              </a:path>
              <a:path w="21600" h="21600">
                <a:moveTo>
                  <a:pt x="16727" y="18886"/>
                </a:moveTo>
                <a:lnTo>
                  <a:pt x="16767" y="18886"/>
                </a:lnTo>
                <a:lnTo>
                  <a:pt x="16767" y="18968"/>
                </a:lnTo>
                <a:lnTo>
                  <a:pt x="16727" y="18968"/>
                </a:lnTo>
              </a:path>
              <a:path w="21600" h="21600">
                <a:moveTo>
                  <a:pt x="14022" y="18886"/>
                </a:moveTo>
                <a:lnTo>
                  <a:pt x="14061" y="18886"/>
                </a:lnTo>
                <a:lnTo>
                  <a:pt x="14061" y="18968"/>
                </a:lnTo>
                <a:lnTo>
                  <a:pt x="14022" y="18968"/>
                </a:lnTo>
              </a:path>
              <a:path w="21600" h="21600">
                <a:moveTo>
                  <a:pt x="11308" y="18886"/>
                </a:moveTo>
                <a:lnTo>
                  <a:pt x="11348" y="18886"/>
                </a:lnTo>
                <a:lnTo>
                  <a:pt x="11348" y="18968"/>
                </a:lnTo>
                <a:lnTo>
                  <a:pt x="11308" y="18968"/>
                </a:lnTo>
              </a:path>
              <a:path w="21600" h="21600">
                <a:moveTo>
                  <a:pt x="10251" y="18886"/>
                </a:moveTo>
                <a:lnTo>
                  <a:pt x="10290" y="18886"/>
                </a:lnTo>
                <a:lnTo>
                  <a:pt x="10290" y="18968"/>
                </a:lnTo>
                <a:lnTo>
                  <a:pt x="10251" y="18968"/>
                </a:lnTo>
              </a:path>
              <a:path w="21600" h="21600">
                <a:moveTo>
                  <a:pt x="7537" y="18886"/>
                </a:moveTo>
                <a:lnTo>
                  <a:pt x="7577" y="18886"/>
                </a:lnTo>
                <a:lnTo>
                  <a:pt x="7577" y="18968"/>
                </a:lnTo>
                <a:lnTo>
                  <a:pt x="7537" y="18968"/>
                </a:lnTo>
              </a:path>
              <a:path w="21600" h="21600">
                <a:moveTo>
                  <a:pt x="4832" y="18886"/>
                </a:moveTo>
                <a:lnTo>
                  <a:pt x="4872" y="18886"/>
                </a:lnTo>
                <a:lnTo>
                  <a:pt x="4872" y="18968"/>
                </a:lnTo>
                <a:lnTo>
                  <a:pt x="4832" y="18968"/>
                </a:lnTo>
              </a:path>
              <a:path w="21600" h="21600">
                <a:moveTo>
                  <a:pt x="2119" y="18886"/>
                </a:moveTo>
                <a:lnTo>
                  <a:pt x="2158" y="18886"/>
                </a:lnTo>
                <a:lnTo>
                  <a:pt x="2158" y="18968"/>
                </a:lnTo>
                <a:lnTo>
                  <a:pt x="2119" y="18968"/>
                </a:lnTo>
              </a:path>
              <a:path w="21600" h="21600">
                <a:moveTo>
                  <a:pt x="19588" y="18873"/>
                </a:moveTo>
                <a:lnTo>
                  <a:pt x="19635" y="18873"/>
                </a:lnTo>
                <a:lnTo>
                  <a:pt x="19635" y="18968"/>
                </a:lnTo>
                <a:lnTo>
                  <a:pt x="19588" y="18968"/>
                </a:lnTo>
              </a:path>
              <a:path w="21600" h="21600">
                <a:moveTo>
                  <a:pt x="16875" y="18873"/>
                </a:moveTo>
                <a:lnTo>
                  <a:pt x="16921" y="18873"/>
                </a:lnTo>
                <a:lnTo>
                  <a:pt x="16921" y="18968"/>
                </a:lnTo>
                <a:lnTo>
                  <a:pt x="16875" y="18968"/>
                </a:lnTo>
              </a:path>
              <a:path w="21600" h="21600">
                <a:moveTo>
                  <a:pt x="7383" y="18873"/>
                </a:moveTo>
                <a:lnTo>
                  <a:pt x="7430" y="18873"/>
                </a:lnTo>
                <a:lnTo>
                  <a:pt x="7430" y="18968"/>
                </a:lnTo>
                <a:lnTo>
                  <a:pt x="7383" y="18968"/>
                </a:lnTo>
              </a:path>
              <a:path w="21600" h="21600">
                <a:moveTo>
                  <a:pt x="4677" y="18873"/>
                </a:moveTo>
                <a:lnTo>
                  <a:pt x="4724" y="18873"/>
                </a:lnTo>
                <a:lnTo>
                  <a:pt x="4724" y="18968"/>
                </a:lnTo>
                <a:lnTo>
                  <a:pt x="4677" y="18968"/>
                </a:lnTo>
              </a:path>
              <a:path w="21600" h="21600">
                <a:moveTo>
                  <a:pt x="1964" y="18873"/>
                </a:moveTo>
                <a:lnTo>
                  <a:pt x="2011" y="18873"/>
                </a:lnTo>
                <a:lnTo>
                  <a:pt x="2011" y="18968"/>
                </a:lnTo>
                <a:lnTo>
                  <a:pt x="1964" y="18968"/>
                </a:lnTo>
              </a:path>
              <a:path w="21600" h="21600">
                <a:moveTo>
                  <a:pt x="11453" y="18872"/>
                </a:moveTo>
                <a:lnTo>
                  <a:pt x="11505" y="18872"/>
                </a:lnTo>
                <a:lnTo>
                  <a:pt x="11505" y="18979"/>
                </a:lnTo>
                <a:lnTo>
                  <a:pt x="11453" y="18979"/>
                </a:lnTo>
              </a:path>
              <a:path w="21600" h="21600">
                <a:moveTo>
                  <a:pt x="6639" y="18867"/>
                </a:moveTo>
                <a:lnTo>
                  <a:pt x="6664" y="18867"/>
                </a:lnTo>
                <a:lnTo>
                  <a:pt x="6664" y="18919"/>
                </a:lnTo>
                <a:lnTo>
                  <a:pt x="6639" y="18919"/>
                </a:lnTo>
              </a:path>
              <a:path w="21600" h="21600">
                <a:moveTo>
                  <a:pt x="20953" y="18865"/>
                </a:moveTo>
                <a:lnTo>
                  <a:pt x="20987" y="18865"/>
                </a:lnTo>
                <a:lnTo>
                  <a:pt x="20987" y="18935"/>
                </a:lnTo>
                <a:lnTo>
                  <a:pt x="20953" y="18935"/>
                </a:lnTo>
              </a:path>
              <a:path w="21600" h="21600">
                <a:moveTo>
                  <a:pt x="18240" y="18865"/>
                </a:moveTo>
                <a:lnTo>
                  <a:pt x="18274" y="18865"/>
                </a:lnTo>
                <a:lnTo>
                  <a:pt x="18274" y="18935"/>
                </a:lnTo>
                <a:lnTo>
                  <a:pt x="18240" y="18935"/>
                </a:lnTo>
              </a:path>
              <a:path w="21600" h="21600">
                <a:moveTo>
                  <a:pt x="15534" y="18865"/>
                </a:moveTo>
                <a:lnTo>
                  <a:pt x="15568" y="18865"/>
                </a:lnTo>
                <a:lnTo>
                  <a:pt x="15568" y="18935"/>
                </a:lnTo>
                <a:lnTo>
                  <a:pt x="15534" y="18935"/>
                </a:lnTo>
              </a:path>
              <a:path w="21600" h="21600">
                <a:moveTo>
                  <a:pt x="12821" y="18865"/>
                </a:moveTo>
                <a:lnTo>
                  <a:pt x="12855" y="18865"/>
                </a:lnTo>
                <a:lnTo>
                  <a:pt x="12855" y="18935"/>
                </a:lnTo>
                <a:lnTo>
                  <a:pt x="12821" y="18935"/>
                </a:lnTo>
              </a:path>
              <a:path w="21600" h="21600">
                <a:moveTo>
                  <a:pt x="6030" y="18865"/>
                </a:moveTo>
                <a:lnTo>
                  <a:pt x="6065" y="18865"/>
                </a:lnTo>
                <a:lnTo>
                  <a:pt x="6065" y="18935"/>
                </a:lnTo>
                <a:lnTo>
                  <a:pt x="6030" y="18935"/>
                </a:lnTo>
              </a:path>
              <a:path w="21600" h="21600">
                <a:moveTo>
                  <a:pt x="3325" y="18865"/>
                </a:moveTo>
                <a:lnTo>
                  <a:pt x="3359" y="18865"/>
                </a:lnTo>
                <a:lnTo>
                  <a:pt x="3359" y="18935"/>
                </a:lnTo>
                <a:lnTo>
                  <a:pt x="3325" y="18935"/>
                </a:lnTo>
              </a:path>
              <a:path w="21600" h="21600">
                <a:moveTo>
                  <a:pt x="612" y="18865"/>
                </a:moveTo>
                <a:lnTo>
                  <a:pt x="646" y="18865"/>
                </a:lnTo>
                <a:lnTo>
                  <a:pt x="646" y="18935"/>
                </a:lnTo>
                <a:lnTo>
                  <a:pt x="612" y="18935"/>
                </a:lnTo>
              </a:path>
              <a:path w="21600" h="21600">
                <a:moveTo>
                  <a:pt x="10405" y="18863"/>
                </a:moveTo>
                <a:lnTo>
                  <a:pt x="10438" y="18863"/>
                </a:lnTo>
                <a:lnTo>
                  <a:pt x="10438" y="18930"/>
                </a:lnTo>
                <a:lnTo>
                  <a:pt x="10405" y="18930"/>
                </a:lnTo>
              </a:path>
              <a:path w="21600" h="21600">
                <a:moveTo>
                  <a:pt x="15380" y="18861"/>
                </a:moveTo>
                <a:lnTo>
                  <a:pt x="15420" y="18861"/>
                </a:lnTo>
                <a:lnTo>
                  <a:pt x="15420" y="18943"/>
                </a:lnTo>
                <a:lnTo>
                  <a:pt x="15380" y="18943"/>
                </a:lnTo>
              </a:path>
              <a:path w="21600" h="21600">
                <a:moveTo>
                  <a:pt x="4377" y="18851"/>
                </a:moveTo>
                <a:lnTo>
                  <a:pt x="4420" y="18851"/>
                </a:lnTo>
                <a:lnTo>
                  <a:pt x="4420" y="18939"/>
                </a:lnTo>
                <a:lnTo>
                  <a:pt x="4377" y="18939"/>
                </a:lnTo>
              </a:path>
              <a:path w="21600" h="21600">
                <a:moveTo>
                  <a:pt x="3175" y="18837"/>
                </a:moveTo>
                <a:lnTo>
                  <a:pt x="3206" y="18837"/>
                </a:lnTo>
                <a:lnTo>
                  <a:pt x="3206" y="18900"/>
                </a:lnTo>
                <a:lnTo>
                  <a:pt x="3175" y="18900"/>
                </a:lnTo>
              </a:path>
              <a:path w="21600" h="21600">
                <a:moveTo>
                  <a:pt x="20647" y="18830"/>
                </a:moveTo>
                <a:lnTo>
                  <a:pt x="20690" y="18830"/>
                </a:lnTo>
                <a:lnTo>
                  <a:pt x="20690" y="18918"/>
                </a:lnTo>
                <a:lnTo>
                  <a:pt x="20647" y="18918"/>
                </a:lnTo>
              </a:path>
              <a:path w="21600" h="21600">
                <a:moveTo>
                  <a:pt x="19137" y="18830"/>
                </a:moveTo>
                <a:lnTo>
                  <a:pt x="19180" y="18830"/>
                </a:lnTo>
                <a:lnTo>
                  <a:pt x="19180" y="18918"/>
                </a:lnTo>
                <a:lnTo>
                  <a:pt x="19137" y="18918"/>
                </a:lnTo>
              </a:path>
              <a:path w="21600" h="21600">
                <a:moveTo>
                  <a:pt x="18688" y="18830"/>
                </a:moveTo>
                <a:lnTo>
                  <a:pt x="18732" y="18830"/>
                </a:lnTo>
                <a:lnTo>
                  <a:pt x="18732" y="18918"/>
                </a:lnTo>
                <a:lnTo>
                  <a:pt x="18688" y="18918"/>
                </a:lnTo>
              </a:path>
              <a:path w="21600" h="21600">
                <a:moveTo>
                  <a:pt x="18386" y="18830"/>
                </a:moveTo>
                <a:lnTo>
                  <a:pt x="18430" y="18830"/>
                </a:lnTo>
                <a:lnTo>
                  <a:pt x="18430" y="18918"/>
                </a:lnTo>
                <a:lnTo>
                  <a:pt x="18386" y="18918"/>
                </a:lnTo>
              </a:path>
              <a:path w="21600" h="21600">
                <a:moveTo>
                  <a:pt x="17933" y="18830"/>
                </a:moveTo>
                <a:lnTo>
                  <a:pt x="17977" y="18830"/>
                </a:lnTo>
                <a:lnTo>
                  <a:pt x="17977" y="18918"/>
                </a:lnTo>
                <a:lnTo>
                  <a:pt x="17933" y="18918"/>
                </a:lnTo>
              </a:path>
              <a:path w="21600" h="21600">
                <a:moveTo>
                  <a:pt x="16424" y="18830"/>
                </a:moveTo>
                <a:lnTo>
                  <a:pt x="16467" y="18830"/>
                </a:lnTo>
                <a:lnTo>
                  <a:pt x="16467" y="18918"/>
                </a:lnTo>
                <a:lnTo>
                  <a:pt x="16424" y="18918"/>
                </a:lnTo>
              </a:path>
              <a:path w="21600" h="21600">
                <a:moveTo>
                  <a:pt x="15983" y="18830"/>
                </a:moveTo>
                <a:lnTo>
                  <a:pt x="16026" y="18830"/>
                </a:lnTo>
                <a:lnTo>
                  <a:pt x="16026" y="18918"/>
                </a:lnTo>
                <a:lnTo>
                  <a:pt x="15983" y="18918"/>
                </a:lnTo>
              </a:path>
              <a:path w="21600" h="21600">
                <a:moveTo>
                  <a:pt x="15681" y="18830"/>
                </a:moveTo>
                <a:lnTo>
                  <a:pt x="15724" y="18830"/>
                </a:lnTo>
                <a:lnTo>
                  <a:pt x="15724" y="18918"/>
                </a:lnTo>
                <a:lnTo>
                  <a:pt x="15681" y="18918"/>
                </a:lnTo>
              </a:path>
              <a:path w="21600" h="21600">
                <a:moveTo>
                  <a:pt x="15228" y="18830"/>
                </a:moveTo>
                <a:lnTo>
                  <a:pt x="15271" y="18830"/>
                </a:lnTo>
                <a:lnTo>
                  <a:pt x="15271" y="18918"/>
                </a:lnTo>
                <a:lnTo>
                  <a:pt x="15228" y="18918"/>
                </a:lnTo>
              </a:path>
              <a:path w="21600" h="21600">
                <a:moveTo>
                  <a:pt x="13718" y="18830"/>
                </a:moveTo>
                <a:lnTo>
                  <a:pt x="13761" y="18830"/>
                </a:lnTo>
                <a:lnTo>
                  <a:pt x="13761" y="18918"/>
                </a:lnTo>
                <a:lnTo>
                  <a:pt x="13718" y="18918"/>
                </a:lnTo>
              </a:path>
              <a:path w="21600" h="21600">
                <a:moveTo>
                  <a:pt x="13269" y="18830"/>
                </a:moveTo>
                <a:lnTo>
                  <a:pt x="13312" y="18830"/>
                </a:lnTo>
                <a:lnTo>
                  <a:pt x="13312" y="18918"/>
                </a:lnTo>
                <a:lnTo>
                  <a:pt x="13269" y="18918"/>
                </a:lnTo>
              </a:path>
              <a:path w="21600" h="21600">
                <a:moveTo>
                  <a:pt x="12967" y="18830"/>
                </a:moveTo>
                <a:lnTo>
                  <a:pt x="13010" y="18830"/>
                </a:lnTo>
                <a:lnTo>
                  <a:pt x="13010" y="18918"/>
                </a:lnTo>
                <a:lnTo>
                  <a:pt x="12967" y="18918"/>
                </a:lnTo>
              </a:path>
              <a:path w="21600" h="21600">
                <a:moveTo>
                  <a:pt x="12514" y="18830"/>
                </a:moveTo>
                <a:lnTo>
                  <a:pt x="12558" y="18830"/>
                </a:lnTo>
                <a:lnTo>
                  <a:pt x="12558" y="18918"/>
                </a:lnTo>
                <a:lnTo>
                  <a:pt x="12514" y="18918"/>
                </a:lnTo>
              </a:path>
              <a:path w="21600" h="21600">
                <a:moveTo>
                  <a:pt x="11005" y="18830"/>
                </a:moveTo>
                <a:lnTo>
                  <a:pt x="11048" y="18830"/>
                </a:lnTo>
                <a:lnTo>
                  <a:pt x="11048" y="18918"/>
                </a:lnTo>
                <a:lnTo>
                  <a:pt x="11005" y="18918"/>
                </a:lnTo>
              </a:path>
              <a:path w="21600" h="21600">
                <a:moveTo>
                  <a:pt x="9041" y="18830"/>
                </a:moveTo>
                <a:lnTo>
                  <a:pt x="9084" y="18830"/>
                </a:lnTo>
                <a:lnTo>
                  <a:pt x="9084" y="18918"/>
                </a:lnTo>
                <a:lnTo>
                  <a:pt x="9041" y="18918"/>
                </a:lnTo>
              </a:path>
              <a:path w="21600" h="21600">
                <a:moveTo>
                  <a:pt x="8588" y="18830"/>
                </a:moveTo>
                <a:lnTo>
                  <a:pt x="8631" y="18830"/>
                </a:lnTo>
                <a:lnTo>
                  <a:pt x="8631" y="18918"/>
                </a:lnTo>
                <a:lnTo>
                  <a:pt x="8588" y="18918"/>
                </a:lnTo>
              </a:path>
              <a:path w="21600" h="21600">
                <a:moveTo>
                  <a:pt x="8286" y="18830"/>
                </a:moveTo>
                <a:lnTo>
                  <a:pt x="8329" y="18830"/>
                </a:lnTo>
                <a:lnTo>
                  <a:pt x="8329" y="18918"/>
                </a:lnTo>
                <a:lnTo>
                  <a:pt x="8286" y="18918"/>
                </a:lnTo>
              </a:path>
              <a:path w="21600" h="21600">
                <a:moveTo>
                  <a:pt x="7838" y="18830"/>
                </a:moveTo>
                <a:lnTo>
                  <a:pt x="7881" y="18830"/>
                </a:lnTo>
                <a:lnTo>
                  <a:pt x="7881" y="18918"/>
                </a:lnTo>
                <a:lnTo>
                  <a:pt x="7838" y="18918"/>
                </a:lnTo>
              </a:path>
              <a:path w="21600" h="21600">
                <a:moveTo>
                  <a:pt x="6328" y="18830"/>
                </a:moveTo>
                <a:lnTo>
                  <a:pt x="6371" y="18830"/>
                </a:lnTo>
                <a:lnTo>
                  <a:pt x="6371" y="18918"/>
                </a:lnTo>
                <a:lnTo>
                  <a:pt x="6328" y="18918"/>
                </a:lnTo>
              </a:path>
              <a:path w="21600" h="21600">
                <a:moveTo>
                  <a:pt x="5875" y="18830"/>
                </a:moveTo>
                <a:lnTo>
                  <a:pt x="5918" y="18830"/>
                </a:lnTo>
                <a:lnTo>
                  <a:pt x="5918" y="18918"/>
                </a:lnTo>
                <a:lnTo>
                  <a:pt x="5875" y="18918"/>
                </a:lnTo>
              </a:path>
              <a:path w="21600" h="21600">
                <a:moveTo>
                  <a:pt x="5573" y="18830"/>
                </a:moveTo>
                <a:lnTo>
                  <a:pt x="5616" y="18830"/>
                </a:lnTo>
                <a:lnTo>
                  <a:pt x="5616" y="18918"/>
                </a:lnTo>
                <a:lnTo>
                  <a:pt x="5573" y="18918"/>
                </a:lnTo>
              </a:path>
              <a:path w="21600" h="21600">
                <a:moveTo>
                  <a:pt x="5132" y="18830"/>
                </a:moveTo>
                <a:lnTo>
                  <a:pt x="5175" y="18830"/>
                </a:lnTo>
                <a:lnTo>
                  <a:pt x="5175" y="18918"/>
                </a:lnTo>
                <a:lnTo>
                  <a:pt x="5132" y="18918"/>
                </a:lnTo>
              </a:path>
              <a:path w="21600" h="21600">
                <a:moveTo>
                  <a:pt x="2419" y="18830"/>
                </a:moveTo>
                <a:lnTo>
                  <a:pt x="2462" y="18830"/>
                </a:lnTo>
                <a:lnTo>
                  <a:pt x="2462" y="18918"/>
                </a:lnTo>
                <a:lnTo>
                  <a:pt x="2419" y="18918"/>
                </a:lnTo>
              </a:path>
              <a:path w="21600" h="21600">
                <a:moveTo>
                  <a:pt x="909" y="18830"/>
                </a:moveTo>
                <a:lnTo>
                  <a:pt x="952" y="18830"/>
                </a:lnTo>
                <a:lnTo>
                  <a:pt x="952" y="18918"/>
                </a:lnTo>
                <a:lnTo>
                  <a:pt x="909" y="18918"/>
                </a:lnTo>
              </a:path>
              <a:path w="21600" h="21600">
                <a:moveTo>
                  <a:pt x="456" y="18830"/>
                </a:moveTo>
                <a:lnTo>
                  <a:pt x="499" y="18830"/>
                </a:lnTo>
                <a:lnTo>
                  <a:pt x="499" y="18918"/>
                </a:lnTo>
                <a:lnTo>
                  <a:pt x="456" y="18918"/>
                </a:lnTo>
              </a:path>
              <a:path w="21600" h="21600">
                <a:moveTo>
                  <a:pt x="154" y="18830"/>
                </a:moveTo>
                <a:lnTo>
                  <a:pt x="197" y="18830"/>
                </a:lnTo>
                <a:lnTo>
                  <a:pt x="197" y="18918"/>
                </a:lnTo>
                <a:lnTo>
                  <a:pt x="154" y="18918"/>
                </a:lnTo>
              </a:path>
              <a:path w="21600" h="21600">
                <a:moveTo>
                  <a:pt x="18091" y="18830"/>
                </a:moveTo>
                <a:lnTo>
                  <a:pt x="18121" y="18830"/>
                </a:lnTo>
                <a:lnTo>
                  <a:pt x="18121" y="18889"/>
                </a:lnTo>
                <a:lnTo>
                  <a:pt x="18091" y="18889"/>
                </a:lnTo>
              </a:path>
              <a:path w="21600" h="21600">
                <a:moveTo>
                  <a:pt x="1661" y="18829"/>
                </a:moveTo>
                <a:lnTo>
                  <a:pt x="1710" y="18829"/>
                </a:lnTo>
                <a:lnTo>
                  <a:pt x="1710" y="18928"/>
                </a:lnTo>
                <a:lnTo>
                  <a:pt x="1661" y="18928"/>
                </a:lnTo>
              </a:path>
              <a:path w="21600" h="21600">
                <a:moveTo>
                  <a:pt x="5727" y="18828"/>
                </a:moveTo>
                <a:lnTo>
                  <a:pt x="5765" y="18828"/>
                </a:lnTo>
                <a:lnTo>
                  <a:pt x="5765" y="18905"/>
                </a:lnTo>
                <a:lnTo>
                  <a:pt x="5727" y="18905"/>
                </a:lnTo>
              </a:path>
              <a:path w="21600" h="21600">
                <a:moveTo>
                  <a:pt x="17185" y="18827"/>
                </a:moveTo>
                <a:lnTo>
                  <a:pt x="17216" y="18827"/>
                </a:lnTo>
                <a:lnTo>
                  <a:pt x="17216" y="18891"/>
                </a:lnTo>
                <a:lnTo>
                  <a:pt x="17185" y="18891"/>
                </a:lnTo>
              </a:path>
              <a:path w="21600" h="21600">
                <a:moveTo>
                  <a:pt x="1056" y="18823"/>
                </a:moveTo>
                <a:lnTo>
                  <a:pt x="1108" y="18823"/>
                </a:lnTo>
                <a:lnTo>
                  <a:pt x="1108" y="18929"/>
                </a:lnTo>
                <a:lnTo>
                  <a:pt x="1056" y="18929"/>
                </a:lnTo>
              </a:path>
              <a:path w="21600" h="21600">
                <a:moveTo>
                  <a:pt x="2865" y="18821"/>
                </a:moveTo>
                <a:lnTo>
                  <a:pt x="2913" y="18821"/>
                </a:lnTo>
                <a:lnTo>
                  <a:pt x="2913" y="18920"/>
                </a:lnTo>
                <a:lnTo>
                  <a:pt x="2865" y="18920"/>
                </a:lnTo>
              </a:path>
              <a:path w="21600" h="21600">
                <a:moveTo>
                  <a:pt x="21551" y="18814"/>
                </a:moveTo>
                <a:lnTo>
                  <a:pt x="21589" y="18814"/>
                </a:lnTo>
                <a:lnTo>
                  <a:pt x="21589" y="18891"/>
                </a:lnTo>
                <a:lnTo>
                  <a:pt x="21551" y="18891"/>
                </a:lnTo>
              </a:path>
              <a:path w="21600" h="21600">
                <a:moveTo>
                  <a:pt x="10" y="18814"/>
                </a:moveTo>
                <a:lnTo>
                  <a:pt x="48" y="18814"/>
                </a:lnTo>
                <a:lnTo>
                  <a:pt x="48" y="18891"/>
                </a:lnTo>
                <a:lnTo>
                  <a:pt x="10" y="18891"/>
                </a:lnTo>
              </a:path>
              <a:path w="21600" h="21600">
                <a:moveTo>
                  <a:pt x="11166" y="18802"/>
                </a:moveTo>
                <a:lnTo>
                  <a:pt x="11188" y="18802"/>
                </a:lnTo>
                <a:lnTo>
                  <a:pt x="11188" y="18847"/>
                </a:lnTo>
                <a:lnTo>
                  <a:pt x="11166" y="18847"/>
                </a:lnTo>
              </a:path>
              <a:path w="21600" h="21600">
                <a:moveTo>
                  <a:pt x="19750" y="18802"/>
                </a:moveTo>
                <a:lnTo>
                  <a:pt x="19775" y="18802"/>
                </a:lnTo>
                <a:lnTo>
                  <a:pt x="19775" y="18854"/>
                </a:lnTo>
                <a:lnTo>
                  <a:pt x="19750" y="18854"/>
                </a:lnTo>
              </a:path>
              <a:path w="21600" h="21600">
                <a:moveTo>
                  <a:pt x="18995" y="18802"/>
                </a:moveTo>
                <a:lnTo>
                  <a:pt x="19020" y="18802"/>
                </a:lnTo>
                <a:lnTo>
                  <a:pt x="19020" y="18854"/>
                </a:lnTo>
                <a:lnTo>
                  <a:pt x="18995" y="18854"/>
                </a:lnTo>
              </a:path>
              <a:path w="21600" h="21600">
                <a:moveTo>
                  <a:pt x="14331" y="18802"/>
                </a:moveTo>
                <a:lnTo>
                  <a:pt x="14356" y="18802"/>
                </a:lnTo>
                <a:lnTo>
                  <a:pt x="14356" y="18854"/>
                </a:lnTo>
                <a:lnTo>
                  <a:pt x="14331" y="18854"/>
                </a:lnTo>
              </a:path>
              <a:path w="21600" h="21600">
                <a:moveTo>
                  <a:pt x="13576" y="18802"/>
                </a:moveTo>
                <a:lnTo>
                  <a:pt x="13601" y="18802"/>
                </a:lnTo>
                <a:lnTo>
                  <a:pt x="13601" y="18854"/>
                </a:lnTo>
                <a:lnTo>
                  <a:pt x="13576" y="18854"/>
                </a:lnTo>
              </a:path>
              <a:path w="21600" h="21600">
                <a:moveTo>
                  <a:pt x="1824" y="18802"/>
                </a:moveTo>
                <a:lnTo>
                  <a:pt x="1849" y="18802"/>
                </a:lnTo>
                <a:lnTo>
                  <a:pt x="1849" y="18854"/>
                </a:lnTo>
                <a:lnTo>
                  <a:pt x="1824" y="18854"/>
                </a:lnTo>
              </a:path>
              <a:path w="21600" h="21600">
                <a:moveTo>
                  <a:pt x="12071" y="18794"/>
                </a:moveTo>
                <a:lnTo>
                  <a:pt x="12095" y="18794"/>
                </a:lnTo>
                <a:lnTo>
                  <a:pt x="12095" y="18843"/>
                </a:lnTo>
                <a:lnTo>
                  <a:pt x="12071" y="18843"/>
                </a:lnTo>
              </a:path>
              <a:path w="21600" h="21600">
                <a:moveTo>
                  <a:pt x="10102" y="18788"/>
                </a:moveTo>
                <a:lnTo>
                  <a:pt x="10137" y="18788"/>
                </a:lnTo>
                <a:lnTo>
                  <a:pt x="10137" y="18858"/>
                </a:lnTo>
                <a:lnTo>
                  <a:pt x="10102" y="18858"/>
                </a:lnTo>
              </a:path>
              <a:path w="21600" h="21600">
                <a:moveTo>
                  <a:pt x="16275" y="18780"/>
                </a:moveTo>
                <a:lnTo>
                  <a:pt x="16313" y="18780"/>
                </a:lnTo>
                <a:lnTo>
                  <a:pt x="16313" y="18857"/>
                </a:lnTo>
                <a:lnTo>
                  <a:pt x="16275" y="18857"/>
                </a:lnTo>
              </a:path>
              <a:path w="21600" h="21600">
                <a:moveTo>
                  <a:pt x="5286" y="18780"/>
                </a:moveTo>
                <a:lnTo>
                  <a:pt x="5324" y="18780"/>
                </a:lnTo>
                <a:lnTo>
                  <a:pt x="5324" y="18857"/>
                </a:lnTo>
                <a:lnTo>
                  <a:pt x="5286" y="18857"/>
                </a:lnTo>
              </a:path>
              <a:path w="21600" h="21600">
                <a:moveTo>
                  <a:pt x="19287" y="18779"/>
                </a:moveTo>
                <a:lnTo>
                  <a:pt x="19332" y="18779"/>
                </a:lnTo>
                <a:lnTo>
                  <a:pt x="19332" y="18871"/>
                </a:lnTo>
                <a:lnTo>
                  <a:pt x="19287" y="18871"/>
                </a:lnTo>
              </a:path>
              <a:path w="21600" h="21600">
                <a:moveTo>
                  <a:pt x="13868" y="18779"/>
                </a:moveTo>
                <a:lnTo>
                  <a:pt x="13913" y="18779"/>
                </a:lnTo>
                <a:lnTo>
                  <a:pt x="13913" y="18871"/>
                </a:lnTo>
                <a:lnTo>
                  <a:pt x="13868" y="18871"/>
                </a:lnTo>
              </a:path>
              <a:path w="21600" h="21600">
                <a:moveTo>
                  <a:pt x="7686" y="18779"/>
                </a:moveTo>
                <a:lnTo>
                  <a:pt x="7731" y="18779"/>
                </a:lnTo>
                <a:lnTo>
                  <a:pt x="7731" y="18871"/>
                </a:lnTo>
                <a:lnTo>
                  <a:pt x="7686" y="18871"/>
                </a:lnTo>
              </a:path>
              <a:path w="21600" h="21600">
                <a:moveTo>
                  <a:pt x="2267" y="18779"/>
                </a:moveTo>
                <a:lnTo>
                  <a:pt x="2312" y="18779"/>
                </a:lnTo>
                <a:lnTo>
                  <a:pt x="2312" y="18871"/>
                </a:lnTo>
                <a:lnTo>
                  <a:pt x="2267" y="18871"/>
                </a:lnTo>
              </a:path>
              <a:path w="21600" h="21600">
                <a:moveTo>
                  <a:pt x="20354" y="18769"/>
                </a:moveTo>
                <a:lnTo>
                  <a:pt x="20378" y="18769"/>
                </a:lnTo>
                <a:lnTo>
                  <a:pt x="20378" y="18818"/>
                </a:lnTo>
                <a:lnTo>
                  <a:pt x="20354" y="18818"/>
                </a:lnTo>
              </a:path>
              <a:path w="21600" h="21600">
                <a:moveTo>
                  <a:pt x="17030" y="18767"/>
                </a:moveTo>
                <a:lnTo>
                  <a:pt x="17068" y="18767"/>
                </a:lnTo>
                <a:lnTo>
                  <a:pt x="17068" y="18844"/>
                </a:lnTo>
                <a:lnTo>
                  <a:pt x="17030" y="18844"/>
                </a:lnTo>
              </a:path>
              <a:path w="21600" h="21600">
                <a:moveTo>
                  <a:pt x="11611" y="18767"/>
                </a:moveTo>
                <a:lnTo>
                  <a:pt x="11649" y="18767"/>
                </a:lnTo>
                <a:lnTo>
                  <a:pt x="11649" y="18844"/>
                </a:lnTo>
                <a:lnTo>
                  <a:pt x="11611" y="18844"/>
                </a:lnTo>
              </a:path>
              <a:path w="21600" h="21600">
                <a:moveTo>
                  <a:pt x="9950" y="18767"/>
                </a:moveTo>
                <a:lnTo>
                  <a:pt x="9987" y="18767"/>
                </a:lnTo>
                <a:lnTo>
                  <a:pt x="9987" y="18844"/>
                </a:lnTo>
                <a:lnTo>
                  <a:pt x="9950" y="18844"/>
                </a:lnTo>
              </a:path>
              <a:path w="21600" h="21600">
                <a:moveTo>
                  <a:pt x="4531" y="18767"/>
                </a:moveTo>
                <a:lnTo>
                  <a:pt x="4569" y="18767"/>
                </a:lnTo>
                <a:lnTo>
                  <a:pt x="4569" y="18844"/>
                </a:lnTo>
                <a:lnTo>
                  <a:pt x="4531" y="18844"/>
                </a:lnTo>
              </a:path>
              <a:path w="21600" h="21600">
                <a:moveTo>
                  <a:pt x="16571" y="18764"/>
                </a:moveTo>
                <a:lnTo>
                  <a:pt x="16621" y="18764"/>
                </a:lnTo>
                <a:lnTo>
                  <a:pt x="16621" y="18867"/>
                </a:lnTo>
                <a:lnTo>
                  <a:pt x="16571" y="18867"/>
                </a:lnTo>
              </a:path>
              <a:path w="21600" h="21600">
                <a:moveTo>
                  <a:pt x="4978" y="18764"/>
                </a:moveTo>
                <a:lnTo>
                  <a:pt x="5028" y="18764"/>
                </a:lnTo>
                <a:lnTo>
                  <a:pt x="5028" y="18867"/>
                </a:lnTo>
                <a:lnTo>
                  <a:pt x="4978" y="18867"/>
                </a:lnTo>
              </a:path>
              <a:path w="21600" h="21600">
                <a:moveTo>
                  <a:pt x="10555" y="18757"/>
                </a:moveTo>
                <a:lnTo>
                  <a:pt x="10590" y="18757"/>
                </a:lnTo>
                <a:lnTo>
                  <a:pt x="10590" y="18828"/>
                </a:lnTo>
                <a:lnTo>
                  <a:pt x="10555" y="18828"/>
                </a:lnTo>
              </a:path>
              <a:path w="21600" h="21600">
                <a:moveTo>
                  <a:pt x="21407" y="18754"/>
                </a:moveTo>
                <a:lnTo>
                  <a:pt x="21440" y="18754"/>
                </a:lnTo>
                <a:lnTo>
                  <a:pt x="21440" y="18821"/>
                </a:lnTo>
                <a:lnTo>
                  <a:pt x="21407" y="18821"/>
                </a:lnTo>
              </a:path>
              <a:path w="21600" h="21600">
                <a:moveTo>
                  <a:pt x="14468" y="18740"/>
                </a:moveTo>
                <a:lnTo>
                  <a:pt x="14520" y="18740"/>
                </a:lnTo>
                <a:lnTo>
                  <a:pt x="14520" y="18846"/>
                </a:lnTo>
                <a:lnTo>
                  <a:pt x="14468" y="18846"/>
                </a:lnTo>
              </a:path>
              <a:path w="21600" h="21600">
                <a:moveTo>
                  <a:pt x="7079" y="18740"/>
                </a:moveTo>
                <a:lnTo>
                  <a:pt x="7130" y="18740"/>
                </a:lnTo>
                <a:lnTo>
                  <a:pt x="7130" y="18846"/>
                </a:lnTo>
                <a:lnTo>
                  <a:pt x="7079" y="18846"/>
                </a:lnTo>
              </a:path>
              <a:path w="21600" h="21600">
                <a:moveTo>
                  <a:pt x="14176" y="18739"/>
                </a:moveTo>
                <a:lnTo>
                  <a:pt x="14209" y="18739"/>
                </a:lnTo>
                <a:lnTo>
                  <a:pt x="14209" y="18806"/>
                </a:lnTo>
                <a:lnTo>
                  <a:pt x="14176" y="18806"/>
                </a:lnTo>
              </a:path>
              <a:path w="21600" h="21600">
                <a:moveTo>
                  <a:pt x="1368" y="18713"/>
                </a:moveTo>
                <a:lnTo>
                  <a:pt x="1399" y="18713"/>
                </a:lnTo>
                <a:lnTo>
                  <a:pt x="1399" y="18776"/>
                </a:lnTo>
                <a:lnTo>
                  <a:pt x="1368" y="18776"/>
                </a:lnTo>
              </a:path>
              <a:path w="21600" h="21600">
                <a:moveTo>
                  <a:pt x="21105" y="18712"/>
                </a:moveTo>
                <a:lnTo>
                  <a:pt x="21138" y="18712"/>
                </a:lnTo>
                <a:lnTo>
                  <a:pt x="21138" y="18779"/>
                </a:lnTo>
                <a:lnTo>
                  <a:pt x="21105" y="18779"/>
                </a:lnTo>
              </a:path>
              <a:path w="21600" h="21600">
                <a:moveTo>
                  <a:pt x="3628" y="18712"/>
                </a:moveTo>
                <a:lnTo>
                  <a:pt x="3660" y="18712"/>
                </a:lnTo>
                <a:lnTo>
                  <a:pt x="3660" y="18779"/>
                </a:lnTo>
                <a:lnTo>
                  <a:pt x="3628" y="18779"/>
                </a:lnTo>
              </a:path>
              <a:path w="21600" h="21600">
                <a:moveTo>
                  <a:pt x="17635" y="18705"/>
                </a:moveTo>
                <a:lnTo>
                  <a:pt x="17671" y="18705"/>
                </a:lnTo>
                <a:lnTo>
                  <a:pt x="17671" y="18779"/>
                </a:lnTo>
                <a:lnTo>
                  <a:pt x="17635" y="18779"/>
                </a:lnTo>
              </a:path>
              <a:path w="21600" h="21600">
                <a:moveTo>
                  <a:pt x="14929" y="18705"/>
                </a:moveTo>
                <a:lnTo>
                  <a:pt x="14965" y="18705"/>
                </a:lnTo>
                <a:lnTo>
                  <a:pt x="14965" y="18779"/>
                </a:lnTo>
                <a:lnTo>
                  <a:pt x="14929" y="18779"/>
                </a:lnTo>
              </a:path>
              <a:path w="21600" h="21600">
                <a:moveTo>
                  <a:pt x="12216" y="18705"/>
                </a:moveTo>
                <a:lnTo>
                  <a:pt x="12252" y="18705"/>
                </a:lnTo>
                <a:lnTo>
                  <a:pt x="12252" y="18779"/>
                </a:lnTo>
                <a:lnTo>
                  <a:pt x="12216" y="18779"/>
                </a:lnTo>
              </a:path>
              <a:path w="21600" h="21600">
                <a:moveTo>
                  <a:pt x="9347" y="18705"/>
                </a:moveTo>
                <a:lnTo>
                  <a:pt x="9383" y="18705"/>
                </a:lnTo>
                <a:lnTo>
                  <a:pt x="9383" y="18779"/>
                </a:lnTo>
                <a:lnTo>
                  <a:pt x="9347" y="18779"/>
                </a:lnTo>
              </a:path>
              <a:path w="21600" h="21600">
                <a:moveTo>
                  <a:pt x="3928" y="18705"/>
                </a:moveTo>
                <a:lnTo>
                  <a:pt x="3964" y="18705"/>
                </a:lnTo>
                <a:lnTo>
                  <a:pt x="3964" y="18779"/>
                </a:lnTo>
                <a:lnTo>
                  <a:pt x="3928" y="18779"/>
                </a:lnTo>
              </a:path>
              <a:path w="21600" h="21600">
                <a:moveTo>
                  <a:pt x="1215" y="18705"/>
                </a:moveTo>
                <a:lnTo>
                  <a:pt x="1251" y="18705"/>
                </a:lnTo>
                <a:lnTo>
                  <a:pt x="1251" y="18779"/>
                </a:lnTo>
                <a:lnTo>
                  <a:pt x="1215" y="18779"/>
                </a:lnTo>
              </a:path>
              <a:path w="21600" h="21600">
                <a:moveTo>
                  <a:pt x="12667" y="18705"/>
                </a:moveTo>
                <a:lnTo>
                  <a:pt x="12707" y="18705"/>
                </a:lnTo>
                <a:lnTo>
                  <a:pt x="12707" y="18786"/>
                </a:lnTo>
                <a:lnTo>
                  <a:pt x="12667" y="18786"/>
                </a:lnTo>
              </a:path>
              <a:path w="21600" h="21600">
                <a:moveTo>
                  <a:pt x="8892" y="18705"/>
                </a:moveTo>
                <a:lnTo>
                  <a:pt x="8932" y="18705"/>
                </a:lnTo>
                <a:lnTo>
                  <a:pt x="8932" y="18786"/>
                </a:lnTo>
                <a:lnTo>
                  <a:pt x="8892" y="18786"/>
                </a:lnTo>
              </a:path>
              <a:path w="21600" h="21600">
                <a:moveTo>
                  <a:pt x="3473" y="18705"/>
                </a:moveTo>
                <a:lnTo>
                  <a:pt x="3513" y="18705"/>
                </a:lnTo>
                <a:lnTo>
                  <a:pt x="3513" y="18786"/>
                </a:lnTo>
                <a:lnTo>
                  <a:pt x="3473" y="18786"/>
                </a:lnTo>
              </a:path>
              <a:path w="21600" h="21600">
                <a:moveTo>
                  <a:pt x="20046" y="18692"/>
                </a:moveTo>
                <a:lnTo>
                  <a:pt x="20082" y="18692"/>
                </a:lnTo>
                <a:lnTo>
                  <a:pt x="20082" y="18766"/>
                </a:lnTo>
                <a:lnTo>
                  <a:pt x="20046" y="18766"/>
                </a:lnTo>
              </a:path>
              <a:path w="21600" h="21600">
                <a:moveTo>
                  <a:pt x="17333" y="18692"/>
                </a:moveTo>
                <a:lnTo>
                  <a:pt x="17369" y="18692"/>
                </a:lnTo>
                <a:lnTo>
                  <a:pt x="17369" y="18766"/>
                </a:lnTo>
                <a:lnTo>
                  <a:pt x="17333" y="18766"/>
                </a:lnTo>
              </a:path>
              <a:path w="21600" h="21600">
                <a:moveTo>
                  <a:pt x="11914" y="18692"/>
                </a:moveTo>
                <a:lnTo>
                  <a:pt x="11950" y="18692"/>
                </a:lnTo>
                <a:lnTo>
                  <a:pt x="11950" y="18766"/>
                </a:lnTo>
                <a:lnTo>
                  <a:pt x="11914" y="18766"/>
                </a:lnTo>
              </a:path>
              <a:path w="21600" h="21600">
                <a:moveTo>
                  <a:pt x="9649" y="18692"/>
                </a:moveTo>
                <a:lnTo>
                  <a:pt x="9685" y="18692"/>
                </a:lnTo>
                <a:lnTo>
                  <a:pt x="9685" y="18766"/>
                </a:lnTo>
                <a:lnTo>
                  <a:pt x="9649" y="18766"/>
                </a:lnTo>
              </a:path>
              <a:path w="21600" h="21600">
                <a:moveTo>
                  <a:pt x="6935" y="18692"/>
                </a:moveTo>
                <a:lnTo>
                  <a:pt x="6972" y="18692"/>
                </a:lnTo>
                <a:lnTo>
                  <a:pt x="6972" y="18766"/>
                </a:lnTo>
                <a:lnTo>
                  <a:pt x="6935" y="18766"/>
                </a:lnTo>
              </a:path>
              <a:path w="21600" h="21600">
                <a:moveTo>
                  <a:pt x="4230" y="18692"/>
                </a:moveTo>
                <a:lnTo>
                  <a:pt x="4266" y="18692"/>
                </a:lnTo>
                <a:lnTo>
                  <a:pt x="4266" y="18766"/>
                </a:lnTo>
                <a:lnTo>
                  <a:pt x="4230" y="18766"/>
                </a:lnTo>
              </a:path>
              <a:path w="21600" h="21600">
                <a:moveTo>
                  <a:pt x="1517" y="18692"/>
                </a:moveTo>
                <a:lnTo>
                  <a:pt x="1553" y="18692"/>
                </a:lnTo>
                <a:lnTo>
                  <a:pt x="1553" y="18766"/>
                </a:lnTo>
                <a:lnTo>
                  <a:pt x="1517" y="18766"/>
                </a:lnTo>
              </a:path>
              <a:path w="21600" h="21600">
                <a:moveTo>
                  <a:pt x="10406" y="18686"/>
                </a:moveTo>
                <a:lnTo>
                  <a:pt x="10437" y="18686"/>
                </a:lnTo>
                <a:lnTo>
                  <a:pt x="10437" y="18750"/>
                </a:lnTo>
                <a:lnTo>
                  <a:pt x="10406" y="18750"/>
                </a:lnTo>
              </a:path>
              <a:path w="21600" h="21600">
                <a:moveTo>
                  <a:pt x="19448" y="18686"/>
                </a:moveTo>
                <a:lnTo>
                  <a:pt x="19473" y="18686"/>
                </a:lnTo>
                <a:lnTo>
                  <a:pt x="19473" y="18739"/>
                </a:lnTo>
                <a:lnTo>
                  <a:pt x="19448" y="18739"/>
                </a:lnTo>
              </a:path>
              <a:path w="21600" h="21600">
                <a:moveTo>
                  <a:pt x="760" y="18683"/>
                </a:moveTo>
                <a:lnTo>
                  <a:pt x="800" y="18683"/>
                </a:lnTo>
                <a:lnTo>
                  <a:pt x="800" y="18764"/>
                </a:lnTo>
                <a:lnTo>
                  <a:pt x="760" y="18764"/>
                </a:lnTo>
              </a:path>
              <a:path w="21600" h="21600">
                <a:moveTo>
                  <a:pt x="20954" y="18678"/>
                </a:moveTo>
                <a:lnTo>
                  <a:pt x="20987" y="18678"/>
                </a:lnTo>
                <a:lnTo>
                  <a:pt x="20987" y="18745"/>
                </a:lnTo>
                <a:lnTo>
                  <a:pt x="20954" y="18745"/>
                </a:lnTo>
              </a:path>
              <a:path w="21600" h="21600">
                <a:moveTo>
                  <a:pt x="18241" y="18678"/>
                </a:moveTo>
                <a:lnTo>
                  <a:pt x="18273" y="18678"/>
                </a:lnTo>
                <a:lnTo>
                  <a:pt x="18273" y="18745"/>
                </a:lnTo>
                <a:lnTo>
                  <a:pt x="18241" y="18745"/>
                </a:lnTo>
              </a:path>
              <a:path w="21600" h="21600">
                <a:moveTo>
                  <a:pt x="15535" y="18678"/>
                </a:moveTo>
                <a:lnTo>
                  <a:pt x="15568" y="18678"/>
                </a:lnTo>
                <a:lnTo>
                  <a:pt x="15568" y="18745"/>
                </a:lnTo>
                <a:lnTo>
                  <a:pt x="15535" y="18745"/>
                </a:lnTo>
              </a:path>
              <a:path w="21600" h="21600">
                <a:moveTo>
                  <a:pt x="12822" y="18678"/>
                </a:moveTo>
                <a:lnTo>
                  <a:pt x="12854" y="18678"/>
                </a:lnTo>
                <a:lnTo>
                  <a:pt x="12854" y="18745"/>
                </a:lnTo>
                <a:lnTo>
                  <a:pt x="12822" y="18745"/>
                </a:lnTo>
              </a:path>
              <a:path w="21600" h="21600">
                <a:moveTo>
                  <a:pt x="6031" y="18678"/>
                </a:moveTo>
                <a:lnTo>
                  <a:pt x="6064" y="18678"/>
                </a:lnTo>
                <a:lnTo>
                  <a:pt x="6064" y="18745"/>
                </a:lnTo>
                <a:lnTo>
                  <a:pt x="6031" y="18745"/>
                </a:lnTo>
              </a:path>
              <a:path w="21600" h="21600">
                <a:moveTo>
                  <a:pt x="3326" y="18678"/>
                </a:moveTo>
                <a:lnTo>
                  <a:pt x="3358" y="18678"/>
                </a:lnTo>
                <a:lnTo>
                  <a:pt x="3358" y="18745"/>
                </a:lnTo>
                <a:lnTo>
                  <a:pt x="3326" y="18745"/>
                </a:lnTo>
              </a:path>
              <a:path w="21600" h="21600">
                <a:moveTo>
                  <a:pt x="612" y="18678"/>
                </a:moveTo>
                <a:lnTo>
                  <a:pt x="645" y="18678"/>
                </a:lnTo>
                <a:lnTo>
                  <a:pt x="645" y="18745"/>
                </a:lnTo>
                <a:lnTo>
                  <a:pt x="612" y="18745"/>
                </a:lnTo>
              </a:path>
              <a:path w="21600" h="21600">
                <a:moveTo>
                  <a:pt x="20795" y="18677"/>
                </a:moveTo>
                <a:lnTo>
                  <a:pt x="20843" y="18677"/>
                </a:lnTo>
                <a:lnTo>
                  <a:pt x="20843" y="18776"/>
                </a:lnTo>
                <a:lnTo>
                  <a:pt x="20795" y="18776"/>
                </a:lnTo>
              </a:path>
              <a:path w="21600" h="21600">
                <a:moveTo>
                  <a:pt x="11757" y="18669"/>
                </a:moveTo>
                <a:lnTo>
                  <a:pt x="11805" y="18669"/>
                </a:lnTo>
                <a:lnTo>
                  <a:pt x="11805" y="18768"/>
                </a:lnTo>
                <a:lnTo>
                  <a:pt x="11757" y="18768"/>
                </a:lnTo>
              </a:path>
              <a:path w="21600" h="21600">
                <a:moveTo>
                  <a:pt x="9793" y="18669"/>
                </a:moveTo>
                <a:lnTo>
                  <a:pt x="9842" y="18669"/>
                </a:lnTo>
                <a:lnTo>
                  <a:pt x="9842" y="18768"/>
                </a:lnTo>
                <a:lnTo>
                  <a:pt x="9793" y="18768"/>
                </a:lnTo>
              </a:path>
              <a:path w="21600" h="21600">
                <a:moveTo>
                  <a:pt x="11167" y="18665"/>
                </a:moveTo>
                <a:lnTo>
                  <a:pt x="11187" y="18665"/>
                </a:lnTo>
                <a:lnTo>
                  <a:pt x="11187" y="18707"/>
                </a:lnTo>
                <a:lnTo>
                  <a:pt x="11167" y="18707"/>
                </a:lnTo>
              </a:path>
              <a:path w="21600" h="21600">
                <a:moveTo>
                  <a:pt x="16728" y="18664"/>
                </a:moveTo>
                <a:lnTo>
                  <a:pt x="16766" y="18664"/>
                </a:lnTo>
                <a:lnTo>
                  <a:pt x="16766" y="18741"/>
                </a:lnTo>
                <a:lnTo>
                  <a:pt x="16728" y="18741"/>
                </a:lnTo>
              </a:path>
              <a:path w="21600" h="21600">
                <a:moveTo>
                  <a:pt x="14022" y="18664"/>
                </a:moveTo>
                <a:lnTo>
                  <a:pt x="14060" y="18664"/>
                </a:lnTo>
                <a:lnTo>
                  <a:pt x="14060" y="18741"/>
                </a:lnTo>
                <a:lnTo>
                  <a:pt x="14022" y="18741"/>
                </a:lnTo>
              </a:path>
              <a:path w="21600" h="21600">
                <a:moveTo>
                  <a:pt x="11309" y="18664"/>
                </a:moveTo>
                <a:lnTo>
                  <a:pt x="11347" y="18664"/>
                </a:lnTo>
                <a:lnTo>
                  <a:pt x="11347" y="18741"/>
                </a:lnTo>
                <a:lnTo>
                  <a:pt x="11309" y="18741"/>
                </a:lnTo>
              </a:path>
              <a:path w="21600" h="21600">
                <a:moveTo>
                  <a:pt x="10252" y="18664"/>
                </a:moveTo>
                <a:lnTo>
                  <a:pt x="10289" y="18664"/>
                </a:lnTo>
                <a:lnTo>
                  <a:pt x="10289" y="18741"/>
                </a:lnTo>
                <a:lnTo>
                  <a:pt x="10252" y="18741"/>
                </a:lnTo>
              </a:path>
              <a:path w="21600" h="21600">
                <a:moveTo>
                  <a:pt x="7538" y="18664"/>
                </a:moveTo>
                <a:lnTo>
                  <a:pt x="7576" y="18664"/>
                </a:lnTo>
                <a:lnTo>
                  <a:pt x="7576" y="18741"/>
                </a:lnTo>
                <a:lnTo>
                  <a:pt x="7538" y="18741"/>
                </a:lnTo>
              </a:path>
              <a:path w="21600" h="21600">
                <a:moveTo>
                  <a:pt x="4833" y="18664"/>
                </a:moveTo>
                <a:lnTo>
                  <a:pt x="4871" y="18664"/>
                </a:lnTo>
                <a:lnTo>
                  <a:pt x="4871" y="18741"/>
                </a:lnTo>
                <a:lnTo>
                  <a:pt x="4833" y="18741"/>
                </a:lnTo>
              </a:path>
              <a:path w="21600" h="21600">
                <a:moveTo>
                  <a:pt x="2120" y="18664"/>
                </a:moveTo>
                <a:lnTo>
                  <a:pt x="2157" y="18664"/>
                </a:lnTo>
                <a:lnTo>
                  <a:pt x="2157" y="18741"/>
                </a:lnTo>
                <a:lnTo>
                  <a:pt x="2120" y="18741"/>
                </a:lnTo>
              </a:path>
              <a:path w="21600" h="21600">
                <a:moveTo>
                  <a:pt x="20194" y="18663"/>
                </a:moveTo>
                <a:lnTo>
                  <a:pt x="20237" y="18663"/>
                </a:lnTo>
                <a:lnTo>
                  <a:pt x="20237" y="18751"/>
                </a:lnTo>
                <a:lnTo>
                  <a:pt x="20194" y="18751"/>
                </a:lnTo>
              </a:path>
              <a:path w="21600" h="21600">
                <a:moveTo>
                  <a:pt x="14775" y="18663"/>
                </a:moveTo>
                <a:lnTo>
                  <a:pt x="14818" y="18663"/>
                </a:lnTo>
                <a:lnTo>
                  <a:pt x="14818" y="18751"/>
                </a:lnTo>
                <a:lnTo>
                  <a:pt x="14775" y="18751"/>
                </a:lnTo>
              </a:path>
              <a:path w="21600" h="21600">
                <a:moveTo>
                  <a:pt x="9494" y="18663"/>
                </a:moveTo>
                <a:lnTo>
                  <a:pt x="9537" y="18663"/>
                </a:lnTo>
                <a:lnTo>
                  <a:pt x="9537" y="18751"/>
                </a:lnTo>
                <a:lnTo>
                  <a:pt x="9494" y="18751"/>
                </a:lnTo>
              </a:path>
              <a:path w="21600" h="21600">
                <a:moveTo>
                  <a:pt x="6781" y="18663"/>
                </a:moveTo>
                <a:lnTo>
                  <a:pt x="6824" y="18663"/>
                </a:lnTo>
                <a:lnTo>
                  <a:pt x="6824" y="18751"/>
                </a:lnTo>
                <a:lnTo>
                  <a:pt x="6781" y="18751"/>
                </a:lnTo>
              </a:path>
              <a:path w="21600" h="21600">
                <a:moveTo>
                  <a:pt x="4075" y="18663"/>
                </a:moveTo>
                <a:lnTo>
                  <a:pt x="4118" y="18663"/>
                </a:lnTo>
                <a:lnTo>
                  <a:pt x="4118" y="18751"/>
                </a:lnTo>
                <a:lnTo>
                  <a:pt x="4075" y="18751"/>
                </a:lnTo>
              </a:path>
              <a:path w="21600" h="21600">
                <a:moveTo>
                  <a:pt x="6639" y="18659"/>
                </a:moveTo>
                <a:lnTo>
                  <a:pt x="6663" y="18659"/>
                </a:lnTo>
                <a:lnTo>
                  <a:pt x="6663" y="18708"/>
                </a:lnTo>
                <a:lnTo>
                  <a:pt x="6639" y="18708"/>
                </a:lnTo>
              </a:path>
              <a:path w="21600" h="21600">
                <a:moveTo>
                  <a:pt x="19750" y="18653"/>
                </a:moveTo>
                <a:lnTo>
                  <a:pt x="19774" y="18653"/>
                </a:lnTo>
                <a:lnTo>
                  <a:pt x="19774" y="18702"/>
                </a:lnTo>
                <a:lnTo>
                  <a:pt x="19750" y="18702"/>
                </a:lnTo>
              </a:path>
              <a:path w="21600" h="21600">
                <a:moveTo>
                  <a:pt x="18995" y="18653"/>
                </a:moveTo>
                <a:lnTo>
                  <a:pt x="19019" y="18653"/>
                </a:lnTo>
                <a:lnTo>
                  <a:pt x="19019" y="18702"/>
                </a:lnTo>
                <a:lnTo>
                  <a:pt x="18995" y="18702"/>
                </a:lnTo>
              </a:path>
              <a:path w="21600" h="21600">
                <a:moveTo>
                  <a:pt x="14331" y="18653"/>
                </a:moveTo>
                <a:lnTo>
                  <a:pt x="14355" y="18653"/>
                </a:lnTo>
                <a:lnTo>
                  <a:pt x="14355" y="18702"/>
                </a:lnTo>
                <a:lnTo>
                  <a:pt x="14331" y="18702"/>
                </a:lnTo>
              </a:path>
              <a:path w="21600" h="21600">
                <a:moveTo>
                  <a:pt x="13576" y="18653"/>
                </a:moveTo>
                <a:lnTo>
                  <a:pt x="13600" y="18653"/>
                </a:lnTo>
                <a:lnTo>
                  <a:pt x="13600" y="18702"/>
                </a:lnTo>
                <a:lnTo>
                  <a:pt x="13576" y="18702"/>
                </a:lnTo>
              </a:path>
              <a:path w="21600" h="21600">
                <a:moveTo>
                  <a:pt x="1825" y="18653"/>
                </a:moveTo>
                <a:lnTo>
                  <a:pt x="1849" y="18653"/>
                </a:lnTo>
                <a:lnTo>
                  <a:pt x="1849" y="18702"/>
                </a:lnTo>
                <a:lnTo>
                  <a:pt x="1825" y="18702"/>
                </a:lnTo>
              </a:path>
              <a:path w="21600" h="21600">
                <a:moveTo>
                  <a:pt x="20494" y="18637"/>
                </a:moveTo>
                <a:lnTo>
                  <a:pt x="20541" y="18637"/>
                </a:lnTo>
                <a:lnTo>
                  <a:pt x="20541" y="18733"/>
                </a:lnTo>
                <a:lnTo>
                  <a:pt x="20494" y="18733"/>
                </a:lnTo>
              </a:path>
              <a:path w="21600" h="21600">
                <a:moveTo>
                  <a:pt x="15075" y="18637"/>
                </a:moveTo>
                <a:lnTo>
                  <a:pt x="15122" y="18637"/>
                </a:lnTo>
                <a:lnTo>
                  <a:pt x="15122" y="18733"/>
                </a:lnTo>
                <a:lnTo>
                  <a:pt x="15075" y="18733"/>
                </a:lnTo>
              </a:path>
              <a:path w="21600" h="21600">
                <a:moveTo>
                  <a:pt x="6477" y="18637"/>
                </a:moveTo>
                <a:lnTo>
                  <a:pt x="6524" y="18637"/>
                </a:lnTo>
                <a:lnTo>
                  <a:pt x="6524" y="18733"/>
                </a:lnTo>
                <a:lnTo>
                  <a:pt x="6477" y="18733"/>
                </a:lnTo>
              </a:path>
              <a:path w="21600" h="21600">
                <a:moveTo>
                  <a:pt x="10852" y="18628"/>
                </a:moveTo>
                <a:lnTo>
                  <a:pt x="10898" y="18628"/>
                </a:lnTo>
                <a:lnTo>
                  <a:pt x="10898" y="18724"/>
                </a:lnTo>
                <a:lnTo>
                  <a:pt x="10852" y="18724"/>
                </a:lnTo>
              </a:path>
              <a:path w="21600" h="21600">
                <a:moveTo>
                  <a:pt x="21552" y="18624"/>
                </a:moveTo>
                <a:lnTo>
                  <a:pt x="21588" y="18624"/>
                </a:lnTo>
                <a:lnTo>
                  <a:pt x="21588" y="18698"/>
                </a:lnTo>
                <a:lnTo>
                  <a:pt x="21552" y="18698"/>
                </a:lnTo>
              </a:path>
              <a:path w="21600" h="21600">
                <a:moveTo>
                  <a:pt x="11" y="18624"/>
                </a:moveTo>
                <a:lnTo>
                  <a:pt x="47" y="18624"/>
                </a:lnTo>
                <a:lnTo>
                  <a:pt x="47" y="18698"/>
                </a:lnTo>
                <a:lnTo>
                  <a:pt x="11" y="18698"/>
                </a:lnTo>
              </a:path>
              <a:path w="21600" h="21600">
                <a:moveTo>
                  <a:pt x="21250" y="18622"/>
                </a:moveTo>
                <a:lnTo>
                  <a:pt x="21295" y="18622"/>
                </a:lnTo>
                <a:lnTo>
                  <a:pt x="21295" y="18713"/>
                </a:lnTo>
                <a:lnTo>
                  <a:pt x="21250" y="18713"/>
                </a:lnTo>
              </a:path>
              <a:path w="21600" h="21600">
                <a:moveTo>
                  <a:pt x="18537" y="18622"/>
                </a:moveTo>
                <a:lnTo>
                  <a:pt x="18581" y="18622"/>
                </a:lnTo>
                <a:lnTo>
                  <a:pt x="18581" y="18713"/>
                </a:lnTo>
                <a:lnTo>
                  <a:pt x="18537" y="18713"/>
                </a:lnTo>
              </a:path>
              <a:path w="21600" h="21600">
                <a:moveTo>
                  <a:pt x="15831" y="18622"/>
                </a:moveTo>
                <a:lnTo>
                  <a:pt x="15876" y="18622"/>
                </a:lnTo>
                <a:lnTo>
                  <a:pt x="15876" y="18713"/>
                </a:lnTo>
                <a:lnTo>
                  <a:pt x="15831" y="18713"/>
                </a:lnTo>
              </a:path>
              <a:path w="21600" h="21600">
                <a:moveTo>
                  <a:pt x="13118" y="18622"/>
                </a:moveTo>
                <a:lnTo>
                  <a:pt x="13162" y="18622"/>
                </a:lnTo>
                <a:lnTo>
                  <a:pt x="13162" y="18713"/>
                </a:lnTo>
                <a:lnTo>
                  <a:pt x="13118" y="18713"/>
                </a:lnTo>
              </a:path>
              <a:path w="21600" h="21600">
                <a:moveTo>
                  <a:pt x="8436" y="18622"/>
                </a:moveTo>
                <a:lnTo>
                  <a:pt x="8481" y="18622"/>
                </a:lnTo>
                <a:lnTo>
                  <a:pt x="8481" y="18713"/>
                </a:lnTo>
                <a:lnTo>
                  <a:pt x="8436" y="18713"/>
                </a:lnTo>
              </a:path>
              <a:path w="21600" h="21600">
                <a:moveTo>
                  <a:pt x="3018" y="18622"/>
                </a:moveTo>
                <a:lnTo>
                  <a:pt x="3062" y="18622"/>
                </a:lnTo>
                <a:lnTo>
                  <a:pt x="3062" y="18713"/>
                </a:lnTo>
                <a:lnTo>
                  <a:pt x="3018" y="18713"/>
                </a:lnTo>
              </a:path>
              <a:path w="21600" h="21600">
                <a:moveTo>
                  <a:pt x="304" y="18622"/>
                </a:moveTo>
                <a:lnTo>
                  <a:pt x="349" y="18622"/>
                </a:lnTo>
                <a:lnTo>
                  <a:pt x="349" y="18713"/>
                </a:lnTo>
                <a:lnTo>
                  <a:pt x="304" y="18713"/>
                </a:lnTo>
              </a:path>
              <a:path w="21600" h="21600">
                <a:moveTo>
                  <a:pt x="12359" y="18616"/>
                </a:moveTo>
                <a:lnTo>
                  <a:pt x="12411" y="18616"/>
                </a:lnTo>
                <a:lnTo>
                  <a:pt x="12411" y="18722"/>
                </a:lnTo>
                <a:lnTo>
                  <a:pt x="12359" y="18722"/>
                </a:lnTo>
              </a:path>
              <a:path w="21600" h="21600">
                <a:moveTo>
                  <a:pt x="9188" y="18616"/>
                </a:moveTo>
                <a:lnTo>
                  <a:pt x="9240" y="18616"/>
                </a:lnTo>
                <a:lnTo>
                  <a:pt x="9240" y="18722"/>
                </a:lnTo>
                <a:lnTo>
                  <a:pt x="9188" y="18722"/>
                </a:lnTo>
              </a:path>
              <a:path w="21600" h="21600">
                <a:moveTo>
                  <a:pt x="2716" y="18603"/>
                </a:moveTo>
                <a:lnTo>
                  <a:pt x="2769" y="18603"/>
                </a:lnTo>
                <a:lnTo>
                  <a:pt x="2769" y="18712"/>
                </a:lnTo>
                <a:lnTo>
                  <a:pt x="2716" y="18712"/>
                </a:lnTo>
              </a:path>
              <a:path w="21600" h="21600">
                <a:moveTo>
                  <a:pt x="18092" y="18595"/>
                </a:moveTo>
                <a:lnTo>
                  <a:pt x="18120" y="18595"/>
                </a:lnTo>
                <a:lnTo>
                  <a:pt x="18120" y="18651"/>
                </a:lnTo>
                <a:lnTo>
                  <a:pt x="18092" y="18651"/>
                </a:lnTo>
              </a:path>
              <a:path w="21600" h="21600">
                <a:moveTo>
                  <a:pt x="4378" y="18592"/>
                </a:moveTo>
                <a:lnTo>
                  <a:pt x="4419" y="18592"/>
                </a:lnTo>
                <a:lnTo>
                  <a:pt x="4419" y="18676"/>
                </a:lnTo>
                <a:lnTo>
                  <a:pt x="4378" y="18676"/>
                </a:lnTo>
              </a:path>
              <a:path w="21600" h="21600">
                <a:moveTo>
                  <a:pt x="3176" y="18576"/>
                </a:moveTo>
                <a:lnTo>
                  <a:pt x="3206" y="18576"/>
                </a:lnTo>
                <a:lnTo>
                  <a:pt x="3206" y="18636"/>
                </a:lnTo>
                <a:lnTo>
                  <a:pt x="3176" y="18636"/>
                </a:lnTo>
              </a:path>
              <a:path w="21600" h="21600">
                <a:moveTo>
                  <a:pt x="20648" y="18569"/>
                </a:moveTo>
                <a:lnTo>
                  <a:pt x="20689" y="18569"/>
                </a:lnTo>
                <a:lnTo>
                  <a:pt x="20689" y="18654"/>
                </a:lnTo>
                <a:lnTo>
                  <a:pt x="20648" y="18654"/>
                </a:lnTo>
              </a:path>
              <a:path w="21600" h="21600">
                <a:moveTo>
                  <a:pt x="19138" y="18569"/>
                </a:moveTo>
                <a:lnTo>
                  <a:pt x="19179" y="18569"/>
                </a:lnTo>
                <a:lnTo>
                  <a:pt x="19179" y="18654"/>
                </a:lnTo>
                <a:lnTo>
                  <a:pt x="19138" y="18654"/>
                </a:lnTo>
              </a:path>
              <a:path w="21600" h="21600">
                <a:moveTo>
                  <a:pt x="18689" y="18569"/>
                </a:moveTo>
                <a:lnTo>
                  <a:pt x="18731" y="18569"/>
                </a:lnTo>
                <a:lnTo>
                  <a:pt x="18731" y="18654"/>
                </a:lnTo>
                <a:lnTo>
                  <a:pt x="18689" y="18654"/>
                </a:lnTo>
              </a:path>
              <a:path w="21600" h="21600">
                <a:moveTo>
                  <a:pt x="18387" y="18569"/>
                </a:moveTo>
                <a:lnTo>
                  <a:pt x="18429" y="18569"/>
                </a:lnTo>
                <a:lnTo>
                  <a:pt x="18429" y="18654"/>
                </a:lnTo>
                <a:lnTo>
                  <a:pt x="18387" y="18654"/>
                </a:lnTo>
              </a:path>
              <a:path w="21600" h="21600">
                <a:moveTo>
                  <a:pt x="17934" y="18569"/>
                </a:moveTo>
                <a:lnTo>
                  <a:pt x="17976" y="18569"/>
                </a:lnTo>
                <a:lnTo>
                  <a:pt x="17976" y="18654"/>
                </a:lnTo>
                <a:lnTo>
                  <a:pt x="17934" y="18654"/>
                </a:lnTo>
              </a:path>
              <a:path w="21600" h="21600">
                <a:moveTo>
                  <a:pt x="16425" y="18569"/>
                </a:moveTo>
                <a:lnTo>
                  <a:pt x="16466" y="18569"/>
                </a:lnTo>
                <a:lnTo>
                  <a:pt x="16466" y="18654"/>
                </a:lnTo>
                <a:lnTo>
                  <a:pt x="16425" y="18654"/>
                </a:lnTo>
              </a:path>
              <a:path w="21600" h="21600">
                <a:moveTo>
                  <a:pt x="15983" y="18569"/>
                </a:moveTo>
                <a:lnTo>
                  <a:pt x="16025" y="18569"/>
                </a:lnTo>
                <a:lnTo>
                  <a:pt x="16025" y="18654"/>
                </a:lnTo>
                <a:lnTo>
                  <a:pt x="15983" y="18654"/>
                </a:lnTo>
              </a:path>
              <a:path w="21600" h="21600">
                <a:moveTo>
                  <a:pt x="15682" y="18569"/>
                </a:moveTo>
                <a:lnTo>
                  <a:pt x="15723" y="18569"/>
                </a:lnTo>
                <a:lnTo>
                  <a:pt x="15723" y="18654"/>
                </a:lnTo>
                <a:lnTo>
                  <a:pt x="15682" y="18654"/>
                </a:lnTo>
              </a:path>
              <a:path w="21600" h="21600">
                <a:moveTo>
                  <a:pt x="15229" y="18569"/>
                </a:moveTo>
                <a:lnTo>
                  <a:pt x="15270" y="18569"/>
                </a:lnTo>
                <a:lnTo>
                  <a:pt x="15270" y="18654"/>
                </a:lnTo>
                <a:lnTo>
                  <a:pt x="15229" y="18654"/>
                </a:lnTo>
              </a:path>
              <a:path w="21600" h="21600">
                <a:moveTo>
                  <a:pt x="13719" y="18569"/>
                </a:moveTo>
                <a:lnTo>
                  <a:pt x="13760" y="18569"/>
                </a:lnTo>
                <a:lnTo>
                  <a:pt x="13760" y="18654"/>
                </a:lnTo>
                <a:lnTo>
                  <a:pt x="13719" y="18654"/>
                </a:lnTo>
              </a:path>
              <a:path w="21600" h="21600">
                <a:moveTo>
                  <a:pt x="13270" y="18569"/>
                </a:moveTo>
                <a:lnTo>
                  <a:pt x="13312" y="18569"/>
                </a:lnTo>
                <a:lnTo>
                  <a:pt x="13312" y="18654"/>
                </a:lnTo>
                <a:lnTo>
                  <a:pt x="13270" y="18654"/>
                </a:lnTo>
              </a:path>
              <a:path w="21600" h="21600">
                <a:moveTo>
                  <a:pt x="12968" y="18569"/>
                </a:moveTo>
                <a:lnTo>
                  <a:pt x="13010" y="18569"/>
                </a:lnTo>
                <a:lnTo>
                  <a:pt x="13010" y="18654"/>
                </a:lnTo>
                <a:lnTo>
                  <a:pt x="12968" y="18654"/>
                </a:lnTo>
              </a:path>
              <a:path w="21600" h="21600">
                <a:moveTo>
                  <a:pt x="12515" y="18569"/>
                </a:moveTo>
                <a:lnTo>
                  <a:pt x="12557" y="18569"/>
                </a:lnTo>
                <a:lnTo>
                  <a:pt x="12557" y="18654"/>
                </a:lnTo>
                <a:lnTo>
                  <a:pt x="12515" y="18654"/>
                </a:lnTo>
              </a:path>
              <a:path w="21600" h="21600">
                <a:moveTo>
                  <a:pt x="11005" y="18569"/>
                </a:moveTo>
                <a:lnTo>
                  <a:pt x="11047" y="18569"/>
                </a:lnTo>
                <a:lnTo>
                  <a:pt x="11047" y="18654"/>
                </a:lnTo>
                <a:lnTo>
                  <a:pt x="11005" y="18654"/>
                </a:lnTo>
              </a:path>
              <a:path w="21600" h="21600">
                <a:moveTo>
                  <a:pt x="9042" y="18569"/>
                </a:moveTo>
                <a:lnTo>
                  <a:pt x="9083" y="18569"/>
                </a:lnTo>
                <a:lnTo>
                  <a:pt x="9083" y="18654"/>
                </a:lnTo>
                <a:lnTo>
                  <a:pt x="9042" y="18654"/>
                </a:lnTo>
              </a:path>
              <a:path w="21600" h="21600">
                <a:moveTo>
                  <a:pt x="8589" y="18569"/>
                </a:moveTo>
                <a:lnTo>
                  <a:pt x="8630" y="18569"/>
                </a:lnTo>
                <a:lnTo>
                  <a:pt x="8630" y="18654"/>
                </a:lnTo>
                <a:lnTo>
                  <a:pt x="8589" y="18654"/>
                </a:lnTo>
              </a:path>
              <a:path w="21600" h="21600">
                <a:moveTo>
                  <a:pt x="8287" y="18569"/>
                </a:moveTo>
                <a:lnTo>
                  <a:pt x="8328" y="18569"/>
                </a:lnTo>
                <a:lnTo>
                  <a:pt x="8328" y="18654"/>
                </a:lnTo>
                <a:lnTo>
                  <a:pt x="8287" y="18654"/>
                </a:lnTo>
              </a:path>
              <a:path w="21600" h="21600">
                <a:moveTo>
                  <a:pt x="7839" y="18569"/>
                </a:moveTo>
                <a:lnTo>
                  <a:pt x="7880" y="18569"/>
                </a:lnTo>
                <a:lnTo>
                  <a:pt x="7880" y="18654"/>
                </a:lnTo>
                <a:lnTo>
                  <a:pt x="7839" y="18654"/>
                </a:lnTo>
              </a:path>
              <a:path w="21600" h="21600">
                <a:moveTo>
                  <a:pt x="6329" y="18569"/>
                </a:moveTo>
                <a:lnTo>
                  <a:pt x="6370" y="18569"/>
                </a:lnTo>
                <a:lnTo>
                  <a:pt x="6370" y="18654"/>
                </a:lnTo>
                <a:lnTo>
                  <a:pt x="6329" y="18654"/>
                </a:lnTo>
              </a:path>
              <a:path w="21600" h="21600">
                <a:moveTo>
                  <a:pt x="5876" y="18569"/>
                </a:moveTo>
                <a:lnTo>
                  <a:pt x="5917" y="18569"/>
                </a:lnTo>
                <a:lnTo>
                  <a:pt x="5917" y="18654"/>
                </a:lnTo>
                <a:lnTo>
                  <a:pt x="5876" y="18654"/>
                </a:lnTo>
              </a:path>
              <a:path w="21600" h="21600">
                <a:moveTo>
                  <a:pt x="5574" y="18569"/>
                </a:moveTo>
                <a:lnTo>
                  <a:pt x="5615" y="18569"/>
                </a:lnTo>
                <a:lnTo>
                  <a:pt x="5615" y="18654"/>
                </a:lnTo>
                <a:lnTo>
                  <a:pt x="5574" y="18654"/>
                </a:lnTo>
              </a:path>
              <a:path w="21600" h="21600">
                <a:moveTo>
                  <a:pt x="5133" y="18569"/>
                </a:moveTo>
                <a:lnTo>
                  <a:pt x="5174" y="18569"/>
                </a:lnTo>
                <a:lnTo>
                  <a:pt x="5174" y="18654"/>
                </a:lnTo>
                <a:lnTo>
                  <a:pt x="5133" y="18654"/>
                </a:lnTo>
              </a:path>
              <a:path w="21600" h="21600">
                <a:moveTo>
                  <a:pt x="2420" y="18569"/>
                </a:moveTo>
                <a:lnTo>
                  <a:pt x="2461" y="18569"/>
                </a:lnTo>
                <a:lnTo>
                  <a:pt x="2461" y="18654"/>
                </a:lnTo>
                <a:lnTo>
                  <a:pt x="2420" y="18654"/>
                </a:lnTo>
              </a:path>
              <a:path w="21600" h="21600">
                <a:moveTo>
                  <a:pt x="910" y="18569"/>
                </a:moveTo>
                <a:lnTo>
                  <a:pt x="951" y="18569"/>
                </a:lnTo>
                <a:lnTo>
                  <a:pt x="951" y="18654"/>
                </a:lnTo>
                <a:lnTo>
                  <a:pt x="910" y="18654"/>
                </a:lnTo>
              </a:path>
              <a:path w="21600" h="21600">
                <a:moveTo>
                  <a:pt x="457" y="18569"/>
                </a:moveTo>
                <a:lnTo>
                  <a:pt x="498" y="18569"/>
                </a:lnTo>
                <a:lnTo>
                  <a:pt x="498" y="18654"/>
                </a:lnTo>
                <a:lnTo>
                  <a:pt x="457" y="18654"/>
                </a:lnTo>
              </a:path>
              <a:path w="21600" h="21600">
                <a:moveTo>
                  <a:pt x="155" y="18569"/>
                </a:moveTo>
                <a:lnTo>
                  <a:pt x="196" y="18569"/>
                </a:lnTo>
                <a:lnTo>
                  <a:pt x="196" y="18654"/>
                </a:lnTo>
                <a:lnTo>
                  <a:pt x="155" y="18654"/>
                </a:lnTo>
              </a:path>
              <a:path w="21600" h="21600">
                <a:moveTo>
                  <a:pt x="17186" y="18568"/>
                </a:moveTo>
                <a:lnTo>
                  <a:pt x="17215" y="18568"/>
                </a:lnTo>
                <a:lnTo>
                  <a:pt x="17215" y="18628"/>
                </a:lnTo>
                <a:lnTo>
                  <a:pt x="17186" y="18628"/>
                </a:lnTo>
              </a:path>
              <a:path w="21600" h="21600">
                <a:moveTo>
                  <a:pt x="19589" y="18568"/>
                </a:moveTo>
                <a:lnTo>
                  <a:pt x="19634" y="18568"/>
                </a:lnTo>
                <a:lnTo>
                  <a:pt x="19634" y="18659"/>
                </a:lnTo>
                <a:lnTo>
                  <a:pt x="19589" y="18659"/>
                </a:lnTo>
              </a:path>
              <a:path w="21600" h="21600">
                <a:moveTo>
                  <a:pt x="16876" y="18568"/>
                </a:moveTo>
                <a:lnTo>
                  <a:pt x="16921" y="18568"/>
                </a:lnTo>
                <a:lnTo>
                  <a:pt x="16921" y="18659"/>
                </a:lnTo>
                <a:lnTo>
                  <a:pt x="16876" y="18659"/>
                </a:lnTo>
              </a:path>
              <a:path w="21600" h="21600">
                <a:moveTo>
                  <a:pt x="7384" y="18568"/>
                </a:moveTo>
                <a:lnTo>
                  <a:pt x="7429" y="18568"/>
                </a:lnTo>
                <a:lnTo>
                  <a:pt x="7429" y="18659"/>
                </a:lnTo>
                <a:lnTo>
                  <a:pt x="7384" y="18659"/>
                </a:lnTo>
              </a:path>
              <a:path w="21600" h="21600">
                <a:moveTo>
                  <a:pt x="4678" y="18568"/>
                </a:moveTo>
                <a:lnTo>
                  <a:pt x="4723" y="18568"/>
                </a:lnTo>
                <a:lnTo>
                  <a:pt x="4723" y="18659"/>
                </a:lnTo>
                <a:lnTo>
                  <a:pt x="4678" y="18659"/>
                </a:lnTo>
              </a:path>
              <a:path w="21600" h="21600">
                <a:moveTo>
                  <a:pt x="1965" y="18568"/>
                </a:moveTo>
                <a:lnTo>
                  <a:pt x="2010" y="18568"/>
                </a:lnTo>
                <a:lnTo>
                  <a:pt x="2010" y="18659"/>
                </a:lnTo>
                <a:lnTo>
                  <a:pt x="1965" y="18659"/>
                </a:lnTo>
              </a:path>
              <a:path w="21600" h="21600">
                <a:moveTo>
                  <a:pt x="16276" y="18564"/>
                </a:moveTo>
                <a:lnTo>
                  <a:pt x="16312" y="18564"/>
                </a:lnTo>
                <a:lnTo>
                  <a:pt x="16312" y="18638"/>
                </a:lnTo>
                <a:lnTo>
                  <a:pt x="16276" y="18638"/>
                </a:lnTo>
              </a:path>
              <a:path w="21600" h="21600">
                <a:moveTo>
                  <a:pt x="5287" y="18564"/>
                </a:moveTo>
                <a:lnTo>
                  <a:pt x="5323" y="18564"/>
                </a:lnTo>
                <a:lnTo>
                  <a:pt x="5323" y="18638"/>
                </a:lnTo>
                <a:lnTo>
                  <a:pt x="5287" y="18638"/>
                </a:lnTo>
              </a:path>
              <a:path w="21600" h="21600">
                <a:moveTo>
                  <a:pt x="20355" y="18562"/>
                </a:moveTo>
                <a:lnTo>
                  <a:pt x="20377" y="18562"/>
                </a:lnTo>
                <a:lnTo>
                  <a:pt x="20377" y="18607"/>
                </a:lnTo>
                <a:lnTo>
                  <a:pt x="20355" y="18607"/>
                </a:lnTo>
              </a:path>
              <a:path w="21600" h="21600">
                <a:moveTo>
                  <a:pt x="2866" y="18560"/>
                </a:moveTo>
                <a:lnTo>
                  <a:pt x="2912" y="18560"/>
                </a:lnTo>
                <a:lnTo>
                  <a:pt x="2912" y="18655"/>
                </a:lnTo>
                <a:lnTo>
                  <a:pt x="2866" y="18655"/>
                </a:lnTo>
              </a:path>
              <a:path w="21600" h="21600">
                <a:moveTo>
                  <a:pt x="17031" y="18551"/>
                </a:moveTo>
                <a:lnTo>
                  <a:pt x="17067" y="18551"/>
                </a:lnTo>
                <a:lnTo>
                  <a:pt x="17067" y="18625"/>
                </a:lnTo>
                <a:lnTo>
                  <a:pt x="17031" y="18625"/>
                </a:lnTo>
              </a:path>
              <a:path w="21600" h="21600">
                <a:moveTo>
                  <a:pt x="11612" y="18551"/>
                </a:moveTo>
                <a:lnTo>
                  <a:pt x="11648" y="18551"/>
                </a:lnTo>
                <a:lnTo>
                  <a:pt x="11648" y="18625"/>
                </a:lnTo>
                <a:lnTo>
                  <a:pt x="11612" y="18625"/>
                </a:lnTo>
              </a:path>
              <a:path w="21600" h="21600">
                <a:moveTo>
                  <a:pt x="9950" y="18551"/>
                </a:moveTo>
                <a:lnTo>
                  <a:pt x="9987" y="18551"/>
                </a:lnTo>
                <a:lnTo>
                  <a:pt x="9987" y="18625"/>
                </a:lnTo>
                <a:lnTo>
                  <a:pt x="9950" y="18625"/>
                </a:lnTo>
              </a:path>
              <a:path w="21600" h="21600">
                <a:moveTo>
                  <a:pt x="4532" y="18551"/>
                </a:moveTo>
                <a:lnTo>
                  <a:pt x="4568" y="18551"/>
                </a:lnTo>
                <a:lnTo>
                  <a:pt x="4568" y="18625"/>
                </a:lnTo>
                <a:lnTo>
                  <a:pt x="4532" y="18625"/>
                </a:lnTo>
              </a:path>
              <a:path w="21600" h="21600">
                <a:moveTo>
                  <a:pt x="13409" y="18539"/>
                </a:moveTo>
                <a:lnTo>
                  <a:pt x="13466" y="18539"/>
                </a:lnTo>
                <a:lnTo>
                  <a:pt x="13466" y="18654"/>
                </a:lnTo>
                <a:lnTo>
                  <a:pt x="13409" y="18654"/>
                </a:lnTo>
              </a:path>
              <a:path w="21600" h="21600">
                <a:moveTo>
                  <a:pt x="8133" y="18539"/>
                </a:moveTo>
                <a:lnTo>
                  <a:pt x="8189" y="18539"/>
                </a:lnTo>
                <a:lnTo>
                  <a:pt x="8189" y="18654"/>
                </a:lnTo>
                <a:lnTo>
                  <a:pt x="8133" y="18654"/>
                </a:lnTo>
              </a:path>
              <a:path w="21600" h="21600">
                <a:moveTo>
                  <a:pt x="5728" y="18527"/>
                </a:moveTo>
                <a:lnTo>
                  <a:pt x="5764" y="18527"/>
                </a:lnTo>
                <a:lnTo>
                  <a:pt x="5764" y="18601"/>
                </a:lnTo>
                <a:lnTo>
                  <a:pt x="5728" y="18601"/>
                </a:lnTo>
              </a:path>
              <a:path w="21600" h="21600">
                <a:moveTo>
                  <a:pt x="12072" y="18519"/>
                </a:moveTo>
                <a:lnTo>
                  <a:pt x="12094" y="18519"/>
                </a:lnTo>
                <a:lnTo>
                  <a:pt x="12094" y="18565"/>
                </a:lnTo>
                <a:lnTo>
                  <a:pt x="12072" y="18565"/>
                </a:lnTo>
              </a:path>
              <a:path w="21600" h="21600">
                <a:moveTo>
                  <a:pt x="10407" y="18509"/>
                </a:moveTo>
                <a:lnTo>
                  <a:pt x="10436" y="18509"/>
                </a:lnTo>
                <a:lnTo>
                  <a:pt x="10436" y="18569"/>
                </a:lnTo>
                <a:lnTo>
                  <a:pt x="10407" y="18569"/>
                </a:lnTo>
              </a:path>
              <a:path w="21600" h="21600">
                <a:moveTo>
                  <a:pt x="19751" y="18504"/>
                </a:moveTo>
                <a:lnTo>
                  <a:pt x="19774" y="18504"/>
                </a:lnTo>
                <a:lnTo>
                  <a:pt x="19774" y="18549"/>
                </a:lnTo>
                <a:lnTo>
                  <a:pt x="19751" y="18549"/>
                </a:lnTo>
              </a:path>
              <a:path w="21600" h="21600">
                <a:moveTo>
                  <a:pt x="18996" y="18504"/>
                </a:moveTo>
                <a:lnTo>
                  <a:pt x="19019" y="18504"/>
                </a:lnTo>
                <a:lnTo>
                  <a:pt x="19019" y="18549"/>
                </a:lnTo>
                <a:lnTo>
                  <a:pt x="18996" y="18549"/>
                </a:lnTo>
              </a:path>
              <a:path w="21600" h="21600">
                <a:moveTo>
                  <a:pt x="14332" y="18504"/>
                </a:moveTo>
                <a:lnTo>
                  <a:pt x="14354" y="18504"/>
                </a:lnTo>
                <a:lnTo>
                  <a:pt x="14354" y="18549"/>
                </a:lnTo>
                <a:lnTo>
                  <a:pt x="14332" y="18549"/>
                </a:lnTo>
              </a:path>
              <a:path w="21600" h="21600">
                <a:moveTo>
                  <a:pt x="13577" y="18504"/>
                </a:moveTo>
                <a:lnTo>
                  <a:pt x="13600" y="18504"/>
                </a:lnTo>
                <a:lnTo>
                  <a:pt x="13600" y="18549"/>
                </a:lnTo>
                <a:lnTo>
                  <a:pt x="13577" y="18549"/>
                </a:lnTo>
              </a:path>
              <a:path w="21600" h="21600">
                <a:moveTo>
                  <a:pt x="1825" y="18504"/>
                </a:moveTo>
                <a:lnTo>
                  <a:pt x="1848" y="18504"/>
                </a:lnTo>
                <a:lnTo>
                  <a:pt x="1848" y="18549"/>
                </a:lnTo>
                <a:lnTo>
                  <a:pt x="1825" y="18549"/>
                </a:lnTo>
              </a:path>
              <a:path w="21600" h="21600">
                <a:moveTo>
                  <a:pt x="17636" y="18498"/>
                </a:moveTo>
                <a:lnTo>
                  <a:pt x="17670" y="18498"/>
                </a:lnTo>
                <a:lnTo>
                  <a:pt x="17670" y="18569"/>
                </a:lnTo>
                <a:lnTo>
                  <a:pt x="17636" y="18569"/>
                </a:lnTo>
              </a:path>
              <a:path w="21600" h="21600">
                <a:moveTo>
                  <a:pt x="14930" y="18498"/>
                </a:moveTo>
                <a:lnTo>
                  <a:pt x="14964" y="18498"/>
                </a:lnTo>
                <a:lnTo>
                  <a:pt x="14964" y="18569"/>
                </a:lnTo>
                <a:lnTo>
                  <a:pt x="14930" y="18569"/>
                </a:lnTo>
              </a:path>
              <a:path w="21600" h="21600">
                <a:moveTo>
                  <a:pt x="12217" y="18498"/>
                </a:moveTo>
                <a:lnTo>
                  <a:pt x="12251" y="18498"/>
                </a:lnTo>
                <a:lnTo>
                  <a:pt x="12251" y="18569"/>
                </a:lnTo>
                <a:lnTo>
                  <a:pt x="12217" y="18569"/>
                </a:lnTo>
              </a:path>
              <a:path w="21600" h="21600">
                <a:moveTo>
                  <a:pt x="9347" y="18498"/>
                </a:moveTo>
                <a:lnTo>
                  <a:pt x="9382" y="18498"/>
                </a:lnTo>
                <a:lnTo>
                  <a:pt x="9382" y="18569"/>
                </a:lnTo>
                <a:lnTo>
                  <a:pt x="9347" y="18569"/>
                </a:lnTo>
              </a:path>
              <a:path w="21600" h="21600">
                <a:moveTo>
                  <a:pt x="3929" y="18498"/>
                </a:moveTo>
                <a:lnTo>
                  <a:pt x="3963" y="18498"/>
                </a:lnTo>
                <a:lnTo>
                  <a:pt x="3963" y="18569"/>
                </a:lnTo>
                <a:lnTo>
                  <a:pt x="3929" y="18569"/>
                </a:lnTo>
              </a:path>
              <a:path w="21600" h="21600">
                <a:moveTo>
                  <a:pt x="1216" y="18498"/>
                </a:moveTo>
                <a:lnTo>
                  <a:pt x="1250" y="18498"/>
                </a:lnTo>
                <a:lnTo>
                  <a:pt x="1250" y="18569"/>
                </a:lnTo>
                <a:lnTo>
                  <a:pt x="1216" y="18569"/>
                </a:lnTo>
              </a:path>
              <a:path w="21600" h="21600">
                <a:moveTo>
                  <a:pt x="1057" y="18497"/>
                </a:moveTo>
                <a:lnTo>
                  <a:pt x="1107" y="18497"/>
                </a:lnTo>
                <a:lnTo>
                  <a:pt x="1107" y="18599"/>
                </a:lnTo>
                <a:lnTo>
                  <a:pt x="1057" y="18599"/>
                </a:lnTo>
              </a:path>
              <a:path w="21600" h="21600">
                <a:moveTo>
                  <a:pt x="10556" y="18496"/>
                </a:moveTo>
                <a:lnTo>
                  <a:pt x="10589" y="18496"/>
                </a:lnTo>
                <a:lnTo>
                  <a:pt x="10589" y="18563"/>
                </a:lnTo>
                <a:lnTo>
                  <a:pt x="10556" y="18563"/>
                </a:lnTo>
              </a:path>
              <a:path w="21600" h="21600">
                <a:moveTo>
                  <a:pt x="21408" y="18493"/>
                </a:moveTo>
                <a:lnTo>
                  <a:pt x="21439" y="18493"/>
                </a:lnTo>
                <a:lnTo>
                  <a:pt x="21439" y="18556"/>
                </a:lnTo>
                <a:lnTo>
                  <a:pt x="21408" y="18556"/>
                </a:lnTo>
              </a:path>
              <a:path w="21600" h="21600">
                <a:moveTo>
                  <a:pt x="19288" y="18492"/>
                </a:moveTo>
                <a:lnTo>
                  <a:pt x="19331" y="18492"/>
                </a:lnTo>
                <a:lnTo>
                  <a:pt x="19331" y="18580"/>
                </a:lnTo>
                <a:lnTo>
                  <a:pt x="19288" y="18580"/>
                </a:lnTo>
              </a:path>
              <a:path w="21600" h="21600">
                <a:moveTo>
                  <a:pt x="13869" y="18492"/>
                </a:moveTo>
                <a:lnTo>
                  <a:pt x="13912" y="18492"/>
                </a:lnTo>
                <a:lnTo>
                  <a:pt x="13912" y="18580"/>
                </a:lnTo>
                <a:lnTo>
                  <a:pt x="13869" y="18580"/>
                </a:lnTo>
              </a:path>
              <a:path w="21600" h="21600">
                <a:moveTo>
                  <a:pt x="7687" y="18492"/>
                </a:moveTo>
                <a:lnTo>
                  <a:pt x="7730" y="18492"/>
                </a:lnTo>
                <a:lnTo>
                  <a:pt x="7730" y="18580"/>
                </a:lnTo>
                <a:lnTo>
                  <a:pt x="7687" y="18580"/>
                </a:lnTo>
              </a:path>
              <a:path w="21600" h="21600">
                <a:moveTo>
                  <a:pt x="2268" y="18492"/>
                </a:moveTo>
                <a:lnTo>
                  <a:pt x="2311" y="18492"/>
                </a:lnTo>
                <a:lnTo>
                  <a:pt x="2311" y="18580"/>
                </a:lnTo>
                <a:lnTo>
                  <a:pt x="2268" y="18580"/>
                </a:lnTo>
              </a:path>
              <a:path w="21600" h="21600">
                <a:moveTo>
                  <a:pt x="20955" y="18492"/>
                </a:moveTo>
                <a:lnTo>
                  <a:pt x="20986" y="18492"/>
                </a:lnTo>
                <a:lnTo>
                  <a:pt x="20986" y="18555"/>
                </a:lnTo>
                <a:lnTo>
                  <a:pt x="20955" y="18555"/>
                </a:lnTo>
              </a:path>
              <a:path w="21600" h="21600">
                <a:moveTo>
                  <a:pt x="18242" y="18492"/>
                </a:moveTo>
                <a:lnTo>
                  <a:pt x="18272" y="18492"/>
                </a:lnTo>
                <a:lnTo>
                  <a:pt x="18272" y="18555"/>
                </a:lnTo>
                <a:lnTo>
                  <a:pt x="18242" y="18555"/>
                </a:lnTo>
              </a:path>
              <a:path w="21600" h="21600">
                <a:moveTo>
                  <a:pt x="15536" y="18492"/>
                </a:moveTo>
                <a:lnTo>
                  <a:pt x="15567" y="18492"/>
                </a:lnTo>
                <a:lnTo>
                  <a:pt x="15567" y="18555"/>
                </a:lnTo>
                <a:lnTo>
                  <a:pt x="15536" y="18555"/>
                </a:lnTo>
              </a:path>
              <a:path w="21600" h="21600">
                <a:moveTo>
                  <a:pt x="12822" y="18492"/>
                </a:moveTo>
                <a:lnTo>
                  <a:pt x="12853" y="18492"/>
                </a:lnTo>
                <a:lnTo>
                  <a:pt x="12853" y="18555"/>
                </a:lnTo>
                <a:lnTo>
                  <a:pt x="12822" y="18555"/>
                </a:lnTo>
              </a:path>
              <a:path w="21600" h="21600">
                <a:moveTo>
                  <a:pt x="6032" y="18492"/>
                </a:moveTo>
                <a:lnTo>
                  <a:pt x="6063" y="18492"/>
                </a:lnTo>
                <a:lnTo>
                  <a:pt x="6063" y="18555"/>
                </a:lnTo>
                <a:lnTo>
                  <a:pt x="6032" y="18555"/>
                </a:lnTo>
              </a:path>
              <a:path w="21600" h="21600">
                <a:moveTo>
                  <a:pt x="3326" y="18492"/>
                </a:moveTo>
                <a:lnTo>
                  <a:pt x="3357" y="18492"/>
                </a:lnTo>
                <a:lnTo>
                  <a:pt x="3357" y="18555"/>
                </a:lnTo>
                <a:lnTo>
                  <a:pt x="3326" y="18555"/>
                </a:lnTo>
              </a:path>
              <a:path w="21600" h="21600">
                <a:moveTo>
                  <a:pt x="613" y="18492"/>
                </a:moveTo>
                <a:lnTo>
                  <a:pt x="644" y="18492"/>
                </a:lnTo>
                <a:lnTo>
                  <a:pt x="644" y="18555"/>
                </a:lnTo>
                <a:lnTo>
                  <a:pt x="613" y="18555"/>
                </a:lnTo>
              </a:path>
              <a:path w="21600" h="21600">
                <a:moveTo>
                  <a:pt x="17778" y="18491"/>
                </a:moveTo>
                <a:lnTo>
                  <a:pt x="17830" y="18491"/>
                </a:lnTo>
                <a:lnTo>
                  <a:pt x="17830" y="18597"/>
                </a:lnTo>
                <a:lnTo>
                  <a:pt x="17778" y="18597"/>
                </a:lnTo>
              </a:path>
              <a:path w="21600" h="21600">
                <a:moveTo>
                  <a:pt x="3769" y="18491"/>
                </a:moveTo>
                <a:lnTo>
                  <a:pt x="3821" y="18491"/>
                </a:lnTo>
                <a:lnTo>
                  <a:pt x="3821" y="18597"/>
                </a:lnTo>
                <a:lnTo>
                  <a:pt x="3769" y="18597"/>
                </a:lnTo>
              </a:path>
              <a:path w="21600" h="21600">
                <a:moveTo>
                  <a:pt x="1662" y="18489"/>
                </a:moveTo>
                <a:lnTo>
                  <a:pt x="1709" y="18489"/>
                </a:lnTo>
                <a:lnTo>
                  <a:pt x="1709" y="18584"/>
                </a:lnTo>
                <a:lnTo>
                  <a:pt x="1662" y="18584"/>
                </a:lnTo>
              </a:path>
              <a:path w="21600" h="21600">
                <a:moveTo>
                  <a:pt x="20047" y="18484"/>
                </a:moveTo>
                <a:lnTo>
                  <a:pt x="20082" y="18484"/>
                </a:lnTo>
                <a:lnTo>
                  <a:pt x="20082" y="18554"/>
                </a:lnTo>
                <a:lnTo>
                  <a:pt x="20047" y="18554"/>
                </a:lnTo>
              </a:path>
              <a:path w="21600" h="21600">
                <a:moveTo>
                  <a:pt x="17334" y="18484"/>
                </a:moveTo>
                <a:lnTo>
                  <a:pt x="17368" y="18484"/>
                </a:lnTo>
                <a:lnTo>
                  <a:pt x="17368" y="18554"/>
                </a:lnTo>
                <a:lnTo>
                  <a:pt x="17334" y="18554"/>
                </a:lnTo>
              </a:path>
              <a:path w="21600" h="21600">
                <a:moveTo>
                  <a:pt x="11915" y="18484"/>
                </a:moveTo>
                <a:lnTo>
                  <a:pt x="11949" y="18484"/>
                </a:lnTo>
                <a:lnTo>
                  <a:pt x="11949" y="18554"/>
                </a:lnTo>
                <a:lnTo>
                  <a:pt x="11915" y="18554"/>
                </a:lnTo>
              </a:path>
              <a:path w="21600" h="21600">
                <a:moveTo>
                  <a:pt x="9649" y="18484"/>
                </a:moveTo>
                <a:lnTo>
                  <a:pt x="9684" y="18484"/>
                </a:lnTo>
                <a:lnTo>
                  <a:pt x="9684" y="18554"/>
                </a:lnTo>
                <a:lnTo>
                  <a:pt x="9649" y="18554"/>
                </a:lnTo>
              </a:path>
              <a:path w="21600" h="21600">
                <a:moveTo>
                  <a:pt x="6936" y="18484"/>
                </a:moveTo>
                <a:lnTo>
                  <a:pt x="6971" y="18484"/>
                </a:lnTo>
                <a:lnTo>
                  <a:pt x="6971" y="18554"/>
                </a:lnTo>
                <a:lnTo>
                  <a:pt x="6936" y="18554"/>
                </a:lnTo>
              </a:path>
              <a:path w="21600" h="21600">
                <a:moveTo>
                  <a:pt x="4231" y="18484"/>
                </a:moveTo>
                <a:lnTo>
                  <a:pt x="4265" y="18484"/>
                </a:lnTo>
                <a:lnTo>
                  <a:pt x="4265" y="18554"/>
                </a:lnTo>
                <a:lnTo>
                  <a:pt x="4231" y="18554"/>
                </a:lnTo>
              </a:path>
              <a:path w="21600" h="21600">
                <a:moveTo>
                  <a:pt x="1517" y="18484"/>
                </a:moveTo>
                <a:lnTo>
                  <a:pt x="1552" y="18484"/>
                </a:lnTo>
                <a:lnTo>
                  <a:pt x="1552" y="18554"/>
                </a:lnTo>
                <a:lnTo>
                  <a:pt x="1517" y="18554"/>
                </a:lnTo>
              </a:path>
              <a:path w="21600" h="21600">
                <a:moveTo>
                  <a:pt x="12668" y="18470"/>
                </a:moveTo>
                <a:lnTo>
                  <a:pt x="12706" y="18470"/>
                </a:lnTo>
                <a:lnTo>
                  <a:pt x="12706" y="18548"/>
                </a:lnTo>
                <a:lnTo>
                  <a:pt x="12668" y="18548"/>
                </a:lnTo>
              </a:path>
              <a:path w="21600" h="21600">
                <a:moveTo>
                  <a:pt x="8893" y="18470"/>
                </a:moveTo>
                <a:lnTo>
                  <a:pt x="8931" y="18470"/>
                </a:lnTo>
                <a:lnTo>
                  <a:pt x="8931" y="18548"/>
                </a:lnTo>
                <a:lnTo>
                  <a:pt x="8893" y="18548"/>
                </a:lnTo>
              </a:path>
              <a:path w="21600" h="21600">
                <a:moveTo>
                  <a:pt x="3474" y="18470"/>
                </a:moveTo>
                <a:lnTo>
                  <a:pt x="3512" y="18470"/>
                </a:lnTo>
                <a:lnTo>
                  <a:pt x="3512" y="18548"/>
                </a:lnTo>
                <a:lnTo>
                  <a:pt x="3474" y="18548"/>
                </a:lnTo>
              </a:path>
              <a:path w="21600" h="21600">
                <a:moveTo>
                  <a:pt x="19448" y="18463"/>
                </a:moveTo>
                <a:lnTo>
                  <a:pt x="19472" y="18463"/>
                </a:lnTo>
                <a:lnTo>
                  <a:pt x="19472" y="18512"/>
                </a:lnTo>
                <a:lnTo>
                  <a:pt x="19448" y="18512"/>
                </a:lnTo>
              </a:path>
              <a:path w="21600" h="21600">
                <a:moveTo>
                  <a:pt x="11454" y="18453"/>
                </a:moveTo>
                <a:lnTo>
                  <a:pt x="11504" y="18453"/>
                </a:lnTo>
                <a:lnTo>
                  <a:pt x="11504" y="18556"/>
                </a:lnTo>
                <a:lnTo>
                  <a:pt x="11454" y="18556"/>
                </a:lnTo>
              </a:path>
              <a:path w="21600" h="21600">
                <a:moveTo>
                  <a:pt x="6640" y="18452"/>
                </a:moveTo>
                <a:lnTo>
                  <a:pt x="6663" y="18452"/>
                </a:lnTo>
                <a:lnTo>
                  <a:pt x="6663" y="18498"/>
                </a:lnTo>
                <a:lnTo>
                  <a:pt x="6640" y="18498"/>
                </a:lnTo>
              </a:path>
              <a:path w="21600" h="21600">
                <a:moveTo>
                  <a:pt x="21106" y="18451"/>
                </a:moveTo>
                <a:lnTo>
                  <a:pt x="21137" y="18451"/>
                </a:lnTo>
                <a:lnTo>
                  <a:pt x="21137" y="18514"/>
                </a:lnTo>
                <a:lnTo>
                  <a:pt x="21106" y="18514"/>
                </a:lnTo>
              </a:path>
              <a:path w="21600" h="21600">
                <a:moveTo>
                  <a:pt x="3628" y="18451"/>
                </a:moveTo>
                <a:lnTo>
                  <a:pt x="3659" y="18451"/>
                </a:lnTo>
                <a:lnTo>
                  <a:pt x="3659" y="18514"/>
                </a:lnTo>
                <a:lnTo>
                  <a:pt x="3628" y="18514"/>
                </a:lnTo>
              </a:path>
              <a:path w="21600" h="21600">
                <a:moveTo>
                  <a:pt x="16729" y="18441"/>
                </a:moveTo>
                <a:lnTo>
                  <a:pt x="16765" y="18441"/>
                </a:lnTo>
                <a:lnTo>
                  <a:pt x="16765" y="18515"/>
                </a:lnTo>
                <a:lnTo>
                  <a:pt x="16729" y="18515"/>
                </a:lnTo>
              </a:path>
              <a:path w="21600" h="21600">
                <a:moveTo>
                  <a:pt x="14023" y="18441"/>
                </a:moveTo>
                <a:lnTo>
                  <a:pt x="14059" y="18441"/>
                </a:lnTo>
                <a:lnTo>
                  <a:pt x="14059" y="18515"/>
                </a:lnTo>
                <a:lnTo>
                  <a:pt x="14023" y="18515"/>
                </a:lnTo>
              </a:path>
              <a:path w="21600" h="21600">
                <a:moveTo>
                  <a:pt x="11310" y="18441"/>
                </a:moveTo>
                <a:lnTo>
                  <a:pt x="11346" y="18441"/>
                </a:lnTo>
                <a:lnTo>
                  <a:pt x="11346" y="18515"/>
                </a:lnTo>
                <a:lnTo>
                  <a:pt x="11310" y="18515"/>
                </a:lnTo>
              </a:path>
              <a:path w="21600" h="21600">
                <a:moveTo>
                  <a:pt x="10252" y="18441"/>
                </a:moveTo>
                <a:lnTo>
                  <a:pt x="10289" y="18441"/>
                </a:lnTo>
                <a:lnTo>
                  <a:pt x="10289" y="18515"/>
                </a:lnTo>
                <a:lnTo>
                  <a:pt x="10252" y="18515"/>
                </a:lnTo>
              </a:path>
              <a:path w="21600" h="21600">
                <a:moveTo>
                  <a:pt x="7539" y="18441"/>
                </a:moveTo>
                <a:lnTo>
                  <a:pt x="7575" y="18441"/>
                </a:lnTo>
                <a:lnTo>
                  <a:pt x="7575" y="18515"/>
                </a:lnTo>
                <a:lnTo>
                  <a:pt x="7539" y="18515"/>
                </a:lnTo>
              </a:path>
              <a:path w="21600" h="21600">
                <a:moveTo>
                  <a:pt x="4834" y="18441"/>
                </a:moveTo>
                <a:lnTo>
                  <a:pt x="4870" y="18441"/>
                </a:lnTo>
                <a:lnTo>
                  <a:pt x="4870" y="18515"/>
                </a:lnTo>
                <a:lnTo>
                  <a:pt x="4834" y="18515"/>
                </a:lnTo>
              </a:path>
              <a:path w="21600" h="21600">
                <a:moveTo>
                  <a:pt x="2120" y="18441"/>
                </a:moveTo>
                <a:lnTo>
                  <a:pt x="2157" y="18441"/>
                </a:lnTo>
                <a:lnTo>
                  <a:pt x="2157" y="18515"/>
                </a:lnTo>
                <a:lnTo>
                  <a:pt x="2120" y="18515"/>
                </a:lnTo>
              </a:path>
              <a:path w="21600" h="21600">
                <a:moveTo>
                  <a:pt x="1369" y="18439"/>
                </a:moveTo>
                <a:lnTo>
                  <a:pt x="1398" y="18439"/>
                </a:lnTo>
                <a:lnTo>
                  <a:pt x="1398" y="18499"/>
                </a:lnTo>
                <a:lnTo>
                  <a:pt x="1369" y="18499"/>
                </a:lnTo>
              </a:path>
              <a:path w="21600" h="21600">
                <a:moveTo>
                  <a:pt x="21553" y="18435"/>
                </a:moveTo>
                <a:lnTo>
                  <a:pt x="21587" y="18435"/>
                </a:lnTo>
                <a:lnTo>
                  <a:pt x="21587" y="18505"/>
                </a:lnTo>
                <a:lnTo>
                  <a:pt x="21553" y="18505"/>
                </a:lnTo>
              </a:path>
              <a:path w="21600" h="21600">
                <a:moveTo>
                  <a:pt x="12" y="18435"/>
                </a:moveTo>
                <a:lnTo>
                  <a:pt x="46" y="18435"/>
                </a:lnTo>
                <a:lnTo>
                  <a:pt x="46" y="18505"/>
                </a:lnTo>
                <a:lnTo>
                  <a:pt x="12" y="18505"/>
                </a:lnTo>
              </a:path>
              <a:path w="21600" h="21600">
                <a:moveTo>
                  <a:pt x="14177" y="18434"/>
                </a:moveTo>
                <a:lnTo>
                  <a:pt x="14208" y="18434"/>
                </a:lnTo>
                <a:lnTo>
                  <a:pt x="14208" y="18497"/>
                </a:lnTo>
                <a:lnTo>
                  <a:pt x="14177" y="18497"/>
                </a:lnTo>
              </a:path>
              <a:path w="21600" h="21600">
                <a:moveTo>
                  <a:pt x="20195" y="18388"/>
                </a:moveTo>
                <a:lnTo>
                  <a:pt x="20236" y="18388"/>
                </a:lnTo>
                <a:lnTo>
                  <a:pt x="20236" y="18473"/>
                </a:lnTo>
                <a:lnTo>
                  <a:pt x="20195" y="18473"/>
                </a:lnTo>
              </a:path>
              <a:path w="21600" h="21600">
                <a:moveTo>
                  <a:pt x="14776" y="18388"/>
                </a:moveTo>
                <a:lnTo>
                  <a:pt x="14817" y="18388"/>
                </a:lnTo>
                <a:lnTo>
                  <a:pt x="14817" y="18473"/>
                </a:lnTo>
                <a:lnTo>
                  <a:pt x="14776" y="18473"/>
                </a:lnTo>
              </a:path>
              <a:path w="21600" h="21600">
                <a:moveTo>
                  <a:pt x="9495" y="18388"/>
                </a:moveTo>
                <a:lnTo>
                  <a:pt x="9536" y="18388"/>
                </a:lnTo>
                <a:lnTo>
                  <a:pt x="9536" y="18473"/>
                </a:lnTo>
                <a:lnTo>
                  <a:pt x="9495" y="18473"/>
                </a:lnTo>
              </a:path>
              <a:path w="21600" h="21600">
                <a:moveTo>
                  <a:pt x="6782" y="18388"/>
                </a:moveTo>
                <a:lnTo>
                  <a:pt x="6823" y="18388"/>
                </a:lnTo>
                <a:lnTo>
                  <a:pt x="6823" y="18473"/>
                </a:lnTo>
                <a:lnTo>
                  <a:pt x="6782" y="18473"/>
                </a:lnTo>
              </a:path>
              <a:path w="21600" h="21600">
                <a:moveTo>
                  <a:pt x="4076" y="18388"/>
                </a:moveTo>
                <a:lnTo>
                  <a:pt x="4118" y="18388"/>
                </a:lnTo>
                <a:lnTo>
                  <a:pt x="4118" y="18473"/>
                </a:lnTo>
                <a:lnTo>
                  <a:pt x="4076" y="18473"/>
                </a:lnTo>
              </a:path>
              <a:path w="21600" h="21600">
                <a:moveTo>
                  <a:pt x="16572" y="18380"/>
                </a:moveTo>
                <a:lnTo>
                  <a:pt x="16620" y="18380"/>
                </a:lnTo>
                <a:lnTo>
                  <a:pt x="16620" y="18479"/>
                </a:lnTo>
                <a:lnTo>
                  <a:pt x="16572" y="18479"/>
                </a:lnTo>
              </a:path>
              <a:path w="21600" h="21600">
                <a:moveTo>
                  <a:pt x="4979" y="18380"/>
                </a:moveTo>
                <a:lnTo>
                  <a:pt x="5027" y="18380"/>
                </a:lnTo>
                <a:lnTo>
                  <a:pt x="5027" y="18479"/>
                </a:lnTo>
                <a:lnTo>
                  <a:pt x="4979" y="18479"/>
                </a:lnTo>
              </a:path>
              <a:path w="21600" h="21600">
                <a:moveTo>
                  <a:pt x="10103" y="18369"/>
                </a:moveTo>
                <a:lnTo>
                  <a:pt x="10136" y="18369"/>
                </a:lnTo>
                <a:lnTo>
                  <a:pt x="10136" y="18436"/>
                </a:lnTo>
                <a:lnTo>
                  <a:pt x="10103" y="18436"/>
                </a:lnTo>
              </a:path>
              <a:path w="21600" h="21600">
                <a:moveTo>
                  <a:pt x="15381" y="18364"/>
                </a:moveTo>
                <a:lnTo>
                  <a:pt x="15419" y="18364"/>
                </a:lnTo>
                <a:lnTo>
                  <a:pt x="15419" y="18442"/>
                </a:lnTo>
                <a:lnTo>
                  <a:pt x="15381" y="18442"/>
                </a:lnTo>
              </a:path>
              <a:path w="21600" h="21600">
                <a:moveTo>
                  <a:pt x="18093" y="18360"/>
                </a:moveTo>
                <a:lnTo>
                  <a:pt x="18119" y="18360"/>
                </a:lnTo>
                <a:lnTo>
                  <a:pt x="18119" y="18413"/>
                </a:lnTo>
                <a:lnTo>
                  <a:pt x="18093" y="18413"/>
                </a:lnTo>
              </a:path>
              <a:path w="21600" h="21600">
                <a:moveTo>
                  <a:pt x="20356" y="18355"/>
                </a:moveTo>
                <a:lnTo>
                  <a:pt x="20377" y="18355"/>
                </a:lnTo>
                <a:lnTo>
                  <a:pt x="20377" y="18397"/>
                </a:lnTo>
                <a:lnTo>
                  <a:pt x="20356" y="18397"/>
                </a:lnTo>
              </a:path>
              <a:path w="21600" h="21600">
                <a:moveTo>
                  <a:pt x="19752" y="18355"/>
                </a:moveTo>
                <a:lnTo>
                  <a:pt x="19773" y="18355"/>
                </a:lnTo>
                <a:lnTo>
                  <a:pt x="19773" y="18397"/>
                </a:lnTo>
                <a:lnTo>
                  <a:pt x="19752" y="18397"/>
                </a:lnTo>
              </a:path>
              <a:path w="21600" h="21600">
                <a:moveTo>
                  <a:pt x="18997" y="18355"/>
                </a:moveTo>
                <a:lnTo>
                  <a:pt x="19018" y="18355"/>
                </a:lnTo>
                <a:lnTo>
                  <a:pt x="19018" y="18397"/>
                </a:lnTo>
                <a:lnTo>
                  <a:pt x="18997" y="18397"/>
                </a:lnTo>
              </a:path>
              <a:path w="21600" h="21600">
                <a:moveTo>
                  <a:pt x="14333" y="18355"/>
                </a:moveTo>
                <a:lnTo>
                  <a:pt x="14354" y="18355"/>
                </a:lnTo>
                <a:lnTo>
                  <a:pt x="14354" y="18397"/>
                </a:lnTo>
                <a:lnTo>
                  <a:pt x="14333" y="18397"/>
                </a:lnTo>
              </a:path>
              <a:path w="21600" h="21600">
                <a:moveTo>
                  <a:pt x="13578" y="18355"/>
                </a:moveTo>
                <a:lnTo>
                  <a:pt x="13599" y="18355"/>
                </a:lnTo>
                <a:lnTo>
                  <a:pt x="13599" y="18397"/>
                </a:lnTo>
                <a:lnTo>
                  <a:pt x="13578" y="18397"/>
                </a:lnTo>
              </a:path>
              <a:path w="21600" h="21600">
                <a:moveTo>
                  <a:pt x="1826" y="18355"/>
                </a:moveTo>
                <a:lnTo>
                  <a:pt x="1847" y="18355"/>
                </a:lnTo>
                <a:lnTo>
                  <a:pt x="1847" y="18397"/>
                </a:lnTo>
                <a:lnTo>
                  <a:pt x="1826" y="18397"/>
                </a:lnTo>
              </a:path>
              <a:path w="21600" h="21600">
                <a:moveTo>
                  <a:pt x="16277" y="18349"/>
                </a:moveTo>
                <a:lnTo>
                  <a:pt x="16311" y="18349"/>
                </a:lnTo>
                <a:lnTo>
                  <a:pt x="16311" y="18419"/>
                </a:lnTo>
                <a:lnTo>
                  <a:pt x="16277" y="18419"/>
                </a:lnTo>
              </a:path>
              <a:path w="21600" h="21600">
                <a:moveTo>
                  <a:pt x="5287" y="18349"/>
                </a:moveTo>
                <a:lnTo>
                  <a:pt x="5322" y="18349"/>
                </a:lnTo>
                <a:lnTo>
                  <a:pt x="5322" y="18419"/>
                </a:lnTo>
                <a:lnTo>
                  <a:pt x="5287" y="18419"/>
                </a:lnTo>
              </a:path>
              <a:path w="21600" h="21600">
                <a:moveTo>
                  <a:pt x="17032" y="18334"/>
                </a:moveTo>
                <a:lnTo>
                  <a:pt x="17066" y="18334"/>
                </a:lnTo>
                <a:lnTo>
                  <a:pt x="17066" y="18405"/>
                </a:lnTo>
                <a:lnTo>
                  <a:pt x="17032" y="18405"/>
                </a:lnTo>
              </a:path>
              <a:path w="21600" h="21600">
                <a:moveTo>
                  <a:pt x="11613" y="18334"/>
                </a:moveTo>
                <a:lnTo>
                  <a:pt x="11647" y="18334"/>
                </a:lnTo>
                <a:lnTo>
                  <a:pt x="11647" y="18405"/>
                </a:lnTo>
                <a:lnTo>
                  <a:pt x="11613" y="18405"/>
                </a:lnTo>
              </a:path>
              <a:path w="21600" h="21600">
                <a:moveTo>
                  <a:pt x="9951" y="18334"/>
                </a:moveTo>
                <a:lnTo>
                  <a:pt x="9986" y="18334"/>
                </a:lnTo>
                <a:lnTo>
                  <a:pt x="9986" y="18405"/>
                </a:lnTo>
                <a:lnTo>
                  <a:pt x="9951" y="18405"/>
                </a:lnTo>
              </a:path>
              <a:path w="21600" h="21600">
                <a:moveTo>
                  <a:pt x="4533" y="18334"/>
                </a:moveTo>
                <a:lnTo>
                  <a:pt x="4567" y="18334"/>
                </a:lnTo>
                <a:lnTo>
                  <a:pt x="4567" y="18405"/>
                </a:lnTo>
                <a:lnTo>
                  <a:pt x="4533" y="18405"/>
                </a:lnTo>
              </a:path>
              <a:path w="21600" h="21600">
                <a:moveTo>
                  <a:pt x="10408" y="18332"/>
                </a:moveTo>
                <a:lnTo>
                  <a:pt x="10435" y="18332"/>
                </a:lnTo>
                <a:lnTo>
                  <a:pt x="10435" y="18389"/>
                </a:lnTo>
                <a:lnTo>
                  <a:pt x="10408" y="18389"/>
                </a:lnTo>
              </a:path>
              <a:path w="21600" h="21600">
                <a:moveTo>
                  <a:pt x="4379" y="18332"/>
                </a:moveTo>
                <a:lnTo>
                  <a:pt x="4419" y="18332"/>
                </a:lnTo>
                <a:lnTo>
                  <a:pt x="4419" y="18413"/>
                </a:lnTo>
                <a:lnTo>
                  <a:pt x="4379" y="18413"/>
                </a:lnTo>
              </a:path>
              <a:path w="21600" h="21600">
                <a:moveTo>
                  <a:pt x="761" y="18328"/>
                </a:moveTo>
                <a:lnTo>
                  <a:pt x="799" y="18328"/>
                </a:lnTo>
                <a:lnTo>
                  <a:pt x="799" y="18406"/>
                </a:lnTo>
                <a:lnTo>
                  <a:pt x="761" y="18406"/>
                </a:lnTo>
              </a:path>
              <a:path w="21600" h="21600">
                <a:moveTo>
                  <a:pt x="20796" y="18322"/>
                </a:moveTo>
                <a:lnTo>
                  <a:pt x="20843" y="18322"/>
                </a:lnTo>
                <a:lnTo>
                  <a:pt x="20843" y="18417"/>
                </a:lnTo>
                <a:lnTo>
                  <a:pt x="20796" y="18417"/>
                </a:lnTo>
              </a:path>
              <a:path w="21600" h="21600">
                <a:moveTo>
                  <a:pt x="21251" y="18321"/>
                </a:moveTo>
                <a:lnTo>
                  <a:pt x="21294" y="18321"/>
                </a:lnTo>
                <a:lnTo>
                  <a:pt x="21294" y="18409"/>
                </a:lnTo>
                <a:lnTo>
                  <a:pt x="21251" y="18409"/>
                </a:lnTo>
              </a:path>
              <a:path w="21600" h="21600">
                <a:moveTo>
                  <a:pt x="18537" y="18321"/>
                </a:moveTo>
                <a:lnTo>
                  <a:pt x="18581" y="18321"/>
                </a:lnTo>
                <a:lnTo>
                  <a:pt x="18581" y="18409"/>
                </a:lnTo>
                <a:lnTo>
                  <a:pt x="18537" y="18409"/>
                </a:lnTo>
              </a:path>
              <a:path w="21600" h="21600">
                <a:moveTo>
                  <a:pt x="15832" y="18321"/>
                </a:moveTo>
                <a:lnTo>
                  <a:pt x="15875" y="18321"/>
                </a:lnTo>
                <a:lnTo>
                  <a:pt x="15875" y="18409"/>
                </a:lnTo>
                <a:lnTo>
                  <a:pt x="15832" y="18409"/>
                </a:lnTo>
              </a:path>
              <a:path w="21600" h="21600">
                <a:moveTo>
                  <a:pt x="13118" y="18321"/>
                </a:moveTo>
                <a:lnTo>
                  <a:pt x="13161" y="18321"/>
                </a:lnTo>
                <a:lnTo>
                  <a:pt x="13161" y="18409"/>
                </a:lnTo>
                <a:lnTo>
                  <a:pt x="13118" y="18409"/>
                </a:lnTo>
              </a:path>
              <a:path w="21600" h="21600">
                <a:moveTo>
                  <a:pt x="8437" y="18321"/>
                </a:moveTo>
                <a:lnTo>
                  <a:pt x="8480" y="18321"/>
                </a:lnTo>
                <a:lnTo>
                  <a:pt x="8480" y="18409"/>
                </a:lnTo>
                <a:lnTo>
                  <a:pt x="8437" y="18409"/>
                </a:lnTo>
              </a:path>
              <a:path w="21600" h="21600">
                <a:moveTo>
                  <a:pt x="3018" y="18321"/>
                </a:moveTo>
                <a:lnTo>
                  <a:pt x="3061" y="18321"/>
                </a:lnTo>
                <a:lnTo>
                  <a:pt x="3061" y="18409"/>
                </a:lnTo>
                <a:lnTo>
                  <a:pt x="3018" y="18409"/>
                </a:lnTo>
              </a:path>
              <a:path w="21600" h="21600">
                <a:moveTo>
                  <a:pt x="305" y="18321"/>
                </a:moveTo>
                <a:lnTo>
                  <a:pt x="348" y="18321"/>
                </a:lnTo>
                <a:lnTo>
                  <a:pt x="348" y="18409"/>
                </a:lnTo>
                <a:lnTo>
                  <a:pt x="305" y="18409"/>
                </a:lnTo>
              </a:path>
              <a:path w="21600" h="21600">
                <a:moveTo>
                  <a:pt x="3177" y="18315"/>
                </a:moveTo>
                <a:lnTo>
                  <a:pt x="3205" y="18315"/>
                </a:lnTo>
                <a:lnTo>
                  <a:pt x="3205" y="18371"/>
                </a:lnTo>
                <a:lnTo>
                  <a:pt x="3177" y="18371"/>
                </a:lnTo>
              </a:path>
              <a:path w="21600" h="21600">
                <a:moveTo>
                  <a:pt x="11758" y="18313"/>
                </a:moveTo>
                <a:lnTo>
                  <a:pt x="11804" y="18313"/>
                </a:lnTo>
                <a:lnTo>
                  <a:pt x="11804" y="18408"/>
                </a:lnTo>
                <a:lnTo>
                  <a:pt x="11758" y="18408"/>
                </a:lnTo>
              </a:path>
              <a:path w="21600" h="21600">
                <a:moveTo>
                  <a:pt x="9794" y="18313"/>
                </a:moveTo>
                <a:lnTo>
                  <a:pt x="9841" y="18313"/>
                </a:lnTo>
                <a:lnTo>
                  <a:pt x="9841" y="18408"/>
                </a:lnTo>
                <a:lnTo>
                  <a:pt x="9794" y="18408"/>
                </a:lnTo>
              </a:path>
              <a:path w="21600" h="21600">
                <a:moveTo>
                  <a:pt x="20495" y="18311"/>
                </a:moveTo>
                <a:lnTo>
                  <a:pt x="20540" y="18311"/>
                </a:lnTo>
                <a:lnTo>
                  <a:pt x="20540" y="18403"/>
                </a:lnTo>
                <a:lnTo>
                  <a:pt x="20495" y="18403"/>
                </a:lnTo>
              </a:path>
              <a:path w="21600" h="21600">
                <a:moveTo>
                  <a:pt x="15076" y="18311"/>
                </a:moveTo>
                <a:lnTo>
                  <a:pt x="15121" y="18311"/>
                </a:lnTo>
                <a:lnTo>
                  <a:pt x="15121" y="18403"/>
                </a:lnTo>
                <a:lnTo>
                  <a:pt x="15076" y="18403"/>
                </a:lnTo>
              </a:path>
              <a:path w="21600" h="21600">
                <a:moveTo>
                  <a:pt x="6478" y="18311"/>
                </a:moveTo>
                <a:lnTo>
                  <a:pt x="6523" y="18311"/>
                </a:lnTo>
                <a:lnTo>
                  <a:pt x="6523" y="18403"/>
                </a:lnTo>
                <a:lnTo>
                  <a:pt x="6478" y="18403"/>
                </a:lnTo>
              </a:path>
              <a:path w="21600" h="21600">
                <a:moveTo>
                  <a:pt x="17186" y="18308"/>
                </a:moveTo>
                <a:lnTo>
                  <a:pt x="17214" y="18308"/>
                </a:lnTo>
                <a:lnTo>
                  <a:pt x="17214" y="18364"/>
                </a:lnTo>
                <a:lnTo>
                  <a:pt x="17186" y="18364"/>
                </a:lnTo>
              </a:path>
              <a:path w="21600" h="21600">
                <a:moveTo>
                  <a:pt x="20649" y="18308"/>
                </a:moveTo>
                <a:lnTo>
                  <a:pt x="20688" y="18308"/>
                </a:lnTo>
                <a:lnTo>
                  <a:pt x="20688" y="18389"/>
                </a:lnTo>
                <a:lnTo>
                  <a:pt x="20649" y="18389"/>
                </a:lnTo>
              </a:path>
              <a:path w="21600" h="21600">
                <a:moveTo>
                  <a:pt x="19139" y="18308"/>
                </a:moveTo>
                <a:lnTo>
                  <a:pt x="19178" y="18308"/>
                </a:lnTo>
                <a:lnTo>
                  <a:pt x="19178" y="18389"/>
                </a:lnTo>
                <a:lnTo>
                  <a:pt x="19139" y="18389"/>
                </a:lnTo>
              </a:path>
              <a:path w="21600" h="21600">
                <a:moveTo>
                  <a:pt x="18690" y="18308"/>
                </a:moveTo>
                <a:lnTo>
                  <a:pt x="18730" y="18308"/>
                </a:lnTo>
                <a:lnTo>
                  <a:pt x="18730" y="18389"/>
                </a:lnTo>
                <a:lnTo>
                  <a:pt x="18690" y="18389"/>
                </a:lnTo>
              </a:path>
              <a:path w="21600" h="21600">
                <a:moveTo>
                  <a:pt x="18388" y="18308"/>
                </a:moveTo>
                <a:lnTo>
                  <a:pt x="18428" y="18308"/>
                </a:lnTo>
                <a:lnTo>
                  <a:pt x="18428" y="18389"/>
                </a:lnTo>
                <a:lnTo>
                  <a:pt x="18388" y="18389"/>
                </a:lnTo>
              </a:path>
              <a:path w="21600" h="21600">
                <a:moveTo>
                  <a:pt x="17935" y="18308"/>
                </a:moveTo>
                <a:lnTo>
                  <a:pt x="17975" y="18308"/>
                </a:lnTo>
                <a:lnTo>
                  <a:pt x="17975" y="18389"/>
                </a:lnTo>
                <a:lnTo>
                  <a:pt x="17935" y="18389"/>
                </a:lnTo>
              </a:path>
              <a:path w="21600" h="21600">
                <a:moveTo>
                  <a:pt x="16425" y="18308"/>
                </a:moveTo>
                <a:lnTo>
                  <a:pt x="16465" y="18308"/>
                </a:lnTo>
                <a:lnTo>
                  <a:pt x="16465" y="18389"/>
                </a:lnTo>
                <a:lnTo>
                  <a:pt x="16425" y="18389"/>
                </a:lnTo>
              </a:path>
              <a:path w="21600" h="21600">
                <a:moveTo>
                  <a:pt x="15984" y="18308"/>
                </a:moveTo>
                <a:lnTo>
                  <a:pt x="16024" y="18308"/>
                </a:lnTo>
                <a:lnTo>
                  <a:pt x="16024" y="18389"/>
                </a:lnTo>
                <a:lnTo>
                  <a:pt x="15984" y="18389"/>
                </a:lnTo>
              </a:path>
              <a:path w="21600" h="21600">
                <a:moveTo>
                  <a:pt x="15682" y="18308"/>
                </a:moveTo>
                <a:lnTo>
                  <a:pt x="15722" y="18308"/>
                </a:lnTo>
                <a:lnTo>
                  <a:pt x="15722" y="18389"/>
                </a:lnTo>
                <a:lnTo>
                  <a:pt x="15682" y="18389"/>
                </a:lnTo>
              </a:path>
              <a:path w="21600" h="21600">
                <a:moveTo>
                  <a:pt x="15229" y="18308"/>
                </a:moveTo>
                <a:lnTo>
                  <a:pt x="15269" y="18308"/>
                </a:lnTo>
                <a:lnTo>
                  <a:pt x="15269" y="18389"/>
                </a:lnTo>
                <a:lnTo>
                  <a:pt x="15229" y="18389"/>
                </a:lnTo>
              </a:path>
              <a:path w="21600" h="21600">
                <a:moveTo>
                  <a:pt x="13720" y="18308"/>
                </a:moveTo>
                <a:lnTo>
                  <a:pt x="13759" y="18308"/>
                </a:lnTo>
                <a:lnTo>
                  <a:pt x="13759" y="18389"/>
                </a:lnTo>
                <a:lnTo>
                  <a:pt x="13720" y="18389"/>
                </a:lnTo>
              </a:path>
              <a:path w="21600" h="21600">
                <a:moveTo>
                  <a:pt x="13271" y="18308"/>
                </a:moveTo>
                <a:lnTo>
                  <a:pt x="13311" y="18308"/>
                </a:lnTo>
                <a:lnTo>
                  <a:pt x="13311" y="18389"/>
                </a:lnTo>
                <a:lnTo>
                  <a:pt x="13271" y="18389"/>
                </a:lnTo>
              </a:path>
              <a:path w="21600" h="21600">
                <a:moveTo>
                  <a:pt x="12969" y="18308"/>
                </a:moveTo>
                <a:lnTo>
                  <a:pt x="13009" y="18308"/>
                </a:lnTo>
                <a:lnTo>
                  <a:pt x="13009" y="18389"/>
                </a:lnTo>
                <a:lnTo>
                  <a:pt x="12969" y="18389"/>
                </a:lnTo>
              </a:path>
              <a:path w="21600" h="21600">
                <a:moveTo>
                  <a:pt x="12516" y="18308"/>
                </a:moveTo>
                <a:lnTo>
                  <a:pt x="12556" y="18308"/>
                </a:lnTo>
                <a:lnTo>
                  <a:pt x="12556" y="18389"/>
                </a:lnTo>
                <a:lnTo>
                  <a:pt x="12516" y="18389"/>
                </a:lnTo>
              </a:path>
              <a:path w="21600" h="21600">
                <a:moveTo>
                  <a:pt x="11006" y="18308"/>
                </a:moveTo>
                <a:lnTo>
                  <a:pt x="11046" y="18308"/>
                </a:lnTo>
                <a:lnTo>
                  <a:pt x="11046" y="18389"/>
                </a:lnTo>
                <a:lnTo>
                  <a:pt x="11006" y="18389"/>
                </a:lnTo>
              </a:path>
              <a:path w="21600" h="21600">
                <a:moveTo>
                  <a:pt x="9043" y="18308"/>
                </a:moveTo>
                <a:lnTo>
                  <a:pt x="9082" y="18308"/>
                </a:lnTo>
                <a:lnTo>
                  <a:pt x="9082" y="18389"/>
                </a:lnTo>
                <a:lnTo>
                  <a:pt x="9043" y="18389"/>
                </a:lnTo>
              </a:path>
              <a:path w="21600" h="21600">
                <a:moveTo>
                  <a:pt x="8590" y="18308"/>
                </a:moveTo>
                <a:lnTo>
                  <a:pt x="8629" y="18308"/>
                </a:lnTo>
                <a:lnTo>
                  <a:pt x="8629" y="18389"/>
                </a:lnTo>
                <a:lnTo>
                  <a:pt x="8590" y="18389"/>
                </a:lnTo>
              </a:path>
              <a:path w="21600" h="21600">
                <a:moveTo>
                  <a:pt x="8288" y="18308"/>
                </a:moveTo>
                <a:lnTo>
                  <a:pt x="8328" y="18308"/>
                </a:lnTo>
                <a:lnTo>
                  <a:pt x="8328" y="18389"/>
                </a:lnTo>
                <a:lnTo>
                  <a:pt x="8288" y="18389"/>
                </a:lnTo>
              </a:path>
              <a:path w="21600" h="21600">
                <a:moveTo>
                  <a:pt x="7839" y="18308"/>
                </a:moveTo>
                <a:lnTo>
                  <a:pt x="7879" y="18308"/>
                </a:lnTo>
                <a:lnTo>
                  <a:pt x="7879" y="18389"/>
                </a:lnTo>
                <a:lnTo>
                  <a:pt x="7839" y="18389"/>
                </a:lnTo>
              </a:path>
              <a:path w="21600" h="21600">
                <a:moveTo>
                  <a:pt x="6330" y="18308"/>
                </a:moveTo>
                <a:lnTo>
                  <a:pt x="6369" y="18308"/>
                </a:lnTo>
                <a:lnTo>
                  <a:pt x="6369" y="18389"/>
                </a:lnTo>
                <a:lnTo>
                  <a:pt x="6330" y="18389"/>
                </a:lnTo>
              </a:path>
              <a:path w="21600" h="21600">
                <a:moveTo>
                  <a:pt x="5877" y="18308"/>
                </a:moveTo>
                <a:lnTo>
                  <a:pt x="5916" y="18308"/>
                </a:lnTo>
                <a:lnTo>
                  <a:pt x="5916" y="18389"/>
                </a:lnTo>
                <a:lnTo>
                  <a:pt x="5877" y="18389"/>
                </a:lnTo>
              </a:path>
              <a:path w="21600" h="21600">
                <a:moveTo>
                  <a:pt x="5575" y="18308"/>
                </a:moveTo>
                <a:lnTo>
                  <a:pt x="5614" y="18308"/>
                </a:lnTo>
                <a:lnTo>
                  <a:pt x="5614" y="18389"/>
                </a:lnTo>
                <a:lnTo>
                  <a:pt x="5575" y="18389"/>
                </a:lnTo>
              </a:path>
              <a:path w="21600" h="21600">
                <a:moveTo>
                  <a:pt x="5134" y="18308"/>
                </a:moveTo>
                <a:lnTo>
                  <a:pt x="5174" y="18308"/>
                </a:lnTo>
                <a:lnTo>
                  <a:pt x="5174" y="18389"/>
                </a:lnTo>
                <a:lnTo>
                  <a:pt x="5134" y="18389"/>
                </a:lnTo>
              </a:path>
              <a:path w="21600" h="21600">
                <a:moveTo>
                  <a:pt x="2421" y="18308"/>
                </a:moveTo>
                <a:lnTo>
                  <a:pt x="2460" y="18308"/>
                </a:lnTo>
                <a:lnTo>
                  <a:pt x="2460" y="18389"/>
                </a:lnTo>
                <a:lnTo>
                  <a:pt x="2421" y="18389"/>
                </a:lnTo>
              </a:path>
              <a:path w="21600" h="21600">
                <a:moveTo>
                  <a:pt x="911" y="18308"/>
                </a:moveTo>
                <a:lnTo>
                  <a:pt x="951" y="18308"/>
                </a:lnTo>
                <a:lnTo>
                  <a:pt x="951" y="18389"/>
                </a:lnTo>
                <a:lnTo>
                  <a:pt x="911" y="18389"/>
                </a:lnTo>
              </a:path>
              <a:path w="21600" h="21600">
                <a:moveTo>
                  <a:pt x="458" y="18308"/>
                </a:moveTo>
                <a:lnTo>
                  <a:pt x="498" y="18308"/>
                </a:lnTo>
                <a:lnTo>
                  <a:pt x="498" y="18389"/>
                </a:lnTo>
                <a:lnTo>
                  <a:pt x="458" y="18389"/>
                </a:lnTo>
              </a:path>
              <a:path w="21600" h="21600">
                <a:moveTo>
                  <a:pt x="156" y="18308"/>
                </a:moveTo>
                <a:lnTo>
                  <a:pt x="196" y="18308"/>
                </a:lnTo>
                <a:lnTo>
                  <a:pt x="196" y="18389"/>
                </a:lnTo>
                <a:lnTo>
                  <a:pt x="156" y="18389"/>
                </a:lnTo>
              </a:path>
              <a:path w="21600" h="21600">
                <a:moveTo>
                  <a:pt x="20956" y="18305"/>
                </a:moveTo>
                <a:lnTo>
                  <a:pt x="20985" y="18305"/>
                </a:lnTo>
                <a:lnTo>
                  <a:pt x="20985" y="18365"/>
                </a:lnTo>
                <a:lnTo>
                  <a:pt x="20956" y="18365"/>
                </a:lnTo>
              </a:path>
              <a:path w="21600" h="21600">
                <a:moveTo>
                  <a:pt x="18242" y="18305"/>
                </a:moveTo>
                <a:lnTo>
                  <a:pt x="18272" y="18305"/>
                </a:lnTo>
                <a:lnTo>
                  <a:pt x="18272" y="18365"/>
                </a:lnTo>
                <a:lnTo>
                  <a:pt x="18242" y="18365"/>
                </a:lnTo>
              </a:path>
              <a:path w="21600" h="21600">
                <a:moveTo>
                  <a:pt x="15537" y="18305"/>
                </a:moveTo>
                <a:lnTo>
                  <a:pt x="15566" y="18305"/>
                </a:lnTo>
                <a:lnTo>
                  <a:pt x="15566" y="18365"/>
                </a:lnTo>
                <a:lnTo>
                  <a:pt x="15537" y="18365"/>
                </a:lnTo>
              </a:path>
              <a:path w="21600" h="21600">
                <a:moveTo>
                  <a:pt x="12823" y="18305"/>
                </a:moveTo>
                <a:lnTo>
                  <a:pt x="12853" y="18305"/>
                </a:lnTo>
                <a:lnTo>
                  <a:pt x="12853" y="18365"/>
                </a:lnTo>
                <a:lnTo>
                  <a:pt x="12823" y="18365"/>
                </a:lnTo>
              </a:path>
              <a:path w="21600" h="21600">
                <a:moveTo>
                  <a:pt x="6033" y="18305"/>
                </a:moveTo>
                <a:lnTo>
                  <a:pt x="6062" y="18305"/>
                </a:lnTo>
                <a:lnTo>
                  <a:pt x="6062" y="18365"/>
                </a:lnTo>
                <a:lnTo>
                  <a:pt x="6033" y="18365"/>
                </a:lnTo>
              </a:path>
              <a:path w="21600" h="21600">
                <a:moveTo>
                  <a:pt x="3327" y="18305"/>
                </a:moveTo>
                <a:lnTo>
                  <a:pt x="3356" y="18305"/>
                </a:lnTo>
                <a:lnTo>
                  <a:pt x="3356" y="18365"/>
                </a:lnTo>
                <a:lnTo>
                  <a:pt x="3327" y="18365"/>
                </a:lnTo>
              </a:path>
              <a:path w="21600" h="21600">
                <a:moveTo>
                  <a:pt x="614" y="18305"/>
                </a:moveTo>
                <a:lnTo>
                  <a:pt x="643" y="18305"/>
                </a:lnTo>
                <a:lnTo>
                  <a:pt x="643" y="18365"/>
                </a:lnTo>
                <a:lnTo>
                  <a:pt x="614" y="18365"/>
                </a:lnTo>
              </a:path>
              <a:path w="21600" h="21600">
                <a:moveTo>
                  <a:pt x="14469" y="18304"/>
                </a:moveTo>
                <a:lnTo>
                  <a:pt x="14519" y="18304"/>
                </a:lnTo>
                <a:lnTo>
                  <a:pt x="14519" y="18407"/>
                </a:lnTo>
                <a:lnTo>
                  <a:pt x="14469" y="18407"/>
                </a:lnTo>
              </a:path>
              <a:path w="21600" h="21600">
                <a:moveTo>
                  <a:pt x="7079" y="18304"/>
                </a:moveTo>
                <a:lnTo>
                  <a:pt x="7129" y="18304"/>
                </a:lnTo>
                <a:lnTo>
                  <a:pt x="7129" y="18407"/>
                </a:lnTo>
                <a:lnTo>
                  <a:pt x="7079" y="18407"/>
                </a:lnTo>
              </a:path>
              <a:path w="21600" h="21600">
                <a:moveTo>
                  <a:pt x="10853" y="18301"/>
                </a:moveTo>
                <a:lnTo>
                  <a:pt x="10898" y="18301"/>
                </a:lnTo>
                <a:lnTo>
                  <a:pt x="10898" y="18393"/>
                </a:lnTo>
                <a:lnTo>
                  <a:pt x="10853" y="18393"/>
                </a:lnTo>
              </a:path>
              <a:path w="21600" h="21600">
                <a:moveTo>
                  <a:pt x="2867" y="18299"/>
                </a:moveTo>
                <a:lnTo>
                  <a:pt x="2911" y="18299"/>
                </a:lnTo>
                <a:lnTo>
                  <a:pt x="2911" y="18391"/>
                </a:lnTo>
                <a:lnTo>
                  <a:pt x="2867" y="18391"/>
                </a:lnTo>
              </a:path>
              <a:path w="21600" h="21600">
                <a:moveTo>
                  <a:pt x="17637" y="18291"/>
                </a:moveTo>
                <a:lnTo>
                  <a:pt x="17669" y="18291"/>
                </a:lnTo>
                <a:lnTo>
                  <a:pt x="17669" y="18358"/>
                </a:lnTo>
                <a:lnTo>
                  <a:pt x="17637" y="18358"/>
                </a:lnTo>
              </a:path>
              <a:path w="21600" h="21600">
                <a:moveTo>
                  <a:pt x="14931" y="18291"/>
                </a:moveTo>
                <a:lnTo>
                  <a:pt x="14964" y="18291"/>
                </a:lnTo>
                <a:lnTo>
                  <a:pt x="14964" y="18358"/>
                </a:lnTo>
                <a:lnTo>
                  <a:pt x="14931" y="18358"/>
                </a:lnTo>
              </a:path>
              <a:path w="21600" h="21600">
                <a:moveTo>
                  <a:pt x="12218" y="18291"/>
                </a:moveTo>
                <a:lnTo>
                  <a:pt x="12250" y="18291"/>
                </a:lnTo>
                <a:lnTo>
                  <a:pt x="12250" y="18358"/>
                </a:lnTo>
                <a:lnTo>
                  <a:pt x="12218" y="18358"/>
                </a:lnTo>
              </a:path>
              <a:path w="21600" h="21600">
                <a:moveTo>
                  <a:pt x="9348" y="18291"/>
                </a:moveTo>
                <a:lnTo>
                  <a:pt x="9381" y="18291"/>
                </a:lnTo>
                <a:lnTo>
                  <a:pt x="9381" y="18358"/>
                </a:lnTo>
                <a:lnTo>
                  <a:pt x="9348" y="18358"/>
                </a:lnTo>
              </a:path>
              <a:path w="21600" h="21600">
                <a:moveTo>
                  <a:pt x="3930" y="18291"/>
                </a:moveTo>
                <a:lnTo>
                  <a:pt x="3962" y="18291"/>
                </a:lnTo>
                <a:lnTo>
                  <a:pt x="3962" y="18358"/>
                </a:lnTo>
                <a:lnTo>
                  <a:pt x="3930" y="18358"/>
                </a:lnTo>
              </a:path>
              <a:path w="21600" h="21600">
                <a:moveTo>
                  <a:pt x="1216" y="18291"/>
                </a:moveTo>
                <a:lnTo>
                  <a:pt x="1249" y="18291"/>
                </a:lnTo>
                <a:lnTo>
                  <a:pt x="1249" y="18358"/>
                </a:lnTo>
                <a:lnTo>
                  <a:pt x="1216" y="18358"/>
                </a:lnTo>
              </a:path>
              <a:path w="21600" h="21600">
                <a:moveTo>
                  <a:pt x="20048" y="18276"/>
                </a:moveTo>
                <a:lnTo>
                  <a:pt x="20081" y="18276"/>
                </a:lnTo>
                <a:lnTo>
                  <a:pt x="20081" y="18343"/>
                </a:lnTo>
                <a:lnTo>
                  <a:pt x="20048" y="18343"/>
                </a:lnTo>
              </a:path>
              <a:path w="21600" h="21600">
                <a:moveTo>
                  <a:pt x="17335" y="18276"/>
                </a:moveTo>
                <a:lnTo>
                  <a:pt x="17367" y="18276"/>
                </a:lnTo>
                <a:lnTo>
                  <a:pt x="17367" y="18343"/>
                </a:lnTo>
                <a:lnTo>
                  <a:pt x="17335" y="18343"/>
                </a:lnTo>
              </a:path>
              <a:path w="21600" h="21600">
                <a:moveTo>
                  <a:pt x="11916" y="18276"/>
                </a:moveTo>
                <a:lnTo>
                  <a:pt x="11948" y="18276"/>
                </a:lnTo>
                <a:lnTo>
                  <a:pt x="11948" y="18343"/>
                </a:lnTo>
                <a:lnTo>
                  <a:pt x="11916" y="18343"/>
                </a:lnTo>
              </a:path>
              <a:path w="21600" h="21600">
                <a:moveTo>
                  <a:pt x="9650" y="18276"/>
                </a:moveTo>
                <a:lnTo>
                  <a:pt x="9683" y="18276"/>
                </a:lnTo>
                <a:lnTo>
                  <a:pt x="9683" y="18343"/>
                </a:lnTo>
                <a:lnTo>
                  <a:pt x="9650" y="18343"/>
                </a:lnTo>
              </a:path>
              <a:path w="21600" h="21600">
                <a:moveTo>
                  <a:pt x="6937" y="18276"/>
                </a:moveTo>
                <a:lnTo>
                  <a:pt x="6970" y="18276"/>
                </a:lnTo>
                <a:lnTo>
                  <a:pt x="6970" y="18343"/>
                </a:lnTo>
                <a:lnTo>
                  <a:pt x="6937" y="18343"/>
                </a:lnTo>
              </a:path>
              <a:path w="21600" h="21600">
                <a:moveTo>
                  <a:pt x="4232" y="18276"/>
                </a:moveTo>
                <a:lnTo>
                  <a:pt x="4264" y="18276"/>
                </a:lnTo>
                <a:lnTo>
                  <a:pt x="4264" y="18343"/>
                </a:lnTo>
                <a:lnTo>
                  <a:pt x="4232" y="18343"/>
                </a:lnTo>
              </a:path>
              <a:path w="21600" h="21600">
                <a:moveTo>
                  <a:pt x="1518" y="18276"/>
                </a:moveTo>
                <a:lnTo>
                  <a:pt x="1551" y="18276"/>
                </a:lnTo>
                <a:lnTo>
                  <a:pt x="1551" y="18343"/>
                </a:lnTo>
                <a:lnTo>
                  <a:pt x="1518" y="18343"/>
                </a:lnTo>
              </a:path>
              <a:path w="21600" h="21600">
                <a:moveTo>
                  <a:pt x="19590" y="18263"/>
                </a:moveTo>
                <a:lnTo>
                  <a:pt x="19633" y="18263"/>
                </a:lnTo>
                <a:lnTo>
                  <a:pt x="19633" y="18351"/>
                </a:lnTo>
                <a:lnTo>
                  <a:pt x="19590" y="18351"/>
                </a:lnTo>
              </a:path>
              <a:path w="21600" h="21600">
                <a:moveTo>
                  <a:pt x="16877" y="18263"/>
                </a:moveTo>
                <a:lnTo>
                  <a:pt x="16920" y="18263"/>
                </a:lnTo>
                <a:lnTo>
                  <a:pt x="16920" y="18351"/>
                </a:lnTo>
                <a:lnTo>
                  <a:pt x="16877" y="18351"/>
                </a:lnTo>
              </a:path>
              <a:path w="21600" h="21600">
                <a:moveTo>
                  <a:pt x="7385" y="18263"/>
                </a:moveTo>
                <a:lnTo>
                  <a:pt x="7428" y="18263"/>
                </a:lnTo>
                <a:lnTo>
                  <a:pt x="7428" y="18351"/>
                </a:lnTo>
                <a:lnTo>
                  <a:pt x="7385" y="18351"/>
                </a:lnTo>
              </a:path>
              <a:path w="21600" h="21600">
                <a:moveTo>
                  <a:pt x="4679" y="18263"/>
                </a:moveTo>
                <a:lnTo>
                  <a:pt x="4722" y="18263"/>
                </a:lnTo>
                <a:lnTo>
                  <a:pt x="4722" y="18351"/>
                </a:lnTo>
                <a:lnTo>
                  <a:pt x="4679" y="18351"/>
                </a:lnTo>
              </a:path>
              <a:path w="21600" h="21600">
                <a:moveTo>
                  <a:pt x="1966" y="18263"/>
                </a:moveTo>
                <a:lnTo>
                  <a:pt x="2009" y="18263"/>
                </a:lnTo>
                <a:lnTo>
                  <a:pt x="2009" y="18351"/>
                </a:lnTo>
                <a:lnTo>
                  <a:pt x="1966" y="18351"/>
                </a:lnTo>
              </a:path>
              <a:path w="21600" h="21600">
                <a:moveTo>
                  <a:pt x="21553" y="18245"/>
                </a:moveTo>
                <a:lnTo>
                  <a:pt x="21586" y="18245"/>
                </a:lnTo>
                <a:lnTo>
                  <a:pt x="21586" y="18313"/>
                </a:lnTo>
                <a:lnTo>
                  <a:pt x="21553" y="18313"/>
                </a:lnTo>
              </a:path>
              <a:path w="21600" h="21600">
                <a:moveTo>
                  <a:pt x="12073" y="18245"/>
                </a:moveTo>
                <a:lnTo>
                  <a:pt x="12093" y="18245"/>
                </a:lnTo>
                <a:lnTo>
                  <a:pt x="12093" y="18287"/>
                </a:lnTo>
                <a:lnTo>
                  <a:pt x="12073" y="18287"/>
                </a:lnTo>
              </a:path>
              <a:path w="21600" h="21600">
                <a:moveTo>
                  <a:pt x="6641" y="18245"/>
                </a:moveTo>
                <a:lnTo>
                  <a:pt x="6662" y="18245"/>
                </a:lnTo>
                <a:lnTo>
                  <a:pt x="6662" y="18287"/>
                </a:lnTo>
                <a:lnTo>
                  <a:pt x="6641" y="18287"/>
                </a:lnTo>
              </a:path>
              <a:path w="21600" h="21600">
                <a:moveTo>
                  <a:pt x="13" y="18245"/>
                </a:moveTo>
                <a:lnTo>
                  <a:pt x="46" y="18245"/>
                </a:lnTo>
                <a:lnTo>
                  <a:pt x="46" y="18313"/>
                </a:lnTo>
                <a:lnTo>
                  <a:pt x="13" y="18313"/>
                </a:lnTo>
              </a:path>
              <a:path w="21600" h="21600">
                <a:moveTo>
                  <a:pt x="19449" y="18241"/>
                </a:moveTo>
                <a:lnTo>
                  <a:pt x="19472" y="18241"/>
                </a:lnTo>
                <a:lnTo>
                  <a:pt x="19472" y="18286"/>
                </a:lnTo>
                <a:lnTo>
                  <a:pt x="19449" y="18286"/>
                </a:lnTo>
              </a:path>
              <a:path w="21600" h="21600">
                <a:moveTo>
                  <a:pt x="12669" y="18236"/>
                </a:moveTo>
                <a:lnTo>
                  <a:pt x="12705" y="18236"/>
                </a:lnTo>
                <a:lnTo>
                  <a:pt x="12705" y="18310"/>
                </a:lnTo>
                <a:lnTo>
                  <a:pt x="12669" y="18310"/>
                </a:lnTo>
              </a:path>
              <a:path w="21600" h="21600">
                <a:moveTo>
                  <a:pt x="8894" y="18236"/>
                </a:moveTo>
                <a:lnTo>
                  <a:pt x="8930" y="18236"/>
                </a:lnTo>
                <a:lnTo>
                  <a:pt x="8930" y="18310"/>
                </a:lnTo>
                <a:lnTo>
                  <a:pt x="8894" y="18310"/>
                </a:lnTo>
              </a:path>
              <a:path w="21600" h="21600">
                <a:moveTo>
                  <a:pt x="3475" y="18236"/>
                </a:moveTo>
                <a:lnTo>
                  <a:pt x="3511" y="18236"/>
                </a:lnTo>
                <a:lnTo>
                  <a:pt x="3511" y="18310"/>
                </a:lnTo>
                <a:lnTo>
                  <a:pt x="3475" y="18310"/>
                </a:lnTo>
              </a:path>
              <a:path w="21600" h="21600">
                <a:moveTo>
                  <a:pt x="10557" y="18235"/>
                </a:moveTo>
                <a:lnTo>
                  <a:pt x="10588" y="18235"/>
                </a:lnTo>
                <a:lnTo>
                  <a:pt x="10588" y="18298"/>
                </a:lnTo>
                <a:lnTo>
                  <a:pt x="10557" y="18298"/>
                </a:lnTo>
              </a:path>
              <a:path w="21600" h="21600">
                <a:moveTo>
                  <a:pt x="21409" y="18231"/>
                </a:moveTo>
                <a:lnTo>
                  <a:pt x="21438" y="18231"/>
                </a:lnTo>
                <a:lnTo>
                  <a:pt x="21438" y="18291"/>
                </a:lnTo>
                <a:lnTo>
                  <a:pt x="21409" y="18291"/>
                </a:lnTo>
              </a:path>
              <a:path w="21600" h="21600">
                <a:moveTo>
                  <a:pt x="5728" y="18227"/>
                </a:moveTo>
                <a:lnTo>
                  <a:pt x="5763" y="18227"/>
                </a:lnTo>
                <a:lnTo>
                  <a:pt x="5763" y="18297"/>
                </a:lnTo>
                <a:lnTo>
                  <a:pt x="5728" y="18297"/>
                </a:lnTo>
              </a:path>
              <a:path w="21600" h="21600">
                <a:moveTo>
                  <a:pt x="16730" y="18218"/>
                </a:moveTo>
                <a:lnTo>
                  <a:pt x="16764" y="18218"/>
                </a:lnTo>
                <a:lnTo>
                  <a:pt x="16764" y="18289"/>
                </a:lnTo>
                <a:lnTo>
                  <a:pt x="16730" y="18289"/>
                </a:lnTo>
              </a:path>
              <a:path w="21600" h="21600">
                <a:moveTo>
                  <a:pt x="14024" y="18218"/>
                </a:moveTo>
                <a:lnTo>
                  <a:pt x="14059" y="18218"/>
                </a:lnTo>
                <a:lnTo>
                  <a:pt x="14059" y="18289"/>
                </a:lnTo>
                <a:lnTo>
                  <a:pt x="14024" y="18289"/>
                </a:lnTo>
              </a:path>
              <a:path w="21600" h="21600">
                <a:moveTo>
                  <a:pt x="11311" y="18218"/>
                </a:moveTo>
                <a:lnTo>
                  <a:pt x="11345" y="18218"/>
                </a:lnTo>
                <a:lnTo>
                  <a:pt x="11345" y="18289"/>
                </a:lnTo>
                <a:lnTo>
                  <a:pt x="11311" y="18289"/>
                </a:lnTo>
              </a:path>
              <a:path w="21600" h="21600">
                <a:moveTo>
                  <a:pt x="10253" y="18218"/>
                </a:moveTo>
                <a:lnTo>
                  <a:pt x="10288" y="18218"/>
                </a:lnTo>
                <a:lnTo>
                  <a:pt x="10288" y="18289"/>
                </a:lnTo>
                <a:lnTo>
                  <a:pt x="10253" y="18289"/>
                </a:lnTo>
              </a:path>
              <a:path w="21600" h="21600">
                <a:moveTo>
                  <a:pt x="7540" y="18218"/>
                </a:moveTo>
                <a:lnTo>
                  <a:pt x="7574" y="18218"/>
                </a:lnTo>
                <a:lnTo>
                  <a:pt x="7574" y="18289"/>
                </a:lnTo>
                <a:lnTo>
                  <a:pt x="7540" y="18289"/>
                </a:lnTo>
              </a:path>
              <a:path w="21600" h="21600">
                <a:moveTo>
                  <a:pt x="4835" y="18218"/>
                </a:moveTo>
                <a:lnTo>
                  <a:pt x="4869" y="18218"/>
                </a:lnTo>
                <a:lnTo>
                  <a:pt x="4869" y="18289"/>
                </a:lnTo>
                <a:lnTo>
                  <a:pt x="4835" y="18289"/>
                </a:lnTo>
              </a:path>
              <a:path w="21600" h="21600">
                <a:moveTo>
                  <a:pt x="2121" y="18218"/>
                </a:moveTo>
                <a:lnTo>
                  <a:pt x="2156" y="18218"/>
                </a:lnTo>
                <a:lnTo>
                  <a:pt x="2156" y="18289"/>
                </a:lnTo>
                <a:lnTo>
                  <a:pt x="2121" y="18289"/>
                </a:lnTo>
              </a:path>
              <a:path w="21600" h="21600">
                <a:moveTo>
                  <a:pt x="19289" y="18205"/>
                </a:moveTo>
                <a:lnTo>
                  <a:pt x="19330" y="18205"/>
                </a:lnTo>
                <a:lnTo>
                  <a:pt x="19330" y="18289"/>
                </a:lnTo>
                <a:lnTo>
                  <a:pt x="19289" y="18289"/>
                </a:lnTo>
              </a:path>
              <a:path w="21600" h="21600">
                <a:moveTo>
                  <a:pt x="13870" y="18205"/>
                </a:moveTo>
                <a:lnTo>
                  <a:pt x="13911" y="18205"/>
                </a:lnTo>
                <a:lnTo>
                  <a:pt x="13911" y="18289"/>
                </a:lnTo>
                <a:lnTo>
                  <a:pt x="13870" y="18289"/>
                </a:lnTo>
              </a:path>
              <a:path w="21600" h="21600">
                <a:moveTo>
                  <a:pt x="7688" y="18205"/>
                </a:moveTo>
                <a:lnTo>
                  <a:pt x="7729" y="18205"/>
                </a:lnTo>
                <a:lnTo>
                  <a:pt x="7729" y="18289"/>
                </a:lnTo>
                <a:lnTo>
                  <a:pt x="7688" y="18289"/>
                </a:lnTo>
              </a:path>
              <a:path w="21600" h="21600">
                <a:moveTo>
                  <a:pt x="2269" y="18205"/>
                </a:moveTo>
                <a:lnTo>
                  <a:pt x="2310" y="18205"/>
                </a:lnTo>
                <a:lnTo>
                  <a:pt x="2310" y="18289"/>
                </a:lnTo>
                <a:lnTo>
                  <a:pt x="2269" y="18289"/>
                </a:lnTo>
              </a:path>
              <a:path w="21600" h="21600">
                <a:moveTo>
                  <a:pt x="21107" y="18189"/>
                </a:moveTo>
                <a:lnTo>
                  <a:pt x="21136" y="18189"/>
                </a:lnTo>
                <a:lnTo>
                  <a:pt x="21136" y="18249"/>
                </a:lnTo>
                <a:lnTo>
                  <a:pt x="21107" y="18249"/>
                </a:lnTo>
              </a:path>
              <a:path w="21600" h="21600">
                <a:moveTo>
                  <a:pt x="3629" y="18189"/>
                </a:moveTo>
                <a:lnTo>
                  <a:pt x="3658" y="18189"/>
                </a:lnTo>
                <a:lnTo>
                  <a:pt x="3658" y="18249"/>
                </a:lnTo>
                <a:lnTo>
                  <a:pt x="3629" y="18249"/>
                </a:lnTo>
              </a:path>
              <a:path w="21600" h="21600">
                <a:moveTo>
                  <a:pt x="1058" y="18171"/>
                </a:moveTo>
                <a:lnTo>
                  <a:pt x="1106" y="18171"/>
                </a:lnTo>
                <a:lnTo>
                  <a:pt x="1106" y="18270"/>
                </a:lnTo>
                <a:lnTo>
                  <a:pt x="1058" y="18270"/>
                </a:lnTo>
              </a:path>
              <a:path w="21600" h="21600">
                <a:moveTo>
                  <a:pt x="1370" y="18165"/>
                </a:moveTo>
                <a:lnTo>
                  <a:pt x="1397" y="18165"/>
                </a:lnTo>
                <a:lnTo>
                  <a:pt x="1397" y="18221"/>
                </a:lnTo>
                <a:lnTo>
                  <a:pt x="1370" y="18221"/>
                </a:lnTo>
              </a:path>
              <a:path w="21600" h="21600">
                <a:moveTo>
                  <a:pt x="12360" y="18164"/>
                </a:moveTo>
                <a:lnTo>
                  <a:pt x="12410" y="18164"/>
                </a:lnTo>
                <a:lnTo>
                  <a:pt x="12410" y="18267"/>
                </a:lnTo>
                <a:lnTo>
                  <a:pt x="12360" y="18267"/>
                </a:lnTo>
              </a:path>
              <a:path w="21600" h="21600">
                <a:moveTo>
                  <a:pt x="9189" y="18164"/>
                </a:moveTo>
                <a:lnTo>
                  <a:pt x="9239" y="18164"/>
                </a:lnTo>
                <a:lnTo>
                  <a:pt x="9239" y="18267"/>
                </a:lnTo>
                <a:lnTo>
                  <a:pt x="9189" y="18267"/>
                </a:lnTo>
              </a:path>
              <a:path w="21600" h="21600">
                <a:moveTo>
                  <a:pt x="10409" y="18155"/>
                </a:moveTo>
                <a:lnTo>
                  <a:pt x="10434" y="18155"/>
                </a:lnTo>
                <a:lnTo>
                  <a:pt x="10434" y="18208"/>
                </a:lnTo>
                <a:lnTo>
                  <a:pt x="10409" y="18208"/>
                </a:lnTo>
              </a:path>
              <a:path w="21600" h="21600">
                <a:moveTo>
                  <a:pt x="2716" y="18150"/>
                </a:moveTo>
                <a:lnTo>
                  <a:pt x="2768" y="18150"/>
                </a:lnTo>
                <a:lnTo>
                  <a:pt x="2768" y="18256"/>
                </a:lnTo>
                <a:lnTo>
                  <a:pt x="2716" y="18256"/>
                </a:lnTo>
              </a:path>
              <a:path w="21600" h="21600">
                <a:moveTo>
                  <a:pt x="1663" y="18149"/>
                </a:moveTo>
                <a:lnTo>
                  <a:pt x="1708" y="18149"/>
                </a:lnTo>
                <a:lnTo>
                  <a:pt x="1708" y="18241"/>
                </a:lnTo>
                <a:lnTo>
                  <a:pt x="1663" y="18241"/>
                </a:lnTo>
              </a:path>
              <a:path w="21600" h="21600">
                <a:moveTo>
                  <a:pt x="16278" y="18134"/>
                </a:moveTo>
                <a:lnTo>
                  <a:pt x="16311" y="18134"/>
                </a:lnTo>
                <a:lnTo>
                  <a:pt x="16311" y="18200"/>
                </a:lnTo>
                <a:lnTo>
                  <a:pt x="16278" y="18200"/>
                </a:lnTo>
              </a:path>
              <a:path w="21600" h="21600">
                <a:moveTo>
                  <a:pt x="5288" y="18134"/>
                </a:moveTo>
                <a:lnTo>
                  <a:pt x="5321" y="18134"/>
                </a:lnTo>
                <a:lnTo>
                  <a:pt x="5321" y="18200"/>
                </a:lnTo>
                <a:lnTo>
                  <a:pt x="5288" y="18200"/>
                </a:lnTo>
              </a:path>
              <a:path w="21600" h="21600">
                <a:moveTo>
                  <a:pt x="14178" y="18129"/>
                </a:moveTo>
                <a:lnTo>
                  <a:pt x="14207" y="18129"/>
                </a:lnTo>
                <a:lnTo>
                  <a:pt x="14207" y="18189"/>
                </a:lnTo>
                <a:lnTo>
                  <a:pt x="14178" y="18189"/>
                </a:lnTo>
              </a:path>
              <a:path w="21600" h="21600">
                <a:moveTo>
                  <a:pt x="18094" y="18125"/>
                </a:moveTo>
                <a:lnTo>
                  <a:pt x="18118" y="18125"/>
                </a:lnTo>
                <a:lnTo>
                  <a:pt x="18118" y="18174"/>
                </a:lnTo>
                <a:lnTo>
                  <a:pt x="18094" y="18174"/>
                </a:lnTo>
              </a:path>
              <a:path w="21600" h="21600">
                <a:moveTo>
                  <a:pt x="17033" y="18118"/>
                </a:moveTo>
                <a:lnTo>
                  <a:pt x="17065" y="18118"/>
                </a:lnTo>
                <a:lnTo>
                  <a:pt x="17065" y="18185"/>
                </a:lnTo>
                <a:lnTo>
                  <a:pt x="17033" y="18185"/>
                </a:lnTo>
              </a:path>
              <a:path w="21600" h="21600">
                <a:moveTo>
                  <a:pt x="11614" y="18118"/>
                </a:moveTo>
                <a:lnTo>
                  <a:pt x="11646" y="18118"/>
                </a:lnTo>
                <a:lnTo>
                  <a:pt x="11646" y="18185"/>
                </a:lnTo>
                <a:lnTo>
                  <a:pt x="11614" y="18185"/>
                </a:lnTo>
              </a:path>
              <a:path w="21600" h="21600">
                <a:moveTo>
                  <a:pt x="9952" y="18118"/>
                </a:moveTo>
                <a:lnTo>
                  <a:pt x="9985" y="18118"/>
                </a:lnTo>
                <a:lnTo>
                  <a:pt x="9985" y="18185"/>
                </a:lnTo>
                <a:lnTo>
                  <a:pt x="9952" y="18185"/>
                </a:lnTo>
              </a:path>
              <a:path w="21600" h="21600">
                <a:moveTo>
                  <a:pt x="4533" y="18118"/>
                </a:moveTo>
                <a:lnTo>
                  <a:pt x="4566" y="18118"/>
                </a:lnTo>
                <a:lnTo>
                  <a:pt x="4566" y="18185"/>
                </a:lnTo>
                <a:lnTo>
                  <a:pt x="4533" y="18185"/>
                </a:lnTo>
              </a:path>
              <a:path w="21600" h="21600">
                <a:moveTo>
                  <a:pt x="20957" y="18118"/>
                </a:moveTo>
                <a:lnTo>
                  <a:pt x="20984" y="18118"/>
                </a:lnTo>
                <a:lnTo>
                  <a:pt x="20984" y="18174"/>
                </a:lnTo>
                <a:lnTo>
                  <a:pt x="20957" y="18174"/>
                </a:lnTo>
              </a:path>
              <a:path w="21600" h="21600">
                <a:moveTo>
                  <a:pt x="18243" y="18118"/>
                </a:moveTo>
                <a:lnTo>
                  <a:pt x="18271" y="18118"/>
                </a:lnTo>
                <a:lnTo>
                  <a:pt x="18271" y="18174"/>
                </a:lnTo>
                <a:lnTo>
                  <a:pt x="18243" y="18174"/>
                </a:lnTo>
              </a:path>
              <a:path w="21600" h="21600">
                <a:moveTo>
                  <a:pt x="15538" y="18118"/>
                </a:moveTo>
                <a:lnTo>
                  <a:pt x="15565" y="18118"/>
                </a:lnTo>
                <a:lnTo>
                  <a:pt x="15565" y="18174"/>
                </a:lnTo>
                <a:lnTo>
                  <a:pt x="15538" y="18174"/>
                </a:lnTo>
              </a:path>
              <a:path w="21600" h="21600">
                <a:moveTo>
                  <a:pt x="12824" y="18118"/>
                </a:moveTo>
                <a:lnTo>
                  <a:pt x="12852" y="18118"/>
                </a:lnTo>
                <a:lnTo>
                  <a:pt x="12852" y="18174"/>
                </a:lnTo>
                <a:lnTo>
                  <a:pt x="12824" y="18174"/>
                </a:lnTo>
              </a:path>
              <a:path w="21600" h="21600">
                <a:moveTo>
                  <a:pt x="6034" y="18118"/>
                </a:moveTo>
                <a:lnTo>
                  <a:pt x="6061" y="18118"/>
                </a:lnTo>
                <a:lnTo>
                  <a:pt x="6061" y="18174"/>
                </a:lnTo>
                <a:lnTo>
                  <a:pt x="6034" y="18174"/>
                </a:lnTo>
              </a:path>
              <a:path w="21600" h="21600">
                <a:moveTo>
                  <a:pt x="3328" y="18118"/>
                </a:moveTo>
                <a:lnTo>
                  <a:pt x="3356" y="18118"/>
                </a:lnTo>
                <a:lnTo>
                  <a:pt x="3356" y="18174"/>
                </a:lnTo>
                <a:lnTo>
                  <a:pt x="3328" y="18174"/>
                </a:lnTo>
              </a:path>
              <a:path w="21600" h="21600">
                <a:moveTo>
                  <a:pt x="615" y="18118"/>
                </a:moveTo>
                <a:lnTo>
                  <a:pt x="642" y="18118"/>
                </a:lnTo>
                <a:lnTo>
                  <a:pt x="642" y="18174"/>
                </a:lnTo>
                <a:lnTo>
                  <a:pt x="615" y="18174"/>
                </a:lnTo>
              </a:path>
              <a:path w="21600" h="21600">
                <a:moveTo>
                  <a:pt x="20196" y="18114"/>
                </a:moveTo>
                <a:lnTo>
                  <a:pt x="20235" y="18114"/>
                </a:lnTo>
                <a:lnTo>
                  <a:pt x="20235" y="18195"/>
                </a:lnTo>
                <a:lnTo>
                  <a:pt x="20196" y="18195"/>
                </a:lnTo>
              </a:path>
              <a:path w="21600" h="21600">
                <a:moveTo>
                  <a:pt x="14776" y="18114"/>
                </a:moveTo>
                <a:lnTo>
                  <a:pt x="14816" y="18114"/>
                </a:lnTo>
                <a:lnTo>
                  <a:pt x="14816" y="18195"/>
                </a:lnTo>
                <a:lnTo>
                  <a:pt x="14776" y="18195"/>
                </a:lnTo>
              </a:path>
              <a:path w="21600" h="21600">
                <a:moveTo>
                  <a:pt x="9496" y="18114"/>
                </a:moveTo>
                <a:lnTo>
                  <a:pt x="9535" y="18114"/>
                </a:lnTo>
                <a:lnTo>
                  <a:pt x="9535" y="18195"/>
                </a:lnTo>
                <a:lnTo>
                  <a:pt x="9496" y="18195"/>
                </a:lnTo>
              </a:path>
              <a:path w="21600" h="21600">
                <a:moveTo>
                  <a:pt x="6783" y="18114"/>
                </a:moveTo>
                <a:lnTo>
                  <a:pt x="6822" y="18114"/>
                </a:lnTo>
                <a:lnTo>
                  <a:pt x="6822" y="18195"/>
                </a:lnTo>
                <a:lnTo>
                  <a:pt x="6783" y="18195"/>
                </a:lnTo>
              </a:path>
              <a:path w="21600" h="21600">
                <a:moveTo>
                  <a:pt x="4077" y="18114"/>
                </a:moveTo>
                <a:lnTo>
                  <a:pt x="4117" y="18114"/>
                </a:lnTo>
                <a:lnTo>
                  <a:pt x="4117" y="18195"/>
                </a:lnTo>
                <a:lnTo>
                  <a:pt x="4077" y="18195"/>
                </a:lnTo>
              </a:path>
              <a:path w="21600" h="21600">
                <a:moveTo>
                  <a:pt x="17638" y="18084"/>
                </a:moveTo>
                <a:lnTo>
                  <a:pt x="17668" y="18084"/>
                </a:lnTo>
                <a:lnTo>
                  <a:pt x="17668" y="18147"/>
                </a:lnTo>
                <a:lnTo>
                  <a:pt x="17638" y="18147"/>
                </a:lnTo>
              </a:path>
              <a:path w="21600" h="21600">
                <a:moveTo>
                  <a:pt x="14932" y="18084"/>
                </a:moveTo>
                <a:lnTo>
                  <a:pt x="14963" y="18084"/>
                </a:lnTo>
                <a:lnTo>
                  <a:pt x="14963" y="18147"/>
                </a:lnTo>
                <a:lnTo>
                  <a:pt x="14932" y="18147"/>
                </a:lnTo>
              </a:path>
              <a:path w="21600" h="21600">
                <a:moveTo>
                  <a:pt x="12219" y="18084"/>
                </a:moveTo>
                <a:lnTo>
                  <a:pt x="12249" y="18084"/>
                </a:lnTo>
                <a:lnTo>
                  <a:pt x="12249" y="18147"/>
                </a:lnTo>
                <a:lnTo>
                  <a:pt x="12219" y="18147"/>
                </a:lnTo>
              </a:path>
              <a:path w="21600" h="21600">
                <a:moveTo>
                  <a:pt x="9349" y="18084"/>
                </a:moveTo>
                <a:lnTo>
                  <a:pt x="9380" y="18084"/>
                </a:lnTo>
                <a:lnTo>
                  <a:pt x="9380" y="18147"/>
                </a:lnTo>
                <a:lnTo>
                  <a:pt x="9349" y="18147"/>
                </a:lnTo>
              </a:path>
              <a:path w="21600" h="21600">
                <a:moveTo>
                  <a:pt x="3930" y="18084"/>
                </a:moveTo>
                <a:lnTo>
                  <a:pt x="3961" y="18084"/>
                </a:lnTo>
                <a:lnTo>
                  <a:pt x="3961" y="18147"/>
                </a:lnTo>
                <a:lnTo>
                  <a:pt x="3930" y="18147"/>
                </a:lnTo>
              </a:path>
              <a:path w="21600" h="21600">
                <a:moveTo>
                  <a:pt x="1217" y="18084"/>
                </a:moveTo>
                <a:lnTo>
                  <a:pt x="1248" y="18084"/>
                </a:lnTo>
                <a:lnTo>
                  <a:pt x="1248" y="18147"/>
                </a:lnTo>
                <a:lnTo>
                  <a:pt x="1217" y="18147"/>
                </a:lnTo>
              </a:path>
              <a:path w="21600" h="21600">
                <a:moveTo>
                  <a:pt x="4380" y="18072"/>
                </a:moveTo>
                <a:lnTo>
                  <a:pt x="4418" y="18072"/>
                </a:lnTo>
                <a:lnTo>
                  <a:pt x="4418" y="18150"/>
                </a:lnTo>
                <a:lnTo>
                  <a:pt x="4380" y="18150"/>
                </a:lnTo>
              </a:path>
              <a:path w="21600" h="21600">
                <a:moveTo>
                  <a:pt x="20049" y="18068"/>
                </a:moveTo>
                <a:lnTo>
                  <a:pt x="20080" y="18068"/>
                </a:lnTo>
                <a:lnTo>
                  <a:pt x="20080" y="18131"/>
                </a:lnTo>
                <a:lnTo>
                  <a:pt x="20049" y="18131"/>
                </a:lnTo>
              </a:path>
              <a:path w="21600" h="21600">
                <a:moveTo>
                  <a:pt x="17336" y="18068"/>
                </a:moveTo>
                <a:lnTo>
                  <a:pt x="17367" y="18068"/>
                </a:lnTo>
                <a:lnTo>
                  <a:pt x="17367" y="18131"/>
                </a:lnTo>
                <a:lnTo>
                  <a:pt x="17336" y="18131"/>
                </a:lnTo>
              </a:path>
              <a:path w="21600" h="21600">
                <a:moveTo>
                  <a:pt x="11917" y="18068"/>
                </a:moveTo>
                <a:lnTo>
                  <a:pt x="11947" y="18068"/>
                </a:lnTo>
                <a:lnTo>
                  <a:pt x="11947" y="18131"/>
                </a:lnTo>
                <a:lnTo>
                  <a:pt x="11917" y="18131"/>
                </a:lnTo>
              </a:path>
              <a:path w="21600" h="21600">
                <a:moveTo>
                  <a:pt x="9651" y="18068"/>
                </a:moveTo>
                <a:lnTo>
                  <a:pt x="9682" y="18068"/>
                </a:lnTo>
                <a:lnTo>
                  <a:pt x="9682" y="18131"/>
                </a:lnTo>
                <a:lnTo>
                  <a:pt x="9651" y="18131"/>
                </a:lnTo>
              </a:path>
              <a:path w="21600" h="21600">
                <a:moveTo>
                  <a:pt x="6938" y="18068"/>
                </a:moveTo>
                <a:lnTo>
                  <a:pt x="6969" y="18068"/>
                </a:lnTo>
                <a:lnTo>
                  <a:pt x="6969" y="18131"/>
                </a:lnTo>
                <a:lnTo>
                  <a:pt x="6938" y="18131"/>
                </a:lnTo>
              </a:path>
              <a:path w="21600" h="21600">
                <a:moveTo>
                  <a:pt x="4232" y="18068"/>
                </a:moveTo>
                <a:lnTo>
                  <a:pt x="4263" y="18068"/>
                </a:lnTo>
                <a:lnTo>
                  <a:pt x="4263" y="18131"/>
                </a:lnTo>
                <a:lnTo>
                  <a:pt x="4232" y="18131"/>
                </a:lnTo>
              </a:path>
              <a:path w="21600" h="21600">
                <a:moveTo>
                  <a:pt x="1519" y="18068"/>
                </a:moveTo>
                <a:lnTo>
                  <a:pt x="1550" y="18068"/>
                </a:lnTo>
                <a:lnTo>
                  <a:pt x="1550" y="18131"/>
                </a:lnTo>
                <a:lnTo>
                  <a:pt x="1519" y="18131"/>
                </a:lnTo>
              </a:path>
              <a:path w="21600" h="21600">
                <a:moveTo>
                  <a:pt x="3178" y="18053"/>
                </a:moveTo>
                <a:lnTo>
                  <a:pt x="3204" y="18053"/>
                </a:lnTo>
                <a:lnTo>
                  <a:pt x="3204" y="18106"/>
                </a:lnTo>
                <a:lnTo>
                  <a:pt x="3178" y="18106"/>
                </a:lnTo>
              </a:path>
              <a:path w="21600" h="21600">
                <a:moveTo>
                  <a:pt x="17187" y="18049"/>
                </a:moveTo>
                <a:lnTo>
                  <a:pt x="17213" y="18049"/>
                </a:lnTo>
                <a:lnTo>
                  <a:pt x="17213" y="18101"/>
                </a:lnTo>
                <a:lnTo>
                  <a:pt x="17187" y="18101"/>
                </a:lnTo>
              </a:path>
              <a:path w="21600" h="21600">
                <a:moveTo>
                  <a:pt x="20649" y="18046"/>
                </a:moveTo>
                <a:lnTo>
                  <a:pt x="20687" y="18046"/>
                </a:lnTo>
                <a:lnTo>
                  <a:pt x="20687" y="18124"/>
                </a:lnTo>
                <a:lnTo>
                  <a:pt x="20649" y="18124"/>
                </a:lnTo>
              </a:path>
              <a:path w="21600" h="21600">
                <a:moveTo>
                  <a:pt x="19139" y="18046"/>
                </a:moveTo>
                <a:lnTo>
                  <a:pt x="19177" y="18046"/>
                </a:lnTo>
                <a:lnTo>
                  <a:pt x="19177" y="18124"/>
                </a:lnTo>
                <a:lnTo>
                  <a:pt x="19139" y="18124"/>
                </a:lnTo>
              </a:path>
              <a:path w="21600" h="21600">
                <a:moveTo>
                  <a:pt x="18691" y="18046"/>
                </a:moveTo>
                <a:lnTo>
                  <a:pt x="18729" y="18046"/>
                </a:lnTo>
                <a:lnTo>
                  <a:pt x="18729" y="18124"/>
                </a:lnTo>
                <a:lnTo>
                  <a:pt x="18691" y="18124"/>
                </a:lnTo>
              </a:path>
              <a:path w="21600" h="21600">
                <a:moveTo>
                  <a:pt x="18389" y="18046"/>
                </a:moveTo>
                <a:lnTo>
                  <a:pt x="18427" y="18046"/>
                </a:lnTo>
                <a:lnTo>
                  <a:pt x="18427" y="18124"/>
                </a:lnTo>
                <a:lnTo>
                  <a:pt x="18389" y="18124"/>
                </a:lnTo>
              </a:path>
              <a:path w="21600" h="21600">
                <a:moveTo>
                  <a:pt x="17936" y="18046"/>
                </a:moveTo>
                <a:lnTo>
                  <a:pt x="17974" y="18046"/>
                </a:lnTo>
                <a:lnTo>
                  <a:pt x="17974" y="18124"/>
                </a:lnTo>
                <a:lnTo>
                  <a:pt x="17936" y="18124"/>
                </a:lnTo>
              </a:path>
              <a:path w="21600" h="21600">
                <a:moveTo>
                  <a:pt x="16426" y="18046"/>
                </a:moveTo>
                <a:lnTo>
                  <a:pt x="16464" y="18046"/>
                </a:lnTo>
                <a:lnTo>
                  <a:pt x="16464" y="18124"/>
                </a:lnTo>
                <a:lnTo>
                  <a:pt x="16426" y="18124"/>
                </a:lnTo>
              </a:path>
              <a:path w="21600" h="21600">
                <a:moveTo>
                  <a:pt x="15985" y="18046"/>
                </a:moveTo>
                <a:lnTo>
                  <a:pt x="16023" y="18046"/>
                </a:lnTo>
                <a:lnTo>
                  <a:pt x="16023" y="18124"/>
                </a:lnTo>
                <a:lnTo>
                  <a:pt x="15985" y="18124"/>
                </a:lnTo>
              </a:path>
              <a:path w="21600" h="21600">
                <a:moveTo>
                  <a:pt x="15683" y="18046"/>
                </a:moveTo>
                <a:lnTo>
                  <a:pt x="15721" y="18046"/>
                </a:lnTo>
                <a:lnTo>
                  <a:pt x="15721" y="18124"/>
                </a:lnTo>
                <a:lnTo>
                  <a:pt x="15683" y="18124"/>
                </a:lnTo>
              </a:path>
              <a:path w="21600" h="21600">
                <a:moveTo>
                  <a:pt x="15230" y="18046"/>
                </a:moveTo>
                <a:lnTo>
                  <a:pt x="15268" y="18046"/>
                </a:lnTo>
                <a:lnTo>
                  <a:pt x="15268" y="18124"/>
                </a:lnTo>
                <a:lnTo>
                  <a:pt x="15230" y="18124"/>
                </a:lnTo>
              </a:path>
              <a:path w="21600" h="21600">
                <a:moveTo>
                  <a:pt x="13720" y="18046"/>
                </a:moveTo>
                <a:lnTo>
                  <a:pt x="13758" y="18046"/>
                </a:lnTo>
                <a:lnTo>
                  <a:pt x="13758" y="18124"/>
                </a:lnTo>
                <a:lnTo>
                  <a:pt x="13720" y="18124"/>
                </a:lnTo>
              </a:path>
              <a:path w="21600" h="21600">
                <a:moveTo>
                  <a:pt x="13272" y="18046"/>
                </a:moveTo>
                <a:lnTo>
                  <a:pt x="13310" y="18046"/>
                </a:lnTo>
                <a:lnTo>
                  <a:pt x="13310" y="18124"/>
                </a:lnTo>
                <a:lnTo>
                  <a:pt x="13272" y="18124"/>
                </a:lnTo>
              </a:path>
              <a:path w="21600" h="21600">
                <a:moveTo>
                  <a:pt x="12970" y="18046"/>
                </a:moveTo>
                <a:lnTo>
                  <a:pt x="13008" y="18046"/>
                </a:lnTo>
                <a:lnTo>
                  <a:pt x="13008" y="18124"/>
                </a:lnTo>
                <a:lnTo>
                  <a:pt x="12970" y="18124"/>
                </a:lnTo>
              </a:path>
              <a:path w="21600" h="21600">
                <a:moveTo>
                  <a:pt x="12517" y="18046"/>
                </a:moveTo>
                <a:lnTo>
                  <a:pt x="12555" y="18046"/>
                </a:lnTo>
                <a:lnTo>
                  <a:pt x="12555" y="18124"/>
                </a:lnTo>
                <a:lnTo>
                  <a:pt x="12517" y="18124"/>
                </a:lnTo>
              </a:path>
              <a:path w="21600" h="21600">
                <a:moveTo>
                  <a:pt x="11007" y="18046"/>
                </a:moveTo>
                <a:lnTo>
                  <a:pt x="11045" y="18046"/>
                </a:lnTo>
                <a:lnTo>
                  <a:pt x="11045" y="18124"/>
                </a:lnTo>
                <a:lnTo>
                  <a:pt x="11007" y="18124"/>
                </a:lnTo>
              </a:path>
              <a:path w="21600" h="21600">
                <a:moveTo>
                  <a:pt x="9044" y="18046"/>
                </a:moveTo>
                <a:lnTo>
                  <a:pt x="9082" y="18046"/>
                </a:lnTo>
                <a:lnTo>
                  <a:pt x="9082" y="18124"/>
                </a:lnTo>
                <a:lnTo>
                  <a:pt x="9044" y="18124"/>
                </a:lnTo>
              </a:path>
              <a:path w="21600" h="21600">
                <a:moveTo>
                  <a:pt x="8591" y="18046"/>
                </a:moveTo>
                <a:lnTo>
                  <a:pt x="8629" y="18046"/>
                </a:lnTo>
                <a:lnTo>
                  <a:pt x="8629" y="18124"/>
                </a:lnTo>
                <a:lnTo>
                  <a:pt x="8591" y="18124"/>
                </a:lnTo>
              </a:path>
              <a:path w="21600" h="21600">
                <a:moveTo>
                  <a:pt x="8289" y="18046"/>
                </a:moveTo>
                <a:lnTo>
                  <a:pt x="8327" y="18046"/>
                </a:lnTo>
                <a:lnTo>
                  <a:pt x="8327" y="18124"/>
                </a:lnTo>
                <a:lnTo>
                  <a:pt x="8289" y="18124"/>
                </a:lnTo>
              </a:path>
              <a:path w="21600" h="21600">
                <a:moveTo>
                  <a:pt x="7840" y="18046"/>
                </a:moveTo>
                <a:lnTo>
                  <a:pt x="7878" y="18046"/>
                </a:lnTo>
                <a:lnTo>
                  <a:pt x="7878" y="18124"/>
                </a:lnTo>
                <a:lnTo>
                  <a:pt x="7840" y="18124"/>
                </a:lnTo>
              </a:path>
              <a:path w="21600" h="21600">
                <a:moveTo>
                  <a:pt x="6331" y="18046"/>
                </a:moveTo>
                <a:lnTo>
                  <a:pt x="6368" y="18046"/>
                </a:lnTo>
                <a:lnTo>
                  <a:pt x="6368" y="18124"/>
                </a:lnTo>
                <a:lnTo>
                  <a:pt x="6331" y="18124"/>
                </a:lnTo>
              </a:path>
              <a:path w="21600" h="21600">
                <a:moveTo>
                  <a:pt x="5878" y="18046"/>
                </a:moveTo>
                <a:lnTo>
                  <a:pt x="5916" y="18046"/>
                </a:lnTo>
                <a:lnTo>
                  <a:pt x="5916" y="18124"/>
                </a:lnTo>
                <a:lnTo>
                  <a:pt x="5878" y="18124"/>
                </a:lnTo>
              </a:path>
              <a:path w="21600" h="21600">
                <a:moveTo>
                  <a:pt x="5576" y="18046"/>
                </a:moveTo>
                <a:lnTo>
                  <a:pt x="5614" y="18046"/>
                </a:lnTo>
                <a:lnTo>
                  <a:pt x="5614" y="18124"/>
                </a:lnTo>
                <a:lnTo>
                  <a:pt x="5576" y="18124"/>
                </a:lnTo>
              </a:path>
              <a:path w="21600" h="21600">
                <a:moveTo>
                  <a:pt x="5135" y="18046"/>
                </a:moveTo>
                <a:lnTo>
                  <a:pt x="5173" y="18046"/>
                </a:lnTo>
                <a:lnTo>
                  <a:pt x="5173" y="18124"/>
                </a:lnTo>
                <a:lnTo>
                  <a:pt x="5135" y="18124"/>
                </a:lnTo>
              </a:path>
              <a:path w="21600" h="21600">
                <a:moveTo>
                  <a:pt x="2422" y="18046"/>
                </a:moveTo>
                <a:lnTo>
                  <a:pt x="2459" y="18046"/>
                </a:lnTo>
                <a:lnTo>
                  <a:pt x="2459" y="18124"/>
                </a:lnTo>
                <a:lnTo>
                  <a:pt x="2422" y="18124"/>
                </a:lnTo>
              </a:path>
              <a:path w="21600" h="21600">
                <a:moveTo>
                  <a:pt x="912" y="18046"/>
                </a:moveTo>
                <a:lnTo>
                  <a:pt x="950" y="18046"/>
                </a:lnTo>
                <a:lnTo>
                  <a:pt x="950" y="18124"/>
                </a:lnTo>
                <a:lnTo>
                  <a:pt x="912" y="18124"/>
                </a:lnTo>
              </a:path>
              <a:path w="21600" h="21600">
                <a:moveTo>
                  <a:pt x="459" y="18046"/>
                </a:moveTo>
                <a:lnTo>
                  <a:pt x="497" y="18046"/>
                </a:lnTo>
                <a:lnTo>
                  <a:pt x="497" y="18124"/>
                </a:lnTo>
                <a:lnTo>
                  <a:pt x="459" y="18124"/>
                </a:lnTo>
              </a:path>
              <a:path w="21600" h="21600">
                <a:moveTo>
                  <a:pt x="157" y="18046"/>
                </a:moveTo>
                <a:lnTo>
                  <a:pt x="195" y="18046"/>
                </a:lnTo>
                <a:lnTo>
                  <a:pt x="195" y="18124"/>
                </a:lnTo>
                <a:lnTo>
                  <a:pt x="157" y="18124"/>
                </a:lnTo>
              </a:path>
              <a:path w="21600" h="21600">
                <a:moveTo>
                  <a:pt x="2867" y="18037"/>
                </a:moveTo>
                <a:lnTo>
                  <a:pt x="2911" y="18037"/>
                </a:lnTo>
                <a:lnTo>
                  <a:pt x="2911" y="18126"/>
                </a:lnTo>
                <a:lnTo>
                  <a:pt x="2867" y="18126"/>
                </a:lnTo>
              </a:path>
              <a:path w="21600" h="21600">
                <a:moveTo>
                  <a:pt x="11455" y="18034"/>
                </a:moveTo>
                <a:lnTo>
                  <a:pt x="11503" y="18034"/>
                </a:lnTo>
                <a:lnTo>
                  <a:pt x="11503" y="18133"/>
                </a:lnTo>
                <a:lnTo>
                  <a:pt x="11455" y="18133"/>
                </a:lnTo>
              </a:path>
              <a:path w="21600" h="21600">
                <a:moveTo>
                  <a:pt x="17779" y="18024"/>
                </a:moveTo>
                <a:lnTo>
                  <a:pt x="17829" y="18024"/>
                </a:lnTo>
                <a:lnTo>
                  <a:pt x="17829" y="18127"/>
                </a:lnTo>
                <a:lnTo>
                  <a:pt x="17779" y="18127"/>
                </a:lnTo>
              </a:path>
              <a:path w="21600" h="21600">
                <a:moveTo>
                  <a:pt x="3770" y="18024"/>
                </a:moveTo>
                <a:lnTo>
                  <a:pt x="3820" y="18024"/>
                </a:lnTo>
                <a:lnTo>
                  <a:pt x="3820" y="18127"/>
                </a:lnTo>
                <a:lnTo>
                  <a:pt x="3770" y="18127"/>
                </a:lnTo>
              </a:path>
              <a:path w="21600" h="21600">
                <a:moveTo>
                  <a:pt x="21252" y="18021"/>
                </a:moveTo>
                <a:lnTo>
                  <a:pt x="21293" y="18021"/>
                </a:lnTo>
                <a:lnTo>
                  <a:pt x="21293" y="18106"/>
                </a:lnTo>
                <a:lnTo>
                  <a:pt x="21252" y="18106"/>
                </a:lnTo>
              </a:path>
              <a:path w="21600" h="21600">
                <a:moveTo>
                  <a:pt x="18538" y="18021"/>
                </a:moveTo>
                <a:lnTo>
                  <a:pt x="18580" y="18021"/>
                </a:lnTo>
                <a:lnTo>
                  <a:pt x="18580" y="18106"/>
                </a:lnTo>
                <a:lnTo>
                  <a:pt x="18538" y="18106"/>
                </a:lnTo>
              </a:path>
              <a:path w="21600" h="21600">
                <a:moveTo>
                  <a:pt x="15833" y="18021"/>
                </a:moveTo>
                <a:lnTo>
                  <a:pt x="15874" y="18021"/>
                </a:lnTo>
                <a:lnTo>
                  <a:pt x="15874" y="18106"/>
                </a:lnTo>
                <a:lnTo>
                  <a:pt x="15833" y="18106"/>
                </a:lnTo>
              </a:path>
              <a:path w="21600" h="21600">
                <a:moveTo>
                  <a:pt x="13119" y="18021"/>
                </a:moveTo>
                <a:lnTo>
                  <a:pt x="13161" y="18021"/>
                </a:lnTo>
                <a:lnTo>
                  <a:pt x="13161" y="18106"/>
                </a:lnTo>
                <a:lnTo>
                  <a:pt x="13119" y="18106"/>
                </a:lnTo>
              </a:path>
              <a:path w="21600" h="21600">
                <a:moveTo>
                  <a:pt x="8438" y="18021"/>
                </a:moveTo>
                <a:lnTo>
                  <a:pt x="8479" y="18021"/>
                </a:lnTo>
                <a:lnTo>
                  <a:pt x="8479" y="18106"/>
                </a:lnTo>
                <a:lnTo>
                  <a:pt x="8438" y="18106"/>
                </a:lnTo>
              </a:path>
              <a:path w="21600" h="21600">
                <a:moveTo>
                  <a:pt x="3019" y="18021"/>
                </a:moveTo>
                <a:lnTo>
                  <a:pt x="3061" y="18021"/>
                </a:lnTo>
                <a:lnTo>
                  <a:pt x="3061" y="18106"/>
                </a:lnTo>
                <a:lnTo>
                  <a:pt x="3019" y="18106"/>
                </a:lnTo>
              </a:path>
              <a:path w="21600" h="21600">
                <a:moveTo>
                  <a:pt x="306" y="18021"/>
                </a:moveTo>
                <a:lnTo>
                  <a:pt x="347" y="18021"/>
                </a:lnTo>
                <a:lnTo>
                  <a:pt x="347" y="18106"/>
                </a:lnTo>
                <a:lnTo>
                  <a:pt x="306" y="18106"/>
                </a:lnTo>
              </a:path>
              <a:path w="21600" h="21600">
                <a:moveTo>
                  <a:pt x="19450" y="18018"/>
                </a:moveTo>
                <a:lnTo>
                  <a:pt x="19471" y="18018"/>
                </a:lnTo>
                <a:lnTo>
                  <a:pt x="19471" y="18060"/>
                </a:lnTo>
                <a:lnTo>
                  <a:pt x="19450" y="18060"/>
                </a:lnTo>
              </a:path>
              <a:path w="21600" h="21600">
                <a:moveTo>
                  <a:pt x="12670" y="18001"/>
                </a:moveTo>
                <a:lnTo>
                  <a:pt x="12704" y="18001"/>
                </a:lnTo>
                <a:lnTo>
                  <a:pt x="12704" y="18071"/>
                </a:lnTo>
                <a:lnTo>
                  <a:pt x="12670" y="18071"/>
                </a:lnTo>
              </a:path>
              <a:path w="21600" h="21600">
                <a:moveTo>
                  <a:pt x="8895" y="18001"/>
                </a:moveTo>
                <a:lnTo>
                  <a:pt x="8929" y="18001"/>
                </a:lnTo>
                <a:lnTo>
                  <a:pt x="8929" y="18071"/>
                </a:lnTo>
                <a:lnTo>
                  <a:pt x="8895" y="18071"/>
                </a:lnTo>
              </a:path>
              <a:path w="21600" h="21600">
                <a:moveTo>
                  <a:pt x="3476" y="18001"/>
                </a:moveTo>
                <a:lnTo>
                  <a:pt x="3510" y="18001"/>
                </a:lnTo>
                <a:lnTo>
                  <a:pt x="3510" y="18071"/>
                </a:lnTo>
                <a:lnTo>
                  <a:pt x="3476" y="18071"/>
                </a:lnTo>
              </a:path>
              <a:path w="21600" h="21600">
                <a:moveTo>
                  <a:pt x="16731" y="17996"/>
                </a:moveTo>
                <a:lnTo>
                  <a:pt x="16764" y="17996"/>
                </a:lnTo>
                <a:lnTo>
                  <a:pt x="16764" y="18063"/>
                </a:lnTo>
                <a:lnTo>
                  <a:pt x="16731" y="18063"/>
                </a:lnTo>
              </a:path>
              <a:path w="21600" h="21600">
                <a:moveTo>
                  <a:pt x="14025" y="17996"/>
                </a:moveTo>
                <a:lnTo>
                  <a:pt x="14058" y="17996"/>
                </a:lnTo>
                <a:lnTo>
                  <a:pt x="14058" y="18063"/>
                </a:lnTo>
                <a:lnTo>
                  <a:pt x="14025" y="18063"/>
                </a:lnTo>
              </a:path>
              <a:path w="21600" h="21600">
                <a:moveTo>
                  <a:pt x="11312" y="17996"/>
                </a:moveTo>
                <a:lnTo>
                  <a:pt x="11344" y="17996"/>
                </a:lnTo>
                <a:lnTo>
                  <a:pt x="11344" y="18063"/>
                </a:lnTo>
                <a:lnTo>
                  <a:pt x="11312" y="18063"/>
                </a:lnTo>
              </a:path>
              <a:path w="21600" h="21600">
                <a:moveTo>
                  <a:pt x="10254" y="17996"/>
                </a:moveTo>
                <a:lnTo>
                  <a:pt x="10287" y="17996"/>
                </a:lnTo>
                <a:lnTo>
                  <a:pt x="10287" y="18063"/>
                </a:lnTo>
                <a:lnTo>
                  <a:pt x="10254" y="18063"/>
                </a:lnTo>
              </a:path>
              <a:path w="21600" h="21600">
                <a:moveTo>
                  <a:pt x="7541" y="17996"/>
                </a:moveTo>
                <a:lnTo>
                  <a:pt x="7574" y="17996"/>
                </a:lnTo>
                <a:lnTo>
                  <a:pt x="7574" y="18063"/>
                </a:lnTo>
                <a:lnTo>
                  <a:pt x="7541" y="18063"/>
                </a:lnTo>
              </a:path>
              <a:path w="21600" h="21600">
                <a:moveTo>
                  <a:pt x="4835" y="17996"/>
                </a:moveTo>
                <a:lnTo>
                  <a:pt x="4868" y="17996"/>
                </a:lnTo>
                <a:lnTo>
                  <a:pt x="4868" y="18063"/>
                </a:lnTo>
                <a:lnTo>
                  <a:pt x="4835" y="18063"/>
                </a:lnTo>
              </a:path>
              <a:path w="21600" h="21600">
                <a:moveTo>
                  <a:pt x="2122" y="17996"/>
                </a:moveTo>
                <a:lnTo>
                  <a:pt x="2155" y="17996"/>
                </a:lnTo>
                <a:lnTo>
                  <a:pt x="2155" y="18063"/>
                </a:lnTo>
                <a:lnTo>
                  <a:pt x="2122" y="18063"/>
                </a:lnTo>
              </a:path>
              <a:path w="21600" h="21600">
                <a:moveTo>
                  <a:pt x="16573" y="17995"/>
                </a:moveTo>
                <a:lnTo>
                  <a:pt x="16619" y="17995"/>
                </a:lnTo>
                <a:lnTo>
                  <a:pt x="16619" y="18090"/>
                </a:lnTo>
                <a:lnTo>
                  <a:pt x="16573" y="18090"/>
                </a:lnTo>
              </a:path>
              <a:path w="21600" h="21600">
                <a:moveTo>
                  <a:pt x="4979" y="17995"/>
                </a:moveTo>
                <a:lnTo>
                  <a:pt x="5026" y="17995"/>
                </a:lnTo>
                <a:lnTo>
                  <a:pt x="5026" y="18090"/>
                </a:lnTo>
                <a:lnTo>
                  <a:pt x="4979" y="18090"/>
                </a:lnTo>
              </a:path>
              <a:path w="21600" h="21600">
                <a:moveTo>
                  <a:pt x="20496" y="17984"/>
                </a:moveTo>
                <a:lnTo>
                  <a:pt x="20539" y="17984"/>
                </a:lnTo>
                <a:lnTo>
                  <a:pt x="20539" y="18073"/>
                </a:lnTo>
                <a:lnTo>
                  <a:pt x="20496" y="18073"/>
                </a:lnTo>
              </a:path>
              <a:path w="21600" h="21600">
                <a:moveTo>
                  <a:pt x="15077" y="17984"/>
                </a:moveTo>
                <a:lnTo>
                  <a:pt x="15120" y="17984"/>
                </a:lnTo>
                <a:lnTo>
                  <a:pt x="15120" y="18073"/>
                </a:lnTo>
                <a:lnTo>
                  <a:pt x="15077" y="18073"/>
                </a:lnTo>
              </a:path>
              <a:path w="21600" h="21600">
                <a:moveTo>
                  <a:pt x="6479" y="17984"/>
                </a:moveTo>
                <a:lnTo>
                  <a:pt x="6522" y="17984"/>
                </a:lnTo>
                <a:lnTo>
                  <a:pt x="6522" y="18073"/>
                </a:lnTo>
                <a:lnTo>
                  <a:pt x="6479" y="18073"/>
                </a:lnTo>
              </a:path>
              <a:path w="21600" h="21600">
                <a:moveTo>
                  <a:pt x="10409" y="17978"/>
                </a:moveTo>
                <a:lnTo>
                  <a:pt x="10433" y="17978"/>
                </a:lnTo>
                <a:lnTo>
                  <a:pt x="10433" y="18027"/>
                </a:lnTo>
                <a:lnTo>
                  <a:pt x="10409" y="18027"/>
                </a:lnTo>
              </a:path>
              <a:path w="21600" h="21600">
                <a:moveTo>
                  <a:pt x="10854" y="17974"/>
                </a:moveTo>
                <a:lnTo>
                  <a:pt x="10897" y="17974"/>
                </a:lnTo>
                <a:lnTo>
                  <a:pt x="10897" y="18062"/>
                </a:lnTo>
                <a:lnTo>
                  <a:pt x="10854" y="18062"/>
                </a:lnTo>
              </a:path>
              <a:path w="21600" h="21600">
                <a:moveTo>
                  <a:pt x="10558" y="17974"/>
                </a:moveTo>
                <a:lnTo>
                  <a:pt x="10587" y="17974"/>
                </a:lnTo>
                <a:lnTo>
                  <a:pt x="10587" y="18034"/>
                </a:lnTo>
                <a:lnTo>
                  <a:pt x="10558" y="18034"/>
                </a:lnTo>
              </a:path>
              <a:path w="21600" h="21600">
                <a:moveTo>
                  <a:pt x="762" y="17973"/>
                </a:moveTo>
                <a:lnTo>
                  <a:pt x="798" y="17973"/>
                </a:lnTo>
                <a:lnTo>
                  <a:pt x="798" y="18047"/>
                </a:lnTo>
                <a:lnTo>
                  <a:pt x="762" y="18047"/>
                </a:lnTo>
              </a:path>
              <a:path w="21600" h="21600">
                <a:moveTo>
                  <a:pt x="21410" y="17970"/>
                </a:moveTo>
                <a:lnTo>
                  <a:pt x="21437" y="17970"/>
                </a:lnTo>
                <a:lnTo>
                  <a:pt x="21437" y="18026"/>
                </a:lnTo>
                <a:lnTo>
                  <a:pt x="21410" y="18026"/>
                </a:lnTo>
              </a:path>
              <a:path w="21600" h="21600">
                <a:moveTo>
                  <a:pt x="20797" y="17967"/>
                </a:moveTo>
                <a:lnTo>
                  <a:pt x="20842" y="17967"/>
                </a:lnTo>
                <a:lnTo>
                  <a:pt x="20842" y="18059"/>
                </a:lnTo>
                <a:lnTo>
                  <a:pt x="20797" y="18059"/>
                </a:lnTo>
              </a:path>
              <a:path w="21600" h="21600">
                <a:moveTo>
                  <a:pt x="19591" y="17958"/>
                </a:moveTo>
                <a:lnTo>
                  <a:pt x="19632" y="17958"/>
                </a:lnTo>
                <a:lnTo>
                  <a:pt x="19632" y="18043"/>
                </a:lnTo>
                <a:lnTo>
                  <a:pt x="19591" y="18043"/>
                </a:lnTo>
              </a:path>
              <a:path w="21600" h="21600">
                <a:moveTo>
                  <a:pt x="16877" y="17958"/>
                </a:moveTo>
                <a:lnTo>
                  <a:pt x="16919" y="17958"/>
                </a:lnTo>
                <a:lnTo>
                  <a:pt x="16919" y="18043"/>
                </a:lnTo>
                <a:lnTo>
                  <a:pt x="16877" y="18043"/>
                </a:lnTo>
              </a:path>
              <a:path w="21600" h="21600">
                <a:moveTo>
                  <a:pt x="7386" y="17958"/>
                </a:moveTo>
                <a:lnTo>
                  <a:pt x="7427" y="17958"/>
                </a:lnTo>
                <a:lnTo>
                  <a:pt x="7427" y="18043"/>
                </a:lnTo>
                <a:lnTo>
                  <a:pt x="7386" y="18043"/>
                </a:lnTo>
              </a:path>
              <a:path w="21600" h="21600">
                <a:moveTo>
                  <a:pt x="4680" y="17958"/>
                </a:moveTo>
                <a:lnTo>
                  <a:pt x="4721" y="17958"/>
                </a:lnTo>
                <a:lnTo>
                  <a:pt x="4721" y="18043"/>
                </a:lnTo>
                <a:lnTo>
                  <a:pt x="4680" y="18043"/>
                </a:lnTo>
              </a:path>
              <a:path w="21600" h="21600">
                <a:moveTo>
                  <a:pt x="1967" y="17958"/>
                </a:moveTo>
                <a:lnTo>
                  <a:pt x="2008" y="17958"/>
                </a:lnTo>
                <a:lnTo>
                  <a:pt x="2008" y="18043"/>
                </a:lnTo>
                <a:lnTo>
                  <a:pt x="1967" y="18043"/>
                </a:lnTo>
              </a:path>
              <a:path w="21600" h="21600">
                <a:moveTo>
                  <a:pt x="11759" y="17957"/>
                </a:moveTo>
                <a:lnTo>
                  <a:pt x="11803" y="17957"/>
                </a:lnTo>
                <a:lnTo>
                  <a:pt x="11803" y="18049"/>
                </a:lnTo>
                <a:lnTo>
                  <a:pt x="11759" y="18049"/>
                </a:lnTo>
              </a:path>
              <a:path w="21600" h="21600">
                <a:moveTo>
                  <a:pt x="9795" y="17957"/>
                </a:moveTo>
                <a:lnTo>
                  <a:pt x="9840" y="17957"/>
                </a:lnTo>
                <a:lnTo>
                  <a:pt x="9840" y="18049"/>
                </a:lnTo>
                <a:lnTo>
                  <a:pt x="9795" y="18049"/>
                </a:lnTo>
              </a:path>
              <a:path w="21600" h="21600">
                <a:moveTo>
                  <a:pt x="10104" y="17950"/>
                </a:moveTo>
                <a:lnTo>
                  <a:pt x="10135" y="17950"/>
                </a:lnTo>
                <a:lnTo>
                  <a:pt x="10135" y="18013"/>
                </a:lnTo>
                <a:lnTo>
                  <a:pt x="10104" y="18013"/>
                </a:lnTo>
              </a:path>
              <a:path w="21600" h="21600">
                <a:moveTo>
                  <a:pt x="20957" y="17931"/>
                </a:moveTo>
                <a:lnTo>
                  <a:pt x="20983" y="17931"/>
                </a:lnTo>
                <a:lnTo>
                  <a:pt x="20983" y="17984"/>
                </a:lnTo>
                <a:lnTo>
                  <a:pt x="20957" y="17984"/>
                </a:lnTo>
              </a:path>
              <a:path w="21600" h="21600">
                <a:moveTo>
                  <a:pt x="18244" y="17931"/>
                </a:moveTo>
                <a:lnTo>
                  <a:pt x="18270" y="17931"/>
                </a:lnTo>
                <a:lnTo>
                  <a:pt x="18270" y="17984"/>
                </a:lnTo>
                <a:lnTo>
                  <a:pt x="18244" y="17984"/>
                </a:lnTo>
              </a:path>
              <a:path w="21600" h="21600">
                <a:moveTo>
                  <a:pt x="15538" y="17931"/>
                </a:moveTo>
                <a:lnTo>
                  <a:pt x="15564" y="17931"/>
                </a:lnTo>
                <a:lnTo>
                  <a:pt x="15564" y="17984"/>
                </a:lnTo>
                <a:lnTo>
                  <a:pt x="15538" y="17984"/>
                </a:lnTo>
              </a:path>
              <a:path w="21600" h="21600">
                <a:moveTo>
                  <a:pt x="12825" y="17931"/>
                </a:moveTo>
                <a:lnTo>
                  <a:pt x="12851" y="17931"/>
                </a:lnTo>
                <a:lnTo>
                  <a:pt x="12851" y="17984"/>
                </a:lnTo>
                <a:lnTo>
                  <a:pt x="12825" y="17984"/>
                </a:lnTo>
              </a:path>
              <a:path w="21600" h="21600">
                <a:moveTo>
                  <a:pt x="6035" y="17931"/>
                </a:moveTo>
                <a:lnTo>
                  <a:pt x="6060" y="17931"/>
                </a:lnTo>
                <a:lnTo>
                  <a:pt x="6060" y="17984"/>
                </a:lnTo>
                <a:lnTo>
                  <a:pt x="6035" y="17984"/>
                </a:lnTo>
              </a:path>
              <a:path w="21600" h="21600">
                <a:moveTo>
                  <a:pt x="3329" y="17931"/>
                </a:moveTo>
                <a:lnTo>
                  <a:pt x="3355" y="17931"/>
                </a:lnTo>
                <a:lnTo>
                  <a:pt x="3355" y="17984"/>
                </a:lnTo>
                <a:lnTo>
                  <a:pt x="3329" y="17984"/>
                </a:lnTo>
              </a:path>
              <a:path w="21600" h="21600">
                <a:moveTo>
                  <a:pt x="616" y="17931"/>
                </a:moveTo>
                <a:lnTo>
                  <a:pt x="642" y="17931"/>
                </a:lnTo>
                <a:lnTo>
                  <a:pt x="642" y="17984"/>
                </a:lnTo>
                <a:lnTo>
                  <a:pt x="616" y="17984"/>
                </a:lnTo>
              </a:path>
              <a:path w="21600" h="21600">
                <a:moveTo>
                  <a:pt x="21108" y="17928"/>
                </a:moveTo>
                <a:lnTo>
                  <a:pt x="21135" y="17928"/>
                </a:lnTo>
                <a:lnTo>
                  <a:pt x="21135" y="17984"/>
                </a:lnTo>
                <a:lnTo>
                  <a:pt x="21108" y="17984"/>
                </a:lnTo>
              </a:path>
              <a:path w="21600" h="21600">
                <a:moveTo>
                  <a:pt x="3630" y="17928"/>
                </a:moveTo>
                <a:lnTo>
                  <a:pt x="3658" y="17928"/>
                </a:lnTo>
                <a:lnTo>
                  <a:pt x="3658" y="17984"/>
                </a:lnTo>
                <a:lnTo>
                  <a:pt x="3630" y="17984"/>
                </a:lnTo>
              </a:path>
              <a:path w="21600" h="21600">
                <a:moveTo>
                  <a:pt x="5729" y="17926"/>
                </a:moveTo>
                <a:lnTo>
                  <a:pt x="5762" y="17926"/>
                </a:lnTo>
                <a:lnTo>
                  <a:pt x="5762" y="17993"/>
                </a:lnTo>
                <a:lnTo>
                  <a:pt x="5729" y="17993"/>
                </a:lnTo>
              </a:path>
              <a:path w="21600" h="21600">
                <a:moveTo>
                  <a:pt x="13410" y="17924"/>
                </a:moveTo>
                <a:lnTo>
                  <a:pt x="13465" y="17924"/>
                </a:lnTo>
                <a:lnTo>
                  <a:pt x="13465" y="18036"/>
                </a:lnTo>
                <a:lnTo>
                  <a:pt x="13410" y="18036"/>
                </a:lnTo>
              </a:path>
              <a:path w="21600" h="21600">
                <a:moveTo>
                  <a:pt x="8134" y="17924"/>
                </a:moveTo>
                <a:lnTo>
                  <a:pt x="8189" y="17924"/>
                </a:lnTo>
                <a:lnTo>
                  <a:pt x="8189" y="18036"/>
                </a:lnTo>
                <a:lnTo>
                  <a:pt x="8134" y="18036"/>
                </a:lnTo>
              </a:path>
              <a:path w="21600" h="21600">
                <a:moveTo>
                  <a:pt x="16279" y="17918"/>
                </a:moveTo>
                <a:lnTo>
                  <a:pt x="16310" y="17918"/>
                </a:lnTo>
                <a:lnTo>
                  <a:pt x="16310" y="17982"/>
                </a:lnTo>
                <a:lnTo>
                  <a:pt x="16279" y="17982"/>
                </a:lnTo>
              </a:path>
              <a:path w="21600" h="21600">
                <a:moveTo>
                  <a:pt x="5289" y="17918"/>
                </a:moveTo>
                <a:lnTo>
                  <a:pt x="5320" y="17918"/>
                </a:lnTo>
                <a:lnTo>
                  <a:pt x="5320" y="17982"/>
                </a:lnTo>
                <a:lnTo>
                  <a:pt x="5289" y="17982"/>
                </a:lnTo>
              </a:path>
              <a:path w="21600" h="21600">
                <a:moveTo>
                  <a:pt x="19290" y="17917"/>
                </a:moveTo>
                <a:lnTo>
                  <a:pt x="19329" y="17917"/>
                </a:lnTo>
                <a:lnTo>
                  <a:pt x="19329" y="17998"/>
                </a:lnTo>
                <a:lnTo>
                  <a:pt x="19290" y="17998"/>
                </a:lnTo>
              </a:path>
              <a:path w="21600" h="21600">
                <a:moveTo>
                  <a:pt x="13871" y="17917"/>
                </a:moveTo>
                <a:lnTo>
                  <a:pt x="13910" y="17917"/>
                </a:lnTo>
                <a:lnTo>
                  <a:pt x="13910" y="17998"/>
                </a:lnTo>
                <a:lnTo>
                  <a:pt x="13871" y="17998"/>
                </a:lnTo>
              </a:path>
              <a:path w="21600" h="21600">
                <a:moveTo>
                  <a:pt x="7688" y="17917"/>
                </a:moveTo>
                <a:lnTo>
                  <a:pt x="7728" y="17917"/>
                </a:lnTo>
                <a:lnTo>
                  <a:pt x="7728" y="17998"/>
                </a:lnTo>
                <a:lnTo>
                  <a:pt x="7688" y="17998"/>
                </a:lnTo>
              </a:path>
              <a:path w="21600" h="21600">
                <a:moveTo>
                  <a:pt x="2270" y="17917"/>
                </a:moveTo>
                <a:lnTo>
                  <a:pt x="2309" y="17917"/>
                </a:lnTo>
                <a:lnTo>
                  <a:pt x="2309" y="17998"/>
                </a:lnTo>
                <a:lnTo>
                  <a:pt x="2270" y="17998"/>
                </a:lnTo>
              </a:path>
              <a:path w="21600" h="21600">
                <a:moveTo>
                  <a:pt x="17034" y="17902"/>
                </a:moveTo>
                <a:lnTo>
                  <a:pt x="17065" y="17902"/>
                </a:lnTo>
                <a:lnTo>
                  <a:pt x="17065" y="17965"/>
                </a:lnTo>
                <a:lnTo>
                  <a:pt x="17034" y="17965"/>
                </a:lnTo>
              </a:path>
              <a:path w="21600" h="21600">
                <a:moveTo>
                  <a:pt x="11615" y="17902"/>
                </a:moveTo>
                <a:lnTo>
                  <a:pt x="11646" y="17902"/>
                </a:lnTo>
                <a:lnTo>
                  <a:pt x="11646" y="17965"/>
                </a:lnTo>
                <a:lnTo>
                  <a:pt x="11615" y="17965"/>
                </a:lnTo>
              </a:path>
              <a:path w="21600" h="21600">
                <a:moveTo>
                  <a:pt x="9953" y="17902"/>
                </a:moveTo>
                <a:lnTo>
                  <a:pt x="9984" y="17902"/>
                </a:lnTo>
                <a:lnTo>
                  <a:pt x="9984" y="17965"/>
                </a:lnTo>
                <a:lnTo>
                  <a:pt x="9953" y="17965"/>
                </a:lnTo>
              </a:path>
              <a:path w="21600" h="21600">
                <a:moveTo>
                  <a:pt x="4534" y="17902"/>
                </a:moveTo>
                <a:lnTo>
                  <a:pt x="4565" y="17902"/>
                </a:lnTo>
                <a:lnTo>
                  <a:pt x="4565" y="17965"/>
                </a:lnTo>
                <a:lnTo>
                  <a:pt x="4534" y="17965"/>
                </a:lnTo>
              </a:path>
              <a:path w="21600" h="21600">
                <a:moveTo>
                  <a:pt x="18095" y="17891"/>
                </a:moveTo>
                <a:lnTo>
                  <a:pt x="18117" y="17891"/>
                </a:lnTo>
                <a:lnTo>
                  <a:pt x="18117" y="17936"/>
                </a:lnTo>
                <a:lnTo>
                  <a:pt x="18095" y="17936"/>
                </a:lnTo>
              </a:path>
              <a:path w="21600" h="21600">
                <a:moveTo>
                  <a:pt x="1371" y="17891"/>
                </a:moveTo>
                <a:lnTo>
                  <a:pt x="1397" y="17891"/>
                </a:lnTo>
                <a:lnTo>
                  <a:pt x="1397" y="17943"/>
                </a:lnTo>
                <a:lnTo>
                  <a:pt x="1371" y="17943"/>
                </a:lnTo>
              </a:path>
              <a:path w="21600" h="21600">
                <a:moveTo>
                  <a:pt x="17639" y="17877"/>
                </a:moveTo>
                <a:lnTo>
                  <a:pt x="17668" y="17877"/>
                </a:lnTo>
                <a:lnTo>
                  <a:pt x="17668" y="17937"/>
                </a:lnTo>
                <a:lnTo>
                  <a:pt x="17639" y="17937"/>
                </a:lnTo>
              </a:path>
              <a:path w="21600" h="21600">
                <a:moveTo>
                  <a:pt x="14933" y="17877"/>
                </a:moveTo>
                <a:lnTo>
                  <a:pt x="14962" y="17877"/>
                </a:lnTo>
                <a:lnTo>
                  <a:pt x="14962" y="17937"/>
                </a:lnTo>
                <a:lnTo>
                  <a:pt x="14933" y="17937"/>
                </a:lnTo>
              </a:path>
              <a:path w="21600" h="21600">
                <a:moveTo>
                  <a:pt x="12219" y="17877"/>
                </a:moveTo>
                <a:lnTo>
                  <a:pt x="12249" y="17877"/>
                </a:lnTo>
                <a:lnTo>
                  <a:pt x="12249" y="17937"/>
                </a:lnTo>
                <a:lnTo>
                  <a:pt x="12219" y="17937"/>
                </a:lnTo>
              </a:path>
              <a:path w="21600" h="21600">
                <a:moveTo>
                  <a:pt x="9350" y="17877"/>
                </a:moveTo>
                <a:lnTo>
                  <a:pt x="9379" y="17877"/>
                </a:lnTo>
                <a:lnTo>
                  <a:pt x="9379" y="17937"/>
                </a:lnTo>
                <a:lnTo>
                  <a:pt x="9350" y="17937"/>
                </a:lnTo>
              </a:path>
              <a:path w="21600" h="21600">
                <a:moveTo>
                  <a:pt x="3931" y="17877"/>
                </a:moveTo>
                <a:lnTo>
                  <a:pt x="3960" y="17877"/>
                </a:lnTo>
                <a:lnTo>
                  <a:pt x="3960" y="17937"/>
                </a:lnTo>
                <a:lnTo>
                  <a:pt x="3931" y="17937"/>
                </a:lnTo>
              </a:path>
              <a:path w="21600" h="21600">
                <a:moveTo>
                  <a:pt x="1218" y="17877"/>
                </a:moveTo>
                <a:lnTo>
                  <a:pt x="1247" y="17877"/>
                </a:lnTo>
                <a:lnTo>
                  <a:pt x="1247" y="17937"/>
                </a:lnTo>
                <a:lnTo>
                  <a:pt x="1218" y="17937"/>
                </a:lnTo>
              </a:path>
              <a:path w="21600" h="21600">
                <a:moveTo>
                  <a:pt x="14470" y="17868"/>
                </a:moveTo>
                <a:lnTo>
                  <a:pt x="14518" y="17868"/>
                </a:lnTo>
                <a:lnTo>
                  <a:pt x="14518" y="17967"/>
                </a:lnTo>
                <a:lnTo>
                  <a:pt x="14470" y="17967"/>
                </a:lnTo>
              </a:path>
              <a:path w="21600" h="21600">
                <a:moveTo>
                  <a:pt x="7080" y="17868"/>
                </a:moveTo>
                <a:lnTo>
                  <a:pt x="7129" y="17868"/>
                </a:lnTo>
                <a:lnTo>
                  <a:pt x="7129" y="17967"/>
                </a:lnTo>
                <a:lnTo>
                  <a:pt x="7080" y="17967"/>
                </a:lnTo>
              </a:path>
              <a:path w="21600" h="21600">
                <a:moveTo>
                  <a:pt x="15382" y="17867"/>
                </a:moveTo>
                <a:lnTo>
                  <a:pt x="15418" y="17867"/>
                </a:lnTo>
                <a:lnTo>
                  <a:pt x="15418" y="17941"/>
                </a:lnTo>
                <a:lnTo>
                  <a:pt x="15382" y="17941"/>
                </a:lnTo>
              </a:path>
              <a:path w="21600" h="21600">
                <a:moveTo>
                  <a:pt x="20050" y="17860"/>
                </a:moveTo>
                <a:lnTo>
                  <a:pt x="20079" y="17860"/>
                </a:lnTo>
                <a:lnTo>
                  <a:pt x="20079" y="17920"/>
                </a:lnTo>
                <a:lnTo>
                  <a:pt x="20050" y="17920"/>
                </a:lnTo>
              </a:path>
              <a:path w="21600" h="21600">
                <a:moveTo>
                  <a:pt x="17337" y="17860"/>
                </a:moveTo>
                <a:lnTo>
                  <a:pt x="17366" y="17860"/>
                </a:lnTo>
                <a:lnTo>
                  <a:pt x="17366" y="17920"/>
                </a:lnTo>
                <a:lnTo>
                  <a:pt x="17337" y="17920"/>
                </a:lnTo>
              </a:path>
              <a:path w="21600" h="21600">
                <a:moveTo>
                  <a:pt x="11917" y="17860"/>
                </a:moveTo>
                <a:lnTo>
                  <a:pt x="11947" y="17860"/>
                </a:lnTo>
                <a:lnTo>
                  <a:pt x="11947" y="17920"/>
                </a:lnTo>
                <a:lnTo>
                  <a:pt x="11917" y="17920"/>
                </a:lnTo>
              </a:path>
              <a:path w="21600" h="21600">
                <a:moveTo>
                  <a:pt x="9652" y="17860"/>
                </a:moveTo>
                <a:lnTo>
                  <a:pt x="9681" y="17860"/>
                </a:lnTo>
                <a:lnTo>
                  <a:pt x="9681" y="17920"/>
                </a:lnTo>
                <a:lnTo>
                  <a:pt x="9652" y="17920"/>
                </a:lnTo>
              </a:path>
              <a:path w="21600" h="21600">
                <a:moveTo>
                  <a:pt x="6939" y="17860"/>
                </a:moveTo>
                <a:lnTo>
                  <a:pt x="6968" y="17860"/>
                </a:lnTo>
                <a:lnTo>
                  <a:pt x="6968" y="17920"/>
                </a:lnTo>
                <a:lnTo>
                  <a:pt x="6939" y="17920"/>
                </a:lnTo>
              </a:path>
              <a:path w="21600" h="21600">
                <a:moveTo>
                  <a:pt x="4233" y="17860"/>
                </a:moveTo>
                <a:lnTo>
                  <a:pt x="4262" y="17860"/>
                </a:lnTo>
                <a:lnTo>
                  <a:pt x="4262" y="17920"/>
                </a:lnTo>
                <a:lnTo>
                  <a:pt x="4233" y="17920"/>
                </a:lnTo>
              </a:path>
              <a:path w="21600" h="21600">
                <a:moveTo>
                  <a:pt x="1520" y="17860"/>
                </a:moveTo>
                <a:lnTo>
                  <a:pt x="1549" y="17860"/>
                </a:lnTo>
                <a:lnTo>
                  <a:pt x="1549" y="17920"/>
                </a:lnTo>
                <a:lnTo>
                  <a:pt x="1520" y="17920"/>
                </a:lnTo>
              </a:path>
              <a:path w="21600" h="21600">
                <a:moveTo>
                  <a:pt x="1058" y="17844"/>
                </a:moveTo>
                <a:lnTo>
                  <a:pt x="1105" y="17844"/>
                </a:lnTo>
                <a:lnTo>
                  <a:pt x="1105" y="17940"/>
                </a:lnTo>
                <a:lnTo>
                  <a:pt x="1058" y="17940"/>
                </a:lnTo>
              </a:path>
              <a:path w="21600" h="21600">
                <a:moveTo>
                  <a:pt x="20196" y="17840"/>
                </a:moveTo>
                <a:lnTo>
                  <a:pt x="20234" y="17840"/>
                </a:lnTo>
                <a:lnTo>
                  <a:pt x="20234" y="17918"/>
                </a:lnTo>
                <a:lnTo>
                  <a:pt x="20196" y="17918"/>
                </a:lnTo>
              </a:path>
              <a:path w="21600" h="21600">
                <a:moveTo>
                  <a:pt x="14777" y="17840"/>
                </a:moveTo>
                <a:lnTo>
                  <a:pt x="14815" y="17840"/>
                </a:lnTo>
                <a:lnTo>
                  <a:pt x="14815" y="17918"/>
                </a:lnTo>
                <a:lnTo>
                  <a:pt x="14777" y="17918"/>
                </a:lnTo>
              </a:path>
              <a:path w="21600" h="21600">
                <a:moveTo>
                  <a:pt x="9497" y="17840"/>
                </a:moveTo>
                <a:lnTo>
                  <a:pt x="9535" y="17840"/>
                </a:lnTo>
                <a:lnTo>
                  <a:pt x="9535" y="17918"/>
                </a:lnTo>
                <a:lnTo>
                  <a:pt x="9497" y="17918"/>
                </a:lnTo>
              </a:path>
              <a:path w="21600" h="21600">
                <a:moveTo>
                  <a:pt x="6784" y="17840"/>
                </a:moveTo>
                <a:lnTo>
                  <a:pt x="6821" y="17840"/>
                </a:lnTo>
                <a:lnTo>
                  <a:pt x="6821" y="17918"/>
                </a:lnTo>
                <a:lnTo>
                  <a:pt x="6784" y="17918"/>
                </a:lnTo>
              </a:path>
              <a:path w="21600" h="21600">
                <a:moveTo>
                  <a:pt x="4078" y="17840"/>
                </a:moveTo>
                <a:lnTo>
                  <a:pt x="4116" y="17840"/>
                </a:lnTo>
                <a:lnTo>
                  <a:pt x="4116" y="17918"/>
                </a:lnTo>
                <a:lnTo>
                  <a:pt x="4078" y="17918"/>
                </a:lnTo>
              </a:path>
              <a:path w="21600" h="21600">
                <a:moveTo>
                  <a:pt x="14179" y="17824"/>
                </a:moveTo>
                <a:lnTo>
                  <a:pt x="14206" y="17824"/>
                </a:lnTo>
                <a:lnTo>
                  <a:pt x="14206" y="17880"/>
                </a:lnTo>
                <a:lnTo>
                  <a:pt x="14179" y="17880"/>
                </a:lnTo>
              </a:path>
              <a:path w="21600" h="21600">
                <a:moveTo>
                  <a:pt x="4381" y="17813"/>
                </a:moveTo>
                <a:lnTo>
                  <a:pt x="4417" y="17813"/>
                </a:lnTo>
                <a:lnTo>
                  <a:pt x="4417" y="17887"/>
                </a:lnTo>
                <a:lnTo>
                  <a:pt x="4381" y="17887"/>
                </a:lnTo>
              </a:path>
              <a:path w="21600" h="21600">
                <a:moveTo>
                  <a:pt x="1664" y="17809"/>
                </a:moveTo>
                <a:lnTo>
                  <a:pt x="1707" y="17809"/>
                </a:lnTo>
                <a:lnTo>
                  <a:pt x="1707" y="17898"/>
                </a:lnTo>
                <a:lnTo>
                  <a:pt x="1664" y="17898"/>
                </a:lnTo>
              </a:path>
              <a:path w="21600" h="21600">
                <a:moveTo>
                  <a:pt x="10410" y="17801"/>
                </a:moveTo>
                <a:lnTo>
                  <a:pt x="10433" y="17801"/>
                </a:lnTo>
                <a:lnTo>
                  <a:pt x="10433" y="17847"/>
                </a:lnTo>
                <a:lnTo>
                  <a:pt x="10410" y="17847"/>
                </a:lnTo>
              </a:path>
              <a:path w="21600" h="21600">
                <a:moveTo>
                  <a:pt x="3179" y="17792"/>
                </a:moveTo>
                <a:lnTo>
                  <a:pt x="3203" y="17792"/>
                </a:lnTo>
                <a:lnTo>
                  <a:pt x="3203" y="17841"/>
                </a:lnTo>
                <a:lnTo>
                  <a:pt x="3179" y="17841"/>
                </a:lnTo>
              </a:path>
              <a:path w="21600" h="21600">
                <a:moveTo>
                  <a:pt x="17188" y="17789"/>
                </a:moveTo>
                <a:lnTo>
                  <a:pt x="17212" y="17789"/>
                </a:lnTo>
                <a:lnTo>
                  <a:pt x="17212" y="17838"/>
                </a:lnTo>
                <a:lnTo>
                  <a:pt x="17188" y="17838"/>
                </a:lnTo>
              </a:path>
              <a:path w="21600" h="21600">
                <a:moveTo>
                  <a:pt x="20650" y="17785"/>
                </a:moveTo>
                <a:lnTo>
                  <a:pt x="20686" y="17785"/>
                </a:lnTo>
                <a:lnTo>
                  <a:pt x="20686" y="17859"/>
                </a:lnTo>
                <a:lnTo>
                  <a:pt x="20650" y="17859"/>
                </a:lnTo>
              </a:path>
              <a:path w="21600" h="21600">
                <a:moveTo>
                  <a:pt x="19140" y="17785"/>
                </a:moveTo>
                <a:lnTo>
                  <a:pt x="19177" y="17785"/>
                </a:lnTo>
                <a:lnTo>
                  <a:pt x="19177" y="17859"/>
                </a:lnTo>
                <a:lnTo>
                  <a:pt x="19140" y="17859"/>
                </a:lnTo>
              </a:path>
              <a:path w="21600" h="21600">
                <a:moveTo>
                  <a:pt x="18692" y="17785"/>
                </a:moveTo>
                <a:lnTo>
                  <a:pt x="18728" y="17785"/>
                </a:lnTo>
                <a:lnTo>
                  <a:pt x="18728" y="17859"/>
                </a:lnTo>
                <a:lnTo>
                  <a:pt x="18692" y="17859"/>
                </a:lnTo>
              </a:path>
              <a:path w="21600" h="21600">
                <a:moveTo>
                  <a:pt x="18390" y="17785"/>
                </a:moveTo>
                <a:lnTo>
                  <a:pt x="18426" y="17785"/>
                </a:lnTo>
                <a:lnTo>
                  <a:pt x="18426" y="17859"/>
                </a:lnTo>
                <a:lnTo>
                  <a:pt x="18390" y="17859"/>
                </a:lnTo>
              </a:path>
              <a:path w="21600" h="21600">
                <a:moveTo>
                  <a:pt x="17937" y="17785"/>
                </a:moveTo>
                <a:lnTo>
                  <a:pt x="17973" y="17785"/>
                </a:lnTo>
                <a:lnTo>
                  <a:pt x="17973" y="17859"/>
                </a:lnTo>
                <a:lnTo>
                  <a:pt x="17937" y="17859"/>
                </a:lnTo>
              </a:path>
              <a:path w="21600" h="21600">
                <a:moveTo>
                  <a:pt x="16427" y="17785"/>
                </a:moveTo>
                <a:lnTo>
                  <a:pt x="16463" y="17785"/>
                </a:lnTo>
                <a:lnTo>
                  <a:pt x="16463" y="17859"/>
                </a:lnTo>
                <a:lnTo>
                  <a:pt x="16427" y="17859"/>
                </a:lnTo>
              </a:path>
              <a:path w="21600" h="21600">
                <a:moveTo>
                  <a:pt x="15986" y="17785"/>
                </a:moveTo>
                <a:lnTo>
                  <a:pt x="16022" y="17785"/>
                </a:lnTo>
                <a:lnTo>
                  <a:pt x="16022" y="17859"/>
                </a:lnTo>
                <a:lnTo>
                  <a:pt x="15986" y="17859"/>
                </a:lnTo>
              </a:path>
              <a:path w="21600" h="21600">
                <a:moveTo>
                  <a:pt x="15684" y="17785"/>
                </a:moveTo>
                <a:lnTo>
                  <a:pt x="15720" y="17785"/>
                </a:lnTo>
                <a:lnTo>
                  <a:pt x="15720" y="17859"/>
                </a:lnTo>
                <a:lnTo>
                  <a:pt x="15684" y="17859"/>
                </a:lnTo>
              </a:path>
              <a:path w="21600" h="21600">
                <a:moveTo>
                  <a:pt x="15231" y="17785"/>
                </a:moveTo>
                <a:lnTo>
                  <a:pt x="15267" y="17785"/>
                </a:lnTo>
                <a:lnTo>
                  <a:pt x="15267" y="17859"/>
                </a:lnTo>
                <a:lnTo>
                  <a:pt x="15231" y="17859"/>
                </a:lnTo>
              </a:path>
              <a:path w="21600" h="21600">
                <a:moveTo>
                  <a:pt x="13721" y="17785"/>
                </a:moveTo>
                <a:lnTo>
                  <a:pt x="13758" y="17785"/>
                </a:lnTo>
                <a:lnTo>
                  <a:pt x="13758" y="17859"/>
                </a:lnTo>
                <a:lnTo>
                  <a:pt x="13721" y="17859"/>
                </a:lnTo>
              </a:path>
              <a:path w="21600" h="21600">
                <a:moveTo>
                  <a:pt x="13273" y="17785"/>
                </a:moveTo>
                <a:lnTo>
                  <a:pt x="13309" y="17785"/>
                </a:lnTo>
                <a:lnTo>
                  <a:pt x="13309" y="17859"/>
                </a:lnTo>
                <a:lnTo>
                  <a:pt x="13273" y="17859"/>
                </a:lnTo>
              </a:path>
              <a:path w="21600" h="21600">
                <a:moveTo>
                  <a:pt x="12971" y="17785"/>
                </a:moveTo>
                <a:lnTo>
                  <a:pt x="13007" y="17785"/>
                </a:lnTo>
                <a:lnTo>
                  <a:pt x="13007" y="17859"/>
                </a:lnTo>
                <a:lnTo>
                  <a:pt x="12971" y="17859"/>
                </a:lnTo>
              </a:path>
              <a:path w="21600" h="21600">
                <a:moveTo>
                  <a:pt x="12518" y="17785"/>
                </a:moveTo>
                <a:lnTo>
                  <a:pt x="12554" y="17785"/>
                </a:lnTo>
                <a:lnTo>
                  <a:pt x="12554" y="17859"/>
                </a:lnTo>
                <a:lnTo>
                  <a:pt x="12518" y="17859"/>
                </a:lnTo>
              </a:path>
              <a:path w="21600" h="21600">
                <a:moveTo>
                  <a:pt x="11008" y="17785"/>
                </a:moveTo>
                <a:lnTo>
                  <a:pt x="11044" y="17785"/>
                </a:lnTo>
                <a:lnTo>
                  <a:pt x="11044" y="17859"/>
                </a:lnTo>
                <a:lnTo>
                  <a:pt x="11008" y="17859"/>
                </a:lnTo>
              </a:path>
              <a:path w="21600" h="21600">
                <a:moveTo>
                  <a:pt x="9045" y="17785"/>
                </a:moveTo>
                <a:lnTo>
                  <a:pt x="9081" y="17785"/>
                </a:lnTo>
                <a:lnTo>
                  <a:pt x="9081" y="17859"/>
                </a:lnTo>
                <a:lnTo>
                  <a:pt x="9045" y="17859"/>
                </a:lnTo>
              </a:path>
              <a:path w="21600" h="21600">
                <a:moveTo>
                  <a:pt x="8592" y="17785"/>
                </a:moveTo>
                <a:lnTo>
                  <a:pt x="8628" y="17785"/>
                </a:lnTo>
                <a:lnTo>
                  <a:pt x="8628" y="17859"/>
                </a:lnTo>
                <a:lnTo>
                  <a:pt x="8592" y="17859"/>
                </a:lnTo>
              </a:path>
              <a:path w="21600" h="21600">
                <a:moveTo>
                  <a:pt x="8290" y="17785"/>
                </a:moveTo>
                <a:lnTo>
                  <a:pt x="8326" y="17785"/>
                </a:lnTo>
                <a:lnTo>
                  <a:pt x="8326" y="17859"/>
                </a:lnTo>
                <a:lnTo>
                  <a:pt x="8290" y="17859"/>
                </a:lnTo>
              </a:path>
              <a:path w="21600" h="21600">
                <a:moveTo>
                  <a:pt x="7841" y="17785"/>
                </a:moveTo>
                <a:lnTo>
                  <a:pt x="7877" y="17785"/>
                </a:lnTo>
                <a:lnTo>
                  <a:pt x="7877" y="17859"/>
                </a:lnTo>
                <a:lnTo>
                  <a:pt x="7841" y="17859"/>
                </a:lnTo>
              </a:path>
              <a:path w="21600" h="21600">
                <a:moveTo>
                  <a:pt x="6331" y="17785"/>
                </a:moveTo>
                <a:lnTo>
                  <a:pt x="6368" y="17785"/>
                </a:lnTo>
                <a:lnTo>
                  <a:pt x="6368" y="17859"/>
                </a:lnTo>
                <a:lnTo>
                  <a:pt x="6331" y="17859"/>
                </a:lnTo>
              </a:path>
              <a:path w="21600" h="21600">
                <a:moveTo>
                  <a:pt x="5879" y="17785"/>
                </a:moveTo>
                <a:lnTo>
                  <a:pt x="5915" y="17785"/>
                </a:lnTo>
                <a:lnTo>
                  <a:pt x="5915" y="17859"/>
                </a:lnTo>
                <a:lnTo>
                  <a:pt x="5879" y="17859"/>
                </a:lnTo>
              </a:path>
              <a:path w="21600" h="21600">
                <a:moveTo>
                  <a:pt x="5577" y="17785"/>
                </a:moveTo>
                <a:lnTo>
                  <a:pt x="5613" y="17785"/>
                </a:lnTo>
                <a:lnTo>
                  <a:pt x="5613" y="17859"/>
                </a:lnTo>
                <a:lnTo>
                  <a:pt x="5577" y="17859"/>
                </a:lnTo>
              </a:path>
              <a:path w="21600" h="21600">
                <a:moveTo>
                  <a:pt x="5136" y="17785"/>
                </a:moveTo>
                <a:lnTo>
                  <a:pt x="5172" y="17785"/>
                </a:lnTo>
                <a:lnTo>
                  <a:pt x="5172" y="17859"/>
                </a:lnTo>
                <a:lnTo>
                  <a:pt x="5136" y="17859"/>
                </a:lnTo>
              </a:path>
              <a:path w="21600" h="21600">
                <a:moveTo>
                  <a:pt x="2422" y="17785"/>
                </a:moveTo>
                <a:lnTo>
                  <a:pt x="2459" y="17785"/>
                </a:lnTo>
                <a:lnTo>
                  <a:pt x="2459" y="17859"/>
                </a:lnTo>
                <a:lnTo>
                  <a:pt x="2422" y="17859"/>
                </a:lnTo>
              </a:path>
              <a:path w="21600" h="21600">
                <a:moveTo>
                  <a:pt x="913" y="17785"/>
                </a:moveTo>
                <a:lnTo>
                  <a:pt x="949" y="17785"/>
                </a:lnTo>
                <a:lnTo>
                  <a:pt x="949" y="17859"/>
                </a:lnTo>
                <a:lnTo>
                  <a:pt x="913" y="17859"/>
                </a:lnTo>
              </a:path>
              <a:path w="21600" h="21600">
                <a:moveTo>
                  <a:pt x="460" y="17785"/>
                </a:moveTo>
                <a:lnTo>
                  <a:pt x="496" y="17785"/>
                </a:lnTo>
                <a:lnTo>
                  <a:pt x="496" y="17859"/>
                </a:lnTo>
                <a:lnTo>
                  <a:pt x="460" y="17859"/>
                </a:lnTo>
              </a:path>
              <a:path w="21600" h="21600">
                <a:moveTo>
                  <a:pt x="158" y="17785"/>
                </a:moveTo>
                <a:lnTo>
                  <a:pt x="194" y="17785"/>
                </a:lnTo>
                <a:lnTo>
                  <a:pt x="194" y="17859"/>
                </a:lnTo>
                <a:lnTo>
                  <a:pt x="158" y="17859"/>
                </a:lnTo>
              </a:path>
              <a:path w="21600" h="21600">
                <a:moveTo>
                  <a:pt x="2868" y="17776"/>
                </a:moveTo>
                <a:lnTo>
                  <a:pt x="2910" y="17776"/>
                </a:lnTo>
                <a:lnTo>
                  <a:pt x="2910" y="17861"/>
                </a:lnTo>
                <a:lnTo>
                  <a:pt x="2868" y="17861"/>
                </a:lnTo>
              </a:path>
              <a:path w="21600" h="21600">
                <a:moveTo>
                  <a:pt x="16732" y="17773"/>
                </a:moveTo>
                <a:lnTo>
                  <a:pt x="16763" y="17773"/>
                </a:lnTo>
                <a:lnTo>
                  <a:pt x="16763" y="17836"/>
                </a:lnTo>
                <a:lnTo>
                  <a:pt x="16732" y="17836"/>
                </a:lnTo>
              </a:path>
              <a:path w="21600" h="21600">
                <a:moveTo>
                  <a:pt x="14026" y="17773"/>
                </a:moveTo>
                <a:lnTo>
                  <a:pt x="14057" y="17773"/>
                </a:lnTo>
                <a:lnTo>
                  <a:pt x="14057" y="17836"/>
                </a:lnTo>
                <a:lnTo>
                  <a:pt x="14026" y="17836"/>
                </a:lnTo>
              </a:path>
              <a:path w="21600" h="21600">
                <a:moveTo>
                  <a:pt x="11313" y="17773"/>
                </a:moveTo>
                <a:lnTo>
                  <a:pt x="11344" y="17773"/>
                </a:lnTo>
                <a:lnTo>
                  <a:pt x="11344" y="17836"/>
                </a:lnTo>
                <a:lnTo>
                  <a:pt x="11313" y="17836"/>
                </a:lnTo>
              </a:path>
              <a:path w="21600" h="21600">
                <a:moveTo>
                  <a:pt x="10255" y="17773"/>
                </a:moveTo>
                <a:lnTo>
                  <a:pt x="10286" y="17773"/>
                </a:lnTo>
                <a:lnTo>
                  <a:pt x="10286" y="17836"/>
                </a:lnTo>
                <a:lnTo>
                  <a:pt x="10255" y="17836"/>
                </a:lnTo>
              </a:path>
              <a:path w="21600" h="21600">
                <a:moveTo>
                  <a:pt x="7542" y="17773"/>
                </a:moveTo>
                <a:lnTo>
                  <a:pt x="7573" y="17773"/>
                </a:lnTo>
                <a:lnTo>
                  <a:pt x="7573" y="17836"/>
                </a:lnTo>
                <a:lnTo>
                  <a:pt x="7542" y="17836"/>
                </a:lnTo>
              </a:path>
              <a:path w="21600" h="21600">
                <a:moveTo>
                  <a:pt x="4836" y="17773"/>
                </a:moveTo>
                <a:lnTo>
                  <a:pt x="4867" y="17773"/>
                </a:lnTo>
                <a:lnTo>
                  <a:pt x="4867" y="17836"/>
                </a:lnTo>
                <a:lnTo>
                  <a:pt x="4836" y="17836"/>
                </a:lnTo>
              </a:path>
              <a:path w="21600" h="21600">
                <a:moveTo>
                  <a:pt x="2123" y="17773"/>
                </a:moveTo>
                <a:lnTo>
                  <a:pt x="2154" y="17773"/>
                </a:lnTo>
                <a:lnTo>
                  <a:pt x="2154" y="17836"/>
                </a:lnTo>
                <a:lnTo>
                  <a:pt x="2123" y="17836"/>
                </a:lnTo>
              </a:path>
              <a:path w="21600" h="21600">
                <a:moveTo>
                  <a:pt x="12671" y="17766"/>
                </a:moveTo>
                <a:lnTo>
                  <a:pt x="12703" y="17766"/>
                </a:lnTo>
                <a:lnTo>
                  <a:pt x="12703" y="17833"/>
                </a:lnTo>
                <a:lnTo>
                  <a:pt x="12671" y="17833"/>
                </a:lnTo>
              </a:path>
              <a:path w="21600" h="21600">
                <a:moveTo>
                  <a:pt x="8895" y="17766"/>
                </a:moveTo>
                <a:lnTo>
                  <a:pt x="8928" y="17766"/>
                </a:lnTo>
                <a:lnTo>
                  <a:pt x="8928" y="17833"/>
                </a:lnTo>
                <a:lnTo>
                  <a:pt x="8895" y="17833"/>
                </a:lnTo>
              </a:path>
              <a:path w="21600" h="21600">
                <a:moveTo>
                  <a:pt x="3477" y="17766"/>
                </a:moveTo>
                <a:lnTo>
                  <a:pt x="3509" y="17766"/>
                </a:lnTo>
                <a:lnTo>
                  <a:pt x="3509" y="17833"/>
                </a:lnTo>
                <a:lnTo>
                  <a:pt x="3477" y="17833"/>
                </a:lnTo>
              </a:path>
              <a:path w="21600" h="21600">
                <a:moveTo>
                  <a:pt x="20958" y="17745"/>
                </a:moveTo>
                <a:lnTo>
                  <a:pt x="20982" y="17745"/>
                </a:lnTo>
                <a:lnTo>
                  <a:pt x="20982" y="17794"/>
                </a:lnTo>
                <a:lnTo>
                  <a:pt x="20958" y="17794"/>
                </a:lnTo>
              </a:path>
              <a:path w="21600" h="21600">
                <a:moveTo>
                  <a:pt x="18245" y="17745"/>
                </a:moveTo>
                <a:lnTo>
                  <a:pt x="18269" y="17745"/>
                </a:lnTo>
                <a:lnTo>
                  <a:pt x="18269" y="17794"/>
                </a:lnTo>
                <a:lnTo>
                  <a:pt x="18245" y="17794"/>
                </a:lnTo>
              </a:path>
              <a:path w="21600" h="21600">
                <a:moveTo>
                  <a:pt x="15539" y="17745"/>
                </a:moveTo>
                <a:lnTo>
                  <a:pt x="15563" y="17745"/>
                </a:lnTo>
                <a:lnTo>
                  <a:pt x="15563" y="17794"/>
                </a:lnTo>
                <a:lnTo>
                  <a:pt x="15539" y="17794"/>
                </a:lnTo>
              </a:path>
              <a:path w="21600" h="21600">
                <a:moveTo>
                  <a:pt x="12826" y="17745"/>
                </a:moveTo>
                <a:lnTo>
                  <a:pt x="12850" y="17745"/>
                </a:lnTo>
                <a:lnTo>
                  <a:pt x="12850" y="17794"/>
                </a:lnTo>
                <a:lnTo>
                  <a:pt x="12826" y="17794"/>
                </a:lnTo>
              </a:path>
              <a:path w="21600" h="21600">
                <a:moveTo>
                  <a:pt x="6036" y="17745"/>
                </a:moveTo>
                <a:lnTo>
                  <a:pt x="6060" y="17745"/>
                </a:lnTo>
                <a:lnTo>
                  <a:pt x="6060" y="17794"/>
                </a:lnTo>
                <a:lnTo>
                  <a:pt x="6036" y="17794"/>
                </a:lnTo>
              </a:path>
              <a:path w="21600" h="21600">
                <a:moveTo>
                  <a:pt x="3330" y="17745"/>
                </a:moveTo>
                <a:lnTo>
                  <a:pt x="3354" y="17745"/>
                </a:lnTo>
                <a:lnTo>
                  <a:pt x="3354" y="17794"/>
                </a:lnTo>
                <a:lnTo>
                  <a:pt x="3330" y="17794"/>
                </a:lnTo>
              </a:path>
              <a:path w="21600" h="21600">
                <a:moveTo>
                  <a:pt x="617" y="17745"/>
                </a:moveTo>
                <a:lnTo>
                  <a:pt x="641" y="17745"/>
                </a:lnTo>
                <a:lnTo>
                  <a:pt x="641" y="17794"/>
                </a:lnTo>
                <a:lnTo>
                  <a:pt x="617" y="17794"/>
                </a:lnTo>
              </a:path>
              <a:path w="21600" h="21600">
                <a:moveTo>
                  <a:pt x="21252" y="17721"/>
                </a:moveTo>
                <a:lnTo>
                  <a:pt x="21292" y="17721"/>
                </a:lnTo>
                <a:lnTo>
                  <a:pt x="21292" y="17802"/>
                </a:lnTo>
                <a:lnTo>
                  <a:pt x="21252" y="17802"/>
                </a:lnTo>
              </a:path>
              <a:path w="21600" h="21600">
                <a:moveTo>
                  <a:pt x="18539" y="17721"/>
                </a:moveTo>
                <a:lnTo>
                  <a:pt x="18579" y="17721"/>
                </a:lnTo>
                <a:lnTo>
                  <a:pt x="18579" y="17802"/>
                </a:lnTo>
                <a:lnTo>
                  <a:pt x="18539" y="17802"/>
                </a:lnTo>
              </a:path>
              <a:path w="21600" h="21600">
                <a:moveTo>
                  <a:pt x="15833" y="17721"/>
                </a:moveTo>
                <a:lnTo>
                  <a:pt x="15873" y="17721"/>
                </a:lnTo>
                <a:lnTo>
                  <a:pt x="15873" y="17802"/>
                </a:lnTo>
                <a:lnTo>
                  <a:pt x="15833" y="17802"/>
                </a:lnTo>
              </a:path>
              <a:path w="21600" h="21600">
                <a:moveTo>
                  <a:pt x="13120" y="17721"/>
                </a:moveTo>
                <a:lnTo>
                  <a:pt x="13160" y="17721"/>
                </a:lnTo>
                <a:lnTo>
                  <a:pt x="13160" y="17802"/>
                </a:lnTo>
                <a:lnTo>
                  <a:pt x="13120" y="17802"/>
                </a:lnTo>
              </a:path>
              <a:path w="21600" h="21600">
                <a:moveTo>
                  <a:pt x="8439" y="17721"/>
                </a:moveTo>
                <a:lnTo>
                  <a:pt x="8479" y="17721"/>
                </a:lnTo>
                <a:lnTo>
                  <a:pt x="8479" y="17802"/>
                </a:lnTo>
                <a:lnTo>
                  <a:pt x="8439" y="17802"/>
                </a:lnTo>
              </a:path>
              <a:path w="21600" h="21600">
                <a:moveTo>
                  <a:pt x="3020" y="17721"/>
                </a:moveTo>
                <a:lnTo>
                  <a:pt x="3060" y="17721"/>
                </a:lnTo>
                <a:lnTo>
                  <a:pt x="3060" y="17802"/>
                </a:lnTo>
                <a:lnTo>
                  <a:pt x="3020" y="17802"/>
                </a:lnTo>
              </a:path>
              <a:path w="21600" h="21600">
                <a:moveTo>
                  <a:pt x="307" y="17721"/>
                </a:moveTo>
                <a:lnTo>
                  <a:pt x="347" y="17721"/>
                </a:lnTo>
                <a:lnTo>
                  <a:pt x="347" y="17802"/>
                </a:lnTo>
                <a:lnTo>
                  <a:pt x="307" y="17802"/>
                </a:lnTo>
              </a:path>
              <a:path w="21600" h="21600">
                <a:moveTo>
                  <a:pt x="12361" y="17713"/>
                </a:moveTo>
                <a:lnTo>
                  <a:pt x="12409" y="17713"/>
                </a:lnTo>
                <a:lnTo>
                  <a:pt x="12409" y="17812"/>
                </a:lnTo>
                <a:lnTo>
                  <a:pt x="12361" y="17812"/>
                </a:lnTo>
              </a:path>
              <a:path w="21600" h="21600">
                <a:moveTo>
                  <a:pt x="9189" y="17713"/>
                </a:moveTo>
                <a:lnTo>
                  <a:pt x="9238" y="17713"/>
                </a:lnTo>
                <a:lnTo>
                  <a:pt x="9238" y="17812"/>
                </a:lnTo>
                <a:lnTo>
                  <a:pt x="9189" y="17812"/>
                </a:lnTo>
              </a:path>
              <a:path w="21600" h="21600">
                <a:moveTo>
                  <a:pt x="10559" y="17713"/>
                </a:moveTo>
                <a:lnTo>
                  <a:pt x="10586" y="17713"/>
                </a:lnTo>
                <a:lnTo>
                  <a:pt x="10586" y="17769"/>
                </a:lnTo>
                <a:lnTo>
                  <a:pt x="10559" y="17769"/>
                </a:lnTo>
              </a:path>
              <a:path w="21600" h="21600">
                <a:moveTo>
                  <a:pt x="21410" y="17709"/>
                </a:moveTo>
                <a:lnTo>
                  <a:pt x="21436" y="17709"/>
                </a:lnTo>
                <a:lnTo>
                  <a:pt x="21436" y="17762"/>
                </a:lnTo>
                <a:lnTo>
                  <a:pt x="21410" y="17762"/>
                </a:lnTo>
              </a:path>
              <a:path w="21600" h="21600">
                <a:moveTo>
                  <a:pt x="16280" y="17703"/>
                </a:moveTo>
                <a:lnTo>
                  <a:pt x="16309" y="17703"/>
                </a:lnTo>
                <a:lnTo>
                  <a:pt x="16309" y="17763"/>
                </a:lnTo>
                <a:lnTo>
                  <a:pt x="16280" y="17763"/>
                </a:lnTo>
              </a:path>
              <a:path w="21600" h="21600">
                <a:moveTo>
                  <a:pt x="5290" y="17703"/>
                </a:moveTo>
                <a:lnTo>
                  <a:pt x="5319" y="17703"/>
                </a:lnTo>
                <a:lnTo>
                  <a:pt x="5319" y="17763"/>
                </a:lnTo>
                <a:lnTo>
                  <a:pt x="5290" y="17763"/>
                </a:lnTo>
              </a:path>
              <a:path w="21600" h="21600">
                <a:moveTo>
                  <a:pt x="2717" y="17697"/>
                </a:moveTo>
                <a:lnTo>
                  <a:pt x="2767" y="17697"/>
                </a:lnTo>
                <a:lnTo>
                  <a:pt x="2767" y="17800"/>
                </a:lnTo>
                <a:lnTo>
                  <a:pt x="2717" y="17800"/>
                </a:lnTo>
              </a:path>
              <a:path w="21600" h="21600">
                <a:moveTo>
                  <a:pt x="17035" y="17686"/>
                </a:moveTo>
                <a:lnTo>
                  <a:pt x="17064" y="17686"/>
                </a:lnTo>
                <a:lnTo>
                  <a:pt x="17064" y="17746"/>
                </a:lnTo>
                <a:lnTo>
                  <a:pt x="17035" y="17746"/>
                </a:lnTo>
              </a:path>
              <a:path w="21600" h="21600">
                <a:moveTo>
                  <a:pt x="11615" y="17686"/>
                </a:moveTo>
                <a:lnTo>
                  <a:pt x="11645" y="17686"/>
                </a:lnTo>
                <a:lnTo>
                  <a:pt x="11645" y="17746"/>
                </a:lnTo>
                <a:lnTo>
                  <a:pt x="11615" y="17746"/>
                </a:lnTo>
              </a:path>
              <a:path w="21600" h="21600">
                <a:moveTo>
                  <a:pt x="9954" y="17686"/>
                </a:moveTo>
                <a:lnTo>
                  <a:pt x="9983" y="17686"/>
                </a:lnTo>
                <a:lnTo>
                  <a:pt x="9983" y="17746"/>
                </a:lnTo>
                <a:lnTo>
                  <a:pt x="9954" y="17746"/>
                </a:lnTo>
              </a:path>
              <a:path w="21600" h="21600">
                <a:moveTo>
                  <a:pt x="4535" y="17686"/>
                </a:moveTo>
                <a:lnTo>
                  <a:pt x="4564" y="17686"/>
                </a:lnTo>
                <a:lnTo>
                  <a:pt x="4564" y="17746"/>
                </a:lnTo>
                <a:lnTo>
                  <a:pt x="4535" y="17746"/>
                </a:lnTo>
              </a:path>
              <a:path w="21600" h="21600">
                <a:moveTo>
                  <a:pt x="17639" y="17670"/>
                </a:moveTo>
                <a:lnTo>
                  <a:pt x="17667" y="17670"/>
                </a:lnTo>
                <a:lnTo>
                  <a:pt x="17667" y="17726"/>
                </a:lnTo>
                <a:lnTo>
                  <a:pt x="17639" y="17726"/>
                </a:lnTo>
              </a:path>
              <a:path w="21600" h="21600">
                <a:moveTo>
                  <a:pt x="14934" y="17670"/>
                </a:moveTo>
                <a:lnTo>
                  <a:pt x="14961" y="17670"/>
                </a:lnTo>
                <a:lnTo>
                  <a:pt x="14961" y="17726"/>
                </a:lnTo>
                <a:lnTo>
                  <a:pt x="14934" y="17726"/>
                </a:lnTo>
              </a:path>
              <a:path w="21600" h="21600">
                <a:moveTo>
                  <a:pt x="12220" y="17670"/>
                </a:moveTo>
                <a:lnTo>
                  <a:pt x="12248" y="17670"/>
                </a:lnTo>
                <a:lnTo>
                  <a:pt x="12248" y="17726"/>
                </a:lnTo>
                <a:lnTo>
                  <a:pt x="12220" y="17726"/>
                </a:lnTo>
              </a:path>
              <a:path w="21600" h="21600">
                <a:moveTo>
                  <a:pt x="9351" y="17670"/>
                </a:moveTo>
                <a:lnTo>
                  <a:pt x="9378" y="17670"/>
                </a:lnTo>
                <a:lnTo>
                  <a:pt x="9378" y="17726"/>
                </a:lnTo>
                <a:lnTo>
                  <a:pt x="9351" y="17726"/>
                </a:lnTo>
              </a:path>
              <a:path w="21600" h="21600">
                <a:moveTo>
                  <a:pt x="3932" y="17670"/>
                </a:moveTo>
                <a:lnTo>
                  <a:pt x="3960" y="17670"/>
                </a:lnTo>
                <a:lnTo>
                  <a:pt x="3960" y="17726"/>
                </a:lnTo>
                <a:lnTo>
                  <a:pt x="3932" y="17726"/>
                </a:lnTo>
              </a:path>
              <a:path w="21600" h="21600">
                <a:moveTo>
                  <a:pt x="1219" y="17670"/>
                </a:moveTo>
                <a:lnTo>
                  <a:pt x="1246" y="17670"/>
                </a:lnTo>
                <a:lnTo>
                  <a:pt x="1246" y="17726"/>
                </a:lnTo>
                <a:lnTo>
                  <a:pt x="1219" y="17726"/>
                </a:lnTo>
              </a:path>
              <a:path w="21600" h="21600">
                <a:moveTo>
                  <a:pt x="21108" y="17667"/>
                </a:moveTo>
                <a:lnTo>
                  <a:pt x="21134" y="17667"/>
                </a:lnTo>
                <a:lnTo>
                  <a:pt x="21134" y="17720"/>
                </a:lnTo>
                <a:lnTo>
                  <a:pt x="21108" y="17720"/>
                </a:lnTo>
              </a:path>
              <a:path w="21600" h="21600">
                <a:moveTo>
                  <a:pt x="3631" y="17667"/>
                </a:moveTo>
                <a:lnTo>
                  <a:pt x="3657" y="17667"/>
                </a:lnTo>
                <a:lnTo>
                  <a:pt x="3657" y="17720"/>
                </a:lnTo>
                <a:lnTo>
                  <a:pt x="3631" y="17720"/>
                </a:lnTo>
              </a:path>
              <a:path w="21600" h="21600">
                <a:moveTo>
                  <a:pt x="20497" y="17658"/>
                </a:moveTo>
                <a:lnTo>
                  <a:pt x="20538" y="17658"/>
                </a:lnTo>
                <a:lnTo>
                  <a:pt x="20538" y="17743"/>
                </a:lnTo>
                <a:lnTo>
                  <a:pt x="20497" y="17743"/>
                </a:lnTo>
              </a:path>
              <a:path w="21600" h="21600">
                <a:moveTo>
                  <a:pt x="15078" y="17658"/>
                </a:moveTo>
                <a:lnTo>
                  <a:pt x="15119" y="17658"/>
                </a:lnTo>
                <a:lnTo>
                  <a:pt x="15119" y="17743"/>
                </a:lnTo>
                <a:lnTo>
                  <a:pt x="15078" y="17743"/>
                </a:lnTo>
              </a:path>
              <a:path w="21600" h="21600">
                <a:moveTo>
                  <a:pt x="6480" y="17658"/>
                </a:moveTo>
                <a:lnTo>
                  <a:pt x="6521" y="17658"/>
                </a:lnTo>
                <a:lnTo>
                  <a:pt x="6521" y="17743"/>
                </a:lnTo>
                <a:lnTo>
                  <a:pt x="6480" y="17743"/>
                </a:lnTo>
              </a:path>
              <a:path w="21600" h="21600">
                <a:moveTo>
                  <a:pt x="18096" y="17656"/>
                </a:moveTo>
                <a:lnTo>
                  <a:pt x="18116" y="17656"/>
                </a:lnTo>
                <a:lnTo>
                  <a:pt x="18116" y="17698"/>
                </a:lnTo>
                <a:lnTo>
                  <a:pt x="18096" y="17698"/>
                </a:lnTo>
              </a:path>
              <a:path w="21600" h="21600">
                <a:moveTo>
                  <a:pt x="19592" y="17653"/>
                </a:moveTo>
                <a:lnTo>
                  <a:pt x="19631" y="17653"/>
                </a:lnTo>
                <a:lnTo>
                  <a:pt x="19631" y="17734"/>
                </a:lnTo>
                <a:lnTo>
                  <a:pt x="19592" y="17734"/>
                </a:lnTo>
              </a:path>
              <a:path w="21600" h="21600">
                <a:moveTo>
                  <a:pt x="16878" y="17653"/>
                </a:moveTo>
                <a:lnTo>
                  <a:pt x="16918" y="17653"/>
                </a:lnTo>
                <a:lnTo>
                  <a:pt x="16918" y="17734"/>
                </a:lnTo>
                <a:lnTo>
                  <a:pt x="16878" y="17734"/>
                </a:lnTo>
              </a:path>
              <a:path w="21600" h="21600">
                <a:moveTo>
                  <a:pt x="7387" y="17653"/>
                </a:moveTo>
                <a:lnTo>
                  <a:pt x="7426" y="17653"/>
                </a:lnTo>
                <a:lnTo>
                  <a:pt x="7426" y="17734"/>
                </a:lnTo>
                <a:lnTo>
                  <a:pt x="7387" y="17734"/>
                </a:lnTo>
              </a:path>
              <a:path w="21600" h="21600">
                <a:moveTo>
                  <a:pt x="4681" y="17653"/>
                </a:moveTo>
                <a:lnTo>
                  <a:pt x="4721" y="17653"/>
                </a:lnTo>
                <a:lnTo>
                  <a:pt x="4721" y="17734"/>
                </a:lnTo>
                <a:lnTo>
                  <a:pt x="4681" y="17734"/>
                </a:lnTo>
              </a:path>
              <a:path w="21600" h="21600">
                <a:moveTo>
                  <a:pt x="1968" y="17653"/>
                </a:moveTo>
                <a:lnTo>
                  <a:pt x="2007" y="17653"/>
                </a:lnTo>
                <a:lnTo>
                  <a:pt x="2007" y="17734"/>
                </a:lnTo>
                <a:lnTo>
                  <a:pt x="1968" y="17734"/>
                </a:lnTo>
              </a:path>
              <a:path w="21600" h="21600">
                <a:moveTo>
                  <a:pt x="20051" y="17652"/>
                </a:moveTo>
                <a:lnTo>
                  <a:pt x="20078" y="17652"/>
                </a:lnTo>
                <a:lnTo>
                  <a:pt x="20078" y="17708"/>
                </a:lnTo>
                <a:lnTo>
                  <a:pt x="20051" y="17708"/>
                </a:lnTo>
              </a:path>
              <a:path w="21600" h="21600">
                <a:moveTo>
                  <a:pt x="17337" y="17652"/>
                </a:moveTo>
                <a:lnTo>
                  <a:pt x="17365" y="17652"/>
                </a:lnTo>
                <a:lnTo>
                  <a:pt x="17365" y="17708"/>
                </a:lnTo>
                <a:lnTo>
                  <a:pt x="17337" y="17708"/>
                </a:lnTo>
              </a:path>
              <a:path w="21600" h="21600">
                <a:moveTo>
                  <a:pt x="11918" y="17652"/>
                </a:moveTo>
                <a:lnTo>
                  <a:pt x="11946" y="17652"/>
                </a:lnTo>
                <a:lnTo>
                  <a:pt x="11946" y="17708"/>
                </a:lnTo>
                <a:lnTo>
                  <a:pt x="11918" y="17708"/>
                </a:lnTo>
              </a:path>
              <a:path w="21600" h="21600">
                <a:moveTo>
                  <a:pt x="9653" y="17652"/>
                </a:moveTo>
                <a:lnTo>
                  <a:pt x="9680" y="17652"/>
                </a:lnTo>
                <a:lnTo>
                  <a:pt x="9680" y="17708"/>
                </a:lnTo>
                <a:lnTo>
                  <a:pt x="9653" y="17708"/>
                </a:lnTo>
              </a:path>
              <a:path w="21600" h="21600">
                <a:moveTo>
                  <a:pt x="6940" y="17652"/>
                </a:moveTo>
                <a:lnTo>
                  <a:pt x="6967" y="17652"/>
                </a:lnTo>
                <a:lnTo>
                  <a:pt x="6967" y="17708"/>
                </a:lnTo>
                <a:lnTo>
                  <a:pt x="6940" y="17708"/>
                </a:lnTo>
              </a:path>
              <a:path w="21600" h="21600">
                <a:moveTo>
                  <a:pt x="4234" y="17652"/>
                </a:moveTo>
                <a:lnTo>
                  <a:pt x="4262" y="17652"/>
                </a:lnTo>
                <a:lnTo>
                  <a:pt x="4262" y="17708"/>
                </a:lnTo>
                <a:lnTo>
                  <a:pt x="4234" y="17708"/>
                </a:lnTo>
              </a:path>
              <a:path w="21600" h="21600">
                <a:moveTo>
                  <a:pt x="1521" y="17652"/>
                </a:moveTo>
                <a:lnTo>
                  <a:pt x="1548" y="17652"/>
                </a:lnTo>
                <a:lnTo>
                  <a:pt x="1548" y="17708"/>
                </a:lnTo>
                <a:lnTo>
                  <a:pt x="1521" y="17708"/>
                </a:lnTo>
              </a:path>
              <a:path w="21600" h="21600">
                <a:moveTo>
                  <a:pt x="10854" y="17647"/>
                </a:moveTo>
                <a:lnTo>
                  <a:pt x="10896" y="17647"/>
                </a:lnTo>
                <a:lnTo>
                  <a:pt x="10896" y="17732"/>
                </a:lnTo>
                <a:lnTo>
                  <a:pt x="10854" y="17732"/>
                </a:lnTo>
              </a:path>
              <a:path w="21600" h="21600">
                <a:moveTo>
                  <a:pt x="19290" y="17630"/>
                </a:moveTo>
                <a:lnTo>
                  <a:pt x="19328" y="17630"/>
                </a:lnTo>
                <a:lnTo>
                  <a:pt x="19328" y="17708"/>
                </a:lnTo>
                <a:lnTo>
                  <a:pt x="19290" y="17708"/>
                </a:lnTo>
              </a:path>
              <a:path w="21600" h="21600">
                <a:moveTo>
                  <a:pt x="13871" y="17630"/>
                </a:moveTo>
                <a:lnTo>
                  <a:pt x="13909" y="17630"/>
                </a:lnTo>
                <a:lnTo>
                  <a:pt x="13909" y="17708"/>
                </a:lnTo>
                <a:lnTo>
                  <a:pt x="13871" y="17708"/>
                </a:lnTo>
              </a:path>
              <a:path w="21600" h="21600">
                <a:moveTo>
                  <a:pt x="7689" y="17630"/>
                </a:moveTo>
                <a:lnTo>
                  <a:pt x="7727" y="17630"/>
                </a:lnTo>
                <a:lnTo>
                  <a:pt x="7727" y="17708"/>
                </a:lnTo>
                <a:lnTo>
                  <a:pt x="7689" y="17708"/>
                </a:lnTo>
              </a:path>
              <a:path w="21600" h="21600">
                <a:moveTo>
                  <a:pt x="2271" y="17630"/>
                </a:moveTo>
                <a:lnTo>
                  <a:pt x="2308" y="17630"/>
                </a:lnTo>
                <a:lnTo>
                  <a:pt x="2308" y="17708"/>
                </a:lnTo>
                <a:lnTo>
                  <a:pt x="2271" y="17708"/>
                </a:lnTo>
              </a:path>
              <a:path w="21600" h="21600">
                <a:moveTo>
                  <a:pt x="5730" y="17626"/>
                </a:moveTo>
                <a:lnTo>
                  <a:pt x="5761" y="17626"/>
                </a:lnTo>
                <a:lnTo>
                  <a:pt x="5761" y="17689"/>
                </a:lnTo>
                <a:lnTo>
                  <a:pt x="5730" y="17689"/>
                </a:lnTo>
              </a:path>
              <a:path w="21600" h="21600">
                <a:moveTo>
                  <a:pt x="10411" y="17625"/>
                </a:moveTo>
                <a:lnTo>
                  <a:pt x="10432" y="17625"/>
                </a:lnTo>
                <a:lnTo>
                  <a:pt x="10432" y="17666"/>
                </a:lnTo>
                <a:lnTo>
                  <a:pt x="10411" y="17666"/>
                </a:lnTo>
              </a:path>
              <a:path w="21600" h="21600">
                <a:moveTo>
                  <a:pt x="763" y="17618"/>
                </a:moveTo>
                <a:lnTo>
                  <a:pt x="797" y="17618"/>
                </a:lnTo>
                <a:lnTo>
                  <a:pt x="797" y="17689"/>
                </a:lnTo>
                <a:lnTo>
                  <a:pt x="763" y="17689"/>
                </a:lnTo>
              </a:path>
              <a:path w="21600" h="21600">
                <a:moveTo>
                  <a:pt x="1372" y="17616"/>
                </a:moveTo>
                <a:lnTo>
                  <a:pt x="1396" y="17616"/>
                </a:lnTo>
                <a:lnTo>
                  <a:pt x="1396" y="17665"/>
                </a:lnTo>
                <a:lnTo>
                  <a:pt x="1372" y="17665"/>
                </a:lnTo>
              </a:path>
              <a:path w="21600" h="21600">
                <a:moveTo>
                  <a:pt x="11456" y="17615"/>
                </a:moveTo>
                <a:lnTo>
                  <a:pt x="11502" y="17615"/>
                </a:lnTo>
                <a:lnTo>
                  <a:pt x="11502" y="17710"/>
                </a:lnTo>
                <a:lnTo>
                  <a:pt x="11456" y="17710"/>
                </a:lnTo>
              </a:path>
              <a:path w="21600" h="21600">
                <a:moveTo>
                  <a:pt x="20798" y="17612"/>
                </a:moveTo>
                <a:lnTo>
                  <a:pt x="20841" y="17612"/>
                </a:lnTo>
                <a:lnTo>
                  <a:pt x="20841" y="17700"/>
                </a:lnTo>
                <a:lnTo>
                  <a:pt x="20798" y="17700"/>
                </a:lnTo>
              </a:path>
              <a:path w="21600" h="21600">
                <a:moveTo>
                  <a:pt x="16574" y="17610"/>
                </a:moveTo>
                <a:lnTo>
                  <a:pt x="16619" y="17610"/>
                </a:lnTo>
                <a:lnTo>
                  <a:pt x="16619" y="17702"/>
                </a:lnTo>
                <a:lnTo>
                  <a:pt x="16574" y="17702"/>
                </a:lnTo>
              </a:path>
              <a:path w="21600" h="21600">
                <a:moveTo>
                  <a:pt x="4980" y="17610"/>
                </a:moveTo>
                <a:lnTo>
                  <a:pt x="5025" y="17610"/>
                </a:lnTo>
                <a:lnTo>
                  <a:pt x="5025" y="17702"/>
                </a:lnTo>
                <a:lnTo>
                  <a:pt x="4980" y="17702"/>
                </a:lnTo>
              </a:path>
              <a:path w="21600" h="21600">
                <a:moveTo>
                  <a:pt x="11759" y="17601"/>
                </a:moveTo>
                <a:lnTo>
                  <a:pt x="11803" y="17601"/>
                </a:lnTo>
                <a:lnTo>
                  <a:pt x="11803" y="17689"/>
                </a:lnTo>
                <a:lnTo>
                  <a:pt x="11759" y="17689"/>
                </a:lnTo>
              </a:path>
              <a:path w="21600" h="21600">
                <a:moveTo>
                  <a:pt x="9796" y="17601"/>
                </a:moveTo>
                <a:lnTo>
                  <a:pt x="9839" y="17601"/>
                </a:lnTo>
                <a:lnTo>
                  <a:pt x="9839" y="17689"/>
                </a:lnTo>
                <a:lnTo>
                  <a:pt x="9796" y="17689"/>
                </a:lnTo>
              </a:path>
              <a:path w="21600" h="21600">
                <a:moveTo>
                  <a:pt x="20197" y="17566"/>
                </a:moveTo>
                <a:lnTo>
                  <a:pt x="20233" y="17566"/>
                </a:lnTo>
                <a:lnTo>
                  <a:pt x="20233" y="17640"/>
                </a:lnTo>
                <a:lnTo>
                  <a:pt x="20197" y="17640"/>
                </a:lnTo>
              </a:path>
              <a:path w="21600" h="21600">
                <a:moveTo>
                  <a:pt x="14778" y="17566"/>
                </a:moveTo>
                <a:lnTo>
                  <a:pt x="14814" y="17566"/>
                </a:lnTo>
                <a:lnTo>
                  <a:pt x="14814" y="17640"/>
                </a:lnTo>
                <a:lnTo>
                  <a:pt x="14778" y="17640"/>
                </a:lnTo>
              </a:path>
              <a:path w="21600" h="21600">
                <a:moveTo>
                  <a:pt x="9498" y="17566"/>
                </a:moveTo>
                <a:lnTo>
                  <a:pt x="9534" y="17566"/>
                </a:lnTo>
                <a:lnTo>
                  <a:pt x="9534" y="17640"/>
                </a:lnTo>
                <a:lnTo>
                  <a:pt x="9498" y="17640"/>
                </a:lnTo>
              </a:path>
              <a:path w="21600" h="21600">
                <a:moveTo>
                  <a:pt x="6784" y="17566"/>
                </a:moveTo>
                <a:lnTo>
                  <a:pt x="6821" y="17566"/>
                </a:lnTo>
                <a:lnTo>
                  <a:pt x="6821" y="17640"/>
                </a:lnTo>
                <a:lnTo>
                  <a:pt x="6784" y="17640"/>
                </a:lnTo>
              </a:path>
              <a:path w="21600" h="21600">
                <a:moveTo>
                  <a:pt x="4079" y="17566"/>
                </a:moveTo>
                <a:lnTo>
                  <a:pt x="4115" y="17566"/>
                </a:lnTo>
                <a:lnTo>
                  <a:pt x="4115" y="17640"/>
                </a:lnTo>
                <a:lnTo>
                  <a:pt x="4079" y="17640"/>
                </a:lnTo>
              </a:path>
              <a:path w="21600" h="21600">
                <a:moveTo>
                  <a:pt x="20959" y="17558"/>
                </a:moveTo>
                <a:lnTo>
                  <a:pt x="20981" y="17558"/>
                </a:lnTo>
                <a:lnTo>
                  <a:pt x="20981" y="17603"/>
                </a:lnTo>
                <a:lnTo>
                  <a:pt x="20959" y="17603"/>
                </a:lnTo>
              </a:path>
              <a:path w="21600" h="21600">
                <a:moveTo>
                  <a:pt x="18246" y="17558"/>
                </a:moveTo>
                <a:lnTo>
                  <a:pt x="18268" y="17558"/>
                </a:lnTo>
                <a:lnTo>
                  <a:pt x="18268" y="17603"/>
                </a:lnTo>
                <a:lnTo>
                  <a:pt x="18246" y="17603"/>
                </a:lnTo>
              </a:path>
              <a:path w="21600" h="21600">
                <a:moveTo>
                  <a:pt x="15540" y="17558"/>
                </a:moveTo>
                <a:lnTo>
                  <a:pt x="15562" y="17558"/>
                </a:lnTo>
                <a:lnTo>
                  <a:pt x="15562" y="17603"/>
                </a:lnTo>
                <a:lnTo>
                  <a:pt x="15540" y="17603"/>
                </a:lnTo>
              </a:path>
              <a:path w="21600" h="21600">
                <a:moveTo>
                  <a:pt x="12827" y="17558"/>
                </a:moveTo>
                <a:lnTo>
                  <a:pt x="12849" y="17558"/>
                </a:lnTo>
                <a:lnTo>
                  <a:pt x="12849" y="17603"/>
                </a:lnTo>
                <a:lnTo>
                  <a:pt x="12827" y="17603"/>
                </a:lnTo>
              </a:path>
              <a:path w="21600" h="21600">
                <a:moveTo>
                  <a:pt x="6037" y="17558"/>
                </a:moveTo>
                <a:lnTo>
                  <a:pt x="6059" y="17558"/>
                </a:lnTo>
                <a:lnTo>
                  <a:pt x="6059" y="17603"/>
                </a:lnTo>
                <a:lnTo>
                  <a:pt x="6037" y="17603"/>
                </a:lnTo>
              </a:path>
              <a:path w="21600" h="21600">
                <a:moveTo>
                  <a:pt x="3331" y="17558"/>
                </a:moveTo>
                <a:lnTo>
                  <a:pt x="3353" y="17558"/>
                </a:lnTo>
                <a:lnTo>
                  <a:pt x="3353" y="17603"/>
                </a:lnTo>
                <a:lnTo>
                  <a:pt x="3331" y="17603"/>
                </a:lnTo>
              </a:path>
              <a:path w="21600" h="21600">
                <a:moveTo>
                  <a:pt x="618" y="17558"/>
                </a:moveTo>
                <a:lnTo>
                  <a:pt x="640" y="17558"/>
                </a:lnTo>
                <a:lnTo>
                  <a:pt x="640" y="17603"/>
                </a:lnTo>
                <a:lnTo>
                  <a:pt x="618" y="17603"/>
                </a:lnTo>
              </a:path>
              <a:path w="21600" h="21600">
                <a:moveTo>
                  <a:pt x="17780" y="17557"/>
                </a:moveTo>
                <a:lnTo>
                  <a:pt x="17828" y="17557"/>
                </a:lnTo>
                <a:lnTo>
                  <a:pt x="17828" y="17657"/>
                </a:lnTo>
                <a:lnTo>
                  <a:pt x="17780" y="17657"/>
                </a:lnTo>
              </a:path>
              <a:path w="21600" h="21600">
                <a:moveTo>
                  <a:pt x="3771" y="17557"/>
                </a:moveTo>
                <a:lnTo>
                  <a:pt x="3819" y="17557"/>
                </a:lnTo>
                <a:lnTo>
                  <a:pt x="3819" y="17657"/>
                </a:lnTo>
                <a:lnTo>
                  <a:pt x="3771" y="17657"/>
                </a:lnTo>
              </a:path>
              <a:path w="21600" h="21600">
                <a:moveTo>
                  <a:pt x="4382" y="17553"/>
                </a:moveTo>
                <a:lnTo>
                  <a:pt x="4416" y="17553"/>
                </a:lnTo>
                <a:lnTo>
                  <a:pt x="4416" y="17624"/>
                </a:lnTo>
                <a:lnTo>
                  <a:pt x="4382" y="17624"/>
                </a:lnTo>
              </a:path>
              <a:path w="21600" h="21600">
                <a:moveTo>
                  <a:pt x="16733" y="17550"/>
                </a:moveTo>
                <a:lnTo>
                  <a:pt x="16762" y="17550"/>
                </a:lnTo>
                <a:lnTo>
                  <a:pt x="16762" y="17610"/>
                </a:lnTo>
                <a:lnTo>
                  <a:pt x="16733" y="17610"/>
                </a:lnTo>
              </a:path>
              <a:path w="21600" h="21600">
                <a:moveTo>
                  <a:pt x="14027" y="17550"/>
                </a:moveTo>
                <a:lnTo>
                  <a:pt x="14056" y="17550"/>
                </a:lnTo>
                <a:lnTo>
                  <a:pt x="14056" y="17610"/>
                </a:lnTo>
                <a:lnTo>
                  <a:pt x="14027" y="17610"/>
                </a:lnTo>
              </a:path>
              <a:path w="21600" h="21600">
                <a:moveTo>
                  <a:pt x="11313" y="17550"/>
                </a:moveTo>
                <a:lnTo>
                  <a:pt x="11343" y="17550"/>
                </a:lnTo>
                <a:lnTo>
                  <a:pt x="11343" y="17610"/>
                </a:lnTo>
                <a:lnTo>
                  <a:pt x="11313" y="17610"/>
                </a:lnTo>
              </a:path>
              <a:path w="21600" h="21600">
                <a:moveTo>
                  <a:pt x="10256" y="17550"/>
                </a:moveTo>
                <a:lnTo>
                  <a:pt x="10285" y="17550"/>
                </a:lnTo>
                <a:lnTo>
                  <a:pt x="10285" y="17610"/>
                </a:lnTo>
                <a:lnTo>
                  <a:pt x="10256" y="17610"/>
                </a:lnTo>
              </a:path>
              <a:path w="21600" h="21600">
                <a:moveTo>
                  <a:pt x="7543" y="17550"/>
                </a:moveTo>
                <a:lnTo>
                  <a:pt x="7572" y="17550"/>
                </a:lnTo>
                <a:lnTo>
                  <a:pt x="7572" y="17610"/>
                </a:lnTo>
                <a:lnTo>
                  <a:pt x="7543" y="17610"/>
                </a:lnTo>
              </a:path>
              <a:path w="21600" h="21600">
                <a:moveTo>
                  <a:pt x="4837" y="17550"/>
                </a:moveTo>
                <a:lnTo>
                  <a:pt x="4866" y="17550"/>
                </a:lnTo>
                <a:lnTo>
                  <a:pt x="4866" y="17610"/>
                </a:lnTo>
                <a:lnTo>
                  <a:pt x="4837" y="17610"/>
                </a:lnTo>
              </a:path>
              <a:path w="21600" h="21600">
                <a:moveTo>
                  <a:pt x="2124" y="17550"/>
                </a:moveTo>
                <a:lnTo>
                  <a:pt x="2153" y="17550"/>
                </a:lnTo>
                <a:lnTo>
                  <a:pt x="2153" y="17610"/>
                </a:lnTo>
                <a:lnTo>
                  <a:pt x="2124" y="17610"/>
                </a:lnTo>
              </a:path>
              <a:path w="21600" h="21600">
                <a:moveTo>
                  <a:pt x="12671" y="17531"/>
                </a:moveTo>
                <a:lnTo>
                  <a:pt x="12702" y="17531"/>
                </a:lnTo>
                <a:lnTo>
                  <a:pt x="12702" y="17595"/>
                </a:lnTo>
                <a:lnTo>
                  <a:pt x="12671" y="17595"/>
                </a:lnTo>
              </a:path>
              <a:path w="21600" h="21600">
                <a:moveTo>
                  <a:pt x="8896" y="17531"/>
                </a:moveTo>
                <a:lnTo>
                  <a:pt x="8927" y="17531"/>
                </a:lnTo>
                <a:lnTo>
                  <a:pt x="8927" y="17595"/>
                </a:lnTo>
                <a:lnTo>
                  <a:pt x="8896" y="17595"/>
                </a:lnTo>
              </a:path>
              <a:path w="21600" h="21600">
                <a:moveTo>
                  <a:pt x="3477" y="17531"/>
                </a:moveTo>
                <a:lnTo>
                  <a:pt x="3508" y="17531"/>
                </a:lnTo>
                <a:lnTo>
                  <a:pt x="3508" y="17595"/>
                </a:lnTo>
                <a:lnTo>
                  <a:pt x="3477" y="17595"/>
                </a:lnTo>
              </a:path>
              <a:path w="21600" h="21600">
                <a:moveTo>
                  <a:pt x="3180" y="17531"/>
                </a:moveTo>
                <a:lnTo>
                  <a:pt x="3202" y="17531"/>
                </a:lnTo>
                <a:lnTo>
                  <a:pt x="3202" y="17576"/>
                </a:lnTo>
                <a:lnTo>
                  <a:pt x="3180" y="17576"/>
                </a:lnTo>
              </a:path>
              <a:path w="21600" h="21600">
                <a:moveTo>
                  <a:pt x="10105" y="17530"/>
                </a:moveTo>
                <a:lnTo>
                  <a:pt x="10134" y="17530"/>
                </a:lnTo>
                <a:lnTo>
                  <a:pt x="10134" y="17590"/>
                </a:lnTo>
                <a:lnTo>
                  <a:pt x="10105" y="17590"/>
                </a:lnTo>
              </a:path>
              <a:path w="21600" h="21600">
                <a:moveTo>
                  <a:pt x="17189" y="17529"/>
                </a:moveTo>
                <a:lnTo>
                  <a:pt x="17211" y="17529"/>
                </a:lnTo>
                <a:lnTo>
                  <a:pt x="17211" y="17575"/>
                </a:lnTo>
                <a:lnTo>
                  <a:pt x="17189" y="17575"/>
                </a:lnTo>
              </a:path>
              <a:path w="21600" h="21600">
                <a:moveTo>
                  <a:pt x="20651" y="17524"/>
                </a:moveTo>
                <a:lnTo>
                  <a:pt x="20686" y="17524"/>
                </a:lnTo>
                <a:lnTo>
                  <a:pt x="20686" y="17595"/>
                </a:lnTo>
                <a:lnTo>
                  <a:pt x="20651" y="17595"/>
                </a:lnTo>
              </a:path>
              <a:path w="21600" h="21600">
                <a:moveTo>
                  <a:pt x="19141" y="17524"/>
                </a:moveTo>
                <a:lnTo>
                  <a:pt x="19176" y="17524"/>
                </a:lnTo>
                <a:lnTo>
                  <a:pt x="19176" y="17595"/>
                </a:lnTo>
                <a:lnTo>
                  <a:pt x="19141" y="17595"/>
                </a:lnTo>
              </a:path>
              <a:path w="21600" h="21600">
                <a:moveTo>
                  <a:pt x="18693" y="17524"/>
                </a:moveTo>
                <a:lnTo>
                  <a:pt x="18727" y="17524"/>
                </a:lnTo>
                <a:lnTo>
                  <a:pt x="18727" y="17595"/>
                </a:lnTo>
                <a:lnTo>
                  <a:pt x="18693" y="17595"/>
                </a:lnTo>
              </a:path>
              <a:path w="21600" h="21600">
                <a:moveTo>
                  <a:pt x="18391" y="17524"/>
                </a:moveTo>
                <a:lnTo>
                  <a:pt x="18425" y="17524"/>
                </a:lnTo>
                <a:lnTo>
                  <a:pt x="18425" y="17595"/>
                </a:lnTo>
                <a:lnTo>
                  <a:pt x="18391" y="17595"/>
                </a:lnTo>
              </a:path>
              <a:path w="21600" h="21600">
                <a:moveTo>
                  <a:pt x="17938" y="17524"/>
                </a:moveTo>
                <a:lnTo>
                  <a:pt x="17972" y="17524"/>
                </a:lnTo>
                <a:lnTo>
                  <a:pt x="17972" y="17595"/>
                </a:lnTo>
                <a:lnTo>
                  <a:pt x="17938" y="17595"/>
                </a:lnTo>
              </a:path>
              <a:path w="21600" h="21600">
                <a:moveTo>
                  <a:pt x="16428" y="17524"/>
                </a:moveTo>
                <a:lnTo>
                  <a:pt x="16462" y="17524"/>
                </a:lnTo>
                <a:lnTo>
                  <a:pt x="16462" y="17595"/>
                </a:lnTo>
                <a:lnTo>
                  <a:pt x="16428" y="17595"/>
                </a:lnTo>
              </a:path>
              <a:path w="21600" h="21600">
                <a:moveTo>
                  <a:pt x="15987" y="17524"/>
                </a:moveTo>
                <a:lnTo>
                  <a:pt x="16021" y="17524"/>
                </a:lnTo>
                <a:lnTo>
                  <a:pt x="16021" y="17595"/>
                </a:lnTo>
                <a:lnTo>
                  <a:pt x="15987" y="17595"/>
                </a:lnTo>
              </a:path>
              <a:path w="21600" h="21600">
                <a:moveTo>
                  <a:pt x="15685" y="17524"/>
                </a:moveTo>
                <a:lnTo>
                  <a:pt x="15719" y="17524"/>
                </a:lnTo>
                <a:lnTo>
                  <a:pt x="15719" y="17595"/>
                </a:lnTo>
                <a:lnTo>
                  <a:pt x="15685" y="17595"/>
                </a:lnTo>
              </a:path>
              <a:path w="21600" h="21600">
                <a:moveTo>
                  <a:pt x="15232" y="17524"/>
                </a:moveTo>
                <a:lnTo>
                  <a:pt x="15266" y="17524"/>
                </a:lnTo>
                <a:lnTo>
                  <a:pt x="15266" y="17595"/>
                </a:lnTo>
                <a:lnTo>
                  <a:pt x="15232" y="17595"/>
                </a:lnTo>
              </a:path>
              <a:path w="21600" h="21600">
                <a:moveTo>
                  <a:pt x="13722" y="17524"/>
                </a:moveTo>
                <a:lnTo>
                  <a:pt x="13757" y="17524"/>
                </a:lnTo>
                <a:lnTo>
                  <a:pt x="13757" y="17595"/>
                </a:lnTo>
                <a:lnTo>
                  <a:pt x="13722" y="17595"/>
                </a:lnTo>
              </a:path>
              <a:path w="21600" h="21600">
                <a:moveTo>
                  <a:pt x="13274" y="17524"/>
                </a:moveTo>
                <a:lnTo>
                  <a:pt x="13308" y="17524"/>
                </a:lnTo>
                <a:lnTo>
                  <a:pt x="13308" y="17595"/>
                </a:lnTo>
                <a:lnTo>
                  <a:pt x="13274" y="17595"/>
                </a:lnTo>
              </a:path>
              <a:path w="21600" h="21600">
                <a:moveTo>
                  <a:pt x="12972" y="17524"/>
                </a:moveTo>
                <a:lnTo>
                  <a:pt x="13006" y="17524"/>
                </a:lnTo>
                <a:lnTo>
                  <a:pt x="13006" y="17595"/>
                </a:lnTo>
                <a:lnTo>
                  <a:pt x="12972" y="17595"/>
                </a:lnTo>
              </a:path>
              <a:path w="21600" h="21600">
                <a:moveTo>
                  <a:pt x="12519" y="17524"/>
                </a:moveTo>
                <a:lnTo>
                  <a:pt x="12553" y="17524"/>
                </a:lnTo>
                <a:lnTo>
                  <a:pt x="12553" y="17595"/>
                </a:lnTo>
                <a:lnTo>
                  <a:pt x="12519" y="17595"/>
                </a:lnTo>
              </a:path>
              <a:path w="21600" h="21600">
                <a:moveTo>
                  <a:pt x="11009" y="17524"/>
                </a:moveTo>
                <a:lnTo>
                  <a:pt x="11043" y="17524"/>
                </a:lnTo>
                <a:lnTo>
                  <a:pt x="11043" y="17595"/>
                </a:lnTo>
                <a:lnTo>
                  <a:pt x="11009" y="17595"/>
                </a:lnTo>
              </a:path>
              <a:path w="21600" h="21600">
                <a:moveTo>
                  <a:pt x="9045" y="17524"/>
                </a:moveTo>
                <a:lnTo>
                  <a:pt x="9080" y="17524"/>
                </a:lnTo>
                <a:lnTo>
                  <a:pt x="9080" y="17595"/>
                </a:lnTo>
                <a:lnTo>
                  <a:pt x="9045" y="17595"/>
                </a:lnTo>
              </a:path>
              <a:path w="21600" h="21600">
                <a:moveTo>
                  <a:pt x="8592" y="17524"/>
                </a:moveTo>
                <a:lnTo>
                  <a:pt x="8627" y="17524"/>
                </a:lnTo>
                <a:lnTo>
                  <a:pt x="8627" y="17595"/>
                </a:lnTo>
                <a:lnTo>
                  <a:pt x="8592" y="17595"/>
                </a:lnTo>
              </a:path>
              <a:path w="21600" h="21600">
                <a:moveTo>
                  <a:pt x="8290" y="17524"/>
                </a:moveTo>
                <a:lnTo>
                  <a:pt x="8325" y="17524"/>
                </a:lnTo>
                <a:lnTo>
                  <a:pt x="8325" y="17595"/>
                </a:lnTo>
                <a:lnTo>
                  <a:pt x="8290" y="17595"/>
                </a:lnTo>
              </a:path>
              <a:path w="21600" h="21600">
                <a:moveTo>
                  <a:pt x="7842" y="17524"/>
                </a:moveTo>
                <a:lnTo>
                  <a:pt x="7876" y="17524"/>
                </a:lnTo>
                <a:lnTo>
                  <a:pt x="7876" y="17595"/>
                </a:lnTo>
                <a:lnTo>
                  <a:pt x="7842" y="17595"/>
                </a:lnTo>
              </a:path>
              <a:path w="21600" h="21600">
                <a:moveTo>
                  <a:pt x="6332" y="17524"/>
                </a:moveTo>
                <a:lnTo>
                  <a:pt x="6367" y="17524"/>
                </a:lnTo>
                <a:lnTo>
                  <a:pt x="6367" y="17595"/>
                </a:lnTo>
                <a:lnTo>
                  <a:pt x="6332" y="17595"/>
                </a:lnTo>
              </a:path>
              <a:path w="21600" h="21600">
                <a:moveTo>
                  <a:pt x="5879" y="17524"/>
                </a:moveTo>
                <a:lnTo>
                  <a:pt x="5914" y="17524"/>
                </a:lnTo>
                <a:lnTo>
                  <a:pt x="5914" y="17595"/>
                </a:lnTo>
                <a:lnTo>
                  <a:pt x="5879" y="17595"/>
                </a:lnTo>
              </a:path>
              <a:path w="21600" h="21600">
                <a:moveTo>
                  <a:pt x="5577" y="17524"/>
                </a:moveTo>
                <a:lnTo>
                  <a:pt x="5612" y="17524"/>
                </a:lnTo>
                <a:lnTo>
                  <a:pt x="5612" y="17595"/>
                </a:lnTo>
                <a:lnTo>
                  <a:pt x="5577" y="17595"/>
                </a:lnTo>
              </a:path>
              <a:path w="21600" h="21600">
                <a:moveTo>
                  <a:pt x="5137" y="17524"/>
                </a:moveTo>
                <a:lnTo>
                  <a:pt x="5171" y="17524"/>
                </a:lnTo>
                <a:lnTo>
                  <a:pt x="5171" y="17595"/>
                </a:lnTo>
                <a:lnTo>
                  <a:pt x="5137" y="17595"/>
                </a:lnTo>
              </a:path>
              <a:path w="21600" h="21600">
                <a:moveTo>
                  <a:pt x="2423" y="17524"/>
                </a:moveTo>
                <a:lnTo>
                  <a:pt x="2458" y="17524"/>
                </a:lnTo>
                <a:lnTo>
                  <a:pt x="2458" y="17595"/>
                </a:lnTo>
                <a:lnTo>
                  <a:pt x="2423" y="17595"/>
                </a:lnTo>
              </a:path>
              <a:path w="21600" h="21600">
                <a:moveTo>
                  <a:pt x="914" y="17524"/>
                </a:moveTo>
                <a:lnTo>
                  <a:pt x="948" y="17524"/>
                </a:lnTo>
                <a:lnTo>
                  <a:pt x="948" y="17595"/>
                </a:lnTo>
                <a:lnTo>
                  <a:pt x="914" y="17595"/>
                </a:lnTo>
              </a:path>
              <a:path w="21600" h="21600">
                <a:moveTo>
                  <a:pt x="461" y="17524"/>
                </a:moveTo>
                <a:lnTo>
                  <a:pt x="495" y="17524"/>
                </a:lnTo>
                <a:lnTo>
                  <a:pt x="495" y="17595"/>
                </a:lnTo>
                <a:lnTo>
                  <a:pt x="461" y="17595"/>
                </a:lnTo>
              </a:path>
              <a:path w="21600" h="21600">
                <a:moveTo>
                  <a:pt x="159" y="17524"/>
                </a:moveTo>
                <a:lnTo>
                  <a:pt x="193" y="17524"/>
                </a:lnTo>
                <a:lnTo>
                  <a:pt x="193" y="17595"/>
                </a:lnTo>
                <a:lnTo>
                  <a:pt x="159" y="17595"/>
                </a:lnTo>
              </a:path>
              <a:path w="21600" h="21600">
                <a:moveTo>
                  <a:pt x="14180" y="17519"/>
                </a:moveTo>
                <a:lnTo>
                  <a:pt x="14205" y="17519"/>
                </a:lnTo>
                <a:lnTo>
                  <a:pt x="14205" y="17572"/>
                </a:lnTo>
                <a:lnTo>
                  <a:pt x="14180" y="17572"/>
                </a:lnTo>
              </a:path>
              <a:path w="21600" h="21600">
                <a:moveTo>
                  <a:pt x="1059" y="17518"/>
                </a:moveTo>
                <a:lnTo>
                  <a:pt x="1104" y="17518"/>
                </a:lnTo>
                <a:lnTo>
                  <a:pt x="1104" y="17610"/>
                </a:lnTo>
                <a:lnTo>
                  <a:pt x="1059" y="17610"/>
                </a:lnTo>
              </a:path>
              <a:path w="21600" h="21600">
                <a:moveTo>
                  <a:pt x="2869" y="17515"/>
                </a:moveTo>
                <a:lnTo>
                  <a:pt x="2909" y="17515"/>
                </a:lnTo>
                <a:lnTo>
                  <a:pt x="2909" y="17596"/>
                </a:lnTo>
                <a:lnTo>
                  <a:pt x="2869" y="17596"/>
                </a:lnTo>
              </a:path>
              <a:path w="21600" h="21600">
                <a:moveTo>
                  <a:pt x="16280" y="17487"/>
                </a:moveTo>
                <a:lnTo>
                  <a:pt x="16308" y="17487"/>
                </a:lnTo>
                <a:lnTo>
                  <a:pt x="16308" y="17544"/>
                </a:lnTo>
                <a:lnTo>
                  <a:pt x="16280" y="17544"/>
                </a:lnTo>
              </a:path>
              <a:path w="21600" h="21600">
                <a:moveTo>
                  <a:pt x="5291" y="17487"/>
                </a:moveTo>
                <a:lnTo>
                  <a:pt x="5318" y="17487"/>
                </a:lnTo>
                <a:lnTo>
                  <a:pt x="5318" y="17544"/>
                </a:lnTo>
                <a:lnTo>
                  <a:pt x="5291" y="17544"/>
                </a:lnTo>
              </a:path>
              <a:path w="21600" h="21600">
                <a:moveTo>
                  <a:pt x="17035" y="17470"/>
                </a:moveTo>
                <a:lnTo>
                  <a:pt x="17063" y="17470"/>
                </a:lnTo>
                <a:lnTo>
                  <a:pt x="17063" y="17526"/>
                </a:lnTo>
                <a:lnTo>
                  <a:pt x="17035" y="17526"/>
                </a:lnTo>
              </a:path>
              <a:path w="21600" h="21600">
                <a:moveTo>
                  <a:pt x="11616" y="17470"/>
                </a:moveTo>
                <a:lnTo>
                  <a:pt x="11644" y="17470"/>
                </a:lnTo>
                <a:lnTo>
                  <a:pt x="11644" y="17526"/>
                </a:lnTo>
                <a:lnTo>
                  <a:pt x="11616" y="17526"/>
                </a:lnTo>
              </a:path>
              <a:path w="21600" h="21600">
                <a:moveTo>
                  <a:pt x="9955" y="17470"/>
                </a:moveTo>
                <a:lnTo>
                  <a:pt x="9982" y="17470"/>
                </a:lnTo>
                <a:lnTo>
                  <a:pt x="9982" y="17526"/>
                </a:lnTo>
                <a:lnTo>
                  <a:pt x="9955" y="17526"/>
                </a:lnTo>
              </a:path>
              <a:path w="21600" h="21600">
                <a:moveTo>
                  <a:pt x="4536" y="17470"/>
                </a:moveTo>
                <a:lnTo>
                  <a:pt x="4563" y="17470"/>
                </a:lnTo>
                <a:lnTo>
                  <a:pt x="4563" y="17526"/>
                </a:lnTo>
                <a:lnTo>
                  <a:pt x="4536" y="17526"/>
                </a:lnTo>
              </a:path>
              <a:path w="21600" h="21600">
                <a:moveTo>
                  <a:pt x="1665" y="17470"/>
                </a:moveTo>
                <a:lnTo>
                  <a:pt x="1706" y="17470"/>
                </a:lnTo>
                <a:lnTo>
                  <a:pt x="1706" y="17554"/>
                </a:lnTo>
                <a:lnTo>
                  <a:pt x="1665" y="17554"/>
                </a:lnTo>
              </a:path>
              <a:path w="21600" h="21600">
                <a:moveTo>
                  <a:pt x="19881" y="17470"/>
                </a:moveTo>
                <a:lnTo>
                  <a:pt x="19946" y="17470"/>
                </a:lnTo>
                <a:lnTo>
                  <a:pt x="19946" y="17604"/>
                </a:lnTo>
                <a:lnTo>
                  <a:pt x="19881" y="17604"/>
                </a:lnTo>
              </a:path>
              <a:path w="21600" h="21600">
                <a:moveTo>
                  <a:pt x="17640" y="17463"/>
                </a:moveTo>
                <a:lnTo>
                  <a:pt x="17666" y="17463"/>
                </a:lnTo>
                <a:lnTo>
                  <a:pt x="17666" y="17515"/>
                </a:lnTo>
                <a:lnTo>
                  <a:pt x="17640" y="17515"/>
                </a:lnTo>
              </a:path>
              <a:path w="21600" h="21600">
                <a:moveTo>
                  <a:pt x="14934" y="17463"/>
                </a:moveTo>
                <a:lnTo>
                  <a:pt x="14960" y="17463"/>
                </a:lnTo>
                <a:lnTo>
                  <a:pt x="14960" y="17515"/>
                </a:lnTo>
                <a:lnTo>
                  <a:pt x="14934" y="17515"/>
                </a:lnTo>
              </a:path>
              <a:path w="21600" h="21600">
                <a:moveTo>
                  <a:pt x="12221" y="17463"/>
                </a:moveTo>
                <a:lnTo>
                  <a:pt x="12247" y="17463"/>
                </a:lnTo>
                <a:lnTo>
                  <a:pt x="12247" y="17515"/>
                </a:lnTo>
                <a:lnTo>
                  <a:pt x="12221" y="17515"/>
                </a:lnTo>
              </a:path>
              <a:path w="21600" h="21600">
                <a:moveTo>
                  <a:pt x="9352" y="17463"/>
                </a:moveTo>
                <a:lnTo>
                  <a:pt x="9377" y="17463"/>
                </a:lnTo>
                <a:lnTo>
                  <a:pt x="9377" y="17515"/>
                </a:lnTo>
                <a:lnTo>
                  <a:pt x="9352" y="17515"/>
                </a:lnTo>
              </a:path>
              <a:path w="21600" h="21600">
                <a:moveTo>
                  <a:pt x="3933" y="17463"/>
                </a:moveTo>
                <a:lnTo>
                  <a:pt x="3959" y="17463"/>
                </a:lnTo>
                <a:lnTo>
                  <a:pt x="3959" y="17515"/>
                </a:lnTo>
                <a:lnTo>
                  <a:pt x="3933" y="17515"/>
                </a:lnTo>
              </a:path>
              <a:path w="21600" h="21600">
                <a:moveTo>
                  <a:pt x="1220" y="17463"/>
                </a:moveTo>
                <a:lnTo>
                  <a:pt x="1246" y="17463"/>
                </a:lnTo>
                <a:lnTo>
                  <a:pt x="1246" y="17515"/>
                </a:lnTo>
                <a:lnTo>
                  <a:pt x="1220" y="17515"/>
                </a:lnTo>
              </a:path>
              <a:path w="21600" h="21600">
                <a:moveTo>
                  <a:pt x="10560" y="17451"/>
                </a:moveTo>
                <a:lnTo>
                  <a:pt x="10585" y="17451"/>
                </a:lnTo>
                <a:lnTo>
                  <a:pt x="10585" y="17504"/>
                </a:lnTo>
                <a:lnTo>
                  <a:pt x="10560" y="17504"/>
                </a:lnTo>
              </a:path>
              <a:path w="21600" h="21600">
                <a:moveTo>
                  <a:pt x="21411" y="17448"/>
                </a:moveTo>
                <a:lnTo>
                  <a:pt x="21435" y="17448"/>
                </a:lnTo>
                <a:lnTo>
                  <a:pt x="21435" y="17497"/>
                </a:lnTo>
                <a:lnTo>
                  <a:pt x="21411" y="17497"/>
                </a:lnTo>
              </a:path>
              <a:path w="21600" h="21600">
                <a:moveTo>
                  <a:pt x="20052" y="17444"/>
                </a:moveTo>
                <a:lnTo>
                  <a:pt x="20077" y="17444"/>
                </a:lnTo>
                <a:lnTo>
                  <a:pt x="20077" y="17497"/>
                </a:lnTo>
                <a:lnTo>
                  <a:pt x="20052" y="17497"/>
                </a:lnTo>
              </a:path>
              <a:path w="21600" h="21600">
                <a:moveTo>
                  <a:pt x="17338" y="17444"/>
                </a:moveTo>
                <a:lnTo>
                  <a:pt x="17364" y="17444"/>
                </a:lnTo>
                <a:lnTo>
                  <a:pt x="17364" y="17497"/>
                </a:lnTo>
                <a:lnTo>
                  <a:pt x="17338" y="17497"/>
                </a:lnTo>
              </a:path>
              <a:path w="21600" h="21600">
                <a:moveTo>
                  <a:pt x="11919" y="17444"/>
                </a:moveTo>
                <a:lnTo>
                  <a:pt x="11945" y="17444"/>
                </a:lnTo>
                <a:lnTo>
                  <a:pt x="11945" y="17497"/>
                </a:lnTo>
                <a:lnTo>
                  <a:pt x="11919" y="17497"/>
                </a:lnTo>
              </a:path>
              <a:path w="21600" h="21600">
                <a:moveTo>
                  <a:pt x="9654" y="17444"/>
                </a:moveTo>
                <a:lnTo>
                  <a:pt x="9679" y="17444"/>
                </a:lnTo>
                <a:lnTo>
                  <a:pt x="9679" y="17497"/>
                </a:lnTo>
                <a:lnTo>
                  <a:pt x="9654" y="17497"/>
                </a:lnTo>
              </a:path>
              <a:path w="21600" h="21600">
                <a:moveTo>
                  <a:pt x="6941" y="17444"/>
                </a:moveTo>
                <a:lnTo>
                  <a:pt x="6966" y="17444"/>
                </a:lnTo>
                <a:lnTo>
                  <a:pt x="6966" y="17497"/>
                </a:lnTo>
                <a:lnTo>
                  <a:pt x="6941" y="17497"/>
                </a:lnTo>
              </a:path>
              <a:path w="21600" h="21600">
                <a:moveTo>
                  <a:pt x="4235" y="17444"/>
                </a:moveTo>
                <a:lnTo>
                  <a:pt x="4261" y="17444"/>
                </a:lnTo>
                <a:lnTo>
                  <a:pt x="4261" y="17497"/>
                </a:lnTo>
                <a:lnTo>
                  <a:pt x="4235" y="17497"/>
                </a:lnTo>
              </a:path>
              <a:path w="21600" h="21600">
                <a:moveTo>
                  <a:pt x="1522" y="17444"/>
                </a:moveTo>
                <a:lnTo>
                  <a:pt x="1548" y="17444"/>
                </a:lnTo>
                <a:lnTo>
                  <a:pt x="1548" y="17497"/>
                </a:lnTo>
                <a:lnTo>
                  <a:pt x="1522" y="17497"/>
                </a:lnTo>
              </a:path>
              <a:path w="21600" h="21600">
                <a:moveTo>
                  <a:pt x="14471" y="17433"/>
                </a:moveTo>
                <a:lnTo>
                  <a:pt x="14518" y="17433"/>
                </a:lnTo>
                <a:lnTo>
                  <a:pt x="14518" y="17528"/>
                </a:lnTo>
                <a:lnTo>
                  <a:pt x="14471" y="17528"/>
                </a:lnTo>
              </a:path>
              <a:path w="21600" h="21600">
                <a:moveTo>
                  <a:pt x="7081" y="17433"/>
                </a:moveTo>
                <a:lnTo>
                  <a:pt x="7128" y="17433"/>
                </a:lnTo>
                <a:lnTo>
                  <a:pt x="7128" y="17528"/>
                </a:lnTo>
                <a:lnTo>
                  <a:pt x="7081" y="17528"/>
                </a:lnTo>
              </a:path>
              <a:path w="21600" h="21600">
                <a:moveTo>
                  <a:pt x="9181" y="17426"/>
                </a:moveTo>
                <a:lnTo>
                  <a:pt x="9246" y="17426"/>
                </a:lnTo>
                <a:lnTo>
                  <a:pt x="9246" y="17560"/>
                </a:lnTo>
                <a:lnTo>
                  <a:pt x="9181" y="17560"/>
                </a:lnTo>
              </a:path>
              <a:path w="21600" h="21600">
                <a:moveTo>
                  <a:pt x="21253" y="17420"/>
                </a:moveTo>
                <a:lnTo>
                  <a:pt x="21291" y="17420"/>
                </a:lnTo>
                <a:lnTo>
                  <a:pt x="21291" y="17498"/>
                </a:lnTo>
                <a:lnTo>
                  <a:pt x="21253" y="17498"/>
                </a:lnTo>
              </a:path>
              <a:path w="21600" h="21600">
                <a:moveTo>
                  <a:pt x="18540" y="17420"/>
                </a:moveTo>
                <a:lnTo>
                  <a:pt x="18578" y="17420"/>
                </a:lnTo>
                <a:lnTo>
                  <a:pt x="18578" y="17498"/>
                </a:lnTo>
                <a:lnTo>
                  <a:pt x="18540" y="17498"/>
                </a:lnTo>
              </a:path>
              <a:path w="21600" h="21600">
                <a:moveTo>
                  <a:pt x="15834" y="17420"/>
                </a:moveTo>
                <a:lnTo>
                  <a:pt x="15872" y="17420"/>
                </a:lnTo>
                <a:lnTo>
                  <a:pt x="15872" y="17498"/>
                </a:lnTo>
                <a:lnTo>
                  <a:pt x="15834" y="17498"/>
                </a:lnTo>
              </a:path>
              <a:path w="21600" h="21600">
                <a:moveTo>
                  <a:pt x="13121" y="17420"/>
                </a:moveTo>
                <a:lnTo>
                  <a:pt x="13159" y="17420"/>
                </a:lnTo>
                <a:lnTo>
                  <a:pt x="13159" y="17498"/>
                </a:lnTo>
                <a:lnTo>
                  <a:pt x="13121" y="17498"/>
                </a:lnTo>
              </a:path>
              <a:path w="21600" h="21600">
                <a:moveTo>
                  <a:pt x="8440" y="17420"/>
                </a:moveTo>
                <a:lnTo>
                  <a:pt x="8478" y="17420"/>
                </a:lnTo>
                <a:lnTo>
                  <a:pt x="8478" y="17498"/>
                </a:lnTo>
                <a:lnTo>
                  <a:pt x="8440" y="17498"/>
                </a:lnTo>
              </a:path>
              <a:path w="21600" h="21600">
                <a:moveTo>
                  <a:pt x="3021" y="17420"/>
                </a:moveTo>
                <a:lnTo>
                  <a:pt x="3059" y="17420"/>
                </a:lnTo>
                <a:lnTo>
                  <a:pt x="3059" y="17498"/>
                </a:lnTo>
                <a:lnTo>
                  <a:pt x="3021" y="17498"/>
                </a:lnTo>
              </a:path>
              <a:path w="21600" h="21600">
                <a:moveTo>
                  <a:pt x="308" y="17420"/>
                </a:moveTo>
                <a:lnTo>
                  <a:pt x="346" y="17420"/>
                </a:lnTo>
                <a:lnTo>
                  <a:pt x="346" y="17498"/>
                </a:lnTo>
                <a:lnTo>
                  <a:pt x="308" y="17498"/>
                </a:lnTo>
              </a:path>
              <a:path w="21600" h="21600">
                <a:moveTo>
                  <a:pt x="21109" y="17406"/>
                </a:moveTo>
                <a:lnTo>
                  <a:pt x="21133" y="17406"/>
                </a:lnTo>
                <a:lnTo>
                  <a:pt x="21133" y="17455"/>
                </a:lnTo>
                <a:lnTo>
                  <a:pt x="21109" y="17455"/>
                </a:lnTo>
              </a:path>
              <a:path w="21600" h="21600">
                <a:moveTo>
                  <a:pt x="3632" y="17406"/>
                </a:moveTo>
                <a:lnTo>
                  <a:pt x="3656" y="17406"/>
                </a:lnTo>
                <a:lnTo>
                  <a:pt x="3656" y="17455"/>
                </a:lnTo>
                <a:lnTo>
                  <a:pt x="3632" y="17455"/>
                </a:lnTo>
              </a:path>
              <a:path w="21600" h="21600">
                <a:moveTo>
                  <a:pt x="20960" y="17371"/>
                </a:moveTo>
                <a:lnTo>
                  <a:pt x="20980" y="17371"/>
                </a:lnTo>
                <a:lnTo>
                  <a:pt x="20980" y="17413"/>
                </a:lnTo>
                <a:lnTo>
                  <a:pt x="20960" y="17413"/>
                </a:lnTo>
              </a:path>
              <a:path w="21600" h="21600">
                <a:moveTo>
                  <a:pt x="18247" y="17371"/>
                </a:moveTo>
                <a:lnTo>
                  <a:pt x="18267" y="17371"/>
                </a:lnTo>
                <a:lnTo>
                  <a:pt x="18267" y="17413"/>
                </a:lnTo>
                <a:lnTo>
                  <a:pt x="18247" y="17413"/>
                </a:lnTo>
              </a:path>
              <a:path w="21600" h="21600">
                <a:moveTo>
                  <a:pt x="15541" y="17371"/>
                </a:moveTo>
                <a:lnTo>
                  <a:pt x="15561" y="17371"/>
                </a:lnTo>
                <a:lnTo>
                  <a:pt x="15561" y="17413"/>
                </a:lnTo>
                <a:lnTo>
                  <a:pt x="15541" y="17413"/>
                </a:lnTo>
              </a:path>
              <a:path w="21600" h="21600">
                <a:moveTo>
                  <a:pt x="12828" y="17371"/>
                </a:moveTo>
                <a:lnTo>
                  <a:pt x="12848" y="17371"/>
                </a:lnTo>
                <a:lnTo>
                  <a:pt x="12848" y="17413"/>
                </a:lnTo>
                <a:lnTo>
                  <a:pt x="12828" y="17413"/>
                </a:lnTo>
              </a:path>
              <a:path w="21600" h="21600">
                <a:moveTo>
                  <a:pt x="6037" y="17371"/>
                </a:moveTo>
                <a:lnTo>
                  <a:pt x="6058" y="17371"/>
                </a:lnTo>
                <a:lnTo>
                  <a:pt x="6058" y="17413"/>
                </a:lnTo>
                <a:lnTo>
                  <a:pt x="6037" y="17413"/>
                </a:lnTo>
              </a:path>
              <a:path w="21600" h="21600">
                <a:moveTo>
                  <a:pt x="3332" y="17371"/>
                </a:moveTo>
                <a:lnTo>
                  <a:pt x="3352" y="17371"/>
                </a:lnTo>
                <a:lnTo>
                  <a:pt x="3352" y="17413"/>
                </a:lnTo>
                <a:lnTo>
                  <a:pt x="3332" y="17413"/>
                </a:lnTo>
              </a:path>
              <a:path w="21600" h="21600">
                <a:moveTo>
                  <a:pt x="619" y="17371"/>
                </a:moveTo>
                <a:lnTo>
                  <a:pt x="639" y="17371"/>
                </a:lnTo>
                <a:lnTo>
                  <a:pt x="639" y="17413"/>
                </a:lnTo>
                <a:lnTo>
                  <a:pt x="619" y="17413"/>
                </a:lnTo>
              </a:path>
              <a:path w="21600" h="21600">
                <a:moveTo>
                  <a:pt x="15383" y="17370"/>
                </a:moveTo>
                <a:lnTo>
                  <a:pt x="15417" y="17370"/>
                </a:lnTo>
                <a:lnTo>
                  <a:pt x="15417" y="17440"/>
                </a:lnTo>
                <a:lnTo>
                  <a:pt x="15383" y="17440"/>
                </a:lnTo>
              </a:path>
              <a:path w="21600" h="21600">
                <a:moveTo>
                  <a:pt x="19592" y="17348"/>
                </a:moveTo>
                <a:lnTo>
                  <a:pt x="19630" y="17348"/>
                </a:lnTo>
                <a:lnTo>
                  <a:pt x="19630" y="17426"/>
                </a:lnTo>
                <a:lnTo>
                  <a:pt x="19592" y="17426"/>
                </a:lnTo>
              </a:path>
              <a:path w="21600" h="21600">
                <a:moveTo>
                  <a:pt x="16879" y="17348"/>
                </a:moveTo>
                <a:lnTo>
                  <a:pt x="16917" y="17348"/>
                </a:lnTo>
                <a:lnTo>
                  <a:pt x="16917" y="17426"/>
                </a:lnTo>
                <a:lnTo>
                  <a:pt x="16879" y="17426"/>
                </a:lnTo>
              </a:path>
              <a:path w="21600" h="21600">
                <a:moveTo>
                  <a:pt x="7387" y="17348"/>
                </a:moveTo>
                <a:lnTo>
                  <a:pt x="7425" y="17348"/>
                </a:lnTo>
                <a:lnTo>
                  <a:pt x="7425" y="17426"/>
                </a:lnTo>
                <a:lnTo>
                  <a:pt x="7387" y="17426"/>
                </a:lnTo>
              </a:path>
              <a:path w="21600" h="21600">
                <a:moveTo>
                  <a:pt x="4682" y="17348"/>
                </a:moveTo>
                <a:lnTo>
                  <a:pt x="4720" y="17348"/>
                </a:lnTo>
                <a:lnTo>
                  <a:pt x="4720" y="17426"/>
                </a:lnTo>
                <a:lnTo>
                  <a:pt x="4682" y="17426"/>
                </a:lnTo>
              </a:path>
              <a:path w="21600" h="21600">
                <a:moveTo>
                  <a:pt x="1969" y="17348"/>
                </a:moveTo>
                <a:lnTo>
                  <a:pt x="2007" y="17348"/>
                </a:lnTo>
                <a:lnTo>
                  <a:pt x="2007" y="17426"/>
                </a:lnTo>
                <a:lnTo>
                  <a:pt x="1969" y="17426"/>
                </a:lnTo>
              </a:path>
              <a:path w="21600" h="21600">
                <a:moveTo>
                  <a:pt x="19291" y="17343"/>
                </a:moveTo>
                <a:lnTo>
                  <a:pt x="19328" y="17343"/>
                </a:lnTo>
                <a:lnTo>
                  <a:pt x="19328" y="17417"/>
                </a:lnTo>
                <a:lnTo>
                  <a:pt x="19291" y="17417"/>
                </a:lnTo>
              </a:path>
              <a:path w="21600" h="21600">
                <a:moveTo>
                  <a:pt x="13872" y="17343"/>
                </a:moveTo>
                <a:lnTo>
                  <a:pt x="13909" y="17343"/>
                </a:lnTo>
                <a:lnTo>
                  <a:pt x="13909" y="17417"/>
                </a:lnTo>
                <a:lnTo>
                  <a:pt x="13872" y="17417"/>
                </a:lnTo>
              </a:path>
              <a:path w="21600" h="21600">
                <a:moveTo>
                  <a:pt x="7690" y="17343"/>
                </a:moveTo>
                <a:lnTo>
                  <a:pt x="7726" y="17343"/>
                </a:lnTo>
                <a:lnTo>
                  <a:pt x="7726" y="17417"/>
                </a:lnTo>
                <a:lnTo>
                  <a:pt x="7690" y="17417"/>
                </a:lnTo>
              </a:path>
              <a:path w="21600" h="21600">
                <a:moveTo>
                  <a:pt x="2271" y="17343"/>
                </a:moveTo>
                <a:lnTo>
                  <a:pt x="2308" y="17343"/>
                </a:lnTo>
                <a:lnTo>
                  <a:pt x="2308" y="17417"/>
                </a:lnTo>
                <a:lnTo>
                  <a:pt x="2271" y="17417"/>
                </a:lnTo>
              </a:path>
              <a:path w="21600" h="21600">
                <a:moveTo>
                  <a:pt x="1373" y="17342"/>
                </a:moveTo>
                <a:lnTo>
                  <a:pt x="1395" y="17342"/>
                </a:lnTo>
                <a:lnTo>
                  <a:pt x="1395" y="17388"/>
                </a:lnTo>
                <a:lnTo>
                  <a:pt x="1373" y="17388"/>
                </a:lnTo>
              </a:path>
              <a:path w="21600" h="21600">
                <a:moveTo>
                  <a:pt x="20498" y="17332"/>
                </a:moveTo>
                <a:lnTo>
                  <a:pt x="20537" y="17332"/>
                </a:lnTo>
                <a:lnTo>
                  <a:pt x="20537" y="17413"/>
                </a:lnTo>
                <a:lnTo>
                  <a:pt x="20498" y="17413"/>
                </a:lnTo>
              </a:path>
              <a:path w="21600" h="21600">
                <a:moveTo>
                  <a:pt x="15078" y="17332"/>
                </a:moveTo>
                <a:lnTo>
                  <a:pt x="15118" y="17332"/>
                </a:lnTo>
                <a:lnTo>
                  <a:pt x="15118" y="17413"/>
                </a:lnTo>
                <a:lnTo>
                  <a:pt x="15078" y="17413"/>
                </a:lnTo>
              </a:path>
              <a:path w="21600" h="21600">
                <a:moveTo>
                  <a:pt x="6481" y="17332"/>
                </a:moveTo>
                <a:lnTo>
                  <a:pt x="6520" y="17332"/>
                </a:lnTo>
                <a:lnTo>
                  <a:pt x="6520" y="17413"/>
                </a:lnTo>
                <a:lnTo>
                  <a:pt x="6481" y="17413"/>
                </a:lnTo>
              </a:path>
              <a:path w="21600" h="21600">
                <a:moveTo>
                  <a:pt x="16733" y="17328"/>
                </a:moveTo>
                <a:lnTo>
                  <a:pt x="16761" y="17328"/>
                </a:lnTo>
                <a:lnTo>
                  <a:pt x="16761" y="17384"/>
                </a:lnTo>
                <a:lnTo>
                  <a:pt x="16733" y="17384"/>
                </a:lnTo>
              </a:path>
              <a:path w="21600" h="21600">
                <a:moveTo>
                  <a:pt x="14028" y="17328"/>
                </a:moveTo>
                <a:lnTo>
                  <a:pt x="14055" y="17328"/>
                </a:lnTo>
                <a:lnTo>
                  <a:pt x="14055" y="17384"/>
                </a:lnTo>
                <a:lnTo>
                  <a:pt x="14028" y="17384"/>
                </a:lnTo>
              </a:path>
              <a:path w="21600" h="21600">
                <a:moveTo>
                  <a:pt x="11314" y="17328"/>
                </a:moveTo>
                <a:lnTo>
                  <a:pt x="11342" y="17328"/>
                </a:lnTo>
                <a:lnTo>
                  <a:pt x="11342" y="17384"/>
                </a:lnTo>
                <a:lnTo>
                  <a:pt x="11314" y="17384"/>
                </a:lnTo>
              </a:path>
              <a:path w="21600" h="21600">
                <a:moveTo>
                  <a:pt x="10257" y="17328"/>
                </a:moveTo>
                <a:lnTo>
                  <a:pt x="10284" y="17328"/>
                </a:lnTo>
                <a:lnTo>
                  <a:pt x="10284" y="17384"/>
                </a:lnTo>
                <a:lnTo>
                  <a:pt x="10257" y="17384"/>
                </a:lnTo>
              </a:path>
              <a:path w="21600" h="21600">
                <a:moveTo>
                  <a:pt x="7544" y="17328"/>
                </a:moveTo>
                <a:lnTo>
                  <a:pt x="7571" y="17328"/>
                </a:lnTo>
                <a:lnTo>
                  <a:pt x="7571" y="17384"/>
                </a:lnTo>
                <a:lnTo>
                  <a:pt x="7544" y="17384"/>
                </a:lnTo>
              </a:path>
              <a:path w="21600" h="21600">
                <a:moveTo>
                  <a:pt x="4838" y="17328"/>
                </a:moveTo>
                <a:lnTo>
                  <a:pt x="4865" y="17328"/>
                </a:lnTo>
                <a:lnTo>
                  <a:pt x="4865" y="17384"/>
                </a:lnTo>
                <a:lnTo>
                  <a:pt x="4838" y="17384"/>
                </a:lnTo>
              </a:path>
              <a:path w="21600" h="21600">
                <a:moveTo>
                  <a:pt x="2125" y="17328"/>
                </a:moveTo>
                <a:lnTo>
                  <a:pt x="2152" y="17328"/>
                </a:lnTo>
                <a:lnTo>
                  <a:pt x="2152" y="17384"/>
                </a:lnTo>
                <a:lnTo>
                  <a:pt x="2125" y="17384"/>
                </a:lnTo>
              </a:path>
              <a:path w="21600" h="21600">
                <a:moveTo>
                  <a:pt x="5731" y="17326"/>
                </a:moveTo>
                <a:lnTo>
                  <a:pt x="5760" y="17326"/>
                </a:lnTo>
                <a:lnTo>
                  <a:pt x="5760" y="17385"/>
                </a:lnTo>
                <a:lnTo>
                  <a:pt x="5731" y="17385"/>
                </a:lnTo>
              </a:path>
              <a:path w="21600" h="21600">
                <a:moveTo>
                  <a:pt x="10855" y="17320"/>
                </a:moveTo>
                <a:lnTo>
                  <a:pt x="10895" y="17320"/>
                </a:lnTo>
                <a:lnTo>
                  <a:pt x="10895" y="17401"/>
                </a:lnTo>
                <a:lnTo>
                  <a:pt x="10855" y="17401"/>
                </a:lnTo>
              </a:path>
              <a:path w="21600" h="21600">
                <a:moveTo>
                  <a:pt x="13411" y="17310"/>
                </a:moveTo>
                <a:lnTo>
                  <a:pt x="13464" y="17310"/>
                </a:lnTo>
                <a:lnTo>
                  <a:pt x="13464" y="17419"/>
                </a:lnTo>
                <a:lnTo>
                  <a:pt x="13411" y="17419"/>
                </a:lnTo>
              </a:path>
              <a:path w="21600" h="21600">
                <a:moveTo>
                  <a:pt x="8135" y="17310"/>
                </a:moveTo>
                <a:lnTo>
                  <a:pt x="8188" y="17310"/>
                </a:lnTo>
                <a:lnTo>
                  <a:pt x="8188" y="17419"/>
                </a:lnTo>
                <a:lnTo>
                  <a:pt x="8135" y="17419"/>
                </a:lnTo>
              </a:path>
              <a:path w="21600" h="21600">
                <a:moveTo>
                  <a:pt x="12672" y="17297"/>
                </a:moveTo>
                <a:lnTo>
                  <a:pt x="12702" y="17297"/>
                </a:lnTo>
                <a:lnTo>
                  <a:pt x="12702" y="17356"/>
                </a:lnTo>
                <a:lnTo>
                  <a:pt x="12672" y="17356"/>
                </a:lnTo>
              </a:path>
              <a:path w="21600" h="21600">
                <a:moveTo>
                  <a:pt x="8897" y="17297"/>
                </a:moveTo>
                <a:lnTo>
                  <a:pt x="8926" y="17297"/>
                </a:lnTo>
                <a:lnTo>
                  <a:pt x="8926" y="17356"/>
                </a:lnTo>
                <a:lnTo>
                  <a:pt x="8897" y="17356"/>
                </a:lnTo>
              </a:path>
              <a:path w="21600" h="21600">
                <a:moveTo>
                  <a:pt x="3478" y="17297"/>
                </a:moveTo>
                <a:lnTo>
                  <a:pt x="3507" y="17297"/>
                </a:lnTo>
                <a:lnTo>
                  <a:pt x="3507" y="17356"/>
                </a:lnTo>
                <a:lnTo>
                  <a:pt x="3478" y="17356"/>
                </a:lnTo>
              </a:path>
              <a:path w="21600" h="21600">
                <a:moveTo>
                  <a:pt x="4383" y="17294"/>
                </a:moveTo>
                <a:lnTo>
                  <a:pt x="4415" y="17294"/>
                </a:lnTo>
                <a:lnTo>
                  <a:pt x="4415" y="17360"/>
                </a:lnTo>
                <a:lnTo>
                  <a:pt x="4383" y="17360"/>
                </a:lnTo>
              </a:path>
              <a:path w="21600" h="21600">
                <a:moveTo>
                  <a:pt x="20198" y="17292"/>
                </a:moveTo>
                <a:lnTo>
                  <a:pt x="20233" y="17292"/>
                </a:lnTo>
                <a:lnTo>
                  <a:pt x="20233" y="17362"/>
                </a:lnTo>
                <a:lnTo>
                  <a:pt x="20198" y="17362"/>
                </a:lnTo>
              </a:path>
              <a:path w="21600" h="21600">
                <a:moveTo>
                  <a:pt x="14779" y="17292"/>
                </a:moveTo>
                <a:lnTo>
                  <a:pt x="14813" y="17292"/>
                </a:lnTo>
                <a:lnTo>
                  <a:pt x="14813" y="17362"/>
                </a:lnTo>
                <a:lnTo>
                  <a:pt x="14779" y="17362"/>
                </a:lnTo>
              </a:path>
              <a:path w="21600" h="21600">
                <a:moveTo>
                  <a:pt x="9498" y="17292"/>
                </a:moveTo>
                <a:lnTo>
                  <a:pt x="9533" y="17292"/>
                </a:lnTo>
                <a:lnTo>
                  <a:pt x="9533" y="17362"/>
                </a:lnTo>
                <a:lnTo>
                  <a:pt x="9498" y="17362"/>
                </a:lnTo>
              </a:path>
              <a:path w="21600" h="21600">
                <a:moveTo>
                  <a:pt x="6785" y="17292"/>
                </a:moveTo>
                <a:lnTo>
                  <a:pt x="6820" y="17292"/>
                </a:lnTo>
                <a:lnTo>
                  <a:pt x="6820" y="17362"/>
                </a:lnTo>
                <a:lnTo>
                  <a:pt x="6785" y="17362"/>
                </a:lnTo>
              </a:path>
              <a:path w="21600" h="21600">
                <a:moveTo>
                  <a:pt x="4080" y="17292"/>
                </a:moveTo>
                <a:lnTo>
                  <a:pt x="4114" y="17292"/>
                </a:lnTo>
                <a:lnTo>
                  <a:pt x="4114" y="17362"/>
                </a:lnTo>
                <a:lnTo>
                  <a:pt x="4080" y="17362"/>
                </a:lnTo>
              </a:path>
              <a:path w="21600" h="21600">
                <a:moveTo>
                  <a:pt x="16281" y="17272"/>
                </a:moveTo>
                <a:lnTo>
                  <a:pt x="16307" y="17272"/>
                </a:lnTo>
                <a:lnTo>
                  <a:pt x="16307" y="17325"/>
                </a:lnTo>
                <a:lnTo>
                  <a:pt x="16281" y="17325"/>
                </a:lnTo>
              </a:path>
              <a:path w="21600" h="21600">
                <a:moveTo>
                  <a:pt x="5292" y="17272"/>
                </a:moveTo>
                <a:lnTo>
                  <a:pt x="5318" y="17272"/>
                </a:lnTo>
                <a:lnTo>
                  <a:pt x="5318" y="17325"/>
                </a:lnTo>
                <a:lnTo>
                  <a:pt x="5292" y="17325"/>
                </a:lnTo>
              </a:path>
              <a:path w="21600" h="21600">
                <a:moveTo>
                  <a:pt x="17190" y="17270"/>
                </a:moveTo>
                <a:lnTo>
                  <a:pt x="17210" y="17270"/>
                </a:lnTo>
                <a:lnTo>
                  <a:pt x="17210" y="17312"/>
                </a:lnTo>
                <a:lnTo>
                  <a:pt x="17190" y="17312"/>
                </a:lnTo>
              </a:path>
              <a:path w="21600" h="21600">
                <a:moveTo>
                  <a:pt x="3181" y="17270"/>
                </a:moveTo>
                <a:lnTo>
                  <a:pt x="3201" y="17270"/>
                </a:lnTo>
                <a:lnTo>
                  <a:pt x="3201" y="17312"/>
                </a:lnTo>
                <a:lnTo>
                  <a:pt x="3181" y="17312"/>
                </a:lnTo>
              </a:path>
              <a:path w="21600" h="21600">
                <a:moveTo>
                  <a:pt x="763" y="17263"/>
                </a:moveTo>
                <a:lnTo>
                  <a:pt x="796" y="17263"/>
                </a:lnTo>
                <a:lnTo>
                  <a:pt x="796" y="17330"/>
                </a:lnTo>
                <a:lnTo>
                  <a:pt x="763" y="17330"/>
                </a:lnTo>
              </a:path>
              <a:path w="21600" h="21600">
                <a:moveTo>
                  <a:pt x="20652" y="17263"/>
                </a:moveTo>
                <a:lnTo>
                  <a:pt x="20685" y="17263"/>
                </a:lnTo>
                <a:lnTo>
                  <a:pt x="20685" y="17330"/>
                </a:lnTo>
                <a:lnTo>
                  <a:pt x="20652" y="17330"/>
                </a:lnTo>
              </a:path>
              <a:path w="21600" h="21600">
                <a:moveTo>
                  <a:pt x="19142" y="17263"/>
                </a:moveTo>
                <a:lnTo>
                  <a:pt x="19175" y="17263"/>
                </a:lnTo>
                <a:lnTo>
                  <a:pt x="19175" y="17330"/>
                </a:lnTo>
                <a:lnTo>
                  <a:pt x="19142" y="17330"/>
                </a:lnTo>
              </a:path>
              <a:path w="21600" h="21600">
                <a:moveTo>
                  <a:pt x="18694" y="17263"/>
                </a:moveTo>
                <a:lnTo>
                  <a:pt x="18726" y="17263"/>
                </a:lnTo>
                <a:lnTo>
                  <a:pt x="18726" y="17330"/>
                </a:lnTo>
                <a:lnTo>
                  <a:pt x="18694" y="17330"/>
                </a:lnTo>
              </a:path>
              <a:path w="21600" h="21600">
                <a:moveTo>
                  <a:pt x="18392" y="17263"/>
                </a:moveTo>
                <a:lnTo>
                  <a:pt x="18424" y="17263"/>
                </a:lnTo>
                <a:lnTo>
                  <a:pt x="18424" y="17330"/>
                </a:lnTo>
                <a:lnTo>
                  <a:pt x="18392" y="17330"/>
                </a:lnTo>
              </a:path>
              <a:path w="21600" h="21600">
                <a:moveTo>
                  <a:pt x="17939" y="17263"/>
                </a:moveTo>
                <a:lnTo>
                  <a:pt x="17971" y="17263"/>
                </a:lnTo>
                <a:lnTo>
                  <a:pt x="17971" y="17330"/>
                </a:lnTo>
                <a:lnTo>
                  <a:pt x="17939" y="17330"/>
                </a:lnTo>
              </a:path>
              <a:path w="21600" h="21600">
                <a:moveTo>
                  <a:pt x="16429" y="17263"/>
                </a:moveTo>
                <a:lnTo>
                  <a:pt x="16462" y="17263"/>
                </a:lnTo>
                <a:lnTo>
                  <a:pt x="16462" y="17330"/>
                </a:lnTo>
                <a:lnTo>
                  <a:pt x="16429" y="17330"/>
                </a:lnTo>
              </a:path>
              <a:path w="21600" h="21600">
                <a:moveTo>
                  <a:pt x="15988" y="17263"/>
                </a:moveTo>
                <a:lnTo>
                  <a:pt x="16021" y="17263"/>
                </a:lnTo>
                <a:lnTo>
                  <a:pt x="16021" y="17330"/>
                </a:lnTo>
                <a:lnTo>
                  <a:pt x="15988" y="17330"/>
                </a:lnTo>
              </a:path>
              <a:path w="21600" h="21600">
                <a:moveTo>
                  <a:pt x="15686" y="17263"/>
                </a:moveTo>
                <a:lnTo>
                  <a:pt x="15719" y="17263"/>
                </a:lnTo>
                <a:lnTo>
                  <a:pt x="15719" y="17330"/>
                </a:lnTo>
                <a:lnTo>
                  <a:pt x="15686" y="17330"/>
                </a:lnTo>
              </a:path>
              <a:path w="21600" h="21600">
                <a:moveTo>
                  <a:pt x="15233" y="17263"/>
                </a:moveTo>
                <a:lnTo>
                  <a:pt x="15266" y="17263"/>
                </a:lnTo>
                <a:lnTo>
                  <a:pt x="15266" y="17330"/>
                </a:lnTo>
                <a:lnTo>
                  <a:pt x="15233" y="17330"/>
                </a:lnTo>
              </a:path>
              <a:path w="21600" h="21600">
                <a:moveTo>
                  <a:pt x="13723" y="17263"/>
                </a:moveTo>
                <a:lnTo>
                  <a:pt x="13756" y="17263"/>
                </a:lnTo>
                <a:lnTo>
                  <a:pt x="13756" y="17330"/>
                </a:lnTo>
                <a:lnTo>
                  <a:pt x="13723" y="17330"/>
                </a:lnTo>
              </a:path>
              <a:path w="21600" h="21600">
                <a:moveTo>
                  <a:pt x="13275" y="17263"/>
                </a:moveTo>
                <a:lnTo>
                  <a:pt x="13307" y="17263"/>
                </a:lnTo>
                <a:lnTo>
                  <a:pt x="13307" y="17330"/>
                </a:lnTo>
                <a:lnTo>
                  <a:pt x="13275" y="17330"/>
                </a:lnTo>
              </a:path>
              <a:path w="21600" h="21600">
                <a:moveTo>
                  <a:pt x="12973" y="17263"/>
                </a:moveTo>
                <a:lnTo>
                  <a:pt x="13005" y="17263"/>
                </a:lnTo>
                <a:lnTo>
                  <a:pt x="13005" y="17330"/>
                </a:lnTo>
                <a:lnTo>
                  <a:pt x="12973" y="17330"/>
                </a:lnTo>
              </a:path>
              <a:path w="21600" h="21600">
                <a:moveTo>
                  <a:pt x="12520" y="17263"/>
                </a:moveTo>
                <a:lnTo>
                  <a:pt x="12552" y="17263"/>
                </a:lnTo>
                <a:lnTo>
                  <a:pt x="12552" y="17330"/>
                </a:lnTo>
                <a:lnTo>
                  <a:pt x="12520" y="17330"/>
                </a:lnTo>
              </a:path>
              <a:path w="21600" h="21600">
                <a:moveTo>
                  <a:pt x="11010" y="17263"/>
                </a:moveTo>
                <a:lnTo>
                  <a:pt x="11042" y="17263"/>
                </a:lnTo>
                <a:lnTo>
                  <a:pt x="11042" y="17330"/>
                </a:lnTo>
                <a:lnTo>
                  <a:pt x="11010" y="17330"/>
                </a:lnTo>
              </a:path>
              <a:path w="21600" h="21600">
                <a:moveTo>
                  <a:pt x="9046" y="17263"/>
                </a:moveTo>
                <a:lnTo>
                  <a:pt x="9079" y="17263"/>
                </a:lnTo>
                <a:lnTo>
                  <a:pt x="9079" y="17330"/>
                </a:lnTo>
                <a:lnTo>
                  <a:pt x="9046" y="17330"/>
                </a:lnTo>
              </a:path>
              <a:path w="21600" h="21600">
                <a:moveTo>
                  <a:pt x="8593" y="17263"/>
                </a:moveTo>
                <a:lnTo>
                  <a:pt x="8626" y="17263"/>
                </a:lnTo>
                <a:lnTo>
                  <a:pt x="8626" y="17330"/>
                </a:lnTo>
                <a:lnTo>
                  <a:pt x="8593" y="17330"/>
                </a:lnTo>
              </a:path>
              <a:path w="21600" h="21600">
                <a:moveTo>
                  <a:pt x="8291" y="17263"/>
                </a:moveTo>
                <a:lnTo>
                  <a:pt x="8324" y="17263"/>
                </a:lnTo>
                <a:lnTo>
                  <a:pt x="8324" y="17330"/>
                </a:lnTo>
                <a:lnTo>
                  <a:pt x="8291" y="17330"/>
                </a:lnTo>
              </a:path>
              <a:path w="21600" h="21600">
                <a:moveTo>
                  <a:pt x="7843" y="17263"/>
                </a:moveTo>
                <a:lnTo>
                  <a:pt x="7876" y="17263"/>
                </a:lnTo>
                <a:lnTo>
                  <a:pt x="7876" y="17330"/>
                </a:lnTo>
                <a:lnTo>
                  <a:pt x="7843" y="17330"/>
                </a:lnTo>
              </a:path>
              <a:path w="21600" h="21600">
                <a:moveTo>
                  <a:pt x="6333" y="17263"/>
                </a:moveTo>
                <a:lnTo>
                  <a:pt x="6366" y="17263"/>
                </a:lnTo>
                <a:lnTo>
                  <a:pt x="6366" y="17330"/>
                </a:lnTo>
                <a:lnTo>
                  <a:pt x="6333" y="17330"/>
                </a:lnTo>
              </a:path>
              <a:path w="21600" h="21600">
                <a:moveTo>
                  <a:pt x="5880" y="17263"/>
                </a:moveTo>
                <a:lnTo>
                  <a:pt x="5913" y="17263"/>
                </a:lnTo>
                <a:lnTo>
                  <a:pt x="5913" y="17330"/>
                </a:lnTo>
                <a:lnTo>
                  <a:pt x="5880" y="17330"/>
                </a:lnTo>
              </a:path>
              <a:path w="21600" h="21600">
                <a:moveTo>
                  <a:pt x="5578" y="17263"/>
                </a:moveTo>
                <a:lnTo>
                  <a:pt x="5611" y="17263"/>
                </a:lnTo>
                <a:lnTo>
                  <a:pt x="5611" y="17330"/>
                </a:lnTo>
                <a:lnTo>
                  <a:pt x="5578" y="17330"/>
                </a:lnTo>
              </a:path>
              <a:path w="21600" h="21600">
                <a:moveTo>
                  <a:pt x="5137" y="17263"/>
                </a:moveTo>
                <a:lnTo>
                  <a:pt x="5170" y="17263"/>
                </a:lnTo>
                <a:lnTo>
                  <a:pt x="5170" y="17330"/>
                </a:lnTo>
                <a:lnTo>
                  <a:pt x="5137" y="17330"/>
                </a:lnTo>
              </a:path>
              <a:path w="21600" h="21600">
                <a:moveTo>
                  <a:pt x="2424" y="17263"/>
                </a:moveTo>
                <a:lnTo>
                  <a:pt x="2457" y="17263"/>
                </a:lnTo>
                <a:lnTo>
                  <a:pt x="2457" y="17330"/>
                </a:lnTo>
                <a:lnTo>
                  <a:pt x="2424" y="17330"/>
                </a:lnTo>
              </a:path>
              <a:path w="21600" h="21600">
                <a:moveTo>
                  <a:pt x="914" y="17263"/>
                </a:moveTo>
                <a:lnTo>
                  <a:pt x="947" y="17263"/>
                </a:lnTo>
                <a:lnTo>
                  <a:pt x="947" y="17330"/>
                </a:lnTo>
                <a:lnTo>
                  <a:pt x="914" y="17330"/>
                </a:lnTo>
              </a:path>
              <a:path w="21600" h="21600">
                <a:moveTo>
                  <a:pt x="461" y="17263"/>
                </a:moveTo>
                <a:lnTo>
                  <a:pt x="494" y="17263"/>
                </a:lnTo>
                <a:lnTo>
                  <a:pt x="494" y="17330"/>
                </a:lnTo>
                <a:lnTo>
                  <a:pt x="461" y="17330"/>
                </a:lnTo>
              </a:path>
              <a:path w="21600" h="21600">
                <a:moveTo>
                  <a:pt x="160" y="17263"/>
                </a:moveTo>
                <a:lnTo>
                  <a:pt x="192" y="17263"/>
                </a:lnTo>
                <a:lnTo>
                  <a:pt x="192" y="17330"/>
                </a:lnTo>
                <a:lnTo>
                  <a:pt x="160" y="17330"/>
                </a:lnTo>
              </a:path>
              <a:path w="21600" h="21600">
                <a:moveTo>
                  <a:pt x="12362" y="17262"/>
                </a:moveTo>
                <a:lnTo>
                  <a:pt x="12408" y="17262"/>
                </a:lnTo>
                <a:lnTo>
                  <a:pt x="12408" y="17357"/>
                </a:lnTo>
                <a:lnTo>
                  <a:pt x="12362" y="17357"/>
                </a:lnTo>
              </a:path>
              <a:path w="21600" h="21600">
                <a:moveTo>
                  <a:pt x="9190" y="17262"/>
                </a:moveTo>
                <a:lnTo>
                  <a:pt x="9237" y="17262"/>
                </a:lnTo>
                <a:lnTo>
                  <a:pt x="9237" y="17357"/>
                </a:lnTo>
                <a:lnTo>
                  <a:pt x="9190" y="17357"/>
                </a:lnTo>
              </a:path>
              <a:path w="21600" h="21600">
                <a:moveTo>
                  <a:pt x="20799" y="17257"/>
                </a:moveTo>
                <a:lnTo>
                  <a:pt x="20840" y="17257"/>
                </a:lnTo>
                <a:lnTo>
                  <a:pt x="20840" y="17342"/>
                </a:lnTo>
                <a:lnTo>
                  <a:pt x="20799" y="17342"/>
                </a:lnTo>
              </a:path>
              <a:path w="21600" h="21600">
                <a:moveTo>
                  <a:pt x="17641" y="17256"/>
                </a:moveTo>
                <a:lnTo>
                  <a:pt x="17665" y="17256"/>
                </a:lnTo>
                <a:lnTo>
                  <a:pt x="17665" y="17305"/>
                </a:lnTo>
                <a:lnTo>
                  <a:pt x="17641" y="17305"/>
                </a:lnTo>
              </a:path>
              <a:path w="21600" h="21600">
                <a:moveTo>
                  <a:pt x="14935" y="17256"/>
                </a:moveTo>
                <a:lnTo>
                  <a:pt x="14959" y="17256"/>
                </a:lnTo>
                <a:lnTo>
                  <a:pt x="14959" y="17305"/>
                </a:lnTo>
                <a:lnTo>
                  <a:pt x="14935" y="17305"/>
                </a:lnTo>
              </a:path>
              <a:path w="21600" h="21600">
                <a:moveTo>
                  <a:pt x="12222" y="17256"/>
                </a:moveTo>
                <a:lnTo>
                  <a:pt x="12246" y="17256"/>
                </a:lnTo>
                <a:lnTo>
                  <a:pt x="12246" y="17305"/>
                </a:lnTo>
                <a:lnTo>
                  <a:pt x="12222" y="17305"/>
                </a:lnTo>
              </a:path>
              <a:path w="21600" h="21600">
                <a:moveTo>
                  <a:pt x="9353" y="17256"/>
                </a:moveTo>
                <a:lnTo>
                  <a:pt x="9377" y="17256"/>
                </a:lnTo>
                <a:lnTo>
                  <a:pt x="9377" y="17305"/>
                </a:lnTo>
                <a:lnTo>
                  <a:pt x="9353" y="17305"/>
                </a:lnTo>
              </a:path>
              <a:path w="21600" h="21600">
                <a:moveTo>
                  <a:pt x="3934" y="17256"/>
                </a:moveTo>
                <a:lnTo>
                  <a:pt x="3958" y="17256"/>
                </a:lnTo>
                <a:lnTo>
                  <a:pt x="3958" y="17305"/>
                </a:lnTo>
                <a:lnTo>
                  <a:pt x="3934" y="17305"/>
                </a:lnTo>
              </a:path>
              <a:path w="21600" h="21600">
                <a:moveTo>
                  <a:pt x="1221" y="17256"/>
                </a:moveTo>
                <a:lnTo>
                  <a:pt x="1245" y="17256"/>
                </a:lnTo>
                <a:lnTo>
                  <a:pt x="1245" y="17305"/>
                </a:lnTo>
                <a:lnTo>
                  <a:pt x="1221" y="17305"/>
                </a:lnTo>
              </a:path>
              <a:path w="21600" h="21600">
                <a:moveTo>
                  <a:pt x="2870" y="17254"/>
                </a:moveTo>
                <a:lnTo>
                  <a:pt x="2908" y="17254"/>
                </a:lnTo>
                <a:lnTo>
                  <a:pt x="2908" y="17331"/>
                </a:lnTo>
                <a:lnTo>
                  <a:pt x="2870" y="17331"/>
                </a:lnTo>
              </a:path>
              <a:path w="21600" h="21600">
                <a:moveTo>
                  <a:pt x="17036" y="17253"/>
                </a:moveTo>
                <a:lnTo>
                  <a:pt x="17062" y="17253"/>
                </a:lnTo>
                <a:lnTo>
                  <a:pt x="17062" y="17306"/>
                </a:lnTo>
                <a:lnTo>
                  <a:pt x="17036" y="17306"/>
                </a:lnTo>
              </a:path>
              <a:path w="21600" h="21600">
                <a:moveTo>
                  <a:pt x="11617" y="17253"/>
                </a:moveTo>
                <a:lnTo>
                  <a:pt x="11643" y="17253"/>
                </a:lnTo>
                <a:lnTo>
                  <a:pt x="11643" y="17306"/>
                </a:lnTo>
                <a:lnTo>
                  <a:pt x="11617" y="17306"/>
                </a:lnTo>
              </a:path>
              <a:path w="21600" h="21600">
                <a:moveTo>
                  <a:pt x="9956" y="17253"/>
                </a:moveTo>
                <a:lnTo>
                  <a:pt x="9981" y="17253"/>
                </a:lnTo>
                <a:lnTo>
                  <a:pt x="9981" y="17306"/>
                </a:lnTo>
                <a:lnTo>
                  <a:pt x="9956" y="17306"/>
                </a:lnTo>
              </a:path>
              <a:path w="21600" h="21600">
                <a:moveTo>
                  <a:pt x="4537" y="17253"/>
                </a:moveTo>
                <a:lnTo>
                  <a:pt x="4563" y="17253"/>
                </a:lnTo>
                <a:lnTo>
                  <a:pt x="4563" y="17306"/>
                </a:lnTo>
                <a:lnTo>
                  <a:pt x="4537" y="17306"/>
                </a:lnTo>
              </a:path>
              <a:path w="21600" h="21600">
                <a:moveTo>
                  <a:pt x="11760" y="17246"/>
                </a:moveTo>
                <a:lnTo>
                  <a:pt x="11802" y="17246"/>
                </a:lnTo>
                <a:lnTo>
                  <a:pt x="11802" y="17330"/>
                </a:lnTo>
                <a:lnTo>
                  <a:pt x="11760" y="17330"/>
                </a:lnTo>
              </a:path>
              <a:path w="21600" h="21600">
                <a:moveTo>
                  <a:pt x="9797" y="17246"/>
                </a:moveTo>
                <a:lnTo>
                  <a:pt x="9838" y="17246"/>
                </a:lnTo>
                <a:lnTo>
                  <a:pt x="9838" y="17330"/>
                </a:lnTo>
                <a:lnTo>
                  <a:pt x="9797" y="17330"/>
                </a:lnTo>
              </a:path>
              <a:path w="21600" h="21600">
                <a:moveTo>
                  <a:pt x="2718" y="17244"/>
                </a:moveTo>
                <a:lnTo>
                  <a:pt x="2767" y="17244"/>
                </a:lnTo>
                <a:lnTo>
                  <a:pt x="2767" y="17344"/>
                </a:lnTo>
                <a:lnTo>
                  <a:pt x="2718" y="17344"/>
                </a:lnTo>
              </a:path>
              <a:path w="21600" h="21600">
                <a:moveTo>
                  <a:pt x="20052" y="17236"/>
                </a:moveTo>
                <a:lnTo>
                  <a:pt x="20076" y="17236"/>
                </a:lnTo>
                <a:lnTo>
                  <a:pt x="20076" y="17285"/>
                </a:lnTo>
                <a:lnTo>
                  <a:pt x="20052" y="17285"/>
                </a:lnTo>
              </a:path>
              <a:path w="21600" h="21600">
                <a:moveTo>
                  <a:pt x="17339" y="17236"/>
                </a:moveTo>
                <a:lnTo>
                  <a:pt x="17363" y="17236"/>
                </a:lnTo>
                <a:lnTo>
                  <a:pt x="17363" y="17285"/>
                </a:lnTo>
                <a:lnTo>
                  <a:pt x="17339" y="17285"/>
                </a:lnTo>
              </a:path>
              <a:path w="21600" h="21600">
                <a:moveTo>
                  <a:pt x="11920" y="17236"/>
                </a:moveTo>
                <a:lnTo>
                  <a:pt x="11944" y="17236"/>
                </a:lnTo>
                <a:lnTo>
                  <a:pt x="11944" y="17285"/>
                </a:lnTo>
                <a:lnTo>
                  <a:pt x="11920" y="17285"/>
                </a:lnTo>
              </a:path>
              <a:path w="21600" h="21600">
                <a:moveTo>
                  <a:pt x="9655" y="17236"/>
                </a:moveTo>
                <a:lnTo>
                  <a:pt x="9679" y="17236"/>
                </a:lnTo>
                <a:lnTo>
                  <a:pt x="9679" y="17285"/>
                </a:lnTo>
                <a:lnTo>
                  <a:pt x="9655" y="17285"/>
                </a:lnTo>
              </a:path>
              <a:path w="21600" h="21600">
                <a:moveTo>
                  <a:pt x="6941" y="17236"/>
                </a:moveTo>
                <a:lnTo>
                  <a:pt x="6965" y="17236"/>
                </a:lnTo>
                <a:lnTo>
                  <a:pt x="6965" y="17285"/>
                </a:lnTo>
                <a:lnTo>
                  <a:pt x="6941" y="17285"/>
                </a:lnTo>
              </a:path>
              <a:path w="21600" h="21600">
                <a:moveTo>
                  <a:pt x="4236" y="17236"/>
                </a:moveTo>
                <a:lnTo>
                  <a:pt x="4260" y="17236"/>
                </a:lnTo>
                <a:lnTo>
                  <a:pt x="4260" y="17285"/>
                </a:lnTo>
                <a:lnTo>
                  <a:pt x="4236" y="17285"/>
                </a:lnTo>
              </a:path>
              <a:path w="21600" h="21600">
                <a:moveTo>
                  <a:pt x="1523" y="17236"/>
                </a:moveTo>
                <a:lnTo>
                  <a:pt x="1547" y="17236"/>
                </a:lnTo>
                <a:lnTo>
                  <a:pt x="1547" y="17285"/>
                </a:lnTo>
                <a:lnTo>
                  <a:pt x="1523" y="17285"/>
                </a:lnTo>
              </a:path>
              <a:path w="21600" h="21600">
                <a:moveTo>
                  <a:pt x="16575" y="17226"/>
                </a:moveTo>
                <a:lnTo>
                  <a:pt x="16618" y="17226"/>
                </a:lnTo>
                <a:lnTo>
                  <a:pt x="16618" y="17314"/>
                </a:lnTo>
                <a:lnTo>
                  <a:pt x="16575" y="17314"/>
                </a:lnTo>
              </a:path>
              <a:path w="21600" h="21600">
                <a:moveTo>
                  <a:pt x="4981" y="17226"/>
                </a:moveTo>
                <a:lnTo>
                  <a:pt x="5024" y="17226"/>
                </a:lnTo>
                <a:lnTo>
                  <a:pt x="5024" y="17314"/>
                </a:lnTo>
                <a:lnTo>
                  <a:pt x="4981" y="17314"/>
                </a:lnTo>
              </a:path>
              <a:path w="21600" h="21600">
                <a:moveTo>
                  <a:pt x="14180" y="17214"/>
                </a:moveTo>
                <a:lnTo>
                  <a:pt x="14204" y="17214"/>
                </a:lnTo>
                <a:lnTo>
                  <a:pt x="14204" y="17263"/>
                </a:lnTo>
                <a:lnTo>
                  <a:pt x="14180" y="17263"/>
                </a:lnTo>
              </a:path>
              <a:path w="21600" h="21600">
                <a:moveTo>
                  <a:pt x="11457" y="17196"/>
                </a:moveTo>
                <a:lnTo>
                  <a:pt x="11501" y="17196"/>
                </a:lnTo>
                <a:lnTo>
                  <a:pt x="11501" y="17288"/>
                </a:lnTo>
                <a:lnTo>
                  <a:pt x="11457" y="17288"/>
                </a:lnTo>
              </a:path>
              <a:path w="21600" h="21600">
                <a:moveTo>
                  <a:pt x="1060" y="17192"/>
                </a:moveTo>
                <a:lnTo>
                  <a:pt x="1103" y="17192"/>
                </a:lnTo>
                <a:lnTo>
                  <a:pt x="1103" y="17280"/>
                </a:lnTo>
                <a:lnTo>
                  <a:pt x="1060" y="17280"/>
                </a:lnTo>
              </a:path>
              <a:path w="21600" h="21600">
                <a:moveTo>
                  <a:pt x="10560" y="17190"/>
                </a:moveTo>
                <a:lnTo>
                  <a:pt x="10584" y="17190"/>
                </a:lnTo>
                <a:lnTo>
                  <a:pt x="10584" y="17239"/>
                </a:lnTo>
                <a:lnTo>
                  <a:pt x="10560" y="17239"/>
                </a:lnTo>
              </a:path>
              <a:path w="21600" h="21600">
                <a:moveTo>
                  <a:pt x="21412" y="17186"/>
                </a:moveTo>
                <a:lnTo>
                  <a:pt x="21434" y="17186"/>
                </a:lnTo>
                <a:lnTo>
                  <a:pt x="21434" y="17232"/>
                </a:lnTo>
                <a:lnTo>
                  <a:pt x="21412" y="17232"/>
                </a:lnTo>
              </a:path>
              <a:path w="21600" h="21600">
                <a:moveTo>
                  <a:pt x="21110" y="17145"/>
                </a:moveTo>
                <a:lnTo>
                  <a:pt x="21132" y="17145"/>
                </a:lnTo>
                <a:lnTo>
                  <a:pt x="21132" y="17190"/>
                </a:lnTo>
                <a:lnTo>
                  <a:pt x="21110" y="17190"/>
                </a:lnTo>
              </a:path>
              <a:path w="21600" h="21600">
                <a:moveTo>
                  <a:pt x="3633" y="17145"/>
                </a:moveTo>
                <a:lnTo>
                  <a:pt x="3655" y="17145"/>
                </a:lnTo>
                <a:lnTo>
                  <a:pt x="3655" y="17190"/>
                </a:lnTo>
                <a:lnTo>
                  <a:pt x="3633" y="17190"/>
                </a:lnTo>
              </a:path>
              <a:path w="21600" h="21600">
                <a:moveTo>
                  <a:pt x="19881" y="17130"/>
                </a:moveTo>
                <a:lnTo>
                  <a:pt x="19945" y="17130"/>
                </a:lnTo>
                <a:lnTo>
                  <a:pt x="19945" y="17261"/>
                </a:lnTo>
                <a:lnTo>
                  <a:pt x="19881" y="17261"/>
                </a:lnTo>
              </a:path>
              <a:path w="21600" h="21600">
                <a:moveTo>
                  <a:pt x="1666" y="17130"/>
                </a:moveTo>
                <a:lnTo>
                  <a:pt x="1705" y="17130"/>
                </a:lnTo>
                <a:lnTo>
                  <a:pt x="1705" y="17211"/>
                </a:lnTo>
                <a:lnTo>
                  <a:pt x="1666" y="17211"/>
                </a:lnTo>
              </a:path>
              <a:path w="21600" h="21600">
                <a:moveTo>
                  <a:pt x="21254" y="17120"/>
                </a:moveTo>
                <a:lnTo>
                  <a:pt x="21290" y="17120"/>
                </a:lnTo>
                <a:lnTo>
                  <a:pt x="21290" y="17194"/>
                </a:lnTo>
                <a:lnTo>
                  <a:pt x="21254" y="17194"/>
                </a:lnTo>
              </a:path>
              <a:path w="21600" h="21600">
                <a:moveTo>
                  <a:pt x="18541" y="17120"/>
                </a:moveTo>
                <a:lnTo>
                  <a:pt x="18577" y="17120"/>
                </a:lnTo>
                <a:lnTo>
                  <a:pt x="18577" y="17194"/>
                </a:lnTo>
                <a:lnTo>
                  <a:pt x="18541" y="17194"/>
                </a:lnTo>
              </a:path>
              <a:path w="21600" h="21600">
                <a:moveTo>
                  <a:pt x="15835" y="17120"/>
                </a:moveTo>
                <a:lnTo>
                  <a:pt x="15871" y="17120"/>
                </a:lnTo>
                <a:lnTo>
                  <a:pt x="15871" y="17194"/>
                </a:lnTo>
                <a:lnTo>
                  <a:pt x="15835" y="17194"/>
                </a:lnTo>
              </a:path>
              <a:path w="21600" h="21600">
                <a:moveTo>
                  <a:pt x="13122" y="17120"/>
                </a:moveTo>
                <a:lnTo>
                  <a:pt x="13158" y="17120"/>
                </a:lnTo>
                <a:lnTo>
                  <a:pt x="13158" y="17194"/>
                </a:lnTo>
                <a:lnTo>
                  <a:pt x="13122" y="17194"/>
                </a:lnTo>
              </a:path>
              <a:path w="21600" h="21600">
                <a:moveTo>
                  <a:pt x="8441" y="17120"/>
                </a:moveTo>
                <a:lnTo>
                  <a:pt x="8477" y="17120"/>
                </a:lnTo>
                <a:lnTo>
                  <a:pt x="8477" y="17194"/>
                </a:lnTo>
                <a:lnTo>
                  <a:pt x="8441" y="17194"/>
                </a:lnTo>
              </a:path>
              <a:path w="21600" h="21600">
                <a:moveTo>
                  <a:pt x="3022" y="17120"/>
                </a:moveTo>
                <a:lnTo>
                  <a:pt x="3058" y="17120"/>
                </a:lnTo>
                <a:lnTo>
                  <a:pt x="3058" y="17194"/>
                </a:lnTo>
                <a:lnTo>
                  <a:pt x="3022" y="17194"/>
                </a:lnTo>
              </a:path>
              <a:path w="21600" h="21600">
                <a:moveTo>
                  <a:pt x="309" y="17120"/>
                </a:moveTo>
                <a:lnTo>
                  <a:pt x="345" y="17120"/>
                </a:lnTo>
                <a:lnTo>
                  <a:pt x="345" y="17194"/>
                </a:lnTo>
                <a:lnTo>
                  <a:pt x="309" y="17194"/>
                </a:lnTo>
              </a:path>
              <a:path w="21600" h="21600">
                <a:moveTo>
                  <a:pt x="10106" y="17111"/>
                </a:moveTo>
                <a:lnTo>
                  <a:pt x="10133" y="17111"/>
                </a:lnTo>
                <a:lnTo>
                  <a:pt x="10133" y="17167"/>
                </a:lnTo>
                <a:lnTo>
                  <a:pt x="10106" y="17167"/>
                </a:lnTo>
              </a:path>
              <a:path w="21600" h="21600">
                <a:moveTo>
                  <a:pt x="16734" y="17105"/>
                </a:moveTo>
                <a:lnTo>
                  <a:pt x="16760" y="17105"/>
                </a:lnTo>
                <a:lnTo>
                  <a:pt x="16760" y="17158"/>
                </a:lnTo>
                <a:lnTo>
                  <a:pt x="16734" y="17158"/>
                </a:lnTo>
              </a:path>
              <a:path w="21600" h="21600">
                <a:moveTo>
                  <a:pt x="14029" y="17105"/>
                </a:moveTo>
                <a:lnTo>
                  <a:pt x="14054" y="17105"/>
                </a:lnTo>
                <a:lnTo>
                  <a:pt x="14054" y="17158"/>
                </a:lnTo>
                <a:lnTo>
                  <a:pt x="14029" y="17158"/>
                </a:lnTo>
              </a:path>
              <a:path w="21600" h="21600">
                <a:moveTo>
                  <a:pt x="11315" y="17105"/>
                </a:moveTo>
                <a:lnTo>
                  <a:pt x="11341" y="17105"/>
                </a:lnTo>
                <a:lnTo>
                  <a:pt x="11341" y="17158"/>
                </a:lnTo>
                <a:lnTo>
                  <a:pt x="11315" y="17158"/>
                </a:lnTo>
              </a:path>
              <a:path w="21600" h="21600">
                <a:moveTo>
                  <a:pt x="10258" y="17105"/>
                </a:moveTo>
                <a:lnTo>
                  <a:pt x="10283" y="17105"/>
                </a:lnTo>
                <a:lnTo>
                  <a:pt x="10283" y="17158"/>
                </a:lnTo>
                <a:lnTo>
                  <a:pt x="10258" y="17158"/>
                </a:lnTo>
              </a:path>
              <a:path w="21600" h="21600">
                <a:moveTo>
                  <a:pt x="7544" y="17105"/>
                </a:moveTo>
                <a:lnTo>
                  <a:pt x="7570" y="17105"/>
                </a:lnTo>
                <a:lnTo>
                  <a:pt x="7570" y="17158"/>
                </a:lnTo>
                <a:lnTo>
                  <a:pt x="7544" y="17158"/>
                </a:lnTo>
              </a:path>
              <a:path w="21600" h="21600">
                <a:moveTo>
                  <a:pt x="4839" y="17105"/>
                </a:moveTo>
                <a:lnTo>
                  <a:pt x="4865" y="17105"/>
                </a:lnTo>
                <a:lnTo>
                  <a:pt x="4865" y="17158"/>
                </a:lnTo>
                <a:lnTo>
                  <a:pt x="4839" y="17158"/>
                </a:lnTo>
              </a:path>
              <a:path w="21600" h="21600">
                <a:moveTo>
                  <a:pt x="2126" y="17105"/>
                </a:moveTo>
                <a:lnTo>
                  <a:pt x="2151" y="17105"/>
                </a:lnTo>
                <a:lnTo>
                  <a:pt x="2151" y="17158"/>
                </a:lnTo>
                <a:lnTo>
                  <a:pt x="2126" y="17158"/>
                </a:lnTo>
              </a:path>
              <a:path w="21600" h="21600">
                <a:moveTo>
                  <a:pt x="17781" y="17091"/>
                </a:moveTo>
                <a:lnTo>
                  <a:pt x="17827" y="17091"/>
                </a:lnTo>
                <a:lnTo>
                  <a:pt x="17827" y="17186"/>
                </a:lnTo>
                <a:lnTo>
                  <a:pt x="17781" y="17186"/>
                </a:lnTo>
              </a:path>
              <a:path w="21600" h="21600">
                <a:moveTo>
                  <a:pt x="3772" y="17091"/>
                </a:moveTo>
                <a:lnTo>
                  <a:pt x="3818" y="17091"/>
                </a:lnTo>
                <a:lnTo>
                  <a:pt x="3818" y="17186"/>
                </a:lnTo>
                <a:lnTo>
                  <a:pt x="3772" y="17186"/>
                </a:lnTo>
              </a:path>
              <a:path w="21600" h="21600">
                <a:moveTo>
                  <a:pt x="1373" y="17068"/>
                </a:moveTo>
                <a:lnTo>
                  <a:pt x="1394" y="17068"/>
                </a:lnTo>
                <a:lnTo>
                  <a:pt x="1394" y="17110"/>
                </a:lnTo>
                <a:lnTo>
                  <a:pt x="1373" y="17110"/>
                </a:lnTo>
              </a:path>
              <a:path w="21600" h="21600">
                <a:moveTo>
                  <a:pt x="12673" y="17062"/>
                </a:moveTo>
                <a:lnTo>
                  <a:pt x="12701" y="17062"/>
                </a:lnTo>
                <a:lnTo>
                  <a:pt x="12701" y="17118"/>
                </a:lnTo>
                <a:lnTo>
                  <a:pt x="12673" y="17118"/>
                </a:lnTo>
              </a:path>
              <a:path w="21600" h="21600">
                <a:moveTo>
                  <a:pt x="8898" y="17062"/>
                </a:moveTo>
                <a:lnTo>
                  <a:pt x="8925" y="17062"/>
                </a:lnTo>
                <a:lnTo>
                  <a:pt x="8925" y="17118"/>
                </a:lnTo>
                <a:lnTo>
                  <a:pt x="8898" y="17118"/>
                </a:lnTo>
              </a:path>
              <a:path w="21600" h="21600">
                <a:moveTo>
                  <a:pt x="3479" y="17062"/>
                </a:moveTo>
                <a:lnTo>
                  <a:pt x="3507" y="17062"/>
                </a:lnTo>
                <a:lnTo>
                  <a:pt x="3507" y="17118"/>
                </a:lnTo>
                <a:lnTo>
                  <a:pt x="3479" y="17118"/>
                </a:lnTo>
              </a:path>
              <a:path w="21600" h="21600">
                <a:moveTo>
                  <a:pt x="16282" y="17057"/>
                </a:moveTo>
                <a:lnTo>
                  <a:pt x="16306" y="17057"/>
                </a:lnTo>
                <a:lnTo>
                  <a:pt x="16306" y="17106"/>
                </a:lnTo>
                <a:lnTo>
                  <a:pt x="16282" y="17106"/>
                </a:lnTo>
              </a:path>
              <a:path w="21600" h="21600">
                <a:moveTo>
                  <a:pt x="5293" y="17057"/>
                </a:moveTo>
                <a:lnTo>
                  <a:pt x="5317" y="17057"/>
                </a:lnTo>
                <a:lnTo>
                  <a:pt x="5317" y="17106"/>
                </a:lnTo>
                <a:lnTo>
                  <a:pt x="5293" y="17106"/>
                </a:lnTo>
              </a:path>
              <a:path w="21600" h="21600">
                <a:moveTo>
                  <a:pt x="19292" y="17056"/>
                </a:moveTo>
                <a:lnTo>
                  <a:pt x="19327" y="17056"/>
                </a:lnTo>
                <a:lnTo>
                  <a:pt x="19327" y="17126"/>
                </a:lnTo>
                <a:lnTo>
                  <a:pt x="19292" y="17126"/>
                </a:lnTo>
              </a:path>
              <a:path w="21600" h="21600">
                <a:moveTo>
                  <a:pt x="13873" y="17056"/>
                </a:moveTo>
                <a:lnTo>
                  <a:pt x="13908" y="17056"/>
                </a:lnTo>
                <a:lnTo>
                  <a:pt x="13908" y="17126"/>
                </a:lnTo>
                <a:lnTo>
                  <a:pt x="13873" y="17126"/>
                </a:lnTo>
              </a:path>
              <a:path w="21600" h="21600">
                <a:moveTo>
                  <a:pt x="7691" y="17056"/>
                </a:moveTo>
                <a:lnTo>
                  <a:pt x="7725" y="17056"/>
                </a:lnTo>
                <a:lnTo>
                  <a:pt x="7725" y="17126"/>
                </a:lnTo>
                <a:lnTo>
                  <a:pt x="7691" y="17126"/>
                </a:lnTo>
              </a:path>
              <a:path w="21600" h="21600">
                <a:moveTo>
                  <a:pt x="2272" y="17056"/>
                </a:moveTo>
                <a:lnTo>
                  <a:pt x="2307" y="17056"/>
                </a:lnTo>
                <a:lnTo>
                  <a:pt x="2307" y="17126"/>
                </a:lnTo>
                <a:lnTo>
                  <a:pt x="2272" y="17126"/>
                </a:lnTo>
              </a:path>
              <a:path w="21600" h="21600">
                <a:moveTo>
                  <a:pt x="17642" y="17048"/>
                </a:moveTo>
                <a:lnTo>
                  <a:pt x="17664" y="17048"/>
                </a:lnTo>
                <a:lnTo>
                  <a:pt x="17664" y="17094"/>
                </a:lnTo>
                <a:lnTo>
                  <a:pt x="17642" y="17094"/>
                </a:lnTo>
              </a:path>
              <a:path w="21600" h="21600">
                <a:moveTo>
                  <a:pt x="14936" y="17048"/>
                </a:moveTo>
                <a:lnTo>
                  <a:pt x="14958" y="17048"/>
                </a:lnTo>
                <a:lnTo>
                  <a:pt x="14958" y="17094"/>
                </a:lnTo>
                <a:lnTo>
                  <a:pt x="14936" y="17094"/>
                </a:lnTo>
              </a:path>
              <a:path w="21600" h="21600">
                <a:moveTo>
                  <a:pt x="12223" y="17048"/>
                </a:moveTo>
                <a:lnTo>
                  <a:pt x="12245" y="17048"/>
                </a:lnTo>
                <a:lnTo>
                  <a:pt x="12245" y="17094"/>
                </a:lnTo>
                <a:lnTo>
                  <a:pt x="12223" y="17094"/>
                </a:lnTo>
              </a:path>
              <a:path w="21600" h="21600">
                <a:moveTo>
                  <a:pt x="9354" y="17048"/>
                </a:moveTo>
                <a:lnTo>
                  <a:pt x="9376" y="17048"/>
                </a:lnTo>
                <a:lnTo>
                  <a:pt x="9376" y="17094"/>
                </a:lnTo>
                <a:lnTo>
                  <a:pt x="9354" y="17094"/>
                </a:lnTo>
              </a:path>
              <a:path w="21600" h="21600">
                <a:moveTo>
                  <a:pt x="3935" y="17048"/>
                </a:moveTo>
                <a:lnTo>
                  <a:pt x="3957" y="17048"/>
                </a:lnTo>
                <a:lnTo>
                  <a:pt x="3957" y="17094"/>
                </a:lnTo>
                <a:lnTo>
                  <a:pt x="3935" y="17094"/>
                </a:lnTo>
              </a:path>
              <a:path w="21600" h="21600">
                <a:moveTo>
                  <a:pt x="1222" y="17048"/>
                </a:moveTo>
                <a:lnTo>
                  <a:pt x="1244" y="17048"/>
                </a:lnTo>
                <a:lnTo>
                  <a:pt x="1244" y="17094"/>
                </a:lnTo>
                <a:lnTo>
                  <a:pt x="1222" y="17094"/>
                </a:lnTo>
              </a:path>
              <a:path w="21600" h="21600">
                <a:moveTo>
                  <a:pt x="19593" y="17044"/>
                </a:moveTo>
                <a:lnTo>
                  <a:pt x="19629" y="17044"/>
                </a:lnTo>
                <a:lnTo>
                  <a:pt x="19629" y="17118"/>
                </a:lnTo>
                <a:lnTo>
                  <a:pt x="19593" y="17118"/>
                </a:lnTo>
              </a:path>
              <a:path w="21600" h="21600">
                <a:moveTo>
                  <a:pt x="16880" y="17044"/>
                </a:moveTo>
                <a:lnTo>
                  <a:pt x="16916" y="17044"/>
                </a:lnTo>
                <a:lnTo>
                  <a:pt x="16916" y="17118"/>
                </a:lnTo>
                <a:lnTo>
                  <a:pt x="16880" y="17118"/>
                </a:lnTo>
              </a:path>
              <a:path w="21600" h="21600">
                <a:moveTo>
                  <a:pt x="7388" y="17044"/>
                </a:moveTo>
                <a:lnTo>
                  <a:pt x="7424" y="17044"/>
                </a:lnTo>
                <a:lnTo>
                  <a:pt x="7424" y="17118"/>
                </a:lnTo>
                <a:lnTo>
                  <a:pt x="7388" y="17118"/>
                </a:lnTo>
              </a:path>
              <a:path w="21600" h="21600">
                <a:moveTo>
                  <a:pt x="4683" y="17044"/>
                </a:moveTo>
                <a:lnTo>
                  <a:pt x="4719" y="17044"/>
                </a:lnTo>
                <a:lnTo>
                  <a:pt x="4719" y="17118"/>
                </a:lnTo>
                <a:lnTo>
                  <a:pt x="4683" y="17118"/>
                </a:lnTo>
              </a:path>
              <a:path w="21600" h="21600">
                <a:moveTo>
                  <a:pt x="1970" y="17044"/>
                </a:moveTo>
                <a:lnTo>
                  <a:pt x="2006" y="17044"/>
                </a:lnTo>
                <a:lnTo>
                  <a:pt x="2006" y="17118"/>
                </a:lnTo>
                <a:lnTo>
                  <a:pt x="1970" y="17118"/>
                </a:lnTo>
              </a:path>
              <a:path w="21600" h="21600">
                <a:moveTo>
                  <a:pt x="17037" y="17037"/>
                </a:moveTo>
                <a:lnTo>
                  <a:pt x="17061" y="17037"/>
                </a:lnTo>
                <a:lnTo>
                  <a:pt x="17061" y="17086"/>
                </a:lnTo>
                <a:lnTo>
                  <a:pt x="17037" y="17086"/>
                </a:lnTo>
              </a:path>
              <a:path w="21600" h="21600">
                <a:moveTo>
                  <a:pt x="11618" y="17037"/>
                </a:moveTo>
                <a:lnTo>
                  <a:pt x="11642" y="17037"/>
                </a:lnTo>
                <a:lnTo>
                  <a:pt x="11642" y="17086"/>
                </a:lnTo>
                <a:lnTo>
                  <a:pt x="11618" y="17086"/>
                </a:lnTo>
              </a:path>
              <a:path w="21600" h="21600">
                <a:moveTo>
                  <a:pt x="9957" y="17037"/>
                </a:moveTo>
                <a:lnTo>
                  <a:pt x="9980" y="17037"/>
                </a:lnTo>
                <a:lnTo>
                  <a:pt x="9980" y="17086"/>
                </a:lnTo>
                <a:lnTo>
                  <a:pt x="9957" y="17086"/>
                </a:lnTo>
              </a:path>
              <a:path w="21600" h="21600">
                <a:moveTo>
                  <a:pt x="4538" y="17037"/>
                </a:moveTo>
                <a:lnTo>
                  <a:pt x="4562" y="17037"/>
                </a:lnTo>
                <a:lnTo>
                  <a:pt x="4562" y="17086"/>
                </a:lnTo>
                <a:lnTo>
                  <a:pt x="4538" y="17086"/>
                </a:lnTo>
              </a:path>
              <a:path w="21600" h="21600">
                <a:moveTo>
                  <a:pt x="4383" y="17034"/>
                </a:moveTo>
                <a:lnTo>
                  <a:pt x="4414" y="17034"/>
                </a:lnTo>
                <a:lnTo>
                  <a:pt x="4414" y="17097"/>
                </a:lnTo>
                <a:lnTo>
                  <a:pt x="4383" y="17097"/>
                </a:lnTo>
              </a:path>
              <a:path w="21600" h="21600">
                <a:moveTo>
                  <a:pt x="20053" y="17028"/>
                </a:moveTo>
                <a:lnTo>
                  <a:pt x="20075" y="17028"/>
                </a:lnTo>
                <a:lnTo>
                  <a:pt x="20075" y="17074"/>
                </a:lnTo>
                <a:lnTo>
                  <a:pt x="20053" y="17074"/>
                </a:lnTo>
              </a:path>
              <a:path w="21600" h="21600">
                <a:moveTo>
                  <a:pt x="17340" y="17028"/>
                </a:moveTo>
                <a:lnTo>
                  <a:pt x="17362" y="17028"/>
                </a:lnTo>
                <a:lnTo>
                  <a:pt x="17362" y="17074"/>
                </a:lnTo>
                <a:lnTo>
                  <a:pt x="17340" y="17074"/>
                </a:lnTo>
              </a:path>
              <a:path w="21600" h="21600">
                <a:moveTo>
                  <a:pt x="11921" y="17028"/>
                </a:moveTo>
                <a:lnTo>
                  <a:pt x="11943" y="17028"/>
                </a:lnTo>
                <a:lnTo>
                  <a:pt x="11943" y="17074"/>
                </a:lnTo>
                <a:lnTo>
                  <a:pt x="11921" y="17074"/>
                </a:lnTo>
              </a:path>
              <a:path w="21600" h="21600">
                <a:moveTo>
                  <a:pt x="9655" y="17028"/>
                </a:moveTo>
                <a:lnTo>
                  <a:pt x="9678" y="17028"/>
                </a:lnTo>
                <a:lnTo>
                  <a:pt x="9678" y="17074"/>
                </a:lnTo>
                <a:lnTo>
                  <a:pt x="9655" y="17074"/>
                </a:lnTo>
              </a:path>
              <a:path w="21600" h="21600">
                <a:moveTo>
                  <a:pt x="6942" y="17028"/>
                </a:moveTo>
                <a:lnTo>
                  <a:pt x="6965" y="17028"/>
                </a:lnTo>
                <a:lnTo>
                  <a:pt x="6965" y="17074"/>
                </a:lnTo>
                <a:lnTo>
                  <a:pt x="6942" y="17074"/>
                </a:lnTo>
              </a:path>
              <a:path w="21600" h="21600">
                <a:moveTo>
                  <a:pt x="4237" y="17028"/>
                </a:moveTo>
                <a:lnTo>
                  <a:pt x="4259" y="17028"/>
                </a:lnTo>
                <a:lnTo>
                  <a:pt x="4259" y="17074"/>
                </a:lnTo>
                <a:lnTo>
                  <a:pt x="4237" y="17074"/>
                </a:lnTo>
              </a:path>
              <a:path w="21600" h="21600">
                <a:moveTo>
                  <a:pt x="1524" y="17028"/>
                </a:moveTo>
                <a:lnTo>
                  <a:pt x="1546" y="17028"/>
                </a:lnTo>
                <a:lnTo>
                  <a:pt x="1546" y="17074"/>
                </a:lnTo>
                <a:lnTo>
                  <a:pt x="1524" y="17074"/>
                </a:lnTo>
              </a:path>
              <a:path w="21600" h="21600">
                <a:moveTo>
                  <a:pt x="5732" y="17025"/>
                </a:moveTo>
                <a:lnTo>
                  <a:pt x="5759" y="17025"/>
                </a:lnTo>
                <a:lnTo>
                  <a:pt x="5759" y="17081"/>
                </a:lnTo>
                <a:lnTo>
                  <a:pt x="5732" y="17081"/>
                </a:lnTo>
              </a:path>
              <a:path w="21600" h="21600">
                <a:moveTo>
                  <a:pt x="20199" y="17018"/>
                </a:moveTo>
                <a:lnTo>
                  <a:pt x="20232" y="17018"/>
                </a:lnTo>
                <a:lnTo>
                  <a:pt x="20232" y="17085"/>
                </a:lnTo>
                <a:lnTo>
                  <a:pt x="20199" y="17085"/>
                </a:lnTo>
              </a:path>
              <a:path w="21600" h="21600">
                <a:moveTo>
                  <a:pt x="14780" y="17018"/>
                </a:moveTo>
                <a:lnTo>
                  <a:pt x="14813" y="17018"/>
                </a:lnTo>
                <a:lnTo>
                  <a:pt x="14813" y="17085"/>
                </a:lnTo>
                <a:lnTo>
                  <a:pt x="14780" y="17085"/>
                </a:lnTo>
              </a:path>
              <a:path w="21600" h="21600">
                <a:moveTo>
                  <a:pt x="9499" y="17018"/>
                </a:moveTo>
                <a:lnTo>
                  <a:pt x="9532" y="17018"/>
                </a:lnTo>
                <a:lnTo>
                  <a:pt x="9532" y="17085"/>
                </a:lnTo>
                <a:lnTo>
                  <a:pt x="9499" y="17085"/>
                </a:lnTo>
              </a:path>
              <a:path w="21600" h="21600">
                <a:moveTo>
                  <a:pt x="6786" y="17018"/>
                </a:moveTo>
                <a:lnTo>
                  <a:pt x="6819" y="17018"/>
                </a:lnTo>
                <a:lnTo>
                  <a:pt x="6819" y="17085"/>
                </a:lnTo>
                <a:lnTo>
                  <a:pt x="6786" y="17085"/>
                </a:lnTo>
              </a:path>
              <a:path w="21600" h="21600">
                <a:moveTo>
                  <a:pt x="4081" y="17018"/>
                </a:moveTo>
                <a:lnTo>
                  <a:pt x="4113" y="17018"/>
                </a:lnTo>
                <a:lnTo>
                  <a:pt x="4113" y="17085"/>
                </a:lnTo>
                <a:lnTo>
                  <a:pt x="4081" y="17085"/>
                </a:lnTo>
              </a:path>
              <a:path w="21600" h="21600">
                <a:moveTo>
                  <a:pt x="20498" y="17006"/>
                </a:moveTo>
                <a:lnTo>
                  <a:pt x="20536" y="17006"/>
                </a:lnTo>
                <a:lnTo>
                  <a:pt x="20536" y="17083"/>
                </a:lnTo>
                <a:lnTo>
                  <a:pt x="20498" y="17083"/>
                </a:lnTo>
              </a:path>
              <a:path w="21600" h="21600">
                <a:moveTo>
                  <a:pt x="15079" y="17006"/>
                </a:moveTo>
                <a:lnTo>
                  <a:pt x="15117" y="17006"/>
                </a:lnTo>
                <a:lnTo>
                  <a:pt x="15117" y="17083"/>
                </a:lnTo>
                <a:lnTo>
                  <a:pt x="15079" y="17083"/>
                </a:lnTo>
              </a:path>
              <a:path w="21600" h="21600">
                <a:moveTo>
                  <a:pt x="6482" y="17006"/>
                </a:moveTo>
                <a:lnTo>
                  <a:pt x="6519" y="17006"/>
                </a:lnTo>
                <a:lnTo>
                  <a:pt x="6519" y="17083"/>
                </a:lnTo>
                <a:lnTo>
                  <a:pt x="6482" y="17083"/>
                </a:lnTo>
              </a:path>
              <a:path w="21600" h="21600">
                <a:moveTo>
                  <a:pt x="20653" y="17002"/>
                </a:moveTo>
                <a:lnTo>
                  <a:pt x="20684" y="17002"/>
                </a:lnTo>
                <a:lnTo>
                  <a:pt x="20684" y="17065"/>
                </a:lnTo>
                <a:lnTo>
                  <a:pt x="20653" y="17065"/>
                </a:lnTo>
              </a:path>
              <a:path w="21600" h="21600">
                <a:moveTo>
                  <a:pt x="19143" y="17002"/>
                </a:moveTo>
                <a:lnTo>
                  <a:pt x="19174" y="17002"/>
                </a:lnTo>
                <a:lnTo>
                  <a:pt x="19174" y="17065"/>
                </a:lnTo>
                <a:lnTo>
                  <a:pt x="19143" y="17065"/>
                </a:lnTo>
              </a:path>
              <a:path w="21600" h="21600">
                <a:moveTo>
                  <a:pt x="18695" y="17002"/>
                </a:moveTo>
                <a:lnTo>
                  <a:pt x="18725" y="17002"/>
                </a:lnTo>
                <a:lnTo>
                  <a:pt x="18725" y="17065"/>
                </a:lnTo>
                <a:lnTo>
                  <a:pt x="18695" y="17065"/>
                </a:lnTo>
              </a:path>
              <a:path w="21600" h="21600">
                <a:moveTo>
                  <a:pt x="18393" y="17002"/>
                </a:moveTo>
                <a:lnTo>
                  <a:pt x="18423" y="17002"/>
                </a:lnTo>
                <a:lnTo>
                  <a:pt x="18423" y="17065"/>
                </a:lnTo>
                <a:lnTo>
                  <a:pt x="18393" y="17065"/>
                </a:lnTo>
              </a:path>
              <a:path w="21600" h="21600">
                <a:moveTo>
                  <a:pt x="17940" y="17002"/>
                </a:moveTo>
                <a:lnTo>
                  <a:pt x="17970" y="17002"/>
                </a:lnTo>
                <a:lnTo>
                  <a:pt x="17970" y="17065"/>
                </a:lnTo>
                <a:lnTo>
                  <a:pt x="17940" y="17065"/>
                </a:lnTo>
              </a:path>
              <a:path w="21600" h="21600">
                <a:moveTo>
                  <a:pt x="16430" y="17002"/>
                </a:moveTo>
                <a:lnTo>
                  <a:pt x="16461" y="17002"/>
                </a:lnTo>
                <a:lnTo>
                  <a:pt x="16461" y="17065"/>
                </a:lnTo>
                <a:lnTo>
                  <a:pt x="16430" y="17065"/>
                </a:lnTo>
              </a:path>
              <a:path w="21600" h="21600">
                <a:moveTo>
                  <a:pt x="15989" y="17002"/>
                </a:moveTo>
                <a:lnTo>
                  <a:pt x="16020" y="17002"/>
                </a:lnTo>
                <a:lnTo>
                  <a:pt x="16020" y="17065"/>
                </a:lnTo>
                <a:lnTo>
                  <a:pt x="15989" y="17065"/>
                </a:lnTo>
              </a:path>
              <a:path w="21600" h="21600">
                <a:moveTo>
                  <a:pt x="15687" y="17002"/>
                </a:moveTo>
                <a:lnTo>
                  <a:pt x="15718" y="17002"/>
                </a:lnTo>
                <a:lnTo>
                  <a:pt x="15718" y="17065"/>
                </a:lnTo>
                <a:lnTo>
                  <a:pt x="15687" y="17065"/>
                </a:lnTo>
              </a:path>
              <a:path w="21600" h="21600">
                <a:moveTo>
                  <a:pt x="15234" y="17002"/>
                </a:moveTo>
                <a:lnTo>
                  <a:pt x="15265" y="17002"/>
                </a:lnTo>
                <a:lnTo>
                  <a:pt x="15265" y="17065"/>
                </a:lnTo>
                <a:lnTo>
                  <a:pt x="15234" y="17065"/>
                </a:lnTo>
              </a:path>
              <a:path w="21600" h="21600">
                <a:moveTo>
                  <a:pt x="13724" y="17002"/>
                </a:moveTo>
                <a:lnTo>
                  <a:pt x="13755" y="17002"/>
                </a:lnTo>
                <a:lnTo>
                  <a:pt x="13755" y="17065"/>
                </a:lnTo>
                <a:lnTo>
                  <a:pt x="13724" y="17065"/>
                </a:lnTo>
              </a:path>
              <a:path w="21600" h="21600">
                <a:moveTo>
                  <a:pt x="13275" y="17002"/>
                </a:moveTo>
                <a:lnTo>
                  <a:pt x="13306" y="17002"/>
                </a:lnTo>
                <a:lnTo>
                  <a:pt x="13306" y="17065"/>
                </a:lnTo>
                <a:lnTo>
                  <a:pt x="13275" y="17065"/>
                </a:lnTo>
              </a:path>
              <a:path w="21600" h="21600">
                <a:moveTo>
                  <a:pt x="12973" y="17002"/>
                </a:moveTo>
                <a:lnTo>
                  <a:pt x="13004" y="17002"/>
                </a:lnTo>
                <a:lnTo>
                  <a:pt x="13004" y="17065"/>
                </a:lnTo>
                <a:lnTo>
                  <a:pt x="12973" y="17065"/>
                </a:lnTo>
              </a:path>
              <a:path w="21600" h="21600">
                <a:moveTo>
                  <a:pt x="12521" y="17002"/>
                </a:moveTo>
                <a:lnTo>
                  <a:pt x="12551" y="17002"/>
                </a:lnTo>
                <a:lnTo>
                  <a:pt x="12551" y="17065"/>
                </a:lnTo>
                <a:lnTo>
                  <a:pt x="12521" y="17065"/>
                </a:lnTo>
              </a:path>
              <a:path w="21600" h="21600">
                <a:moveTo>
                  <a:pt x="11011" y="17002"/>
                </a:moveTo>
                <a:lnTo>
                  <a:pt x="11042" y="17002"/>
                </a:lnTo>
                <a:lnTo>
                  <a:pt x="11042" y="17065"/>
                </a:lnTo>
                <a:lnTo>
                  <a:pt x="11011" y="17065"/>
                </a:lnTo>
              </a:path>
              <a:path w="21600" h="21600">
                <a:moveTo>
                  <a:pt x="9047" y="17002"/>
                </a:moveTo>
                <a:lnTo>
                  <a:pt x="9078" y="17002"/>
                </a:lnTo>
                <a:lnTo>
                  <a:pt x="9078" y="17065"/>
                </a:lnTo>
                <a:lnTo>
                  <a:pt x="9047" y="17065"/>
                </a:lnTo>
              </a:path>
              <a:path w="21600" h="21600">
                <a:moveTo>
                  <a:pt x="8594" y="17002"/>
                </a:moveTo>
                <a:lnTo>
                  <a:pt x="8625" y="17002"/>
                </a:lnTo>
                <a:lnTo>
                  <a:pt x="8625" y="17065"/>
                </a:lnTo>
                <a:lnTo>
                  <a:pt x="8594" y="17065"/>
                </a:lnTo>
              </a:path>
              <a:path w="21600" h="21600">
                <a:moveTo>
                  <a:pt x="8292" y="17002"/>
                </a:moveTo>
                <a:lnTo>
                  <a:pt x="8323" y="17002"/>
                </a:lnTo>
                <a:lnTo>
                  <a:pt x="8323" y="17065"/>
                </a:lnTo>
                <a:lnTo>
                  <a:pt x="8292" y="17065"/>
                </a:lnTo>
              </a:path>
              <a:path w="21600" h="21600">
                <a:moveTo>
                  <a:pt x="7844" y="17002"/>
                </a:moveTo>
                <a:lnTo>
                  <a:pt x="7875" y="17002"/>
                </a:lnTo>
                <a:lnTo>
                  <a:pt x="7875" y="17065"/>
                </a:lnTo>
                <a:lnTo>
                  <a:pt x="7844" y="17065"/>
                </a:lnTo>
              </a:path>
              <a:path w="21600" h="21600">
                <a:moveTo>
                  <a:pt x="6334" y="17002"/>
                </a:moveTo>
                <a:lnTo>
                  <a:pt x="6365" y="17002"/>
                </a:lnTo>
                <a:lnTo>
                  <a:pt x="6365" y="17065"/>
                </a:lnTo>
                <a:lnTo>
                  <a:pt x="6334" y="17065"/>
                </a:lnTo>
              </a:path>
              <a:path w="21600" h="21600">
                <a:moveTo>
                  <a:pt x="5881" y="17002"/>
                </a:moveTo>
                <a:lnTo>
                  <a:pt x="5912" y="17002"/>
                </a:lnTo>
                <a:lnTo>
                  <a:pt x="5912" y="17065"/>
                </a:lnTo>
                <a:lnTo>
                  <a:pt x="5881" y="17065"/>
                </a:lnTo>
              </a:path>
              <a:path w="21600" h="21600">
                <a:moveTo>
                  <a:pt x="5579" y="17002"/>
                </a:moveTo>
                <a:lnTo>
                  <a:pt x="5610" y="17002"/>
                </a:lnTo>
                <a:lnTo>
                  <a:pt x="5610" y="17065"/>
                </a:lnTo>
                <a:lnTo>
                  <a:pt x="5579" y="17065"/>
                </a:lnTo>
              </a:path>
              <a:path w="21600" h="21600">
                <a:moveTo>
                  <a:pt x="5138" y="17002"/>
                </a:moveTo>
                <a:lnTo>
                  <a:pt x="5169" y="17002"/>
                </a:lnTo>
                <a:lnTo>
                  <a:pt x="5169" y="17065"/>
                </a:lnTo>
                <a:lnTo>
                  <a:pt x="5138" y="17065"/>
                </a:lnTo>
              </a:path>
              <a:path w="21600" h="21600">
                <a:moveTo>
                  <a:pt x="2425" y="17002"/>
                </a:moveTo>
                <a:lnTo>
                  <a:pt x="2456" y="17002"/>
                </a:lnTo>
                <a:lnTo>
                  <a:pt x="2456" y="17065"/>
                </a:lnTo>
                <a:lnTo>
                  <a:pt x="2425" y="17065"/>
                </a:lnTo>
              </a:path>
              <a:path w="21600" h="21600">
                <a:moveTo>
                  <a:pt x="915" y="17002"/>
                </a:moveTo>
                <a:lnTo>
                  <a:pt x="946" y="17002"/>
                </a:lnTo>
                <a:lnTo>
                  <a:pt x="946" y="17065"/>
                </a:lnTo>
                <a:lnTo>
                  <a:pt x="915" y="17065"/>
                </a:lnTo>
              </a:path>
              <a:path w="21600" h="21600">
                <a:moveTo>
                  <a:pt x="462" y="17002"/>
                </a:moveTo>
                <a:lnTo>
                  <a:pt x="493" y="17002"/>
                </a:lnTo>
                <a:lnTo>
                  <a:pt x="493" y="17065"/>
                </a:lnTo>
                <a:lnTo>
                  <a:pt x="462" y="17065"/>
                </a:lnTo>
              </a:path>
              <a:path w="21600" h="21600">
                <a:moveTo>
                  <a:pt x="160" y="17002"/>
                </a:moveTo>
                <a:lnTo>
                  <a:pt x="191" y="17002"/>
                </a:lnTo>
                <a:lnTo>
                  <a:pt x="191" y="17065"/>
                </a:lnTo>
                <a:lnTo>
                  <a:pt x="160" y="17065"/>
                </a:lnTo>
              </a:path>
              <a:path w="21600" h="21600">
                <a:moveTo>
                  <a:pt x="14472" y="16997"/>
                </a:moveTo>
                <a:lnTo>
                  <a:pt x="14517" y="16997"/>
                </a:lnTo>
                <a:lnTo>
                  <a:pt x="14517" y="17089"/>
                </a:lnTo>
                <a:lnTo>
                  <a:pt x="14472" y="17089"/>
                </a:lnTo>
              </a:path>
              <a:path w="21600" h="21600">
                <a:moveTo>
                  <a:pt x="7082" y="16997"/>
                </a:moveTo>
                <a:lnTo>
                  <a:pt x="7127" y="16997"/>
                </a:lnTo>
                <a:lnTo>
                  <a:pt x="7127" y="17089"/>
                </a:lnTo>
                <a:lnTo>
                  <a:pt x="7082" y="17089"/>
                </a:lnTo>
              </a:path>
              <a:path w="21600" h="21600">
                <a:moveTo>
                  <a:pt x="10856" y="16993"/>
                </a:moveTo>
                <a:lnTo>
                  <a:pt x="10894" y="16993"/>
                </a:lnTo>
                <a:lnTo>
                  <a:pt x="10894" y="17070"/>
                </a:lnTo>
                <a:lnTo>
                  <a:pt x="10856" y="17070"/>
                </a:lnTo>
              </a:path>
              <a:path w="21600" h="21600">
                <a:moveTo>
                  <a:pt x="2871" y="16993"/>
                </a:moveTo>
                <a:lnTo>
                  <a:pt x="2907" y="16993"/>
                </a:lnTo>
                <a:lnTo>
                  <a:pt x="2907" y="17067"/>
                </a:lnTo>
                <a:lnTo>
                  <a:pt x="2871" y="17067"/>
                </a:lnTo>
              </a:path>
              <a:path w="21600" h="21600">
                <a:moveTo>
                  <a:pt x="9182" y="16975"/>
                </a:moveTo>
                <a:lnTo>
                  <a:pt x="9246" y="16975"/>
                </a:lnTo>
                <a:lnTo>
                  <a:pt x="9246" y="17106"/>
                </a:lnTo>
                <a:lnTo>
                  <a:pt x="9182" y="17106"/>
                </a:lnTo>
              </a:path>
              <a:path w="21600" h="21600">
                <a:moveTo>
                  <a:pt x="10561" y="16929"/>
                </a:moveTo>
                <a:lnTo>
                  <a:pt x="10584" y="16929"/>
                </a:lnTo>
                <a:lnTo>
                  <a:pt x="10584" y="16974"/>
                </a:lnTo>
                <a:lnTo>
                  <a:pt x="10561" y="16974"/>
                </a:lnTo>
              </a:path>
              <a:path w="21600" h="21600">
                <a:moveTo>
                  <a:pt x="21413" y="16925"/>
                </a:moveTo>
                <a:lnTo>
                  <a:pt x="21433" y="16925"/>
                </a:lnTo>
                <a:lnTo>
                  <a:pt x="21433" y="16967"/>
                </a:lnTo>
                <a:lnTo>
                  <a:pt x="21413" y="16967"/>
                </a:lnTo>
              </a:path>
              <a:path w="21600" h="21600">
                <a:moveTo>
                  <a:pt x="14181" y="16910"/>
                </a:moveTo>
                <a:lnTo>
                  <a:pt x="14203" y="16910"/>
                </a:lnTo>
                <a:lnTo>
                  <a:pt x="14203" y="16955"/>
                </a:lnTo>
                <a:lnTo>
                  <a:pt x="14181" y="16955"/>
                </a:lnTo>
              </a:path>
              <a:path w="21600" h="21600">
                <a:moveTo>
                  <a:pt x="764" y="16908"/>
                </a:moveTo>
                <a:lnTo>
                  <a:pt x="795" y="16908"/>
                </a:lnTo>
                <a:lnTo>
                  <a:pt x="795" y="16972"/>
                </a:lnTo>
                <a:lnTo>
                  <a:pt x="764" y="16972"/>
                </a:lnTo>
              </a:path>
              <a:path w="21600" h="21600">
                <a:moveTo>
                  <a:pt x="20800" y="16902"/>
                </a:moveTo>
                <a:lnTo>
                  <a:pt x="20839" y="16902"/>
                </a:lnTo>
                <a:lnTo>
                  <a:pt x="20839" y="16983"/>
                </a:lnTo>
                <a:lnTo>
                  <a:pt x="20800" y="16983"/>
                </a:lnTo>
              </a:path>
              <a:path w="21600" h="21600">
                <a:moveTo>
                  <a:pt x="11761" y="16890"/>
                </a:moveTo>
                <a:lnTo>
                  <a:pt x="11801" y="16890"/>
                </a:lnTo>
                <a:lnTo>
                  <a:pt x="11801" y="16971"/>
                </a:lnTo>
                <a:lnTo>
                  <a:pt x="11761" y="16971"/>
                </a:lnTo>
              </a:path>
              <a:path w="21600" h="21600">
                <a:moveTo>
                  <a:pt x="9798" y="16890"/>
                </a:moveTo>
                <a:lnTo>
                  <a:pt x="9837" y="16890"/>
                </a:lnTo>
                <a:lnTo>
                  <a:pt x="9837" y="16971"/>
                </a:lnTo>
                <a:lnTo>
                  <a:pt x="9798" y="16971"/>
                </a:lnTo>
              </a:path>
              <a:path w="21600" h="21600">
                <a:moveTo>
                  <a:pt x="21111" y="16883"/>
                </a:moveTo>
                <a:lnTo>
                  <a:pt x="21131" y="16883"/>
                </a:lnTo>
                <a:lnTo>
                  <a:pt x="21131" y="16925"/>
                </a:lnTo>
                <a:lnTo>
                  <a:pt x="21111" y="16925"/>
                </a:lnTo>
              </a:path>
              <a:path w="21600" h="21600">
                <a:moveTo>
                  <a:pt x="3634" y="16883"/>
                </a:moveTo>
                <a:lnTo>
                  <a:pt x="3654" y="16883"/>
                </a:lnTo>
                <a:lnTo>
                  <a:pt x="3654" y="16925"/>
                </a:lnTo>
                <a:lnTo>
                  <a:pt x="3634" y="16925"/>
                </a:lnTo>
              </a:path>
              <a:path w="21600" h="21600">
                <a:moveTo>
                  <a:pt x="16735" y="16883"/>
                </a:moveTo>
                <a:lnTo>
                  <a:pt x="16759" y="16883"/>
                </a:lnTo>
                <a:lnTo>
                  <a:pt x="16759" y="16932"/>
                </a:lnTo>
                <a:lnTo>
                  <a:pt x="16735" y="16932"/>
                </a:lnTo>
              </a:path>
              <a:path w="21600" h="21600">
                <a:moveTo>
                  <a:pt x="14029" y="16883"/>
                </a:moveTo>
                <a:lnTo>
                  <a:pt x="14053" y="16883"/>
                </a:lnTo>
                <a:lnTo>
                  <a:pt x="14053" y="16932"/>
                </a:lnTo>
                <a:lnTo>
                  <a:pt x="14029" y="16932"/>
                </a:lnTo>
              </a:path>
              <a:path w="21600" h="21600">
                <a:moveTo>
                  <a:pt x="11316" y="16883"/>
                </a:moveTo>
                <a:lnTo>
                  <a:pt x="11340" y="16883"/>
                </a:lnTo>
                <a:lnTo>
                  <a:pt x="11340" y="16932"/>
                </a:lnTo>
                <a:lnTo>
                  <a:pt x="11316" y="16932"/>
                </a:lnTo>
              </a:path>
              <a:path w="21600" h="21600">
                <a:moveTo>
                  <a:pt x="10259" y="16883"/>
                </a:moveTo>
                <a:lnTo>
                  <a:pt x="10282" y="16883"/>
                </a:lnTo>
                <a:lnTo>
                  <a:pt x="10282" y="16932"/>
                </a:lnTo>
                <a:lnTo>
                  <a:pt x="10259" y="16932"/>
                </a:lnTo>
              </a:path>
              <a:path w="21600" h="21600">
                <a:moveTo>
                  <a:pt x="7545" y="16883"/>
                </a:moveTo>
                <a:lnTo>
                  <a:pt x="7569" y="16883"/>
                </a:lnTo>
                <a:lnTo>
                  <a:pt x="7569" y="16932"/>
                </a:lnTo>
                <a:lnTo>
                  <a:pt x="7545" y="16932"/>
                </a:lnTo>
              </a:path>
              <a:path w="21600" h="21600">
                <a:moveTo>
                  <a:pt x="4840" y="16883"/>
                </a:moveTo>
                <a:lnTo>
                  <a:pt x="4864" y="16883"/>
                </a:lnTo>
                <a:lnTo>
                  <a:pt x="4864" y="16932"/>
                </a:lnTo>
                <a:lnTo>
                  <a:pt x="4840" y="16932"/>
                </a:lnTo>
              </a:path>
              <a:path w="21600" h="21600">
                <a:moveTo>
                  <a:pt x="2127" y="16883"/>
                </a:moveTo>
                <a:lnTo>
                  <a:pt x="2150" y="16883"/>
                </a:lnTo>
                <a:lnTo>
                  <a:pt x="2150" y="16932"/>
                </a:lnTo>
                <a:lnTo>
                  <a:pt x="2127" y="16932"/>
                </a:lnTo>
              </a:path>
              <a:path w="21600" h="21600">
                <a:moveTo>
                  <a:pt x="15384" y="16873"/>
                </a:moveTo>
                <a:lnTo>
                  <a:pt x="15417" y="16873"/>
                </a:lnTo>
                <a:lnTo>
                  <a:pt x="15417" y="16940"/>
                </a:lnTo>
                <a:lnTo>
                  <a:pt x="15384" y="16940"/>
                </a:lnTo>
              </a:path>
              <a:path w="21600" h="21600">
                <a:moveTo>
                  <a:pt x="1061" y="16866"/>
                </a:moveTo>
                <a:lnTo>
                  <a:pt x="1102" y="16866"/>
                </a:lnTo>
                <a:lnTo>
                  <a:pt x="1102" y="16950"/>
                </a:lnTo>
                <a:lnTo>
                  <a:pt x="1061" y="16950"/>
                </a:lnTo>
              </a:path>
              <a:path w="21600" h="21600">
                <a:moveTo>
                  <a:pt x="17643" y="16841"/>
                </a:moveTo>
                <a:lnTo>
                  <a:pt x="17663" y="16841"/>
                </a:lnTo>
                <a:lnTo>
                  <a:pt x="17663" y="16883"/>
                </a:lnTo>
                <a:lnTo>
                  <a:pt x="17643" y="16883"/>
                </a:lnTo>
              </a:path>
              <a:path w="21600" h="21600">
                <a:moveTo>
                  <a:pt x="14937" y="16841"/>
                </a:moveTo>
                <a:lnTo>
                  <a:pt x="14958" y="16841"/>
                </a:lnTo>
                <a:lnTo>
                  <a:pt x="14958" y="16883"/>
                </a:lnTo>
                <a:lnTo>
                  <a:pt x="14937" y="16883"/>
                </a:lnTo>
              </a:path>
              <a:path w="21600" h="21600">
                <a:moveTo>
                  <a:pt x="12224" y="16841"/>
                </a:moveTo>
                <a:lnTo>
                  <a:pt x="12244" y="16841"/>
                </a:lnTo>
                <a:lnTo>
                  <a:pt x="12244" y="16883"/>
                </a:lnTo>
                <a:lnTo>
                  <a:pt x="12224" y="16883"/>
                </a:lnTo>
              </a:path>
              <a:path w="21600" h="21600">
                <a:moveTo>
                  <a:pt x="9354" y="16841"/>
                </a:moveTo>
                <a:lnTo>
                  <a:pt x="9375" y="16841"/>
                </a:lnTo>
                <a:lnTo>
                  <a:pt x="9375" y="16883"/>
                </a:lnTo>
                <a:lnTo>
                  <a:pt x="9354" y="16883"/>
                </a:lnTo>
              </a:path>
              <a:path w="21600" h="21600">
                <a:moveTo>
                  <a:pt x="3936" y="16841"/>
                </a:moveTo>
                <a:lnTo>
                  <a:pt x="3956" y="16841"/>
                </a:lnTo>
                <a:lnTo>
                  <a:pt x="3956" y="16883"/>
                </a:lnTo>
                <a:lnTo>
                  <a:pt x="3936" y="16883"/>
                </a:lnTo>
              </a:path>
              <a:path w="21600" h="21600">
                <a:moveTo>
                  <a:pt x="1222" y="16841"/>
                </a:moveTo>
                <a:lnTo>
                  <a:pt x="1243" y="16841"/>
                </a:lnTo>
                <a:lnTo>
                  <a:pt x="1243" y="16883"/>
                </a:lnTo>
                <a:lnTo>
                  <a:pt x="1222" y="16883"/>
                </a:lnTo>
              </a:path>
              <a:path w="21600" h="21600">
                <a:moveTo>
                  <a:pt x="16283" y="16841"/>
                </a:moveTo>
                <a:lnTo>
                  <a:pt x="16305" y="16841"/>
                </a:lnTo>
                <a:lnTo>
                  <a:pt x="16305" y="16887"/>
                </a:lnTo>
                <a:lnTo>
                  <a:pt x="16283" y="16887"/>
                </a:lnTo>
              </a:path>
              <a:path w="21600" h="21600">
                <a:moveTo>
                  <a:pt x="5294" y="16841"/>
                </a:moveTo>
                <a:lnTo>
                  <a:pt x="5316" y="16841"/>
                </a:lnTo>
                <a:lnTo>
                  <a:pt x="5316" y="16887"/>
                </a:lnTo>
                <a:lnTo>
                  <a:pt x="5294" y="16887"/>
                </a:lnTo>
              </a:path>
              <a:path w="21600" h="21600">
                <a:moveTo>
                  <a:pt x="16576" y="16841"/>
                </a:moveTo>
                <a:lnTo>
                  <a:pt x="16617" y="16841"/>
                </a:lnTo>
                <a:lnTo>
                  <a:pt x="16617" y="16926"/>
                </a:lnTo>
                <a:lnTo>
                  <a:pt x="16576" y="16926"/>
                </a:lnTo>
              </a:path>
              <a:path w="21600" h="21600">
                <a:moveTo>
                  <a:pt x="4982" y="16841"/>
                </a:moveTo>
                <a:lnTo>
                  <a:pt x="5023" y="16841"/>
                </a:lnTo>
                <a:lnTo>
                  <a:pt x="5023" y="16926"/>
                </a:lnTo>
                <a:lnTo>
                  <a:pt x="4982" y="16926"/>
                </a:lnTo>
              </a:path>
              <a:path w="21600" h="21600">
                <a:moveTo>
                  <a:pt x="12674" y="16827"/>
                </a:moveTo>
                <a:lnTo>
                  <a:pt x="12700" y="16827"/>
                </a:lnTo>
                <a:lnTo>
                  <a:pt x="12700" y="16880"/>
                </a:lnTo>
                <a:lnTo>
                  <a:pt x="12674" y="16880"/>
                </a:lnTo>
              </a:path>
              <a:path w="21600" h="21600">
                <a:moveTo>
                  <a:pt x="8899" y="16827"/>
                </a:moveTo>
                <a:lnTo>
                  <a:pt x="8925" y="16827"/>
                </a:lnTo>
                <a:lnTo>
                  <a:pt x="8925" y="16880"/>
                </a:lnTo>
                <a:lnTo>
                  <a:pt x="8899" y="16880"/>
                </a:lnTo>
              </a:path>
              <a:path w="21600" h="21600">
                <a:moveTo>
                  <a:pt x="3480" y="16827"/>
                </a:moveTo>
                <a:lnTo>
                  <a:pt x="3506" y="16827"/>
                </a:lnTo>
                <a:lnTo>
                  <a:pt x="3506" y="16880"/>
                </a:lnTo>
                <a:lnTo>
                  <a:pt x="3480" y="16880"/>
                </a:lnTo>
              </a:path>
              <a:path w="21600" h="21600">
                <a:moveTo>
                  <a:pt x="17038" y="16821"/>
                </a:moveTo>
                <a:lnTo>
                  <a:pt x="17060" y="16821"/>
                </a:lnTo>
                <a:lnTo>
                  <a:pt x="17060" y="16866"/>
                </a:lnTo>
                <a:lnTo>
                  <a:pt x="17038" y="16866"/>
                </a:lnTo>
              </a:path>
              <a:path w="21600" h="21600">
                <a:moveTo>
                  <a:pt x="11619" y="16821"/>
                </a:moveTo>
                <a:lnTo>
                  <a:pt x="11641" y="16821"/>
                </a:lnTo>
                <a:lnTo>
                  <a:pt x="11641" y="16866"/>
                </a:lnTo>
                <a:lnTo>
                  <a:pt x="11619" y="16866"/>
                </a:lnTo>
              </a:path>
              <a:path w="21600" h="21600">
                <a:moveTo>
                  <a:pt x="9957" y="16821"/>
                </a:moveTo>
                <a:lnTo>
                  <a:pt x="9980" y="16821"/>
                </a:lnTo>
                <a:lnTo>
                  <a:pt x="9980" y="16866"/>
                </a:lnTo>
                <a:lnTo>
                  <a:pt x="9957" y="16866"/>
                </a:lnTo>
              </a:path>
              <a:path w="21600" h="21600">
                <a:moveTo>
                  <a:pt x="4539" y="16821"/>
                </a:moveTo>
                <a:lnTo>
                  <a:pt x="4561" y="16821"/>
                </a:lnTo>
                <a:lnTo>
                  <a:pt x="4561" y="16866"/>
                </a:lnTo>
                <a:lnTo>
                  <a:pt x="4539" y="16866"/>
                </a:lnTo>
              </a:path>
              <a:path w="21600" h="21600">
                <a:moveTo>
                  <a:pt x="20054" y="16820"/>
                </a:moveTo>
                <a:lnTo>
                  <a:pt x="20075" y="16820"/>
                </a:lnTo>
                <a:lnTo>
                  <a:pt x="20075" y="16862"/>
                </a:lnTo>
                <a:lnTo>
                  <a:pt x="20054" y="16862"/>
                </a:lnTo>
              </a:path>
              <a:path w="21600" h="21600">
                <a:moveTo>
                  <a:pt x="17341" y="16820"/>
                </a:moveTo>
                <a:lnTo>
                  <a:pt x="17361" y="16820"/>
                </a:lnTo>
                <a:lnTo>
                  <a:pt x="17361" y="16862"/>
                </a:lnTo>
                <a:lnTo>
                  <a:pt x="17341" y="16862"/>
                </a:lnTo>
              </a:path>
              <a:path w="21600" h="21600">
                <a:moveTo>
                  <a:pt x="11922" y="16820"/>
                </a:moveTo>
                <a:lnTo>
                  <a:pt x="11942" y="16820"/>
                </a:lnTo>
                <a:lnTo>
                  <a:pt x="11942" y="16862"/>
                </a:lnTo>
                <a:lnTo>
                  <a:pt x="11922" y="16862"/>
                </a:lnTo>
              </a:path>
              <a:path w="21600" h="21600">
                <a:moveTo>
                  <a:pt x="9656" y="16820"/>
                </a:moveTo>
                <a:lnTo>
                  <a:pt x="9677" y="16820"/>
                </a:lnTo>
                <a:lnTo>
                  <a:pt x="9677" y="16862"/>
                </a:lnTo>
                <a:lnTo>
                  <a:pt x="9656" y="16862"/>
                </a:lnTo>
              </a:path>
              <a:path w="21600" h="21600">
                <a:moveTo>
                  <a:pt x="6943" y="16820"/>
                </a:moveTo>
                <a:lnTo>
                  <a:pt x="6964" y="16820"/>
                </a:lnTo>
                <a:lnTo>
                  <a:pt x="6964" y="16862"/>
                </a:lnTo>
                <a:lnTo>
                  <a:pt x="6943" y="16862"/>
                </a:lnTo>
              </a:path>
              <a:path w="21600" h="21600">
                <a:moveTo>
                  <a:pt x="4238" y="16820"/>
                </a:moveTo>
                <a:lnTo>
                  <a:pt x="4258" y="16820"/>
                </a:lnTo>
                <a:lnTo>
                  <a:pt x="4258" y="16862"/>
                </a:lnTo>
                <a:lnTo>
                  <a:pt x="4238" y="16862"/>
                </a:lnTo>
              </a:path>
              <a:path w="21600" h="21600">
                <a:moveTo>
                  <a:pt x="1524" y="16820"/>
                </a:moveTo>
                <a:lnTo>
                  <a:pt x="1545" y="16820"/>
                </a:lnTo>
                <a:lnTo>
                  <a:pt x="1545" y="16862"/>
                </a:lnTo>
                <a:lnTo>
                  <a:pt x="1524" y="16862"/>
                </a:lnTo>
              </a:path>
              <a:path w="21600" h="21600">
                <a:moveTo>
                  <a:pt x="21255" y="16820"/>
                </a:moveTo>
                <a:lnTo>
                  <a:pt x="21289" y="16820"/>
                </a:lnTo>
                <a:lnTo>
                  <a:pt x="21289" y="16890"/>
                </a:lnTo>
                <a:lnTo>
                  <a:pt x="21255" y="16890"/>
                </a:lnTo>
              </a:path>
              <a:path w="21600" h="21600">
                <a:moveTo>
                  <a:pt x="18542" y="16820"/>
                </a:moveTo>
                <a:lnTo>
                  <a:pt x="18576" y="16820"/>
                </a:lnTo>
                <a:lnTo>
                  <a:pt x="18576" y="16890"/>
                </a:lnTo>
                <a:lnTo>
                  <a:pt x="18542" y="16890"/>
                </a:lnTo>
              </a:path>
              <a:path w="21600" h="21600">
                <a:moveTo>
                  <a:pt x="15836" y="16820"/>
                </a:moveTo>
                <a:lnTo>
                  <a:pt x="15870" y="16820"/>
                </a:lnTo>
                <a:lnTo>
                  <a:pt x="15870" y="16890"/>
                </a:lnTo>
                <a:lnTo>
                  <a:pt x="15836" y="16890"/>
                </a:lnTo>
              </a:path>
              <a:path w="21600" h="21600">
                <a:moveTo>
                  <a:pt x="13123" y="16820"/>
                </a:moveTo>
                <a:lnTo>
                  <a:pt x="13157" y="16820"/>
                </a:lnTo>
                <a:lnTo>
                  <a:pt x="13157" y="16890"/>
                </a:lnTo>
                <a:lnTo>
                  <a:pt x="13123" y="16890"/>
                </a:lnTo>
              </a:path>
              <a:path w="21600" h="21600">
                <a:moveTo>
                  <a:pt x="8441" y="16820"/>
                </a:moveTo>
                <a:lnTo>
                  <a:pt x="8476" y="16820"/>
                </a:lnTo>
                <a:lnTo>
                  <a:pt x="8476" y="16890"/>
                </a:lnTo>
                <a:lnTo>
                  <a:pt x="8441" y="16890"/>
                </a:lnTo>
              </a:path>
              <a:path w="21600" h="21600">
                <a:moveTo>
                  <a:pt x="3023" y="16820"/>
                </a:moveTo>
                <a:lnTo>
                  <a:pt x="3057" y="16820"/>
                </a:lnTo>
                <a:lnTo>
                  <a:pt x="3057" y="16890"/>
                </a:lnTo>
                <a:lnTo>
                  <a:pt x="3023" y="16890"/>
                </a:lnTo>
              </a:path>
              <a:path w="21600" h="21600">
                <a:moveTo>
                  <a:pt x="310" y="16820"/>
                </a:moveTo>
                <a:lnTo>
                  <a:pt x="344" y="16820"/>
                </a:lnTo>
                <a:lnTo>
                  <a:pt x="344" y="16890"/>
                </a:lnTo>
                <a:lnTo>
                  <a:pt x="310" y="16890"/>
                </a:lnTo>
              </a:path>
              <a:path w="21600" h="21600">
                <a:moveTo>
                  <a:pt x="12363" y="16810"/>
                </a:moveTo>
                <a:lnTo>
                  <a:pt x="12407" y="16810"/>
                </a:lnTo>
                <a:lnTo>
                  <a:pt x="12407" y="16902"/>
                </a:lnTo>
                <a:lnTo>
                  <a:pt x="12363" y="16902"/>
                </a:lnTo>
              </a:path>
              <a:path w="21600" h="21600">
                <a:moveTo>
                  <a:pt x="9191" y="16810"/>
                </a:moveTo>
                <a:lnTo>
                  <a:pt x="9236" y="16810"/>
                </a:lnTo>
                <a:lnTo>
                  <a:pt x="9236" y="16902"/>
                </a:lnTo>
                <a:lnTo>
                  <a:pt x="9191" y="16902"/>
                </a:lnTo>
              </a:path>
              <a:path w="21600" h="21600">
                <a:moveTo>
                  <a:pt x="2719" y="16791"/>
                </a:moveTo>
                <a:lnTo>
                  <a:pt x="2766" y="16791"/>
                </a:lnTo>
                <a:lnTo>
                  <a:pt x="2766" y="16888"/>
                </a:lnTo>
                <a:lnTo>
                  <a:pt x="2719" y="16888"/>
                </a:lnTo>
              </a:path>
              <a:path w="21600" h="21600">
                <a:moveTo>
                  <a:pt x="19882" y="16790"/>
                </a:moveTo>
                <a:lnTo>
                  <a:pt x="19944" y="16790"/>
                </a:lnTo>
                <a:lnTo>
                  <a:pt x="19944" y="16918"/>
                </a:lnTo>
                <a:lnTo>
                  <a:pt x="19882" y="16918"/>
                </a:lnTo>
              </a:path>
              <a:path w="21600" h="21600">
                <a:moveTo>
                  <a:pt x="1667" y="16790"/>
                </a:moveTo>
                <a:lnTo>
                  <a:pt x="1705" y="16790"/>
                </a:lnTo>
                <a:lnTo>
                  <a:pt x="1705" y="16868"/>
                </a:lnTo>
                <a:lnTo>
                  <a:pt x="1667" y="16868"/>
                </a:lnTo>
              </a:path>
              <a:path w="21600" h="21600">
                <a:moveTo>
                  <a:pt x="11458" y="16777"/>
                </a:moveTo>
                <a:lnTo>
                  <a:pt x="11501" y="16777"/>
                </a:lnTo>
                <a:lnTo>
                  <a:pt x="11501" y="16865"/>
                </a:lnTo>
                <a:lnTo>
                  <a:pt x="11458" y="16865"/>
                </a:lnTo>
              </a:path>
              <a:path w="21600" h="21600">
                <a:moveTo>
                  <a:pt x="4384" y="16774"/>
                </a:moveTo>
                <a:lnTo>
                  <a:pt x="4413" y="16774"/>
                </a:lnTo>
                <a:lnTo>
                  <a:pt x="4413" y="16834"/>
                </a:lnTo>
                <a:lnTo>
                  <a:pt x="4384" y="16834"/>
                </a:lnTo>
              </a:path>
              <a:path w="21600" h="21600">
                <a:moveTo>
                  <a:pt x="19293" y="16768"/>
                </a:moveTo>
                <a:lnTo>
                  <a:pt x="19326" y="16768"/>
                </a:lnTo>
                <a:lnTo>
                  <a:pt x="19326" y="16835"/>
                </a:lnTo>
                <a:lnTo>
                  <a:pt x="19293" y="16835"/>
                </a:lnTo>
              </a:path>
              <a:path w="21600" h="21600">
                <a:moveTo>
                  <a:pt x="13874" y="16768"/>
                </a:moveTo>
                <a:lnTo>
                  <a:pt x="13907" y="16768"/>
                </a:lnTo>
                <a:lnTo>
                  <a:pt x="13907" y="16835"/>
                </a:lnTo>
                <a:lnTo>
                  <a:pt x="13874" y="16835"/>
                </a:lnTo>
              </a:path>
              <a:path w="21600" h="21600">
                <a:moveTo>
                  <a:pt x="7692" y="16768"/>
                </a:moveTo>
                <a:lnTo>
                  <a:pt x="7725" y="16768"/>
                </a:lnTo>
                <a:lnTo>
                  <a:pt x="7725" y="16835"/>
                </a:lnTo>
                <a:lnTo>
                  <a:pt x="7692" y="16835"/>
                </a:lnTo>
              </a:path>
              <a:path w="21600" h="21600">
                <a:moveTo>
                  <a:pt x="2273" y="16768"/>
                </a:moveTo>
                <a:lnTo>
                  <a:pt x="2306" y="16768"/>
                </a:lnTo>
                <a:lnTo>
                  <a:pt x="2306" y="16835"/>
                </a:lnTo>
                <a:lnTo>
                  <a:pt x="2273" y="16835"/>
                </a:lnTo>
              </a:path>
              <a:path w="21600" h="21600">
                <a:moveTo>
                  <a:pt x="20200" y="16744"/>
                </a:moveTo>
                <a:lnTo>
                  <a:pt x="20231" y="16744"/>
                </a:lnTo>
                <a:lnTo>
                  <a:pt x="20231" y="16807"/>
                </a:lnTo>
                <a:lnTo>
                  <a:pt x="20200" y="16807"/>
                </a:lnTo>
              </a:path>
              <a:path w="21600" h="21600">
                <a:moveTo>
                  <a:pt x="14781" y="16744"/>
                </a:moveTo>
                <a:lnTo>
                  <a:pt x="14812" y="16744"/>
                </a:lnTo>
                <a:lnTo>
                  <a:pt x="14812" y="16807"/>
                </a:lnTo>
                <a:lnTo>
                  <a:pt x="14781" y="16807"/>
                </a:lnTo>
              </a:path>
              <a:path w="21600" h="21600">
                <a:moveTo>
                  <a:pt x="9500" y="16744"/>
                </a:moveTo>
                <a:lnTo>
                  <a:pt x="9531" y="16744"/>
                </a:lnTo>
                <a:lnTo>
                  <a:pt x="9531" y="16807"/>
                </a:lnTo>
                <a:lnTo>
                  <a:pt x="9500" y="16807"/>
                </a:lnTo>
              </a:path>
              <a:path w="21600" h="21600">
                <a:moveTo>
                  <a:pt x="6787" y="16744"/>
                </a:moveTo>
                <a:lnTo>
                  <a:pt x="6818" y="16744"/>
                </a:lnTo>
                <a:lnTo>
                  <a:pt x="6818" y="16807"/>
                </a:lnTo>
                <a:lnTo>
                  <a:pt x="6787" y="16807"/>
                </a:lnTo>
              </a:path>
              <a:path w="21600" h="21600">
                <a:moveTo>
                  <a:pt x="4081" y="16744"/>
                </a:moveTo>
                <a:lnTo>
                  <a:pt x="4112" y="16744"/>
                </a:lnTo>
                <a:lnTo>
                  <a:pt x="4112" y="16807"/>
                </a:lnTo>
                <a:lnTo>
                  <a:pt x="4081" y="16807"/>
                </a:lnTo>
              </a:path>
              <a:path w="21600" h="21600">
                <a:moveTo>
                  <a:pt x="20654" y="16740"/>
                </a:moveTo>
                <a:lnTo>
                  <a:pt x="20683" y="16740"/>
                </a:lnTo>
                <a:lnTo>
                  <a:pt x="20683" y="16800"/>
                </a:lnTo>
                <a:lnTo>
                  <a:pt x="20654" y="16800"/>
                </a:lnTo>
              </a:path>
              <a:path w="21600" h="21600">
                <a:moveTo>
                  <a:pt x="19144" y="16740"/>
                </a:moveTo>
                <a:lnTo>
                  <a:pt x="19173" y="16740"/>
                </a:lnTo>
                <a:lnTo>
                  <a:pt x="19173" y="16800"/>
                </a:lnTo>
                <a:lnTo>
                  <a:pt x="19144" y="16800"/>
                </a:lnTo>
              </a:path>
              <a:path w="21600" h="21600">
                <a:moveTo>
                  <a:pt x="18695" y="16740"/>
                </a:moveTo>
                <a:lnTo>
                  <a:pt x="18725" y="16740"/>
                </a:lnTo>
                <a:lnTo>
                  <a:pt x="18725" y="16800"/>
                </a:lnTo>
                <a:lnTo>
                  <a:pt x="18695" y="16800"/>
                </a:lnTo>
              </a:path>
              <a:path w="21600" h="21600">
                <a:moveTo>
                  <a:pt x="18393" y="16740"/>
                </a:moveTo>
                <a:lnTo>
                  <a:pt x="18423" y="16740"/>
                </a:lnTo>
                <a:lnTo>
                  <a:pt x="18423" y="16800"/>
                </a:lnTo>
                <a:lnTo>
                  <a:pt x="18393" y="16800"/>
                </a:lnTo>
              </a:path>
              <a:path w="21600" h="21600">
                <a:moveTo>
                  <a:pt x="17940" y="16740"/>
                </a:moveTo>
                <a:lnTo>
                  <a:pt x="17970" y="16740"/>
                </a:lnTo>
                <a:lnTo>
                  <a:pt x="17970" y="16800"/>
                </a:lnTo>
                <a:lnTo>
                  <a:pt x="17940" y="16800"/>
                </a:lnTo>
              </a:path>
              <a:path w="21600" h="21600">
                <a:moveTo>
                  <a:pt x="16431" y="16740"/>
                </a:moveTo>
                <a:lnTo>
                  <a:pt x="16460" y="16740"/>
                </a:lnTo>
                <a:lnTo>
                  <a:pt x="16460" y="16800"/>
                </a:lnTo>
                <a:lnTo>
                  <a:pt x="16431" y="16800"/>
                </a:lnTo>
              </a:path>
              <a:path w="21600" h="21600">
                <a:moveTo>
                  <a:pt x="15990" y="16740"/>
                </a:moveTo>
                <a:lnTo>
                  <a:pt x="16019" y="16740"/>
                </a:lnTo>
                <a:lnTo>
                  <a:pt x="16019" y="16800"/>
                </a:lnTo>
                <a:lnTo>
                  <a:pt x="15990" y="16800"/>
                </a:lnTo>
              </a:path>
              <a:path w="21600" h="21600">
                <a:moveTo>
                  <a:pt x="15688" y="16740"/>
                </a:moveTo>
                <a:lnTo>
                  <a:pt x="15717" y="16740"/>
                </a:lnTo>
                <a:lnTo>
                  <a:pt x="15717" y="16800"/>
                </a:lnTo>
                <a:lnTo>
                  <a:pt x="15688" y="16800"/>
                </a:lnTo>
              </a:path>
              <a:path w="21600" h="21600">
                <a:moveTo>
                  <a:pt x="15235" y="16740"/>
                </a:moveTo>
                <a:lnTo>
                  <a:pt x="15264" y="16740"/>
                </a:lnTo>
                <a:lnTo>
                  <a:pt x="15264" y="16800"/>
                </a:lnTo>
                <a:lnTo>
                  <a:pt x="15235" y="16800"/>
                </a:lnTo>
              </a:path>
              <a:path w="21600" h="21600">
                <a:moveTo>
                  <a:pt x="13725" y="16740"/>
                </a:moveTo>
                <a:lnTo>
                  <a:pt x="13754" y="16740"/>
                </a:lnTo>
                <a:lnTo>
                  <a:pt x="13754" y="16800"/>
                </a:lnTo>
                <a:lnTo>
                  <a:pt x="13725" y="16800"/>
                </a:lnTo>
              </a:path>
              <a:path w="21600" h="21600">
                <a:moveTo>
                  <a:pt x="13276" y="16740"/>
                </a:moveTo>
                <a:lnTo>
                  <a:pt x="13306" y="16740"/>
                </a:lnTo>
                <a:lnTo>
                  <a:pt x="13306" y="16800"/>
                </a:lnTo>
                <a:lnTo>
                  <a:pt x="13276" y="16800"/>
                </a:lnTo>
              </a:path>
              <a:path w="21600" h="21600">
                <a:moveTo>
                  <a:pt x="12974" y="16740"/>
                </a:moveTo>
                <a:lnTo>
                  <a:pt x="13004" y="16740"/>
                </a:lnTo>
                <a:lnTo>
                  <a:pt x="13004" y="16800"/>
                </a:lnTo>
                <a:lnTo>
                  <a:pt x="12974" y="16800"/>
                </a:lnTo>
              </a:path>
              <a:path w="21600" h="21600">
                <a:moveTo>
                  <a:pt x="12521" y="16740"/>
                </a:moveTo>
                <a:lnTo>
                  <a:pt x="12551" y="16740"/>
                </a:lnTo>
                <a:lnTo>
                  <a:pt x="12551" y="16800"/>
                </a:lnTo>
                <a:lnTo>
                  <a:pt x="12521" y="16800"/>
                </a:lnTo>
              </a:path>
              <a:path w="21600" h="21600">
                <a:moveTo>
                  <a:pt x="11012" y="16740"/>
                </a:moveTo>
                <a:lnTo>
                  <a:pt x="11041" y="16740"/>
                </a:lnTo>
                <a:lnTo>
                  <a:pt x="11041" y="16800"/>
                </a:lnTo>
                <a:lnTo>
                  <a:pt x="11012" y="16800"/>
                </a:lnTo>
              </a:path>
              <a:path w="21600" h="21600">
                <a:moveTo>
                  <a:pt x="9048" y="16740"/>
                </a:moveTo>
                <a:lnTo>
                  <a:pt x="9077" y="16740"/>
                </a:lnTo>
                <a:lnTo>
                  <a:pt x="9077" y="16800"/>
                </a:lnTo>
                <a:lnTo>
                  <a:pt x="9048" y="16800"/>
                </a:lnTo>
              </a:path>
              <a:path w="21600" h="21600">
                <a:moveTo>
                  <a:pt x="8595" y="16740"/>
                </a:moveTo>
                <a:lnTo>
                  <a:pt x="8624" y="16740"/>
                </a:lnTo>
                <a:lnTo>
                  <a:pt x="8624" y="16800"/>
                </a:lnTo>
                <a:lnTo>
                  <a:pt x="8595" y="16800"/>
                </a:lnTo>
              </a:path>
              <a:path w="21600" h="21600">
                <a:moveTo>
                  <a:pt x="8293" y="16740"/>
                </a:moveTo>
                <a:lnTo>
                  <a:pt x="8322" y="16740"/>
                </a:lnTo>
                <a:lnTo>
                  <a:pt x="8322" y="16800"/>
                </a:lnTo>
                <a:lnTo>
                  <a:pt x="8293" y="16800"/>
                </a:lnTo>
              </a:path>
              <a:path w="21600" h="21600">
                <a:moveTo>
                  <a:pt x="7845" y="16740"/>
                </a:moveTo>
                <a:lnTo>
                  <a:pt x="7874" y="16740"/>
                </a:lnTo>
                <a:lnTo>
                  <a:pt x="7874" y="16800"/>
                </a:lnTo>
                <a:lnTo>
                  <a:pt x="7845" y="16800"/>
                </a:lnTo>
              </a:path>
              <a:path w="21600" h="21600">
                <a:moveTo>
                  <a:pt x="6335" y="16740"/>
                </a:moveTo>
                <a:lnTo>
                  <a:pt x="6364" y="16740"/>
                </a:lnTo>
                <a:lnTo>
                  <a:pt x="6364" y="16800"/>
                </a:lnTo>
                <a:lnTo>
                  <a:pt x="6335" y="16800"/>
                </a:lnTo>
              </a:path>
              <a:path w="21600" h="21600">
                <a:moveTo>
                  <a:pt x="5882" y="16740"/>
                </a:moveTo>
                <a:lnTo>
                  <a:pt x="5911" y="16740"/>
                </a:lnTo>
                <a:lnTo>
                  <a:pt x="5911" y="16800"/>
                </a:lnTo>
                <a:lnTo>
                  <a:pt x="5882" y="16800"/>
                </a:lnTo>
              </a:path>
              <a:path w="21600" h="21600">
                <a:moveTo>
                  <a:pt x="5580" y="16740"/>
                </a:moveTo>
                <a:lnTo>
                  <a:pt x="5609" y="16740"/>
                </a:lnTo>
                <a:lnTo>
                  <a:pt x="5609" y="16800"/>
                </a:lnTo>
                <a:lnTo>
                  <a:pt x="5580" y="16800"/>
                </a:lnTo>
              </a:path>
              <a:path w="21600" h="21600">
                <a:moveTo>
                  <a:pt x="5139" y="16740"/>
                </a:moveTo>
                <a:lnTo>
                  <a:pt x="5168" y="16740"/>
                </a:lnTo>
                <a:lnTo>
                  <a:pt x="5168" y="16800"/>
                </a:lnTo>
                <a:lnTo>
                  <a:pt x="5139" y="16800"/>
                </a:lnTo>
              </a:path>
              <a:path w="21600" h="21600">
                <a:moveTo>
                  <a:pt x="2426" y="16740"/>
                </a:moveTo>
                <a:lnTo>
                  <a:pt x="2455" y="16740"/>
                </a:lnTo>
                <a:lnTo>
                  <a:pt x="2455" y="16800"/>
                </a:lnTo>
                <a:lnTo>
                  <a:pt x="2426" y="16800"/>
                </a:lnTo>
              </a:path>
              <a:path w="21600" h="21600">
                <a:moveTo>
                  <a:pt x="916" y="16740"/>
                </a:moveTo>
                <a:lnTo>
                  <a:pt x="945" y="16740"/>
                </a:lnTo>
                <a:lnTo>
                  <a:pt x="945" y="16800"/>
                </a:lnTo>
                <a:lnTo>
                  <a:pt x="916" y="16800"/>
                </a:lnTo>
              </a:path>
              <a:path w="21600" h="21600">
                <a:moveTo>
                  <a:pt x="463" y="16740"/>
                </a:moveTo>
                <a:lnTo>
                  <a:pt x="492" y="16740"/>
                </a:lnTo>
                <a:lnTo>
                  <a:pt x="492" y="16800"/>
                </a:lnTo>
                <a:lnTo>
                  <a:pt x="463" y="16800"/>
                </a:lnTo>
              </a:path>
              <a:path w="21600" h="21600">
                <a:moveTo>
                  <a:pt x="161" y="16740"/>
                </a:moveTo>
                <a:lnTo>
                  <a:pt x="190" y="16740"/>
                </a:lnTo>
                <a:lnTo>
                  <a:pt x="190" y="16800"/>
                </a:lnTo>
                <a:lnTo>
                  <a:pt x="161" y="16800"/>
                </a:lnTo>
              </a:path>
              <a:path w="21600" h="21600">
                <a:moveTo>
                  <a:pt x="19594" y="16739"/>
                </a:moveTo>
                <a:lnTo>
                  <a:pt x="19629" y="16739"/>
                </a:lnTo>
                <a:lnTo>
                  <a:pt x="19629" y="16809"/>
                </a:lnTo>
                <a:lnTo>
                  <a:pt x="19594" y="16809"/>
                </a:lnTo>
              </a:path>
              <a:path w="21600" h="21600">
                <a:moveTo>
                  <a:pt x="16881" y="16739"/>
                </a:moveTo>
                <a:lnTo>
                  <a:pt x="16915" y="16739"/>
                </a:lnTo>
                <a:lnTo>
                  <a:pt x="16915" y="16809"/>
                </a:lnTo>
                <a:lnTo>
                  <a:pt x="16881" y="16809"/>
                </a:lnTo>
              </a:path>
              <a:path w="21600" h="21600">
                <a:moveTo>
                  <a:pt x="7389" y="16739"/>
                </a:moveTo>
                <a:lnTo>
                  <a:pt x="7423" y="16739"/>
                </a:lnTo>
                <a:lnTo>
                  <a:pt x="7423" y="16809"/>
                </a:lnTo>
                <a:lnTo>
                  <a:pt x="7389" y="16809"/>
                </a:lnTo>
              </a:path>
              <a:path w="21600" h="21600">
                <a:moveTo>
                  <a:pt x="4684" y="16739"/>
                </a:moveTo>
                <a:lnTo>
                  <a:pt x="4718" y="16739"/>
                </a:lnTo>
                <a:lnTo>
                  <a:pt x="4718" y="16809"/>
                </a:lnTo>
                <a:lnTo>
                  <a:pt x="4684" y="16809"/>
                </a:lnTo>
              </a:path>
              <a:path w="21600" h="21600">
                <a:moveTo>
                  <a:pt x="1970" y="16739"/>
                </a:moveTo>
                <a:lnTo>
                  <a:pt x="2005" y="16739"/>
                </a:lnTo>
                <a:lnTo>
                  <a:pt x="2005" y="16809"/>
                </a:lnTo>
                <a:lnTo>
                  <a:pt x="1970" y="16809"/>
                </a:lnTo>
              </a:path>
              <a:path w="21600" h="21600">
                <a:moveTo>
                  <a:pt x="2872" y="16731"/>
                </a:moveTo>
                <a:lnTo>
                  <a:pt x="2906" y="16731"/>
                </a:lnTo>
                <a:lnTo>
                  <a:pt x="2906" y="16802"/>
                </a:lnTo>
                <a:lnTo>
                  <a:pt x="2872" y="16802"/>
                </a:lnTo>
              </a:path>
              <a:path w="21600" h="21600">
                <a:moveTo>
                  <a:pt x="5733" y="16725"/>
                </a:moveTo>
                <a:lnTo>
                  <a:pt x="5758" y="16725"/>
                </a:lnTo>
                <a:lnTo>
                  <a:pt x="5758" y="16778"/>
                </a:lnTo>
                <a:lnTo>
                  <a:pt x="5733" y="16778"/>
                </a:lnTo>
              </a:path>
              <a:path w="21600" h="21600">
                <a:moveTo>
                  <a:pt x="13412" y="16695"/>
                </a:moveTo>
                <a:lnTo>
                  <a:pt x="13463" y="16695"/>
                </a:lnTo>
                <a:lnTo>
                  <a:pt x="13463" y="16801"/>
                </a:lnTo>
                <a:lnTo>
                  <a:pt x="13412" y="16801"/>
                </a:lnTo>
              </a:path>
              <a:path w="21600" h="21600">
                <a:moveTo>
                  <a:pt x="8135" y="16695"/>
                </a:moveTo>
                <a:lnTo>
                  <a:pt x="8187" y="16695"/>
                </a:lnTo>
                <a:lnTo>
                  <a:pt x="8187" y="16801"/>
                </a:lnTo>
                <a:lnTo>
                  <a:pt x="8135" y="16801"/>
                </a:lnTo>
              </a:path>
              <a:path w="21600" h="21600">
                <a:moveTo>
                  <a:pt x="10107" y="16692"/>
                </a:moveTo>
                <a:lnTo>
                  <a:pt x="10132" y="16692"/>
                </a:lnTo>
                <a:lnTo>
                  <a:pt x="10132" y="16745"/>
                </a:lnTo>
                <a:lnTo>
                  <a:pt x="10107" y="16745"/>
                </a:lnTo>
              </a:path>
              <a:path w="21600" h="21600">
                <a:moveTo>
                  <a:pt x="20499" y="16679"/>
                </a:moveTo>
                <a:lnTo>
                  <a:pt x="20535" y="16679"/>
                </a:lnTo>
                <a:lnTo>
                  <a:pt x="20535" y="16753"/>
                </a:lnTo>
                <a:lnTo>
                  <a:pt x="20499" y="16753"/>
                </a:lnTo>
              </a:path>
              <a:path w="21600" h="21600">
                <a:moveTo>
                  <a:pt x="15080" y="16679"/>
                </a:moveTo>
                <a:lnTo>
                  <a:pt x="15116" y="16679"/>
                </a:lnTo>
                <a:lnTo>
                  <a:pt x="15116" y="16753"/>
                </a:lnTo>
                <a:lnTo>
                  <a:pt x="15080" y="16753"/>
                </a:lnTo>
              </a:path>
              <a:path w="21600" h="21600">
                <a:moveTo>
                  <a:pt x="6482" y="16679"/>
                </a:moveTo>
                <a:lnTo>
                  <a:pt x="6519" y="16679"/>
                </a:lnTo>
                <a:lnTo>
                  <a:pt x="6519" y="16753"/>
                </a:lnTo>
                <a:lnTo>
                  <a:pt x="6482" y="16753"/>
                </a:lnTo>
              </a:path>
              <a:path w="21600" h="21600">
                <a:moveTo>
                  <a:pt x="10562" y="16668"/>
                </a:moveTo>
                <a:lnTo>
                  <a:pt x="10583" y="16668"/>
                </a:lnTo>
                <a:lnTo>
                  <a:pt x="10583" y="16710"/>
                </a:lnTo>
                <a:lnTo>
                  <a:pt x="10562" y="16710"/>
                </a:lnTo>
              </a:path>
              <a:path w="21600" h="21600">
                <a:moveTo>
                  <a:pt x="10857" y="16666"/>
                </a:moveTo>
                <a:lnTo>
                  <a:pt x="10893" y="16666"/>
                </a:lnTo>
                <a:lnTo>
                  <a:pt x="10893" y="16740"/>
                </a:lnTo>
                <a:lnTo>
                  <a:pt x="10857" y="16740"/>
                </a:lnTo>
              </a:path>
              <a:path w="21600" h="21600">
                <a:moveTo>
                  <a:pt x="16736" y="16660"/>
                </a:moveTo>
                <a:lnTo>
                  <a:pt x="16758" y="16660"/>
                </a:lnTo>
                <a:lnTo>
                  <a:pt x="16758" y="16705"/>
                </a:lnTo>
                <a:lnTo>
                  <a:pt x="16736" y="16705"/>
                </a:lnTo>
              </a:path>
              <a:path w="21600" h="21600">
                <a:moveTo>
                  <a:pt x="14030" y="16660"/>
                </a:moveTo>
                <a:lnTo>
                  <a:pt x="14052" y="16660"/>
                </a:lnTo>
                <a:lnTo>
                  <a:pt x="14052" y="16705"/>
                </a:lnTo>
                <a:lnTo>
                  <a:pt x="14030" y="16705"/>
                </a:lnTo>
              </a:path>
              <a:path w="21600" h="21600">
                <a:moveTo>
                  <a:pt x="11317" y="16660"/>
                </a:moveTo>
                <a:lnTo>
                  <a:pt x="11339" y="16660"/>
                </a:lnTo>
                <a:lnTo>
                  <a:pt x="11339" y="16705"/>
                </a:lnTo>
                <a:lnTo>
                  <a:pt x="11317" y="16705"/>
                </a:lnTo>
              </a:path>
              <a:path w="21600" h="21600">
                <a:moveTo>
                  <a:pt x="10259" y="16660"/>
                </a:moveTo>
                <a:lnTo>
                  <a:pt x="10282" y="16660"/>
                </a:lnTo>
                <a:lnTo>
                  <a:pt x="10282" y="16705"/>
                </a:lnTo>
                <a:lnTo>
                  <a:pt x="10259" y="16705"/>
                </a:lnTo>
              </a:path>
              <a:path w="21600" h="21600">
                <a:moveTo>
                  <a:pt x="7546" y="16660"/>
                </a:moveTo>
                <a:lnTo>
                  <a:pt x="7568" y="16660"/>
                </a:lnTo>
                <a:lnTo>
                  <a:pt x="7568" y="16705"/>
                </a:lnTo>
                <a:lnTo>
                  <a:pt x="7546" y="16705"/>
                </a:lnTo>
              </a:path>
              <a:path w="21600" h="21600">
                <a:moveTo>
                  <a:pt x="4841" y="16660"/>
                </a:moveTo>
                <a:lnTo>
                  <a:pt x="4863" y="16660"/>
                </a:lnTo>
                <a:lnTo>
                  <a:pt x="4863" y="16705"/>
                </a:lnTo>
                <a:lnTo>
                  <a:pt x="4841" y="16705"/>
                </a:lnTo>
              </a:path>
              <a:path w="21600" h="21600">
                <a:moveTo>
                  <a:pt x="2127" y="16660"/>
                </a:moveTo>
                <a:lnTo>
                  <a:pt x="2150" y="16660"/>
                </a:lnTo>
                <a:lnTo>
                  <a:pt x="2150" y="16705"/>
                </a:lnTo>
                <a:lnTo>
                  <a:pt x="2127" y="16705"/>
                </a:lnTo>
              </a:path>
              <a:path w="21600" h="21600">
                <a:moveTo>
                  <a:pt x="16284" y="16626"/>
                </a:moveTo>
                <a:lnTo>
                  <a:pt x="16304" y="16626"/>
                </a:lnTo>
                <a:lnTo>
                  <a:pt x="16304" y="16668"/>
                </a:lnTo>
                <a:lnTo>
                  <a:pt x="16284" y="16668"/>
                </a:lnTo>
              </a:path>
              <a:path w="21600" h="21600">
                <a:moveTo>
                  <a:pt x="5294" y="16626"/>
                </a:moveTo>
                <a:lnTo>
                  <a:pt x="5315" y="16626"/>
                </a:lnTo>
                <a:lnTo>
                  <a:pt x="5315" y="16668"/>
                </a:lnTo>
                <a:lnTo>
                  <a:pt x="5294" y="16668"/>
                </a:lnTo>
              </a:path>
              <a:path w="21600" h="21600">
                <a:moveTo>
                  <a:pt x="17782" y="16624"/>
                </a:moveTo>
                <a:lnTo>
                  <a:pt x="17826" y="16624"/>
                </a:lnTo>
                <a:lnTo>
                  <a:pt x="17826" y="16716"/>
                </a:lnTo>
                <a:lnTo>
                  <a:pt x="17782" y="16716"/>
                </a:lnTo>
              </a:path>
              <a:path w="21600" h="21600">
                <a:moveTo>
                  <a:pt x="3772" y="16624"/>
                </a:moveTo>
                <a:lnTo>
                  <a:pt x="3817" y="16624"/>
                </a:lnTo>
                <a:lnTo>
                  <a:pt x="3817" y="16716"/>
                </a:lnTo>
                <a:lnTo>
                  <a:pt x="3772" y="16716"/>
                </a:lnTo>
              </a:path>
              <a:path w="21600" h="21600">
                <a:moveTo>
                  <a:pt x="17039" y="16605"/>
                </a:moveTo>
                <a:lnTo>
                  <a:pt x="17059" y="16605"/>
                </a:lnTo>
                <a:lnTo>
                  <a:pt x="17059" y="16647"/>
                </a:lnTo>
                <a:lnTo>
                  <a:pt x="17039" y="16647"/>
                </a:lnTo>
              </a:path>
              <a:path w="21600" h="21600">
                <a:moveTo>
                  <a:pt x="14182" y="16605"/>
                </a:moveTo>
                <a:lnTo>
                  <a:pt x="14203" y="16605"/>
                </a:lnTo>
                <a:lnTo>
                  <a:pt x="14203" y="16647"/>
                </a:lnTo>
                <a:lnTo>
                  <a:pt x="14182" y="16647"/>
                </a:lnTo>
              </a:path>
              <a:path w="21600" h="21600">
                <a:moveTo>
                  <a:pt x="11620" y="16605"/>
                </a:moveTo>
                <a:lnTo>
                  <a:pt x="11640" y="16605"/>
                </a:lnTo>
                <a:lnTo>
                  <a:pt x="11640" y="16647"/>
                </a:lnTo>
                <a:lnTo>
                  <a:pt x="11620" y="16647"/>
                </a:lnTo>
              </a:path>
              <a:path w="21600" h="21600">
                <a:moveTo>
                  <a:pt x="9958" y="16605"/>
                </a:moveTo>
                <a:lnTo>
                  <a:pt x="9979" y="16605"/>
                </a:lnTo>
                <a:lnTo>
                  <a:pt x="9979" y="16647"/>
                </a:lnTo>
                <a:lnTo>
                  <a:pt x="9958" y="16647"/>
                </a:lnTo>
              </a:path>
              <a:path w="21600" h="21600">
                <a:moveTo>
                  <a:pt x="4540" y="16605"/>
                </a:moveTo>
                <a:lnTo>
                  <a:pt x="4560" y="16605"/>
                </a:lnTo>
                <a:lnTo>
                  <a:pt x="4560" y="16647"/>
                </a:lnTo>
                <a:lnTo>
                  <a:pt x="4540" y="16647"/>
                </a:lnTo>
              </a:path>
              <a:path w="21600" h="21600">
                <a:moveTo>
                  <a:pt x="12675" y="16592"/>
                </a:moveTo>
                <a:lnTo>
                  <a:pt x="12699" y="16592"/>
                </a:lnTo>
                <a:lnTo>
                  <a:pt x="12699" y="16641"/>
                </a:lnTo>
                <a:lnTo>
                  <a:pt x="12675" y="16641"/>
                </a:lnTo>
              </a:path>
              <a:path w="21600" h="21600">
                <a:moveTo>
                  <a:pt x="8900" y="16592"/>
                </a:moveTo>
                <a:lnTo>
                  <a:pt x="8924" y="16592"/>
                </a:lnTo>
                <a:lnTo>
                  <a:pt x="8924" y="16641"/>
                </a:lnTo>
                <a:lnTo>
                  <a:pt x="8900" y="16641"/>
                </a:lnTo>
              </a:path>
              <a:path w="21600" h="21600">
                <a:moveTo>
                  <a:pt x="3481" y="16592"/>
                </a:moveTo>
                <a:lnTo>
                  <a:pt x="3505" y="16592"/>
                </a:lnTo>
                <a:lnTo>
                  <a:pt x="3505" y="16641"/>
                </a:lnTo>
                <a:lnTo>
                  <a:pt x="3481" y="16641"/>
                </a:lnTo>
              </a:path>
              <a:path w="21600" h="21600">
                <a:moveTo>
                  <a:pt x="14473" y="16561"/>
                </a:moveTo>
                <a:lnTo>
                  <a:pt x="14516" y="16561"/>
                </a:lnTo>
                <a:lnTo>
                  <a:pt x="14516" y="16649"/>
                </a:lnTo>
                <a:lnTo>
                  <a:pt x="14473" y="16649"/>
                </a:lnTo>
              </a:path>
              <a:path w="21600" h="21600">
                <a:moveTo>
                  <a:pt x="7083" y="16561"/>
                </a:moveTo>
                <a:lnTo>
                  <a:pt x="7126" y="16561"/>
                </a:lnTo>
                <a:lnTo>
                  <a:pt x="7126" y="16649"/>
                </a:lnTo>
                <a:lnTo>
                  <a:pt x="7083" y="16649"/>
                </a:lnTo>
              </a:path>
              <a:path w="21600" h="21600">
                <a:moveTo>
                  <a:pt x="765" y="16554"/>
                </a:moveTo>
                <a:lnTo>
                  <a:pt x="794" y="16554"/>
                </a:lnTo>
                <a:lnTo>
                  <a:pt x="794" y="16613"/>
                </a:lnTo>
                <a:lnTo>
                  <a:pt x="765" y="16613"/>
                </a:lnTo>
              </a:path>
              <a:path w="21600" h="21600">
                <a:moveTo>
                  <a:pt x="10691" y="16549"/>
                </a:moveTo>
                <a:lnTo>
                  <a:pt x="10756" y="16549"/>
                </a:lnTo>
                <a:lnTo>
                  <a:pt x="10756" y="16683"/>
                </a:lnTo>
                <a:lnTo>
                  <a:pt x="10691" y="16683"/>
                </a:lnTo>
              </a:path>
              <a:path w="21600" h="21600">
                <a:moveTo>
                  <a:pt x="20800" y="16547"/>
                </a:moveTo>
                <a:lnTo>
                  <a:pt x="20838" y="16547"/>
                </a:lnTo>
                <a:lnTo>
                  <a:pt x="20838" y="16625"/>
                </a:lnTo>
                <a:lnTo>
                  <a:pt x="20800" y="16625"/>
                </a:lnTo>
              </a:path>
              <a:path w="21600" h="21600">
                <a:moveTo>
                  <a:pt x="1062" y="16539"/>
                </a:moveTo>
                <a:lnTo>
                  <a:pt x="1102" y="16539"/>
                </a:lnTo>
                <a:lnTo>
                  <a:pt x="1102" y="16620"/>
                </a:lnTo>
                <a:lnTo>
                  <a:pt x="1062" y="16620"/>
                </a:lnTo>
              </a:path>
              <a:path w="21600" h="21600">
                <a:moveTo>
                  <a:pt x="11762" y="16534"/>
                </a:moveTo>
                <a:lnTo>
                  <a:pt x="11800" y="16534"/>
                </a:lnTo>
                <a:lnTo>
                  <a:pt x="11800" y="16612"/>
                </a:lnTo>
                <a:lnTo>
                  <a:pt x="11762" y="16612"/>
                </a:lnTo>
              </a:path>
              <a:path w="21600" h="21600">
                <a:moveTo>
                  <a:pt x="9799" y="16534"/>
                </a:moveTo>
                <a:lnTo>
                  <a:pt x="9837" y="16534"/>
                </a:lnTo>
                <a:lnTo>
                  <a:pt x="9837" y="16612"/>
                </a:lnTo>
                <a:lnTo>
                  <a:pt x="9799" y="16612"/>
                </a:lnTo>
              </a:path>
              <a:path w="21600" h="21600">
                <a:moveTo>
                  <a:pt x="9183" y="16523"/>
                </a:moveTo>
                <a:lnTo>
                  <a:pt x="9245" y="16523"/>
                </a:lnTo>
                <a:lnTo>
                  <a:pt x="9245" y="16651"/>
                </a:lnTo>
                <a:lnTo>
                  <a:pt x="9183" y="16651"/>
                </a:lnTo>
              </a:path>
              <a:path w="21600" h="21600">
                <a:moveTo>
                  <a:pt x="21256" y="16519"/>
                </a:moveTo>
                <a:lnTo>
                  <a:pt x="21289" y="16519"/>
                </a:lnTo>
                <a:lnTo>
                  <a:pt x="21289" y="16586"/>
                </a:lnTo>
                <a:lnTo>
                  <a:pt x="21256" y="16586"/>
                </a:lnTo>
              </a:path>
              <a:path w="21600" h="21600">
                <a:moveTo>
                  <a:pt x="18543" y="16519"/>
                </a:moveTo>
                <a:lnTo>
                  <a:pt x="18575" y="16519"/>
                </a:lnTo>
                <a:lnTo>
                  <a:pt x="18575" y="16586"/>
                </a:lnTo>
                <a:lnTo>
                  <a:pt x="18543" y="16586"/>
                </a:lnTo>
              </a:path>
              <a:path w="21600" h="21600">
                <a:moveTo>
                  <a:pt x="15837" y="16519"/>
                </a:moveTo>
                <a:lnTo>
                  <a:pt x="15870" y="16519"/>
                </a:lnTo>
                <a:lnTo>
                  <a:pt x="15870" y="16586"/>
                </a:lnTo>
                <a:lnTo>
                  <a:pt x="15837" y="16586"/>
                </a:lnTo>
              </a:path>
              <a:path w="21600" h="21600">
                <a:moveTo>
                  <a:pt x="13124" y="16519"/>
                </a:moveTo>
                <a:lnTo>
                  <a:pt x="13156" y="16519"/>
                </a:lnTo>
                <a:lnTo>
                  <a:pt x="13156" y="16586"/>
                </a:lnTo>
                <a:lnTo>
                  <a:pt x="13124" y="16586"/>
                </a:lnTo>
              </a:path>
              <a:path w="21600" h="21600">
                <a:moveTo>
                  <a:pt x="8442" y="16519"/>
                </a:moveTo>
                <a:lnTo>
                  <a:pt x="8475" y="16519"/>
                </a:lnTo>
                <a:lnTo>
                  <a:pt x="8475" y="16586"/>
                </a:lnTo>
                <a:lnTo>
                  <a:pt x="8442" y="16586"/>
                </a:lnTo>
              </a:path>
              <a:path w="21600" h="21600">
                <a:moveTo>
                  <a:pt x="3024" y="16519"/>
                </a:moveTo>
                <a:lnTo>
                  <a:pt x="3056" y="16519"/>
                </a:lnTo>
                <a:lnTo>
                  <a:pt x="3056" y="16586"/>
                </a:lnTo>
                <a:lnTo>
                  <a:pt x="3024" y="16586"/>
                </a:lnTo>
              </a:path>
              <a:path w="21600" h="21600">
                <a:moveTo>
                  <a:pt x="311" y="16519"/>
                </a:moveTo>
                <a:lnTo>
                  <a:pt x="343" y="16519"/>
                </a:lnTo>
                <a:lnTo>
                  <a:pt x="343" y="16586"/>
                </a:lnTo>
                <a:lnTo>
                  <a:pt x="311" y="16586"/>
                </a:lnTo>
              </a:path>
              <a:path w="21600" h="21600">
                <a:moveTo>
                  <a:pt x="4385" y="16515"/>
                </a:moveTo>
                <a:lnTo>
                  <a:pt x="4412" y="16515"/>
                </a:lnTo>
                <a:lnTo>
                  <a:pt x="4412" y="16571"/>
                </a:lnTo>
                <a:lnTo>
                  <a:pt x="4385" y="16571"/>
                </a:lnTo>
              </a:path>
              <a:path w="21600" h="21600">
                <a:moveTo>
                  <a:pt x="19294" y="16481"/>
                </a:moveTo>
                <a:lnTo>
                  <a:pt x="19325" y="16481"/>
                </a:lnTo>
                <a:lnTo>
                  <a:pt x="19325" y="16545"/>
                </a:lnTo>
                <a:lnTo>
                  <a:pt x="19294" y="16545"/>
                </a:lnTo>
              </a:path>
              <a:path w="21600" h="21600">
                <a:moveTo>
                  <a:pt x="13875" y="16481"/>
                </a:moveTo>
                <a:lnTo>
                  <a:pt x="13906" y="16481"/>
                </a:lnTo>
                <a:lnTo>
                  <a:pt x="13906" y="16545"/>
                </a:lnTo>
                <a:lnTo>
                  <a:pt x="13875" y="16545"/>
                </a:lnTo>
              </a:path>
              <a:path w="21600" h="21600">
                <a:moveTo>
                  <a:pt x="7693" y="16481"/>
                </a:moveTo>
                <a:lnTo>
                  <a:pt x="7724" y="16481"/>
                </a:lnTo>
                <a:lnTo>
                  <a:pt x="7724" y="16545"/>
                </a:lnTo>
                <a:lnTo>
                  <a:pt x="7693" y="16545"/>
                </a:lnTo>
              </a:path>
              <a:path w="21600" h="21600">
                <a:moveTo>
                  <a:pt x="2274" y="16481"/>
                </a:moveTo>
                <a:lnTo>
                  <a:pt x="2305" y="16481"/>
                </a:lnTo>
                <a:lnTo>
                  <a:pt x="2305" y="16545"/>
                </a:lnTo>
                <a:lnTo>
                  <a:pt x="2274" y="16545"/>
                </a:lnTo>
              </a:path>
              <a:path w="21600" h="21600">
                <a:moveTo>
                  <a:pt x="20655" y="16479"/>
                </a:moveTo>
                <a:lnTo>
                  <a:pt x="20682" y="16479"/>
                </a:lnTo>
                <a:lnTo>
                  <a:pt x="20682" y="16535"/>
                </a:lnTo>
                <a:lnTo>
                  <a:pt x="20655" y="16535"/>
                </a:lnTo>
              </a:path>
              <a:path w="21600" h="21600">
                <a:moveTo>
                  <a:pt x="19145" y="16479"/>
                </a:moveTo>
                <a:lnTo>
                  <a:pt x="19172" y="16479"/>
                </a:lnTo>
                <a:lnTo>
                  <a:pt x="19172" y="16535"/>
                </a:lnTo>
                <a:lnTo>
                  <a:pt x="19145" y="16535"/>
                </a:lnTo>
              </a:path>
              <a:path w="21600" h="21600">
                <a:moveTo>
                  <a:pt x="18696" y="16479"/>
                </a:moveTo>
                <a:lnTo>
                  <a:pt x="18724" y="16479"/>
                </a:lnTo>
                <a:lnTo>
                  <a:pt x="18724" y="16535"/>
                </a:lnTo>
                <a:lnTo>
                  <a:pt x="18696" y="16535"/>
                </a:lnTo>
              </a:path>
              <a:path w="21600" h="21600">
                <a:moveTo>
                  <a:pt x="18394" y="16479"/>
                </a:moveTo>
                <a:lnTo>
                  <a:pt x="18422" y="16479"/>
                </a:lnTo>
                <a:lnTo>
                  <a:pt x="18422" y="16535"/>
                </a:lnTo>
                <a:lnTo>
                  <a:pt x="18394" y="16535"/>
                </a:lnTo>
              </a:path>
              <a:path w="21600" h="21600">
                <a:moveTo>
                  <a:pt x="17941" y="16479"/>
                </a:moveTo>
                <a:lnTo>
                  <a:pt x="17969" y="16479"/>
                </a:lnTo>
                <a:lnTo>
                  <a:pt x="17969" y="16535"/>
                </a:lnTo>
                <a:lnTo>
                  <a:pt x="17941" y="16535"/>
                </a:lnTo>
              </a:path>
              <a:path w="21600" h="21600">
                <a:moveTo>
                  <a:pt x="16431" y="16479"/>
                </a:moveTo>
                <a:lnTo>
                  <a:pt x="16459" y="16479"/>
                </a:lnTo>
                <a:lnTo>
                  <a:pt x="16459" y="16535"/>
                </a:lnTo>
                <a:lnTo>
                  <a:pt x="16431" y="16535"/>
                </a:lnTo>
              </a:path>
              <a:path w="21600" h="21600">
                <a:moveTo>
                  <a:pt x="15990" y="16479"/>
                </a:moveTo>
                <a:lnTo>
                  <a:pt x="16018" y="16479"/>
                </a:lnTo>
                <a:lnTo>
                  <a:pt x="16018" y="16535"/>
                </a:lnTo>
                <a:lnTo>
                  <a:pt x="15990" y="16535"/>
                </a:lnTo>
              </a:path>
              <a:path w="21600" h="21600">
                <a:moveTo>
                  <a:pt x="15688" y="16479"/>
                </a:moveTo>
                <a:lnTo>
                  <a:pt x="15716" y="16479"/>
                </a:lnTo>
                <a:lnTo>
                  <a:pt x="15716" y="16535"/>
                </a:lnTo>
                <a:lnTo>
                  <a:pt x="15688" y="16535"/>
                </a:lnTo>
              </a:path>
              <a:path w="21600" h="21600">
                <a:moveTo>
                  <a:pt x="15236" y="16479"/>
                </a:moveTo>
                <a:lnTo>
                  <a:pt x="15263" y="16479"/>
                </a:lnTo>
                <a:lnTo>
                  <a:pt x="15263" y="16535"/>
                </a:lnTo>
                <a:lnTo>
                  <a:pt x="15236" y="16535"/>
                </a:lnTo>
              </a:path>
              <a:path w="21600" h="21600">
                <a:moveTo>
                  <a:pt x="13726" y="16479"/>
                </a:moveTo>
                <a:lnTo>
                  <a:pt x="13753" y="16479"/>
                </a:lnTo>
                <a:lnTo>
                  <a:pt x="13753" y="16535"/>
                </a:lnTo>
                <a:lnTo>
                  <a:pt x="13726" y="16535"/>
                </a:lnTo>
              </a:path>
              <a:path w="21600" h="21600">
                <a:moveTo>
                  <a:pt x="13277" y="16479"/>
                </a:moveTo>
                <a:lnTo>
                  <a:pt x="13305" y="16479"/>
                </a:lnTo>
                <a:lnTo>
                  <a:pt x="13305" y="16535"/>
                </a:lnTo>
                <a:lnTo>
                  <a:pt x="13277" y="16535"/>
                </a:lnTo>
              </a:path>
              <a:path w="21600" h="21600">
                <a:moveTo>
                  <a:pt x="12975" y="16479"/>
                </a:moveTo>
                <a:lnTo>
                  <a:pt x="13003" y="16479"/>
                </a:lnTo>
                <a:lnTo>
                  <a:pt x="13003" y="16535"/>
                </a:lnTo>
                <a:lnTo>
                  <a:pt x="12975" y="16535"/>
                </a:lnTo>
              </a:path>
              <a:path w="21600" h="21600">
                <a:moveTo>
                  <a:pt x="12522" y="16479"/>
                </a:moveTo>
                <a:lnTo>
                  <a:pt x="12550" y="16479"/>
                </a:lnTo>
                <a:lnTo>
                  <a:pt x="12550" y="16535"/>
                </a:lnTo>
                <a:lnTo>
                  <a:pt x="12522" y="16535"/>
                </a:lnTo>
              </a:path>
              <a:path w="21600" h="21600">
                <a:moveTo>
                  <a:pt x="11012" y="16479"/>
                </a:moveTo>
                <a:lnTo>
                  <a:pt x="11040" y="16479"/>
                </a:lnTo>
                <a:lnTo>
                  <a:pt x="11040" y="16535"/>
                </a:lnTo>
                <a:lnTo>
                  <a:pt x="11012" y="16535"/>
                </a:lnTo>
              </a:path>
              <a:path w="21600" h="21600">
                <a:moveTo>
                  <a:pt x="9049" y="16479"/>
                </a:moveTo>
                <a:lnTo>
                  <a:pt x="9076" y="16479"/>
                </a:lnTo>
                <a:lnTo>
                  <a:pt x="9076" y="16535"/>
                </a:lnTo>
                <a:lnTo>
                  <a:pt x="9049" y="16535"/>
                </a:lnTo>
              </a:path>
              <a:path w="21600" h="21600">
                <a:moveTo>
                  <a:pt x="8596" y="16479"/>
                </a:moveTo>
                <a:lnTo>
                  <a:pt x="8623" y="16479"/>
                </a:lnTo>
                <a:lnTo>
                  <a:pt x="8623" y="16535"/>
                </a:lnTo>
                <a:lnTo>
                  <a:pt x="8596" y="16535"/>
                </a:lnTo>
              </a:path>
              <a:path w="21600" h="21600">
                <a:moveTo>
                  <a:pt x="8294" y="16479"/>
                </a:moveTo>
                <a:lnTo>
                  <a:pt x="8321" y="16479"/>
                </a:lnTo>
                <a:lnTo>
                  <a:pt x="8321" y="16535"/>
                </a:lnTo>
                <a:lnTo>
                  <a:pt x="8294" y="16535"/>
                </a:lnTo>
              </a:path>
              <a:path w="21600" h="21600">
                <a:moveTo>
                  <a:pt x="7846" y="16479"/>
                </a:moveTo>
                <a:lnTo>
                  <a:pt x="7873" y="16479"/>
                </a:lnTo>
                <a:lnTo>
                  <a:pt x="7873" y="16535"/>
                </a:lnTo>
                <a:lnTo>
                  <a:pt x="7846" y="16535"/>
                </a:lnTo>
              </a:path>
              <a:path w="21600" h="21600">
                <a:moveTo>
                  <a:pt x="6336" y="16479"/>
                </a:moveTo>
                <a:lnTo>
                  <a:pt x="6363" y="16479"/>
                </a:lnTo>
                <a:lnTo>
                  <a:pt x="6363" y="16535"/>
                </a:lnTo>
                <a:lnTo>
                  <a:pt x="6336" y="16535"/>
                </a:lnTo>
              </a:path>
              <a:path w="21600" h="21600">
                <a:moveTo>
                  <a:pt x="5883" y="16479"/>
                </a:moveTo>
                <a:lnTo>
                  <a:pt x="5910" y="16479"/>
                </a:lnTo>
                <a:lnTo>
                  <a:pt x="5910" y="16535"/>
                </a:lnTo>
                <a:lnTo>
                  <a:pt x="5883" y="16535"/>
                </a:lnTo>
              </a:path>
              <a:path w="21600" h="21600">
                <a:moveTo>
                  <a:pt x="5581" y="16479"/>
                </a:moveTo>
                <a:lnTo>
                  <a:pt x="5608" y="16479"/>
                </a:lnTo>
                <a:lnTo>
                  <a:pt x="5608" y="16535"/>
                </a:lnTo>
                <a:lnTo>
                  <a:pt x="5581" y="16535"/>
                </a:lnTo>
              </a:path>
              <a:path w="21600" h="21600">
                <a:moveTo>
                  <a:pt x="5140" y="16479"/>
                </a:moveTo>
                <a:lnTo>
                  <a:pt x="5167" y="16479"/>
                </a:lnTo>
                <a:lnTo>
                  <a:pt x="5167" y="16535"/>
                </a:lnTo>
                <a:lnTo>
                  <a:pt x="5140" y="16535"/>
                </a:lnTo>
              </a:path>
              <a:path w="21600" h="21600">
                <a:moveTo>
                  <a:pt x="2427" y="16479"/>
                </a:moveTo>
                <a:lnTo>
                  <a:pt x="2454" y="16479"/>
                </a:lnTo>
                <a:lnTo>
                  <a:pt x="2454" y="16535"/>
                </a:lnTo>
                <a:lnTo>
                  <a:pt x="2427" y="16535"/>
                </a:lnTo>
              </a:path>
              <a:path w="21600" h="21600">
                <a:moveTo>
                  <a:pt x="917" y="16479"/>
                </a:moveTo>
                <a:lnTo>
                  <a:pt x="944" y="16479"/>
                </a:lnTo>
                <a:lnTo>
                  <a:pt x="944" y="16535"/>
                </a:lnTo>
                <a:lnTo>
                  <a:pt x="917" y="16535"/>
                </a:lnTo>
              </a:path>
              <a:path w="21600" h="21600">
                <a:moveTo>
                  <a:pt x="464" y="16479"/>
                </a:moveTo>
                <a:lnTo>
                  <a:pt x="491" y="16479"/>
                </a:lnTo>
                <a:lnTo>
                  <a:pt x="491" y="16535"/>
                </a:lnTo>
                <a:lnTo>
                  <a:pt x="464" y="16535"/>
                </a:lnTo>
              </a:path>
              <a:path w="21600" h="21600">
                <a:moveTo>
                  <a:pt x="162" y="16479"/>
                </a:moveTo>
                <a:lnTo>
                  <a:pt x="190" y="16479"/>
                </a:lnTo>
                <a:lnTo>
                  <a:pt x="190" y="16535"/>
                </a:lnTo>
                <a:lnTo>
                  <a:pt x="162" y="16535"/>
                </a:lnTo>
              </a:path>
              <a:path w="21600" h="21600">
                <a:moveTo>
                  <a:pt x="2873" y="16470"/>
                </a:moveTo>
                <a:lnTo>
                  <a:pt x="2905" y="16470"/>
                </a:lnTo>
                <a:lnTo>
                  <a:pt x="2905" y="16537"/>
                </a:lnTo>
                <a:lnTo>
                  <a:pt x="2873" y="16537"/>
                </a:lnTo>
              </a:path>
              <a:path w="21600" h="21600">
                <a:moveTo>
                  <a:pt x="20201" y="16470"/>
                </a:moveTo>
                <a:lnTo>
                  <a:pt x="20230" y="16470"/>
                </a:lnTo>
                <a:lnTo>
                  <a:pt x="20230" y="16529"/>
                </a:lnTo>
                <a:lnTo>
                  <a:pt x="20201" y="16529"/>
                </a:lnTo>
              </a:path>
              <a:path w="21600" h="21600">
                <a:moveTo>
                  <a:pt x="14782" y="16470"/>
                </a:moveTo>
                <a:lnTo>
                  <a:pt x="14811" y="16470"/>
                </a:lnTo>
                <a:lnTo>
                  <a:pt x="14811" y="16529"/>
                </a:lnTo>
                <a:lnTo>
                  <a:pt x="14782" y="16529"/>
                </a:lnTo>
              </a:path>
              <a:path w="21600" h="21600">
                <a:moveTo>
                  <a:pt x="9501" y="16470"/>
                </a:moveTo>
                <a:lnTo>
                  <a:pt x="9530" y="16470"/>
                </a:lnTo>
                <a:lnTo>
                  <a:pt x="9530" y="16529"/>
                </a:lnTo>
                <a:lnTo>
                  <a:pt x="9501" y="16529"/>
                </a:lnTo>
              </a:path>
              <a:path w="21600" h="21600">
                <a:moveTo>
                  <a:pt x="6788" y="16470"/>
                </a:moveTo>
                <a:lnTo>
                  <a:pt x="6817" y="16470"/>
                </a:lnTo>
                <a:lnTo>
                  <a:pt x="6817" y="16529"/>
                </a:lnTo>
                <a:lnTo>
                  <a:pt x="6788" y="16529"/>
                </a:lnTo>
              </a:path>
              <a:path w="21600" h="21600">
                <a:moveTo>
                  <a:pt x="4082" y="16470"/>
                </a:moveTo>
                <a:lnTo>
                  <a:pt x="4111" y="16470"/>
                </a:lnTo>
                <a:lnTo>
                  <a:pt x="4111" y="16529"/>
                </a:lnTo>
                <a:lnTo>
                  <a:pt x="4082" y="16529"/>
                </a:lnTo>
              </a:path>
              <a:path w="21600" h="21600">
                <a:moveTo>
                  <a:pt x="16576" y="16456"/>
                </a:moveTo>
                <a:lnTo>
                  <a:pt x="16616" y="16456"/>
                </a:lnTo>
                <a:lnTo>
                  <a:pt x="16616" y="16538"/>
                </a:lnTo>
                <a:lnTo>
                  <a:pt x="16576" y="16538"/>
                </a:lnTo>
              </a:path>
              <a:path w="21600" h="21600">
                <a:moveTo>
                  <a:pt x="4983" y="16456"/>
                </a:moveTo>
                <a:lnTo>
                  <a:pt x="5023" y="16456"/>
                </a:lnTo>
                <a:lnTo>
                  <a:pt x="5023" y="16538"/>
                </a:lnTo>
                <a:lnTo>
                  <a:pt x="4983" y="16538"/>
                </a:lnTo>
              </a:path>
              <a:path w="21600" h="21600">
                <a:moveTo>
                  <a:pt x="19883" y="16450"/>
                </a:moveTo>
                <a:lnTo>
                  <a:pt x="19944" y="16450"/>
                </a:lnTo>
                <a:lnTo>
                  <a:pt x="19944" y="16574"/>
                </a:lnTo>
                <a:lnTo>
                  <a:pt x="19883" y="16574"/>
                </a:lnTo>
              </a:path>
              <a:path w="21600" h="21600">
                <a:moveTo>
                  <a:pt x="1668" y="16450"/>
                </a:moveTo>
                <a:lnTo>
                  <a:pt x="1704" y="16450"/>
                </a:lnTo>
                <a:lnTo>
                  <a:pt x="1704" y="16524"/>
                </a:lnTo>
                <a:lnTo>
                  <a:pt x="1668" y="16524"/>
                </a:lnTo>
              </a:path>
              <a:path w="21600" h="21600">
                <a:moveTo>
                  <a:pt x="16737" y="16437"/>
                </a:moveTo>
                <a:lnTo>
                  <a:pt x="16757" y="16437"/>
                </a:lnTo>
                <a:lnTo>
                  <a:pt x="16757" y="16479"/>
                </a:lnTo>
                <a:lnTo>
                  <a:pt x="16737" y="16479"/>
                </a:lnTo>
              </a:path>
              <a:path w="21600" h="21600">
                <a:moveTo>
                  <a:pt x="14031" y="16437"/>
                </a:moveTo>
                <a:lnTo>
                  <a:pt x="14052" y="16437"/>
                </a:lnTo>
                <a:lnTo>
                  <a:pt x="14052" y="16479"/>
                </a:lnTo>
                <a:lnTo>
                  <a:pt x="14031" y="16479"/>
                </a:lnTo>
              </a:path>
              <a:path w="21600" h="21600">
                <a:moveTo>
                  <a:pt x="11318" y="16437"/>
                </a:moveTo>
                <a:lnTo>
                  <a:pt x="11338" y="16437"/>
                </a:lnTo>
                <a:lnTo>
                  <a:pt x="11338" y="16479"/>
                </a:lnTo>
                <a:lnTo>
                  <a:pt x="11318" y="16479"/>
                </a:lnTo>
              </a:path>
              <a:path w="21600" h="21600">
                <a:moveTo>
                  <a:pt x="10260" y="16437"/>
                </a:moveTo>
                <a:lnTo>
                  <a:pt x="10281" y="16437"/>
                </a:lnTo>
                <a:lnTo>
                  <a:pt x="10281" y="16479"/>
                </a:lnTo>
                <a:lnTo>
                  <a:pt x="10260" y="16479"/>
                </a:lnTo>
              </a:path>
              <a:path w="21600" h="21600">
                <a:moveTo>
                  <a:pt x="7547" y="16437"/>
                </a:moveTo>
                <a:lnTo>
                  <a:pt x="7567" y="16437"/>
                </a:lnTo>
                <a:lnTo>
                  <a:pt x="7567" y="16479"/>
                </a:lnTo>
                <a:lnTo>
                  <a:pt x="7547" y="16479"/>
                </a:lnTo>
              </a:path>
              <a:path w="21600" h="21600">
                <a:moveTo>
                  <a:pt x="4842" y="16437"/>
                </a:moveTo>
                <a:lnTo>
                  <a:pt x="4862" y="16437"/>
                </a:lnTo>
                <a:lnTo>
                  <a:pt x="4862" y="16479"/>
                </a:lnTo>
                <a:lnTo>
                  <a:pt x="4842" y="16479"/>
                </a:lnTo>
              </a:path>
              <a:path w="21600" h="21600">
                <a:moveTo>
                  <a:pt x="2128" y="16437"/>
                </a:moveTo>
                <a:lnTo>
                  <a:pt x="2149" y="16437"/>
                </a:lnTo>
                <a:lnTo>
                  <a:pt x="2149" y="16479"/>
                </a:lnTo>
                <a:lnTo>
                  <a:pt x="2128" y="16479"/>
                </a:lnTo>
              </a:path>
              <a:path w="21600" h="21600">
                <a:moveTo>
                  <a:pt x="19595" y="16434"/>
                </a:moveTo>
                <a:lnTo>
                  <a:pt x="19628" y="16434"/>
                </a:lnTo>
                <a:lnTo>
                  <a:pt x="19628" y="16501"/>
                </a:lnTo>
                <a:lnTo>
                  <a:pt x="19595" y="16501"/>
                </a:lnTo>
              </a:path>
              <a:path w="21600" h="21600">
                <a:moveTo>
                  <a:pt x="16882" y="16434"/>
                </a:moveTo>
                <a:lnTo>
                  <a:pt x="16915" y="16434"/>
                </a:lnTo>
                <a:lnTo>
                  <a:pt x="16915" y="16501"/>
                </a:lnTo>
                <a:lnTo>
                  <a:pt x="16882" y="16501"/>
                </a:lnTo>
              </a:path>
              <a:path w="21600" h="21600">
                <a:moveTo>
                  <a:pt x="7390" y="16434"/>
                </a:moveTo>
                <a:lnTo>
                  <a:pt x="7423" y="16434"/>
                </a:lnTo>
                <a:lnTo>
                  <a:pt x="7423" y="16501"/>
                </a:lnTo>
                <a:lnTo>
                  <a:pt x="7390" y="16501"/>
                </a:lnTo>
              </a:path>
              <a:path w="21600" h="21600">
                <a:moveTo>
                  <a:pt x="4684" y="16434"/>
                </a:moveTo>
                <a:lnTo>
                  <a:pt x="4717" y="16434"/>
                </a:lnTo>
                <a:lnTo>
                  <a:pt x="4717" y="16501"/>
                </a:lnTo>
                <a:lnTo>
                  <a:pt x="4684" y="16501"/>
                </a:lnTo>
              </a:path>
              <a:path w="21600" h="21600">
                <a:moveTo>
                  <a:pt x="1971" y="16434"/>
                </a:moveTo>
                <a:lnTo>
                  <a:pt x="2004" y="16434"/>
                </a:lnTo>
                <a:lnTo>
                  <a:pt x="2004" y="16501"/>
                </a:lnTo>
                <a:lnTo>
                  <a:pt x="1971" y="16501"/>
                </a:lnTo>
              </a:path>
              <a:path w="21600" h="21600">
                <a:moveTo>
                  <a:pt x="5734" y="16425"/>
                </a:moveTo>
                <a:lnTo>
                  <a:pt x="5758" y="16425"/>
                </a:lnTo>
                <a:lnTo>
                  <a:pt x="5758" y="16474"/>
                </a:lnTo>
                <a:lnTo>
                  <a:pt x="5734" y="16474"/>
                </a:lnTo>
              </a:path>
              <a:path w="21600" h="21600">
                <a:moveTo>
                  <a:pt x="15385" y="16376"/>
                </a:moveTo>
                <a:lnTo>
                  <a:pt x="15416" y="16376"/>
                </a:lnTo>
                <a:lnTo>
                  <a:pt x="15416" y="16439"/>
                </a:lnTo>
                <a:lnTo>
                  <a:pt x="15385" y="16439"/>
                </a:lnTo>
              </a:path>
              <a:path w="21600" h="21600">
                <a:moveTo>
                  <a:pt x="12363" y="16359"/>
                </a:moveTo>
                <a:lnTo>
                  <a:pt x="12407" y="16359"/>
                </a:lnTo>
                <a:lnTo>
                  <a:pt x="12407" y="16447"/>
                </a:lnTo>
                <a:lnTo>
                  <a:pt x="12363" y="16447"/>
                </a:lnTo>
              </a:path>
              <a:path w="21600" h="21600">
                <a:moveTo>
                  <a:pt x="9192" y="16359"/>
                </a:moveTo>
                <a:lnTo>
                  <a:pt x="9235" y="16359"/>
                </a:lnTo>
                <a:lnTo>
                  <a:pt x="9235" y="16447"/>
                </a:lnTo>
                <a:lnTo>
                  <a:pt x="9192" y="16447"/>
                </a:lnTo>
              </a:path>
              <a:path w="21600" h="21600">
                <a:moveTo>
                  <a:pt x="12676" y="16358"/>
                </a:moveTo>
                <a:lnTo>
                  <a:pt x="12698" y="16358"/>
                </a:lnTo>
                <a:lnTo>
                  <a:pt x="12698" y="16403"/>
                </a:lnTo>
                <a:lnTo>
                  <a:pt x="12676" y="16403"/>
                </a:lnTo>
              </a:path>
              <a:path w="21600" h="21600">
                <a:moveTo>
                  <a:pt x="8901" y="16358"/>
                </a:moveTo>
                <a:lnTo>
                  <a:pt x="8923" y="16358"/>
                </a:lnTo>
                <a:lnTo>
                  <a:pt x="8923" y="16403"/>
                </a:lnTo>
                <a:lnTo>
                  <a:pt x="8901" y="16403"/>
                </a:lnTo>
              </a:path>
              <a:path w="21600" h="21600">
                <a:moveTo>
                  <a:pt x="3482" y="16358"/>
                </a:moveTo>
                <a:lnTo>
                  <a:pt x="3504" y="16358"/>
                </a:lnTo>
                <a:lnTo>
                  <a:pt x="3504" y="16403"/>
                </a:lnTo>
                <a:lnTo>
                  <a:pt x="3482" y="16403"/>
                </a:lnTo>
              </a:path>
              <a:path w="21600" h="21600">
                <a:moveTo>
                  <a:pt x="11458" y="16357"/>
                </a:moveTo>
                <a:lnTo>
                  <a:pt x="11500" y="16357"/>
                </a:lnTo>
                <a:lnTo>
                  <a:pt x="11500" y="16442"/>
                </a:lnTo>
                <a:lnTo>
                  <a:pt x="11458" y="16442"/>
                </a:lnTo>
              </a:path>
              <a:path w="21600" h="21600">
                <a:moveTo>
                  <a:pt x="20500" y="16353"/>
                </a:moveTo>
                <a:lnTo>
                  <a:pt x="20535" y="16353"/>
                </a:lnTo>
                <a:lnTo>
                  <a:pt x="20535" y="16424"/>
                </a:lnTo>
                <a:lnTo>
                  <a:pt x="20500" y="16424"/>
                </a:lnTo>
              </a:path>
              <a:path w="21600" h="21600">
                <a:moveTo>
                  <a:pt x="15081" y="16353"/>
                </a:moveTo>
                <a:lnTo>
                  <a:pt x="15115" y="16353"/>
                </a:lnTo>
                <a:lnTo>
                  <a:pt x="15115" y="16424"/>
                </a:lnTo>
                <a:lnTo>
                  <a:pt x="15081" y="16424"/>
                </a:lnTo>
              </a:path>
              <a:path w="21600" h="21600">
                <a:moveTo>
                  <a:pt x="6483" y="16353"/>
                </a:moveTo>
                <a:lnTo>
                  <a:pt x="6518" y="16353"/>
                </a:lnTo>
                <a:lnTo>
                  <a:pt x="6518" y="16424"/>
                </a:lnTo>
                <a:lnTo>
                  <a:pt x="6483" y="16424"/>
                </a:lnTo>
              </a:path>
              <a:path w="21600" h="21600">
                <a:moveTo>
                  <a:pt x="10858" y="16339"/>
                </a:moveTo>
                <a:lnTo>
                  <a:pt x="10892" y="16339"/>
                </a:lnTo>
                <a:lnTo>
                  <a:pt x="10892" y="16409"/>
                </a:lnTo>
                <a:lnTo>
                  <a:pt x="10858" y="16409"/>
                </a:lnTo>
              </a:path>
              <a:path w="21600" h="21600">
                <a:moveTo>
                  <a:pt x="2720" y="16339"/>
                </a:moveTo>
                <a:lnTo>
                  <a:pt x="2765" y="16339"/>
                </a:lnTo>
                <a:lnTo>
                  <a:pt x="2765" y="16431"/>
                </a:lnTo>
                <a:lnTo>
                  <a:pt x="2720" y="16431"/>
                </a:lnTo>
              </a:path>
              <a:path w="21600" h="21600">
                <a:moveTo>
                  <a:pt x="10108" y="16273"/>
                </a:moveTo>
                <a:lnTo>
                  <a:pt x="10131" y="16273"/>
                </a:lnTo>
                <a:lnTo>
                  <a:pt x="10131" y="16322"/>
                </a:lnTo>
                <a:lnTo>
                  <a:pt x="10108" y="16322"/>
                </a:lnTo>
              </a:path>
              <a:path w="21600" h="21600">
                <a:moveTo>
                  <a:pt x="4386" y="16255"/>
                </a:moveTo>
                <a:lnTo>
                  <a:pt x="4412" y="16255"/>
                </a:lnTo>
                <a:lnTo>
                  <a:pt x="4412" y="16308"/>
                </a:lnTo>
                <a:lnTo>
                  <a:pt x="4386" y="16308"/>
                </a:lnTo>
              </a:path>
              <a:path w="21600" h="21600">
                <a:moveTo>
                  <a:pt x="21257" y="16219"/>
                </a:moveTo>
                <a:lnTo>
                  <a:pt x="21288" y="16219"/>
                </a:lnTo>
                <a:lnTo>
                  <a:pt x="21288" y="16282"/>
                </a:lnTo>
                <a:lnTo>
                  <a:pt x="21257" y="16282"/>
                </a:lnTo>
              </a:path>
              <a:path w="21600" h="21600">
                <a:moveTo>
                  <a:pt x="18544" y="16219"/>
                </a:moveTo>
                <a:lnTo>
                  <a:pt x="18574" y="16219"/>
                </a:lnTo>
                <a:lnTo>
                  <a:pt x="18574" y="16282"/>
                </a:lnTo>
                <a:lnTo>
                  <a:pt x="18544" y="16282"/>
                </a:lnTo>
              </a:path>
              <a:path w="21600" h="21600">
                <a:moveTo>
                  <a:pt x="15838" y="16219"/>
                </a:moveTo>
                <a:lnTo>
                  <a:pt x="15869" y="16219"/>
                </a:lnTo>
                <a:lnTo>
                  <a:pt x="15869" y="16282"/>
                </a:lnTo>
                <a:lnTo>
                  <a:pt x="15838" y="16282"/>
                </a:lnTo>
              </a:path>
              <a:path w="21600" h="21600">
                <a:moveTo>
                  <a:pt x="13124" y="16219"/>
                </a:moveTo>
                <a:lnTo>
                  <a:pt x="13155" y="16219"/>
                </a:lnTo>
                <a:lnTo>
                  <a:pt x="13155" y="16282"/>
                </a:lnTo>
                <a:lnTo>
                  <a:pt x="13124" y="16282"/>
                </a:lnTo>
              </a:path>
              <a:path w="21600" h="21600">
                <a:moveTo>
                  <a:pt x="8443" y="16219"/>
                </a:moveTo>
                <a:lnTo>
                  <a:pt x="8474" y="16219"/>
                </a:lnTo>
                <a:lnTo>
                  <a:pt x="8474" y="16282"/>
                </a:lnTo>
                <a:lnTo>
                  <a:pt x="8443" y="16282"/>
                </a:lnTo>
              </a:path>
              <a:path w="21600" h="21600">
                <a:moveTo>
                  <a:pt x="3024" y="16219"/>
                </a:moveTo>
                <a:lnTo>
                  <a:pt x="3055" y="16219"/>
                </a:lnTo>
                <a:lnTo>
                  <a:pt x="3055" y="16282"/>
                </a:lnTo>
                <a:lnTo>
                  <a:pt x="3024" y="16282"/>
                </a:lnTo>
              </a:path>
              <a:path w="21600" h="21600">
                <a:moveTo>
                  <a:pt x="311" y="16219"/>
                </a:moveTo>
                <a:lnTo>
                  <a:pt x="342" y="16219"/>
                </a:lnTo>
                <a:lnTo>
                  <a:pt x="342" y="16282"/>
                </a:lnTo>
                <a:lnTo>
                  <a:pt x="311" y="16282"/>
                </a:lnTo>
              </a:path>
              <a:path w="21600" h="21600">
                <a:moveTo>
                  <a:pt x="20655" y="16218"/>
                </a:moveTo>
                <a:lnTo>
                  <a:pt x="20681" y="16218"/>
                </a:lnTo>
                <a:lnTo>
                  <a:pt x="20681" y="16271"/>
                </a:lnTo>
                <a:lnTo>
                  <a:pt x="20655" y="16271"/>
                </a:lnTo>
              </a:path>
              <a:path w="21600" h="21600">
                <a:moveTo>
                  <a:pt x="19146" y="16218"/>
                </a:moveTo>
                <a:lnTo>
                  <a:pt x="19171" y="16218"/>
                </a:lnTo>
                <a:lnTo>
                  <a:pt x="19171" y="16271"/>
                </a:lnTo>
                <a:lnTo>
                  <a:pt x="19146" y="16271"/>
                </a:lnTo>
              </a:path>
              <a:path w="21600" h="21600">
                <a:moveTo>
                  <a:pt x="18697" y="16218"/>
                </a:moveTo>
                <a:lnTo>
                  <a:pt x="18723" y="16218"/>
                </a:lnTo>
                <a:lnTo>
                  <a:pt x="18723" y="16271"/>
                </a:lnTo>
                <a:lnTo>
                  <a:pt x="18697" y="16271"/>
                </a:lnTo>
              </a:path>
              <a:path w="21600" h="21600">
                <a:moveTo>
                  <a:pt x="18395" y="16218"/>
                </a:moveTo>
                <a:lnTo>
                  <a:pt x="18421" y="16218"/>
                </a:lnTo>
                <a:lnTo>
                  <a:pt x="18421" y="16271"/>
                </a:lnTo>
                <a:lnTo>
                  <a:pt x="18395" y="16271"/>
                </a:lnTo>
              </a:path>
              <a:path w="21600" h="21600">
                <a:moveTo>
                  <a:pt x="17942" y="16218"/>
                </a:moveTo>
                <a:lnTo>
                  <a:pt x="17968" y="16218"/>
                </a:lnTo>
                <a:lnTo>
                  <a:pt x="17968" y="16271"/>
                </a:lnTo>
                <a:lnTo>
                  <a:pt x="17942" y="16271"/>
                </a:lnTo>
              </a:path>
              <a:path w="21600" h="21600">
                <a:moveTo>
                  <a:pt x="16432" y="16218"/>
                </a:moveTo>
                <a:lnTo>
                  <a:pt x="16458" y="16218"/>
                </a:lnTo>
                <a:lnTo>
                  <a:pt x="16458" y="16271"/>
                </a:lnTo>
                <a:lnTo>
                  <a:pt x="16432" y="16271"/>
                </a:lnTo>
              </a:path>
              <a:path w="21600" h="21600">
                <a:moveTo>
                  <a:pt x="15991" y="16218"/>
                </a:moveTo>
                <a:lnTo>
                  <a:pt x="16017" y="16218"/>
                </a:lnTo>
                <a:lnTo>
                  <a:pt x="16017" y="16271"/>
                </a:lnTo>
                <a:lnTo>
                  <a:pt x="15991" y="16271"/>
                </a:lnTo>
              </a:path>
              <a:path w="21600" h="21600">
                <a:moveTo>
                  <a:pt x="15689" y="16218"/>
                </a:moveTo>
                <a:lnTo>
                  <a:pt x="15715" y="16218"/>
                </a:lnTo>
                <a:lnTo>
                  <a:pt x="15715" y="16271"/>
                </a:lnTo>
                <a:lnTo>
                  <a:pt x="15689" y="16271"/>
                </a:lnTo>
              </a:path>
              <a:path w="21600" h="21600">
                <a:moveTo>
                  <a:pt x="15236" y="16218"/>
                </a:moveTo>
                <a:lnTo>
                  <a:pt x="15262" y="16218"/>
                </a:lnTo>
                <a:lnTo>
                  <a:pt x="15262" y="16271"/>
                </a:lnTo>
                <a:lnTo>
                  <a:pt x="15236" y="16271"/>
                </a:lnTo>
              </a:path>
              <a:path w="21600" h="21600">
                <a:moveTo>
                  <a:pt x="13727" y="16218"/>
                </a:moveTo>
                <a:lnTo>
                  <a:pt x="13752" y="16218"/>
                </a:lnTo>
                <a:lnTo>
                  <a:pt x="13752" y="16271"/>
                </a:lnTo>
                <a:lnTo>
                  <a:pt x="13727" y="16271"/>
                </a:lnTo>
              </a:path>
              <a:path w="21600" h="21600">
                <a:moveTo>
                  <a:pt x="13278" y="16218"/>
                </a:moveTo>
                <a:lnTo>
                  <a:pt x="13304" y="16218"/>
                </a:lnTo>
                <a:lnTo>
                  <a:pt x="13304" y="16271"/>
                </a:lnTo>
                <a:lnTo>
                  <a:pt x="13278" y="16271"/>
                </a:lnTo>
              </a:path>
              <a:path w="21600" h="21600">
                <a:moveTo>
                  <a:pt x="12976" y="16218"/>
                </a:moveTo>
                <a:lnTo>
                  <a:pt x="13002" y="16218"/>
                </a:lnTo>
                <a:lnTo>
                  <a:pt x="13002" y="16271"/>
                </a:lnTo>
                <a:lnTo>
                  <a:pt x="12976" y="16271"/>
                </a:lnTo>
              </a:path>
              <a:path w="21600" h="21600">
                <a:moveTo>
                  <a:pt x="12523" y="16218"/>
                </a:moveTo>
                <a:lnTo>
                  <a:pt x="12549" y="16218"/>
                </a:lnTo>
                <a:lnTo>
                  <a:pt x="12549" y="16271"/>
                </a:lnTo>
                <a:lnTo>
                  <a:pt x="12523" y="16271"/>
                </a:lnTo>
              </a:path>
              <a:path w="21600" h="21600">
                <a:moveTo>
                  <a:pt x="11013" y="16218"/>
                </a:moveTo>
                <a:lnTo>
                  <a:pt x="11039" y="16218"/>
                </a:lnTo>
                <a:lnTo>
                  <a:pt x="11039" y="16271"/>
                </a:lnTo>
                <a:lnTo>
                  <a:pt x="11013" y="16271"/>
                </a:lnTo>
              </a:path>
              <a:path w="21600" h="21600">
                <a:moveTo>
                  <a:pt x="9050" y="16218"/>
                </a:moveTo>
                <a:lnTo>
                  <a:pt x="9076" y="16218"/>
                </a:lnTo>
                <a:lnTo>
                  <a:pt x="9076" y="16271"/>
                </a:lnTo>
                <a:lnTo>
                  <a:pt x="9050" y="16271"/>
                </a:lnTo>
              </a:path>
              <a:path w="21600" h="21600">
                <a:moveTo>
                  <a:pt x="8597" y="16218"/>
                </a:moveTo>
                <a:lnTo>
                  <a:pt x="8622" y="16218"/>
                </a:lnTo>
                <a:lnTo>
                  <a:pt x="8622" y="16271"/>
                </a:lnTo>
                <a:lnTo>
                  <a:pt x="8597" y="16271"/>
                </a:lnTo>
              </a:path>
              <a:path w="21600" h="21600">
                <a:moveTo>
                  <a:pt x="8295" y="16218"/>
                </a:moveTo>
                <a:lnTo>
                  <a:pt x="8321" y="16218"/>
                </a:lnTo>
                <a:lnTo>
                  <a:pt x="8321" y="16271"/>
                </a:lnTo>
                <a:lnTo>
                  <a:pt x="8295" y="16271"/>
                </a:lnTo>
              </a:path>
              <a:path w="21600" h="21600">
                <a:moveTo>
                  <a:pt x="7846" y="16218"/>
                </a:moveTo>
                <a:lnTo>
                  <a:pt x="7872" y="16218"/>
                </a:lnTo>
                <a:lnTo>
                  <a:pt x="7872" y="16271"/>
                </a:lnTo>
                <a:lnTo>
                  <a:pt x="7846" y="16271"/>
                </a:lnTo>
              </a:path>
              <a:path w="21600" h="21600">
                <a:moveTo>
                  <a:pt x="6337" y="16218"/>
                </a:moveTo>
                <a:lnTo>
                  <a:pt x="6362" y="16218"/>
                </a:lnTo>
                <a:lnTo>
                  <a:pt x="6362" y="16271"/>
                </a:lnTo>
                <a:lnTo>
                  <a:pt x="6337" y="16271"/>
                </a:lnTo>
              </a:path>
              <a:path w="21600" h="21600">
                <a:moveTo>
                  <a:pt x="5884" y="16218"/>
                </a:moveTo>
                <a:lnTo>
                  <a:pt x="5909" y="16218"/>
                </a:lnTo>
                <a:lnTo>
                  <a:pt x="5909" y="16271"/>
                </a:lnTo>
                <a:lnTo>
                  <a:pt x="5884" y="16271"/>
                </a:lnTo>
              </a:path>
              <a:path w="21600" h="21600">
                <a:moveTo>
                  <a:pt x="5582" y="16218"/>
                </a:moveTo>
                <a:lnTo>
                  <a:pt x="5607" y="16218"/>
                </a:lnTo>
                <a:lnTo>
                  <a:pt x="5607" y="16271"/>
                </a:lnTo>
                <a:lnTo>
                  <a:pt x="5582" y="16271"/>
                </a:lnTo>
              </a:path>
              <a:path w="21600" h="21600">
                <a:moveTo>
                  <a:pt x="5141" y="16218"/>
                </a:moveTo>
                <a:lnTo>
                  <a:pt x="5167" y="16218"/>
                </a:lnTo>
                <a:lnTo>
                  <a:pt x="5167" y="16271"/>
                </a:lnTo>
                <a:lnTo>
                  <a:pt x="5141" y="16271"/>
                </a:lnTo>
              </a:path>
              <a:path w="21600" h="21600">
                <a:moveTo>
                  <a:pt x="2428" y="16218"/>
                </a:moveTo>
                <a:lnTo>
                  <a:pt x="2453" y="16218"/>
                </a:lnTo>
                <a:lnTo>
                  <a:pt x="2453" y="16271"/>
                </a:lnTo>
                <a:lnTo>
                  <a:pt x="2428" y="16271"/>
                </a:lnTo>
              </a:path>
              <a:path w="21600" h="21600">
                <a:moveTo>
                  <a:pt x="918" y="16218"/>
                </a:moveTo>
                <a:lnTo>
                  <a:pt x="944" y="16218"/>
                </a:lnTo>
                <a:lnTo>
                  <a:pt x="944" y="16271"/>
                </a:lnTo>
                <a:lnTo>
                  <a:pt x="918" y="16271"/>
                </a:lnTo>
              </a:path>
              <a:path w="21600" h="21600">
                <a:moveTo>
                  <a:pt x="465" y="16218"/>
                </a:moveTo>
                <a:lnTo>
                  <a:pt x="491" y="16218"/>
                </a:lnTo>
                <a:lnTo>
                  <a:pt x="491" y="16271"/>
                </a:lnTo>
                <a:lnTo>
                  <a:pt x="465" y="16271"/>
                </a:lnTo>
              </a:path>
              <a:path w="21600" h="21600">
                <a:moveTo>
                  <a:pt x="163" y="16218"/>
                </a:moveTo>
                <a:lnTo>
                  <a:pt x="189" y="16218"/>
                </a:lnTo>
                <a:lnTo>
                  <a:pt x="189" y="16271"/>
                </a:lnTo>
                <a:lnTo>
                  <a:pt x="163" y="16271"/>
                </a:lnTo>
              </a:path>
              <a:path w="21600" h="21600">
                <a:moveTo>
                  <a:pt x="1063" y="16213"/>
                </a:moveTo>
                <a:lnTo>
                  <a:pt x="1101" y="16213"/>
                </a:lnTo>
                <a:lnTo>
                  <a:pt x="1101" y="16291"/>
                </a:lnTo>
                <a:lnTo>
                  <a:pt x="1063" y="16291"/>
                </a:lnTo>
              </a:path>
              <a:path w="21600" h="21600">
                <a:moveTo>
                  <a:pt x="2874" y="16209"/>
                </a:moveTo>
                <a:lnTo>
                  <a:pt x="2904" y="16209"/>
                </a:lnTo>
                <a:lnTo>
                  <a:pt x="2904" y="16272"/>
                </a:lnTo>
                <a:lnTo>
                  <a:pt x="2874" y="16272"/>
                </a:lnTo>
              </a:path>
              <a:path w="21600" h="21600">
                <a:moveTo>
                  <a:pt x="766" y="16198"/>
                </a:moveTo>
                <a:lnTo>
                  <a:pt x="793" y="16198"/>
                </a:lnTo>
                <a:lnTo>
                  <a:pt x="793" y="16255"/>
                </a:lnTo>
                <a:lnTo>
                  <a:pt x="766" y="16255"/>
                </a:lnTo>
              </a:path>
              <a:path w="21600" h="21600">
                <a:moveTo>
                  <a:pt x="20202" y="16196"/>
                </a:moveTo>
                <a:lnTo>
                  <a:pt x="20229" y="16196"/>
                </a:lnTo>
                <a:lnTo>
                  <a:pt x="20229" y="16252"/>
                </a:lnTo>
                <a:lnTo>
                  <a:pt x="20202" y="16252"/>
                </a:lnTo>
              </a:path>
              <a:path w="21600" h="21600">
                <a:moveTo>
                  <a:pt x="14783" y="16196"/>
                </a:moveTo>
                <a:lnTo>
                  <a:pt x="14810" y="16196"/>
                </a:lnTo>
                <a:lnTo>
                  <a:pt x="14810" y="16252"/>
                </a:lnTo>
                <a:lnTo>
                  <a:pt x="14783" y="16252"/>
                </a:lnTo>
              </a:path>
              <a:path w="21600" h="21600">
                <a:moveTo>
                  <a:pt x="9502" y="16196"/>
                </a:moveTo>
                <a:lnTo>
                  <a:pt x="9529" y="16196"/>
                </a:lnTo>
                <a:lnTo>
                  <a:pt x="9529" y="16252"/>
                </a:lnTo>
                <a:lnTo>
                  <a:pt x="9502" y="16252"/>
                </a:lnTo>
              </a:path>
              <a:path w="21600" h="21600">
                <a:moveTo>
                  <a:pt x="6789" y="16196"/>
                </a:moveTo>
                <a:lnTo>
                  <a:pt x="6816" y="16196"/>
                </a:lnTo>
                <a:lnTo>
                  <a:pt x="6816" y="16252"/>
                </a:lnTo>
                <a:lnTo>
                  <a:pt x="6789" y="16252"/>
                </a:lnTo>
              </a:path>
              <a:path w="21600" h="21600">
                <a:moveTo>
                  <a:pt x="4083" y="16196"/>
                </a:moveTo>
                <a:lnTo>
                  <a:pt x="4111" y="16196"/>
                </a:lnTo>
                <a:lnTo>
                  <a:pt x="4111" y="16252"/>
                </a:lnTo>
                <a:lnTo>
                  <a:pt x="4083" y="16252"/>
                </a:lnTo>
              </a:path>
              <a:path w="21600" h="21600">
                <a:moveTo>
                  <a:pt x="19295" y="16194"/>
                </a:moveTo>
                <a:lnTo>
                  <a:pt x="19324" y="16194"/>
                </a:lnTo>
                <a:lnTo>
                  <a:pt x="19324" y="16254"/>
                </a:lnTo>
                <a:lnTo>
                  <a:pt x="19295" y="16254"/>
                </a:lnTo>
              </a:path>
              <a:path w="21600" h="21600">
                <a:moveTo>
                  <a:pt x="13876" y="16194"/>
                </a:moveTo>
                <a:lnTo>
                  <a:pt x="13905" y="16194"/>
                </a:lnTo>
                <a:lnTo>
                  <a:pt x="13905" y="16254"/>
                </a:lnTo>
                <a:lnTo>
                  <a:pt x="13876" y="16254"/>
                </a:lnTo>
              </a:path>
              <a:path w="21600" h="21600">
                <a:moveTo>
                  <a:pt x="7694" y="16194"/>
                </a:moveTo>
                <a:lnTo>
                  <a:pt x="7723" y="16194"/>
                </a:lnTo>
                <a:lnTo>
                  <a:pt x="7723" y="16254"/>
                </a:lnTo>
                <a:lnTo>
                  <a:pt x="7694" y="16254"/>
                </a:lnTo>
              </a:path>
              <a:path w="21600" h="21600">
                <a:moveTo>
                  <a:pt x="2275" y="16194"/>
                </a:moveTo>
                <a:lnTo>
                  <a:pt x="2304" y="16194"/>
                </a:lnTo>
                <a:lnTo>
                  <a:pt x="2304" y="16254"/>
                </a:lnTo>
                <a:lnTo>
                  <a:pt x="2275" y="16254"/>
                </a:lnTo>
              </a:path>
              <a:path w="21600" h="21600">
                <a:moveTo>
                  <a:pt x="20801" y="16192"/>
                </a:moveTo>
                <a:lnTo>
                  <a:pt x="20837" y="16192"/>
                </a:lnTo>
                <a:lnTo>
                  <a:pt x="20837" y="16266"/>
                </a:lnTo>
                <a:lnTo>
                  <a:pt x="20801" y="16266"/>
                </a:lnTo>
              </a:path>
              <a:path w="21600" h="21600">
                <a:moveTo>
                  <a:pt x="11763" y="16178"/>
                </a:moveTo>
                <a:lnTo>
                  <a:pt x="11799" y="16178"/>
                </a:lnTo>
                <a:lnTo>
                  <a:pt x="11799" y="16252"/>
                </a:lnTo>
                <a:lnTo>
                  <a:pt x="11763" y="16252"/>
                </a:lnTo>
              </a:path>
              <a:path w="21600" h="21600">
                <a:moveTo>
                  <a:pt x="9799" y="16178"/>
                </a:moveTo>
                <a:lnTo>
                  <a:pt x="9836" y="16178"/>
                </a:lnTo>
                <a:lnTo>
                  <a:pt x="9836" y="16252"/>
                </a:lnTo>
                <a:lnTo>
                  <a:pt x="9799" y="16252"/>
                </a:lnTo>
              </a:path>
              <a:path w="21600" h="21600">
                <a:moveTo>
                  <a:pt x="17782" y="16157"/>
                </a:moveTo>
                <a:lnTo>
                  <a:pt x="17826" y="16157"/>
                </a:lnTo>
                <a:lnTo>
                  <a:pt x="17826" y="16245"/>
                </a:lnTo>
                <a:lnTo>
                  <a:pt x="17782" y="16245"/>
                </a:lnTo>
              </a:path>
              <a:path w="21600" h="21600">
                <a:moveTo>
                  <a:pt x="3773" y="16157"/>
                </a:moveTo>
                <a:lnTo>
                  <a:pt x="3817" y="16157"/>
                </a:lnTo>
                <a:lnTo>
                  <a:pt x="3817" y="16245"/>
                </a:lnTo>
                <a:lnTo>
                  <a:pt x="3773" y="16245"/>
                </a:lnTo>
              </a:path>
              <a:path w="21600" h="21600">
                <a:moveTo>
                  <a:pt x="10691" y="16130"/>
                </a:moveTo>
                <a:lnTo>
                  <a:pt x="10755" y="16130"/>
                </a:lnTo>
                <a:lnTo>
                  <a:pt x="10755" y="16261"/>
                </a:lnTo>
                <a:lnTo>
                  <a:pt x="10691" y="16261"/>
                </a:lnTo>
              </a:path>
              <a:path w="21600" h="21600">
                <a:moveTo>
                  <a:pt x="19596" y="16129"/>
                </a:moveTo>
                <a:lnTo>
                  <a:pt x="19627" y="16129"/>
                </a:lnTo>
                <a:lnTo>
                  <a:pt x="19627" y="16192"/>
                </a:lnTo>
                <a:lnTo>
                  <a:pt x="19596" y="16192"/>
                </a:lnTo>
              </a:path>
              <a:path w="21600" h="21600">
                <a:moveTo>
                  <a:pt x="16883" y="16129"/>
                </a:moveTo>
                <a:lnTo>
                  <a:pt x="16914" y="16129"/>
                </a:lnTo>
                <a:lnTo>
                  <a:pt x="16914" y="16192"/>
                </a:lnTo>
                <a:lnTo>
                  <a:pt x="16883" y="16192"/>
                </a:lnTo>
              </a:path>
              <a:path w="21600" h="21600">
                <a:moveTo>
                  <a:pt x="7391" y="16129"/>
                </a:moveTo>
                <a:lnTo>
                  <a:pt x="7422" y="16129"/>
                </a:lnTo>
                <a:lnTo>
                  <a:pt x="7422" y="16192"/>
                </a:lnTo>
                <a:lnTo>
                  <a:pt x="7391" y="16192"/>
                </a:lnTo>
              </a:path>
              <a:path w="21600" h="21600">
                <a:moveTo>
                  <a:pt x="4685" y="16129"/>
                </a:moveTo>
                <a:lnTo>
                  <a:pt x="4716" y="16129"/>
                </a:lnTo>
                <a:lnTo>
                  <a:pt x="4716" y="16192"/>
                </a:lnTo>
                <a:lnTo>
                  <a:pt x="4685" y="16192"/>
                </a:lnTo>
              </a:path>
              <a:path w="21600" h="21600">
                <a:moveTo>
                  <a:pt x="1972" y="16129"/>
                </a:moveTo>
                <a:lnTo>
                  <a:pt x="2003" y="16129"/>
                </a:lnTo>
                <a:lnTo>
                  <a:pt x="2003" y="16192"/>
                </a:lnTo>
                <a:lnTo>
                  <a:pt x="1972" y="16192"/>
                </a:lnTo>
              </a:path>
              <a:path w="21600" h="21600">
                <a:moveTo>
                  <a:pt x="14474" y="16125"/>
                </a:moveTo>
                <a:lnTo>
                  <a:pt x="14515" y="16125"/>
                </a:lnTo>
                <a:lnTo>
                  <a:pt x="14515" y="16210"/>
                </a:lnTo>
                <a:lnTo>
                  <a:pt x="14474" y="16210"/>
                </a:lnTo>
              </a:path>
              <a:path w="21600" h="21600">
                <a:moveTo>
                  <a:pt x="7084" y="16125"/>
                </a:moveTo>
                <a:lnTo>
                  <a:pt x="7125" y="16125"/>
                </a:lnTo>
                <a:lnTo>
                  <a:pt x="7125" y="16210"/>
                </a:lnTo>
                <a:lnTo>
                  <a:pt x="7084" y="16210"/>
                </a:lnTo>
              </a:path>
              <a:path w="21600" h="21600">
                <a:moveTo>
                  <a:pt x="5735" y="16124"/>
                </a:moveTo>
                <a:lnTo>
                  <a:pt x="5757" y="16124"/>
                </a:lnTo>
                <a:lnTo>
                  <a:pt x="5757" y="16170"/>
                </a:lnTo>
                <a:lnTo>
                  <a:pt x="5735" y="16170"/>
                </a:lnTo>
              </a:path>
              <a:path w="21600" h="21600">
                <a:moveTo>
                  <a:pt x="12677" y="16123"/>
                </a:moveTo>
                <a:lnTo>
                  <a:pt x="12697" y="16123"/>
                </a:lnTo>
                <a:lnTo>
                  <a:pt x="12697" y="16165"/>
                </a:lnTo>
                <a:lnTo>
                  <a:pt x="12677" y="16165"/>
                </a:lnTo>
              </a:path>
              <a:path w="21600" h="21600">
                <a:moveTo>
                  <a:pt x="8901" y="16123"/>
                </a:moveTo>
                <a:lnTo>
                  <a:pt x="8922" y="16123"/>
                </a:lnTo>
                <a:lnTo>
                  <a:pt x="8922" y="16165"/>
                </a:lnTo>
                <a:lnTo>
                  <a:pt x="8901" y="16165"/>
                </a:lnTo>
              </a:path>
              <a:path w="21600" h="21600">
                <a:moveTo>
                  <a:pt x="3483" y="16123"/>
                </a:moveTo>
                <a:lnTo>
                  <a:pt x="3503" y="16123"/>
                </a:lnTo>
                <a:lnTo>
                  <a:pt x="3503" y="16165"/>
                </a:lnTo>
                <a:lnTo>
                  <a:pt x="3483" y="16165"/>
                </a:lnTo>
              </a:path>
              <a:path w="21600" h="21600">
                <a:moveTo>
                  <a:pt x="1668" y="16111"/>
                </a:moveTo>
                <a:lnTo>
                  <a:pt x="1703" y="16111"/>
                </a:lnTo>
                <a:lnTo>
                  <a:pt x="1703" y="16181"/>
                </a:lnTo>
                <a:lnTo>
                  <a:pt x="1668" y="16181"/>
                </a:lnTo>
              </a:path>
              <a:path w="21600" h="21600">
                <a:moveTo>
                  <a:pt x="19884" y="16111"/>
                </a:moveTo>
                <a:lnTo>
                  <a:pt x="19943" y="16111"/>
                </a:lnTo>
                <a:lnTo>
                  <a:pt x="19943" y="16231"/>
                </a:lnTo>
                <a:lnTo>
                  <a:pt x="19884" y="16231"/>
                </a:lnTo>
              </a:path>
              <a:path w="21600" h="21600">
                <a:moveTo>
                  <a:pt x="13412" y="16081"/>
                </a:moveTo>
                <a:lnTo>
                  <a:pt x="13462" y="16081"/>
                </a:lnTo>
                <a:lnTo>
                  <a:pt x="13462" y="16183"/>
                </a:lnTo>
                <a:lnTo>
                  <a:pt x="13412" y="16183"/>
                </a:lnTo>
              </a:path>
              <a:path w="21600" h="21600">
                <a:moveTo>
                  <a:pt x="8136" y="16081"/>
                </a:moveTo>
                <a:lnTo>
                  <a:pt x="8186" y="16081"/>
                </a:lnTo>
                <a:lnTo>
                  <a:pt x="8186" y="16183"/>
                </a:lnTo>
                <a:lnTo>
                  <a:pt x="8136" y="16183"/>
                </a:lnTo>
              </a:path>
              <a:path w="21600" h="21600">
                <a:moveTo>
                  <a:pt x="9183" y="16072"/>
                </a:moveTo>
                <a:lnTo>
                  <a:pt x="9244" y="16072"/>
                </a:lnTo>
                <a:lnTo>
                  <a:pt x="9244" y="16196"/>
                </a:lnTo>
                <a:lnTo>
                  <a:pt x="9183" y="16196"/>
                </a:lnTo>
              </a:path>
              <a:path w="21600" h="21600">
                <a:moveTo>
                  <a:pt x="16577" y="16072"/>
                </a:moveTo>
                <a:lnTo>
                  <a:pt x="16615" y="16072"/>
                </a:lnTo>
                <a:lnTo>
                  <a:pt x="16615" y="16149"/>
                </a:lnTo>
                <a:lnTo>
                  <a:pt x="16577" y="16149"/>
                </a:lnTo>
              </a:path>
              <a:path w="21600" h="21600">
                <a:moveTo>
                  <a:pt x="4984" y="16072"/>
                </a:moveTo>
                <a:lnTo>
                  <a:pt x="5022" y="16072"/>
                </a:lnTo>
                <a:lnTo>
                  <a:pt x="5022" y="16149"/>
                </a:lnTo>
                <a:lnTo>
                  <a:pt x="4984" y="16149"/>
                </a:lnTo>
              </a:path>
              <a:path w="21600" h="21600">
                <a:moveTo>
                  <a:pt x="20501" y="16027"/>
                </a:moveTo>
                <a:lnTo>
                  <a:pt x="20534" y="16027"/>
                </a:lnTo>
                <a:lnTo>
                  <a:pt x="20534" y="16094"/>
                </a:lnTo>
                <a:lnTo>
                  <a:pt x="20501" y="16094"/>
                </a:lnTo>
              </a:path>
              <a:path w="21600" h="21600">
                <a:moveTo>
                  <a:pt x="15082" y="16027"/>
                </a:moveTo>
                <a:lnTo>
                  <a:pt x="15115" y="16027"/>
                </a:lnTo>
                <a:lnTo>
                  <a:pt x="15115" y="16094"/>
                </a:lnTo>
                <a:lnTo>
                  <a:pt x="15082" y="16094"/>
                </a:lnTo>
              </a:path>
              <a:path w="21600" h="21600">
                <a:moveTo>
                  <a:pt x="6484" y="16027"/>
                </a:moveTo>
                <a:lnTo>
                  <a:pt x="6517" y="16027"/>
                </a:lnTo>
                <a:lnTo>
                  <a:pt x="6517" y="16094"/>
                </a:lnTo>
                <a:lnTo>
                  <a:pt x="6484" y="16094"/>
                </a:lnTo>
              </a:path>
              <a:path w="21600" h="21600">
                <a:moveTo>
                  <a:pt x="10859" y="16012"/>
                </a:moveTo>
                <a:lnTo>
                  <a:pt x="10891" y="16012"/>
                </a:lnTo>
                <a:lnTo>
                  <a:pt x="10891" y="16079"/>
                </a:lnTo>
                <a:lnTo>
                  <a:pt x="10859" y="16079"/>
                </a:lnTo>
              </a:path>
              <a:path w="21600" h="21600">
                <a:moveTo>
                  <a:pt x="4387" y="15995"/>
                </a:moveTo>
                <a:lnTo>
                  <a:pt x="4411" y="15995"/>
                </a:lnTo>
                <a:lnTo>
                  <a:pt x="4411" y="16044"/>
                </a:lnTo>
                <a:lnTo>
                  <a:pt x="4387" y="16044"/>
                </a:lnTo>
              </a:path>
              <a:path w="21600" h="21600">
                <a:moveTo>
                  <a:pt x="20656" y="15957"/>
                </a:moveTo>
                <a:lnTo>
                  <a:pt x="20680" y="15957"/>
                </a:lnTo>
                <a:lnTo>
                  <a:pt x="20680" y="16006"/>
                </a:lnTo>
                <a:lnTo>
                  <a:pt x="20656" y="16006"/>
                </a:lnTo>
              </a:path>
              <a:path w="21600" h="21600">
                <a:moveTo>
                  <a:pt x="19146" y="15957"/>
                </a:moveTo>
                <a:lnTo>
                  <a:pt x="19170" y="15957"/>
                </a:lnTo>
                <a:lnTo>
                  <a:pt x="19170" y="16006"/>
                </a:lnTo>
                <a:lnTo>
                  <a:pt x="19146" y="16006"/>
                </a:lnTo>
              </a:path>
              <a:path w="21600" h="21600">
                <a:moveTo>
                  <a:pt x="18698" y="15957"/>
                </a:moveTo>
                <a:lnTo>
                  <a:pt x="18722" y="15957"/>
                </a:lnTo>
                <a:lnTo>
                  <a:pt x="18722" y="16006"/>
                </a:lnTo>
                <a:lnTo>
                  <a:pt x="18698" y="16006"/>
                </a:lnTo>
              </a:path>
              <a:path w="21600" h="21600">
                <a:moveTo>
                  <a:pt x="18396" y="15957"/>
                </a:moveTo>
                <a:lnTo>
                  <a:pt x="18420" y="15957"/>
                </a:lnTo>
                <a:lnTo>
                  <a:pt x="18420" y="16006"/>
                </a:lnTo>
                <a:lnTo>
                  <a:pt x="18396" y="16006"/>
                </a:lnTo>
              </a:path>
              <a:path w="21600" h="21600">
                <a:moveTo>
                  <a:pt x="17943" y="15957"/>
                </a:moveTo>
                <a:lnTo>
                  <a:pt x="17967" y="15957"/>
                </a:lnTo>
                <a:lnTo>
                  <a:pt x="17967" y="16006"/>
                </a:lnTo>
                <a:lnTo>
                  <a:pt x="17943" y="16006"/>
                </a:lnTo>
              </a:path>
              <a:path w="21600" h="21600">
                <a:moveTo>
                  <a:pt x="16433" y="15957"/>
                </a:moveTo>
                <a:lnTo>
                  <a:pt x="16457" y="15957"/>
                </a:lnTo>
                <a:lnTo>
                  <a:pt x="16457" y="16006"/>
                </a:lnTo>
                <a:lnTo>
                  <a:pt x="16433" y="16006"/>
                </a:lnTo>
              </a:path>
              <a:path w="21600" h="21600">
                <a:moveTo>
                  <a:pt x="15992" y="15957"/>
                </a:moveTo>
                <a:lnTo>
                  <a:pt x="16016" y="15957"/>
                </a:lnTo>
                <a:lnTo>
                  <a:pt x="16016" y="16006"/>
                </a:lnTo>
                <a:lnTo>
                  <a:pt x="15992" y="16006"/>
                </a:lnTo>
              </a:path>
              <a:path w="21600" h="21600">
                <a:moveTo>
                  <a:pt x="15690" y="15957"/>
                </a:moveTo>
                <a:lnTo>
                  <a:pt x="15714" y="15957"/>
                </a:lnTo>
                <a:lnTo>
                  <a:pt x="15714" y="16006"/>
                </a:lnTo>
                <a:lnTo>
                  <a:pt x="15690" y="16006"/>
                </a:lnTo>
              </a:path>
              <a:path w="21600" h="21600">
                <a:moveTo>
                  <a:pt x="15237" y="15957"/>
                </a:moveTo>
                <a:lnTo>
                  <a:pt x="15261" y="15957"/>
                </a:lnTo>
                <a:lnTo>
                  <a:pt x="15261" y="16006"/>
                </a:lnTo>
                <a:lnTo>
                  <a:pt x="15237" y="16006"/>
                </a:lnTo>
              </a:path>
              <a:path w="21600" h="21600">
                <a:moveTo>
                  <a:pt x="13727" y="15957"/>
                </a:moveTo>
                <a:lnTo>
                  <a:pt x="13751" y="15957"/>
                </a:lnTo>
                <a:lnTo>
                  <a:pt x="13751" y="16006"/>
                </a:lnTo>
                <a:lnTo>
                  <a:pt x="13727" y="16006"/>
                </a:lnTo>
              </a:path>
              <a:path w="21600" h="21600">
                <a:moveTo>
                  <a:pt x="13279" y="15957"/>
                </a:moveTo>
                <a:lnTo>
                  <a:pt x="13303" y="15957"/>
                </a:lnTo>
                <a:lnTo>
                  <a:pt x="13303" y="16006"/>
                </a:lnTo>
                <a:lnTo>
                  <a:pt x="13279" y="16006"/>
                </a:lnTo>
              </a:path>
              <a:path w="21600" h="21600">
                <a:moveTo>
                  <a:pt x="12977" y="15957"/>
                </a:moveTo>
                <a:lnTo>
                  <a:pt x="13001" y="15957"/>
                </a:lnTo>
                <a:lnTo>
                  <a:pt x="13001" y="16006"/>
                </a:lnTo>
                <a:lnTo>
                  <a:pt x="12977" y="16006"/>
                </a:lnTo>
              </a:path>
              <a:path w="21600" h="21600">
                <a:moveTo>
                  <a:pt x="12524" y="15957"/>
                </a:moveTo>
                <a:lnTo>
                  <a:pt x="12548" y="15957"/>
                </a:lnTo>
                <a:lnTo>
                  <a:pt x="12548" y="16006"/>
                </a:lnTo>
                <a:lnTo>
                  <a:pt x="12524" y="16006"/>
                </a:lnTo>
              </a:path>
              <a:path w="21600" h="21600">
                <a:moveTo>
                  <a:pt x="11014" y="15957"/>
                </a:moveTo>
                <a:lnTo>
                  <a:pt x="11038" y="15957"/>
                </a:lnTo>
                <a:lnTo>
                  <a:pt x="11038" y="16006"/>
                </a:lnTo>
                <a:lnTo>
                  <a:pt x="11014" y="16006"/>
                </a:lnTo>
              </a:path>
              <a:path w="21600" h="21600">
                <a:moveTo>
                  <a:pt x="9051" y="15957"/>
                </a:moveTo>
                <a:lnTo>
                  <a:pt x="9075" y="15957"/>
                </a:lnTo>
                <a:lnTo>
                  <a:pt x="9075" y="16006"/>
                </a:lnTo>
                <a:lnTo>
                  <a:pt x="9051" y="16006"/>
                </a:lnTo>
              </a:path>
              <a:path w="21600" h="21600">
                <a:moveTo>
                  <a:pt x="8598" y="15957"/>
                </a:moveTo>
                <a:lnTo>
                  <a:pt x="8622" y="15957"/>
                </a:lnTo>
                <a:lnTo>
                  <a:pt x="8622" y="16006"/>
                </a:lnTo>
                <a:lnTo>
                  <a:pt x="8598" y="16006"/>
                </a:lnTo>
              </a:path>
              <a:path w="21600" h="21600">
                <a:moveTo>
                  <a:pt x="8296" y="15957"/>
                </a:moveTo>
                <a:lnTo>
                  <a:pt x="8320" y="15957"/>
                </a:lnTo>
                <a:lnTo>
                  <a:pt x="8320" y="16006"/>
                </a:lnTo>
                <a:lnTo>
                  <a:pt x="8296" y="16006"/>
                </a:lnTo>
              </a:path>
              <a:path w="21600" h="21600">
                <a:moveTo>
                  <a:pt x="7847" y="15957"/>
                </a:moveTo>
                <a:lnTo>
                  <a:pt x="7871" y="15957"/>
                </a:lnTo>
                <a:lnTo>
                  <a:pt x="7871" y="16006"/>
                </a:lnTo>
                <a:lnTo>
                  <a:pt x="7847" y="16006"/>
                </a:lnTo>
              </a:path>
              <a:path w="21600" h="21600">
                <a:moveTo>
                  <a:pt x="6338" y="15957"/>
                </a:moveTo>
                <a:lnTo>
                  <a:pt x="6361" y="15957"/>
                </a:lnTo>
                <a:lnTo>
                  <a:pt x="6361" y="16006"/>
                </a:lnTo>
                <a:lnTo>
                  <a:pt x="6338" y="16006"/>
                </a:lnTo>
              </a:path>
              <a:path w="21600" h="21600">
                <a:moveTo>
                  <a:pt x="5885" y="15957"/>
                </a:moveTo>
                <a:lnTo>
                  <a:pt x="5909" y="15957"/>
                </a:lnTo>
                <a:lnTo>
                  <a:pt x="5909" y="16006"/>
                </a:lnTo>
                <a:lnTo>
                  <a:pt x="5885" y="16006"/>
                </a:lnTo>
              </a:path>
              <a:path w="21600" h="21600">
                <a:moveTo>
                  <a:pt x="5583" y="15957"/>
                </a:moveTo>
                <a:lnTo>
                  <a:pt x="5607" y="15957"/>
                </a:lnTo>
                <a:lnTo>
                  <a:pt x="5607" y="16006"/>
                </a:lnTo>
                <a:lnTo>
                  <a:pt x="5583" y="16006"/>
                </a:lnTo>
              </a:path>
              <a:path w="21600" h="21600">
                <a:moveTo>
                  <a:pt x="5142" y="15957"/>
                </a:moveTo>
                <a:lnTo>
                  <a:pt x="5166" y="15957"/>
                </a:lnTo>
                <a:lnTo>
                  <a:pt x="5166" y="16006"/>
                </a:lnTo>
                <a:lnTo>
                  <a:pt x="5142" y="16006"/>
                </a:lnTo>
              </a:path>
              <a:path w="21600" h="21600">
                <a:moveTo>
                  <a:pt x="2428" y="15957"/>
                </a:moveTo>
                <a:lnTo>
                  <a:pt x="2452" y="15957"/>
                </a:lnTo>
                <a:lnTo>
                  <a:pt x="2452" y="16006"/>
                </a:lnTo>
                <a:lnTo>
                  <a:pt x="2428" y="16006"/>
                </a:lnTo>
              </a:path>
              <a:path w="21600" h="21600">
                <a:moveTo>
                  <a:pt x="919" y="15957"/>
                </a:moveTo>
                <a:lnTo>
                  <a:pt x="943" y="15957"/>
                </a:lnTo>
                <a:lnTo>
                  <a:pt x="943" y="16006"/>
                </a:lnTo>
                <a:lnTo>
                  <a:pt x="919" y="16006"/>
                </a:lnTo>
              </a:path>
              <a:path w="21600" h="21600">
                <a:moveTo>
                  <a:pt x="466" y="15957"/>
                </a:moveTo>
                <a:lnTo>
                  <a:pt x="490" y="15957"/>
                </a:lnTo>
                <a:lnTo>
                  <a:pt x="490" y="16006"/>
                </a:lnTo>
                <a:lnTo>
                  <a:pt x="466" y="16006"/>
                </a:lnTo>
              </a:path>
              <a:path w="21600" h="21600">
                <a:moveTo>
                  <a:pt x="164" y="15957"/>
                </a:moveTo>
                <a:lnTo>
                  <a:pt x="188" y="15957"/>
                </a:lnTo>
                <a:lnTo>
                  <a:pt x="188" y="16006"/>
                </a:lnTo>
                <a:lnTo>
                  <a:pt x="164" y="16006"/>
                </a:lnTo>
              </a:path>
              <a:path w="21600" h="21600">
                <a:moveTo>
                  <a:pt x="2874" y="15948"/>
                </a:moveTo>
                <a:lnTo>
                  <a:pt x="2904" y="15948"/>
                </a:lnTo>
                <a:lnTo>
                  <a:pt x="2904" y="16008"/>
                </a:lnTo>
                <a:lnTo>
                  <a:pt x="2874" y="16008"/>
                </a:lnTo>
              </a:path>
              <a:path w="21600" h="21600">
                <a:moveTo>
                  <a:pt x="11459" y="15938"/>
                </a:moveTo>
                <a:lnTo>
                  <a:pt x="11499" y="15938"/>
                </a:lnTo>
                <a:lnTo>
                  <a:pt x="11499" y="16019"/>
                </a:lnTo>
                <a:lnTo>
                  <a:pt x="11459" y="16019"/>
                </a:lnTo>
              </a:path>
              <a:path w="21600" h="21600">
                <a:moveTo>
                  <a:pt x="20203" y="15921"/>
                </a:moveTo>
                <a:lnTo>
                  <a:pt x="20228" y="15921"/>
                </a:lnTo>
                <a:lnTo>
                  <a:pt x="20228" y="15974"/>
                </a:lnTo>
                <a:lnTo>
                  <a:pt x="20203" y="15974"/>
                </a:lnTo>
              </a:path>
              <a:path w="21600" h="21600">
                <a:moveTo>
                  <a:pt x="14783" y="15921"/>
                </a:moveTo>
                <a:lnTo>
                  <a:pt x="14809" y="15921"/>
                </a:lnTo>
                <a:lnTo>
                  <a:pt x="14809" y="15974"/>
                </a:lnTo>
                <a:lnTo>
                  <a:pt x="14783" y="15974"/>
                </a:lnTo>
              </a:path>
              <a:path w="21600" h="21600">
                <a:moveTo>
                  <a:pt x="9503" y="15921"/>
                </a:moveTo>
                <a:lnTo>
                  <a:pt x="9528" y="15921"/>
                </a:lnTo>
                <a:lnTo>
                  <a:pt x="9528" y="15974"/>
                </a:lnTo>
                <a:lnTo>
                  <a:pt x="9503" y="15974"/>
                </a:lnTo>
              </a:path>
              <a:path w="21600" h="21600">
                <a:moveTo>
                  <a:pt x="6790" y="15921"/>
                </a:moveTo>
                <a:lnTo>
                  <a:pt x="6815" y="15921"/>
                </a:lnTo>
                <a:lnTo>
                  <a:pt x="6815" y="15974"/>
                </a:lnTo>
                <a:lnTo>
                  <a:pt x="6790" y="15974"/>
                </a:lnTo>
              </a:path>
              <a:path w="21600" h="21600">
                <a:moveTo>
                  <a:pt x="4084" y="15921"/>
                </a:moveTo>
                <a:lnTo>
                  <a:pt x="4110" y="15921"/>
                </a:lnTo>
                <a:lnTo>
                  <a:pt x="4110" y="15974"/>
                </a:lnTo>
                <a:lnTo>
                  <a:pt x="4084" y="15974"/>
                </a:lnTo>
              </a:path>
              <a:path w="21600" h="21600">
                <a:moveTo>
                  <a:pt x="21258" y="15918"/>
                </a:moveTo>
                <a:lnTo>
                  <a:pt x="21287" y="15918"/>
                </a:lnTo>
                <a:lnTo>
                  <a:pt x="21287" y="15978"/>
                </a:lnTo>
                <a:lnTo>
                  <a:pt x="21258" y="15978"/>
                </a:lnTo>
              </a:path>
              <a:path w="21600" h="21600">
                <a:moveTo>
                  <a:pt x="18544" y="15918"/>
                </a:moveTo>
                <a:lnTo>
                  <a:pt x="18574" y="15918"/>
                </a:lnTo>
                <a:lnTo>
                  <a:pt x="18574" y="15978"/>
                </a:lnTo>
                <a:lnTo>
                  <a:pt x="18544" y="15978"/>
                </a:lnTo>
              </a:path>
              <a:path w="21600" h="21600">
                <a:moveTo>
                  <a:pt x="15839" y="15918"/>
                </a:moveTo>
                <a:lnTo>
                  <a:pt x="15868" y="15918"/>
                </a:lnTo>
                <a:lnTo>
                  <a:pt x="15868" y="15978"/>
                </a:lnTo>
                <a:lnTo>
                  <a:pt x="15839" y="15978"/>
                </a:lnTo>
              </a:path>
              <a:path w="21600" h="21600">
                <a:moveTo>
                  <a:pt x="13125" y="15918"/>
                </a:moveTo>
                <a:lnTo>
                  <a:pt x="13155" y="15918"/>
                </a:lnTo>
                <a:lnTo>
                  <a:pt x="13155" y="15978"/>
                </a:lnTo>
                <a:lnTo>
                  <a:pt x="13125" y="15978"/>
                </a:lnTo>
              </a:path>
              <a:path w="21600" h="21600">
                <a:moveTo>
                  <a:pt x="8444" y="15918"/>
                </a:moveTo>
                <a:lnTo>
                  <a:pt x="8473" y="15918"/>
                </a:lnTo>
                <a:lnTo>
                  <a:pt x="8473" y="15978"/>
                </a:lnTo>
                <a:lnTo>
                  <a:pt x="8444" y="15978"/>
                </a:lnTo>
              </a:path>
              <a:path w="21600" h="21600">
                <a:moveTo>
                  <a:pt x="3025" y="15918"/>
                </a:moveTo>
                <a:lnTo>
                  <a:pt x="3055" y="15918"/>
                </a:lnTo>
                <a:lnTo>
                  <a:pt x="3055" y="15978"/>
                </a:lnTo>
                <a:lnTo>
                  <a:pt x="3025" y="15978"/>
                </a:lnTo>
              </a:path>
              <a:path w="21600" h="21600">
                <a:moveTo>
                  <a:pt x="312" y="15918"/>
                </a:moveTo>
                <a:lnTo>
                  <a:pt x="341" y="15918"/>
                </a:lnTo>
                <a:lnTo>
                  <a:pt x="341" y="15978"/>
                </a:lnTo>
                <a:lnTo>
                  <a:pt x="312" y="15978"/>
                </a:lnTo>
              </a:path>
              <a:path w="21600" h="21600">
                <a:moveTo>
                  <a:pt x="12364" y="15908"/>
                </a:moveTo>
                <a:lnTo>
                  <a:pt x="12406" y="15908"/>
                </a:lnTo>
                <a:lnTo>
                  <a:pt x="12406" y="15992"/>
                </a:lnTo>
                <a:lnTo>
                  <a:pt x="12364" y="15992"/>
                </a:lnTo>
              </a:path>
              <a:path w="21600" h="21600">
                <a:moveTo>
                  <a:pt x="9193" y="15908"/>
                </a:moveTo>
                <a:lnTo>
                  <a:pt x="9234" y="15908"/>
                </a:lnTo>
                <a:lnTo>
                  <a:pt x="9234" y="15992"/>
                </a:lnTo>
                <a:lnTo>
                  <a:pt x="9193" y="15992"/>
                </a:lnTo>
              </a:path>
              <a:path w="21600" h="21600">
                <a:moveTo>
                  <a:pt x="19296" y="15907"/>
                </a:moveTo>
                <a:lnTo>
                  <a:pt x="19323" y="15907"/>
                </a:lnTo>
                <a:lnTo>
                  <a:pt x="19323" y="15963"/>
                </a:lnTo>
                <a:lnTo>
                  <a:pt x="19296" y="15963"/>
                </a:lnTo>
              </a:path>
              <a:path w="21600" h="21600">
                <a:moveTo>
                  <a:pt x="13877" y="15907"/>
                </a:moveTo>
                <a:lnTo>
                  <a:pt x="13904" y="15907"/>
                </a:lnTo>
                <a:lnTo>
                  <a:pt x="13904" y="15963"/>
                </a:lnTo>
                <a:lnTo>
                  <a:pt x="13877" y="15963"/>
                </a:lnTo>
              </a:path>
              <a:path w="21600" h="21600">
                <a:moveTo>
                  <a:pt x="7695" y="15907"/>
                </a:moveTo>
                <a:lnTo>
                  <a:pt x="7722" y="15907"/>
                </a:lnTo>
                <a:lnTo>
                  <a:pt x="7722" y="15963"/>
                </a:lnTo>
                <a:lnTo>
                  <a:pt x="7695" y="15963"/>
                </a:lnTo>
              </a:path>
              <a:path w="21600" h="21600">
                <a:moveTo>
                  <a:pt x="2276" y="15907"/>
                </a:moveTo>
                <a:lnTo>
                  <a:pt x="2303" y="15907"/>
                </a:lnTo>
                <a:lnTo>
                  <a:pt x="2303" y="15963"/>
                </a:lnTo>
                <a:lnTo>
                  <a:pt x="2276" y="15963"/>
                </a:lnTo>
              </a:path>
              <a:path w="21600" h="21600">
                <a:moveTo>
                  <a:pt x="1064" y="15887"/>
                </a:moveTo>
                <a:lnTo>
                  <a:pt x="1100" y="15887"/>
                </a:lnTo>
                <a:lnTo>
                  <a:pt x="1100" y="15961"/>
                </a:lnTo>
                <a:lnTo>
                  <a:pt x="1064" y="15961"/>
                </a:lnTo>
              </a:path>
              <a:path w="21600" h="21600">
                <a:moveTo>
                  <a:pt x="2720" y="15886"/>
                </a:moveTo>
                <a:lnTo>
                  <a:pt x="2764" y="15886"/>
                </a:lnTo>
                <a:lnTo>
                  <a:pt x="2764" y="15975"/>
                </a:lnTo>
                <a:lnTo>
                  <a:pt x="2720" y="15975"/>
                </a:lnTo>
              </a:path>
              <a:path w="21600" h="21600">
                <a:moveTo>
                  <a:pt x="15386" y="15879"/>
                </a:moveTo>
                <a:lnTo>
                  <a:pt x="15415" y="15879"/>
                </a:lnTo>
                <a:lnTo>
                  <a:pt x="15415" y="15938"/>
                </a:lnTo>
                <a:lnTo>
                  <a:pt x="15386" y="15938"/>
                </a:lnTo>
              </a:path>
              <a:path w="21600" h="21600">
                <a:moveTo>
                  <a:pt x="10108" y="15854"/>
                </a:moveTo>
                <a:lnTo>
                  <a:pt x="10131" y="15854"/>
                </a:lnTo>
                <a:lnTo>
                  <a:pt x="10131" y="15899"/>
                </a:lnTo>
                <a:lnTo>
                  <a:pt x="10108" y="15899"/>
                </a:lnTo>
              </a:path>
              <a:path w="21600" h="21600">
                <a:moveTo>
                  <a:pt x="767" y="15844"/>
                </a:moveTo>
                <a:lnTo>
                  <a:pt x="793" y="15844"/>
                </a:lnTo>
                <a:lnTo>
                  <a:pt x="793" y="15896"/>
                </a:lnTo>
                <a:lnTo>
                  <a:pt x="767" y="15896"/>
                </a:lnTo>
              </a:path>
              <a:path w="21600" h="21600">
                <a:moveTo>
                  <a:pt x="20802" y="15837"/>
                </a:moveTo>
                <a:lnTo>
                  <a:pt x="20836" y="15837"/>
                </a:lnTo>
                <a:lnTo>
                  <a:pt x="20836" y="15908"/>
                </a:lnTo>
                <a:lnTo>
                  <a:pt x="20802" y="15908"/>
                </a:lnTo>
              </a:path>
              <a:path w="21600" h="21600">
                <a:moveTo>
                  <a:pt x="19597" y="15824"/>
                </a:moveTo>
                <a:lnTo>
                  <a:pt x="19626" y="15824"/>
                </a:lnTo>
                <a:lnTo>
                  <a:pt x="19626" y="15884"/>
                </a:lnTo>
                <a:lnTo>
                  <a:pt x="19597" y="15884"/>
                </a:lnTo>
              </a:path>
              <a:path w="21600" h="21600">
                <a:moveTo>
                  <a:pt x="16884" y="15824"/>
                </a:moveTo>
                <a:lnTo>
                  <a:pt x="16913" y="15824"/>
                </a:lnTo>
                <a:lnTo>
                  <a:pt x="16913" y="15884"/>
                </a:lnTo>
                <a:lnTo>
                  <a:pt x="16884" y="15884"/>
                </a:lnTo>
              </a:path>
              <a:path w="21600" h="21600">
                <a:moveTo>
                  <a:pt x="7392" y="15824"/>
                </a:moveTo>
                <a:lnTo>
                  <a:pt x="7421" y="15824"/>
                </a:lnTo>
                <a:lnTo>
                  <a:pt x="7421" y="15884"/>
                </a:lnTo>
                <a:lnTo>
                  <a:pt x="7392" y="15884"/>
                </a:lnTo>
              </a:path>
              <a:path w="21600" h="21600">
                <a:moveTo>
                  <a:pt x="4686" y="15824"/>
                </a:moveTo>
                <a:lnTo>
                  <a:pt x="4715" y="15824"/>
                </a:lnTo>
                <a:lnTo>
                  <a:pt x="4715" y="15884"/>
                </a:lnTo>
                <a:lnTo>
                  <a:pt x="4686" y="15884"/>
                </a:lnTo>
              </a:path>
              <a:path w="21600" h="21600">
                <a:moveTo>
                  <a:pt x="1973" y="15824"/>
                </a:moveTo>
                <a:lnTo>
                  <a:pt x="2002" y="15824"/>
                </a:lnTo>
                <a:lnTo>
                  <a:pt x="2002" y="15884"/>
                </a:lnTo>
                <a:lnTo>
                  <a:pt x="1973" y="15884"/>
                </a:lnTo>
              </a:path>
              <a:path w="21600" h="21600">
                <a:moveTo>
                  <a:pt x="5735" y="15824"/>
                </a:moveTo>
                <a:lnTo>
                  <a:pt x="5756" y="15824"/>
                </a:lnTo>
                <a:lnTo>
                  <a:pt x="5756" y="15866"/>
                </a:lnTo>
                <a:lnTo>
                  <a:pt x="5735" y="15866"/>
                </a:lnTo>
              </a:path>
              <a:path w="21600" h="21600">
                <a:moveTo>
                  <a:pt x="11764" y="15823"/>
                </a:moveTo>
                <a:lnTo>
                  <a:pt x="11798" y="15823"/>
                </a:lnTo>
                <a:lnTo>
                  <a:pt x="11798" y="15893"/>
                </a:lnTo>
                <a:lnTo>
                  <a:pt x="11764" y="15893"/>
                </a:lnTo>
              </a:path>
              <a:path w="21600" h="21600">
                <a:moveTo>
                  <a:pt x="9800" y="15823"/>
                </a:moveTo>
                <a:lnTo>
                  <a:pt x="9835" y="15823"/>
                </a:lnTo>
                <a:lnTo>
                  <a:pt x="9835" y="15893"/>
                </a:lnTo>
                <a:lnTo>
                  <a:pt x="9800" y="15893"/>
                </a:lnTo>
              </a:path>
              <a:path w="21600" h="21600">
                <a:moveTo>
                  <a:pt x="1669" y="15771"/>
                </a:moveTo>
                <a:lnTo>
                  <a:pt x="1702" y="15771"/>
                </a:lnTo>
                <a:lnTo>
                  <a:pt x="1702" y="15838"/>
                </a:lnTo>
                <a:lnTo>
                  <a:pt x="1669" y="15838"/>
                </a:lnTo>
              </a:path>
              <a:path w="21600" h="21600">
                <a:moveTo>
                  <a:pt x="19885" y="15771"/>
                </a:moveTo>
                <a:lnTo>
                  <a:pt x="19942" y="15771"/>
                </a:lnTo>
                <a:lnTo>
                  <a:pt x="19942" y="15888"/>
                </a:lnTo>
                <a:lnTo>
                  <a:pt x="19885" y="15888"/>
                </a:lnTo>
              </a:path>
              <a:path w="21600" h="21600">
                <a:moveTo>
                  <a:pt x="4388" y="15736"/>
                </a:moveTo>
                <a:lnTo>
                  <a:pt x="4410" y="15736"/>
                </a:lnTo>
                <a:lnTo>
                  <a:pt x="4410" y="15781"/>
                </a:lnTo>
                <a:lnTo>
                  <a:pt x="4388" y="15781"/>
                </a:lnTo>
              </a:path>
              <a:path w="21600" h="21600">
                <a:moveTo>
                  <a:pt x="10692" y="15712"/>
                </a:moveTo>
                <a:lnTo>
                  <a:pt x="10755" y="15712"/>
                </a:lnTo>
                <a:lnTo>
                  <a:pt x="10755" y="15839"/>
                </a:lnTo>
                <a:lnTo>
                  <a:pt x="10692" y="15839"/>
                </a:lnTo>
              </a:path>
              <a:path w="21600" h="21600">
                <a:moveTo>
                  <a:pt x="20502" y="15701"/>
                </a:moveTo>
                <a:lnTo>
                  <a:pt x="20533" y="15701"/>
                </a:lnTo>
                <a:lnTo>
                  <a:pt x="20533" y="15764"/>
                </a:lnTo>
                <a:lnTo>
                  <a:pt x="20502" y="15764"/>
                </a:lnTo>
              </a:path>
              <a:path w="21600" h="21600">
                <a:moveTo>
                  <a:pt x="15083" y="15701"/>
                </a:moveTo>
                <a:lnTo>
                  <a:pt x="15114" y="15701"/>
                </a:lnTo>
                <a:lnTo>
                  <a:pt x="15114" y="15764"/>
                </a:lnTo>
                <a:lnTo>
                  <a:pt x="15083" y="15764"/>
                </a:lnTo>
              </a:path>
              <a:path w="21600" h="21600">
                <a:moveTo>
                  <a:pt x="6485" y="15701"/>
                </a:moveTo>
                <a:lnTo>
                  <a:pt x="6516" y="15701"/>
                </a:lnTo>
                <a:lnTo>
                  <a:pt x="6516" y="15764"/>
                </a:lnTo>
                <a:lnTo>
                  <a:pt x="6485" y="15764"/>
                </a:lnTo>
              </a:path>
              <a:path w="21600" h="21600">
                <a:moveTo>
                  <a:pt x="20657" y="15696"/>
                </a:moveTo>
                <a:lnTo>
                  <a:pt x="20679" y="15696"/>
                </a:lnTo>
                <a:lnTo>
                  <a:pt x="20679" y="15741"/>
                </a:lnTo>
                <a:lnTo>
                  <a:pt x="20657" y="15741"/>
                </a:lnTo>
              </a:path>
              <a:path w="21600" h="21600">
                <a:moveTo>
                  <a:pt x="19147" y="15696"/>
                </a:moveTo>
                <a:lnTo>
                  <a:pt x="19170" y="15696"/>
                </a:lnTo>
                <a:lnTo>
                  <a:pt x="19170" y="15741"/>
                </a:lnTo>
                <a:lnTo>
                  <a:pt x="19147" y="15741"/>
                </a:lnTo>
              </a:path>
              <a:path w="21600" h="21600">
                <a:moveTo>
                  <a:pt x="18699" y="15696"/>
                </a:moveTo>
                <a:lnTo>
                  <a:pt x="18721" y="15696"/>
                </a:lnTo>
                <a:lnTo>
                  <a:pt x="18721" y="15741"/>
                </a:lnTo>
                <a:lnTo>
                  <a:pt x="18699" y="15741"/>
                </a:lnTo>
              </a:path>
              <a:path w="21600" h="21600">
                <a:moveTo>
                  <a:pt x="18397" y="15696"/>
                </a:moveTo>
                <a:lnTo>
                  <a:pt x="18419" y="15696"/>
                </a:lnTo>
                <a:lnTo>
                  <a:pt x="18419" y="15741"/>
                </a:lnTo>
                <a:lnTo>
                  <a:pt x="18397" y="15741"/>
                </a:lnTo>
              </a:path>
              <a:path w="21600" h="21600">
                <a:moveTo>
                  <a:pt x="17944" y="15696"/>
                </a:moveTo>
                <a:lnTo>
                  <a:pt x="17966" y="15696"/>
                </a:lnTo>
                <a:lnTo>
                  <a:pt x="17966" y="15741"/>
                </a:lnTo>
                <a:lnTo>
                  <a:pt x="17944" y="15741"/>
                </a:lnTo>
              </a:path>
              <a:path w="21600" h="21600">
                <a:moveTo>
                  <a:pt x="16434" y="15696"/>
                </a:moveTo>
                <a:lnTo>
                  <a:pt x="16456" y="15696"/>
                </a:lnTo>
                <a:lnTo>
                  <a:pt x="16456" y="15741"/>
                </a:lnTo>
                <a:lnTo>
                  <a:pt x="16434" y="15741"/>
                </a:lnTo>
              </a:path>
              <a:path w="21600" h="21600">
                <a:moveTo>
                  <a:pt x="15993" y="15696"/>
                </a:moveTo>
                <a:lnTo>
                  <a:pt x="16015" y="15696"/>
                </a:lnTo>
                <a:lnTo>
                  <a:pt x="16015" y="15741"/>
                </a:lnTo>
                <a:lnTo>
                  <a:pt x="15993" y="15741"/>
                </a:lnTo>
              </a:path>
              <a:path w="21600" h="21600">
                <a:moveTo>
                  <a:pt x="15691" y="15696"/>
                </a:moveTo>
                <a:lnTo>
                  <a:pt x="15713" y="15696"/>
                </a:lnTo>
                <a:lnTo>
                  <a:pt x="15713" y="15741"/>
                </a:lnTo>
                <a:lnTo>
                  <a:pt x="15691" y="15741"/>
                </a:lnTo>
              </a:path>
              <a:path w="21600" h="21600">
                <a:moveTo>
                  <a:pt x="15238" y="15696"/>
                </a:moveTo>
                <a:lnTo>
                  <a:pt x="15260" y="15696"/>
                </a:lnTo>
                <a:lnTo>
                  <a:pt x="15260" y="15741"/>
                </a:lnTo>
                <a:lnTo>
                  <a:pt x="15238" y="15741"/>
                </a:lnTo>
              </a:path>
              <a:path w="21600" h="21600">
                <a:moveTo>
                  <a:pt x="13728" y="15696"/>
                </a:moveTo>
                <a:lnTo>
                  <a:pt x="13751" y="15696"/>
                </a:lnTo>
                <a:lnTo>
                  <a:pt x="13751" y="15741"/>
                </a:lnTo>
                <a:lnTo>
                  <a:pt x="13728" y="15741"/>
                </a:lnTo>
              </a:path>
              <a:path w="21600" h="21600">
                <a:moveTo>
                  <a:pt x="13280" y="15696"/>
                </a:moveTo>
                <a:lnTo>
                  <a:pt x="13302" y="15696"/>
                </a:lnTo>
                <a:lnTo>
                  <a:pt x="13302" y="15741"/>
                </a:lnTo>
                <a:lnTo>
                  <a:pt x="13280" y="15741"/>
                </a:lnTo>
              </a:path>
              <a:path w="21600" h="21600">
                <a:moveTo>
                  <a:pt x="12978" y="15696"/>
                </a:moveTo>
                <a:lnTo>
                  <a:pt x="13000" y="15696"/>
                </a:lnTo>
                <a:lnTo>
                  <a:pt x="13000" y="15741"/>
                </a:lnTo>
                <a:lnTo>
                  <a:pt x="12978" y="15741"/>
                </a:lnTo>
              </a:path>
              <a:path w="21600" h="21600">
                <a:moveTo>
                  <a:pt x="12525" y="15696"/>
                </a:moveTo>
                <a:lnTo>
                  <a:pt x="12547" y="15696"/>
                </a:lnTo>
                <a:lnTo>
                  <a:pt x="12547" y="15741"/>
                </a:lnTo>
                <a:lnTo>
                  <a:pt x="12525" y="15741"/>
                </a:lnTo>
              </a:path>
              <a:path w="21600" h="21600">
                <a:moveTo>
                  <a:pt x="11015" y="15696"/>
                </a:moveTo>
                <a:lnTo>
                  <a:pt x="11037" y="15696"/>
                </a:lnTo>
                <a:lnTo>
                  <a:pt x="11037" y="15741"/>
                </a:lnTo>
                <a:lnTo>
                  <a:pt x="11015" y="15741"/>
                </a:lnTo>
              </a:path>
              <a:path w="21600" h="21600">
                <a:moveTo>
                  <a:pt x="9052" y="15696"/>
                </a:moveTo>
                <a:lnTo>
                  <a:pt x="9074" y="15696"/>
                </a:lnTo>
                <a:lnTo>
                  <a:pt x="9074" y="15741"/>
                </a:lnTo>
                <a:lnTo>
                  <a:pt x="9052" y="15741"/>
                </a:lnTo>
              </a:path>
              <a:path w="21600" h="21600">
                <a:moveTo>
                  <a:pt x="8599" y="15696"/>
                </a:moveTo>
                <a:lnTo>
                  <a:pt x="8621" y="15696"/>
                </a:lnTo>
                <a:lnTo>
                  <a:pt x="8621" y="15741"/>
                </a:lnTo>
                <a:lnTo>
                  <a:pt x="8599" y="15741"/>
                </a:lnTo>
              </a:path>
              <a:path w="21600" h="21600">
                <a:moveTo>
                  <a:pt x="8297" y="15696"/>
                </a:moveTo>
                <a:lnTo>
                  <a:pt x="8319" y="15696"/>
                </a:lnTo>
                <a:lnTo>
                  <a:pt x="8319" y="15741"/>
                </a:lnTo>
                <a:lnTo>
                  <a:pt x="8297" y="15741"/>
                </a:lnTo>
              </a:path>
              <a:path w="21600" h="21600">
                <a:moveTo>
                  <a:pt x="7848" y="15696"/>
                </a:moveTo>
                <a:lnTo>
                  <a:pt x="7870" y="15696"/>
                </a:lnTo>
                <a:lnTo>
                  <a:pt x="7870" y="15741"/>
                </a:lnTo>
                <a:lnTo>
                  <a:pt x="7848" y="15741"/>
                </a:lnTo>
              </a:path>
              <a:path w="21600" h="21600">
                <a:moveTo>
                  <a:pt x="6338" y="15696"/>
                </a:moveTo>
                <a:lnTo>
                  <a:pt x="6361" y="15696"/>
                </a:lnTo>
                <a:lnTo>
                  <a:pt x="6361" y="15741"/>
                </a:lnTo>
                <a:lnTo>
                  <a:pt x="6338" y="15741"/>
                </a:lnTo>
              </a:path>
              <a:path w="21600" h="21600">
                <a:moveTo>
                  <a:pt x="5886" y="15696"/>
                </a:moveTo>
                <a:lnTo>
                  <a:pt x="5908" y="15696"/>
                </a:lnTo>
                <a:lnTo>
                  <a:pt x="5908" y="15741"/>
                </a:lnTo>
                <a:lnTo>
                  <a:pt x="5886" y="15741"/>
                </a:lnTo>
              </a:path>
              <a:path w="21600" h="21600">
                <a:moveTo>
                  <a:pt x="5584" y="15696"/>
                </a:moveTo>
                <a:lnTo>
                  <a:pt x="5606" y="15696"/>
                </a:lnTo>
                <a:lnTo>
                  <a:pt x="5606" y="15741"/>
                </a:lnTo>
                <a:lnTo>
                  <a:pt x="5584" y="15741"/>
                </a:lnTo>
              </a:path>
              <a:path w="21600" h="21600">
                <a:moveTo>
                  <a:pt x="5143" y="15696"/>
                </a:moveTo>
                <a:lnTo>
                  <a:pt x="5165" y="15696"/>
                </a:lnTo>
                <a:lnTo>
                  <a:pt x="5165" y="15741"/>
                </a:lnTo>
                <a:lnTo>
                  <a:pt x="5143" y="15741"/>
                </a:lnTo>
              </a:path>
              <a:path w="21600" h="21600">
                <a:moveTo>
                  <a:pt x="2429" y="15696"/>
                </a:moveTo>
                <a:lnTo>
                  <a:pt x="2452" y="15696"/>
                </a:lnTo>
                <a:lnTo>
                  <a:pt x="2452" y="15741"/>
                </a:lnTo>
                <a:lnTo>
                  <a:pt x="2429" y="15741"/>
                </a:lnTo>
              </a:path>
              <a:path w="21600" h="21600">
                <a:moveTo>
                  <a:pt x="920" y="15696"/>
                </a:moveTo>
                <a:lnTo>
                  <a:pt x="942" y="15696"/>
                </a:lnTo>
                <a:lnTo>
                  <a:pt x="942" y="15741"/>
                </a:lnTo>
                <a:lnTo>
                  <a:pt x="920" y="15741"/>
                </a:lnTo>
              </a:path>
              <a:path w="21600" h="21600">
                <a:moveTo>
                  <a:pt x="467" y="15696"/>
                </a:moveTo>
                <a:lnTo>
                  <a:pt x="489" y="15696"/>
                </a:lnTo>
                <a:lnTo>
                  <a:pt x="489" y="15741"/>
                </a:lnTo>
                <a:lnTo>
                  <a:pt x="467" y="15741"/>
                </a:lnTo>
              </a:path>
              <a:path w="21600" h="21600">
                <a:moveTo>
                  <a:pt x="165" y="15696"/>
                </a:moveTo>
                <a:lnTo>
                  <a:pt x="187" y="15696"/>
                </a:lnTo>
                <a:lnTo>
                  <a:pt x="187" y="15741"/>
                </a:lnTo>
                <a:lnTo>
                  <a:pt x="165" y="15741"/>
                </a:lnTo>
              </a:path>
              <a:path w="21600" h="21600">
                <a:moveTo>
                  <a:pt x="17783" y="15690"/>
                </a:moveTo>
                <a:lnTo>
                  <a:pt x="17825" y="15690"/>
                </a:lnTo>
                <a:lnTo>
                  <a:pt x="17825" y="15775"/>
                </a:lnTo>
                <a:lnTo>
                  <a:pt x="17783" y="15775"/>
                </a:lnTo>
              </a:path>
              <a:path w="21600" h="21600">
                <a:moveTo>
                  <a:pt x="3774" y="15690"/>
                </a:moveTo>
                <a:lnTo>
                  <a:pt x="3816" y="15690"/>
                </a:lnTo>
                <a:lnTo>
                  <a:pt x="3816" y="15775"/>
                </a:lnTo>
                <a:lnTo>
                  <a:pt x="3774" y="15775"/>
                </a:lnTo>
              </a:path>
              <a:path w="21600" h="21600">
                <a:moveTo>
                  <a:pt x="14475" y="15690"/>
                </a:moveTo>
                <a:lnTo>
                  <a:pt x="14514" y="15690"/>
                </a:lnTo>
                <a:lnTo>
                  <a:pt x="14514" y="15771"/>
                </a:lnTo>
                <a:lnTo>
                  <a:pt x="14475" y="15771"/>
                </a:lnTo>
              </a:path>
              <a:path w="21600" h="21600">
                <a:moveTo>
                  <a:pt x="7085" y="15690"/>
                </a:moveTo>
                <a:lnTo>
                  <a:pt x="7124" y="15690"/>
                </a:lnTo>
                <a:lnTo>
                  <a:pt x="7124" y="15771"/>
                </a:lnTo>
                <a:lnTo>
                  <a:pt x="7085" y="15771"/>
                </a:lnTo>
              </a:path>
              <a:path w="21600" h="21600">
                <a:moveTo>
                  <a:pt x="16578" y="15687"/>
                </a:moveTo>
                <a:lnTo>
                  <a:pt x="16614" y="15687"/>
                </a:lnTo>
                <a:lnTo>
                  <a:pt x="16614" y="15761"/>
                </a:lnTo>
                <a:lnTo>
                  <a:pt x="16578" y="15761"/>
                </a:lnTo>
              </a:path>
              <a:path w="21600" h="21600">
                <a:moveTo>
                  <a:pt x="4985" y="15687"/>
                </a:moveTo>
                <a:lnTo>
                  <a:pt x="5021" y="15687"/>
                </a:lnTo>
                <a:lnTo>
                  <a:pt x="5021" y="15761"/>
                </a:lnTo>
                <a:lnTo>
                  <a:pt x="4985" y="15761"/>
                </a:lnTo>
              </a:path>
              <a:path w="21600" h="21600">
                <a:moveTo>
                  <a:pt x="2875" y="15686"/>
                </a:moveTo>
                <a:lnTo>
                  <a:pt x="2903" y="15686"/>
                </a:lnTo>
                <a:lnTo>
                  <a:pt x="2903" y="15743"/>
                </a:lnTo>
                <a:lnTo>
                  <a:pt x="2875" y="15743"/>
                </a:lnTo>
              </a:path>
              <a:path w="21600" h="21600">
                <a:moveTo>
                  <a:pt x="10860" y="15685"/>
                </a:moveTo>
                <a:lnTo>
                  <a:pt x="10891" y="15685"/>
                </a:lnTo>
                <a:lnTo>
                  <a:pt x="10891" y="15748"/>
                </a:lnTo>
                <a:lnTo>
                  <a:pt x="10860" y="15748"/>
                </a:lnTo>
              </a:path>
              <a:path w="21600" h="21600">
                <a:moveTo>
                  <a:pt x="20203" y="15647"/>
                </a:moveTo>
                <a:lnTo>
                  <a:pt x="20227" y="15647"/>
                </a:lnTo>
                <a:lnTo>
                  <a:pt x="20227" y="15696"/>
                </a:lnTo>
                <a:lnTo>
                  <a:pt x="20203" y="15696"/>
                </a:lnTo>
              </a:path>
              <a:path w="21600" h="21600">
                <a:moveTo>
                  <a:pt x="14784" y="15647"/>
                </a:moveTo>
                <a:lnTo>
                  <a:pt x="14808" y="15647"/>
                </a:lnTo>
                <a:lnTo>
                  <a:pt x="14808" y="15696"/>
                </a:lnTo>
                <a:lnTo>
                  <a:pt x="14784" y="15696"/>
                </a:lnTo>
              </a:path>
              <a:path w="21600" h="21600">
                <a:moveTo>
                  <a:pt x="9504" y="15647"/>
                </a:moveTo>
                <a:lnTo>
                  <a:pt x="9528" y="15647"/>
                </a:lnTo>
                <a:lnTo>
                  <a:pt x="9528" y="15696"/>
                </a:lnTo>
                <a:lnTo>
                  <a:pt x="9504" y="15696"/>
                </a:lnTo>
              </a:path>
              <a:path w="21600" h="21600">
                <a:moveTo>
                  <a:pt x="6790" y="15647"/>
                </a:moveTo>
                <a:lnTo>
                  <a:pt x="6814" y="15647"/>
                </a:lnTo>
                <a:lnTo>
                  <a:pt x="6814" y="15696"/>
                </a:lnTo>
                <a:lnTo>
                  <a:pt x="6790" y="15696"/>
                </a:lnTo>
              </a:path>
              <a:path w="21600" h="21600">
                <a:moveTo>
                  <a:pt x="4085" y="15647"/>
                </a:moveTo>
                <a:lnTo>
                  <a:pt x="4109" y="15647"/>
                </a:lnTo>
                <a:lnTo>
                  <a:pt x="4109" y="15696"/>
                </a:lnTo>
                <a:lnTo>
                  <a:pt x="4085" y="15696"/>
                </a:lnTo>
              </a:path>
              <a:path w="21600" h="21600">
                <a:moveTo>
                  <a:pt x="9184" y="15621"/>
                </a:moveTo>
                <a:lnTo>
                  <a:pt x="9243" y="15621"/>
                </a:lnTo>
                <a:lnTo>
                  <a:pt x="9243" y="15741"/>
                </a:lnTo>
                <a:lnTo>
                  <a:pt x="9184" y="15741"/>
                </a:lnTo>
              </a:path>
              <a:path w="21600" h="21600">
                <a:moveTo>
                  <a:pt x="19297" y="15620"/>
                </a:moveTo>
                <a:lnTo>
                  <a:pt x="19322" y="15620"/>
                </a:lnTo>
                <a:lnTo>
                  <a:pt x="19322" y="15672"/>
                </a:lnTo>
                <a:lnTo>
                  <a:pt x="19297" y="15672"/>
                </a:lnTo>
              </a:path>
              <a:path w="21600" h="21600">
                <a:moveTo>
                  <a:pt x="13878" y="15620"/>
                </a:moveTo>
                <a:lnTo>
                  <a:pt x="13903" y="15620"/>
                </a:lnTo>
                <a:lnTo>
                  <a:pt x="13903" y="15672"/>
                </a:lnTo>
                <a:lnTo>
                  <a:pt x="13878" y="15672"/>
                </a:lnTo>
              </a:path>
              <a:path w="21600" h="21600">
                <a:moveTo>
                  <a:pt x="7695" y="15620"/>
                </a:moveTo>
                <a:lnTo>
                  <a:pt x="7721" y="15620"/>
                </a:lnTo>
                <a:lnTo>
                  <a:pt x="7721" y="15672"/>
                </a:lnTo>
                <a:lnTo>
                  <a:pt x="7695" y="15672"/>
                </a:lnTo>
              </a:path>
              <a:path w="21600" h="21600">
                <a:moveTo>
                  <a:pt x="2277" y="15620"/>
                </a:moveTo>
                <a:lnTo>
                  <a:pt x="2302" y="15620"/>
                </a:lnTo>
                <a:lnTo>
                  <a:pt x="2302" y="15672"/>
                </a:lnTo>
                <a:lnTo>
                  <a:pt x="2277" y="15672"/>
                </a:lnTo>
              </a:path>
              <a:path w="21600" h="21600">
                <a:moveTo>
                  <a:pt x="21259" y="15618"/>
                </a:moveTo>
                <a:lnTo>
                  <a:pt x="21286" y="15618"/>
                </a:lnTo>
                <a:lnTo>
                  <a:pt x="21286" y="15674"/>
                </a:lnTo>
                <a:lnTo>
                  <a:pt x="21259" y="15674"/>
                </a:lnTo>
              </a:path>
              <a:path w="21600" h="21600">
                <a:moveTo>
                  <a:pt x="18545" y="15618"/>
                </a:moveTo>
                <a:lnTo>
                  <a:pt x="18573" y="15618"/>
                </a:lnTo>
                <a:lnTo>
                  <a:pt x="18573" y="15674"/>
                </a:lnTo>
                <a:lnTo>
                  <a:pt x="18545" y="15674"/>
                </a:lnTo>
              </a:path>
              <a:path w="21600" h="21600">
                <a:moveTo>
                  <a:pt x="15839" y="15618"/>
                </a:moveTo>
                <a:lnTo>
                  <a:pt x="15867" y="15618"/>
                </a:lnTo>
                <a:lnTo>
                  <a:pt x="15867" y="15674"/>
                </a:lnTo>
                <a:lnTo>
                  <a:pt x="15839" y="15674"/>
                </a:lnTo>
              </a:path>
              <a:path w="21600" h="21600">
                <a:moveTo>
                  <a:pt x="13126" y="15618"/>
                </a:moveTo>
                <a:lnTo>
                  <a:pt x="13154" y="15618"/>
                </a:lnTo>
                <a:lnTo>
                  <a:pt x="13154" y="15674"/>
                </a:lnTo>
                <a:lnTo>
                  <a:pt x="13126" y="15674"/>
                </a:lnTo>
              </a:path>
              <a:path w="21600" h="21600">
                <a:moveTo>
                  <a:pt x="8445" y="15618"/>
                </a:moveTo>
                <a:lnTo>
                  <a:pt x="8472" y="15618"/>
                </a:lnTo>
                <a:lnTo>
                  <a:pt x="8472" y="15674"/>
                </a:lnTo>
                <a:lnTo>
                  <a:pt x="8445" y="15674"/>
                </a:lnTo>
              </a:path>
              <a:path w="21600" h="21600">
                <a:moveTo>
                  <a:pt x="3026" y="15618"/>
                </a:moveTo>
                <a:lnTo>
                  <a:pt x="3054" y="15618"/>
                </a:lnTo>
                <a:lnTo>
                  <a:pt x="3054" y="15674"/>
                </a:lnTo>
                <a:lnTo>
                  <a:pt x="3026" y="15674"/>
                </a:lnTo>
              </a:path>
              <a:path w="21600" h="21600">
                <a:moveTo>
                  <a:pt x="313" y="15618"/>
                </a:moveTo>
                <a:lnTo>
                  <a:pt x="340" y="15618"/>
                </a:lnTo>
                <a:lnTo>
                  <a:pt x="340" y="15674"/>
                </a:lnTo>
                <a:lnTo>
                  <a:pt x="313" y="15674"/>
                </a:lnTo>
              </a:path>
              <a:path w="21600" h="21600">
                <a:moveTo>
                  <a:pt x="1065" y="15561"/>
                </a:moveTo>
                <a:lnTo>
                  <a:pt x="1099" y="15561"/>
                </a:lnTo>
                <a:lnTo>
                  <a:pt x="1099" y="15631"/>
                </a:lnTo>
                <a:lnTo>
                  <a:pt x="1065" y="15631"/>
                </a:lnTo>
              </a:path>
              <a:path w="21600" h="21600">
                <a:moveTo>
                  <a:pt x="19598" y="15519"/>
                </a:moveTo>
                <a:lnTo>
                  <a:pt x="19625" y="15519"/>
                </a:lnTo>
                <a:lnTo>
                  <a:pt x="19625" y="15575"/>
                </a:lnTo>
                <a:lnTo>
                  <a:pt x="19598" y="15575"/>
                </a:lnTo>
              </a:path>
              <a:path w="21600" h="21600">
                <a:moveTo>
                  <a:pt x="16884" y="15519"/>
                </a:moveTo>
                <a:lnTo>
                  <a:pt x="16912" y="15519"/>
                </a:lnTo>
                <a:lnTo>
                  <a:pt x="16912" y="15575"/>
                </a:lnTo>
                <a:lnTo>
                  <a:pt x="16884" y="15575"/>
                </a:lnTo>
              </a:path>
              <a:path w="21600" h="21600">
                <a:moveTo>
                  <a:pt x="7393" y="15519"/>
                </a:moveTo>
                <a:lnTo>
                  <a:pt x="7420" y="15519"/>
                </a:lnTo>
                <a:lnTo>
                  <a:pt x="7420" y="15575"/>
                </a:lnTo>
                <a:lnTo>
                  <a:pt x="7393" y="15575"/>
                </a:lnTo>
              </a:path>
              <a:path w="21600" h="21600">
                <a:moveTo>
                  <a:pt x="4687" y="15519"/>
                </a:moveTo>
                <a:lnTo>
                  <a:pt x="4714" y="15519"/>
                </a:lnTo>
                <a:lnTo>
                  <a:pt x="4714" y="15575"/>
                </a:lnTo>
                <a:lnTo>
                  <a:pt x="4687" y="15575"/>
                </a:lnTo>
              </a:path>
              <a:path w="21600" h="21600">
                <a:moveTo>
                  <a:pt x="1974" y="15519"/>
                </a:moveTo>
                <a:lnTo>
                  <a:pt x="2001" y="15519"/>
                </a:lnTo>
                <a:lnTo>
                  <a:pt x="2001" y="15575"/>
                </a:lnTo>
                <a:lnTo>
                  <a:pt x="1974" y="15575"/>
                </a:lnTo>
              </a:path>
              <a:path w="21600" h="21600">
                <a:moveTo>
                  <a:pt x="11460" y="15519"/>
                </a:moveTo>
                <a:lnTo>
                  <a:pt x="11498" y="15519"/>
                </a:lnTo>
                <a:lnTo>
                  <a:pt x="11498" y="15597"/>
                </a:lnTo>
                <a:lnTo>
                  <a:pt x="11460" y="15597"/>
                </a:lnTo>
              </a:path>
              <a:path w="21600" h="21600">
                <a:moveTo>
                  <a:pt x="768" y="15489"/>
                </a:moveTo>
                <a:lnTo>
                  <a:pt x="792" y="15489"/>
                </a:lnTo>
                <a:lnTo>
                  <a:pt x="792" y="15538"/>
                </a:lnTo>
                <a:lnTo>
                  <a:pt x="768" y="15538"/>
                </a:lnTo>
              </a:path>
              <a:path w="21600" h="21600">
                <a:moveTo>
                  <a:pt x="20803" y="15482"/>
                </a:moveTo>
                <a:lnTo>
                  <a:pt x="20836" y="15482"/>
                </a:lnTo>
                <a:lnTo>
                  <a:pt x="20836" y="15549"/>
                </a:lnTo>
                <a:lnTo>
                  <a:pt x="20803" y="15549"/>
                </a:lnTo>
              </a:path>
              <a:path w="21600" h="21600">
                <a:moveTo>
                  <a:pt x="4389" y="15476"/>
                </a:moveTo>
                <a:lnTo>
                  <a:pt x="4409" y="15476"/>
                </a:lnTo>
                <a:lnTo>
                  <a:pt x="4409" y="15518"/>
                </a:lnTo>
                <a:lnTo>
                  <a:pt x="4389" y="15518"/>
                </a:lnTo>
              </a:path>
              <a:path w="21600" h="21600">
                <a:moveTo>
                  <a:pt x="11765" y="15467"/>
                </a:moveTo>
                <a:lnTo>
                  <a:pt x="11797" y="15467"/>
                </a:lnTo>
                <a:lnTo>
                  <a:pt x="11797" y="15534"/>
                </a:lnTo>
                <a:lnTo>
                  <a:pt x="11765" y="15534"/>
                </a:lnTo>
              </a:path>
              <a:path w="21600" h="21600">
                <a:moveTo>
                  <a:pt x="9801" y="15467"/>
                </a:moveTo>
                <a:lnTo>
                  <a:pt x="9834" y="15467"/>
                </a:lnTo>
                <a:lnTo>
                  <a:pt x="9834" y="15534"/>
                </a:lnTo>
                <a:lnTo>
                  <a:pt x="9801" y="15534"/>
                </a:lnTo>
              </a:path>
              <a:path w="21600" h="21600">
                <a:moveTo>
                  <a:pt x="13413" y="15466"/>
                </a:moveTo>
                <a:lnTo>
                  <a:pt x="13462" y="15466"/>
                </a:lnTo>
                <a:lnTo>
                  <a:pt x="13462" y="15565"/>
                </a:lnTo>
                <a:lnTo>
                  <a:pt x="13413" y="15565"/>
                </a:lnTo>
              </a:path>
              <a:path w="21600" h="21600">
                <a:moveTo>
                  <a:pt x="8137" y="15466"/>
                </a:moveTo>
                <a:lnTo>
                  <a:pt x="8185" y="15466"/>
                </a:lnTo>
                <a:lnTo>
                  <a:pt x="8185" y="15565"/>
                </a:lnTo>
                <a:lnTo>
                  <a:pt x="8137" y="15565"/>
                </a:lnTo>
              </a:path>
              <a:path w="21600" h="21600">
                <a:moveTo>
                  <a:pt x="12365" y="15456"/>
                </a:moveTo>
                <a:lnTo>
                  <a:pt x="12405" y="15456"/>
                </a:lnTo>
                <a:lnTo>
                  <a:pt x="12405" y="15537"/>
                </a:lnTo>
                <a:lnTo>
                  <a:pt x="12365" y="15537"/>
                </a:lnTo>
              </a:path>
              <a:path w="21600" h="21600">
                <a:moveTo>
                  <a:pt x="9194" y="15456"/>
                </a:moveTo>
                <a:lnTo>
                  <a:pt x="9233" y="15456"/>
                </a:lnTo>
                <a:lnTo>
                  <a:pt x="9233" y="15537"/>
                </a:lnTo>
                <a:lnTo>
                  <a:pt x="9194" y="15537"/>
                </a:lnTo>
              </a:path>
              <a:path w="21600" h="21600">
                <a:moveTo>
                  <a:pt x="20658" y="15434"/>
                </a:moveTo>
                <a:lnTo>
                  <a:pt x="20679" y="15434"/>
                </a:lnTo>
                <a:lnTo>
                  <a:pt x="20679" y="15476"/>
                </a:lnTo>
                <a:lnTo>
                  <a:pt x="20658" y="15476"/>
                </a:lnTo>
              </a:path>
              <a:path w="21600" h="21600">
                <a:moveTo>
                  <a:pt x="19148" y="15434"/>
                </a:moveTo>
                <a:lnTo>
                  <a:pt x="19169" y="15434"/>
                </a:lnTo>
                <a:lnTo>
                  <a:pt x="19169" y="15476"/>
                </a:lnTo>
                <a:lnTo>
                  <a:pt x="19148" y="15476"/>
                </a:lnTo>
              </a:path>
              <a:path w="21600" h="21600">
                <a:moveTo>
                  <a:pt x="18700" y="15434"/>
                </a:moveTo>
                <a:lnTo>
                  <a:pt x="18720" y="15434"/>
                </a:lnTo>
                <a:lnTo>
                  <a:pt x="18720" y="15476"/>
                </a:lnTo>
                <a:lnTo>
                  <a:pt x="18700" y="15476"/>
                </a:lnTo>
              </a:path>
              <a:path w="21600" h="21600">
                <a:moveTo>
                  <a:pt x="18398" y="15434"/>
                </a:moveTo>
                <a:lnTo>
                  <a:pt x="18418" y="15434"/>
                </a:lnTo>
                <a:lnTo>
                  <a:pt x="18418" y="15476"/>
                </a:lnTo>
                <a:lnTo>
                  <a:pt x="18398" y="15476"/>
                </a:lnTo>
              </a:path>
              <a:path w="21600" h="21600">
                <a:moveTo>
                  <a:pt x="17945" y="15434"/>
                </a:moveTo>
                <a:lnTo>
                  <a:pt x="17965" y="15434"/>
                </a:lnTo>
                <a:lnTo>
                  <a:pt x="17965" y="15476"/>
                </a:lnTo>
                <a:lnTo>
                  <a:pt x="17945" y="15476"/>
                </a:lnTo>
              </a:path>
              <a:path w="21600" h="21600">
                <a:moveTo>
                  <a:pt x="16435" y="15434"/>
                </a:moveTo>
                <a:lnTo>
                  <a:pt x="16455" y="15434"/>
                </a:lnTo>
                <a:lnTo>
                  <a:pt x="16455" y="15476"/>
                </a:lnTo>
                <a:lnTo>
                  <a:pt x="16435" y="15476"/>
                </a:lnTo>
              </a:path>
              <a:path w="21600" h="21600">
                <a:moveTo>
                  <a:pt x="15994" y="15434"/>
                </a:moveTo>
                <a:lnTo>
                  <a:pt x="16014" y="15434"/>
                </a:lnTo>
                <a:lnTo>
                  <a:pt x="16014" y="15476"/>
                </a:lnTo>
                <a:lnTo>
                  <a:pt x="15994" y="15476"/>
                </a:lnTo>
              </a:path>
              <a:path w="21600" h="21600">
                <a:moveTo>
                  <a:pt x="15692" y="15434"/>
                </a:moveTo>
                <a:lnTo>
                  <a:pt x="15712" y="15434"/>
                </a:lnTo>
                <a:lnTo>
                  <a:pt x="15712" y="15476"/>
                </a:lnTo>
                <a:lnTo>
                  <a:pt x="15692" y="15476"/>
                </a:lnTo>
              </a:path>
              <a:path w="21600" h="21600">
                <a:moveTo>
                  <a:pt x="15239" y="15434"/>
                </a:moveTo>
                <a:lnTo>
                  <a:pt x="15259" y="15434"/>
                </a:lnTo>
                <a:lnTo>
                  <a:pt x="15259" y="15476"/>
                </a:lnTo>
                <a:lnTo>
                  <a:pt x="15239" y="15476"/>
                </a:lnTo>
              </a:path>
              <a:path w="21600" h="21600">
                <a:moveTo>
                  <a:pt x="13729" y="15434"/>
                </a:moveTo>
                <a:lnTo>
                  <a:pt x="13750" y="15434"/>
                </a:lnTo>
                <a:lnTo>
                  <a:pt x="13750" y="15476"/>
                </a:lnTo>
                <a:lnTo>
                  <a:pt x="13729" y="15476"/>
                </a:lnTo>
              </a:path>
              <a:path w="21600" h="21600">
                <a:moveTo>
                  <a:pt x="13281" y="15434"/>
                </a:moveTo>
                <a:lnTo>
                  <a:pt x="13301" y="15434"/>
                </a:lnTo>
                <a:lnTo>
                  <a:pt x="13301" y="15476"/>
                </a:lnTo>
                <a:lnTo>
                  <a:pt x="13281" y="15476"/>
                </a:lnTo>
              </a:path>
              <a:path w="21600" h="21600">
                <a:moveTo>
                  <a:pt x="12979" y="15434"/>
                </a:moveTo>
                <a:lnTo>
                  <a:pt x="12999" y="15434"/>
                </a:lnTo>
                <a:lnTo>
                  <a:pt x="12999" y="15476"/>
                </a:lnTo>
                <a:lnTo>
                  <a:pt x="12979" y="15476"/>
                </a:lnTo>
              </a:path>
              <a:path w="21600" h="21600">
                <a:moveTo>
                  <a:pt x="12526" y="15434"/>
                </a:moveTo>
                <a:lnTo>
                  <a:pt x="12546" y="15434"/>
                </a:lnTo>
                <a:lnTo>
                  <a:pt x="12546" y="15476"/>
                </a:lnTo>
                <a:lnTo>
                  <a:pt x="12526" y="15476"/>
                </a:lnTo>
              </a:path>
              <a:path w="21600" h="21600">
                <a:moveTo>
                  <a:pt x="11016" y="15434"/>
                </a:moveTo>
                <a:lnTo>
                  <a:pt x="11036" y="15434"/>
                </a:lnTo>
                <a:lnTo>
                  <a:pt x="11036" y="15476"/>
                </a:lnTo>
                <a:lnTo>
                  <a:pt x="11016" y="15476"/>
                </a:lnTo>
              </a:path>
              <a:path w="21600" h="21600">
                <a:moveTo>
                  <a:pt x="10109" y="15434"/>
                </a:moveTo>
                <a:lnTo>
                  <a:pt x="10130" y="15434"/>
                </a:lnTo>
                <a:lnTo>
                  <a:pt x="10130" y="15476"/>
                </a:lnTo>
                <a:lnTo>
                  <a:pt x="10109" y="15476"/>
                </a:lnTo>
              </a:path>
              <a:path w="21600" h="21600">
                <a:moveTo>
                  <a:pt x="9052" y="15434"/>
                </a:moveTo>
                <a:lnTo>
                  <a:pt x="9073" y="15434"/>
                </a:lnTo>
                <a:lnTo>
                  <a:pt x="9073" y="15476"/>
                </a:lnTo>
                <a:lnTo>
                  <a:pt x="9052" y="15476"/>
                </a:lnTo>
              </a:path>
              <a:path w="21600" h="21600">
                <a:moveTo>
                  <a:pt x="8599" y="15434"/>
                </a:moveTo>
                <a:lnTo>
                  <a:pt x="8620" y="15434"/>
                </a:lnTo>
                <a:lnTo>
                  <a:pt x="8620" y="15476"/>
                </a:lnTo>
                <a:lnTo>
                  <a:pt x="8599" y="15476"/>
                </a:lnTo>
              </a:path>
              <a:path w="21600" h="21600">
                <a:moveTo>
                  <a:pt x="8297" y="15434"/>
                </a:moveTo>
                <a:lnTo>
                  <a:pt x="8318" y="15434"/>
                </a:lnTo>
                <a:lnTo>
                  <a:pt x="8318" y="15476"/>
                </a:lnTo>
                <a:lnTo>
                  <a:pt x="8297" y="15476"/>
                </a:lnTo>
              </a:path>
              <a:path w="21600" h="21600">
                <a:moveTo>
                  <a:pt x="7849" y="15434"/>
                </a:moveTo>
                <a:lnTo>
                  <a:pt x="7869" y="15434"/>
                </a:lnTo>
                <a:lnTo>
                  <a:pt x="7869" y="15476"/>
                </a:lnTo>
                <a:lnTo>
                  <a:pt x="7849" y="15476"/>
                </a:lnTo>
              </a:path>
              <a:path w="21600" h="21600">
                <a:moveTo>
                  <a:pt x="6339" y="15434"/>
                </a:moveTo>
                <a:lnTo>
                  <a:pt x="6360" y="15434"/>
                </a:lnTo>
                <a:lnTo>
                  <a:pt x="6360" y="15476"/>
                </a:lnTo>
                <a:lnTo>
                  <a:pt x="6339" y="15476"/>
                </a:lnTo>
              </a:path>
              <a:path w="21600" h="21600">
                <a:moveTo>
                  <a:pt x="5886" y="15434"/>
                </a:moveTo>
                <a:lnTo>
                  <a:pt x="5907" y="15434"/>
                </a:lnTo>
                <a:lnTo>
                  <a:pt x="5907" y="15476"/>
                </a:lnTo>
                <a:lnTo>
                  <a:pt x="5886" y="15476"/>
                </a:lnTo>
              </a:path>
              <a:path w="21600" h="21600">
                <a:moveTo>
                  <a:pt x="5584" y="15434"/>
                </a:moveTo>
                <a:lnTo>
                  <a:pt x="5605" y="15434"/>
                </a:lnTo>
                <a:lnTo>
                  <a:pt x="5605" y="15476"/>
                </a:lnTo>
                <a:lnTo>
                  <a:pt x="5584" y="15476"/>
                </a:lnTo>
              </a:path>
              <a:path w="21600" h="21600">
                <a:moveTo>
                  <a:pt x="5143" y="15434"/>
                </a:moveTo>
                <a:lnTo>
                  <a:pt x="5164" y="15434"/>
                </a:lnTo>
                <a:lnTo>
                  <a:pt x="5164" y="15476"/>
                </a:lnTo>
                <a:lnTo>
                  <a:pt x="5143" y="15476"/>
                </a:lnTo>
              </a:path>
              <a:path w="21600" h="21600">
                <a:moveTo>
                  <a:pt x="2430" y="15434"/>
                </a:moveTo>
                <a:lnTo>
                  <a:pt x="2451" y="15434"/>
                </a:lnTo>
                <a:lnTo>
                  <a:pt x="2451" y="15476"/>
                </a:lnTo>
                <a:lnTo>
                  <a:pt x="2430" y="15476"/>
                </a:lnTo>
              </a:path>
              <a:path w="21600" h="21600">
                <a:moveTo>
                  <a:pt x="921" y="15434"/>
                </a:moveTo>
                <a:lnTo>
                  <a:pt x="941" y="15434"/>
                </a:lnTo>
                <a:lnTo>
                  <a:pt x="941" y="15476"/>
                </a:lnTo>
                <a:lnTo>
                  <a:pt x="921" y="15476"/>
                </a:lnTo>
              </a:path>
              <a:path w="21600" h="21600">
                <a:moveTo>
                  <a:pt x="468" y="15434"/>
                </a:moveTo>
                <a:lnTo>
                  <a:pt x="488" y="15434"/>
                </a:lnTo>
                <a:lnTo>
                  <a:pt x="488" y="15476"/>
                </a:lnTo>
                <a:lnTo>
                  <a:pt x="468" y="15476"/>
                </a:lnTo>
              </a:path>
              <a:path w="21600" h="21600">
                <a:moveTo>
                  <a:pt x="166" y="15434"/>
                </a:moveTo>
                <a:lnTo>
                  <a:pt x="186" y="15434"/>
                </a:lnTo>
                <a:lnTo>
                  <a:pt x="186" y="15476"/>
                </a:lnTo>
                <a:lnTo>
                  <a:pt x="166" y="15476"/>
                </a:lnTo>
              </a:path>
              <a:path w="21600" h="21600">
                <a:moveTo>
                  <a:pt x="2721" y="15433"/>
                </a:moveTo>
                <a:lnTo>
                  <a:pt x="2763" y="15433"/>
                </a:lnTo>
                <a:lnTo>
                  <a:pt x="2763" y="15519"/>
                </a:lnTo>
                <a:lnTo>
                  <a:pt x="2721" y="15519"/>
                </a:lnTo>
              </a:path>
              <a:path w="21600" h="21600">
                <a:moveTo>
                  <a:pt x="19886" y="15431"/>
                </a:moveTo>
                <a:lnTo>
                  <a:pt x="19941" y="15431"/>
                </a:lnTo>
                <a:lnTo>
                  <a:pt x="19941" y="15544"/>
                </a:lnTo>
                <a:lnTo>
                  <a:pt x="19886" y="15544"/>
                </a:lnTo>
              </a:path>
              <a:path w="21600" h="21600">
                <a:moveTo>
                  <a:pt x="1670" y="15431"/>
                </a:moveTo>
                <a:lnTo>
                  <a:pt x="1701" y="15431"/>
                </a:lnTo>
                <a:lnTo>
                  <a:pt x="1701" y="15494"/>
                </a:lnTo>
                <a:lnTo>
                  <a:pt x="1670" y="15494"/>
                </a:lnTo>
              </a:path>
              <a:path w="21600" h="21600">
                <a:moveTo>
                  <a:pt x="2876" y="15425"/>
                </a:moveTo>
                <a:lnTo>
                  <a:pt x="2902" y="15425"/>
                </a:lnTo>
                <a:lnTo>
                  <a:pt x="2902" y="15478"/>
                </a:lnTo>
                <a:lnTo>
                  <a:pt x="2876" y="15478"/>
                </a:lnTo>
              </a:path>
              <a:path w="21600" h="21600">
                <a:moveTo>
                  <a:pt x="15387" y="15381"/>
                </a:moveTo>
                <a:lnTo>
                  <a:pt x="15414" y="15381"/>
                </a:lnTo>
                <a:lnTo>
                  <a:pt x="15414" y="15438"/>
                </a:lnTo>
                <a:lnTo>
                  <a:pt x="15387" y="15438"/>
                </a:lnTo>
              </a:path>
              <a:path w="21600" h="21600">
                <a:moveTo>
                  <a:pt x="20503" y="15374"/>
                </a:moveTo>
                <a:lnTo>
                  <a:pt x="20532" y="15374"/>
                </a:lnTo>
                <a:lnTo>
                  <a:pt x="20532" y="15434"/>
                </a:lnTo>
                <a:lnTo>
                  <a:pt x="20503" y="15434"/>
                </a:lnTo>
              </a:path>
              <a:path w="21600" h="21600">
                <a:moveTo>
                  <a:pt x="15084" y="15374"/>
                </a:moveTo>
                <a:lnTo>
                  <a:pt x="15113" y="15374"/>
                </a:lnTo>
                <a:lnTo>
                  <a:pt x="15113" y="15434"/>
                </a:lnTo>
                <a:lnTo>
                  <a:pt x="15084" y="15434"/>
                </a:lnTo>
              </a:path>
              <a:path w="21600" h="21600">
                <a:moveTo>
                  <a:pt x="6486" y="15374"/>
                </a:moveTo>
                <a:lnTo>
                  <a:pt x="6515" y="15374"/>
                </a:lnTo>
                <a:lnTo>
                  <a:pt x="6515" y="15434"/>
                </a:lnTo>
                <a:lnTo>
                  <a:pt x="6486" y="15434"/>
                </a:lnTo>
              </a:path>
              <a:path w="21600" h="21600">
                <a:moveTo>
                  <a:pt x="20204" y="15373"/>
                </a:moveTo>
                <a:lnTo>
                  <a:pt x="20226" y="15373"/>
                </a:lnTo>
                <a:lnTo>
                  <a:pt x="20226" y="15419"/>
                </a:lnTo>
                <a:lnTo>
                  <a:pt x="20204" y="15419"/>
                </a:lnTo>
              </a:path>
              <a:path w="21600" h="21600">
                <a:moveTo>
                  <a:pt x="14785" y="15373"/>
                </a:moveTo>
                <a:lnTo>
                  <a:pt x="14807" y="15373"/>
                </a:lnTo>
                <a:lnTo>
                  <a:pt x="14807" y="15419"/>
                </a:lnTo>
                <a:lnTo>
                  <a:pt x="14785" y="15419"/>
                </a:lnTo>
              </a:path>
              <a:path w="21600" h="21600">
                <a:moveTo>
                  <a:pt x="9504" y="15373"/>
                </a:moveTo>
                <a:lnTo>
                  <a:pt x="9527" y="15373"/>
                </a:lnTo>
                <a:lnTo>
                  <a:pt x="9527" y="15419"/>
                </a:lnTo>
                <a:lnTo>
                  <a:pt x="9504" y="15419"/>
                </a:lnTo>
              </a:path>
              <a:path w="21600" h="21600">
                <a:moveTo>
                  <a:pt x="6791" y="15373"/>
                </a:moveTo>
                <a:lnTo>
                  <a:pt x="6814" y="15373"/>
                </a:lnTo>
                <a:lnTo>
                  <a:pt x="6814" y="15419"/>
                </a:lnTo>
                <a:lnTo>
                  <a:pt x="6791" y="15419"/>
                </a:lnTo>
              </a:path>
              <a:path w="21600" h="21600">
                <a:moveTo>
                  <a:pt x="4086" y="15373"/>
                </a:moveTo>
                <a:lnTo>
                  <a:pt x="4108" y="15373"/>
                </a:lnTo>
                <a:lnTo>
                  <a:pt x="4108" y="15419"/>
                </a:lnTo>
                <a:lnTo>
                  <a:pt x="4086" y="15419"/>
                </a:lnTo>
              </a:path>
              <a:path w="21600" h="21600">
                <a:moveTo>
                  <a:pt x="10861" y="15357"/>
                </a:moveTo>
                <a:lnTo>
                  <a:pt x="10890" y="15357"/>
                </a:lnTo>
                <a:lnTo>
                  <a:pt x="10890" y="15417"/>
                </a:lnTo>
                <a:lnTo>
                  <a:pt x="10861" y="15417"/>
                </a:lnTo>
              </a:path>
              <a:path w="21600" h="21600">
                <a:moveTo>
                  <a:pt x="19297" y="15332"/>
                </a:moveTo>
                <a:lnTo>
                  <a:pt x="19321" y="15332"/>
                </a:lnTo>
                <a:lnTo>
                  <a:pt x="19321" y="15381"/>
                </a:lnTo>
                <a:lnTo>
                  <a:pt x="19297" y="15381"/>
                </a:lnTo>
              </a:path>
              <a:path w="21600" h="21600">
                <a:moveTo>
                  <a:pt x="13878" y="15332"/>
                </a:moveTo>
                <a:lnTo>
                  <a:pt x="13902" y="15332"/>
                </a:lnTo>
                <a:lnTo>
                  <a:pt x="13902" y="15381"/>
                </a:lnTo>
                <a:lnTo>
                  <a:pt x="13878" y="15381"/>
                </a:lnTo>
              </a:path>
              <a:path w="21600" h="21600">
                <a:moveTo>
                  <a:pt x="7696" y="15332"/>
                </a:moveTo>
                <a:lnTo>
                  <a:pt x="7720" y="15332"/>
                </a:lnTo>
                <a:lnTo>
                  <a:pt x="7720" y="15381"/>
                </a:lnTo>
                <a:lnTo>
                  <a:pt x="7696" y="15381"/>
                </a:lnTo>
              </a:path>
              <a:path w="21600" h="21600">
                <a:moveTo>
                  <a:pt x="2278" y="15332"/>
                </a:moveTo>
                <a:lnTo>
                  <a:pt x="2301" y="15332"/>
                </a:lnTo>
                <a:lnTo>
                  <a:pt x="2301" y="15381"/>
                </a:lnTo>
                <a:lnTo>
                  <a:pt x="2278" y="15381"/>
                </a:lnTo>
              </a:path>
              <a:path w="21600" h="21600">
                <a:moveTo>
                  <a:pt x="21259" y="15318"/>
                </a:moveTo>
                <a:lnTo>
                  <a:pt x="21285" y="15318"/>
                </a:lnTo>
                <a:lnTo>
                  <a:pt x="21285" y="15370"/>
                </a:lnTo>
                <a:lnTo>
                  <a:pt x="21259" y="15370"/>
                </a:lnTo>
              </a:path>
              <a:path w="21600" h="21600">
                <a:moveTo>
                  <a:pt x="18546" y="15318"/>
                </a:moveTo>
                <a:lnTo>
                  <a:pt x="18572" y="15318"/>
                </a:lnTo>
                <a:lnTo>
                  <a:pt x="18572" y="15370"/>
                </a:lnTo>
                <a:lnTo>
                  <a:pt x="18546" y="15370"/>
                </a:lnTo>
              </a:path>
              <a:path w="21600" h="21600">
                <a:moveTo>
                  <a:pt x="15840" y="15318"/>
                </a:moveTo>
                <a:lnTo>
                  <a:pt x="15866" y="15318"/>
                </a:lnTo>
                <a:lnTo>
                  <a:pt x="15866" y="15370"/>
                </a:lnTo>
                <a:lnTo>
                  <a:pt x="15840" y="15370"/>
                </a:lnTo>
              </a:path>
              <a:path w="21600" h="21600">
                <a:moveTo>
                  <a:pt x="13127" y="15318"/>
                </a:moveTo>
                <a:lnTo>
                  <a:pt x="13153" y="15318"/>
                </a:lnTo>
                <a:lnTo>
                  <a:pt x="13153" y="15370"/>
                </a:lnTo>
                <a:lnTo>
                  <a:pt x="13127" y="15370"/>
                </a:lnTo>
              </a:path>
              <a:path w="21600" h="21600">
                <a:moveTo>
                  <a:pt x="8446" y="15318"/>
                </a:moveTo>
                <a:lnTo>
                  <a:pt x="8472" y="15318"/>
                </a:lnTo>
                <a:lnTo>
                  <a:pt x="8472" y="15370"/>
                </a:lnTo>
                <a:lnTo>
                  <a:pt x="8446" y="15370"/>
                </a:lnTo>
              </a:path>
              <a:path w="21600" h="21600">
                <a:moveTo>
                  <a:pt x="3027" y="15318"/>
                </a:moveTo>
                <a:lnTo>
                  <a:pt x="3053" y="15318"/>
                </a:lnTo>
                <a:lnTo>
                  <a:pt x="3053" y="15370"/>
                </a:lnTo>
                <a:lnTo>
                  <a:pt x="3027" y="15370"/>
                </a:lnTo>
              </a:path>
              <a:path w="21600" h="21600">
                <a:moveTo>
                  <a:pt x="314" y="15318"/>
                </a:moveTo>
                <a:lnTo>
                  <a:pt x="340" y="15318"/>
                </a:lnTo>
                <a:lnTo>
                  <a:pt x="340" y="15370"/>
                </a:lnTo>
                <a:lnTo>
                  <a:pt x="314" y="15370"/>
                </a:lnTo>
              </a:path>
              <a:path w="21600" h="21600">
                <a:moveTo>
                  <a:pt x="16579" y="15302"/>
                </a:moveTo>
                <a:lnTo>
                  <a:pt x="16613" y="15302"/>
                </a:lnTo>
                <a:lnTo>
                  <a:pt x="16613" y="15373"/>
                </a:lnTo>
                <a:lnTo>
                  <a:pt x="16579" y="15373"/>
                </a:lnTo>
              </a:path>
              <a:path w="21600" h="21600">
                <a:moveTo>
                  <a:pt x="4986" y="15302"/>
                </a:moveTo>
                <a:lnTo>
                  <a:pt x="5020" y="15302"/>
                </a:lnTo>
                <a:lnTo>
                  <a:pt x="5020" y="15373"/>
                </a:lnTo>
                <a:lnTo>
                  <a:pt x="4986" y="15373"/>
                </a:lnTo>
              </a:path>
              <a:path w="21600" h="21600">
                <a:moveTo>
                  <a:pt x="10693" y="15294"/>
                </a:moveTo>
                <a:lnTo>
                  <a:pt x="10754" y="15294"/>
                </a:lnTo>
                <a:lnTo>
                  <a:pt x="10754" y="15418"/>
                </a:lnTo>
                <a:lnTo>
                  <a:pt x="10693" y="15418"/>
                </a:lnTo>
              </a:path>
              <a:path w="21600" h="21600">
                <a:moveTo>
                  <a:pt x="14475" y="15254"/>
                </a:moveTo>
                <a:lnTo>
                  <a:pt x="14513" y="15254"/>
                </a:lnTo>
                <a:lnTo>
                  <a:pt x="14513" y="15331"/>
                </a:lnTo>
                <a:lnTo>
                  <a:pt x="14475" y="15331"/>
                </a:lnTo>
              </a:path>
              <a:path w="21600" h="21600">
                <a:moveTo>
                  <a:pt x="7086" y="15254"/>
                </a:moveTo>
                <a:lnTo>
                  <a:pt x="7123" y="15254"/>
                </a:lnTo>
                <a:lnTo>
                  <a:pt x="7123" y="15331"/>
                </a:lnTo>
                <a:lnTo>
                  <a:pt x="7086" y="15331"/>
                </a:lnTo>
              </a:path>
              <a:path w="21600" h="21600">
                <a:moveTo>
                  <a:pt x="1065" y="15234"/>
                </a:moveTo>
                <a:lnTo>
                  <a:pt x="1098" y="15234"/>
                </a:lnTo>
                <a:lnTo>
                  <a:pt x="1098" y="15301"/>
                </a:lnTo>
                <a:lnTo>
                  <a:pt x="1065" y="15301"/>
                </a:lnTo>
              </a:path>
              <a:path w="21600" h="21600">
                <a:moveTo>
                  <a:pt x="17784" y="15223"/>
                </a:moveTo>
                <a:lnTo>
                  <a:pt x="17824" y="15223"/>
                </a:lnTo>
                <a:lnTo>
                  <a:pt x="17824" y="15304"/>
                </a:lnTo>
                <a:lnTo>
                  <a:pt x="17784" y="15304"/>
                </a:lnTo>
              </a:path>
              <a:path w="21600" h="21600">
                <a:moveTo>
                  <a:pt x="3775" y="15223"/>
                </a:moveTo>
                <a:lnTo>
                  <a:pt x="3815" y="15223"/>
                </a:lnTo>
                <a:lnTo>
                  <a:pt x="3815" y="15304"/>
                </a:lnTo>
                <a:lnTo>
                  <a:pt x="3775" y="15304"/>
                </a:lnTo>
              </a:path>
              <a:path w="21600" h="21600">
                <a:moveTo>
                  <a:pt x="19599" y="15214"/>
                </a:moveTo>
                <a:lnTo>
                  <a:pt x="19624" y="15214"/>
                </a:lnTo>
                <a:lnTo>
                  <a:pt x="19624" y="15267"/>
                </a:lnTo>
                <a:lnTo>
                  <a:pt x="19599" y="15267"/>
                </a:lnTo>
              </a:path>
              <a:path w="21600" h="21600">
                <a:moveTo>
                  <a:pt x="16885" y="15214"/>
                </a:moveTo>
                <a:lnTo>
                  <a:pt x="16911" y="15214"/>
                </a:lnTo>
                <a:lnTo>
                  <a:pt x="16911" y="15267"/>
                </a:lnTo>
                <a:lnTo>
                  <a:pt x="16885" y="15267"/>
                </a:lnTo>
              </a:path>
              <a:path w="21600" h="21600">
                <a:moveTo>
                  <a:pt x="7394" y="15214"/>
                </a:moveTo>
                <a:lnTo>
                  <a:pt x="7419" y="15214"/>
                </a:lnTo>
                <a:lnTo>
                  <a:pt x="7419" y="15267"/>
                </a:lnTo>
                <a:lnTo>
                  <a:pt x="7394" y="15267"/>
                </a:lnTo>
              </a:path>
              <a:path w="21600" h="21600">
                <a:moveTo>
                  <a:pt x="4688" y="15214"/>
                </a:moveTo>
                <a:lnTo>
                  <a:pt x="4714" y="15214"/>
                </a:lnTo>
                <a:lnTo>
                  <a:pt x="4714" y="15267"/>
                </a:lnTo>
                <a:lnTo>
                  <a:pt x="4688" y="15267"/>
                </a:lnTo>
              </a:path>
              <a:path w="21600" h="21600">
                <a:moveTo>
                  <a:pt x="1975" y="15214"/>
                </a:moveTo>
                <a:lnTo>
                  <a:pt x="2000" y="15214"/>
                </a:lnTo>
                <a:lnTo>
                  <a:pt x="2000" y="15267"/>
                </a:lnTo>
                <a:lnTo>
                  <a:pt x="1975" y="15267"/>
                </a:lnTo>
              </a:path>
              <a:path w="21600" h="21600">
                <a:moveTo>
                  <a:pt x="9185" y="15169"/>
                </a:moveTo>
                <a:lnTo>
                  <a:pt x="9242" y="15169"/>
                </a:lnTo>
                <a:lnTo>
                  <a:pt x="9242" y="15286"/>
                </a:lnTo>
                <a:lnTo>
                  <a:pt x="9185" y="15286"/>
                </a:lnTo>
              </a:path>
              <a:path w="21600" h="21600">
                <a:moveTo>
                  <a:pt x="2877" y="15164"/>
                </a:moveTo>
                <a:lnTo>
                  <a:pt x="2901" y="15164"/>
                </a:lnTo>
                <a:lnTo>
                  <a:pt x="2901" y="15213"/>
                </a:lnTo>
                <a:lnTo>
                  <a:pt x="2877" y="15213"/>
                </a:lnTo>
              </a:path>
              <a:path w="21600" h="21600">
                <a:moveTo>
                  <a:pt x="769" y="15134"/>
                </a:moveTo>
                <a:lnTo>
                  <a:pt x="791" y="15134"/>
                </a:lnTo>
                <a:lnTo>
                  <a:pt x="791" y="15179"/>
                </a:lnTo>
                <a:lnTo>
                  <a:pt x="769" y="15179"/>
                </a:lnTo>
              </a:path>
              <a:path w="21600" h="21600">
                <a:moveTo>
                  <a:pt x="20804" y="15127"/>
                </a:moveTo>
                <a:lnTo>
                  <a:pt x="20835" y="15127"/>
                </a:lnTo>
                <a:lnTo>
                  <a:pt x="20835" y="15191"/>
                </a:lnTo>
                <a:lnTo>
                  <a:pt x="20804" y="15191"/>
                </a:lnTo>
              </a:path>
              <a:path w="21600" h="21600">
                <a:moveTo>
                  <a:pt x="11766" y="15111"/>
                </a:moveTo>
                <a:lnTo>
                  <a:pt x="11797" y="15111"/>
                </a:lnTo>
                <a:lnTo>
                  <a:pt x="11797" y="15174"/>
                </a:lnTo>
                <a:lnTo>
                  <a:pt x="11766" y="15174"/>
                </a:lnTo>
              </a:path>
              <a:path w="21600" h="21600">
                <a:moveTo>
                  <a:pt x="9802" y="15111"/>
                </a:moveTo>
                <a:lnTo>
                  <a:pt x="9833" y="15111"/>
                </a:lnTo>
                <a:lnTo>
                  <a:pt x="9833" y="15174"/>
                </a:lnTo>
                <a:lnTo>
                  <a:pt x="9802" y="15174"/>
                </a:lnTo>
              </a:path>
              <a:path w="21600" h="21600">
                <a:moveTo>
                  <a:pt x="11461" y="15100"/>
                </a:moveTo>
                <a:lnTo>
                  <a:pt x="11497" y="15100"/>
                </a:lnTo>
                <a:lnTo>
                  <a:pt x="11497" y="15174"/>
                </a:lnTo>
                <a:lnTo>
                  <a:pt x="11461" y="15174"/>
                </a:lnTo>
              </a:path>
              <a:path w="21600" h="21600">
                <a:moveTo>
                  <a:pt x="20205" y="15099"/>
                </a:moveTo>
                <a:lnTo>
                  <a:pt x="20226" y="15099"/>
                </a:lnTo>
                <a:lnTo>
                  <a:pt x="20226" y="15141"/>
                </a:lnTo>
                <a:lnTo>
                  <a:pt x="20205" y="15141"/>
                </a:lnTo>
              </a:path>
              <a:path w="21600" h="21600">
                <a:moveTo>
                  <a:pt x="14786" y="15099"/>
                </a:moveTo>
                <a:lnTo>
                  <a:pt x="14807" y="15099"/>
                </a:lnTo>
                <a:lnTo>
                  <a:pt x="14807" y="15141"/>
                </a:lnTo>
                <a:lnTo>
                  <a:pt x="14786" y="15141"/>
                </a:lnTo>
              </a:path>
              <a:path w="21600" h="21600">
                <a:moveTo>
                  <a:pt x="9505" y="15099"/>
                </a:moveTo>
                <a:lnTo>
                  <a:pt x="9526" y="15099"/>
                </a:lnTo>
                <a:lnTo>
                  <a:pt x="9526" y="15141"/>
                </a:lnTo>
                <a:lnTo>
                  <a:pt x="9505" y="15141"/>
                </a:lnTo>
              </a:path>
              <a:path w="21600" h="21600">
                <a:moveTo>
                  <a:pt x="6792" y="15099"/>
                </a:moveTo>
                <a:lnTo>
                  <a:pt x="6813" y="15099"/>
                </a:lnTo>
                <a:lnTo>
                  <a:pt x="6813" y="15141"/>
                </a:lnTo>
                <a:lnTo>
                  <a:pt x="6792" y="15141"/>
                </a:lnTo>
              </a:path>
              <a:path w="21600" h="21600">
                <a:moveTo>
                  <a:pt x="4087" y="15099"/>
                </a:moveTo>
                <a:lnTo>
                  <a:pt x="4107" y="15099"/>
                </a:lnTo>
                <a:lnTo>
                  <a:pt x="4107" y="15141"/>
                </a:lnTo>
                <a:lnTo>
                  <a:pt x="4087" y="15141"/>
                </a:lnTo>
              </a:path>
              <a:path w="21600" h="21600">
                <a:moveTo>
                  <a:pt x="19887" y="15091"/>
                </a:moveTo>
                <a:lnTo>
                  <a:pt x="19940" y="15091"/>
                </a:lnTo>
                <a:lnTo>
                  <a:pt x="19940" y="15201"/>
                </a:lnTo>
                <a:lnTo>
                  <a:pt x="19887" y="15201"/>
                </a:lnTo>
              </a:path>
              <a:path w="21600" h="21600">
                <a:moveTo>
                  <a:pt x="1671" y="15091"/>
                </a:moveTo>
                <a:lnTo>
                  <a:pt x="1700" y="15091"/>
                </a:lnTo>
                <a:lnTo>
                  <a:pt x="1700" y="15151"/>
                </a:lnTo>
                <a:lnTo>
                  <a:pt x="1671" y="15151"/>
                </a:lnTo>
              </a:path>
              <a:path w="21600" h="21600">
                <a:moveTo>
                  <a:pt x="20504" y="15048"/>
                </a:moveTo>
                <a:lnTo>
                  <a:pt x="20531" y="15048"/>
                </a:lnTo>
                <a:lnTo>
                  <a:pt x="20531" y="15104"/>
                </a:lnTo>
                <a:lnTo>
                  <a:pt x="20504" y="15104"/>
                </a:lnTo>
              </a:path>
              <a:path w="21600" h="21600">
                <a:moveTo>
                  <a:pt x="15085" y="15048"/>
                </a:moveTo>
                <a:lnTo>
                  <a:pt x="15112" y="15048"/>
                </a:lnTo>
                <a:lnTo>
                  <a:pt x="15112" y="15104"/>
                </a:lnTo>
                <a:lnTo>
                  <a:pt x="15085" y="15104"/>
                </a:lnTo>
              </a:path>
              <a:path w="21600" h="21600">
                <a:moveTo>
                  <a:pt x="6487" y="15048"/>
                </a:moveTo>
                <a:lnTo>
                  <a:pt x="6514" y="15048"/>
                </a:lnTo>
                <a:lnTo>
                  <a:pt x="6514" y="15104"/>
                </a:lnTo>
                <a:lnTo>
                  <a:pt x="6487" y="15104"/>
                </a:lnTo>
              </a:path>
              <a:path w="21600" h="21600">
                <a:moveTo>
                  <a:pt x="19298" y="15045"/>
                </a:moveTo>
                <a:lnTo>
                  <a:pt x="19321" y="15045"/>
                </a:lnTo>
                <a:lnTo>
                  <a:pt x="19321" y="15090"/>
                </a:lnTo>
                <a:lnTo>
                  <a:pt x="19298" y="15090"/>
                </a:lnTo>
              </a:path>
              <a:path w="21600" h="21600">
                <a:moveTo>
                  <a:pt x="13879" y="15045"/>
                </a:moveTo>
                <a:lnTo>
                  <a:pt x="13902" y="15045"/>
                </a:lnTo>
                <a:lnTo>
                  <a:pt x="13902" y="15090"/>
                </a:lnTo>
                <a:lnTo>
                  <a:pt x="13879" y="15090"/>
                </a:lnTo>
              </a:path>
              <a:path w="21600" h="21600">
                <a:moveTo>
                  <a:pt x="7697" y="15045"/>
                </a:moveTo>
                <a:lnTo>
                  <a:pt x="7719" y="15045"/>
                </a:lnTo>
                <a:lnTo>
                  <a:pt x="7719" y="15090"/>
                </a:lnTo>
                <a:lnTo>
                  <a:pt x="7697" y="15090"/>
                </a:lnTo>
              </a:path>
              <a:path w="21600" h="21600">
                <a:moveTo>
                  <a:pt x="2278" y="15045"/>
                </a:moveTo>
                <a:lnTo>
                  <a:pt x="2301" y="15045"/>
                </a:lnTo>
                <a:lnTo>
                  <a:pt x="2301" y="15090"/>
                </a:lnTo>
                <a:lnTo>
                  <a:pt x="2278" y="15090"/>
                </a:lnTo>
              </a:path>
              <a:path w="21600" h="21600">
                <a:moveTo>
                  <a:pt x="10861" y="15030"/>
                </a:moveTo>
                <a:lnTo>
                  <a:pt x="10889" y="15030"/>
                </a:lnTo>
                <a:lnTo>
                  <a:pt x="10889" y="15087"/>
                </a:lnTo>
                <a:lnTo>
                  <a:pt x="10861" y="15087"/>
                </a:lnTo>
              </a:path>
              <a:path w="21600" h="21600">
                <a:moveTo>
                  <a:pt x="21260" y="15017"/>
                </a:moveTo>
                <a:lnTo>
                  <a:pt x="21284" y="15017"/>
                </a:lnTo>
                <a:lnTo>
                  <a:pt x="21284" y="15066"/>
                </a:lnTo>
                <a:lnTo>
                  <a:pt x="21260" y="15066"/>
                </a:lnTo>
              </a:path>
              <a:path w="21600" h="21600">
                <a:moveTo>
                  <a:pt x="18547" y="15017"/>
                </a:moveTo>
                <a:lnTo>
                  <a:pt x="18571" y="15017"/>
                </a:lnTo>
                <a:lnTo>
                  <a:pt x="18571" y="15066"/>
                </a:lnTo>
                <a:lnTo>
                  <a:pt x="18547" y="15066"/>
                </a:lnTo>
              </a:path>
              <a:path w="21600" h="21600">
                <a:moveTo>
                  <a:pt x="15841" y="15017"/>
                </a:moveTo>
                <a:lnTo>
                  <a:pt x="15865" y="15017"/>
                </a:lnTo>
                <a:lnTo>
                  <a:pt x="15865" y="15066"/>
                </a:lnTo>
                <a:lnTo>
                  <a:pt x="15841" y="15066"/>
                </a:lnTo>
              </a:path>
              <a:path w="21600" h="21600">
                <a:moveTo>
                  <a:pt x="13128" y="15017"/>
                </a:moveTo>
                <a:lnTo>
                  <a:pt x="13152" y="15017"/>
                </a:lnTo>
                <a:lnTo>
                  <a:pt x="13152" y="15066"/>
                </a:lnTo>
                <a:lnTo>
                  <a:pt x="13128" y="15066"/>
                </a:lnTo>
              </a:path>
              <a:path w="21600" h="21600">
                <a:moveTo>
                  <a:pt x="8447" y="15017"/>
                </a:moveTo>
                <a:lnTo>
                  <a:pt x="8471" y="15017"/>
                </a:lnTo>
                <a:lnTo>
                  <a:pt x="8471" y="15066"/>
                </a:lnTo>
                <a:lnTo>
                  <a:pt x="8447" y="15066"/>
                </a:lnTo>
              </a:path>
              <a:path w="21600" h="21600">
                <a:moveTo>
                  <a:pt x="3028" y="15017"/>
                </a:moveTo>
                <a:lnTo>
                  <a:pt x="3052" y="15017"/>
                </a:lnTo>
                <a:lnTo>
                  <a:pt x="3052" y="15066"/>
                </a:lnTo>
                <a:lnTo>
                  <a:pt x="3028" y="15066"/>
                </a:lnTo>
              </a:path>
              <a:path w="21600" h="21600">
                <a:moveTo>
                  <a:pt x="315" y="15017"/>
                </a:moveTo>
                <a:lnTo>
                  <a:pt x="339" y="15017"/>
                </a:lnTo>
                <a:lnTo>
                  <a:pt x="339" y="15066"/>
                </a:lnTo>
                <a:lnTo>
                  <a:pt x="315" y="15066"/>
                </a:lnTo>
              </a:path>
              <a:path w="21600" h="21600">
                <a:moveTo>
                  <a:pt x="12366" y="15005"/>
                </a:moveTo>
                <a:lnTo>
                  <a:pt x="12404" y="15005"/>
                </a:lnTo>
                <a:lnTo>
                  <a:pt x="12404" y="15083"/>
                </a:lnTo>
                <a:lnTo>
                  <a:pt x="12366" y="15083"/>
                </a:lnTo>
              </a:path>
              <a:path w="21600" h="21600">
                <a:moveTo>
                  <a:pt x="9195" y="15005"/>
                </a:moveTo>
                <a:lnTo>
                  <a:pt x="9233" y="15005"/>
                </a:lnTo>
                <a:lnTo>
                  <a:pt x="9233" y="15083"/>
                </a:lnTo>
                <a:lnTo>
                  <a:pt x="9195" y="15083"/>
                </a:lnTo>
              </a:path>
              <a:path w="21600" h="21600">
                <a:moveTo>
                  <a:pt x="2722" y="14980"/>
                </a:moveTo>
                <a:lnTo>
                  <a:pt x="2763" y="14980"/>
                </a:lnTo>
                <a:lnTo>
                  <a:pt x="2763" y="15063"/>
                </a:lnTo>
                <a:lnTo>
                  <a:pt x="2722" y="15063"/>
                </a:lnTo>
              </a:path>
              <a:path w="21600" h="21600">
                <a:moveTo>
                  <a:pt x="16580" y="14918"/>
                </a:moveTo>
                <a:lnTo>
                  <a:pt x="16613" y="14918"/>
                </a:lnTo>
                <a:lnTo>
                  <a:pt x="16613" y="14985"/>
                </a:lnTo>
                <a:lnTo>
                  <a:pt x="16580" y="14985"/>
                </a:lnTo>
              </a:path>
              <a:path w="21600" h="21600">
                <a:moveTo>
                  <a:pt x="4986" y="14918"/>
                </a:moveTo>
                <a:lnTo>
                  <a:pt x="5019" y="14918"/>
                </a:lnTo>
                <a:lnTo>
                  <a:pt x="5019" y="14985"/>
                </a:lnTo>
                <a:lnTo>
                  <a:pt x="4986" y="14985"/>
                </a:lnTo>
              </a:path>
              <a:path w="21600" h="21600">
                <a:moveTo>
                  <a:pt x="19599" y="14909"/>
                </a:moveTo>
                <a:lnTo>
                  <a:pt x="19623" y="14909"/>
                </a:lnTo>
                <a:lnTo>
                  <a:pt x="19623" y="14958"/>
                </a:lnTo>
                <a:lnTo>
                  <a:pt x="19599" y="14958"/>
                </a:lnTo>
              </a:path>
              <a:path w="21600" h="21600">
                <a:moveTo>
                  <a:pt x="16886" y="14909"/>
                </a:moveTo>
                <a:lnTo>
                  <a:pt x="16910" y="14909"/>
                </a:lnTo>
                <a:lnTo>
                  <a:pt x="16910" y="14958"/>
                </a:lnTo>
                <a:lnTo>
                  <a:pt x="16886" y="14958"/>
                </a:lnTo>
              </a:path>
              <a:path w="21600" h="21600">
                <a:moveTo>
                  <a:pt x="7394" y="14909"/>
                </a:moveTo>
                <a:lnTo>
                  <a:pt x="7418" y="14909"/>
                </a:lnTo>
                <a:lnTo>
                  <a:pt x="7418" y="14958"/>
                </a:lnTo>
                <a:lnTo>
                  <a:pt x="7394" y="14958"/>
                </a:lnTo>
              </a:path>
              <a:path w="21600" h="21600">
                <a:moveTo>
                  <a:pt x="4689" y="14909"/>
                </a:moveTo>
                <a:lnTo>
                  <a:pt x="4713" y="14909"/>
                </a:lnTo>
                <a:lnTo>
                  <a:pt x="4713" y="14958"/>
                </a:lnTo>
                <a:lnTo>
                  <a:pt x="4689" y="14958"/>
                </a:lnTo>
              </a:path>
              <a:path w="21600" h="21600">
                <a:moveTo>
                  <a:pt x="1976" y="14909"/>
                </a:moveTo>
                <a:lnTo>
                  <a:pt x="2000" y="14909"/>
                </a:lnTo>
                <a:lnTo>
                  <a:pt x="2000" y="14958"/>
                </a:lnTo>
                <a:lnTo>
                  <a:pt x="1976" y="14958"/>
                </a:lnTo>
              </a:path>
              <a:path w="21600" h="21600">
                <a:moveTo>
                  <a:pt x="1066" y="14908"/>
                </a:moveTo>
                <a:lnTo>
                  <a:pt x="1097" y="14908"/>
                </a:lnTo>
                <a:lnTo>
                  <a:pt x="1097" y="14971"/>
                </a:lnTo>
                <a:lnTo>
                  <a:pt x="1066" y="14971"/>
                </a:lnTo>
              </a:path>
              <a:path w="21600" h="21600">
                <a:moveTo>
                  <a:pt x="2878" y="14903"/>
                </a:moveTo>
                <a:lnTo>
                  <a:pt x="2900" y="14903"/>
                </a:lnTo>
                <a:lnTo>
                  <a:pt x="2900" y="14948"/>
                </a:lnTo>
                <a:lnTo>
                  <a:pt x="2878" y="14948"/>
                </a:lnTo>
              </a:path>
              <a:path w="21600" h="21600">
                <a:moveTo>
                  <a:pt x="15387" y="14884"/>
                </a:moveTo>
                <a:lnTo>
                  <a:pt x="15413" y="14884"/>
                </a:lnTo>
                <a:lnTo>
                  <a:pt x="15413" y="14937"/>
                </a:lnTo>
                <a:lnTo>
                  <a:pt x="15387" y="14937"/>
                </a:lnTo>
              </a:path>
              <a:path w="21600" h="21600">
                <a:moveTo>
                  <a:pt x="10694" y="14875"/>
                </a:moveTo>
                <a:lnTo>
                  <a:pt x="10753" y="14875"/>
                </a:lnTo>
                <a:lnTo>
                  <a:pt x="10753" y="14996"/>
                </a:lnTo>
                <a:lnTo>
                  <a:pt x="10694" y="14996"/>
                </a:lnTo>
              </a:path>
              <a:path w="21600" h="21600">
                <a:moveTo>
                  <a:pt x="13414" y="14852"/>
                </a:moveTo>
                <a:lnTo>
                  <a:pt x="13461" y="14852"/>
                </a:lnTo>
                <a:lnTo>
                  <a:pt x="13461" y="14948"/>
                </a:lnTo>
                <a:lnTo>
                  <a:pt x="13414" y="14948"/>
                </a:lnTo>
              </a:path>
              <a:path w="21600" h="21600">
                <a:moveTo>
                  <a:pt x="8138" y="14852"/>
                </a:moveTo>
                <a:lnTo>
                  <a:pt x="8185" y="14852"/>
                </a:lnTo>
                <a:lnTo>
                  <a:pt x="8185" y="14948"/>
                </a:lnTo>
                <a:lnTo>
                  <a:pt x="8138" y="14948"/>
                </a:lnTo>
              </a:path>
              <a:path w="21600" h="21600">
                <a:moveTo>
                  <a:pt x="14476" y="14818"/>
                </a:moveTo>
                <a:lnTo>
                  <a:pt x="14512" y="14818"/>
                </a:lnTo>
                <a:lnTo>
                  <a:pt x="14512" y="14892"/>
                </a:lnTo>
                <a:lnTo>
                  <a:pt x="14476" y="14892"/>
                </a:lnTo>
              </a:path>
              <a:path w="21600" h="21600">
                <a:moveTo>
                  <a:pt x="7086" y="14818"/>
                </a:moveTo>
                <a:lnTo>
                  <a:pt x="7123" y="14818"/>
                </a:lnTo>
                <a:lnTo>
                  <a:pt x="7123" y="14892"/>
                </a:lnTo>
                <a:lnTo>
                  <a:pt x="7086" y="14892"/>
                </a:lnTo>
              </a:path>
              <a:path w="21600" h="21600">
                <a:moveTo>
                  <a:pt x="770" y="14779"/>
                </a:moveTo>
                <a:lnTo>
                  <a:pt x="790" y="14779"/>
                </a:lnTo>
                <a:lnTo>
                  <a:pt x="790" y="14821"/>
                </a:lnTo>
                <a:lnTo>
                  <a:pt x="770" y="14821"/>
                </a:lnTo>
              </a:path>
              <a:path w="21600" h="21600">
                <a:moveTo>
                  <a:pt x="20805" y="14772"/>
                </a:moveTo>
                <a:lnTo>
                  <a:pt x="20834" y="14772"/>
                </a:lnTo>
                <a:lnTo>
                  <a:pt x="20834" y="14832"/>
                </a:lnTo>
                <a:lnTo>
                  <a:pt x="20805" y="14832"/>
                </a:lnTo>
              </a:path>
              <a:path w="21600" h="21600">
                <a:moveTo>
                  <a:pt x="19299" y="14758"/>
                </a:moveTo>
                <a:lnTo>
                  <a:pt x="19320" y="14758"/>
                </a:lnTo>
                <a:lnTo>
                  <a:pt x="19320" y="14800"/>
                </a:lnTo>
                <a:lnTo>
                  <a:pt x="19299" y="14800"/>
                </a:lnTo>
              </a:path>
              <a:path w="21600" h="21600">
                <a:moveTo>
                  <a:pt x="13880" y="14758"/>
                </a:moveTo>
                <a:lnTo>
                  <a:pt x="13901" y="14758"/>
                </a:lnTo>
                <a:lnTo>
                  <a:pt x="13901" y="14800"/>
                </a:lnTo>
                <a:lnTo>
                  <a:pt x="13880" y="14800"/>
                </a:lnTo>
              </a:path>
              <a:path w="21600" h="21600">
                <a:moveTo>
                  <a:pt x="7698" y="14758"/>
                </a:moveTo>
                <a:lnTo>
                  <a:pt x="7718" y="14758"/>
                </a:lnTo>
                <a:lnTo>
                  <a:pt x="7718" y="14800"/>
                </a:lnTo>
                <a:lnTo>
                  <a:pt x="7698" y="14800"/>
                </a:lnTo>
              </a:path>
              <a:path w="21600" h="21600">
                <a:moveTo>
                  <a:pt x="2279" y="14758"/>
                </a:moveTo>
                <a:lnTo>
                  <a:pt x="2300" y="14758"/>
                </a:lnTo>
                <a:lnTo>
                  <a:pt x="2300" y="14800"/>
                </a:lnTo>
                <a:lnTo>
                  <a:pt x="2279" y="14800"/>
                </a:lnTo>
              </a:path>
              <a:path w="21600" h="21600">
                <a:moveTo>
                  <a:pt x="17785" y="14756"/>
                </a:moveTo>
                <a:lnTo>
                  <a:pt x="17823" y="14756"/>
                </a:lnTo>
                <a:lnTo>
                  <a:pt x="17823" y="14834"/>
                </a:lnTo>
                <a:lnTo>
                  <a:pt x="17785" y="14834"/>
                </a:lnTo>
              </a:path>
              <a:path w="21600" h="21600">
                <a:moveTo>
                  <a:pt x="3776" y="14756"/>
                </a:moveTo>
                <a:lnTo>
                  <a:pt x="3814" y="14756"/>
                </a:lnTo>
                <a:lnTo>
                  <a:pt x="3814" y="14834"/>
                </a:lnTo>
                <a:lnTo>
                  <a:pt x="3776" y="14834"/>
                </a:lnTo>
              </a:path>
              <a:path w="21600" h="21600">
                <a:moveTo>
                  <a:pt x="11766" y="14755"/>
                </a:moveTo>
                <a:lnTo>
                  <a:pt x="11796" y="14755"/>
                </a:lnTo>
                <a:lnTo>
                  <a:pt x="11796" y="14815"/>
                </a:lnTo>
                <a:lnTo>
                  <a:pt x="11766" y="14815"/>
                </a:lnTo>
              </a:path>
              <a:path w="21600" h="21600">
                <a:moveTo>
                  <a:pt x="9803" y="14755"/>
                </a:moveTo>
                <a:lnTo>
                  <a:pt x="9832" y="14755"/>
                </a:lnTo>
                <a:lnTo>
                  <a:pt x="9832" y="14815"/>
                </a:lnTo>
                <a:lnTo>
                  <a:pt x="9803" y="14815"/>
                </a:lnTo>
              </a:path>
              <a:path w="21600" h="21600">
                <a:moveTo>
                  <a:pt x="1672" y="14752"/>
                </a:moveTo>
                <a:lnTo>
                  <a:pt x="1699" y="14752"/>
                </a:lnTo>
                <a:lnTo>
                  <a:pt x="1699" y="14808"/>
                </a:lnTo>
                <a:lnTo>
                  <a:pt x="1672" y="14808"/>
                </a:lnTo>
              </a:path>
              <a:path w="21600" h="21600">
                <a:moveTo>
                  <a:pt x="19887" y="14752"/>
                </a:moveTo>
                <a:lnTo>
                  <a:pt x="19939" y="14752"/>
                </a:lnTo>
                <a:lnTo>
                  <a:pt x="19939" y="14858"/>
                </a:lnTo>
                <a:lnTo>
                  <a:pt x="19887" y="14858"/>
                </a:lnTo>
              </a:path>
              <a:path w="21600" h="21600">
                <a:moveTo>
                  <a:pt x="20504" y="14722"/>
                </a:moveTo>
                <a:lnTo>
                  <a:pt x="20530" y="14722"/>
                </a:lnTo>
                <a:lnTo>
                  <a:pt x="20530" y="14774"/>
                </a:lnTo>
                <a:lnTo>
                  <a:pt x="20504" y="14774"/>
                </a:lnTo>
              </a:path>
              <a:path w="21600" h="21600">
                <a:moveTo>
                  <a:pt x="15085" y="14722"/>
                </a:moveTo>
                <a:lnTo>
                  <a:pt x="15111" y="14722"/>
                </a:lnTo>
                <a:lnTo>
                  <a:pt x="15111" y="14774"/>
                </a:lnTo>
                <a:lnTo>
                  <a:pt x="15085" y="14774"/>
                </a:lnTo>
              </a:path>
              <a:path w="21600" h="21600">
                <a:moveTo>
                  <a:pt x="6488" y="14722"/>
                </a:moveTo>
                <a:lnTo>
                  <a:pt x="6513" y="14722"/>
                </a:lnTo>
                <a:lnTo>
                  <a:pt x="6513" y="14774"/>
                </a:lnTo>
                <a:lnTo>
                  <a:pt x="6488" y="14774"/>
                </a:lnTo>
              </a:path>
              <a:path w="21600" h="21600">
                <a:moveTo>
                  <a:pt x="9186" y="14718"/>
                </a:moveTo>
                <a:lnTo>
                  <a:pt x="9241" y="14718"/>
                </a:lnTo>
                <a:lnTo>
                  <a:pt x="9241" y="14831"/>
                </a:lnTo>
                <a:lnTo>
                  <a:pt x="9186" y="14831"/>
                </a:lnTo>
              </a:path>
              <a:path w="21600" h="21600">
                <a:moveTo>
                  <a:pt x="21261" y="14717"/>
                </a:moveTo>
                <a:lnTo>
                  <a:pt x="21283" y="14717"/>
                </a:lnTo>
                <a:lnTo>
                  <a:pt x="21283" y="14762"/>
                </a:lnTo>
                <a:lnTo>
                  <a:pt x="21261" y="14762"/>
                </a:lnTo>
              </a:path>
              <a:path w="21600" h="21600">
                <a:moveTo>
                  <a:pt x="18548" y="14717"/>
                </a:moveTo>
                <a:lnTo>
                  <a:pt x="18570" y="14717"/>
                </a:lnTo>
                <a:lnTo>
                  <a:pt x="18570" y="14762"/>
                </a:lnTo>
                <a:lnTo>
                  <a:pt x="18548" y="14762"/>
                </a:lnTo>
              </a:path>
              <a:path w="21600" h="21600">
                <a:moveTo>
                  <a:pt x="15842" y="14717"/>
                </a:moveTo>
                <a:lnTo>
                  <a:pt x="15864" y="14717"/>
                </a:lnTo>
                <a:lnTo>
                  <a:pt x="15864" y="14762"/>
                </a:lnTo>
                <a:lnTo>
                  <a:pt x="15842" y="14762"/>
                </a:lnTo>
              </a:path>
              <a:path w="21600" h="21600">
                <a:moveTo>
                  <a:pt x="13129" y="14717"/>
                </a:moveTo>
                <a:lnTo>
                  <a:pt x="13151" y="14717"/>
                </a:lnTo>
                <a:lnTo>
                  <a:pt x="13151" y="14762"/>
                </a:lnTo>
                <a:lnTo>
                  <a:pt x="13129" y="14762"/>
                </a:lnTo>
              </a:path>
              <a:path w="21600" h="21600">
                <a:moveTo>
                  <a:pt x="8448" y="14717"/>
                </a:moveTo>
                <a:lnTo>
                  <a:pt x="8470" y="14717"/>
                </a:lnTo>
                <a:lnTo>
                  <a:pt x="8470" y="14762"/>
                </a:lnTo>
                <a:lnTo>
                  <a:pt x="8448" y="14762"/>
                </a:lnTo>
              </a:path>
              <a:path w="21600" h="21600">
                <a:moveTo>
                  <a:pt x="3029" y="14717"/>
                </a:moveTo>
                <a:lnTo>
                  <a:pt x="3051" y="14717"/>
                </a:lnTo>
                <a:lnTo>
                  <a:pt x="3051" y="14762"/>
                </a:lnTo>
                <a:lnTo>
                  <a:pt x="3029" y="14762"/>
                </a:lnTo>
              </a:path>
              <a:path w="21600" h="21600">
                <a:moveTo>
                  <a:pt x="316" y="14717"/>
                </a:moveTo>
                <a:lnTo>
                  <a:pt x="338" y="14717"/>
                </a:lnTo>
                <a:lnTo>
                  <a:pt x="338" y="14762"/>
                </a:lnTo>
                <a:lnTo>
                  <a:pt x="316" y="14762"/>
                </a:lnTo>
              </a:path>
              <a:path w="21600" h="21600">
                <a:moveTo>
                  <a:pt x="10862" y="14703"/>
                </a:moveTo>
                <a:lnTo>
                  <a:pt x="10888" y="14703"/>
                </a:lnTo>
                <a:lnTo>
                  <a:pt x="10888" y="14756"/>
                </a:lnTo>
                <a:lnTo>
                  <a:pt x="10862" y="14756"/>
                </a:lnTo>
              </a:path>
              <a:path w="21600" h="21600">
                <a:moveTo>
                  <a:pt x="11462" y="14681"/>
                </a:moveTo>
                <a:lnTo>
                  <a:pt x="11496" y="14681"/>
                </a:lnTo>
                <a:lnTo>
                  <a:pt x="11496" y="14751"/>
                </a:lnTo>
                <a:lnTo>
                  <a:pt x="11462" y="14751"/>
                </a:lnTo>
              </a:path>
              <a:path w="21600" h="21600">
                <a:moveTo>
                  <a:pt x="2879" y="14642"/>
                </a:moveTo>
                <a:lnTo>
                  <a:pt x="2899" y="14642"/>
                </a:lnTo>
                <a:lnTo>
                  <a:pt x="2899" y="14683"/>
                </a:lnTo>
                <a:lnTo>
                  <a:pt x="2879" y="14683"/>
                </a:lnTo>
              </a:path>
              <a:path w="21600" h="21600">
                <a:moveTo>
                  <a:pt x="19600" y="14605"/>
                </a:moveTo>
                <a:lnTo>
                  <a:pt x="19623" y="14605"/>
                </a:lnTo>
                <a:lnTo>
                  <a:pt x="19623" y="14650"/>
                </a:lnTo>
                <a:lnTo>
                  <a:pt x="19600" y="14650"/>
                </a:lnTo>
              </a:path>
              <a:path w="21600" h="21600">
                <a:moveTo>
                  <a:pt x="16887" y="14605"/>
                </a:moveTo>
                <a:lnTo>
                  <a:pt x="16909" y="14605"/>
                </a:lnTo>
                <a:lnTo>
                  <a:pt x="16909" y="14650"/>
                </a:lnTo>
                <a:lnTo>
                  <a:pt x="16887" y="14650"/>
                </a:lnTo>
              </a:path>
              <a:path w="21600" h="21600">
                <a:moveTo>
                  <a:pt x="7395" y="14605"/>
                </a:moveTo>
                <a:lnTo>
                  <a:pt x="7417" y="14605"/>
                </a:lnTo>
                <a:lnTo>
                  <a:pt x="7417" y="14650"/>
                </a:lnTo>
                <a:lnTo>
                  <a:pt x="7395" y="14650"/>
                </a:lnTo>
              </a:path>
              <a:path w="21600" h="21600">
                <a:moveTo>
                  <a:pt x="4690" y="14605"/>
                </a:moveTo>
                <a:lnTo>
                  <a:pt x="4712" y="14605"/>
                </a:lnTo>
                <a:lnTo>
                  <a:pt x="4712" y="14650"/>
                </a:lnTo>
                <a:lnTo>
                  <a:pt x="4690" y="14650"/>
                </a:lnTo>
              </a:path>
              <a:path w="21600" h="21600">
                <a:moveTo>
                  <a:pt x="1976" y="14605"/>
                </a:moveTo>
                <a:lnTo>
                  <a:pt x="1999" y="14605"/>
                </a:lnTo>
                <a:lnTo>
                  <a:pt x="1999" y="14650"/>
                </a:lnTo>
                <a:lnTo>
                  <a:pt x="1976" y="14650"/>
                </a:lnTo>
              </a:path>
              <a:path w="21600" h="21600">
                <a:moveTo>
                  <a:pt x="1067" y="14582"/>
                </a:moveTo>
                <a:lnTo>
                  <a:pt x="1096" y="14582"/>
                </a:lnTo>
                <a:lnTo>
                  <a:pt x="1096" y="14641"/>
                </a:lnTo>
                <a:lnTo>
                  <a:pt x="1067" y="14641"/>
                </a:lnTo>
              </a:path>
              <a:path w="21600" h="21600">
                <a:moveTo>
                  <a:pt x="12367" y="14554"/>
                </a:moveTo>
                <a:lnTo>
                  <a:pt x="12403" y="14554"/>
                </a:lnTo>
                <a:lnTo>
                  <a:pt x="12403" y="14628"/>
                </a:lnTo>
                <a:lnTo>
                  <a:pt x="12367" y="14628"/>
                </a:lnTo>
              </a:path>
              <a:path w="21600" h="21600">
                <a:moveTo>
                  <a:pt x="9196" y="14554"/>
                </a:moveTo>
                <a:lnTo>
                  <a:pt x="9232" y="14554"/>
                </a:lnTo>
                <a:lnTo>
                  <a:pt x="9232" y="14628"/>
                </a:lnTo>
                <a:lnTo>
                  <a:pt x="9196" y="14628"/>
                </a:lnTo>
              </a:path>
              <a:path w="21600" h="21600">
                <a:moveTo>
                  <a:pt x="16581" y="14533"/>
                </a:moveTo>
                <a:lnTo>
                  <a:pt x="16612" y="14533"/>
                </a:lnTo>
                <a:lnTo>
                  <a:pt x="16612" y="14596"/>
                </a:lnTo>
                <a:lnTo>
                  <a:pt x="16581" y="14596"/>
                </a:lnTo>
              </a:path>
              <a:path w="21600" h="21600">
                <a:moveTo>
                  <a:pt x="4987" y="14533"/>
                </a:moveTo>
                <a:lnTo>
                  <a:pt x="5018" y="14533"/>
                </a:lnTo>
                <a:lnTo>
                  <a:pt x="5018" y="14596"/>
                </a:lnTo>
                <a:lnTo>
                  <a:pt x="4987" y="14596"/>
                </a:lnTo>
              </a:path>
              <a:path w="21600" h="21600">
                <a:moveTo>
                  <a:pt x="2723" y="14527"/>
                </a:moveTo>
                <a:lnTo>
                  <a:pt x="2762" y="14527"/>
                </a:lnTo>
                <a:lnTo>
                  <a:pt x="2762" y="14607"/>
                </a:lnTo>
                <a:lnTo>
                  <a:pt x="2723" y="14607"/>
                </a:lnTo>
              </a:path>
              <a:path w="21600" h="21600">
                <a:moveTo>
                  <a:pt x="10695" y="14457"/>
                </a:moveTo>
                <a:lnTo>
                  <a:pt x="10752" y="14457"/>
                </a:lnTo>
                <a:lnTo>
                  <a:pt x="10752" y="14574"/>
                </a:lnTo>
                <a:lnTo>
                  <a:pt x="10695" y="14574"/>
                </a:lnTo>
              </a:path>
              <a:path w="21600" h="21600">
                <a:moveTo>
                  <a:pt x="20806" y="14417"/>
                </a:moveTo>
                <a:lnTo>
                  <a:pt x="20833" y="14417"/>
                </a:lnTo>
                <a:lnTo>
                  <a:pt x="20833" y="14474"/>
                </a:lnTo>
                <a:lnTo>
                  <a:pt x="20806" y="14474"/>
                </a:lnTo>
              </a:path>
              <a:path w="21600" h="21600">
                <a:moveTo>
                  <a:pt x="21262" y="14417"/>
                </a:moveTo>
                <a:lnTo>
                  <a:pt x="21282" y="14417"/>
                </a:lnTo>
                <a:lnTo>
                  <a:pt x="21282" y="14458"/>
                </a:lnTo>
                <a:lnTo>
                  <a:pt x="21262" y="14458"/>
                </a:lnTo>
              </a:path>
              <a:path w="21600" h="21600">
                <a:moveTo>
                  <a:pt x="18549" y="14417"/>
                </a:moveTo>
                <a:lnTo>
                  <a:pt x="18569" y="14417"/>
                </a:lnTo>
                <a:lnTo>
                  <a:pt x="18569" y="14458"/>
                </a:lnTo>
                <a:lnTo>
                  <a:pt x="18549" y="14458"/>
                </a:lnTo>
              </a:path>
              <a:path w="21600" h="21600">
                <a:moveTo>
                  <a:pt x="15843" y="14417"/>
                </a:moveTo>
                <a:lnTo>
                  <a:pt x="15863" y="14417"/>
                </a:lnTo>
                <a:lnTo>
                  <a:pt x="15863" y="14458"/>
                </a:lnTo>
                <a:lnTo>
                  <a:pt x="15843" y="14458"/>
                </a:lnTo>
              </a:path>
              <a:path w="21600" h="21600">
                <a:moveTo>
                  <a:pt x="13130" y="14417"/>
                </a:moveTo>
                <a:lnTo>
                  <a:pt x="13150" y="14417"/>
                </a:lnTo>
                <a:lnTo>
                  <a:pt x="13150" y="14458"/>
                </a:lnTo>
                <a:lnTo>
                  <a:pt x="13130" y="14458"/>
                </a:lnTo>
              </a:path>
              <a:path w="21600" h="21600">
                <a:moveTo>
                  <a:pt x="8448" y="14417"/>
                </a:moveTo>
                <a:lnTo>
                  <a:pt x="8469" y="14417"/>
                </a:lnTo>
                <a:lnTo>
                  <a:pt x="8469" y="14458"/>
                </a:lnTo>
                <a:lnTo>
                  <a:pt x="8448" y="14458"/>
                </a:lnTo>
              </a:path>
              <a:path w="21600" h="21600">
                <a:moveTo>
                  <a:pt x="3030" y="14417"/>
                </a:moveTo>
                <a:lnTo>
                  <a:pt x="3050" y="14417"/>
                </a:lnTo>
                <a:lnTo>
                  <a:pt x="3050" y="14458"/>
                </a:lnTo>
                <a:lnTo>
                  <a:pt x="3030" y="14458"/>
                </a:lnTo>
              </a:path>
              <a:path w="21600" h="21600">
                <a:moveTo>
                  <a:pt x="317" y="14417"/>
                </a:moveTo>
                <a:lnTo>
                  <a:pt x="337" y="14417"/>
                </a:lnTo>
                <a:lnTo>
                  <a:pt x="337" y="14458"/>
                </a:lnTo>
                <a:lnTo>
                  <a:pt x="317" y="14458"/>
                </a:lnTo>
              </a:path>
              <a:path w="21600" h="21600">
                <a:moveTo>
                  <a:pt x="1673" y="14412"/>
                </a:moveTo>
                <a:lnTo>
                  <a:pt x="1698" y="14412"/>
                </a:lnTo>
                <a:lnTo>
                  <a:pt x="1698" y="14465"/>
                </a:lnTo>
                <a:lnTo>
                  <a:pt x="1673" y="14465"/>
                </a:lnTo>
              </a:path>
              <a:path w="21600" h="21600">
                <a:moveTo>
                  <a:pt x="19888" y="14412"/>
                </a:moveTo>
                <a:lnTo>
                  <a:pt x="19938" y="14412"/>
                </a:lnTo>
                <a:lnTo>
                  <a:pt x="19938" y="14514"/>
                </a:lnTo>
                <a:lnTo>
                  <a:pt x="19888" y="14514"/>
                </a:lnTo>
              </a:path>
              <a:path w="21600" h="21600">
                <a:moveTo>
                  <a:pt x="11767" y="14400"/>
                </a:moveTo>
                <a:lnTo>
                  <a:pt x="11795" y="14400"/>
                </a:lnTo>
                <a:lnTo>
                  <a:pt x="11795" y="14456"/>
                </a:lnTo>
                <a:lnTo>
                  <a:pt x="11767" y="14456"/>
                </a:lnTo>
              </a:path>
              <a:path w="21600" h="21600">
                <a:moveTo>
                  <a:pt x="9804" y="14400"/>
                </a:moveTo>
                <a:lnTo>
                  <a:pt x="9831" y="14400"/>
                </a:lnTo>
                <a:lnTo>
                  <a:pt x="9831" y="14456"/>
                </a:lnTo>
                <a:lnTo>
                  <a:pt x="9804" y="14456"/>
                </a:lnTo>
              </a:path>
              <a:path w="21600" h="21600">
                <a:moveTo>
                  <a:pt x="20505" y="14396"/>
                </a:moveTo>
                <a:lnTo>
                  <a:pt x="20529" y="14396"/>
                </a:lnTo>
                <a:lnTo>
                  <a:pt x="20529" y="14444"/>
                </a:lnTo>
                <a:lnTo>
                  <a:pt x="20505" y="14444"/>
                </a:lnTo>
              </a:path>
              <a:path w="21600" h="21600">
                <a:moveTo>
                  <a:pt x="15086" y="14396"/>
                </a:moveTo>
                <a:lnTo>
                  <a:pt x="15110" y="14396"/>
                </a:lnTo>
                <a:lnTo>
                  <a:pt x="15110" y="14444"/>
                </a:lnTo>
                <a:lnTo>
                  <a:pt x="15086" y="14444"/>
                </a:lnTo>
              </a:path>
              <a:path w="21600" h="21600">
                <a:moveTo>
                  <a:pt x="6489" y="14396"/>
                </a:moveTo>
                <a:lnTo>
                  <a:pt x="6512" y="14396"/>
                </a:lnTo>
                <a:lnTo>
                  <a:pt x="6512" y="14444"/>
                </a:lnTo>
                <a:lnTo>
                  <a:pt x="6489" y="14444"/>
                </a:lnTo>
              </a:path>
              <a:path w="21600" h="21600">
                <a:moveTo>
                  <a:pt x="15388" y="14387"/>
                </a:moveTo>
                <a:lnTo>
                  <a:pt x="15412" y="14387"/>
                </a:lnTo>
                <a:lnTo>
                  <a:pt x="15412" y="14436"/>
                </a:lnTo>
                <a:lnTo>
                  <a:pt x="15388" y="14436"/>
                </a:lnTo>
              </a:path>
              <a:path w="21600" h="21600">
                <a:moveTo>
                  <a:pt x="14477" y="14382"/>
                </a:moveTo>
                <a:lnTo>
                  <a:pt x="14511" y="14382"/>
                </a:lnTo>
                <a:lnTo>
                  <a:pt x="14511" y="14453"/>
                </a:lnTo>
                <a:lnTo>
                  <a:pt x="14477" y="14453"/>
                </a:lnTo>
              </a:path>
              <a:path w="21600" h="21600">
                <a:moveTo>
                  <a:pt x="7087" y="14382"/>
                </a:moveTo>
                <a:lnTo>
                  <a:pt x="7122" y="14382"/>
                </a:lnTo>
                <a:lnTo>
                  <a:pt x="7122" y="14453"/>
                </a:lnTo>
                <a:lnTo>
                  <a:pt x="7087" y="14453"/>
                </a:lnTo>
              </a:path>
              <a:path w="21600" h="21600">
                <a:moveTo>
                  <a:pt x="10863" y="14376"/>
                </a:moveTo>
                <a:lnTo>
                  <a:pt x="10887" y="14376"/>
                </a:lnTo>
                <a:lnTo>
                  <a:pt x="10887" y="14425"/>
                </a:lnTo>
                <a:lnTo>
                  <a:pt x="10863" y="14425"/>
                </a:lnTo>
              </a:path>
              <a:path w="21600" h="21600">
                <a:moveTo>
                  <a:pt x="19601" y="14300"/>
                </a:moveTo>
                <a:lnTo>
                  <a:pt x="19622" y="14300"/>
                </a:lnTo>
                <a:lnTo>
                  <a:pt x="19622" y="14342"/>
                </a:lnTo>
                <a:lnTo>
                  <a:pt x="19601" y="14342"/>
                </a:lnTo>
              </a:path>
              <a:path w="21600" h="21600">
                <a:moveTo>
                  <a:pt x="16888" y="14300"/>
                </a:moveTo>
                <a:lnTo>
                  <a:pt x="16908" y="14300"/>
                </a:lnTo>
                <a:lnTo>
                  <a:pt x="16908" y="14342"/>
                </a:lnTo>
                <a:lnTo>
                  <a:pt x="16888" y="14342"/>
                </a:lnTo>
              </a:path>
              <a:path w="21600" h="21600">
                <a:moveTo>
                  <a:pt x="7396" y="14300"/>
                </a:moveTo>
                <a:lnTo>
                  <a:pt x="7417" y="14300"/>
                </a:lnTo>
                <a:lnTo>
                  <a:pt x="7417" y="14342"/>
                </a:lnTo>
                <a:lnTo>
                  <a:pt x="7396" y="14342"/>
                </a:lnTo>
              </a:path>
              <a:path w="21600" h="21600">
                <a:moveTo>
                  <a:pt x="4691" y="14300"/>
                </a:moveTo>
                <a:lnTo>
                  <a:pt x="4711" y="14300"/>
                </a:lnTo>
                <a:lnTo>
                  <a:pt x="4711" y="14342"/>
                </a:lnTo>
                <a:lnTo>
                  <a:pt x="4691" y="14342"/>
                </a:lnTo>
              </a:path>
              <a:path w="21600" h="21600">
                <a:moveTo>
                  <a:pt x="1977" y="14300"/>
                </a:moveTo>
                <a:lnTo>
                  <a:pt x="1998" y="14300"/>
                </a:lnTo>
                <a:lnTo>
                  <a:pt x="1998" y="14342"/>
                </a:lnTo>
                <a:lnTo>
                  <a:pt x="1977" y="14342"/>
                </a:lnTo>
              </a:path>
              <a:path w="21600" h="21600">
                <a:moveTo>
                  <a:pt x="17786" y="14289"/>
                </a:moveTo>
                <a:lnTo>
                  <a:pt x="17822" y="14289"/>
                </a:lnTo>
                <a:lnTo>
                  <a:pt x="17822" y="14364"/>
                </a:lnTo>
                <a:lnTo>
                  <a:pt x="17786" y="14364"/>
                </a:lnTo>
              </a:path>
              <a:path w="21600" h="21600">
                <a:moveTo>
                  <a:pt x="3777" y="14289"/>
                </a:moveTo>
                <a:lnTo>
                  <a:pt x="3813" y="14289"/>
                </a:lnTo>
                <a:lnTo>
                  <a:pt x="3813" y="14364"/>
                </a:lnTo>
                <a:lnTo>
                  <a:pt x="3777" y="14364"/>
                </a:lnTo>
              </a:path>
              <a:path w="21600" h="21600">
                <a:moveTo>
                  <a:pt x="9187" y="14267"/>
                </a:moveTo>
                <a:lnTo>
                  <a:pt x="9240" y="14267"/>
                </a:lnTo>
                <a:lnTo>
                  <a:pt x="9240" y="14376"/>
                </a:lnTo>
                <a:lnTo>
                  <a:pt x="9187" y="14376"/>
                </a:lnTo>
              </a:path>
              <a:path w="21600" h="21600">
                <a:moveTo>
                  <a:pt x="11463" y="14262"/>
                </a:moveTo>
                <a:lnTo>
                  <a:pt x="11495" y="14262"/>
                </a:lnTo>
                <a:lnTo>
                  <a:pt x="11495" y="14328"/>
                </a:lnTo>
                <a:lnTo>
                  <a:pt x="11463" y="14328"/>
                </a:lnTo>
              </a:path>
              <a:path w="21600" h="21600">
                <a:moveTo>
                  <a:pt x="1068" y="14255"/>
                </a:moveTo>
                <a:lnTo>
                  <a:pt x="1095" y="14255"/>
                </a:lnTo>
                <a:lnTo>
                  <a:pt x="1095" y="14312"/>
                </a:lnTo>
                <a:lnTo>
                  <a:pt x="1068" y="14312"/>
                </a:lnTo>
              </a:path>
              <a:path w="21600" h="21600">
                <a:moveTo>
                  <a:pt x="13415" y="14237"/>
                </a:moveTo>
                <a:lnTo>
                  <a:pt x="13460" y="14237"/>
                </a:lnTo>
                <a:lnTo>
                  <a:pt x="13460" y="14330"/>
                </a:lnTo>
                <a:lnTo>
                  <a:pt x="13415" y="14330"/>
                </a:lnTo>
              </a:path>
              <a:path w="21600" h="21600">
                <a:moveTo>
                  <a:pt x="8138" y="14237"/>
                </a:moveTo>
                <a:lnTo>
                  <a:pt x="8184" y="14237"/>
                </a:lnTo>
                <a:lnTo>
                  <a:pt x="8184" y="14330"/>
                </a:lnTo>
                <a:lnTo>
                  <a:pt x="8138" y="14330"/>
                </a:lnTo>
              </a:path>
              <a:path w="21600" h="21600">
                <a:moveTo>
                  <a:pt x="16582" y="14148"/>
                </a:moveTo>
                <a:lnTo>
                  <a:pt x="16611" y="14148"/>
                </a:lnTo>
                <a:lnTo>
                  <a:pt x="16611" y="14208"/>
                </a:lnTo>
                <a:lnTo>
                  <a:pt x="16582" y="14208"/>
                </a:lnTo>
              </a:path>
              <a:path w="21600" h="21600">
                <a:moveTo>
                  <a:pt x="4988" y="14148"/>
                </a:moveTo>
                <a:lnTo>
                  <a:pt x="5017" y="14148"/>
                </a:lnTo>
                <a:lnTo>
                  <a:pt x="5017" y="14208"/>
                </a:lnTo>
                <a:lnTo>
                  <a:pt x="4988" y="14208"/>
                </a:lnTo>
              </a:path>
              <a:path w="21600" h="21600">
                <a:moveTo>
                  <a:pt x="12368" y="14103"/>
                </a:moveTo>
                <a:lnTo>
                  <a:pt x="12402" y="14103"/>
                </a:lnTo>
                <a:lnTo>
                  <a:pt x="12402" y="14173"/>
                </a:lnTo>
                <a:lnTo>
                  <a:pt x="12368" y="14173"/>
                </a:lnTo>
              </a:path>
              <a:path w="21600" h="21600">
                <a:moveTo>
                  <a:pt x="9196" y="14103"/>
                </a:moveTo>
                <a:lnTo>
                  <a:pt x="9231" y="14103"/>
                </a:lnTo>
                <a:lnTo>
                  <a:pt x="9231" y="14173"/>
                </a:lnTo>
                <a:lnTo>
                  <a:pt x="9196" y="14173"/>
                </a:lnTo>
              </a:path>
              <a:path w="21600" h="21600">
                <a:moveTo>
                  <a:pt x="2724" y="14074"/>
                </a:moveTo>
                <a:lnTo>
                  <a:pt x="2761" y="14074"/>
                </a:lnTo>
                <a:lnTo>
                  <a:pt x="2761" y="14151"/>
                </a:lnTo>
                <a:lnTo>
                  <a:pt x="2724" y="14151"/>
                </a:lnTo>
              </a:path>
              <a:path w="21600" h="21600">
                <a:moveTo>
                  <a:pt x="1674" y="14072"/>
                </a:moveTo>
                <a:lnTo>
                  <a:pt x="1698" y="14072"/>
                </a:lnTo>
                <a:lnTo>
                  <a:pt x="1698" y="14121"/>
                </a:lnTo>
                <a:lnTo>
                  <a:pt x="1674" y="14121"/>
                </a:lnTo>
              </a:path>
              <a:path w="21600" h="21600">
                <a:moveTo>
                  <a:pt x="19889" y="14072"/>
                </a:moveTo>
                <a:lnTo>
                  <a:pt x="19938" y="14072"/>
                </a:lnTo>
                <a:lnTo>
                  <a:pt x="19938" y="14171"/>
                </a:lnTo>
                <a:lnTo>
                  <a:pt x="19889" y="14171"/>
                </a:lnTo>
              </a:path>
              <a:path w="21600" h="21600">
                <a:moveTo>
                  <a:pt x="20506" y="14069"/>
                </a:moveTo>
                <a:lnTo>
                  <a:pt x="20528" y="14069"/>
                </a:lnTo>
                <a:lnTo>
                  <a:pt x="20528" y="14115"/>
                </a:lnTo>
                <a:lnTo>
                  <a:pt x="20506" y="14115"/>
                </a:lnTo>
              </a:path>
              <a:path w="21600" h="21600">
                <a:moveTo>
                  <a:pt x="15087" y="14069"/>
                </a:moveTo>
                <a:lnTo>
                  <a:pt x="15109" y="14069"/>
                </a:lnTo>
                <a:lnTo>
                  <a:pt x="15109" y="14115"/>
                </a:lnTo>
                <a:lnTo>
                  <a:pt x="15087" y="14115"/>
                </a:lnTo>
              </a:path>
              <a:path w="21600" h="21600">
                <a:moveTo>
                  <a:pt x="6489" y="14069"/>
                </a:moveTo>
                <a:lnTo>
                  <a:pt x="6512" y="14069"/>
                </a:lnTo>
                <a:lnTo>
                  <a:pt x="6512" y="14115"/>
                </a:lnTo>
                <a:lnTo>
                  <a:pt x="6489" y="14115"/>
                </a:lnTo>
              </a:path>
              <a:path w="21600" h="21600">
                <a:moveTo>
                  <a:pt x="20806" y="14062"/>
                </a:moveTo>
                <a:lnTo>
                  <a:pt x="20832" y="14062"/>
                </a:lnTo>
                <a:lnTo>
                  <a:pt x="20832" y="14115"/>
                </a:lnTo>
                <a:lnTo>
                  <a:pt x="20806" y="14115"/>
                </a:lnTo>
              </a:path>
              <a:path w="21600" h="21600">
                <a:moveTo>
                  <a:pt x="10864" y="14049"/>
                </a:moveTo>
                <a:lnTo>
                  <a:pt x="10886" y="14049"/>
                </a:lnTo>
                <a:lnTo>
                  <a:pt x="10886" y="14095"/>
                </a:lnTo>
                <a:lnTo>
                  <a:pt x="10864" y="14095"/>
                </a:lnTo>
              </a:path>
              <a:path w="21600" h="21600">
                <a:moveTo>
                  <a:pt x="11768" y="14044"/>
                </a:moveTo>
                <a:lnTo>
                  <a:pt x="11794" y="14044"/>
                </a:lnTo>
                <a:lnTo>
                  <a:pt x="11794" y="14097"/>
                </a:lnTo>
                <a:lnTo>
                  <a:pt x="11768" y="14097"/>
                </a:lnTo>
              </a:path>
              <a:path w="21600" h="21600">
                <a:moveTo>
                  <a:pt x="9805" y="14044"/>
                </a:moveTo>
                <a:lnTo>
                  <a:pt x="9830" y="14044"/>
                </a:lnTo>
                <a:lnTo>
                  <a:pt x="9830" y="14097"/>
                </a:lnTo>
                <a:lnTo>
                  <a:pt x="9805" y="14097"/>
                </a:lnTo>
              </a:path>
              <a:path w="21600" h="21600">
                <a:moveTo>
                  <a:pt x="10696" y="14038"/>
                </a:moveTo>
                <a:lnTo>
                  <a:pt x="10751" y="14038"/>
                </a:lnTo>
                <a:lnTo>
                  <a:pt x="10751" y="14152"/>
                </a:lnTo>
                <a:lnTo>
                  <a:pt x="10696" y="14152"/>
                </a:lnTo>
              </a:path>
              <a:path w="21600" h="21600">
                <a:moveTo>
                  <a:pt x="14478" y="13946"/>
                </a:moveTo>
                <a:lnTo>
                  <a:pt x="14511" y="13946"/>
                </a:lnTo>
                <a:lnTo>
                  <a:pt x="14511" y="14013"/>
                </a:lnTo>
                <a:lnTo>
                  <a:pt x="14478" y="14013"/>
                </a:lnTo>
              </a:path>
              <a:path w="21600" h="21600">
                <a:moveTo>
                  <a:pt x="7088" y="13946"/>
                </a:moveTo>
                <a:lnTo>
                  <a:pt x="7121" y="13946"/>
                </a:lnTo>
                <a:lnTo>
                  <a:pt x="7121" y="14013"/>
                </a:lnTo>
                <a:lnTo>
                  <a:pt x="7088" y="14013"/>
                </a:lnTo>
              </a:path>
              <a:path w="21600" h="21600">
                <a:moveTo>
                  <a:pt x="1069" y="13929"/>
                </a:moveTo>
                <a:lnTo>
                  <a:pt x="1095" y="13929"/>
                </a:lnTo>
                <a:lnTo>
                  <a:pt x="1095" y="13982"/>
                </a:lnTo>
                <a:lnTo>
                  <a:pt x="1069" y="13982"/>
                </a:lnTo>
              </a:path>
              <a:path w="21600" h="21600">
                <a:moveTo>
                  <a:pt x="15389" y="13890"/>
                </a:moveTo>
                <a:lnTo>
                  <a:pt x="15411" y="13890"/>
                </a:lnTo>
                <a:lnTo>
                  <a:pt x="15411" y="13935"/>
                </a:lnTo>
                <a:lnTo>
                  <a:pt x="15389" y="13935"/>
                </a:lnTo>
              </a:path>
              <a:path w="21600" h="21600">
                <a:moveTo>
                  <a:pt x="18824" y="13852"/>
                </a:moveTo>
                <a:lnTo>
                  <a:pt x="18889" y="13852"/>
                </a:lnTo>
                <a:lnTo>
                  <a:pt x="18889" y="13987"/>
                </a:lnTo>
                <a:lnTo>
                  <a:pt x="18824" y="13987"/>
                </a:lnTo>
              </a:path>
              <a:path w="21600" h="21600">
                <a:moveTo>
                  <a:pt x="11464" y="13842"/>
                </a:moveTo>
                <a:lnTo>
                  <a:pt x="11495" y="13842"/>
                </a:lnTo>
                <a:lnTo>
                  <a:pt x="11495" y="13906"/>
                </a:lnTo>
                <a:lnTo>
                  <a:pt x="11464" y="13906"/>
                </a:lnTo>
              </a:path>
              <a:path w="21600" h="21600">
                <a:moveTo>
                  <a:pt x="17787" y="13823"/>
                </a:moveTo>
                <a:lnTo>
                  <a:pt x="17821" y="13823"/>
                </a:lnTo>
                <a:lnTo>
                  <a:pt x="17821" y="13893"/>
                </a:lnTo>
                <a:lnTo>
                  <a:pt x="17787" y="13893"/>
                </a:lnTo>
              </a:path>
              <a:path w="21600" h="21600">
                <a:moveTo>
                  <a:pt x="3778" y="13823"/>
                </a:moveTo>
                <a:lnTo>
                  <a:pt x="3812" y="13823"/>
                </a:lnTo>
                <a:lnTo>
                  <a:pt x="3812" y="13893"/>
                </a:lnTo>
                <a:lnTo>
                  <a:pt x="3778" y="13893"/>
                </a:lnTo>
              </a:path>
              <a:path w="21600" h="21600">
                <a:moveTo>
                  <a:pt x="9188" y="13815"/>
                </a:moveTo>
                <a:lnTo>
                  <a:pt x="9240" y="13815"/>
                </a:lnTo>
                <a:lnTo>
                  <a:pt x="9240" y="13922"/>
                </a:lnTo>
                <a:lnTo>
                  <a:pt x="9188" y="13922"/>
                </a:lnTo>
              </a:path>
              <a:path w="21600" h="21600">
                <a:moveTo>
                  <a:pt x="16582" y="13764"/>
                </a:moveTo>
                <a:lnTo>
                  <a:pt x="16610" y="13764"/>
                </a:lnTo>
                <a:lnTo>
                  <a:pt x="16610" y="13820"/>
                </a:lnTo>
                <a:lnTo>
                  <a:pt x="16582" y="13820"/>
                </a:lnTo>
              </a:path>
              <a:path w="21600" h="21600">
                <a:moveTo>
                  <a:pt x="4989" y="13764"/>
                </a:moveTo>
                <a:lnTo>
                  <a:pt x="5016" y="13764"/>
                </a:lnTo>
                <a:lnTo>
                  <a:pt x="5016" y="13820"/>
                </a:lnTo>
                <a:lnTo>
                  <a:pt x="4989" y="13820"/>
                </a:lnTo>
              </a:path>
              <a:path w="21600" h="21600">
                <a:moveTo>
                  <a:pt x="20507" y="13743"/>
                </a:moveTo>
                <a:lnTo>
                  <a:pt x="20528" y="13743"/>
                </a:lnTo>
                <a:lnTo>
                  <a:pt x="20528" y="13785"/>
                </a:lnTo>
                <a:lnTo>
                  <a:pt x="20507" y="13785"/>
                </a:lnTo>
              </a:path>
              <a:path w="21600" h="21600">
                <a:moveTo>
                  <a:pt x="15088" y="13743"/>
                </a:moveTo>
                <a:lnTo>
                  <a:pt x="15108" y="13743"/>
                </a:lnTo>
                <a:lnTo>
                  <a:pt x="15108" y="13785"/>
                </a:lnTo>
                <a:lnTo>
                  <a:pt x="15088" y="13785"/>
                </a:lnTo>
              </a:path>
              <a:path w="21600" h="21600">
                <a:moveTo>
                  <a:pt x="6490" y="13743"/>
                </a:moveTo>
                <a:lnTo>
                  <a:pt x="6511" y="13743"/>
                </a:lnTo>
                <a:lnTo>
                  <a:pt x="6511" y="13785"/>
                </a:lnTo>
                <a:lnTo>
                  <a:pt x="6490" y="13785"/>
                </a:lnTo>
              </a:path>
              <a:path w="21600" h="21600">
                <a:moveTo>
                  <a:pt x="19890" y="13732"/>
                </a:moveTo>
                <a:lnTo>
                  <a:pt x="19937" y="13732"/>
                </a:lnTo>
                <a:lnTo>
                  <a:pt x="19937" y="13828"/>
                </a:lnTo>
                <a:lnTo>
                  <a:pt x="19890" y="13828"/>
                </a:lnTo>
              </a:path>
              <a:path w="21600" h="21600">
                <a:moveTo>
                  <a:pt x="1674" y="13732"/>
                </a:moveTo>
                <a:lnTo>
                  <a:pt x="1697" y="13732"/>
                </a:lnTo>
                <a:lnTo>
                  <a:pt x="1697" y="13778"/>
                </a:lnTo>
                <a:lnTo>
                  <a:pt x="1674" y="13778"/>
                </a:lnTo>
              </a:path>
              <a:path w="21600" h="21600">
                <a:moveTo>
                  <a:pt x="10865" y="13722"/>
                </a:moveTo>
                <a:lnTo>
                  <a:pt x="10885" y="13722"/>
                </a:lnTo>
                <a:lnTo>
                  <a:pt x="10885" y="13764"/>
                </a:lnTo>
                <a:lnTo>
                  <a:pt x="10865" y="13764"/>
                </a:lnTo>
              </a:path>
              <a:path w="21600" h="21600">
                <a:moveTo>
                  <a:pt x="20807" y="13708"/>
                </a:moveTo>
                <a:lnTo>
                  <a:pt x="20831" y="13708"/>
                </a:lnTo>
                <a:lnTo>
                  <a:pt x="20831" y="13757"/>
                </a:lnTo>
                <a:lnTo>
                  <a:pt x="20807" y="13757"/>
                </a:lnTo>
              </a:path>
              <a:path w="21600" h="21600">
                <a:moveTo>
                  <a:pt x="11769" y="13688"/>
                </a:moveTo>
                <a:lnTo>
                  <a:pt x="11793" y="13688"/>
                </a:lnTo>
                <a:lnTo>
                  <a:pt x="11793" y="13737"/>
                </a:lnTo>
                <a:lnTo>
                  <a:pt x="11769" y="13737"/>
                </a:lnTo>
              </a:path>
              <a:path w="21600" h="21600">
                <a:moveTo>
                  <a:pt x="9806" y="13688"/>
                </a:moveTo>
                <a:lnTo>
                  <a:pt x="9830" y="13688"/>
                </a:lnTo>
                <a:lnTo>
                  <a:pt x="9830" y="13737"/>
                </a:lnTo>
                <a:lnTo>
                  <a:pt x="9806" y="13737"/>
                </a:lnTo>
              </a:path>
              <a:path w="21600" h="21600">
                <a:moveTo>
                  <a:pt x="12369" y="13651"/>
                </a:moveTo>
                <a:lnTo>
                  <a:pt x="12401" y="13651"/>
                </a:lnTo>
                <a:lnTo>
                  <a:pt x="12401" y="13718"/>
                </a:lnTo>
                <a:lnTo>
                  <a:pt x="12369" y="13718"/>
                </a:lnTo>
              </a:path>
              <a:path w="21600" h="21600">
                <a:moveTo>
                  <a:pt x="9197" y="13651"/>
                </a:moveTo>
                <a:lnTo>
                  <a:pt x="9230" y="13651"/>
                </a:lnTo>
                <a:lnTo>
                  <a:pt x="9230" y="13718"/>
                </a:lnTo>
                <a:lnTo>
                  <a:pt x="9197" y="13718"/>
                </a:lnTo>
              </a:path>
              <a:path w="21600" h="21600">
                <a:moveTo>
                  <a:pt x="13415" y="13623"/>
                </a:moveTo>
                <a:lnTo>
                  <a:pt x="13459" y="13623"/>
                </a:lnTo>
                <a:lnTo>
                  <a:pt x="13459" y="13712"/>
                </a:lnTo>
                <a:lnTo>
                  <a:pt x="13415" y="13712"/>
                </a:lnTo>
              </a:path>
              <a:path w="21600" h="21600">
                <a:moveTo>
                  <a:pt x="8139" y="13623"/>
                </a:moveTo>
                <a:lnTo>
                  <a:pt x="8183" y="13623"/>
                </a:lnTo>
                <a:lnTo>
                  <a:pt x="8183" y="13712"/>
                </a:lnTo>
                <a:lnTo>
                  <a:pt x="8139" y="13712"/>
                </a:lnTo>
              </a:path>
              <a:path w="21600" h="21600">
                <a:moveTo>
                  <a:pt x="2724" y="13621"/>
                </a:moveTo>
                <a:lnTo>
                  <a:pt x="2760" y="13621"/>
                </a:lnTo>
                <a:lnTo>
                  <a:pt x="2760" y="13695"/>
                </a:lnTo>
                <a:lnTo>
                  <a:pt x="2724" y="13695"/>
                </a:lnTo>
              </a:path>
              <a:path w="21600" h="21600">
                <a:moveTo>
                  <a:pt x="10697" y="13620"/>
                </a:moveTo>
                <a:lnTo>
                  <a:pt x="10750" y="13620"/>
                </a:lnTo>
                <a:lnTo>
                  <a:pt x="10750" y="13730"/>
                </a:lnTo>
                <a:lnTo>
                  <a:pt x="10697" y="13730"/>
                </a:lnTo>
              </a:path>
              <a:path w="21600" h="21600">
                <a:moveTo>
                  <a:pt x="1070" y="13603"/>
                </a:moveTo>
                <a:lnTo>
                  <a:pt x="1094" y="13603"/>
                </a:lnTo>
                <a:lnTo>
                  <a:pt x="1094" y="13652"/>
                </a:lnTo>
                <a:lnTo>
                  <a:pt x="1070" y="13652"/>
                </a:lnTo>
              </a:path>
              <a:path w="21600" h="21600">
                <a:moveTo>
                  <a:pt x="14479" y="13511"/>
                </a:moveTo>
                <a:lnTo>
                  <a:pt x="14510" y="13511"/>
                </a:lnTo>
                <a:lnTo>
                  <a:pt x="14510" y="13574"/>
                </a:lnTo>
                <a:lnTo>
                  <a:pt x="14479" y="13574"/>
                </a:lnTo>
              </a:path>
              <a:path w="21600" h="21600">
                <a:moveTo>
                  <a:pt x="7089" y="13511"/>
                </a:moveTo>
                <a:lnTo>
                  <a:pt x="7120" y="13511"/>
                </a:lnTo>
                <a:lnTo>
                  <a:pt x="7120" y="13574"/>
                </a:lnTo>
                <a:lnTo>
                  <a:pt x="7089" y="13574"/>
                </a:lnTo>
              </a:path>
              <a:path w="21600" h="21600">
                <a:moveTo>
                  <a:pt x="11464" y="13423"/>
                </a:moveTo>
                <a:lnTo>
                  <a:pt x="11494" y="13423"/>
                </a:lnTo>
                <a:lnTo>
                  <a:pt x="11494" y="13483"/>
                </a:lnTo>
                <a:lnTo>
                  <a:pt x="11464" y="13483"/>
                </a:lnTo>
              </a:path>
              <a:path w="21600" h="21600">
                <a:moveTo>
                  <a:pt x="18824" y="13399"/>
                </a:moveTo>
                <a:lnTo>
                  <a:pt x="18889" y="13399"/>
                </a:lnTo>
                <a:lnTo>
                  <a:pt x="18889" y="13531"/>
                </a:lnTo>
                <a:lnTo>
                  <a:pt x="18824" y="13531"/>
                </a:lnTo>
              </a:path>
              <a:path w="21600" h="21600">
                <a:moveTo>
                  <a:pt x="19891" y="13393"/>
                </a:moveTo>
                <a:lnTo>
                  <a:pt x="19936" y="13393"/>
                </a:lnTo>
                <a:lnTo>
                  <a:pt x="19936" y="13485"/>
                </a:lnTo>
                <a:lnTo>
                  <a:pt x="19891" y="13485"/>
                </a:lnTo>
              </a:path>
              <a:path w="21600" h="21600">
                <a:moveTo>
                  <a:pt x="15390" y="13393"/>
                </a:moveTo>
                <a:lnTo>
                  <a:pt x="15410" y="13393"/>
                </a:lnTo>
                <a:lnTo>
                  <a:pt x="15410" y="13435"/>
                </a:lnTo>
                <a:lnTo>
                  <a:pt x="15390" y="13435"/>
                </a:lnTo>
              </a:path>
              <a:path w="21600" h="21600">
                <a:moveTo>
                  <a:pt x="1675" y="13393"/>
                </a:moveTo>
                <a:lnTo>
                  <a:pt x="1696" y="13393"/>
                </a:lnTo>
                <a:lnTo>
                  <a:pt x="1696" y="13435"/>
                </a:lnTo>
                <a:lnTo>
                  <a:pt x="1675" y="13435"/>
                </a:lnTo>
              </a:path>
              <a:path w="21600" h="21600">
                <a:moveTo>
                  <a:pt x="16583" y="13379"/>
                </a:moveTo>
                <a:lnTo>
                  <a:pt x="16609" y="13379"/>
                </a:lnTo>
                <a:lnTo>
                  <a:pt x="16609" y="13432"/>
                </a:lnTo>
                <a:lnTo>
                  <a:pt x="16583" y="13432"/>
                </a:lnTo>
              </a:path>
              <a:path w="21600" h="21600">
                <a:moveTo>
                  <a:pt x="4990" y="13379"/>
                </a:moveTo>
                <a:lnTo>
                  <a:pt x="5016" y="13379"/>
                </a:lnTo>
                <a:lnTo>
                  <a:pt x="5016" y="13432"/>
                </a:lnTo>
                <a:lnTo>
                  <a:pt x="4990" y="13432"/>
                </a:lnTo>
              </a:path>
              <a:path w="21600" h="21600">
                <a:moveTo>
                  <a:pt x="9189" y="13364"/>
                </a:moveTo>
                <a:lnTo>
                  <a:pt x="9239" y="13364"/>
                </a:lnTo>
                <a:lnTo>
                  <a:pt x="9239" y="13467"/>
                </a:lnTo>
                <a:lnTo>
                  <a:pt x="9189" y="13467"/>
                </a:lnTo>
              </a:path>
              <a:path w="21600" h="21600">
                <a:moveTo>
                  <a:pt x="17788" y="13356"/>
                </a:moveTo>
                <a:lnTo>
                  <a:pt x="17820" y="13356"/>
                </a:lnTo>
                <a:lnTo>
                  <a:pt x="17820" y="13423"/>
                </a:lnTo>
                <a:lnTo>
                  <a:pt x="17788" y="13423"/>
                </a:lnTo>
              </a:path>
              <a:path w="21600" h="21600">
                <a:moveTo>
                  <a:pt x="3779" y="13356"/>
                </a:moveTo>
                <a:lnTo>
                  <a:pt x="3811" y="13356"/>
                </a:lnTo>
                <a:lnTo>
                  <a:pt x="3811" y="13423"/>
                </a:lnTo>
                <a:lnTo>
                  <a:pt x="3779" y="13423"/>
                </a:lnTo>
              </a:path>
              <a:path w="21600" h="21600">
                <a:moveTo>
                  <a:pt x="20808" y="13352"/>
                </a:moveTo>
                <a:lnTo>
                  <a:pt x="20830" y="13352"/>
                </a:lnTo>
                <a:lnTo>
                  <a:pt x="20830" y="13398"/>
                </a:lnTo>
                <a:lnTo>
                  <a:pt x="20808" y="13398"/>
                </a:lnTo>
              </a:path>
              <a:path w="21600" h="21600">
                <a:moveTo>
                  <a:pt x="11770" y="13332"/>
                </a:moveTo>
                <a:lnTo>
                  <a:pt x="11792" y="13332"/>
                </a:lnTo>
                <a:lnTo>
                  <a:pt x="11792" y="13378"/>
                </a:lnTo>
                <a:lnTo>
                  <a:pt x="11770" y="13378"/>
                </a:lnTo>
              </a:path>
              <a:path w="21600" h="21600">
                <a:moveTo>
                  <a:pt x="9806" y="13332"/>
                </a:moveTo>
                <a:lnTo>
                  <a:pt x="9829" y="13332"/>
                </a:lnTo>
                <a:lnTo>
                  <a:pt x="9829" y="13378"/>
                </a:lnTo>
                <a:lnTo>
                  <a:pt x="9806" y="13378"/>
                </a:lnTo>
              </a:path>
              <a:path w="21600" h="21600">
                <a:moveTo>
                  <a:pt x="1071" y="13277"/>
                </a:moveTo>
                <a:lnTo>
                  <a:pt x="1093" y="13277"/>
                </a:lnTo>
                <a:lnTo>
                  <a:pt x="1093" y="13322"/>
                </a:lnTo>
                <a:lnTo>
                  <a:pt x="1071" y="13322"/>
                </a:lnTo>
              </a:path>
              <a:path w="21600" h="21600">
                <a:moveTo>
                  <a:pt x="10698" y="13202"/>
                </a:moveTo>
                <a:lnTo>
                  <a:pt x="10749" y="13202"/>
                </a:lnTo>
                <a:lnTo>
                  <a:pt x="10749" y="13308"/>
                </a:lnTo>
                <a:lnTo>
                  <a:pt x="10698" y="13308"/>
                </a:lnTo>
              </a:path>
              <a:path w="21600" h="21600">
                <a:moveTo>
                  <a:pt x="12370" y="13200"/>
                </a:moveTo>
                <a:lnTo>
                  <a:pt x="12400" y="13200"/>
                </a:lnTo>
                <a:lnTo>
                  <a:pt x="12400" y="13263"/>
                </a:lnTo>
                <a:lnTo>
                  <a:pt x="12370" y="13263"/>
                </a:lnTo>
              </a:path>
              <a:path w="21600" h="21600">
                <a:moveTo>
                  <a:pt x="9198" y="13200"/>
                </a:moveTo>
                <a:lnTo>
                  <a:pt x="9229" y="13200"/>
                </a:lnTo>
                <a:lnTo>
                  <a:pt x="9229" y="13263"/>
                </a:lnTo>
                <a:lnTo>
                  <a:pt x="9198" y="13263"/>
                </a:lnTo>
              </a:path>
              <a:path w="21600" h="21600">
                <a:moveTo>
                  <a:pt x="2725" y="13168"/>
                </a:moveTo>
                <a:lnTo>
                  <a:pt x="2760" y="13168"/>
                </a:lnTo>
                <a:lnTo>
                  <a:pt x="2760" y="13239"/>
                </a:lnTo>
                <a:lnTo>
                  <a:pt x="2725" y="13239"/>
                </a:lnTo>
              </a:path>
              <a:path w="21600" h="21600">
                <a:moveTo>
                  <a:pt x="14480" y="13075"/>
                </a:moveTo>
                <a:lnTo>
                  <a:pt x="14509" y="13075"/>
                </a:lnTo>
                <a:lnTo>
                  <a:pt x="14509" y="13135"/>
                </a:lnTo>
                <a:lnTo>
                  <a:pt x="14480" y="13135"/>
                </a:lnTo>
              </a:path>
              <a:path w="21600" h="21600">
                <a:moveTo>
                  <a:pt x="7090" y="13075"/>
                </a:moveTo>
                <a:lnTo>
                  <a:pt x="7119" y="13075"/>
                </a:lnTo>
                <a:lnTo>
                  <a:pt x="7119" y="13135"/>
                </a:lnTo>
                <a:lnTo>
                  <a:pt x="7090" y="13135"/>
                </a:lnTo>
              </a:path>
              <a:path w="21600" h="21600">
                <a:moveTo>
                  <a:pt x="19892" y="13053"/>
                </a:moveTo>
                <a:lnTo>
                  <a:pt x="19935" y="13053"/>
                </a:lnTo>
                <a:lnTo>
                  <a:pt x="19935" y="13141"/>
                </a:lnTo>
                <a:lnTo>
                  <a:pt x="19892" y="13141"/>
                </a:lnTo>
              </a:path>
              <a:path w="21600" h="21600">
                <a:moveTo>
                  <a:pt x="13416" y="13008"/>
                </a:moveTo>
                <a:lnTo>
                  <a:pt x="13459" y="13008"/>
                </a:lnTo>
                <a:lnTo>
                  <a:pt x="13459" y="13095"/>
                </a:lnTo>
                <a:lnTo>
                  <a:pt x="13416" y="13095"/>
                </a:lnTo>
              </a:path>
              <a:path w="21600" h="21600">
                <a:moveTo>
                  <a:pt x="8140" y="13008"/>
                </a:moveTo>
                <a:lnTo>
                  <a:pt x="8182" y="13008"/>
                </a:lnTo>
                <a:lnTo>
                  <a:pt x="8182" y="13095"/>
                </a:lnTo>
                <a:lnTo>
                  <a:pt x="8140" y="13095"/>
                </a:lnTo>
              </a:path>
              <a:path w="21600" h="21600">
                <a:moveTo>
                  <a:pt x="11465" y="13004"/>
                </a:moveTo>
                <a:lnTo>
                  <a:pt x="11493" y="13004"/>
                </a:lnTo>
                <a:lnTo>
                  <a:pt x="11493" y="13060"/>
                </a:lnTo>
                <a:lnTo>
                  <a:pt x="11465" y="13060"/>
                </a:lnTo>
              </a:path>
              <a:path w="21600" h="21600">
                <a:moveTo>
                  <a:pt x="20809" y="12998"/>
                </a:moveTo>
                <a:lnTo>
                  <a:pt x="20829" y="12998"/>
                </a:lnTo>
                <a:lnTo>
                  <a:pt x="20829" y="13039"/>
                </a:lnTo>
                <a:lnTo>
                  <a:pt x="20809" y="13039"/>
                </a:lnTo>
              </a:path>
              <a:path w="21600" h="21600">
                <a:moveTo>
                  <a:pt x="16584" y="12995"/>
                </a:moveTo>
                <a:lnTo>
                  <a:pt x="16608" y="12995"/>
                </a:lnTo>
                <a:lnTo>
                  <a:pt x="16608" y="13043"/>
                </a:lnTo>
                <a:lnTo>
                  <a:pt x="16584" y="13043"/>
                </a:lnTo>
              </a:path>
              <a:path w="21600" h="21600">
                <a:moveTo>
                  <a:pt x="4991" y="12995"/>
                </a:moveTo>
                <a:lnTo>
                  <a:pt x="5015" y="12995"/>
                </a:lnTo>
                <a:lnTo>
                  <a:pt x="5015" y="13043"/>
                </a:lnTo>
                <a:lnTo>
                  <a:pt x="4991" y="13043"/>
                </a:lnTo>
              </a:path>
              <a:path w="21600" h="21600">
                <a:moveTo>
                  <a:pt x="11771" y="12977"/>
                </a:moveTo>
                <a:lnTo>
                  <a:pt x="11791" y="12977"/>
                </a:lnTo>
                <a:lnTo>
                  <a:pt x="11791" y="13018"/>
                </a:lnTo>
                <a:lnTo>
                  <a:pt x="11771" y="13018"/>
                </a:lnTo>
              </a:path>
              <a:path w="21600" h="21600">
                <a:moveTo>
                  <a:pt x="9807" y="12977"/>
                </a:moveTo>
                <a:lnTo>
                  <a:pt x="9828" y="12977"/>
                </a:lnTo>
                <a:lnTo>
                  <a:pt x="9828" y="13018"/>
                </a:lnTo>
                <a:lnTo>
                  <a:pt x="9807" y="13018"/>
                </a:lnTo>
              </a:path>
              <a:path w="21600" h="21600">
                <a:moveTo>
                  <a:pt x="1071" y="12950"/>
                </a:moveTo>
                <a:lnTo>
                  <a:pt x="1092" y="12950"/>
                </a:lnTo>
                <a:lnTo>
                  <a:pt x="1092" y="12992"/>
                </a:lnTo>
                <a:lnTo>
                  <a:pt x="1071" y="12992"/>
                </a:lnTo>
              </a:path>
              <a:path w="21600" h="21600">
                <a:moveTo>
                  <a:pt x="18825" y="12947"/>
                </a:moveTo>
                <a:lnTo>
                  <a:pt x="18888" y="12947"/>
                </a:lnTo>
                <a:lnTo>
                  <a:pt x="18888" y="13075"/>
                </a:lnTo>
                <a:lnTo>
                  <a:pt x="18825" y="13075"/>
                </a:lnTo>
              </a:path>
              <a:path w="21600" h="21600">
                <a:moveTo>
                  <a:pt x="6166" y="12926"/>
                </a:moveTo>
                <a:lnTo>
                  <a:pt x="6231" y="12926"/>
                </a:lnTo>
                <a:lnTo>
                  <a:pt x="6231" y="13060"/>
                </a:lnTo>
                <a:lnTo>
                  <a:pt x="6166" y="13060"/>
                </a:lnTo>
              </a:path>
              <a:path w="21600" h="21600">
                <a:moveTo>
                  <a:pt x="9189" y="12913"/>
                </a:moveTo>
                <a:lnTo>
                  <a:pt x="9238" y="12913"/>
                </a:lnTo>
                <a:lnTo>
                  <a:pt x="9238" y="13012"/>
                </a:lnTo>
                <a:lnTo>
                  <a:pt x="9189" y="13012"/>
                </a:lnTo>
              </a:path>
              <a:path w="21600" h="21600">
                <a:moveTo>
                  <a:pt x="17789" y="12889"/>
                </a:moveTo>
                <a:lnTo>
                  <a:pt x="17819" y="12889"/>
                </a:lnTo>
                <a:lnTo>
                  <a:pt x="17819" y="12952"/>
                </a:lnTo>
                <a:lnTo>
                  <a:pt x="17789" y="12952"/>
                </a:lnTo>
              </a:path>
              <a:path w="21600" h="21600">
                <a:moveTo>
                  <a:pt x="3779" y="12889"/>
                </a:moveTo>
                <a:lnTo>
                  <a:pt x="3810" y="12889"/>
                </a:lnTo>
                <a:lnTo>
                  <a:pt x="3810" y="12952"/>
                </a:lnTo>
                <a:lnTo>
                  <a:pt x="3779" y="12952"/>
                </a:lnTo>
              </a:path>
              <a:path w="21600" h="21600">
                <a:moveTo>
                  <a:pt x="10698" y="12783"/>
                </a:moveTo>
                <a:lnTo>
                  <a:pt x="10748" y="12783"/>
                </a:lnTo>
                <a:lnTo>
                  <a:pt x="10748" y="12886"/>
                </a:lnTo>
                <a:lnTo>
                  <a:pt x="10698" y="12886"/>
                </a:lnTo>
              </a:path>
              <a:path w="21600" h="21600">
                <a:moveTo>
                  <a:pt x="12370" y="12749"/>
                </a:moveTo>
                <a:lnTo>
                  <a:pt x="12400" y="12749"/>
                </a:lnTo>
                <a:lnTo>
                  <a:pt x="12400" y="12808"/>
                </a:lnTo>
                <a:lnTo>
                  <a:pt x="12370" y="12808"/>
                </a:lnTo>
              </a:path>
              <a:path w="21600" h="21600">
                <a:moveTo>
                  <a:pt x="9199" y="12749"/>
                </a:moveTo>
                <a:lnTo>
                  <a:pt x="9228" y="12749"/>
                </a:lnTo>
                <a:lnTo>
                  <a:pt x="9228" y="12808"/>
                </a:lnTo>
                <a:lnTo>
                  <a:pt x="9199" y="12808"/>
                </a:lnTo>
              </a:path>
              <a:path w="21600" h="21600">
                <a:moveTo>
                  <a:pt x="2726" y="12715"/>
                </a:moveTo>
                <a:lnTo>
                  <a:pt x="2759" y="12715"/>
                </a:lnTo>
                <a:lnTo>
                  <a:pt x="2759" y="12783"/>
                </a:lnTo>
                <a:lnTo>
                  <a:pt x="2726" y="12783"/>
                </a:lnTo>
              </a:path>
              <a:path w="21600" h="21600">
                <a:moveTo>
                  <a:pt x="19893" y="12713"/>
                </a:moveTo>
                <a:lnTo>
                  <a:pt x="19934" y="12713"/>
                </a:lnTo>
                <a:lnTo>
                  <a:pt x="19934" y="12798"/>
                </a:lnTo>
                <a:lnTo>
                  <a:pt x="19893" y="12798"/>
                </a:lnTo>
              </a:path>
              <a:path w="21600" h="21600">
                <a:moveTo>
                  <a:pt x="14481" y="12639"/>
                </a:moveTo>
                <a:lnTo>
                  <a:pt x="14508" y="12639"/>
                </a:lnTo>
                <a:lnTo>
                  <a:pt x="14508" y="12695"/>
                </a:lnTo>
                <a:lnTo>
                  <a:pt x="14481" y="12695"/>
                </a:lnTo>
              </a:path>
              <a:path w="21600" h="21600">
                <a:moveTo>
                  <a:pt x="7091" y="12639"/>
                </a:moveTo>
                <a:lnTo>
                  <a:pt x="7118" y="12639"/>
                </a:lnTo>
                <a:lnTo>
                  <a:pt x="7118" y="12695"/>
                </a:lnTo>
                <a:lnTo>
                  <a:pt x="7091" y="12695"/>
                </a:lnTo>
              </a:path>
              <a:path w="21600" h="21600">
                <a:moveTo>
                  <a:pt x="16585" y="12610"/>
                </a:moveTo>
                <a:lnTo>
                  <a:pt x="16607" y="12610"/>
                </a:lnTo>
                <a:lnTo>
                  <a:pt x="16607" y="12655"/>
                </a:lnTo>
                <a:lnTo>
                  <a:pt x="16585" y="12655"/>
                </a:lnTo>
              </a:path>
              <a:path w="21600" h="21600">
                <a:moveTo>
                  <a:pt x="4992" y="12610"/>
                </a:moveTo>
                <a:lnTo>
                  <a:pt x="5014" y="12610"/>
                </a:lnTo>
                <a:lnTo>
                  <a:pt x="5014" y="12655"/>
                </a:lnTo>
                <a:lnTo>
                  <a:pt x="4992" y="12655"/>
                </a:lnTo>
              </a:path>
              <a:path w="21600" h="21600">
                <a:moveTo>
                  <a:pt x="11466" y="12585"/>
                </a:moveTo>
                <a:lnTo>
                  <a:pt x="11492" y="12585"/>
                </a:lnTo>
                <a:lnTo>
                  <a:pt x="11492" y="12637"/>
                </a:lnTo>
                <a:lnTo>
                  <a:pt x="11466" y="12637"/>
                </a:lnTo>
              </a:path>
              <a:path w="21600" h="21600">
                <a:moveTo>
                  <a:pt x="18826" y="12494"/>
                </a:moveTo>
                <a:lnTo>
                  <a:pt x="18887" y="12494"/>
                </a:lnTo>
                <a:lnTo>
                  <a:pt x="18887" y="12619"/>
                </a:lnTo>
                <a:lnTo>
                  <a:pt x="18826" y="12619"/>
                </a:lnTo>
              </a:path>
              <a:path w="21600" h="21600">
                <a:moveTo>
                  <a:pt x="9190" y="12461"/>
                </a:moveTo>
                <a:lnTo>
                  <a:pt x="9237" y="12461"/>
                </a:lnTo>
                <a:lnTo>
                  <a:pt x="9237" y="12557"/>
                </a:lnTo>
                <a:lnTo>
                  <a:pt x="9190" y="12557"/>
                </a:lnTo>
              </a:path>
              <a:path w="21600" h="21600">
                <a:moveTo>
                  <a:pt x="6167" y="12429"/>
                </a:moveTo>
                <a:lnTo>
                  <a:pt x="6231" y="12429"/>
                </a:lnTo>
                <a:lnTo>
                  <a:pt x="6231" y="12560"/>
                </a:lnTo>
                <a:lnTo>
                  <a:pt x="6167" y="12560"/>
                </a:lnTo>
              </a:path>
              <a:path w="21600" h="21600">
                <a:moveTo>
                  <a:pt x="17789" y="12422"/>
                </a:moveTo>
                <a:lnTo>
                  <a:pt x="17819" y="12422"/>
                </a:lnTo>
                <a:lnTo>
                  <a:pt x="17819" y="12482"/>
                </a:lnTo>
                <a:lnTo>
                  <a:pt x="17789" y="12482"/>
                </a:lnTo>
              </a:path>
              <a:path w="21600" h="21600">
                <a:moveTo>
                  <a:pt x="3780" y="12422"/>
                </a:moveTo>
                <a:lnTo>
                  <a:pt x="3810" y="12422"/>
                </a:lnTo>
                <a:lnTo>
                  <a:pt x="3810" y="12482"/>
                </a:lnTo>
                <a:lnTo>
                  <a:pt x="3780" y="12482"/>
                </a:lnTo>
              </a:path>
              <a:path w="21600" h="21600">
                <a:moveTo>
                  <a:pt x="13417" y="12393"/>
                </a:moveTo>
                <a:lnTo>
                  <a:pt x="13458" y="12393"/>
                </a:lnTo>
                <a:lnTo>
                  <a:pt x="13458" y="12477"/>
                </a:lnTo>
                <a:lnTo>
                  <a:pt x="13417" y="12477"/>
                </a:lnTo>
              </a:path>
              <a:path w="21600" h="21600">
                <a:moveTo>
                  <a:pt x="8141" y="12393"/>
                </a:moveTo>
                <a:lnTo>
                  <a:pt x="8181" y="12393"/>
                </a:lnTo>
                <a:lnTo>
                  <a:pt x="8181" y="12477"/>
                </a:lnTo>
                <a:lnTo>
                  <a:pt x="8141" y="12477"/>
                </a:lnTo>
              </a:path>
              <a:path w="21600" h="21600">
                <a:moveTo>
                  <a:pt x="19894" y="12373"/>
                </a:moveTo>
                <a:lnTo>
                  <a:pt x="19933" y="12373"/>
                </a:lnTo>
                <a:lnTo>
                  <a:pt x="19933" y="12455"/>
                </a:lnTo>
                <a:lnTo>
                  <a:pt x="19894" y="12455"/>
                </a:lnTo>
              </a:path>
              <a:path w="21600" h="21600">
                <a:moveTo>
                  <a:pt x="10699" y="12365"/>
                </a:moveTo>
                <a:lnTo>
                  <a:pt x="10748" y="12365"/>
                </a:lnTo>
                <a:lnTo>
                  <a:pt x="10748" y="12464"/>
                </a:lnTo>
                <a:lnTo>
                  <a:pt x="10699" y="12464"/>
                </a:lnTo>
              </a:path>
              <a:path w="21600" h="21600">
                <a:moveTo>
                  <a:pt x="12371" y="12297"/>
                </a:moveTo>
                <a:lnTo>
                  <a:pt x="12399" y="12297"/>
                </a:lnTo>
                <a:lnTo>
                  <a:pt x="12399" y="12353"/>
                </a:lnTo>
                <a:lnTo>
                  <a:pt x="12371" y="12353"/>
                </a:lnTo>
              </a:path>
              <a:path w="21600" h="21600">
                <a:moveTo>
                  <a:pt x="9200" y="12297"/>
                </a:moveTo>
                <a:lnTo>
                  <a:pt x="9227" y="12297"/>
                </a:lnTo>
                <a:lnTo>
                  <a:pt x="9227" y="12353"/>
                </a:lnTo>
                <a:lnTo>
                  <a:pt x="9200" y="12353"/>
                </a:lnTo>
              </a:path>
              <a:path w="21600" h="21600">
                <a:moveTo>
                  <a:pt x="16586" y="12225"/>
                </a:moveTo>
                <a:lnTo>
                  <a:pt x="16606" y="12225"/>
                </a:lnTo>
                <a:lnTo>
                  <a:pt x="16606" y="12267"/>
                </a:lnTo>
                <a:lnTo>
                  <a:pt x="16586" y="12267"/>
                </a:lnTo>
              </a:path>
              <a:path w="21600" h="21600">
                <a:moveTo>
                  <a:pt x="4992" y="12225"/>
                </a:moveTo>
                <a:lnTo>
                  <a:pt x="5013" y="12225"/>
                </a:lnTo>
                <a:lnTo>
                  <a:pt x="5013" y="12267"/>
                </a:lnTo>
                <a:lnTo>
                  <a:pt x="4992" y="12267"/>
                </a:lnTo>
              </a:path>
              <a:path w="21600" h="21600">
                <a:moveTo>
                  <a:pt x="14482" y="12203"/>
                </a:moveTo>
                <a:lnTo>
                  <a:pt x="14507" y="12203"/>
                </a:lnTo>
                <a:lnTo>
                  <a:pt x="14507" y="12256"/>
                </a:lnTo>
                <a:lnTo>
                  <a:pt x="14482" y="12256"/>
                </a:lnTo>
              </a:path>
              <a:path w="21600" h="21600">
                <a:moveTo>
                  <a:pt x="7092" y="12203"/>
                </a:moveTo>
                <a:lnTo>
                  <a:pt x="7117" y="12203"/>
                </a:lnTo>
                <a:lnTo>
                  <a:pt x="7117" y="12256"/>
                </a:lnTo>
                <a:lnTo>
                  <a:pt x="7092" y="12256"/>
                </a:lnTo>
              </a:path>
              <a:path w="21600" h="21600">
                <a:moveTo>
                  <a:pt x="11467" y="12166"/>
                </a:moveTo>
                <a:lnTo>
                  <a:pt x="11491" y="12166"/>
                </a:lnTo>
                <a:lnTo>
                  <a:pt x="11491" y="12215"/>
                </a:lnTo>
                <a:lnTo>
                  <a:pt x="11467" y="12215"/>
                </a:lnTo>
              </a:path>
              <a:path w="21600" h="21600">
                <a:moveTo>
                  <a:pt x="16118" y="12142"/>
                </a:moveTo>
                <a:lnTo>
                  <a:pt x="16184" y="12142"/>
                </a:lnTo>
                <a:lnTo>
                  <a:pt x="16184" y="12277"/>
                </a:lnTo>
                <a:lnTo>
                  <a:pt x="16118" y="12277"/>
                </a:lnTo>
              </a:path>
              <a:path w="21600" h="21600">
                <a:moveTo>
                  <a:pt x="18827" y="12041"/>
                </a:moveTo>
                <a:lnTo>
                  <a:pt x="18886" y="12041"/>
                </a:lnTo>
                <a:lnTo>
                  <a:pt x="18886" y="12163"/>
                </a:lnTo>
                <a:lnTo>
                  <a:pt x="18827" y="12163"/>
                </a:lnTo>
              </a:path>
              <a:path w="21600" h="21600">
                <a:moveTo>
                  <a:pt x="19894" y="12034"/>
                </a:moveTo>
                <a:lnTo>
                  <a:pt x="19932" y="12034"/>
                </a:lnTo>
                <a:lnTo>
                  <a:pt x="19932" y="12111"/>
                </a:lnTo>
                <a:lnTo>
                  <a:pt x="19894" y="12111"/>
                </a:lnTo>
              </a:path>
              <a:path w="21600" h="21600">
                <a:moveTo>
                  <a:pt x="9191" y="12010"/>
                </a:moveTo>
                <a:lnTo>
                  <a:pt x="9236" y="12010"/>
                </a:lnTo>
                <a:lnTo>
                  <a:pt x="9236" y="12102"/>
                </a:lnTo>
                <a:lnTo>
                  <a:pt x="9191" y="12102"/>
                </a:lnTo>
              </a:path>
              <a:path w="21600" h="21600">
                <a:moveTo>
                  <a:pt x="17790" y="11955"/>
                </a:moveTo>
                <a:lnTo>
                  <a:pt x="17818" y="11955"/>
                </a:lnTo>
                <a:lnTo>
                  <a:pt x="17818" y="12011"/>
                </a:lnTo>
                <a:lnTo>
                  <a:pt x="17790" y="12011"/>
                </a:lnTo>
              </a:path>
              <a:path w="21600" h="21600">
                <a:moveTo>
                  <a:pt x="3781" y="11955"/>
                </a:moveTo>
                <a:lnTo>
                  <a:pt x="3809" y="11955"/>
                </a:lnTo>
                <a:lnTo>
                  <a:pt x="3809" y="12011"/>
                </a:lnTo>
                <a:lnTo>
                  <a:pt x="3781" y="12011"/>
                </a:lnTo>
              </a:path>
              <a:path w="21600" h="21600">
                <a:moveTo>
                  <a:pt x="16119" y="11952"/>
                </a:moveTo>
                <a:lnTo>
                  <a:pt x="16183" y="11952"/>
                </a:lnTo>
                <a:lnTo>
                  <a:pt x="16183" y="12084"/>
                </a:lnTo>
                <a:lnTo>
                  <a:pt x="16119" y="12084"/>
                </a:lnTo>
              </a:path>
              <a:path w="21600" h="21600">
                <a:moveTo>
                  <a:pt x="10700" y="11946"/>
                </a:moveTo>
                <a:lnTo>
                  <a:pt x="10747" y="11946"/>
                </a:lnTo>
                <a:lnTo>
                  <a:pt x="10747" y="12042"/>
                </a:lnTo>
                <a:lnTo>
                  <a:pt x="10700" y="12042"/>
                </a:lnTo>
              </a:path>
              <a:path w="21600" h="21600">
                <a:moveTo>
                  <a:pt x="6168" y="11931"/>
                </a:moveTo>
                <a:lnTo>
                  <a:pt x="6230" y="11931"/>
                </a:lnTo>
                <a:lnTo>
                  <a:pt x="6230" y="12059"/>
                </a:lnTo>
                <a:lnTo>
                  <a:pt x="6168" y="12059"/>
                </a:lnTo>
              </a:path>
              <a:path w="21600" h="21600">
                <a:moveTo>
                  <a:pt x="12372" y="11846"/>
                </a:moveTo>
                <a:lnTo>
                  <a:pt x="12398" y="11846"/>
                </a:lnTo>
                <a:lnTo>
                  <a:pt x="12398" y="11899"/>
                </a:lnTo>
                <a:lnTo>
                  <a:pt x="12372" y="11899"/>
                </a:lnTo>
              </a:path>
              <a:path w="21600" h="21600">
                <a:moveTo>
                  <a:pt x="9201" y="11846"/>
                </a:moveTo>
                <a:lnTo>
                  <a:pt x="9227" y="11846"/>
                </a:lnTo>
                <a:lnTo>
                  <a:pt x="9227" y="11899"/>
                </a:lnTo>
                <a:lnTo>
                  <a:pt x="9201" y="11899"/>
                </a:lnTo>
              </a:path>
              <a:path w="21600" h="21600">
                <a:moveTo>
                  <a:pt x="13418" y="11779"/>
                </a:moveTo>
                <a:lnTo>
                  <a:pt x="13457" y="11779"/>
                </a:lnTo>
                <a:lnTo>
                  <a:pt x="13457" y="11859"/>
                </a:lnTo>
                <a:lnTo>
                  <a:pt x="13418" y="11859"/>
                </a:lnTo>
              </a:path>
              <a:path w="21600" h="21600">
                <a:moveTo>
                  <a:pt x="8142" y="11779"/>
                </a:moveTo>
                <a:lnTo>
                  <a:pt x="8181" y="11779"/>
                </a:lnTo>
                <a:lnTo>
                  <a:pt x="8181" y="11859"/>
                </a:lnTo>
                <a:lnTo>
                  <a:pt x="8142" y="11859"/>
                </a:lnTo>
              </a:path>
              <a:path w="21600" h="21600">
                <a:moveTo>
                  <a:pt x="14482" y="11768"/>
                </a:moveTo>
                <a:lnTo>
                  <a:pt x="14506" y="11768"/>
                </a:lnTo>
                <a:lnTo>
                  <a:pt x="14506" y="11817"/>
                </a:lnTo>
                <a:lnTo>
                  <a:pt x="14482" y="11817"/>
                </a:lnTo>
              </a:path>
              <a:path w="21600" h="21600">
                <a:moveTo>
                  <a:pt x="7092" y="11768"/>
                </a:moveTo>
                <a:lnTo>
                  <a:pt x="7116" y="11768"/>
                </a:lnTo>
                <a:lnTo>
                  <a:pt x="7116" y="11817"/>
                </a:lnTo>
                <a:lnTo>
                  <a:pt x="7092" y="11817"/>
                </a:lnTo>
              </a:path>
              <a:path w="21600" h="21600">
                <a:moveTo>
                  <a:pt x="16119" y="11763"/>
                </a:moveTo>
                <a:lnTo>
                  <a:pt x="16182" y="11763"/>
                </a:lnTo>
                <a:lnTo>
                  <a:pt x="16182" y="11891"/>
                </a:lnTo>
                <a:lnTo>
                  <a:pt x="16119" y="11891"/>
                </a:lnTo>
              </a:path>
              <a:path w="21600" h="21600">
                <a:moveTo>
                  <a:pt x="11468" y="11746"/>
                </a:moveTo>
                <a:lnTo>
                  <a:pt x="11490" y="11746"/>
                </a:lnTo>
                <a:lnTo>
                  <a:pt x="11490" y="11792"/>
                </a:lnTo>
                <a:lnTo>
                  <a:pt x="11468" y="11792"/>
                </a:lnTo>
              </a:path>
              <a:path w="21600" h="21600">
                <a:moveTo>
                  <a:pt x="5415" y="11715"/>
                </a:moveTo>
                <a:lnTo>
                  <a:pt x="5481" y="11715"/>
                </a:lnTo>
                <a:lnTo>
                  <a:pt x="5481" y="11849"/>
                </a:lnTo>
                <a:lnTo>
                  <a:pt x="5415" y="11849"/>
                </a:lnTo>
              </a:path>
              <a:path w="21600" h="21600">
                <a:moveTo>
                  <a:pt x="19895" y="11694"/>
                </a:moveTo>
                <a:lnTo>
                  <a:pt x="19931" y="11694"/>
                </a:lnTo>
                <a:lnTo>
                  <a:pt x="19931" y="11768"/>
                </a:lnTo>
                <a:lnTo>
                  <a:pt x="19895" y="11768"/>
                </a:lnTo>
              </a:path>
              <a:path w="21600" h="21600">
                <a:moveTo>
                  <a:pt x="18828" y="11588"/>
                </a:moveTo>
                <a:lnTo>
                  <a:pt x="18885" y="11588"/>
                </a:lnTo>
                <a:lnTo>
                  <a:pt x="18885" y="11706"/>
                </a:lnTo>
                <a:lnTo>
                  <a:pt x="18828" y="11706"/>
                </a:lnTo>
              </a:path>
              <a:path w="21600" h="21600">
                <a:moveTo>
                  <a:pt x="16120" y="11573"/>
                </a:moveTo>
                <a:lnTo>
                  <a:pt x="16181" y="11573"/>
                </a:lnTo>
                <a:lnTo>
                  <a:pt x="16181" y="11698"/>
                </a:lnTo>
                <a:lnTo>
                  <a:pt x="16120" y="11698"/>
                </a:lnTo>
              </a:path>
              <a:path w="21600" h="21600">
                <a:moveTo>
                  <a:pt x="9192" y="11559"/>
                </a:moveTo>
                <a:lnTo>
                  <a:pt x="9235" y="11559"/>
                </a:lnTo>
                <a:lnTo>
                  <a:pt x="9235" y="11647"/>
                </a:lnTo>
                <a:lnTo>
                  <a:pt x="9192" y="11647"/>
                </a:lnTo>
              </a:path>
              <a:path w="21600" h="21600">
                <a:moveTo>
                  <a:pt x="10701" y="11528"/>
                </a:moveTo>
                <a:lnTo>
                  <a:pt x="10746" y="11528"/>
                </a:lnTo>
                <a:lnTo>
                  <a:pt x="10746" y="11620"/>
                </a:lnTo>
                <a:lnTo>
                  <a:pt x="10701" y="11620"/>
                </a:lnTo>
              </a:path>
              <a:path w="21600" h="21600">
                <a:moveTo>
                  <a:pt x="5416" y="11525"/>
                </a:moveTo>
                <a:lnTo>
                  <a:pt x="5480" y="11525"/>
                </a:lnTo>
                <a:lnTo>
                  <a:pt x="5480" y="11657"/>
                </a:lnTo>
                <a:lnTo>
                  <a:pt x="5416" y="11657"/>
                </a:lnTo>
              </a:path>
              <a:path w="21600" h="21600">
                <a:moveTo>
                  <a:pt x="17791" y="11488"/>
                </a:moveTo>
                <a:lnTo>
                  <a:pt x="17817" y="11488"/>
                </a:lnTo>
                <a:lnTo>
                  <a:pt x="17817" y="11541"/>
                </a:lnTo>
                <a:lnTo>
                  <a:pt x="17791" y="11541"/>
                </a:lnTo>
              </a:path>
              <a:path w="21600" h="21600">
                <a:moveTo>
                  <a:pt x="3782" y="11488"/>
                </a:moveTo>
                <a:lnTo>
                  <a:pt x="3808" y="11488"/>
                </a:lnTo>
                <a:lnTo>
                  <a:pt x="3808" y="11541"/>
                </a:lnTo>
                <a:lnTo>
                  <a:pt x="3782" y="11541"/>
                </a:lnTo>
              </a:path>
              <a:path w="21600" h="21600">
                <a:moveTo>
                  <a:pt x="6168" y="11434"/>
                </a:moveTo>
                <a:lnTo>
                  <a:pt x="6229" y="11434"/>
                </a:lnTo>
                <a:lnTo>
                  <a:pt x="6229" y="11558"/>
                </a:lnTo>
                <a:lnTo>
                  <a:pt x="6168" y="11558"/>
                </a:lnTo>
              </a:path>
              <a:path w="21600" h="21600">
                <a:moveTo>
                  <a:pt x="12373" y="11395"/>
                </a:moveTo>
                <a:lnTo>
                  <a:pt x="12397" y="11395"/>
                </a:lnTo>
                <a:lnTo>
                  <a:pt x="12397" y="11444"/>
                </a:lnTo>
                <a:lnTo>
                  <a:pt x="12373" y="11444"/>
                </a:lnTo>
              </a:path>
              <a:path w="21600" h="21600">
                <a:moveTo>
                  <a:pt x="9202" y="11395"/>
                </a:moveTo>
                <a:lnTo>
                  <a:pt x="9226" y="11395"/>
                </a:lnTo>
                <a:lnTo>
                  <a:pt x="9226" y="11444"/>
                </a:lnTo>
                <a:lnTo>
                  <a:pt x="9202" y="11444"/>
                </a:lnTo>
              </a:path>
              <a:path w="21600" h="21600">
                <a:moveTo>
                  <a:pt x="16121" y="11384"/>
                </a:moveTo>
                <a:lnTo>
                  <a:pt x="16180" y="11384"/>
                </a:lnTo>
                <a:lnTo>
                  <a:pt x="16180" y="11506"/>
                </a:lnTo>
                <a:lnTo>
                  <a:pt x="16121" y="11506"/>
                </a:lnTo>
              </a:path>
              <a:path w="21600" h="21600">
                <a:moveTo>
                  <a:pt x="19896" y="11354"/>
                </a:moveTo>
                <a:lnTo>
                  <a:pt x="19931" y="11354"/>
                </a:lnTo>
                <a:lnTo>
                  <a:pt x="19931" y="11425"/>
                </a:lnTo>
                <a:lnTo>
                  <a:pt x="19896" y="11425"/>
                </a:lnTo>
              </a:path>
              <a:path w="21600" h="21600">
                <a:moveTo>
                  <a:pt x="5417" y="11336"/>
                </a:moveTo>
                <a:lnTo>
                  <a:pt x="5479" y="11336"/>
                </a:lnTo>
                <a:lnTo>
                  <a:pt x="5479" y="11464"/>
                </a:lnTo>
                <a:lnTo>
                  <a:pt x="5417" y="11464"/>
                </a:lnTo>
              </a:path>
              <a:path w="21600" h="21600">
                <a:moveTo>
                  <a:pt x="14483" y="11332"/>
                </a:moveTo>
                <a:lnTo>
                  <a:pt x="14505" y="11332"/>
                </a:lnTo>
                <a:lnTo>
                  <a:pt x="14505" y="11377"/>
                </a:lnTo>
                <a:lnTo>
                  <a:pt x="14483" y="11377"/>
                </a:lnTo>
              </a:path>
              <a:path w="21600" h="21600">
                <a:moveTo>
                  <a:pt x="7093" y="11332"/>
                </a:moveTo>
                <a:lnTo>
                  <a:pt x="7116" y="11332"/>
                </a:lnTo>
                <a:lnTo>
                  <a:pt x="7116" y="11377"/>
                </a:lnTo>
                <a:lnTo>
                  <a:pt x="7093" y="11377"/>
                </a:lnTo>
              </a:path>
              <a:path w="21600" h="21600">
                <a:moveTo>
                  <a:pt x="11469" y="11327"/>
                </a:moveTo>
                <a:lnTo>
                  <a:pt x="11489" y="11327"/>
                </a:lnTo>
                <a:lnTo>
                  <a:pt x="11489" y="11369"/>
                </a:lnTo>
                <a:lnTo>
                  <a:pt x="11469" y="11369"/>
                </a:lnTo>
              </a:path>
              <a:path w="21600" h="21600">
                <a:moveTo>
                  <a:pt x="16122" y="11194"/>
                </a:moveTo>
                <a:lnTo>
                  <a:pt x="16180" y="11194"/>
                </a:lnTo>
                <a:lnTo>
                  <a:pt x="16180" y="11313"/>
                </a:lnTo>
                <a:lnTo>
                  <a:pt x="16122" y="11313"/>
                </a:lnTo>
              </a:path>
              <a:path w="21600" h="21600">
                <a:moveTo>
                  <a:pt x="13419" y="11164"/>
                </a:moveTo>
                <a:lnTo>
                  <a:pt x="13456" y="11164"/>
                </a:lnTo>
                <a:lnTo>
                  <a:pt x="13456" y="11241"/>
                </a:lnTo>
                <a:lnTo>
                  <a:pt x="13419" y="11241"/>
                </a:lnTo>
              </a:path>
              <a:path w="21600" h="21600">
                <a:moveTo>
                  <a:pt x="8142" y="11164"/>
                </a:moveTo>
                <a:lnTo>
                  <a:pt x="8180" y="11164"/>
                </a:lnTo>
                <a:lnTo>
                  <a:pt x="8180" y="11241"/>
                </a:lnTo>
                <a:lnTo>
                  <a:pt x="8142" y="11241"/>
                </a:lnTo>
              </a:path>
              <a:path w="21600" h="21600">
                <a:moveTo>
                  <a:pt x="5418" y="11146"/>
                </a:moveTo>
                <a:lnTo>
                  <a:pt x="5479" y="11146"/>
                </a:lnTo>
                <a:lnTo>
                  <a:pt x="5479" y="11271"/>
                </a:lnTo>
                <a:lnTo>
                  <a:pt x="5418" y="11271"/>
                </a:lnTo>
              </a:path>
              <a:path w="21600" h="21600">
                <a:moveTo>
                  <a:pt x="18828" y="11135"/>
                </a:moveTo>
                <a:lnTo>
                  <a:pt x="18885" y="11135"/>
                </a:lnTo>
                <a:lnTo>
                  <a:pt x="18885" y="11250"/>
                </a:lnTo>
                <a:lnTo>
                  <a:pt x="18828" y="11250"/>
                </a:lnTo>
              </a:path>
              <a:path w="21600" h="21600">
                <a:moveTo>
                  <a:pt x="10702" y="11110"/>
                </a:moveTo>
                <a:lnTo>
                  <a:pt x="10745" y="11110"/>
                </a:lnTo>
                <a:lnTo>
                  <a:pt x="10745" y="11198"/>
                </a:lnTo>
                <a:lnTo>
                  <a:pt x="10702" y="11198"/>
                </a:lnTo>
              </a:path>
              <a:path w="21600" h="21600">
                <a:moveTo>
                  <a:pt x="9193" y="11107"/>
                </a:moveTo>
                <a:lnTo>
                  <a:pt x="9234" y="11107"/>
                </a:lnTo>
                <a:lnTo>
                  <a:pt x="9234" y="11192"/>
                </a:lnTo>
                <a:lnTo>
                  <a:pt x="9193" y="11192"/>
                </a:lnTo>
              </a:path>
              <a:path w="21600" h="21600">
                <a:moveTo>
                  <a:pt x="17792" y="11022"/>
                </a:moveTo>
                <a:lnTo>
                  <a:pt x="17816" y="11022"/>
                </a:lnTo>
                <a:lnTo>
                  <a:pt x="17816" y="11071"/>
                </a:lnTo>
                <a:lnTo>
                  <a:pt x="17792" y="11071"/>
                </a:lnTo>
              </a:path>
              <a:path w="21600" h="21600">
                <a:moveTo>
                  <a:pt x="3783" y="11022"/>
                </a:moveTo>
                <a:lnTo>
                  <a:pt x="3807" y="11022"/>
                </a:lnTo>
                <a:lnTo>
                  <a:pt x="3807" y="11071"/>
                </a:lnTo>
                <a:lnTo>
                  <a:pt x="3783" y="11071"/>
                </a:lnTo>
              </a:path>
              <a:path w="21600" h="21600">
                <a:moveTo>
                  <a:pt x="19897" y="11014"/>
                </a:moveTo>
                <a:lnTo>
                  <a:pt x="19930" y="11014"/>
                </a:lnTo>
                <a:lnTo>
                  <a:pt x="19930" y="11081"/>
                </a:lnTo>
                <a:lnTo>
                  <a:pt x="19897" y="11081"/>
                </a:lnTo>
              </a:path>
              <a:path w="21600" h="21600">
                <a:moveTo>
                  <a:pt x="16123" y="11005"/>
                </a:moveTo>
                <a:lnTo>
                  <a:pt x="16179" y="11005"/>
                </a:lnTo>
                <a:lnTo>
                  <a:pt x="16179" y="11120"/>
                </a:lnTo>
                <a:lnTo>
                  <a:pt x="16123" y="11120"/>
                </a:lnTo>
              </a:path>
              <a:path w="21600" h="21600">
                <a:moveTo>
                  <a:pt x="5418" y="10957"/>
                </a:moveTo>
                <a:lnTo>
                  <a:pt x="5478" y="10957"/>
                </a:lnTo>
                <a:lnTo>
                  <a:pt x="5478" y="11078"/>
                </a:lnTo>
                <a:lnTo>
                  <a:pt x="5418" y="11078"/>
                </a:lnTo>
              </a:path>
              <a:path w="21600" h="21600">
                <a:moveTo>
                  <a:pt x="12374" y="10943"/>
                </a:moveTo>
                <a:lnTo>
                  <a:pt x="12396" y="10943"/>
                </a:lnTo>
                <a:lnTo>
                  <a:pt x="12396" y="10989"/>
                </a:lnTo>
                <a:lnTo>
                  <a:pt x="12374" y="10989"/>
                </a:lnTo>
              </a:path>
              <a:path w="21600" h="21600">
                <a:moveTo>
                  <a:pt x="9203" y="10943"/>
                </a:moveTo>
                <a:lnTo>
                  <a:pt x="9225" y="10943"/>
                </a:lnTo>
                <a:lnTo>
                  <a:pt x="9225" y="10989"/>
                </a:lnTo>
                <a:lnTo>
                  <a:pt x="9203" y="10989"/>
                </a:lnTo>
              </a:path>
              <a:path w="21600" h="21600">
                <a:moveTo>
                  <a:pt x="6169" y="10937"/>
                </a:moveTo>
                <a:lnTo>
                  <a:pt x="6228" y="10937"/>
                </a:lnTo>
                <a:lnTo>
                  <a:pt x="6228" y="11057"/>
                </a:lnTo>
                <a:lnTo>
                  <a:pt x="6169" y="11057"/>
                </a:lnTo>
              </a:path>
              <a:path w="21600" h="21600">
                <a:moveTo>
                  <a:pt x="14484" y="10896"/>
                </a:moveTo>
                <a:lnTo>
                  <a:pt x="14505" y="10896"/>
                </a:lnTo>
                <a:lnTo>
                  <a:pt x="14505" y="10938"/>
                </a:lnTo>
                <a:lnTo>
                  <a:pt x="14484" y="10938"/>
                </a:lnTo>
              </a:path>
              <a:path w="21600" h="21600">
                <a:moveTo>
                  <a:pt x="7094" y="10896"/>
                </a:moveTo>
                <a:lnTo>
                  <a:pt x="7115" y="10896"/>
                </a:lnTo>
                <a:lnTo>
                  <a:pt x="7115" y="10938"/>
                </a:lnTo>
                <a:lnTo>
                  <a:pt x="7094" y="10938"/>
                </a:lnTo>
              </a:path>
              <a:path w="21600" h="21600">
                <a:moveTo>
                  <a:pt x="16123" y="10815"/>
                </a:moveTo>
                <a:lnTo>
                  <a:pt x="16178" y="10815"/>
                </a:lnTo>
                <a:lnTo>
                  <a:pt x="16178" y="10927"/>
                </a:lnTo>
                <a:lnTo>
                  <a:pt x="16123" y="10927"/>
                </a:lnTo>
              </a:path>
              <a:path w="21600" h="21600">
                <a:moveTo>
                  <a:pt x="5419" y="10767"/>
                </a:moveTo>
                <a:lnTo>
                  <a:pt x="5477" y="10767"/>
                </a:lnTo>
                <a:lnTo>
                  <a:pt x="5477" y="10886"/>
                </a:lnTo>
                <a:lnTo>
                  <a:pt x="5419" y="10886"/>
                </a:lnTo>
              </a:path>
              <a:path w="21600" h="21600">
                <a:moveTo>
                  <a:pt x="10703" y="10691"/>
                </a:moveTo>
                <a:lnTo>
                  <a:pt x="10744" y="10691"/>
                </a:lnTo>
                <a:lnTo>
                  <a:pt x="10744" y="10776"/>
                </a:lnTo>
                <a:lnTo>
                  <a:pt x="10703" y="10776"/>
                </a:lnTo>
              </a:path>
              <a:path w="21600" h="21600">
                <a:moveTo>
                  <a:pt x="18829" y="10682"/>
                </a:moveTo>
                <a:lnTo>
                  <a:pt x="18884" y="10682"/>
                </a:lnTo>
                <a:lnTo>
                  <a:pt x="18884" y="10794"/>
                </a:lnTo>
                <a:lnTo>
                  <a:pt x="18829" y="10794"/>
                </a:lnTo>
              </a:path>
              <a:path w="21600" h="21600">
                <a:moveTo>
                  <a:pt x="19898" y="10675"/>
                </a:moveTo>
                <a:lnTo>
                  <a:pt x="19929" y="10675"/>
                </a:lnTo>
                <a:lnTo>
                  <a:pt x="19929" y="10738"/>
                </a:lnTo>
                <a:lnTo>
                  <a:pt x="19898" y="10738"/>
                </a:lnTo>
              </a:path>
              <a:path w="21600" h="21600">
                <a:moveTo>
                  <a:pt x="9194" y="10656"/>
                </a:moveTo>
                <a:lnTo>
                  <a:pt x="9233" y="10656"/>
                </a:lnTo>
                <a:lnTo>
                  <a:pt x="9233" y="10737"/>
                </a:lnTo>
                <a:lnTo>
                  <a:pt x="9194" y="10737"/>
                </a:lnTo>
              </a:path>
              <a:path w="21600" h="21600">
                <a:moveTo>
                  <a:pt x="16124" y="10625"/>
                </a:moveTo>
                <a:lnTo>
                  <a:pt x="16177" y="10625"/>
                </a:lnTo>
                <a:lnTo>
                  <a:pt x="16177" y="10735"/>
                </a:lnTo>
                <a:lnTo>
                  <a:pt x="16124" y="10735"/>
                </a:lnTo>
              </a:path>
              <a:path w="21600" h="21600">
                <a:moveTo>
                  <a:pt x="5420" y="10577"/>
                </a:moveTo>
                <a:lnTo>
                  <a:pt x="5476" y="10577"/>
                </a:lnTo>
                <a:lnTo>
                  <a:pt x="5476" y="10693"/>
                </a:lnTo>
                <a:lnTo>
                  <a:pt x="5420" y="10693"/>
                </a:lnTo>
              </a:path>
              <a:path w="21600" h="21600">
                <a:moveTo>
                  <a:pt x="17793" y="10555"/>
                </a:moveTo>
                <a:lnTo>
                  <a:pt x="17815" y="10555"/>
                </a:lnTo>
                <a:lnTo>
                  <a:pt x="17815" y="10600"/>
                </a:lnTo>
                <a:lnTo>
                  <a:pt x="17793" y="10600"/>
                </a:lnTo>
              </a:path>
              <a:path w="21600" h="21600">
                <a:moveTo>
                  <a:pt x="3784" y="10555"/>
                </a:moveTo>
                <a:lnTo>
                  <a:pt x="3806" y="10555"/>
                </a:lnTo>
                <a:lnTo>
                  <a:pt x="3806" y="10600"/>
                </a:lnTo>
                <a:lnTo>
                  <a:pt x="3784" y="10600"/>
                </a:lnTo>
              </a:path>
              <a:path w="21600" h="21600">
                <a:moveTo>
                  <a:pt x="13419" y="10550"/>
                </a:moveTo>
                <a:lnTo>
                  <a:pt x="13455" y="10550"/>
                </a:lnTo>
                <a:lnTo>
                  <a:pt x="13455" y="10624"/>
                </a:lnTo>
                <a:lnTo>
                  <a:pt x="13419" y="10624"/>
                </a:lnTo>
              </a:path>
              <a:path w="21600" h="21600">
                <a:moveTo>
                  <a:pt x="8143" y="10550"/>
                </a:moveTo>
                <a:lnTo>
                  <a:pt x="8179" y="10550"/>
                </a:lnTo>
                <a:lnTo>
                  <a:pt x="8179" y="10624"/>
                </a:lnTo>
                <a:lnTo>
                  <a:pt x="8143" y="10624"/>
                </a:lnTo>
              </a:path>
              <a:path w="21600" h="21600">
                <a:moveTo>
                  <a:pt x="12375" y="10492"/>
                </a:moveTo>
                <a:lnTo>
                  <a:pt x="12395" y="10492"/>
                </a:lnTo>
                <a:lnTo>
                  <a:pt x="12395" y="10534"/>
                </a:lnTo>
                <a:lnTo>
                  <a:pt x="12375" y="10534"/>
                </a:lnTo>
              </a:path>
              <a:path w="21600" h="21600">
                <a:moveTo>
                  <a:pt x="9203" y="10492"/>
                </a:moveTo>
                <a:lnTo>
                  <a:pt x="9224" y="10492"/>
                </a:lnTo>
                <a:lnTo>
                  <a:pt x="9224" y="10534"/>
                </a:lnTo>
                <a:lnTo>
                  <a:pt x="9203" y="10534"/>
                </a:lnTo>
              </a:path>
              <a:path w="21600" h="21600">
                <a:moveTo>
                  <a:pt x="6170" y="10440"/>
                </a:moveTo>
                <a:lnTo>
                  <a:pt x="6227" y="10440"/>
                </a:lnTo>
                <a:lnTo>
                  <a:pt x="6227" y="10557"/>
                </a:lnTo>
                <a:lnTo>
                  <a:pt x="6170" y="10557"/>
                </a:lnTo>
              </a:path>
              <a:path w="21600" h="21600">
                <a:moveTo>
                  <a:pt x="16125" y="10436"/>
                </a:moveTo>
                <a:lnTo>
                  <a:pt x="16177" y="10436"/>
                </a:lnTo>
                <a:lnTo>
                  <a:pt x="16177" y="10542"/>
                </a:lnTo>
                <a:lnTo>
                  <a:pt x="16125" y="10542"/>
                </a:lnTo>
              </a:path>
              <a:path w="21600" h="21600">
                <a:moveTo>
                  <a:pt x="5421" y="10388"/>
                </a:moveTo>
                <a:lnTo>
                  <a:pt x="5475" y="10388"/>
                </a:lnTo>
                <a:lnTo>
                  <a:pt x="5475" y="10500"/>
                </a:lnTo>
                <a:lnTo>
                  <a:pt x="5421" y="10500"/>
                </a:lnTo>
              </a:path>
              <a:path w="21600" h="21600">
                <a:moveTo>
                  <a:pt x="19899" y="10335"/>
                </a:moveTo>
                <a:lnTo>
                  <a:pt x="19928" y="10335"/>
                </a:lnTo>
                <a:lnTo>
                  <a:pt x="19928" y="10395"/>
                </a:lnTo>
                <a:lnTo>
                  <a:pt x="19899" y="10395"/>
                </a:lnTo>
              </a:path>
              <a:path w="21600" h="21600">
                <a:moveTo>
                  <a:pt x="14612" y="10281"/>
                </a:moveTo>
                <a:lnTo>
                  <a:pt x="14678" y="10281"/>
                </a:lnTo>
                <a:lnTo>
                  <a:pt x="14678" y="10416"/>
                </a:lnTo>
                <a:lnTo>
                  <a:pt x="14612" y="10416"/>
                </a:lnTo>
              </a:path>
              <a:path w="21600" h="21600">
                <a:moveTo>
                  <a:pt x="10704" y="10273"/>
                </a:moveTo>
                <a:lnTo>
                  <a:pt x="10743" y="10273"/>
                </a:lnTo>
                <a:lnTo>
                  <a:pt x="10743" y="10354"/>
                </a:lnTo>
                <a:lnTo>
                  <a:pt x="10704" y="10354"/>
                </a:lnTo>
              </a:path>
              <a:path w="21600" h="21600">
                <a:moveTo>
                  <a:pt x="16126" y="10246"/>
                </a:moveTo>
                <a:lnTo>
                  <a:pt x="16176" y="10246"/>
                </a:lnTo>
                <a:lnTo>
                  <a:pt x="16176" y="10349"/>
                </a:lnTo>
                <a:lnTo>
                  <a:pt x="16126" y="10349"/>
                </a:lnTo>
              </a:path>
              <a:path w="21600" h="21600">
                <a:moveTo>
                  <a:pt x="18830" y="10229"/>
                </a:moveTo>
                <a:lnTo>
                  <a:pt x="18883" y="10229"/>
                </a:lnTo>
                <a:lnTo>
                  <a:pt x="18883" y="10338"/>
                </a:lnTo>
                <a:lnTo>
                  <a:pt x="18830" y="10338"/>
                </a:lnTo>
              </a:path>
              <a:path w="21600" h="21600">
                <a:moveTo>
                  <a:pt x="9195" y="10205"/>
                </a:moveTo>
                <a:lnTo>
                  <a:pt x="9233" y="10205"/>
                </a:lnTo>
                <a:lnTo>
                  <a:pt x="9233" y="10282"/>
                </a:lnTo>
                <a:lnTo>
                  <a:pt x="9195" y="10282"/>
                </a:lnTo>
              </a:path>
              <a:path w="21600" h="21600">
                <a:moveTo>
                  <a:pt x="5421" y="10198"/>
                </a:moveTo>
                <a:lnTo>
                  <a:pt x="5475" y="10198"/>
                </a:lnTo>
                <a:lnTo>
                  <a:pt x="5475" y="10307"/>
                </a:lnTo>
                <a:lnTo>
                  <a:pt x="5421" y="10307"/>
                </a:lnTo>
              </a:path>
              <a:path w="21600" h="21600">
                <a:moveTo>
                  <a:pt x="17794" y="10088"/>
                </a:moveTo>
                <a:lnTo>
                  <a:pt x="17814" y="10088"/>
                </a:lnTo>
                <a:lnTo>
                  <a:pt x="17814" y="10130"/>
                </a:lnTo>
                <a:lnTo>
                  <a:pt x="17794" y="10130"/>
                </a:lnTo>
              </a:path>
              <a:path w="21600" h="21600">
                <a:moveTo>
                  <a:pt x="3785" y="10088"/>
                </a:moveTo>
                <a:lnTo>
                  <a:pt x="3805" y="10088"/>
                </a:lnTo>
                <a:lnTo>
                  <a:pt x="3805" y="10130"/>
                </a:lnTo>
                <a:lnTo>
                  <a:pt x="3785" y="10130"/>
                </a:lnTo>
              </a:path>
              <a:path w="21600" h="21600">
                <a:moveTo>
                  <a:pt x="14613" y="10074"/>
                </a:moveTo>
                <a:lnTo>
                  <a:pt x="14677" y="10074"/>
                </a:lnTo>
                <a:lnTo>
                  <a:pt x="14677" y="10205"/>
                </a:lnTo>
                <a:lnTo>
                  <a:pt x="14613" y="10205"/>
                </a:lnTo>
              </a:path>
              <a:path w="21600" h="21600">
                <a:moveTo>
                  <a:pt x="16126" y="10057"/>
                </a:moveTo>
                <a:lnTo>
                  <a:pt x="16175" y="10057"/>
                </a:lnTo>
                <a:lnTo>
                  <a:pt x="16175" y="10156"/>
                </a:lnTo>
                <a:lnTo>
                  <a:pt x="16126" y="10156"/>
                </a:lnTo>
              </a:path>
              <a:path w="21600" h="21600">
                <a:moveTo>
                  <a:pt x="5422" y="10009"/>
                </a:moveTo>
                <a:lnTo>
                  <a:pt x="5474" y="10009"/>
                </a:lnTo>
                <a:lnTo>
                  <a:pt x="5474" y="10115"/>
                </a:lnTo>
                <a:lnTo>
                  <a:pt x="5422" y="10115"/>
                </a:lnTo>
              </a:path>
              <a:path w="21600" h="21600">
                <a:moveTo>
                  <a:pt x="19900" y="9995"/>
                </a:moveTo>
                <a:lnTo>
                  <a:pt x="19927" y="9995"/>
                </a:lnTo>
                <a:lnTo>
                  <a:pt x="19927" y="10052"/>
                </a:lnTo>
                <a:lnTo>
                  <a:pt x="19900" y="10052"/>
                </a:lnTo>
              </a:path>
              <a:path w="21600" h="21600">
                <a:moveTo>
                  <a:pt x="6171" y="9943"/>
                </a:moveTo>
                <a:lnTo>
                  <a:pt x="6226" y="9943"/>
                </a:lnTo>
                <a:lnTo>
                  <a:pt x="6226" y="10056"/>
                </a:lnTo>
                <a:lnTo>
                  <a:pt x="6171" y="10056"/>
                </a:lnTo>
              </a:path>
              <a:path w="21600" h="21600">
                <a:moveTo>
                  <a:pt x="13420" y="9935"/>
                </a:moveTo>
                <a:lnTo>
                  <a:pt x="13455" y="9935"/>
                </a:lnTo>
                <a:lnTo>
                  <a:pt x="13455" y="10006"/>
                </a:lnTo>
                <a:lnTo>
                  <a:pt x="13420" y="10006"/>
                </a:lnTo>
              </a:path>
              <a:path w="21600" h="21600">
                <a:moveTo>
                  <a:pt x="8144" y="9935"/>
                </a:moveTo>
                <a:lnTo>
                  <a:pt x="8178" y="9935"/>
                </a:lnTo>
                <a:lnTo>
                  <a:pt x="8178" y="10006"/>
                </a:lnTo>
                <a:lnTo>
                  <a:pt x="8144" y="10006"/>
                </a:lnTo>
              </a:path>
              <a:path w="21600" h="21600">
                <a:moveTo>
                  <a:pt x="16127" y="9867"/>
                </a:moveTo>
                <a:lnTo>
                  <a:pt x="16174" y="9867"/>
                </a:lnTo>
                <a:lnTo>
                  <a:pt x="16174" y="9963"/>
                </a:lnTo>
                <a:lnTo>
                  <a:pt x="16127" y="9963"/>
                </a:lnTo>
              </a:path>
              <a:path w="21600" h="21600">
                <a:moveTo>
                  <a:pt x="14614" y="9866"/>
                </a:moveTo>
                <a:lnTo>
                  <a:pt x="14676" y="9866"/>
                </a:lnTo>
                <a:lnTo>
                  <a:pt x="14676" y="9993"/>
                </a:lnTo>
                <a:lnTo>
                  <a:pt x="14614" y="9993"/>
                </a:lnTo>
              </a:path>
              <a:path w="21600" h="21600">
                <a:moveTo>
                  <a:pt x="10705" y="9855"/>
                </a:moveTo>
                <a:lnTo>
                  <a:pt x="10742" y="9855"/>
                </a:lnTo>
                <a:lnTo>
                  <a:pt x="10742" y="9932"/>
                </a:lnTo>
                <a:lnTo>
                  <a:pt x="10705" y="9932"/>
                </a:lnTo>
              </a:path>
              <a:path w="21600" h="21600">
                <a:moveTo>
                  <a:pt x="5423" y="9819"/>
                </a:moveTo>
                <a:lnTo>
                  <a:pt x="5473" y="9819"/>
                </a:lnTo>
                <a:lnTo>
                  <a:pt x="5473" y="9922"/>
                </a:lnTo>
                <a:lnTo>
                  <a:pt x="5423" y="9922"/>
                </a:lnTo>
              </a:path>
              <a:path w="21600" h="21600">
                <a:moveTo>
                  <a:pt x="18831" y="9776"/>
                </a:moveTo>
                <a:lnTo>
                  <a:pt x="18882" y="9776"/>
                </a:lnTo>
                <a:lnTo>
                  <a:pt x="18882" y="9882"/>
                </a:lnTo>
                <a:lnTo>
                  <a:pt x="18831" y="9882"/>
                </a:lnTo>
              </a:path>
              <a:path w="21600" h="21600">
                <a:moveTo>
                  <a:pt x="9196" y="9754"/>
                </a:moveTo>
                <a:lnTo>
                  <a:pt x="9232" y="9754"/>
                </a:lnTo>
                <a:lnTo>
                  <a:pt x="9232" y="9828"/>
                </a:lnTo>
                <a:lnTo>
                  <a:pt x="9196" y="9828"/>
                </a:lnTo>
              </a:path>
              <a:path w="21600" h="21600">
                <a:moveTo>
                  <a:pt x="16128" y="9678"/>
                </a:moveTo>
                <a:lnTo>
                  <a:pt x="16173" y="9678"/>
                </a:lnTo>
                <a:lnTo>
                  <a:pt x="16173" y="9771"/>
                </a:lnTo>
                <a:lnTo>
                  <a:pt x="16128" y="9771"/>
                </a:lnTo>
              </a:path>
              <a:path w="21600" h="21600">
                <a:moveTo>
                  <a:pt x="14615" y="9658"/>
                </a:moveTo>
                <a:lnTo>
                  <a:pt x="14676" y="9658"/>
                </a:lnTo>
                <a:lnTo>
                  <a:pt x="14676" y="9782"/>
                </a:lnTo>
                <a:lnTo>
                  <a:pt x="14615" y="9782"/>
                </a:lnTo>
              </a:path>
              <a:path w="21600" h="21600">
                <a:moveTo>
                  <a:pt x="19901" y="9655"/>
                </a:moveTo>
                <a:lnTo>
                  <a:pt x="19926" y="9655"/>
                </a:lnTo>
                <a:lnTo>
                  <a:pt x="19926" y="9708"/>
                </a:lnTo>
                <a:lnTo>
                  <a:pt x="19901" y="9708"/>
                </a:lnTo>
              </a:path>
              <a:path w="21600" h="21600">
                <a:moveTo>
                  <a:pt x="5424" y="9630"/>
                </a:moveTo>
                <a:lnTo>
                  <a:pt x="5472" y="9630"/>
                </a:lnTo>
                <a:lnTo>
                  <a:pt x="5472" y="9729"/>
                </a:lnTo>
                <a:lnTo>
                  <a:pt x="5424" y="9729"/>
                </a:lnTo>
              </a:path>
              <a:path w="21600" h="21600">
                <a:moveTo>
                  <a:pt x="16129" y="9488"/>
                </a:moveTo>
                <a:lnTo>
                  <a:pt x="16173" y="9488"/>
                </a:lnTo>
                <a:lnTo>
                  <a:pt x="16173" y="9578"/>
                </a:lnTo>
                <a:lnTo>
                  <a:pt x="16129" y="9578"/>
                </a:lnTo>
              </a:path>
              <a:path w="21600" h="21600">
                <a:moveTo>
                  <a:pt x="14616" y="9450"/>
                </a:moveTo>
                <a:lnTo>
                  <a:pt x="14675" y="9450"/>
                </a:lnTo>
                <a:lnTo>
                  <a:pt x="14675" y="9570"/>
                </a:lnTo>
                <a:lnTo>
                  <a:pt x="14616" y="9570"/>
                </a:lnTo>
              </a:path>
              <a:path w="21600" h="21600">
                <a:moveTo>
                  <a:pt x="6172" y="9446"/>
                </a:moveTo>
                <a:lnTo>
                  <a:pt x="6225" y="9446"/>
                </a:lnTo>
                <a:lnTo>
                  <a:pt x="6225" y="9555"/>
                </a:lnTo>
                <a:lnTo>
                  <a:pt x="6172" y="9555"/>
                </a:lnTo>
              </a:path>
              <a:path w="21600" h="21600">
                <a:moveTo>
                  <a:pt x="5425" y="9440"/>
                </a:moveTo>
                <a:lnTo>
                  <a:pt x="5471" y="9440"/>
                </a:lnTo>
                <a:lnTo>
                  <a:pt x="5471" y="9536"/>
                </a:lnTo>
                <a:lnTo>
                  <a:pt x="5425" y="9536"/>
                </a:lnTo>
              </a:path>
              <a:path w="21600" h="21600">
                <a:moveTo>
                  <a:pt x="10705" y="9436"/>
                </a:moveTo>
                <a:lnTo>
                  <a:pt x="10742" y="9436"/>
                </a:lnTo>
                <a:lnTo>
                  <a:pt x="10742" y="9510"/>
                </a:lnTo>
                <a:lnTo>
                  <a:pt x="10705" y="9510"/>
                </a:lnTo>
              </a:path>
              <a:path w="21600" h="21600">
                <a:moveTo>
                  <a:pt x="18831" y="9323"/>
                </a:moveTo>
                <a:lnTo>
                  <a:pt x="18882" y="9323"/>
                </a:lnTo>
                <a:lnTo>
                  <a:pt x="18882" y="9426"/>
                </a:lnTo>
                <a:lnTo>
                  <a:pt x="18831" y="9426"/>
                </a:lnTo>
              </a:path>
              <a:path w="21600" h="21600">
                <a:moveTo>
                  <a:pt x="13421" y="9321"/>
                </a:moveTo>
                <a:lnTo>
                  <a:pt x="13454" y="9321"/>
                </a:lnTo>
                <a:lnTo>
                  <a:pt x="13454" y="9388"/>
                </a:lnTo>
                <a:lnTo>
                  <a:pt x="13421" y="9388"/>
                </a:lnTo>
              </a:path>
              <a:path w="21600" h="21600">
                <a:moveTo>
                  <a:pt x="8145" y="9321"/>
                </a:moveTo>
                <a:lnTo>
                  <a:pt x="8178" y="9321"/>
                </a:lnTo>
                <a:lnTo>
                  <a:pt x="8178" y="9388"/>
                </a:lnTo>
                <a:lnTo>
                  <a:pt x="8145" y="9388"/>
                </a:lnTo>
              </a:path>
              <a:path w="21600" h="21600">
                <a:moveTo>
                  <a:pt x="19901" y="9316"/>
                </a:moveTo>
                <a:lnTo>
                  <a:pt x="19925" y="9316"/>
                </a:lnTo>
                <a:lnTo>
                  <a:pt x="19925" y="9365"/>
                </a:lnTo>
                <a:lnTo>
                  <a:pt x="19901" y="9365"/>
                </a:lnTo>
              </a:path>
              <a:path w="21600" h="21600">
                <a:moveTo>
                  <a:pt x="9196" y="9302"/>
                </a:moveTo>
                <a:lnTo>
                  <a:pt x="9231" y="9302"/>
                </a:lnTo>
                <a:lnTo>
                  <a:pt x="9231" y="9373"/>
                </a:lnTo>
                <a:lnTo>
                  <a:pt x="9196" y="9373"/>
                </a:lnTo>
              </a:path>
              <a:path w="21600" h="21600">
                <a:moveTo>
                  <a:pt x="16130" y="9299"/>
                </a:moveTo>
                <a:lnTo>
                  <a:pt x="16172" y="9299"/>
                </a:lnTo>
                <a:lnTo>
                  <a:pt x="16172" y="9385"/>
                </a:lnTo>
                <a:lnTo>
                  <a:pt x="16130" y="9385"/>
                </a:lnTo>
              </a:path>
              <a:path w="21600" h="21600">
                <a:moveTo>
                  <a:pt x="5425" y="9250"/>
                </a:moveTo>
                <a:lnTo>
                  <a:pt x="5471" y="9250"/>
                </a:lnTo>
                <a:lnTo>
                  <a:pt x="5471" y="9343"/>
                </a:lnTo>
                <a:lnTo>
                  <a:pt x="5425" y="9343"/>
                </a:lnTo>
              </a:path>
              <a:path w="21600" h="21600">
                <a:moveTo>
                  <a:pt x="14617" y="9242"/>
                </a:moveTo>
                <a:lnTo>
                  <a:pt x="14674" y="9242"/>
                </a:lnTo>
                <a:lnTo>
                  <a:pt x="14674" y="9359"/>
                </a:lnTo>
                <a:lnTo>
                  <a:pt x="14617" y="9359"/>
                </a:lnTo>
              </a:path>
              <a:path w="21600" h="21600">
                <a:moveTo>
                  <a:pt x="16130" y="9109"/>
                </a:moveTo>
                <a:lnTo>
                  <a:pt x="16171" y="9109"/>
                </a:lnTo>
                <a:lnTo>
                  <a:pt x="16171" y="9192"/>
                </a:lnTo>
                <a:lnTo>
                  <a:pt x="16130" y="9192"/>
                </a:lnTo>
              </a:path>
              <a:path w="21600" h="21600">
                <a:moveTo>
                  <a:pt x="5426" y="9061"/>
                </a:moveTo>
                <a:lnTo>
                  <a:pt x="5470" y="9061"/>
                </a:lnTo>
                <a:lnTo>
                  <a:pt x="5470" y="9151"/>
                </a:lnTo>
                <a:lnTo>
                  <a:pt x="5426" y="9151"/>
                </a:lnTo>
              </a:path>
              <a:path w="21600" h="21600">
                <a:moveTo>
                  <a:pt x="14618" y="9034"/>
                </a:moveTo>
                <a:lnTo>
                  <a:pt x="14673" y="9034"/>
                </a:lnTo>
                <a:lnTo>
                  <a:pt x="14673" y="9147"/>
                </a:lnTo>
                <a:lnTo>
                  <a:pt x="14618" y="9147"/>
                </a:lnTo>
              </a:path>
              <a:path w="21600" h="21600">
                <a:moveTo>
                  <a:pt x="10706" y="9018"/>
                </a:moveTo>
                <a:lnTo>
                  <a:pt x="10741" y="9018"/>
                </a:lnTo>
                <a:lnTo>
                  <a:pt x="10741" y="9088"/>
                </a:lnTo>
                <a:lnTo>
                  <a:pt x="10706" y="9088"/>
                </a:lnTo>
              </a:path>
              <a:path w="21600" h="21600">
                <a:moveTo>
                  <a:pt x="19902" y="8976"/>
                </a:moveTo>
                <a:lnTo>
                  <a:pt x="19925" y="8976"/>
                </a:lnTo>
                <a:lnTo>
                  <a:pt x="19925" y="9021"/>
                </a:lnTo>
                <a:lnTo>
                  <a:pt x="19902" y="9021"/>
                </a:lnTo>
              </a:path>
              <a:path w="21600" h="21600">
                <a:moveTo>
                  <a:pt x="6173" y="8948"/>
                </a:moveTo>
                <a:lnTo>
                  <a:pt x="6224" y="8948"/>
                </a:lnTo>
                <a:lnTo>
                  <a:pt x="6224" y="9055"/>
                </a:lnTo>
                <a:lnTo>
                  <a:pt x="6173" y="9055"/>
                </a:lnTo>
              </a:path>
              <a:path w="21600" h="21600">
                <a:moveTo>
                  <a:pt x="16131" y="8919"/>
                </a:moveTo>
                <a:lnTo>
                  <a:pt x="16170" y="8919"/>
                </a:lnTo>
                <a:lnTo>
                  <a:pt x="16170" y="9000"/>
                </a:lnTo>
                <a:lnTo>
                  <a:pt x="16131" y="9000"/>
                </a:lnTo>
              </a:path>
              <a:path w="21600" h="21600">
                <a:moveTo>
                  <a:pt x="5427" y="8871"/>
                </a:moveTo>
                <a:lnTo>
                  <a:pt x="5469" y="8871"/>
                </a:lnTo>
                <a:lnTo>
                  <a:pt x="5469" y="8958"/>
                </a:lnTo>
                <a:lnTo>
                  <a:pt x="5427" y="8958"/>
                </a:lnTo>
              </a:path>
              <a:path w="21600" h="21600">
                <a:moveTo>
                  <a:pt x="18832" y="8871"/>
                </a:moveTo>
                <a:lnTo>
                  <a:pt x="18881" y="8871"/>
                </a:lnTo>
                <a:lnTo>
                  <a:pt x="18881" y="8970"/>
                </a:lnTo>
                <a:lnTo>
                  <a:pt x="18832" y="8970"/>
                </a:lnTo>
              </a:path>
              <a:path w="21600" h="21600">
                <a:moveTo>
                  <a:pt x="9197" y="8851"/>
                </a:moveTo>
                <a:lnTo>
                  <a:pt x="9230" y="8851"/>
                </a:lnTo>
                <a:lnTo>
                  <a:pt x="9230" y="8918"/>
                </a:lnTo>
                <a:lnTo>
                  <a:pt x="9197" y="8918"/>
                </a:lnTo>
              </a:path>
              <a:path w="21600" h="21600">
                <a:moveTo>
                  <a:pt x="14619" y="8826"/>
                </a:moveTo>
                <a:lnTo>
                  <a:pt x="14672" y="8826"/>
                </a:lnTo>
                <a:lnTo>
                  <a:pt x="14672" y="8936"/>
                </a:lnTo>
                <a:lnTo>
                  <a:pt x="14619" y="8936"/>
                </a:lnTo>
              </a:path>
              <a:path w="21600" h="21600">
                <a:moveTo>
                  <a:pt x="16132" y="8730"/>
                </a:moveTo>
                <a:lnTo>
                  <a:pt x="16170" y="8730"/>
                </a:lnTo>
                <a:lnTo>
                  <a:pt x="16170" y="8807"/>
                </a:lnTo>
                <a:lnTo>
                  <a:pt x="16132" y="8807"/>
                </a:lnTo>
              </a:path>
              <a:path w="21600" h="21600">
                <a:moveTo>
                  <a:pt x="5428" y="8682"/>
                </a:moveTo>
                <a:lnTo>
                  <a:pt x="5468" y="8682"/>
                </a:lnTo>
                <a:lnTo>
                  <a:pt x="5468" y="8765"/>
                </a:lnTo>
                <a:lnTo>
                  <a:pt x="5428" y="8765"/>
                </a:lnTo>
              </a:path>
              <a:path w="21600" h="21600">
                <a:moveTo>
                  <a:pt x="19903" y="8636"/>
                </a:moveTo>
                <a:lnTo>
                  <a:pt x="19924" y="8636"/>
                </a:lnTo>
                <a:lnTo>
                  <a:pt x="19924" y="8678"/>
                </a:lnTo>
                <a:lnTo>
                  <a:pt x="19903" y="8678"/>
                </a:lnTo>
              </a:path>
              <a:path w="21600" h="21600">
                <a:moveTo>
                  <a:pt x="14619" y="8618"/>
                </a:moveTo>
                <a:lnTo>
                  <a:pt x="14671" y="8618"/>
                </a:lnTo>
                <a:lnTo>
                  <a:pt x="14671" y="8724"/>
                </a:lnTo>
                <a:lnTo>
                  <a:pt x="14619" y="8724"/>
                </a:lnTo>
              </a:path>
              <a:path w="21600" h="21600">
                <a:moveTo>
                  <a:pt x="10707" y="8599"/>
                </a:moveTo>
                <a:lnTo>
                  <a:pt x="10740" y="8599"/>
                </a:lnTo>
                <a:lnTo>
                  <a:pt x="10740" y="8666"/>
                </a:lnTo>
                <a:lnTo>
                  <a:pt x="10707" y="8666"/>
                </a:lnTo>
              </a:path>
              <a:path w="21600" h="21600">
                <a:moveTo>
                  <a:pt x="16133" y="8540"/>
                </a:moveTo>
                <a:lnTo>
                  <a:pt x="16169" y="8540"/>
                </a:lnTo>
                <a:lnTo>
                  <a:pt x="16169" y="8614"/>
                </a:lnTo>
                <a:lnTo>
                  <a:pt x="16133" y="8614"/>
                </a:lnTo>
              </a:path>
              <a:path w="21600" h="21600">
                <a:moveTo>
                  <a:pt x="5428" y="8492"/>
                </a:moveTo>
                <a:lnTo>
                  <a:pt x="5468" y="8492"/>
                </a:lnTo>
                <a:lnTo>
                  <a:pt x="5468" y="8572"/>
                </a:lnTo>
                <a:lnTo>
                  <a:pt x="5428" y="8572"/>
                </a:lnTo>
              </a:path>
              <a:path w="21600" h="21600">
                <a:moveTo>
                  <a:pt x="6174" y="8451"/>
                </a:moveTo>
                <a:lnTo>
                  <a:pt x="6224" y="8451"/>
                </a:lnTo>
                <a:lnTo>
                  <a:pt x="6224" y="8554"/>
                </a:lnTo>
                <a:lnTo>
                  <a:pt x="6174" y="8554"/>
                </a:lnTo>
              </a:path>
              <a:path w="21600" h="21600">
                <a:moveTo>
                  <a:pt x="18833" y="8418"/>
                </a:moveTo>
                <a:lnTo>
                  <a:pt x="18880" y="8418"/>
                </a:lnTo>
                <a:lnTo>
                  <a:pt x="18880" y="8514"/>
                </a:lnTo>
                <a:lnTo>
                  <a:pt x="18833" y="8514"/>
                </a:lnTo>
              </a:path>
              <a:path w="21600" h="21600">
                <a:moveTo>
                  <a:pt x="14620" y="8410"/>
                </a:moveTo>
                <a:lnTo>
                  <a:pt x="14670" y="8410"/>
                </a:lnTo>
                <a:lnTo>
                  <a:pt x="14670" y="8513"/>
                </a:lnTo>
                <a:lnTo>
                  <a:pt x="14620" y="8513"/>
                </a:lnTo>
              </a:path>
              <a:path w="21600" h="21600">
                <a:moveTo>
                  <a:pt x="9198" y="8400"/>
                </a:moveTo>
                <a:lnTo>
                  <a:pt x="9229" y="8400"/>
                </a:lnTo>
                <a:lnTo>
                  <a:pt x="9229" y="8463"/>
                </a:lnTo>
                <a:lnTo>
                  <a:pt x="9198" y="8463"/>
                </a:lnTo>
              </a:path>
              <a:path w="21600" h="21600">
                <a:moveTo>
                  <a:pt x="16134" y="8351"/>
                </a:moveTo>
                <a:lnTo>
                  <a:pt x="16168" y="8351"/>
                </a:lnTo>
                <a:lnTo>
                  <a:pt x="16168" y="8421"/>
                </a:lnTo>
                <a:lnTo>
                  <a:pt x="16134" y="8421"/>
                </a:lnTo>
              </a:path>
              <a:path w="21600" h="21600">
                <a:moveTo>
                  <a:pt x="5429" y="8303"/>
                </a:moveTo>
                <a:lnTo>
                  <a:pt x="5467" y="8303"/>
                </a:lnTo>
                <a:lnTo>
                  <a:pt x="5467" y="8380"/>
                </a:lnTo>
                <a:lnTo>
                  <a:pt x="5429" y="8380"/>
                </a:lnTo>
              </a:path>
              <a:path w="21600" h="21600">
                <a:moveTo>
                  <a:pt x="14621" y="8202"/>
                </a:moveTo>
                <a:lnTo>
                  <a:pt x="14669" y="8202"/>
                </a:lnTo>
                <a:lnTo>
                  <a:pt x="14669" y="8301"/>
                </a:lnTo>
                <a:lnTo>
                  <a:pt x="14621" y="8301"/>
                </a:lnTo>
              </a:path>
              <a:path w="21600" h="21600">
                <a:moveTo>
                  <a:pt x="10708" y="8181"/>
                </a:moveTo>
                <a:lnTo>
                  <a:pt x="10739" y="8181"/>
                </a:lnTo>
                <a:lnTo>
                  <a:pt x="10739" y="8244"/>
                </a:lnTo>
                <a:lnTo>
                  <a:pt x="10708" y="8244"/>
                </a:lnTo>
              </a:path>
              <a:path w="21600" h="21600">
                <a:moveTo>
                  <a:pt x="16134" y="8161"/>
                </a:moveTo>
                <a:lnTo>
                  <a:pt x="16167" y="8161"/>
                </a:lnTo>
                <a:lnTo>
                  <a:pt x="16167" y="8229"/>
                </a:lnTo>
                <a:lnTo>
                  <a:pt x="16134" y="8229"/>
                </a:lnTo>
              </a:path>
              <a:path w="21600" h="21600">
                <a:moveTo>
                  <a:pt x="5430" y="8113"/>
                </a:moveTo>
                <a:lnTo>
                  <a:pt x="5466" y="8113"/>
                </a:lnTo>
                <a:lnTo>
                  <a:pt x="5466" y="8187"/>
                </a:lnTo>
                <a:lnTo>
                  <a:pt x="5430" y="8187"/>
                </a:lnTo>
              </a:path>
              <a:path w="21600" h="21600">
                <a:moveTo>
                  <a:pt x="14622" y="7994"/>
                </a:moveTo>
                <a:lnTo>
                  <a:pt x="14669" y="7994"/>
                </a:lnTo>
                <a:lnTo>
                  <a:pt x="14669" y="8090"/>
                </a:lnTo>
                <a:lnTo>
                  <a:pt x="14622" y="8090"/>
                </a:lnTo>
              </a:path>
              <a:path w="21600" h="21600">
                <a:moveTo>
                  <a:pt x="18834" y="7965"/>
                </a:moveTo>
                <a:lnTo>
                  <a:pt x="18879" y="7965"/>
                </a:lnTo>
                <a:lnTo>
                  <a:pt x="18879" y="8058"/>
                </a:lnTo>
                <a:lnTo>
                  <a:pt x="18834" y="8058"/>
                </a:lnTo>
              </a:path>
              <a:path w="21600" h="21600">
                <a:moveTo>
                  <a:pt x="6174" y="7954"/>
                </a:moveTo>
                <a:lnTo>
                  <a:pt x="6223" y="7954"/>
                </a:lnTo>
                <a:lnTo>
                  <a:pt x="6223" y="8053"/>
                </a:lnTo>
                <a:lnTo>
                  <a:pt x="6174" y="8053"/>
                </a:lnTo>
              </a:path>
              <a:path w="21600" h="21600">
                <a:moveTo>
                  <a:pt x="9199" y="7948"/>
                </a:moveTo>
                <a:lnTo>
                  <a:pt x="9228" y="7948"/>
                </a:lnTo>
                <a:lnTo>
                  <a:pt x="9228" y="8008"/>
                </a:lnTo>
                <a:lnTo>
                  <a:pt x="9199" y="8008"/>
                </a:lnTo>
              </a:path>
              <a:path w="21600" h="21600">
                <a:moveTo>
                  <a:pt x="5431" y="7924"/>
                </a:moveTo>
                <a:lnTo>
                  <a:pt x="5465" y="7924"/>
                </a:lnTo>
                <a:lnTo>
                  <a:pt x="5465" y="7994"/>
                </a:lnTo>
                <a:lnTo>
                  <a:pt x="5431" y="7994"/>
                </a:lnTo>
              </a:path>
              <a:path w="21600" h="21600">
                <a:moveTo>
                  <a:pt x="14623" y="7787"/>
                </a:moveTo>
                <a:lnTo>
                  <a:pt x="14668" y="7787"/>
                </a:lnTo>
                <a:lnTo>
                  <a:pt x="14668" y="7878"/>
                </a:lnTo>
                <a:lnTo>
                  <a:pt x="14623" y="7878"/>
                </a:lnTo>
              </a:path>
              <a:path w="21600" h="21600">
                <a:moveTo>
                  <a:pt x="10709" y="7763"/>
                </a:moveTo>
                <a:lnTo>
                  <a:pt x="10738" y="7763"/>
                </a:lnTo>
                <a:lnTo>
                  <a:pt x="10738" y="7822"/>
                </a:lnTo>
                <a:lnTo>
                  <a:pt x="10709" y="7822"/>
                </a:lnTo>
              </a:path>
              <a:path w="21600" h="21600">
                <a:moveTo>
                  <a:pt x="5432" y="7734"/>
                </a:moveTo>
                <a:lnTo>
                  <a:pt x="5464" y="7734"/>
                </a:lnTo>
                <a:lnTo>
                  <a:pt x="5464" y="7801"/>
                </a:lnTo>
                <a:lnTo>
                  <a:pt x="5432" y="7801"/>
                </a:lnTo>
              </a:path>
              <a:path w="21600" h="21600">
                <a:moveTo>
                  <a:pt x="14624" y="7579"/>
                </a:moveTo>
                <a:lnTo>
                  <a:pt x="14667" y="7579"/>
                </a:lnTo>
                <a:lnTo>
                  <a:pt x="14667" y="7667"/>
                </a:lnTo>
                <a:lnTo>
                  <a:pt x="14624" y="7667"/>
                </a:lnTo>
              </a:path>
              <a:path w="21600" h="21600">
                <a:moveTo>
                  <a:pt x="18835" y="7512"/>
                </a:moveTo>
                <a:lnTo>
                  <a:pt x="18878" y="7512"/>
                </a:lnTo>
                <a:lnTo>
                  <a:pt x="18878" y="7602"/>
                </a:lnTo>
                <a:lnTo>
                  <a:pt x="18835" y="7602"/>
                </a:lnTo>
              </a:path>
              <a:path w="21600" h="21600">
                <a:moveTo>
                  <a:pt x="9200" y="7497"/>
                </a:moveTo>
                <a:lnTo>
                  <a:pt x="9227" y="7497"/>
                </a:lnTo>
                <a:lnTo>
                  <a:pt x="9227" y="7553"/>
                </a:lnTo>
                <a:lnTo>
                  <a:pt x="9200" y="7553"/>
                </a:lnTo>
              </a:path>
              <a:path w="21600" h="21600">
                <a:moveTo>
                  <a:pt x="6175" y="7457"/>
                </a:moveTo>
                <a:lnTo>
                  <a:pt x="6222" y="7457"/>
                </a:lnTo>
                <a:lnTo>
                  <a:pt x="6222" y="7552"/>
                </a:lnTo>
                <a:lnTo>
                  <a:pt x="6175" y="7552"/>
                </a:lnTo>
              </a:path>
              <a:path w="21600" h="21600">
                <a:moveTo>
                  <a:pt x="14625" y="7371"/>
                </a:moveTo>
                <a:lnTo>
                  <a:pt x="14666" y="7371"/>
                </a:lnTo>
                <a:lnTo>
                  <a:pt x="14666" y="7455"/>
                </a:lnTo>
                <a:lnTo>
                  <a:pt x="14625" y="7455"/>
                </a:lnTo>
              </a:path>
              <a:path w="21600" h="21600">
                <a:moveTo>
                  <a:pt x="10710" y="7344"/>
                </a:moveTo>
                <a:lnTo>
                  <a:pt x="10737" y="7344"/>
                </a:lnTo>
                <a:lnTo>
                  <a:pt x="10737" y="7400"/>
                </a:lnTo>
                <a:lnTo>
                  <a:pt x="10710" y="7400"/>
                </a:lnTo>
              </a:path>
              <a:path w="21600" h="21600">
                <a:moveTo>
                  <a:pt x="14626" y="7163"/>
                </a:moveTo>
                <a:lnTo>
                  <a:pt x="14665" y="7163"/>
                </a:lnTo>
                <a:lnTo>
                  <a:pt x="14665" y="7244"/>
                </a:lnTo>
                <a:lnTo>
                  <a:pt x="14626" y="7244"/>
                </a:lnTo>
              </a:path>
              <a:path w="21600" h="21600">
                <a:moveTo>
                  <a:pt x="18835" y="7059"/>
                </a:moveTo>
                <a:lnTo>
                  <a:pt x="18878" y="7059"/>
                </a:lnTo>
                <a:lnTo>
                  <a:pt x="18878" y="7146"/>
                </a:lnTo>
                <a:lnTo>
                  <a:pt x="18835" y="7146"/>
                </a:lnTo>
              </a:path>
              <a:path w="21600" h="21600">
                <a:moveTo>
                  <a:pt x="9201" y="7046"/>
                </a:moveTo>
                <a:lnTo>
                  <a:pt x="9227" y="7046"/>
                </a:lnTo>
                <a:lnTo>
                  <a:pt x="9227" y="7098"/>
                </a:lnTo>
                <a:lnTo>
                  <a:pt x="9201" y="7098"/>
                </a:lnTo>
              </a:path>
              <a:path w="21600" h="21600">
                <a:moveTo>
                  <a:pt x="6176" y="6960"/>
                </a:moveTo>
                <a:lnTo>
                  <a:pt x="6221" y="6960"/>
                </a:lnTo>
                <a:lnTo>
                  <a:pt x="6221" y="7052"/>
                </a:lnTo>
                <a:lnTo>
                  <a:pt x="6176" y="7052"/>
                </a:lnTo>
              </a:path>
              <a:path w="21600" h="21600">
                <a:moveTo>
                  <a:pt x="14626" y="6955"/>
                </a:moveTo>
                <a:lnTo>
                  <a:pt x="14664" y="6955"/>
                </a:lnTo>
                <a:lnTo>
                  <a:pt x="14664" y="7033"/>
                </a:lnTo>
                <a:lnTo>
                  <a:pt x="14626" y="7033"/>
                </a:lnTo>
              </a:path>
              <a:path w="21600" h="21600">
                <a:moveTo>
                  <a:pt x="10711" y="6926"/>
                </a:moveTo>
                <a:lnTo>
                  <a:pt x="10736" y="6926"/>
                </a:lnTo>
                <a:lnTo>
                  <a:pt x="10736" y="6979"/>
                </a:lnTo>
                <a:lnTo>
                  <a:pt x="10711" y="6979"/>
                </a:lnTo>
              </a:path>
              <a:path w="21600" h="21600">
                <a:moveTo>
                  <a:pt x="14627" y="6747"/>
                </a:moveTo>
                <a:lnTo>
                  <a:pt x="14663" y="6747"/>
                </a:lnTo>
                <a:lnTo>
                  <a:pt x="14663" y="6821"/>
                </a:lnTo>
                <a:lnTo>
                  <a:pt x="14627" y="6821"/>
                </a:lnTo>
              </a:path>
              <a:path w="21600" h="21600">
                <a:moveTo>
                  <a:pt x="18836" y="6606"/>
                </a:moveTo>
                <a:lnTo>
                  <a:pt x="18877" y="6606"/>
                </a:lnTo>
                <a:lnTo>
                  <a:pt x="18877" y="6689"/>
                </a:lnTo>
                <a:lnTo>
                  <a:pt x="18836" y="6689"/>
                </a:lnTo>
              </a:path>
              <a:path w="21600" h="21600">
                <a:moveTo>
                  <a:pt x="9202" y="6594"/>
                </a:moveTo>
                <a:lnTo>
                  <a:pt x="9226" y="6594"/>
                </a:lnTo>
                <a:lnTo>
                  <a:pt x="9226" y="6643"/>
                </a:lnTo>
                <a:lnTo>
                  <a:pt x="9202" y="6643"/>
                </a:lnTo>
              </a:path>
              <a:path w="21600" h="21600">
                <a:moveTo>
                  <a:pt x="14628" y="6539"/>
                </a:moveTo>
                <a:lnTo>
                  <a:pt x="14662" y="6539"/>
                </a:lnTo>
                <a:lnTo>
                  <a:pt x="14662" y="6610"/>
                </a:lnTo>
                <a:lnTo>
                  <a:pt x="14628" y="6610"/>
                </a:lnTo>
              </a:path>
              <a:path w="21600" h="21600">
                <a:moveTo>
                  <a:pt x="10711" y="6508"/>
                </a:moveTo>
                <a:lnTo>
                  <a:pt x="10735" y="6508"/>
                </a:lnTo>
                <a:lnTo>
                  <a:pt x="10735" y="6557"/>
                </a:lnTo>
                <a:lnTo>
                  <a:pt x="10711" y="6557"/>
                </a:lnTo>
              </a:path>
              <a:path w="21600" h="21600">
                <a:moveTo>
                  <a:pt x="6177" y="6463"/>
                </a:moveTo>
                <a:lnTo>
                  <a:pt x="6220" y="6463"/>
                </a:lnTo>
                <a:lnTo>
                  <a:pt x="6220" y="6551"/>
                </a:lnTo>
                <a:lnTo>
                  <a:pt x="6177" y="6551"/>
                </a:lnTo>
              </a:path>
              <a:path w="21600" h="21600">
                <a:moveTo>
                  <a:pt x="14629" y="6331"/>
                </a:moveTo>
                <a:lnTo>
                  <a:pt x="14662" y="6331"/>
                </a:lnTo>
                <a:lnTo>
                  <a:pt x="14662" y="6398"/>
                </a:lnTo>
                <a:lnTo>
                  <a:pt x="14629" y="6398"/>
                </a:lnTo>
              </a:path>
              <a:path w="21600" h="21600">
                <a:moveTo>
                  <a:pt x="18837" y="6153"/>
                </a:moveTo>
                <a:lnTo>
                  <a:pt x="18876" y="6153"/>
                </a:lnTo>
                <a:lnTo>
                  <a:pt x="18876" y="6233"/>
                </a:lnTo>
                <a:lnTo>
                  <a:pt x="18837" y="6233"/>
                </a:lnTo>
              </a:path>
              <a:path w="21600" h="21600">
                <a:moveTo>
                  <a:pt x="9202" y="6143"/>
                </a:moveTo>
                <a:lnTo>
                  <a:pt x="9225" y="6143"/>
                </a:lnTo>
                <a:lnTo>
                  <a:pt x="9225" y="6188"/>
                </a:lnTo>
                <a:lnTo>
                  <a:pt x="9202" y="6188"/>
                </a:lnTo>
              </a:path>
              <a:path w="21600" h="21600">
                <a:moveTo>
                  <a:pt x="14630" y="6123"/>
                </a:moveTo>
                <a:lnTo>
                  <a:pt x="14661" y="6123"/>
                </a:lnTo>
                <a:lnTo>
                  <a:pt x="14661" y="6187"/>
                </a:lnTo>
                <a:lnTo>
                  <a:pt x="14630" y="6187"/>
                </a:lnTo>
              </a:path>
              <a:path w="21600" h="21600">
                <a:moveTo>
                  <a:pt x="10712" y="6089"/>
                </a:moveTo>
                <a:lnTo>
                  <a:pt x="10735" y="6089"/>
                </a:lnTo>
                <a:lnTo>
                  <a:pt x="10735" y="6135"/>
                </a:lnTo>
                <a:lnTo>
                  <a:pt x="10712" y="6135"/>
                </a:lnTo>
              </a:path>
              <a:path w="21600" h="21600">
                <a:moveTo>
                  <a:pt x="6178" y="5965"/>
                </a:moveTo>
                <a:lnTo>
                  <a:pt x="6219" y="5965"/>
                </a:lnTo>
                <a:lnTo>
                  <a:pt x="6219" y="6050"/>
                </a:lnTo>
                <a:lnTo>
                  <a:pt x="6178" y="6050"/>
                </a:lnTo>
              </a:path>
              <a:path w="21600" h="21600">
                <a:moveTo>
                  <a:pt x="14631" y="5915"/>
                </a:moveTo>
                <a:lnTo>
                  <a:pt x="14660" y="5915"/>
                </a:lnTo>
                <a:lnTo>
                  <a:pt x="14660" y="5975"/>
                </a:lnTo>
                <a:lnTo>
                  <a:pt x="14631" y="5975"/>
                </a:lnTo>
              </a:path>
              <a:path w="21600" h="21600">
                <a:moveTo>
                  <a:pt x="14632" y="5707"/>
                </a:moveTo>
                <a:lnTo>
                  <a:pt x="14659" y="5707"/>
                </a:lnTo>
                <a:lnTo>
                  <a:pt x="14659" y="5764"/>
                </a:lnTo>
                <a:lnTo>
                  <a:pt x="14632" y="5764"/>
                </a:lnTo>
              </a:path>
              <a:path w="21600" h="21600">
                <a:moveTo>
                  <a:pt x="18838" y="5700"/>
                </a:moveTo>
                <a:lnTo>
                  <a:pt x="18875" y="5700"/>
                </a:lnTo>
                <a:lnTo>
                  <a:pt x="18875" y="5777"/>
                </a:lnTo>
                <a:lnTo>
                  <a:pt x="18838" y="5777"/>
                </a:lnTo>
              </a:path>
              <a:path w="21600" h="21600">
                <a:moveTo>
                  <a:pt x="9203" y="5692"/>
                </a:moveTo>
                <a:lnTo>
                  <a:pt x="9224" y="5692"/>
                </a:lnTo>
                <a:lnTo>
                  <a:pt x="9224" y="5734"/>
                </a:lnTo>
                <a:lnTo>
                  <a:pt x="9203" y="5734"/>
                </a:lnTo>
              </a:path>
              <a:path w="21600" h="21600">
                <a:moveTo>
                  <a:pt x="10713" y="5671"/>
                </a:moveTo>
                <a:lnTo>
                  <a:pt x="10734" y="5671"/>
                </a:lnTo>
                <a:lnTo>
                  <a:pt x="10734" y="5713"/>
                </a:lnTo>
                <a:lnTo>
                  <a:pt x="10713" y="5713"/>
                </a:lnTo>
              </a:path>
              <a:path w="21600" h="21600">
                <a:moveTo>
                  <a:pt x="14633" y="5500"/>
                </a:moveTo>
                <a:lnTo>
                  <a:pt x="14658" y="5500"/>
                </a:lnTo>
                <a:lnTo>
                  <a:pt x="14658" y="5552"/>
                </a:lnTo>
                <a:lnTo>
                  <a:pt x="14633" y="5552"/>
                </a:lnTo>
              </a:path>
              <a:path w="21600" h="21600">
                <a:moveTo>
                  <a:pt x="6179" y="5468"/>
                </a:moveTo>
                <a:lnTo>
                  <a:pt x="6218" y="5468"/>
                </a:lnTo>
                <a:lnTo>
                  <a:pt x="6218" y="5549"/>
                </a:lnTo>
                <a:lnTo>
                  <a:pt x="6179" y="5549"/>
                </a:lnTo>
              </a:path>
              <a:path w="21600" h="21600">
                <a:moveTo>
                  <a:pt x="14633" y="5292"/>
                </a:moveTo>
                <a:lnTo>
                  <a:pt x="14657" y="5292"/>
                </a:lnTo>
                <a:lnTo>
                  <a:pt x="14657" y="5341"/>
                </a:lnTo>
                <a:lnTo>
                  <a:pt x="14633" y="5341"/>
                </a:lnTo>
              </a:path>
              <a:path w="21600" h="21600">
                <a:moveTo>
                  <a:pt x="18838" y="5248"/>
                </a:moveTo>
                <a:lnTo>
                  <a:pt x="18875" y="5248"/>
                </a:lnTo>
                <a:lnTo>
                  <a:pt x="18875" y="5321"/>
                </a:lnTo>
                <a:lnTo>
                  <a:pt x="18838" y="5321"/>
                </a:lnTo>
              </a:path>
              <a:path w="21600" h="21600">
                <a:moveTo>
                  <a:pt x="14634" y="5084"/>
                </a:moveTo>
                <a:lnTo>
                  <a:pt x="14656" y="5084"/>
                </a:lnTo>
                <a:lnTo>
                  <a:pt x="14656" y="5129"/>
                </a:lnTo>
                <a:lnTo>
                  <a:pt x="14634" y="5129"/>
                </a:lnTo>
              </a:path>
              <a:path w="21600" h="21600">
                <a:moveTo>
                  <a:pt x="6180" y="4971"/>
                </a:moveTo>
                <a:lnTo>
                  <a:pt x="6218" y="4971"/>
                </a:lnTo>
                <a:lnTo>
                  <a:pt x="6218" y="5049"/>
                </a:lnTo>
                <a:lnTo>
                  <a:pt x="6180" y="5049"/>
                </a:lnTo>
              </a:path>
              <a:path w="21600" h="21600">
                <a:moveTo>
                  <a:pt x="14635" y="4876"/>
                </a:moveTo>
                <a:lnTo>
                  <a:pt x="14656" y="4876"/>
                </a:lnTo>
                <a:lnTo>
                  <a:pt x="14656" y="4918"/>
                </a:lnTo>
                <a:lnTo>
                  <a:pt x="14635" y="4918"/>
                </a:lnTo>
              </a:path>
              <a:path w="21600" h="21600">
                <a:moveTo>
                  <a:pt x="18839" y="4795"/>
                </a:moveTo>
                <a:lnTo>
                  <a:pt x="18874" y="4795"/>
                </a:lnTo>
                <a:lnTo>
                  <a:pt x="18874" y="4865"/>
                </a:lnTo>
                <a:lnTo>
                  <a:pt x="18839" y="4865"/>
                </a:lnTo>
              </a:path>
              <a:path w="21600" h="21600">
                <a:moveTo>
                  <a:pt x="6181" y="4474"/>
                </a:moveTo>
                <a:lnTo>
                  <a:pt x="6217" y="4474"/>
                </a:lnTo>
                <a:lnTo>
                  <a:pt x="6217" y="4548"/>
                </a:lnTo>
                <a:lnTo>
                  <a:pt x="6181" y="4548"/>
                </a:lnTo>
              </a:path>
              <a:path w="21600" h="21600">
                <a:moveTo>
                  <a:pt x="18840" y="4342"/>
                </a:moveTo>
                <a:lnTo>
                  <a:pt x="18873" y="4342"/>
                </a:lnTo>
                <a:lnTo>
                  <a:pt x="18873" y="4409"/>
                </a:lnTo>
                <a:lnTo>
                  <a:pt x="18840" y="4409"/>
                </a:lnTo>
              </a:path>
              <a:path w="21600" h="21600">
                <a:moveTo>
                  <a:pt x="6181" y="3977"/>
                </a:moveTo>
                <a:lnTo>
                  <a:pt x="6216" y="3977"/>
                </a:lnTo>
                <a:lnTo>
                  <a:pt x="6216" y="4047"/>
                </a:lnTo>
                <a:lnTo>
                  <a:pt x="6181" y="4047"/>
                </a:lnTo>
              </a:path>
              <a:path w="21600" h="21600">
                <a:moveTo>
                  <a:pt x="6182" y="3480"/>
                </a:moveTo>
                <a:lnTo>
                  <a:pt x="6215" y="3480"/>
                </a:lnTo>
                <a:lnTo>
                  <a:pt x="6215" y="3547"/>
                </a:lnTo>
                <a:lnTo>
                  <a:pt x="6182" y="3547"/>
                </a:lnTo>
              </a:path>
              <a:path w="21600" h="21600">
                <a:moveTo>
                  <a:pt x="6183" y="2983"/>
                </a:moveTo>
                <a:lnTo>
                  <a:pt x="6214" y="2983"/>
                </a:lnTo>
                <a:lnTo>
                  <a:pt x="6214" y="3046"/>
                </a:lnTo>
                <a:lnTo>
                  <a:pt x="6183" y="3046"/>
                </a:lnTo>
              </a:path>
              <a:path w="21600" h="21600">
                <a:moveTo>
                  <a:pt x="6184" y="2485"/>
                </a:moveTo>
                <a:lnTo>
                  <a:pt x="6213" y="2485"/>
                </a:lnTo>
                <a:lnTo>
                  <a:pt x="6213" y="2545"/>
                </a:lnTo>
                <a:lnTo>
                  <a:pt x="6184" y="2545"/>
                </a:lnTo>
              </a:path>
              <a:path w="21600" h="21600">
                <a:moveTo>
                  <a:pt x="6185" y="1988"/>
                </a:moveTo>
                <a:lnTo>
                  <a:pt x="6212" y="1988"/>
                </a:lnTo>
                <a:lnTo>
                  <a:pt x="6212" y="2044"/>
                </a:lnTo>
                <a:lnTo>
                  <a:pt x="6185" y="2044"/>
                </a:lnTo>
              </a:path>
              <a:path w="21600" h="21600">
                <a:moveTo>
                  <a:pt x="6186" y="1491"/>
                </a:moveTo>
                <a:lnTo>
                  <a:pt x="6211" y="1491"/>
                </a:lnTo>
                <a:lnTo>
                  <a:pt x="6211" y="1544"/>
                </a:lnTo>
                <a:lnTo>
                  <a:pt x="6186" y="1544"/>
                </a:lnTo>
              </a:path>
              <a:path w="21600" h="21600">
                <a:moveTo>
                  <a:pt x="6187" y="994"/>
                </a:moveTo>
                <a:lnTo>
                  <a:pt x="6211" y="994"/>
                </a:lnTo>
                <a:lnTo>
                  <a:pt x="6211" y="1043"/>
                </a:lnTo>
                <a:lnTo>
                  <a:pt x="6187" y="1043"/>
                </a:lnTo>
              </a:path>
              <a:path w="21600" h="21600">
                <a:moveTo>
                  <a:pt x="6188" y="497"/>
                </a:moveTo>
                <a:lnTo>
                  <a:pt x="6210" y="497"/>
                </a:lnTo>
                <a:lnTo>
                  <a:pt x="6210" y="542"/>
                </a:lnTo>
                <a:lnTo>
                  <a:pt x="6188" y="542"/>
                </a:lnTo>
              </a:path>
              <a:path w="21600" h="21600">
                <a:moveTo>
                  <a:pt x="6188" y="0"/>
                </a:moveTo>
                <a:lnTo>
                  <a:pt x="6209" y="0"/>
                </a:lnTo>
                <a:lnTo>
                  <a:pt x="6209" y="41"/>
                </a:lnTo>
                <a:lnTo>
                  <a:pt x="6188" y="41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  <p:sp>
        <p:nvSpPr>
          <p:cNvPr id="1049056" name="矩形"/>
          <p:cNvSpPr/>
          <p:nvPr/>
        </p:nvSpPr>
        <p:spPr>
          <a:xfrm rot="0">
            <a:off x="0" y="6214856"/>
            <a:ext cx="12192000" cy="643142"/>
          </a:xfrm>
          <a:prstGeom prst="rect"/>
          <a:gradFill rotWithShape="1">
            <a:gsLst>
              <a:gs pos="0">
                <a:srgbClr val="113455">
                  <a:lumMod val="50000"/>
                  <a:alpha val="100000"/>
                </a:srgbClr>
              </a:gs>
              <a:gs pos="100000">
                <a:srgbClr val="164269">
                  <a:alpha val="100000"/>
                </a:srgbClr>
              </a:gs>
            </a:gsLst>
            <a:lin ang="5400000" scaled="1"/>
          </a:gradFill>
          <a:ln w="12700" cap="flat" cmpd="sng">
            <a:noFill/>
            <a:prstDash val="solid"/>
            <a:round/>
          </a:ln>
        </p:spPr>
      </p:sp>
      <p:sp>
        <p:nvSpPr>
          <p:cNvPr id="1049057" name="矩形"/>
          <p:cNvSpPr/>
          <p:nvPr/>
        </p:nvSpPr>
        <p:spPr>
          <a:xfrm rot="0">
            <a:off x="827314" y="6305595"/>
            <a:ext cx="10537372" cy="45338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0" strike="noStrike" u="none">
                <a:solidFill>
                  <a:srgbClr val="C8E0F4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Attribution: </a:t>
            </a:r>
            <a:r>
              <a:rPr altLang="zh-CN" baseline="0" b="0" cap="none" sz="2400" i="0" kern="1200" lang="en-US" spc="0" strike="noStrike" u="none">
                <a:solidFill>
                  <a:srgbClr val="C8E0F4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The presentation template is designed by </a:t>
            </a:r>
            <a:r>
              <a:rPr altLang="zh-CN" baseline="0" b="1" cap="none" sz="2400" i="0" kern="1200" lang="en-US" spc="0" strike="noStrike" u="none">
                <a:solidFill>
                  <a:srgbClr val="C8E0F4"/>
                </a:solidFill>
                <a:latin typeface="Calibri" pitchFamily="0" charset="0"/>
                <a:ea typeface="宋体" pitchFamily="0" charset="0"/>
                <a:cs typeface="Droid Sans" pitchFamily="0" charset="0"/>
              </a:rPr>
              <a:t>Collidu.com</a:t>
            </a:r>
            <a:endParaRPr altLang="en-US" baseline="0" b="1" cap="none" sz="2400" i="0" kern="1200" lang="zh-CN" spc="0" strike="noStrike" u="none">
              <a:solidFill>
                <a:srgbClr val="C8E0F4"/>
              </a:solidFill>
              <a:latin typeface="Calibri" pitchFamily="0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58" name="曲线"/>
          <p:cNvSpPr/>
          <p:nvPr/>
        </p:nvSpPr>
        <p:spPr>
          <a:xfrm rot="0">
            <a:off x="423942" y="309456"/>
            <a:ext cx="11344116" cy="341640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5753" y="21460"/>
                </a:moveTo>
                <a:lnTo>
                  <a:pt x="15795" y="21460"/>
                </a:lnTo>
                <a:lnTo>
                  <a:pt x="15795" y="21600"/>
                </a:lnTo>
                <a:lnTo>
                  <a:pt x="15753" y="21600"/>
                </a:lnTo>
              </a:path>
              <a:path w="21600" h="21600">
                <a:moveTo>
                  <a:pt x="5021" y="21460"/>
                </a:moveTo>
                <a:lnTo>
                  <a:pt x="5063" y="21460"/>
                </a:lnTo>
                <a:lnTo>
                  <a:pt x="5063" y="21600"/>
                </a:lnTo>
                <a:lnTo>
                  <a:pt x="5021" y="21600"/>
                </a:lnTo>
              </a:path>
              <a:path w="21600" h="21600">
                <a:moveTo>
                  <a:pt x="15754" y="21276"/>
                </a:moveTo>
                <a:lnTo>
                  <a:pt x="15795" y="21276"/>
                </a:lnTo>
                <a:lnTo>
                  <a:pt x="15795" y="21411"/>
                </a:lnTo>
                <a:lnTo>
                  <a:pt x="15754" y="21411"/>
                </a:lnTo>
              </a:path>
              <a:path w="21600" h="21600">
                <a:moveTo>
                  <a:pt x="5021" y="21276"/>
                </a:moveTo>
                <a:lnTo>
                  <a:pt x="5062" y="21276"/>
                </a:lnTo>
                <a:lnTo>
                  <a:pt x="5062" y="21411"/>
                </a:lnTo>
                <a:lnTo>
                  <a:pt x="5021" y="21411"/>
                </a:lnTo>
              </a:path>
              <a:path w="21600" h="21600">
                <a:moveTo>
                  <a:pt x="15754" y="21091"/>
                </a:moveTo>
                <a:lnTo>
                  <a:pt x="15794" y="21091"/>
                </a:lnTo>
                <a:lnTo>
                  <a:pt x="15794" y="21223"/>
                </a:lnTo>
                <a:lnTo>
                  <a:pt x="15754" y="21223"/>
                </a:lnTo>
              </a:path>
              <a:path w="21600" h="21600">
                <a:moveTo>
                  <a:pt x="5022" y="21091"/>
                </a:moveTo>
                <a:lnTo>
                  <a:pt x="5062" y="21091"/>
                </a:lnTo>
                <a:lnTo>
                  <a:pt x="5062" y="21223"/>
                </a:lnTo>
                <a:lnTo>
                  <a:pt x="5022" y="21223"/>
                </a:lnTo>
              </a:path>
              <a:path w="21600" h="21600">
                <a:moveTo>
                  <a:pt x="15755" y="20907"/>
                </a:moveTo>
                <a:lnTo>
                  <a:pt x="15794" y="20907"/>
                </a:lnTo>
                <a:lnTo>
                  <a:pt x="15794" y="21035"/>
                </a:lnTo>
                <a:lnTo>
                  <a:pt x="15755" y="21035"/>
                </a:lnTo>
              </a:path>
              <a:path w="21600" h="21600">
                <a:moveTo>
                  <a:pt x="5023" y="20907"/>
                </a:moveTo>
                <a:lnTo>
                  <a:pt x="5061" y="20907"/>
                </a:lnTo>
                <a:lnTo>
                  <a:pt x="5061" y="21035"/>
                </a:lnTo>
                <a:lnTo>
                  <a:pt x="5023" y="21035"/>
                </a:lnTo>
              </a:path>
              <a:path w="21600" h="21600">
                <a:moveTo>
                  <a:pt x="15756" y="20723"/>
                </a:moveTo>
                <a:lnTo>
                  <a:pt x="15793" y="20723"/>
                </a:lnTo>
                <a:lnTo>
                  <a:pt x="15793" y="20847"/>
                </a:lnTo>
                <a:lnTo>
                  <a:pt x="15756" y="20847"/>
                </a:lnTo>
              </a:path>
              <a:path w="21600" h="21600">
                <a:moveTo>
                  <a:pt x="5023" y="20723"/>
                </a:moveTo>
                <a:lnTo>
                  <a:pt x="5061" y="20723"/>
                </a:lnTo>
                <a:lnTo>
                  <a:pt x="5061" y="20847"/>
                </a:lnTo>
                <a:lnTo>
                  <a:pt x="5023" y="20847"/>
                </a:lnTo>
              </a:path>
              <a:path w="21600" h="21600">
                <a:moveTo>
                  <a:pt x="12120" y="20569"/>
                </a:moveTo>
                <a:lnTo>
                  <a:pt x="12143" y="20569"/>
                </a:lnTo>
                <a:lnTo>
                  <a:pt x="12143" y="20646"/>
                </a:lnTo>
                <a:lnTo>
                  <a:pt x="12120" y="20646"/>
                </a:lnTo>
              </a:path>
              <a:path w="21600" h="21600">
                <a:moveTo>
                  <a:pt x="15756" y="20539"/>
                </a:moveTo>
                <a:lnTo>
                  <a:pt x="15792" y="20539"/>
                </a:lnTo>
                <a:lnTo>
                  <a:pt x="15792" y="20659"/>
                </a:lnTo>
                <a:lnTo>
                  <a:pt x="15756" y="20659"/>
                </a:lnTo>
              </a:path>
              <a:path w="21600" h="21600">
                <a:moveTo>
                  <a:pt x="5024" y="20539"/>
                </a:moveTo>
                <a:lnTo>
                  <a:pt x="5060" y="20539"/>
                </a:lnTo>
                <a:lnTo>
                  <a:pt x="5060" y="20659"/>
                </a:lnTo>
                <a:lnTo>
                  <a:pt x="5024" y="20659"/>
                </a:lnTo>
              </a:path>
              <a:path w="21600" h="21600">
                <a:moveTo>
                  <a:pt x="15757" y="20355"/>
                </a:moveTo>
                <a:lnTo>
                  <a:pt x="15792" y="20355"/>
                </a:lnTo>
                <a:lnTo>
                  <a:pt x="15792" y="20471"/>
                </a:lnTo>
                <a:lnTo>
                  <a:pt x="15757" y="20471"/>
                </a:lnTo>
              </a:path>
              <a:path w="21600" h="21600">
                <a:moveTo>
                  <a:pt x="5024" y="20355"/>
                </a:moveTo>
                <a:lnTo>
                  <a:pt x="5059" y="20355"/>
                </a:lnTo>
                <a:lnTo>
                  <a:pt x="5059" y="20471"/>
                </a:lnTo>
                <a:lnTo>
                  <a:pt x="5024" y="20471"/>
                </a:lnTo>
              </a:path>
              <a:path w="21600" h="21600">
                <a:moveTo>
                  <a:pt x="12121" y="20187"/>
                </a:moveTo>
                <a:lnTo>
                  <a:pt x="12142" y="20187"/>
                </a:lnTo>
                <a:lnTo>
                  <a:pt x="12142" y="20259"/>
                </a:lnTo>
                <a:lnTo>
                  <a:pt x="12121" y="20259"/>
                </a:lnTo>
              </a:path>
              <a:path w="21600" h="21600">
                <a:moveTo>
                  <a:pt x="15757" y="20171"/>
                </a:moveTo>
                <a:lnTo>
                  <a:pt x="15791" y="20171"/>
                </a:lnTo>
                <a:lnTo>
                  <a:pt x="15791" y="20283"/>
                </a:lnTo>
                <a:lnTo>
                  <a:pt x="15757" y="20283"/>
                </a:lnTo>
              </a:path>
              <a:path w="21600" h="21600">
                <a:moveTo>
                  <a:pt x="5025" y="20171"/>
                </a:moveTo>
                <a:lnTo>
                  <a:pt x="5059" y="20171"/>
                </a:lnTo>
                <a:lnTo>
                  <a:pt x="5059" y="20283"/>
                </a:lnTo>
                <a:lnTo>
                  <a:pt x="5025" y="20283"/>
                </a:lnTo>
              </a:path>
              <a:path w="21600" h="21600">
                <a:moveTo>
                  <a:pt x="15758" y="19987"/>
                </a:moveTo>
                <a:lnTo>
                  <a:pt x="15791" y="19987"/>
                </a:lnTo>
                <a:lnTo>
                  <a:pt x="15791" y="20095"/>
                </a:lnTo>
                <a:lnTo>
                  <a:pt x="15758" y="20095"/>
                </a:lnTo>
              </a:path>
              <a:path w="21600" h="21600">
                <a:moveTo>
                  <a:pt x="5026" y="19987"/>
                </a:moveTo>
                <a:lnTo>
                  <a:pt x="5058" y="19987"/>
                </a:lnTo>
                <a:lnTo>
                  <a:pt x="5058" y="20095"/>
                </a:lnTo>
                <a:lnTo>
                  <a:pt x="5026" y="20095"/>
                </a:lnTo>
              </a:path>
              <a:path w="21600" h="21600">
                <a:moveTo>
                  <a:pt x="12121" y="19804"/>
                </a:moveTo>
                <a:lnTo>
                  <a:pt x="12142" y="19804"/>
                </a:lnTo>
                <a:lnTo>
                  <a:pt x="12142" y="19873"/>
                </a:lnTo>
                <a:lnTo>
                  <a:pt x="12121" y="19873"/>
                </a:lnTo>
              </a:path>
              <a:path w="21600" h="21600">
                <a:moveTo>
                  <a:pt x="15759" y="19802"/>
                </a:moveTo>
                <a:lnTo>
                  <a:pt x="15790" y="19802"/>
                </a:lnTo>
                <a:lnTo>
                  <a:pt x="15790" y="19906"/>
                </a:lnTo>
                <a:lnTo>
                  <a:pt x="15759" y="19906"/>
                </a:lnTo>
              </a:path>
              <a:path w="21600" h="21600">
                <a:moveTo>
                  <a:pt x="5026" y="19802"/>
                </a:moveTo>
                <a:lnTo>
                  <a:pt x="5058" y="19802"/>
                </a:lnTo>
                <a:lnTo>
                  <a:pt x="5058" y="19906"/>
                </a:lnTo>
                <a:lnTo>
                  <a:pt x="5026" y="19906"/>
                </a:lnTo>
              </a:path>
              <a:path w="21600" h="21600">
                <a:moveTo>
                  <a:pt x="15759" y="19618"/>
                </a:moveTo>
                <a:lnTo>
                  <a:pt x="15789" y="19618"/>
                </a:lnTo>
                <a:lnTo>
                  <a:pt x="15789" y="19719"/>
                </a:lnTo>
                <a:lnTo>
                  <a:pt x="15759" y="19719"/>
                </a:lnTo>
              </a:path>
              <a:path w="21600" h="21600">
                <a:moveTo>
                  <a:pt x="5027" y="19618"/>
                </a:moveTo>
                <a:lnTo>
                  <a:pt x="5057" y="19618"/>
                </a:lnTo>
                <a:lnTo>
                  <a:pt x="5057" y="19719"/>
                </a:lnTo>
                <a:lnTo>
                  <a:pt x="5027" y="19719"/>
                </a:lnTo>
              </a:path>
              <a:path w="21600" h="21600">
                <a:moveTo>
                  <a:pt x="17987" y="19614"/>
                </a:moveTo>
                <a:lnTo>
                  <a:pt x="18029" y="19614"/>
                </a:lnTo>
                <a:lnTo>
                  <a:pt x="18029" y="19753"/>
                </a:lnTo>
                <a:lnTo>
                  <a:pt x="17987" y="19753"/>
                </a:lnTo>
              </a:path>
              <a:path w="21600" h="21600">
                <a:moveTo>
                  <a:pt x="7254" y="19614"/>
                </a:moveTo>
                <a:lnTo>
                  <a:pt x="7296" y="19614"/>
                </a:lnTo>
                <a:lnTo>
                  <a:pt x="7296" y="19753"/>
                </a:lnTo>
                <a:lnTo>
                  <a:pt x="7254" y="19753"/>
                </a:lnTo>
              </a:path>
              <a:path w="21600" h="21600">
                <a:moveTo>
                  <a:pt x="15760" y="19434"/>
                </a:moveTo>
                <a:lnTo>
                  <a:pt x="15789" y="19434"/>
                </a:lnTo>
                <a:lnTo>
                  <a:pt x="15789" y="19530"/>
                </a:lnTo>
                <a:lnTo>
                  <a:pt x="15760" y="19530"/>
                </a:lnTo>
              </a:path>
              <a:path w="21600" h="21600">
                <a:moveTo>
                  <a:pt x="5027" y="19434"/>
                </a:moveTo>
                <a:lnTo>
                  <a:pt x="5056" y="19434"/>
                </a:lnTo>
                <a:lnTo>
                  <a:pt x="5056" y="19530"/>
                </a:lnTo>
                <a:lnTo>
                  <a:pt x="5027" y="19530"/>
                </a:lnTo>
              </a:path>
              <a:path w="21600" h="21600">
                <a:moveTo>
                  <a:pt x="17987" y="19430"/>
                </a:moveTo>
                <a:lnTo>
                  <a:pt x="18028" y="19430"/>
                </a:lnTo>
                <a:lnTo>
                  <a:pt x="18028" y="19565"/>
                </a:lnTo>
                <a:lnTo>
                  <a:pt x="17987" y="19565"/>
                </a:lnTo>
              </a:path>
              <a:path w="21600" h="21600">
                <a:moveTo>
                  <a:pt x="7255" y="19430"/>
                </a:moveTo>
                <a:lnTo>
                  <a:pt x="7296" y="19430"/>
                </a:lnTo>
                <a:lnTo>
                  <a:pt x="7296" y="19565"/>
                </a:lnTo>
                <a:lnTo>
                  <a:pt x="7255" y="19565"/>
                </a:lnTo>
              </a:path>
              <a:path w="21600" h="21600">
                <a:moveTo>
                  <a:pt x="12122" y="19421"/>
                </a:moveTo>
                <a:lnTo>
                  <a:pt x="12141" y="19421"/>
                </a:lnTo>
                <a:lnTo>
                  <a:pt x="12141" y="19486"/>
                </a:lnTo>
                <a:lnTo>
                  <a:pt x="12122" y="19486"/>
                </a:lnTo>
              </a:path>
              <a:path w="21600" h="21600">
                <a:moveTo>
                  <a:pt x="15760" y="19250"/>
                </a:moveTo>
                <a:lnTo>
                  <a:pt x="15788" y="19250"/>
                </a:lnTo>
                <a:lnTo>
                  <a:pt x="15788" y="19342"/>
                </a:lnTo>
                <a:lnTo>
                  <a:pt x="15760" y="19342"/>
                </a:lnTo>
              </a:path>
              <a:path w="21600" h="21600">
                <a:moveTo>
                  <a:pt x="5028" y="19250"/>
                </a:moveTo>
                <a:lnTo>
                  <a:pt x="5056" y="19250"/>
                </a:lnTo>
                <a:lnTo>
                  <a:pt x="5056" y="19342"/>
                </a:lnTo>
                <a:lnTo>
                  <a:pt x="5028" y="19342"/>
                </a:lnTo>
              </a:path>
              <a:path w="21600" h="21600">
                <a:moveTo>
                  <a:pt x="17988" y="19246"/>
                </a:moveTo>
                <a:lnTo>
                  <a:pt x="18028" y="19246"/>
                </a:lnTo>
                <a:lnTo>
                  <a:pt x="18028" y="19377"/>
                </a:lnTo>
                <a:lnTo>
                  <a:pt x="17988" y="19377"/>
                </a:lnTo>
              </a:path>
              <a:path w="21600" h="21600">
                <a:moveTo>
                  <a:pt x="7255" y="19246"/>
                </a:moveTo>
                <a:lnTo>
                  <a:pt x="7295" y="19246"/>
                </a:lnTo>
                <a:lnTo>
                  <a:pt x="7295" y="19377"/>
                </a:lnTo>
                <a:lnTo>
                  <a:pt x="7255" y="19377"/>
                </a:lnTo>
              </a:path>
              <a:path w="21600" h="21600">
                <a:moveTo>
                  <a:pt x="15761" y="19066"/>
                </a:moveTo>
                <a:lnTo>
                  <a:pt x="15788" y="19066"/>
                </a:lnTo>
                <a:lnTo>
                  <a:pt x="15788" y="19154"/>
                </a:lnTo>
                <a:lnTo>
                  <a:pt x="15761" y="19154"/>
                </a:lnTo>
              </a:path>
              <a:path w="21600" h="21600">
                <a:moveTo>
                  <a:pt x="5029" y="19066"/>
                </a:moveTo>
                <a:lnTo>
                  <a:pt x="5055" y="19066"/>
                </a:lnTo>
                <a:lnTo>
                  <a:pt x="5055" y="19154"/>
                </a:lnTo>
                <a:lnTo>
                  <a:pt x="5029" y="19154"/>
                </a:lnTo>
              </a:path>
              <a:path w="21600" h="21600">
                <a:moveTo>
                  <a:pt x="17988" y="19061"/>
                </a:moveTo>
                <a:lnTo>
                  <a:pt x="18027" y="19061"/>
                </a:lnTo>
                <a:lnTo>
                  <a:pt x="18027" y="19189"/>
                </a:lnTo>
                <a:lnTo>
                  <a:pt x="17988" y="19189"/>
                </a:lnTo>
              </a:path>
              <a:path w="21600" h="21600">
                <a:moveTo>
                  <a:pt x="7256" y="19061"/>
                </a:moveTo>
                <a:lnTo>
                  <a:pt x="7294" y="19061"/>
                </a:lnTo>
                <a:lnTo>
                  <a:pt x="7294" y="19189"/>
                </a:lnTo>
                <a:lnTo>
                  <a:pt x="7256" y="19189"/>
                </a:lnTo>
              </a:path>
              <a:path w="21600" h="21600">
                <a:moveTo>
                  <a:pt x="12122" y="19039"/>
                </a:moveTo>
                <a:lnTo>
                  <a:pt x="12141" y="19039"/>
                </a:lnTo>
                <a:lnTo>
                  <a:pt x="12141" y="19099"/>
                </a:lnTo>
                <a:lnTo>
                  <a:pt x="12122" y="19099"/>
                </a:lnTo>
              </a:path>
              <a:path w="21600" h="21600">
                <a:moveTo>
                  <a:pt x="15762" y="18882"/>
                </a:moveTo>
                <a:lnTo>
                  <a:pt x="15787" y="18882"/>
                </a:lnTo>
                <a:lnTo>
                  <a:pt x="15787" y="18966"/>
                </a:lnTo>
                <a:lnTo>
                  <a:pt x="15762" y="18966"/>
                </a:lnTo>
              </a:path>
              <a:path w="21600" h="21600">
                <a:moveTo>
                  <a:pt x="5029" y="18882"/>
                </a:moveTo>
                <a:lnTo>
                  <a:pt x="5055" y="18882"/>
                </a:lnTo>
                <a:lnTo>
                  <a:pt x="5055" y="18966"/>
                </a:lnTo>
                <a:lnTo>
                  <a:pt x="5029" y="18966"/>
                </a:lnTo>
              </a:path>
              <a:path w="21600" h="21600">
                <a:moveTo>
                  <a:pt x="17989" y="18877"/>
                </a:moveTo>
                <a:lnTo>
                  <a:pt x="18026" y="18877"/>
                </a:lnTo>
                <a:lnTo>
                  <a:pt x="18026" y="19001"/>
                </a:lnTo>
                <a:lnTo>
                  <a:pt x="17989" y="19001"/>
                </a:lnTo>
              </a:path>
              <a:path w="21600" h="21600">
                <a:moveTo>
                  <a:pt x="7257" y="18877"/>
                </a:moveTo>
                <a:lnTo>
                  <a:pt x="7294" y="18877"/>
                </a:lnTo>
                <a:lnTo>
                  <a:pt x="7294" y="19001"/>
                </a:lnTo>
                <a:lnTo>
                  <a:pt x="7257" y="19001"/>
                </a:lnTo>
              </a:path>
              <a:path w="21600" h="21600">
                <a:moveTo>
                  <a:pt x="15762" y="18697"/>
                </a:moveTo>
                <a:lnTo>
                  <a:pt x="15786" y="18697"/>
                </a:lnTo>
                <a:lnTo>
                  <a:pt x="15786" y="18778"/>
                </a:lnTo>
                <a:lnTo>
                  <a:pt x="15762" y="18778"/>
                </a:lnTo>
              </a:path>
              <a:path w="21600" h="21600">
                <a:moveTo>
                  <a:pt x="5030" y="18697"/>
                </a:moveTo>
                <a:lnTo>
                  <a:pt x="5054" y="18697"/>
                </a:lnTo>
                <a:lnTo>
                  <a:pt x="5054" y="18778"/>
                </a:lnTo>
                <a:lnTo>
                  <a:pt x="5030" y="18778"/>
                </a:lnTo>
              </a:path>
              <a:path w="21600" h="21600">
                <a:moveTo>
                  <a:pt x="17990" y="18693"/>
                </a:moveTo>
                <a:lnTo>
                  <a:pt x="18026" y="18693"/>
                </a:lnTo>
                <a:lnTo>
                  <a:pt x="18026" y="18813"/>
                </a:lnTo>
                <a:lnTo>
                  <a:pt x="17990" y="18813"/>
                </a:lnTo>
              </a:path>
              <a:path w="21600" h="21600">
                <a:moveTo>
                  <a:pt x="7257" y="18693"/>
                </a:moveTo>
                <a:lnTo>
                  <a:pt x="7293" y="18693"/>
                </a:lnTo>
                <a:lnTo>
                  <a:pt x="7293" y="18813"/>
                </a:lnTo>
                <a:lnTo>
                  <a:pt x="7257" y="18813"/>
                </a:lnTo>
              </a:path>
              <a:path w="21600" h="21600">
                <a:moveTo>
                  <a:pt x="12123" y="18656"/>
                </a:moveTo>
                <a:lnTo>
                  <a:pt x="12140" y="18656"/>
                </a:lnTo>
                <a:lnTo>
                  <a:pt x="12140" y="18713"/>
                </a:lnTo>
                <a:lnTo>
                  <a:pt x="12123" y="18713"/>
                </a:lnTo>
              </a:path>
              <a:path w="21600" h="21600">
                <a:moveTo>
                  <a:pt x="14461" y="18605"/>
                </a:moveTo>
                <a:lnTo>
                  <a:pt x="14503" y="18605"/>
                </a:lnTo>
                <a:lnTo>
                  <a:pt x="14503" y="18745"/>
                </a:lnTo>
                <a:lnTo>
                  <a:pt x="14461" y="18745"/>
                </a:lnTo>
              </a:path>
              <a:path w="21600" h="21600">
                <a:moveTo>
                  <a:pt x="3729" y="18605"/>
                </a:moveTo>
                <a:lnTo>
                  <a:pt x="3771" y="18605"/>
                </a:lnTo>
                <a:lnTo>
                  <a:pt x="3771" y="18745"/>
                </a:lnTo>
                <a:lnTo>
                  <a:pt x="3729" y="18745"/>
                </a:lnTo>
              </a:path>
              <a:path w="21600" h="21600">
                <a:moveTo>
                  <a:pt x="15763" y="18513"/>
                </a:moveTo>
                <a:lnTo>
                  <a:pt x="15786" y="18513"/>
                </a:lnTo>
                <a:lnTo>
                  <a:pt x="15786" y="18590"/>
                </a:lnTo>
                <a:lnTo>
                  <a:pt x="15763" y="18590"/>
                </a:lnTo>
              </a:path>
              <a:path w="21600" h="21600">
                <a:moveTo>
                  <a:pt x="5030" y="18513"/>
                </a:moveTo>
                <a:lnTo>
                  <a:pt x="5053" y="18513"/>
                </a:lnTo>
                <a:lnTo>
                  <a:pt x="5053" y="18590"/>
                </a:lnTo>
                <a:lnTo>
                  <a:pt x="5030" y="18590"/>
                </a:lnTo>
              </a:path>
              <a:path w="21600" h="21600">
                <a:moveTo>
                  <a:pt x="17990" y="18509"/>
                </a:moveTo>
                <a:lnTo>
                  <a:pt x="18025" y="18509"/>
                </a:lnTo>
                <a:lnTo>
                  <a:pt x="18025" y="18625"/>
                </a:lnTo>
                <a:lnTo>
                  <a:pt x="17990" y="18625"/>
                </a:lnTo>
              </a:path>
              <a:path w="21600" h="21600">
                <a:moveTo>
                  <a:pt x="7258" y="18509"/>
                </a:moveTo>
                <a:lnTo>
                  <a:pt x="7293" y="18509"/>
                </a:lnTo>
                <a:lnTo>
                  <a:pt x="7293" y="18625"/>
                </a:lnTo>
                <a:lnTo>
                  <a:pt x="7258" y="18625"/>
                </a:lnTo>
              </a:path>
              <a:path w="21600" h="21600">
                <a:moveTo>
                  <a:pt x="14462" y="18421"/>
                </a:moveTo>
                <a:lnTo>
                  <a:pt x="14503" y="18421"/>
                </a:lnTo>
                <a:lnTo>
                  <a:pt x="14503" y="18557"/>
                </a:lnTo>
                <a:lnTo>
                  <a:pt x="14462" y="18557"/>
                </a:lnTo>
              </a:path>
              <a:path w="21600" h="21600">
                <a:moveTo>
                  <a:pt x="3730" y="18421"/>
                </a:moveTo>
                <a:lnTo>
                  <a:pt x="3770" y="18421"/>
                </a:lnTo>
                <a:lnTo>
                  <a:pt x="3770" y="18557"/>
                </a:lnTo>
                <a:lnTo>
                  <a:pt x="3730" y="18557"/>
                </a:lnTo>
              </a:path>
              <a:path w="21600" h="21600">
                <a:moveTo>
                  <a:pt x="15763" y="18329"/>
                </a:moveTo>
                <a:lnTo>
                  <a:pt x="15785" y="18329"/>
                </a:lnTo>
                <a:lnTo>
                  <a:pt x="15785" y="18402"/>
                </a:lnTo>
                <a:lnTo>
                  <a:pt x="15763" y="18402"/>
                </a:lnTo>
              </a:path>
              <a:path w="21600" h="21600">
                <a:moveTo>
                  <a:pt x="5031" y="18329"/>
                </a:moveTo>
                <a:lnTo>
                  <a:pt x="5053" y="18329"/>
                </a:lnTo>
                <a:lnTo>
                  <a:pt x="5053" y="18402"/>
                </a:lnTo>
                <a:lnTo>
                  <a:pt x="5031" y="18402"/>
                </a:lnTo>
              </a:path>
              <a:path w="21600" h="21600">
                <a:moveTo>
                  <a:pt x="17991" y="18325"/>
                </a:moveTo>
                <a:lnTo>
                  <a:pt x="18025" y="18325"/>
                </a:lnTo>
                <a:lnTo>
                  <a:pt x="18025" y="18437"/>
                </a:lnTo>
                <a:lnTo>
                  <a:pt x="17991" y="18437"/>
                </a:lnTo>
              </a:path>
              <a:path w="21600" h="21600">
                <a:moveTo>
                  <a:pt x="7258" y="18325"/>
                </a:moveTo>
                <a:lnTo>
                  <a:pt x="7292" y="18325"/>
                </a:lnTo>
                <a:lnTo>
                  <a:pt x="7292" y="18437"/>
                </a:lnTo>
                <a:lnTo>
                  <a:pt x="7258" y="18437"/>
                </a:lnTo>
              </a:path>
              <a:path w="21600" h="21600">
                <a:moveTo>
                  <a:pt x="20549" y="18299"/>
                </a:moveTo>
                <a:lnTo>
                  <a:pt x="20591" y="18299"/>
                </a:lnTo>
                <a:lnTo>
                  <a:pt x="20591" y="18438"/>
                </a:lnTo>
                <a:lnTo>
                  <a:pt x="20549" y="18438"/>
                </a:lnTo>
              </a:path>
              <a:path w="21600" h="21600">
                <a:moveTo>
                  <a:pt x="9817" y="18299"/>
                </a:moveTo>
                <a:lnTo>
                  <a:pt x="9859" y="18299"/>
                </a:lnTo>
                <a:lnTo>
                  <a:pt x="9859" y="18438"/>
                </a:lnTo>
                <a:lnTo>
                  <a:pt x="9817" y="18438"/>
                </a:lnTo>
              </a:path>
              <a:path w="21600" h="21600">
                <a:moveTo>
                  <a:pt x="12123" y="18273"/>
                </a:moveTo>
                <a:lnTo>
                  <a:pt x="12139" y="18273"/>
                </a:lnTo>
                <a:lnTo>
                  <a:pt x="12139" y="18326"/>
                </a:lnTo>
                <a:lnTo>
                  <a:pt x="12123" y="18326"/>
                </a:lnTo>
              </a:path>
              <a:path w="21600" h="21600">
                <a:moveTo>
                  <a:pt x="14463" y="18237"/>
                </a:moveTo>
                <a:lnTo>
                  <a:pt x="14502" y="18237"/>
                </a:lnTo>
                <a:lnTo>
                  <a:pt x="14502" y="18369"/>
                </a:lnTo>
                <a:lnTo>
                  <a:pt x="14463" y="18369"/>
                </a:lnTo>
              </a:path>
              <a:path w="21600" h="21600">
                <a:moveTo>
                  <a:pt x="3730" y="18237"/>
                </a:moveTo>
                <a:lnTo>
                  <a:pt x="3770" y="18237"/>
                </a:lnTo>
                <a:lnTo>
                  <a:pt x="3770" y="18369"/>
                </a:lnTo>
                <a:lnTo>
                  <a:pt x="3730" y="18369"/>
                </a:lnTo>
              </a:path>
              <a:path w="21600" h="21600">
                <a:moveTo>
                  <a:pt x="15764" y="18145"/>
                </a:moveTo>
                <a:lnTo>
                  <a:pt x="15785" y="18145"/>
                </a:lnTo>
                <a:lnTo>
                  <a:pt x="15785" y="18214"/>
                </a:lnTo>
                <a:lnTo>
                  <a:pt x="15764" y="18214"/>
                </a:lnTo>
              </a:path>
              <a:path w="21600" h="21600">
                <a:moveTo>
                  <a:pt x="5032" y="18145"/>
                </a:moveTo>
                <a:lnTo>
                  <a:pt x="5052" y="18145"/>
                </a:lnTo>
                <a:lnTo>
                  <a:pt x="5052" y="18214"/>
                </a:lnTo>
                <a:lnTo>
                  <a:pt x="5032" y="18214"/>
                </a:lnTo>
              </a:path>
              <a:path w="21600" h="21600">
                <a:moveTo>
                  <a:pt x="17991" y="18141"/>
                </a:moveTo>
                <a:lnTo>
                  <a:pt x="18024" y="18141"/>
                </a:lnTo>
                <a:lnTo>
                  <a:pt x="18024" y="18249"/>
                </a:lnTo>
                <a:lnTo>
                  <a:pt x="17991" y="18249"/>
                </a:lnTo>
              </a:path>
              <a:path w="21600" h="21600">
                <a:moveTo>
                  <a:pt x="7259" y="18141"/>
                </a:moveTo>
                <a:lnTo>
                  <a:pt x="7291" y="18141"/>
                </a:lnTo>
                <a:lnTo>
                  <a:pt x="7291" y="18249"/>
                </a:lnTo>
                <a:lnTo>
                  <a:pt x="7259" y="18249"/>
                </a:lnTo>
              </a:path>
              <a:path w="21600" h="21600">
                <a:moveTo>
                  <a:pt x="20550" y="18115"/>
                </a:moveTo>
                <a:lnTo>
                  <a:pt x="20591" y="18115"/>
                </a:lnTo>
                <a:lnTo>
                  <a:pt x="20591" y="18250"/>
                </a:lnTo>
                <a:lnTo>
                  <a:pt x="20550" y="18250"/>
                </a:lnTo>
              </a:path>
              <a:path w="21600" h="21600">
                <a:moveTo>
                  <a:pt x="9817" y="18115"/>
                </a:moveTo>
                <a:lnTo>
                  <a:pt x="9858" y="18115"/>
                </a:lnTo>
                <a:lnTo>
                  <a:pt x="9858" y="18250"/>
                </a:lnTo>
                <a:lnTo>
                  <a:pt x="9817" y="18250"/>
                </a:lnTo>
              </a:path>
              <a:path w="21600" h="21600">
                <a:moveTo>
                  <a:pt x="14463" y="18053"/>
                </a:moveTo>
                <a:lnTo>
                  <a:pt x="14502" y="18053"/>
                </a:lnTo>
                <a:lnTo>
                  <a:pt x="14502" y="18181"/>
                </a:lnTo>
                <a:lnTo>
                  <a:pt x="14463" y="18181"/>
                </a:lnTo>
              </a:path>
              <a:path w="21600" h="21600">
                <a:moveTo>
                  <a:pt x="3731" y="18053"/>
                </a:moveTo>
                <a:lnTo>
                  <a:pt x="3769" y="18053"/>
                </a:lnTo>
                <a:lnTo>
                  <a:pt x="3769" y="18181"/>
                </a:lnTo>
                <a:lnTo>
                  <a:pt x="3731" y="18181"/>
                </a:lnTo>
              </a:path>
              <a:path w="21600" h="21600">
                <a:moveTo>
                  <a:pt x="15765" y="17961"/>
                </a:moveTo>
                <a:lnTo>
                  <a:pt x="15784" y="17961"/>
                </a:lnTo>
                <a:lnTo>
                  <a:pt x="15784" y="18026"/>
                </a:lnTo>
                <a:lnTo>
                  <a:pt x="15765" y="18026"/>
                </a:lnTo>
              </a:path>
              <a:path w="21600" h="21600">
                <a:moveTo>
                  <a:pt x="5032" y="17961"/>
                </a:moveTo>
                <a:lnTo>
                  <a:pt x="5052" y="17961"/>
                </a:lnTo>
                <a:lnTo>
                  <a:pt x="5052" y="18026"/>
                </a:lnTo>
                <a:lnTo>
                  <a:pt x="5032" y="18026"/>
                </a:lnTo>
              </a:path>
              <a:path w="21600" h="21600">
                <a:moveTo>
                  <a:pt x="17992" y="17956"/>
                </a:moveTo>
                <a:lnTo>
                  <a:pt x="18023" y="17956"/>
                </a:lnTo>
                <a:lnTo>
                  <a:pt x="18023" y="18060"/>
                </a:lnTo>
                <a:lnTo>
                  <a:pt x="17992" y="18060"/>
                </a:lnTo>
              </a:path>
              <a:path w="21600" h="21600">
                <a:moveTo>
                  <a:pt x="7260" y="17956"/>
                </a:moveTo>
                <a:lnTo>
                  <a:pt x="7291" y="17956"/>
                </a:lnTo>
                <a:lnTo>
                  <a:pt x="7291" y="18060"/>
                </a:lnTo>
                <a:lnTo>
                  <a:pt x="7260" y="18060"/>
                </a:lnTo>
              </a:path>
              <a:path w="21600" h="21600">
                <a:moveTo>
                  <a:pt x="20551" y="17931"/>
                </a:moveTo>
                <a:lnTo>
                  <a:pt x="20590" y="17931"/>
                </a:lnTo>
                <a:lnTo>
                  <a:pt x="20590" y="18062"/>
                </a:lnTo>
                <a:lnTo>
                  <a:pt x="20551" y="18062"/>
                </a:lnTo>
              </a:path>
              <a:path w="21600" h="21600">
                <a:moveTo>
                  <a:pt x="9818" y="17931"/>
                </a:moveTo>
                <a:lnTo>
                  <a:pt x="9858" y="17931"/>
                </a:lnTo>
                <a:lnTo>
                  <a:pt x="9858" y="18062"/>
                </a:lnTo>
                <a:lnTo>
                  <a:pt x="9818" y="18062"/>
                </a:lnTo>
              </a:path>
              <a:path w="21600" h="21600">
                <a:moveTo>
                  <a:pt x="12124" y="17890"/>
                </a:moveTo>
                <a:lnTo>
                  <a:pt x="12139" y="17890"/>
                </a:lnTo>
                <a:lnTo>
                  <a:pt x="12139" y="17939"/>
                </a:lnTo>
                <a:lnTo>
                  <a:pt x="12124" y="17939"/>
                </a:lnTo>
              </a:path>
              <a:path w="21600" h="21600">
                <a:moveTo>
                  <a:pt x="14464" y="17869"/>
                </a:moveTo>
                <a:lnTo>
                  <a:pt x="14501" y="17869"/>
                </a:lnTo>
                <a:lnTo>
                  <a:pt x="14501" y="17993"/>
                </a:lnTo>
                <a:lnTo>
                  <a:pt x="14464" y="17993"/>
                </a:lnTo>
              </a:path>
              <a:path w="21600" h="21600">
                <a:moveTo>
                  <a:pt x="3731" y="17869"/>
                </a:moveTo>
                <a:lnTo>
                  <a:pt x="3769" y="17869"/>
                </a:lnTo>
                <a:lnTo>
                  <a:pt x="3769" y="17993"/>
                </a:lnTo>
                <a:lnTo>
                  <a:pt x="3731" y="17993"/>
                </a:lnTo>
              </a:path>
              <a:path w="21600" h="21600">
                <a:moveTo>
                  <a:pt x="15765" y="17777"/>
                </a:moveTo>
                <a:lnTo>
                  <a:pt x="15783" y="17777"/>
                </a:lnTo>
                <a:lnTo>
                  <a:pt x="15783" y="17837"/>
                </a:lnTo>
                <a:lnTo>
                  <a:pt x="15765" y="17837"/>
                </a:lnTo>
              </a:path>
              <a:path w="21600" h="21600">
                <a:moveTo>
                  <a:pt x="5033" y="17777"/>
                </a:moveTo>
                <a:lnTo>
                  <a:pt x="5051" y="17777"/>
                </a:lnTo>
                <a:lnTo>
                  <a:pt x="5051" y="17837"/>
                </a:lnTo>
                <a:lnTo>
                  <a:pt x="5033" y="17837"/>
                </a:lnTo>
              </a:path>
              <a:path w="21600" h="21600">
                <a:moveTo>
                  <a:pt x="17993" y="17772"/>
                </a:moveTo>
                <a:lnTo>
                  <a:pt x="18023" y="17772"/>
                </a:lnTo>
                <a:lnTo>
                  <a:pt x="18023" y="17872"/>
                </a:lnTo>
                <a:lnTo>
                  <a:pt x="17993" y="17872"/>
                </a:lnTo>
              </a:path>
              <a:path w="21600" h="21600">
                <a:moveTo>
                  <a:pt x="7260" y="17772"/>
                </a:moveTo>
                <a:lnTo>
                  <a:pt x="7290" y="17772"/>
                </a:lnTo>
                <a:lnTo>
                  <a:pt x="7290" y="17872"/>
                </a:lnTo>
                <a:lnTo>
                  <a:pt x="7260" y="17872"/>
                </a:lnTo>
              </a:path>
              <a:path w="21600" h="21600">
                <a:moveTo>
                  <a:pt x="20551" y="17746"/>
                </a:moveTo>
                <a:lnTo>
                  <a:pt x="20590" y="17746"/>
                </a:lnTo>
                <a:lnTo>
                  <a:pt x="20590" y="17874"/>
                </a:lnTo>
                <a:lnTo>
                  <a:pt x="20551" y="17874"/>
                </a:lnTo>
              </a:path>
              <a:path w="21600" h="21600">
                <a:moveTo>
                  <a:pt x="9819" y="17746"/>
                </a:moveTo>
                <a:lnTo>
                  <a:pt x="9857" y="17746"/>
                </a:lnTo>
                <a:lnTo>
                  <a:pt x="9857" y="17874"/>
                </a:lnTo>
                <a:lnTo>
                  <a:pt x="9819" y="17874"/>
                </a:lnTo>
              </a:path>
              <a:path w="21600" h="21600">
                <a:moveTo>
                  <a:pt x="14464" y="17685"/>
                </a:moveTo>
                <a:lnTo>
                  <a:pt x="14500" y="17685"/>
                </a:lnTo>
                <a:lnTo>
                  <a:pt x="14500" y="17804"/>
                </a:lnTo>
                <a:lnTo>
                  <a:pt x="14464" y="17804"/>
                </a:lnTo>
              </a:path>
              <a:path w="21600" h="21600">
                <a:moveTo>
                  <a:pt x="3732" y="17685"/>
                </a:moveTo>
                <a:lnTo>
                  <a:pt x="3768" y="17685"/>
                </a:lnTo>
                <a:lnTo>
                  <a:pt x="3768" y="17804"/>
                </a:lnTo>
                <a:lnTo>
                  <a:pt x="3732" y="17804"/>
                </a:lnTo>
              </a:path>
              <a:path w="21600" h="21600">
                <a:moveTo>
                  <a:pt x="15766" y="17592"/>
                </a:moveTo>
                <a:lnTo>
                  <a:pt x="15783" y="17592"/>
                </a:lnTo>
                <a:lnTo>
                  <a:pt x="15783" y="17649"/>
                </a:lnTo>
                <a:lnTo>
                  <a:pt x="15766" y="17649"/>
                </a:lnTo>
              </a:path>
              <a:path w="21600" h="21600">
                <a:moveTo>
                  <a:pt x="5033" y="17592"/>
                </a:moveTo>
                <a:lnTo>
                  <a:pt x="5050" y="17592"/>
                </a:lnTo>
                <a:lnTo>
                  <a:pt x="5050" y="17649"/>
                </a:lnTo>
                <a:lnTo>
                  <a:pt x="5033" y="17649"/>
                </a:lnTo>
              </a:path>
              <a:path w="21600" h="21600">
                <a:moveTo>
                  <a:pt x="17993" y="17588"/>
                </a:moveTo>
                <a:lnTo>
                  <a:pt x="18022" y="17588"/>
                </a:lnTo>
                <a:lnTo>
                  <a:pt x="18022" y="17684"/>
                </a:lnTo>
                <a:lnTo>
                  <a:pt x="17993" y="17684"/>
                </a:lnTo>
              </a:path>
              <a:path w="21600" h="21600">
                <a:moveTo>
                  <a:pt x="7261" y="17588"/>
                </a:moveTo>
                <a:lnTo>
                  <a:pt x="7290" y="17588"/>
                </a:lnTo>
                <a:lnTo>
                  <a:pt x="7290" y="17684"/>
                </a:lnTo>
                <a:lnTo>
                  <a:pt x="7261" y="17684"/>
                </a:lnTo>
              </a:path>
              <a:path w="21600" h="21600">
                <a:moveTo>
                  <a:pt x="20552" y="17562"/>
                </a:moveTo>
                <a:lnTo>
                  <a:pt x="20589" y="17562"/>
                </a:lnTo>
                <a:lnTo>
                  <a:pt x="20589" y="17686"/>
                </a:lnTo>
                <a:lnTo>
                  <a:pt x="20552" y="17686"/>
                </a:lnTo>
              </a:path>
              <a:path w="21600" h="21600">
                <a:moveTo>
                  <a:pt x="9819" y="17562"/>
                </a:moveTo>
                <a:lnTo>
                  <a:pt x="9856" y="17562"/>
                </a:lnTo>
                <a:lnTo>
                  <a:pt x="9856" y="17686"/>
                </a:lnTo>
                <a:lnTo>
                  <a:pt x="9819" y="17686"/>
                </a:lnTo>
              </a:path>
              <a:path w="21600" h="21600">
                <a:moveTo>
                  <a:pt x="12125" y="17508"/>
                </a:moveTo>
                <a:lnTo>
                  <a:pt x="12138" y="17508"/>
                </a:lnTo>
                <a:lnTo>
                  <a:pt x="12138" y="17553"/>
                </a:lnTo>
                <a:lnTo>
                  <a:pt x="12125" y="17553"/>
                </a:lnTo>
              </a:path>
              <a:path w="21600" h="21600">
                <a:moveTo>
                  <a:pt x="14465" y="17500"/>
                </a:moveTo>
                <a:lnTo>
                  <a:pt x="14500" y="17500"/>
                </a:lnTo>
                <a:lnTo>
                  <a:pt x="14500" y="17616"/>
                </a:lnTo>
                <a:lnTo>
                  <a:pt x="14465" y="17616"/>
                </a:lnTo>
              </a:path>
              <a:path w="21600" h="21600">
                <a:moveTo>
                  <a:pt x="3732" y="17500"/>
                </a:moveTo>
                <a:lnTo>
                  <a:pt x="3767" y="17500"/>
                </a:lnTo>
                <a:lnTo>
                  <a:pt x="3767" y="17616"/>
                </a:lnTo>
                <a:lnTo>
                  <a:pt x="3732" y="17616"/>
                </a:lnTo>
              </a:path>
              <a:path w="21600" h="21600">
                <a:moveTo>
                  <a:pt x="15766" y="17408"/>
                </a:moveTo>
                <a:lnTo>
                  <a:pt x="15782" y="17408"/>
                </a:lnTo>
                <a:lnTo>
                  <a:pt x="15782" y="17461"/>
                </a:lnTo>
                <a:lnTo>
                  <a:pt x="15766" y="17461"/>
                </a:lnTo>
              </a:path>
              <a:path w="21600" h="21600">
                <a:moveTo>
                  <a:pt x="5034" y="17408"/>
                </a:moveTo>
                <a:lnTo>
                  <a:pt x="5050" y="17408"/>
                </a:lnTo>
                <a:lnTo>
                  <a:pt x="5050" y="17461"/>
                </a:lnTo>
                <a:lnTo>
                  <a:pt x="5034" y="17461"/>
                </a:lnTo>
              </a:path>
              <a:path w="21600" h="21600">
                <a:moveTo>
                  <a:pt x="17994" y="17404"/>
                </a:moveTo>
                <a:lnTo>
                  <a:pt x="18022" y="17404"/>
                </a:lnTo>
                <a:lnTo>
                  <a:pt x="18022" y="17496"/>
                </a:lnTo>
                <a:lnTo>
                  <a:pt x="17994" y="17496"/>
                </a:lnTo>
              </a:path>
              <a:path w="21600" h="21600">
                <a:moveTo>
                  <a:pt x="7261" y="17404"/>
                </a:moveTo>
                <a:lnTo>
                  <a:pt x="7289" y="17404"/>
                </a:lnTo>
                <a:lnTo>
                  <a:pt x="7289" y="17496"/>
                </a:lnTo>
                <a:lnTo>
                  <a:pt x="7261" y="17496"/>
                </a:lnTo>
              </a:path>
              <a:path w="21600" h="21600">
                <a:moveTo>
                  <a:pt x="20552" y="17378"/>
                </a:moveTo>
                <a:lnTo>
                  <a:pt x="20588" y="17378"/>
                </a:lnTo>
                <a:lnTo>
                  <a:pt x="20588" y="17498"/>
                </a:lnTo>
                <a:lnTo>
                  <a:pt x="20552" y="17498"/>
                </a:lnTo>
              </a:path>
              <a:path w="21600" h="21600">
                <a:moveTo>
                  <a:pt x="9820" y="17378"/>
                </a:moveTo>
                <a:lnTo>
                  <a:pt x="9856" y="17378"/>
                </a:lnTo>
                <a:lnTo>
                  <a:pt x="9856" y="17498"/>
                </a:lnTo>
                <a:lnTo>
                  <a:pt x="9820" y="17498"/>
                </a:lnTo>
              </a:path>
              <a:path w="21600" h="21600">
                <a:moveTo>
                  <a:pt x="14466" y="17316"/>
                </a:moveTo>
                <a:lnTo>
                  <a:pt x="14499" y="17316"/>
                </a:lnTo>
                <a:lnTo>
                  <a:pt x="14499" y="17428"/>
                </a:lnTo>
                <a:lnTo>
                  <a:pt x="14466" y="17428"/>
                </a:lnTo>
              </a:path>
              <a:path w="21600" h="21600">
                <a:moveTo>
                  <a:pt x="3733" y="17316"/>
                </a:moveTo>
                <a:lnTo>
                  <a:pt x="3767" y="17316"/>
                </a:lnTo>
                <a:lnTo>
                  <a:pt x="3767" y="17428"/>
                </a:lnTo>
                <a:lnTo>
                  <a:pt x="3733" y="17428"/>
                </a:lnTo>
              </a:path>
              <a:path w="21600" h="21600">
                <a:moveTo>
                  <a:pt x="15767" y="17224"/>
                </a:moveTo>
                <a:lnTo>
                  <a:pt x="15782" y="17224"/>
                </a:lnTo>
                <a:lnTo>
                  <a:pt x="15782" y="17273"/>
                </a:lnTo>
                <a:lnTo>
                  <a:pt x="15767" y="17273"/>
                </a:lnTo>
              </a:path>
              <a:path w="21600" h="21600">
                <a:moveTo>
                  <a:pt x="5035" y="17224"/>
                </a:moveTo>
                <a:lnTo>
                  <a:pt x="5049" y="17224"/>
                </a:lnTo>
                <a:lnTo>
                  <a:pt x="5049" y="17273"/>
                </a:lnTo>
                <a:lnTo>
                  <a:pt x="5035" y="17273"/>
                </a:lnTo>
              </a:path>
              <a:path w="21600" h="21600">
                <a:moveTo>
                  <a:pt x="17994" y="17220"/>
                </a:moveTo>
                <a:lnTo>
                  <a:pt x="18021" y="17220"/>
                </a:lnTo>
                <a:lnTo>
                  <a:pt x="18021" y="17308"/>
                </a:lnTo>
                <a:lnTo>
                  <a:pt x="17994" y="17308"/>
                </a:lnTo>
              </a:path>
              <a:path w="21600" h="21600">
                <a:moveTo>
                  <a:pt x="7262" y="17220"/>
                </a:moveTo>
                <a:lnTo>
                  <a:pt x="7288" y="17220"/>
                </a:lnTo>
                <a:lnTo>
                  <a:pt x="7288" y="17308"/>
                </a:lnTo>
                <a:lnTo>
                  <a:pt x="7262" y="17308"/>
                </a:lnTo>
              </a:path>
              <a:path w="21600" h="21600">
                <a:moveTo>
                  <a:pt x="20553" y="17194"/>
                </a:moveTo>
                <a:lnTo>
                  <a:pt x="20588" y="17194"/>
                </a:lnTo>
                <a:lnTo>
                  <a:pt x="20588" y="17310"/>
                </a:lnTo>
                <a:lnTo>
                  <a:pt x="20553" y="17310"/>
                </a:lnTo>
              </a:path>
              <a:path w="21600" h="21600">
                <a:moveTo>
                  <a:pt x="9820" y="17194"/>
                </a:moveTo>
                <a:lnTo>
                  <a:pt x="9855" y="17194"/>
                </a:lnTo>
                <a:lnTo>
                  <a:pt x="9855" y="17310"/>
                </a:lnTo>
                <a:lnTo>
                  <a:pt x="9820" y="17310"/>
                </a:lnTo>
              </a:path>
              <a:path w="21600" h="21600">
                <a:moveTo>
                  <a:pt x="14466" y="17132"/>
                </a:moveTo>
                <a:lnTo>
                  <a:pt x="14499" y="17132"/>
                </a:lnTo>
                <a:lnTo>
                  <a:pt x="14499" y="17240"/>
                </a:lnTo>
                <a:lnTo>
                  <a:pt x="14466" y="17240"/>
                </a:lnTo>
              </a:path>
              <a:path w="21600" h="21600">
                <a:moveTo>
                  <a:pt x="3734" y="17132"/>
                </a:moveTo>
                <a:lnTo>
                  <a:pt x="3766" y="17132"/>
                </a:lnTo>
                <a:lnTo>
                  <a:pt x="3766" y="17240"/>
                </a:lnTo>
                <a:lnTo>
                  <a:pt x="3734" y="17240"/>
                </a:lnTo>
              </a:path>
              <a:path w="21600" h="21600">
                <a:moveTo>
                  <a:pt x="12125" y="17125"/>
                </a:moveTo>
                <a:lnTo>
                  <a:pt x="12138" y="17125"/>
                </a:lnTo>
                <a:lnTo>
                  <a:pt x="12138" y="17166"/>
                </a:lnTo>
                <a:lnTo>
                  <a:pt x="12125" y="17166"/>
                </a:lnTo>
              </a:path>
              <a:path w="21600" h="21600">
                <a:moveTo>
                  <a:pt x="15768" y="17040"/>
                </a:moveTo>
                <a:lnTo>
                  <a:pt x="15781" y="17040"/>
                </a:lnTo>
                <a:lnTo>
                  <a:pt x="15781" y="17085"/>
                </a:lnTo>
                <a:lnTo>
                  <a:pt x="15768" y="17085"/>
                </a:lnTo>
              </a:path>
              <a:path w="21600" h="21600">
                <a:moveTo>
                  <a:pt x="5035" y="17040"/>
                </a:moveTo>
                <a:lnTo>
                  <a:pt x="5049" y="17040"/>
                </a:lnTo>
                <a:lnTo>
                  <a:pt x="5049" y="17085"/>
                </a:lnTo>
                <a:lnTo>
                  <a:pt x="5035" y="17085"/>
                </a:lnTo>
              </a:path>
              <a:path w="21600" h="21600">
                <a:moveTo>
                  <a:pt x="17995" y="17036"/>
                </a:moveTo>
                <a:lnTo>
                  <a:pt x="18020" y="17036"/>
                </a:lnTo>
                <a:lnTo>
                  <a:pt x="18020" y="17120"/>
                </a:lnTo>
                <a:lnTo>
                  <a:pt x="17995" y="17120"/>
                </a:lnTo>
              </a:path>
              <a:path w="21600" h="21600">
                <a:moveTo>
                  <a:pt x="7263" y="17036"/>
                </a:moveTo>
                <a:lnTo>
                  <a:pt x="7288" y="17036"/>
                </a:lnTo>
                <a:lnTo>
                  <a:pt x="7288" y="17120"/>
                </a:lnTo>
                <a:lnTo>
                  <a:pt x="7263" y="17120"/>
                </a:lnTo>
              </a:path>
              <a:path w="21600" h="21600">
                <a:moveTo>
                  <a:pt x="20554" y="17010"/>
                </a:moveTo>
                <a:lnTo>
                  <a:pt x="20587" y="17010"/>
                </a:lnTo>
                <a:lnTo>
                  <a:pt x="20587" y="17122"/>
                </a:lnTo>
                <a:lnTo>
                  <a:pt x="20554" y="17122"/>
                </a:lnTo>
              </a:path>
              <a:path w="21600" h="21600">
                <a:moveTo>
                  <a:pt x="9821" y="17010"/>
                </a:moveTo>
                <a:lnTo>
                  <a:pt x="9855" y="17010"/>
                </a:lnTo>
                <a:lnTo>
                  <a:pt x="9855" y="17122"/>
                </a:lnTo>
                <a:lnTo>
                  <a:pt x="9821" y="17122"/>
                </a:lnTo>
              </a:path>
              <a:path w="21600" h="21600">
                <a:moveTo>
                  <a:pt x="18243" y="16993"/>
                </a:moveTo>
                <a:lnTo>
                  <a:pt x="18267" y="16993"/>
                </a:lnTo>
                <a:lnTo>
                  <a:pt x="18267" y="17071"/>
                </a:lnTo>
                <a:lnTo>
                  <a:pt x="18243" y="17071"/>
                </a:lnTo>
              </a:path>
              <a:path w="21600" h="21600">
                <a:moveTo>
                  <a:pt x="7510" y="16993"/>
                </a:moveTo>
                <a:lnTo>
                  <a:pt x="7534" y="16993"/>
                </a:lnTo>
                <a:lnTo>
                  <a:pt x="7534" y="17071"/>
                </a:lnTo>
                <a:lnTo>
                  <a:pt x="7510" y="17071"/>
                </a:lnTo>
              </a:path>
              <a:path w="21600" h="21600">
                <a:moveTo>
                  <a:pt x="14467" y="16948"/>
                </a:moveTo>
                <a:lnTo>
                  <a:pt x="14498" y="16948"/>
                </a:lnTo>
                <a:lnTo>
                  <a:pt x="14498" y="17052"/>
                </a:lnTo>
                <a:lnTo>
                  <a:pt x="14467" y="17052"/>
                </a:lnTo>
              </a:path>
              <a:path w="21600" h="21600">
                <a:moveTo>
                  <a:pt x="3734" y="16948"/>
                </a:moveTo>
                <a:lnTo>
                  <a:pt x="3766" y="16948"/>
                </a:lnTo>
                <a:lnTo>
                  <a:pt x="3766" y="17052"/>
                </a:lnTo>
                <a:lnTo>
                  <a:pt x="3734" y="17052"/>
                </a:lnTo>
              </a:path>
              <a:path w="21600" h="21600">
                <a:moveTo>
                  <a:pt x="15768" y="16856"/>
                </a:moveTo>
                <a:lnTo>
                  <a:pt x="15781" y="16856"/>
                </a:lnTo>
                <a:lnTo>
                  <a:pt x="15781" y="16897"/>
                </a:lnTo>
                <a:lnTo>
                  <a:pt x="15768" y="16897"/>
                </a:lnTo>
              </a:path>
              <a:path w="21600" h="21600">
                <a:moveTo>
                  <a:pt x="5036" y="16856"/>
                </a:moveTo>
                <a:lnTo>
                  <a:pt x="5048" y="16856"/>
                </a:lnTo>
                <a:lnTo>
                  <a:pt x="5048" y="16897"/>
                </a:lnTo>
                <a:lnTo>
                  <a:pt x="5036" y="16897"/>
                </a:lnTo>
              </a:path>
              <a:path w="21600" h="21600">
                <a:moveTo>
                  <a:pt x="17996" y="16851"/>
                </a:moveTo>
                <a:lnTo>
                  <a:pt x="18020" y="16851"/>
                </a:lnTo>
                <a:lnTo>
                  <a:pt x="18020" y="16932"/>
                </a:lnTo>
                <a:lnTo>
                  <a:pt x="17996" y="16932"/>
                </a:lnTo>
              </a:path>
              <a:path w="21600" h="21600">
                <a:moveTo>
                  <a:pt x="7263" y="16851"/>
                </a:moveTo>
                <a:lnTo>
                  <a:pt x="7287" y="16851"/>
                </a:lnTo>
                <a:lnTo>
                  <a:pt x="7287" y="16932"/>
                </a:lnTo>
                <a:lnTo>
                  <a:pt x="7263" y="16932"/>
                </a:lnTo>
              </a:path>
              <a:path w="21600" h="21600">
                <a:moveTo>
                  <a:pt x="20554" y="16826"/>
                </a:moveTo>
                <a:lnTo>
                  <a:pt x="20587" y="16826"/>
                </a:lnTo>
                <a:lnTo>
                  <a:pt x="20587" y="16934"/>
                </a:lnTo>
                <a:lnTo>
                  <a:pt x="20554" y="16934"/>
                </a:lnTo>
              </a:path>
              <a:path w="21600" h="21600">
                <a:moveTo>
                  <a:pt x="9822" y="16826"/>
                </a:moveTo>
                <a:lnTo>
                  <a:pt x="9854" y="16826"/>
                </a:lnTo>
                <a:lnTo>
                  <a:pt x="9854" y="16934"/>
                </a:lnTo>
                <a:lnTo>
                  <a:pt x="9822" y="16934"/>
                </a:lnTo>
              </a:path>
              <a:path w="21600" h="21600">
                <a:moveTo>
                  <a:pt x="16314" y="16815"/>
                </a:moveTo>
                <a:lnTo>
                  <a:pt x="16338" y="16815"/>
                </a:lnTo>
                <a:lnTo>
                  <a:pt x="16338" y="16894"/>
                </a:lnTo>
                <a:lnTo>
                  <a:pt x="16314" y="16894"/>
                </a:lnTo>
              </a:path>
              <a:path w="21600" h="21600">
                <a:moveTo>
                  <a:pt x="5582" y="16815"/>
                </a:moveTo>
                <a:lnTo>
                  <a:pt x="5605" y="16815"/>
                </a:lnTo>
                <a:lnTo>
                  <a:pt x="5605" y="16894"/>
                </a:lnTo>
                <a:lnTo>
                  <a:pt x="5582" y="16894"/>
                </a:lnTo>
              </a:path>
              <a:path w="21600" h="21600">
                <a:moveTo>
                  <a:pt x="14467" y="16764"/>
                </a:moveTo>
                <a:lnTo>
                  <a:pt x="14497" y="16764"/>
                </a:lnTo>
                <a:lnTo>
                  <a:pt x="14497" y="16864"/>
                </a:lnTo>
                <a:lnTo>
                  <a:pt x="14467" y="16864"/>
                </a:lnTo>
              </a:path>
              <a:path w="21600" h="21600">
                <a:moveTo>
                  <a:pt x="3735" y="16764"/>
                </a:moveTo>
                <a:lnTo>
                  <a:pt x="3765" y="16764"/>
                </a:lnTo>
                <a:lnTo>
                  <a:pt x="3765" y="16864"/>
                </a:lnTo>
                <a:lnTo>
                  <a:pt x="3735" y="16864"/>
                </a:lnTo>
              </a:path>
              <a:path w="21600" h="21600">
                <a:moveTo>
                  <a:pt x="12126" y="16742"/>
                </a:moveTo>
                <a:lnTo>
                  <a:pt x="12137" y="16742"/>
                </a:lnTo>
                <a:lnTo>
                  <a:pt x="12137" y="16779"/>
                </a:lnTo>
                <a:lnTo>
                  <a:pt x="12126" y="16779"/>
                </a:lnTo>
              </a:path>
              <a:path w="21600" h="21600">
                <a:moveTo>
                  <a:pt x="15769" y="16672"/>
                </a:moveTo>
                <a:lnTo>
                  <a:pt x="15780" y="16672"/>
                </a:lnTo>
                <a:lnTo>
                  <a:pt x="15780" y="16709"/>
                </a:lnTo>
                <a:lnTo>
                  <a:pt x="15769" y="16709"/>
                </a:lnTo>
              </a:path>
              <a:path w="21600" h="21600">
                <a:moveTo>
                  <a:pt x="5036" y="16672"/>
                </a:moveTo>
                <a:lnTo>
                  <a:pt x="5047" y="16672"/>
                </a:lnTo>
                <a:lnTo>
                  <a:pt x="5047" y="16709"/>
                </a:lnTo>
                <a:lnTo>
                  <a:pt x="5036" y="16709"/>
                </a:lnTo>
              </a:path>
              <a:path w="21600" h="21600">
                <a:moveTo>
                  <a:pt x="17996" y="16667"/>
                </a:moveTo>
                <a:lnTo>
                  <a:pt x="18019" y="16667"/>
                </a:lnTo>
                <a:lnTo>
                  <a:pt x="18019" y="16744"/>
                </a:lnTo>
                <a:lnTo>
                  <a:pt x="17996" y="16744"/>
                </a:lnTo>
              </a:path>
              <a:path w="21600" h="21600">
                <a:moveTo>
                  <a:pt x="7264" y="16667"/>
                </a:moveTo>
                <a:lnTo>
                  <a:pt x="7287" y="16667"/>
                </a:lnTo>
                <a:lnTo>
                  <a:pt x="7287" y="16744"/>
                </a:lnTo>
                <a:lnTo>
                  <a:pt x="7264" y="16744"/>
                </a:lnTo>
              </a:path>
              <a:path w="21600" h="21600">
                <a:moveTo>
                  <a:pt x="20555" y="16641"/>
                </a:moveTo>
                <a:lnTo>
                  <a:pt x="20586" y="16641"/>
                </a:lnTo>
                <a:lnTo>
                  <a:pt x="20586" y="16745"/>
                </a:lnTo>
                <a:lnTo>
                  <a:pt x="20555" y="16745"/>
                </a:lnTo>
              </a:path>
              <a:path w="21600" h="21600">
                <a:moveTo>
                  <a:pt x="9822" y="16641"/>
                </a:moveTo>
                <a:lnTo>
                  <a:pt x="9854" y="16641"/>
                </a:lnTo>
                <a:lnTo>
                  <a:pt x="9854" y="16745"/>
                </a:lnTo>
                <a:lnTo>
                  <a:pt x="9822" y="16745"/>
                </a:lnTo>
              </a:path>
              <a:path w="21600" h="21600">
                <a:moveTo>
                  <a:pt x="18243" y="16640"/>
                </a:moveTo>
                <a:lnTo>
                  <a:pt x="18266" y="16640"/>
                </a:lnTo>
                <a:lnTo>
                  <a:pt x="18266" y="16718"/>
                </a:lnTo>
                <a:lnTo>
                  <a:pt x="18243" y="16718"/>
                </a:lnTo>
              </a:path>
              <a:path w="21600" h="21600">
                <a:moveTo>
                  <a:pt x="7511" y="16640"/>
                </a:moveTo>
                <a:lnTo>
                  <a:pt x="7534" y="16640"/>
                </a:lnTo>
                <a:lnTo>
                  <a:pt x="7534" y="16718"/>
                </a:lnTo>
                <a:lnTo>
                  <a:pt x="7511" y="16718"/>
                </a:lnTo>
              </a:path>
              <a:path w="21600" h="21600">
                <a:moveTo>
                  <a:pt x="14468" y="16579"/>
                </a:moveTo>
                <a:lnTo>
                  <a:pt x="14497" y="16579"/>
                </a:lnTo>
                <a:lnTo>
                  <a:pt x="14497" y="16676"/>
                </a:lnTo>
                <a:lnTo>
                  <a:pt x="14468" y="16676"/>
                </a:lnTo>
              </a:path>
              <a:path w="21600" h="21600">
                <a:moveTo>
                  <a:pt x="3735" y="16579"/>
                </a:moveTo>
                <a:lnTo>
                  <a:pt x="3764" y="16579"/>
                </a:lnTo>
                <a:lnTo>
                  <a:pt x="3764" y="16676"/>
                </a:lnTo>
                <a:lnTo>
                  <a:pt x="3735" y="16676"/>
                </a:lnTo>
              </a:path>
              <a:path w="21600" h="21600">
                <a:moveTo>
                  <a:pt x="15769" y="16487"/>
                </a:moveTo>
                <a:lnTo>
                  <a:pt x="15779" y="16487"/>
                </a:lnTo>
                <a:lnTo>
                  <a:pt x="15779" y="16521"/>
                </a:lnTo>
                <a:lnTo>
                  <a:pt x="15769" y="16521"/>
                </a:lnTo>
              </a:path>
              <a:path w="21600" h="21600">
                <a:moveTo>
                  <a:pt x="5037" y="16487"/>
                </a:moveTo>
                <a:lnTo>
                  <a:pt x="5047" y="16487"/>
                </a:lnTo>
                <a:lnTo>
                  <a:pt x="5047" y="16521"/>
                </a:lnTo>
                <a:lnTo>
                  <a:pt x="5037" y="16521"/>
                </a:lnTo>
              </a:path>
              <a:path w="21600" h="21600">
                <a:moveTo>
                  <a:pt x="17997" y="16483"/>
                </a:moveTo>
                <a:lnTo>
                  <a:pt x="18019" y="16483"/>
                </a:lnTo>
                <a:lnTo>
                  <a:pt x="18019" y="16556"/>
                </a:lnTo>
                <a:lnTo>
                  <a:pt x="17997" y="16556"/>
                </a:lnTo>
              </a:path>
              <a:path w="21600" h="21600">
                <a:moveTo>
                  <a:pt x="7264" y="16483"/>
                </a:moveTo>
                <a:lnTo>
                  <a:pt x="7286" y="16483"/>
                </a:lnTo>
                <a:lnTo>
                  <a:pt x="7286" y="16556"/>
                </a:lnTo>
                <a:lnTo>
                  <a:pt x="7264" y="16556"/>
                </a:lnTo>
              </a:path>
              <a:path w="21600" h="21600">
                <a:moveTo>
                  <a:pt x="12086" y="16469"/>
                </a:moveTo>
                <a:lnTo>
                  <a:pt x="12109" y="16469"/>
                </a:lnTo>
                <a:lnTo>
                  <a:pt x="12109" y="16548"/>
                </a:lnTo>
                <a:lnTo>
                  <a:pt x="12086" y="16548"/>
                </a:lnTo>
              </a:path>
              <a:path w="21600" h="21600">
                <a:moveTo>
                  <a:pt x="16314" y="16462"/>
                </a:moveTo>
                <a:lnTo>
                  <a:pt x="16337" y="16462"/>
                </a:lnTo>
                <a:lnTo>
                  <a:pt x="16337" y="16540"/>
                </a:lnTo>
                <a:lnTo>
                  <a:pt x="16314" y="16540"/>
                </a:lnTo>
              </a:path>
              <a:path w="21600" h="21600">
                <a:moveTo>
                  <a:pt x="5582" y="16462"/>
                </a:moveTo>
                <a:lnTo>
                  <a:pt x="5605" y="16462"/>
                </a:lnTo>
                <a:lnTo>
                  <a:pt x="5605" y="16540"/>
                </a:lnTo>
                <a:lnTo>
                  <a:pt x="5582" y="16540"/>
                </a:lnTo>
              </a:path>
              <a:path w="21600" h="21600">
                <a:moveTo>
                  <a:pt x="20555" y="16457"/>
                </a:moveTo>
                <a:lnTo>
                  <a:pt x="20586" y="16457"/>
                </a:lnTo>
                <a:lnTo>
                  <a:pt x="20586" y="16557"/>
                </a:lnTo>
                <a:lnTo>
                  <a:pt x="20555" y="16557"/>
                </a:lnTo>
              </a:path>
              <a:path w="21600" h="21600">
                <a:moveTo>
                  <a:pt x="9823" y="16457"/>
                </a:moveTo>
                <a:lnTo>
                  <a:pt x="9853" y="16457"/>
                </a:lnTo>
                <a:lnTo>
                  <a:pt x="9853" y="16557"/>
                </a:lnTo>
                <a:lnTo>
                  <a:pt x="9823" y="16557"/>
                </a:lnTo>
              </a:path>
              <a:path w="21600" h="21600">
                <a:moveTo>
                  <a:pt x="14468" y="16395"/>
                </a:moveTo>
                <a:lnTo>
                  <a:pt x="14496" y="16395"/>
                </a:lnTo>
                <a:lnTo>
                  <a:pt x="14496" y="16488"/>
                </a:lnTo>
                <a:lnTo>
                  <a:pt x="14468" y="16488"/>
                </a:lnTo>
              </a:path>
              <a:path w="21600" h="21600">
                <a:moveTo>
                  <a:pt x="3736" y="16395"/>
                </a:moveTo>
                <a:lnTo>
                  <a:pt x="3764" y="16395"/>
                </a:lnTo>
                <a:lnTo>
                  <a:pt x="3764" y="16488"/>
                </a:lnTo>
                <a:lnTo>
                  <a:pt x="3736" y="16488"/>
                </a:lnTo>
              </a:path>
              <a:path w="21600" h="21600">
                <a:moveTo>
                  <a:pt x="12126" y="16359"/>
                </a:moveTo>
                <a:lnTo>
                  <a:pt x="12136" y="16359"/>
                </a:lnTo>
                <a:lnTo>
                  <a:pt x="12136" y="16393"/>
                </a:lnTo>
                <a:lnTo>
                  <a:pt x="12126" y="16393"/>
                </a:lnTo>
              </a:path>
              <a:path w="21600" h="21600">
                <a:moveTo>
                  <a:pt x="15770" y="16303"/>
                </a:moveTo>
                <a:lnTo>
                  <a:pt x="15779" y="16303"/>
                </a:lnTo>
                <a:lnTo>
                  <a:pt x="15779" y="16332"/>
                </a:lnTo>
                <a:lnTo>
                  <a:pt x="15770" y="16332"/>
                </a:lnTo>
              </a:path>
              <a:path w="21600" h="21600">
                <a:moveTo>
                  <a:pt x="5037" y="16303"/>
                </a:moveTo>
                <a:lnTo>
                  <a:pt x="5046" y="16303"/>
                </a:lnTo>
                <a:lnTo>
                  <a:pt x="5046" y="16332"/>
                </a:lnTo>
                <a:lnTo>
                  <a:pt x="5037" y="16332"/>
                </a:lnTo>
              </a:path>
              <a:path w="21600" h="21600">
                <a:moveTo>
                  <a:pt x="17997" y="16299"/>
                </a:moveTo>
                <a:lnTo>
                  <a:pt x="18018" y="16299"/>
                </a:lnTo>
                <a:lnTo>
                  <a:pt x="18018" y="16368"/>
                </a:lnTo>
                <a:lnTo>
                  <a:pt x="17997" y="16368"/>
                </a:lnTo>
              </a:path>
              <a:path w="21600" h="21600">
                <a:moveTo>
                  <a:pt x="7265" y="16299"/>
                </a:moveTo>
                <a:lnTo>
                  <a:pt x="7285" y="16299"/>
                </a:lnTo>
                <a:lnTo>
                  <a:pt x="7285" y="16368"/>
                </a:lnTo>
                <a:lnTo>
                  <a:pt x="7265" y="16368"/>
                </a:lnTo>
              </a:path>
              <a:path w="21600" h="21600">
                <a:moveTo>
                  <a:pt x="18243" y="16288"/>
                </a:moveTo>
                <a:lnTo>
                  <a:pt x="18266" y="16288"/>
                </a:lnTo>
                <a:lnTo>
                  <a:pt x="18266" y="16364"/>
                </a:lnTo>
                <a:lnTo>
                  <a:pt x="18243" y="16364"/>
                </a:lnTo>
              </a:path>
              <a:path w="21600" h="21600">
                <a:moveTo>
                  <a:pt x="7511" y="16288"/>
                </a:moveTo>
                <a:lnTo>
                  <a:pt x="7534" y="16288"/>
                </a:lnTo>
                <a:lnTo>
                  <a:pt x="7534" y="16364"/>
                </a:lnTo>
                <a:lnTo>
                  <a:pt x="7511" y="16364"/>
                </a:lnTo>
              </a:path>
              <a:path w="21600" h="21600">
                <a:moveTo>
                  <a:pt x="20556" y="16273"/>
                </a:moveTo>
                <a:lnTo>
                  <a:pt x="20585" y="16273"/>
                </a:lnTo>
                <a:lnTo>
                  <a:pt x="20585" y="16369"/>
                </a:lnTo>
                <a:lnTo>
                  <a:pt x="20556" y="16369"/>
                </a:lnTo>
              </a:path>
              <a:path w="21600" h="21600">
                <a:moveTo>
                  <a:pt x="9823" y="16273"/>
                </a:moveTo>
                <a:lnTo>
                  <a:pt x="9852" y="16273"/>
                </a:lnTo>
                <a:lnTo>
                  <a:pt x="9852" y="16369"/>
                </a:lnTo>
                <a:lnTo>
                  <a:pt x="9823" y="16369"/>
                </a:lnTo>
              </a:path>
              <a:path w="21600" h="21600">
                <a:moveTo>
                  <a:pt x="14469" y="16211"/>
                </a:moveTo>
                <a:lnTo>
                  <a:pt x="14496" y="16211"/>
                </a:lnTo>
                <a:lnTo>
                  <a:pt x="14496" y="16300"/>
                </a:lnTo>
                <a:lnTo>
                  <a:pt x="14469" y="16300"/>
                </a:lnTo>
              </a:path>
              <a:path w="21600" h="21600">
                <a:moveTo>
                  <a:pt x="3737" y="16211"/>
                </a:moveTo>
                <a:lnTo>
                  <a:pt x="3763" y="16211"/>
                </a:lnTo>
                <a:lnTo>
                  <a:pt x="3763" y="16300"/>
                </a:lnTo>
                <a:lnTo>
                  <a:pt x="3737" y="16300"/>
                </a:lnTo>
              </a:path>
              <a:path w="21600" h="21600">
                <a:moveTo>
                  <a:pt x="15771" y="16119"/>
                </a:moveTo>
                <a:lnTo>
                  <a:pt x="15778" y="16119"/>
                </a:lnTo>
                <a:lnTo>
                  <a:pt x="15778" y="16144"/>
                </a:lnTo>
                <a:lnTo>
                  <a:pt x="15771" y="16144"/>
                </a:lnTo>
              </a:path>
              <a:path w="21600" h="21600">
                <a:moveTo>
                  <a:pt x="5038" y="16119"/>
                </a:moveTo>
                <a:lnTo>
                  <a:pt x="5046" y="16119"/>
                </a:lnTo>
                <a:lnTo>
                  <a:pt x="5046" y="16144"/>
                </a:lnTo>
                <a:lnTo>
                  <a:pt x="5038" y="16144"/>
                </a:lnTo>
              </a:path>
              <a:path w="21600" h="21600">
                <a:moveTo>
                  <a:pt x="12086" y="16117"/>
                </a:moveTo>
                <a:lnTo>
                  <a:pt x="12109" y="16117"/>
                </a:lnTo>
                <a:lnTo>
                  <a:pt x="12109" y="16194"/>
                </a:lnTo>
                <a:lnTo>
                  <a:pt x="12086" y="16194"/>
                </a:lnTo>
              </a:path>
              <a:path w="21600" h="21600">
                <a:moveTo>
                  <a:pt x="17998" y="16115"/>
                </a:moveTo>
                <a:lnTo>
                  <a:pt x="18017" y="16115"/>
                </a:lnTo>
                <a:lnTo>
                  <a:pt x="18017" y="16180"/>
                </a:lnTo>
                <a:lnTo>
                  <a:pt x="17998" y="16180"/>
                </a:lnTo>
              </a:path>
              <a:path w="21600" h="21600">
                <a:moveTo>
                  <a:pt x="7266" y="16115"/>
                </a:moveTo>
                <a:lnTo>
                  <a:pt x="7285" y="16115"/>
                </a:lnTo>
                <a:lnTo>
                  <a:pt x="7285" y="16180"/>
                </a:lnTo>
                <a:lnTo>
                  <a:pt x="7266" y="16180"/>
                </a:lnTo>
              </a:path>
              <a:path w="21600" h="21600">
                <a:moveTo>
                  <a:pt x="16314" y="16110"/>
                </a:moveTo>
                <a:lnTo>
                  <a:pt x="16337" y="16110"/>
                </a:lnTo>
                <a:lnTo>
                  <a:pt x="16337" y="16186"/>
                </a:lnTo>
                <a:lnTo>
                  <a:pt x="16314" y="16186"/>
                </a:lnTo>
              </a:path>
              <a:path w="21600" h="21600">
                <a:moveTo>
                  <a:pt x="5582" y="16110"/>
                </a:moveTo>
                <a:lnTo>
                  <a:pt x="5605" y="16110"/>
                </a:lnTo>
                <a:lnTo>
                  <a:pt x="5605" y="16186"/>
                </a:lnTo>
                <a:lnTo>
                  <a:pt x="5582" y="16186"/>
                </a:lnTo>
              </a:path>
              <a:path w="21600" h="21600">
                <a:moveTo>
                  <a:pt x="20557" y="16089"/>
                </a:moveTo>
                <a:lnTo>
                  <a:pt x="20584" y="16089"/>
                </a:lnTo>
                <a:lnTo>
                  <a:pt x="20584" y="16181"/>
                </a:lnTo>
                <a:lnTo>
                  <a:pt x="20557" y="16181"/>
                </a:lnTo>
              </a:path>
              <a:path w="21600" h="21600">
                <a:moveTo>
                  <a:pt x="9824" y="16089"/>
                </a:moveTo>
                <a:lnTo>
                  <a:pt x="9852" y="16089"/>
                </a:lnTo>
                <a:lnTo>
                  <a:pt x="9852" y="16181"/>
                </a:lnTo>
                <a:lnTo>
                  <a:pt x="9824" y="16181"/>
                </a:lnTo>
              </a:path>
              <a:path w="21600" h="21600">
                <a:moveTo>
                  <a:pt x="14470" y="16027"/>
                </a:moveTo>
                <a:lnTo>
                  <a:pt x="14495" y="16027"/>
                </a:lnTo>
                <a:lnTo>
                  <a:pt x="14495" y="16111"/>
                </a:lnTo>
                <a:lnTo>
                  <a:pt x="14470" y="16111"/>
                </a:lnTo>
              </a:path>
              <a:path w="21600" h="21600">
                <a:moveTo>
                  <a:pt x="3737" y="16027"/>
                </a:moveTo>
                <a:lnTo>
                  <a:pt x="3763" y="16027"/>
                </a:lnTo>
                <a:lnTo>
                  <a:pt x="3763" y="16111"/>
                </a:lnTo>
                <a:lnTo>
                  <a:pt x="3737" y="16111"/>
                </a:lnTo>
              </a:path>
              <a:path w="21600" h="21600">
                <a:moveTo>
                  <a:pt x="12127" y="15977"/>
                </a:moveTo>
                <a:lnTo>
                  <a:pt x="12136" y="15977"/>
                </a:lnTo>
                <a:lnTo>
                  <a:pt x="12136" y="16006"/>
                </a:lnTo>
                <a:lnTo>
                  <a:pt x="12127" y="16006"/>
                </a:lnTo>
              </a:path>
              <a:path w="21600" h="21600">
                <a:moveTo>
                  <a:pt x="18244" y="15935"/>
                </a:moveTo>
                <a:lnTo>
                  <a:pt x="18266" y="15935"/>
                </a:lnTo>
                <a:lnTo>
                  <a:pt x="18266" y="16010"/>
                </a:lnTo>
                <a:lnTo>
                  <a:pt x="18244" y="16010"/>
                </a:lnTo>
              </a:path>
              <a:path w="21600" h="21600">
                <a:moveTo>
                  <a:pt x="7511" y="15935"/>
                </a:moveTo>
                <a:lnTo>
                  <a:pt x="7533" y="15935"/>
                </a:lnTo>
                <a:lnTo>
                  <a:pt x="7533" y="16010"/>
                </a:lnTo>
                <a:lnTo>
                  <a:pt x="7511" y="16010"/>
                </a:lnTo>
              </a:path>
              <a:path w="21600" h="21600">
                <a:moveTo>
                  <a:pt x="15771" y="15935"/>
                </a:moveTo>
                <a:lnTo>
                  <a:pt x="15777" y="15935"/>
                </a:lnTo>
                <a:lnTo>
                  <a:pt x="15777" y="15956"/>
                </a:lnTo>
                <a:lnTo>
                  <a:pt x="15771" y="15956"/>
                </a:lnTo>
              </a:path>
              <a:path w="21600" h="21600">
                <a:moveTo>
                  <a:pt x="5039" y="15935"/>
                </a:moveTo>
                <a:lnTo>
                  <a:pt x="5045" y="15935"/>
                </a:lnTo>
                <a:lnTo>
                  <a:pt x="5045" y="15956"/>
                </a:lnTo>
                <a:lnTo>
                  <a:pt x="5039" y="15956"/>
                </a:lnTo>
              </a:path>
              <a:path w="21600" h="21600">
                <a:moveTo>
                  <a:pt x="17999" y="15931"/>
                </a:moveTo>
                <a:lnTo>
                  <a:pt x="18017" y="15931"/>
                </a:lnTo>
                <a:lnTo>
                  <a:pt x="18017" y="15991"/>
                </a:lnTo>
                <a:lnTo>
                  <a:pt x="17999" y="15991"/>
                </a:lnTo>
              </a:path>
              <a:path w="21600" h="21600">
                <a:moveTo>
                  <a:pt x="7266" y="15931"/>
                </a:moveTo>
                <a:lnTo>
                  <a:pt x="7284" y="15931"/>
                </a:lnTo>
                <a:lnTo>
                  <a:pt x="7284" y="15991"/>
                </a:lnTo>
                <a:lnTo>
                  <a:pt x="7266" y="15991"/>
                </a:lnTo>
              </a:path>
              <a:path w="21600" h="21600">
                <a:moveTo>
                  <a:pt x="20557" y="15905"/>
                </a:moveTo>
                <a:lnTo>
                  <a:pt x="20584" y="15905"/>
                </a:lnTo>
                <a:lnTo>
                  <a:pt x="20584" y="15993"/>
                </a:lnTo>
                <a:lnTo>
                  <a:pt x="20557" y="15993"/>
                </a:lnTo>
              </a:path>
              <a:path w="21600" h="21600">
                <a:moveTo>
                  <a:pt x="9825" y="15905"/>
                </a:moveTo>
                <a:lnTo>
                  <a:pt x="9851" y="15905"/>
                </a:lnTo>
                <a:lnTo>
                  <a:pt x="9851" y="15993"/>
                </a:lnTo>
                <a:lnTo>
                  <a:pt x="9825" y="15993"/>
                </a:lnTo>
              </a:path>
              <a:path w="21600" h="21600">
                <a:moveTo>
                  <a:pt x="14470" y="15843"/>
                </a:moveTo>
                <a:lnTo>
                  <a:pt x="14494" y="15843"/>
                </a:lnTo>
                <a:lnTo>
                  <a:pt x="14494" y="15923"/>
                </a:lnTo>
                <a:lnTo>
                  <a:pt x="14470" y="15923"/>
                </a:lnTo>
              </a:path>
              <a:path w="21600" h="21600">
                <a:moveTo>
                  <a:pt x="3738" y="15843"/>
                </a:moveTo>
                <a:lnTo>
                  <a:pt x="3762" y="15843"/>
                </a:lnTo>
                <a:lnTo>
                  <a:pt x="3762" y="15923"/>
                </a:lnTo>
                <a:lnTo>
                  <a:pt x="3738" y="15923"/>
                </a:lnTo>
              </a:path>
              <a:path w="21600" h="21600">
                <a:moveTo>
                  <a:pt x="12086" y="15764"/>
                </a:moveTo>
                <a:lnTo>
                  <a:pt x="12109" y="15764"/>
                </a:lnTo>
                <a:lnTo>
                  <a:pt x="12109" y="15840"/>
                </a:lnTo>
                <a:lnTo>
                  <a:pt x="12086" y="15840"/>
                </a:lnTo>
              </a:path>
              <a:path w="21600" h="21600">
                <a:moveTo>
                  <a:pt x="16315" y="15758"/>
                </a:moveTo>
                <a:lnTo>
                  <a:pt x="16337" y="15758"/>
                </a:lnTo>
                <a:lnTo>
                  <a:pt x="16337" y="15832"/>
                </a:lnTo>
                <a:lnTo>
                  <a:pt x="16315" y="15832"/>
                </a:lnTo>
              </a:path>
              <a:path w="21600" h="21600">
                <a:moveTo>
                  <a:pt x="5582" y="15758"/>
                </a:moveTo>
                <a:lnTo>
                  <a:pt x="5605" y="15758"/>
                </a:lnTo>
                <a:lnTo>
                  <a:pt x="5605" y="15832"/>
                </a:lnTo>
                <a:lnTo>
                  <a:pt x="5582" y="15832"/>
                </a:lnTo>
              </a:path>
              <a:path w="21600" h="21600">
                <a:moveTo>
                  <a:pt x="15772" y="15751"/>
                </a:moveTo>
                <a:lnTo>
                  <a:pt x="15777" y="15751"/>
                </a:lnTo>
                <a:lnTo>
                  <a:pt x="15777" y="15768"/>
                </a:lnTo>
                <a:lnTo>
                  <a:pt x="15772" y="15768"/>
                </a:lnTo>
              </a:path>
              <a:path w="21600" h="21600">
                <a:moveTo>
                  <a:pt x="5039" y="15751"/>
                </a:moveTo>
                <a:lnTo>
                  <a:pt x="5044" y="15751"/>
                </a:lnTo>
                <a:lnTo>
                  <a:pt x="5044" y="15768"/>
                </a:lnTo>
                <a:lnTo>
                  <a:pt x="5039" y="15768"/>
                </a:lnTo>
              </a:path>
              <a:path w="21600" h="21600">
                <a:moveTo>
                  <a:pt x="17999" y="15746"/>
                </a:moveTo>
                <a:lnTo>
                  <a:pt x="18016" y="15746"/>
                </a:lnTo>
                <a:lnTo>
                  <a:pt x="18016" y="15803"/>
                </a:lnTo>
                <a:lnTo>
                  <a:pt x="17999" y="15803"/>
                </a:lnTo>
              </a:path>
              <a:path w="21600" h="21600">
                <a:moveTo>
                  <a:pt x="7267" y="15746"/>
                </a:moveTo>
                <a:lnTo>
                  <a:pt x="7284" y="15746"/>
                </a:lnTo>
                <a:lnTo>
                  <a:pt x="7284" y="15803"/>
                </a:lnTo>
                <a:lnTo>
                  <a:pt x="7267" y="15803"/>
                </a:lnTo>
              </a:path>
              <a:path w="21600" h="21600">
                <a:moveTo>
                  <a:pt x="20558" y="15721"/>
                </a:moveTo>
                <a:lnTo>
                  <a:pt x="20583" y="15721"/>
                </a:lnTo>
                <a:lnTo>
                  <a:pt x="20583" y="15805"/>
                </a:lnTo>
                <a:lnTo>
                  <a:pt x="20558" y="15805"/>
                </a:lnTo>
              </a:path>
              <a:path w="21600" h="21600">
                <a:moveTo>
                  <a:pt x="9825" y="15721"/>
                </a:moveTo>
                <a:lnTo>
                  <a:pt x="9851" y="15721"/>
                </a:lnTo>
                <a:lnTo>
                  <a:pt x="9851" y="15805"/>
                </a:lnTo>
                <a:lnTo>
                  <a:pt x="9825" y="15805"/>
                </a:lnTo>
              </a:path>
              <a:path w="21600" h="21600">
                <a:moveTo>
                  <a:pt x="14471" y="15659"/>
                </a:moveTo>
                <a:lnTo>
                  <a:pt x="14494" y="15659"/>
                </a:lnTo>
                <a:lnTo>
                  <a:pt x="14494" y="15735"/>
                </a:lnTo>
                <a:lnTo>
                  <a:pt x="14471" y="15735"/>
                </a:lnTo>
              </a:path>
              <a:path w="21600" h="21600">
                <a:moveTo>
                  <a:pt x="3738" y="15659"/>
                </a:moveTo>
                <a:lnTo>
                  <a:pt x="3761" y="15659"/>
                </a:lnTo>
                <a:lnTo>
                  <a:pt x="3761" y="15735"/>
                </a:lnTo>
                <a:lnTo>
                  <a:pt x="3738" y="15735"/>
                </a:lnTo>
              </a:path>
              <a:path w="21600" h="21600">
                <a:moveTo>
                  <a:pt x="12128" y="15594"/>
                </a:moveTo>
                <a:lnTo>
                  <a:pt x="12135" y="15594"/>
                </a:lnTo>
                <a:lnTo>
                  <a:pt x="12135" y="15619"/>
                </a:lnTo>
                <a:lnTo>
                  <a:pt x="12128" y="15619"/>
                </a:lnTo>
              </a:path>
              <a:path w="21600" h="21600">
                <a:moveTo>
                  <a:pt x="18244" y="15583"/>
                </a:moveTo>
                <a:lnTo>
                  <a:pt x="18266" y="15583"/>
                </a:lnTo>
                <a:lnTo>
                  <a:pt x="18266" y="15656"/>
                </a:lnTo>
                <a:lnTo>
                  <a:pt x="18244" y="15656"/>
                </a:lnTo>
              </a:path>
              <a:path w="21600" h="21600">
                <a:moveTo>
                  <a:pt x="7511" y="15583"/>
                </a:moveTo>
                <a:lnTo>
                  <a:pt x="7533" y="15583"/>
                </a:lnTo>
                <a:lnTo>
                  <a:pt x="7533" y="15656"/>
                </a:lnTo>
                <a:lnTo>
                  <a:pt x="7511" y="15656"/>
                </a:lnTo>
              </a:path>
              <a:path w="21600" h="21600">
                <a:moveTo>
                  <a:pt x="18000" y="15562"/>
                </a:moveTo>
                <a:lnTo>
                  <a:pt x="18016" y="15562"/>
                </a:lnTo>
                <a:lnTo>
                  <a:pt x="18016" y="15615"/>
                </a:lnTo>
                <a:lnTo>
                  <a:pt x="18000" y="15615"/>
                </a:lnTo>
              </a:path>
              <a:path w="21600" h="21600">
                <a:moveTo>
                  <a:pt x="7267" y="15562"/>
                </a:moveTo>
                <a:lnTo>
                  <a:pt x="7283" y="15562"/>
                </a:lnTo>
                <a:lnTo>
                  <a:pt x="7283" y="15615"/>
                </a:lnTo>
                <a:lnTo>
                  <a:pt x="7267" y="15615"/>
                </a:lnTo>
              </a:path>
              <a:path w="21600" h="21600">
                <a:moveTo>
                  <a:pt x="20558" y="15537"/>
                </a:moveTo>
                <a:lnTo>
                  <a:pt x="20582" y="15537"/>
                </a:lnTo>
                <a:lnTo>
                  <a:pt x="20582" y="15617"/>
                </a:lnTo>
                <a:lnTo>
                  <a:pt x="20558" y="15617"/>
                </a:lnTo>
              </a:path>
              <a:path w="21600" h="21600">
                <a:moveTo>
                  <a:pt x="9826" y="15537"/>
                </a:moveTo>
                <a:lnTo>
                  <a:pt x="9850" y="15537"/>
                </a:lnTo>
                <a:lnTo>
                  <a:pt x="9850" y="15617"/>
                </a:lnTo>
                <a:lnTo>
                  <a:pt x="9826" y="15617"/>
                </a:lnTo>
              </a:path>
              <a:path w="21600" h="21600">
                <a:moveTo>
                  <a:pt x="14471" y="15474"/>
                </a:moveTo>
                <a:lnTo>
                  <a:pt x="14493" y="15474"/>
                </a:lnTo>
                <a:lnTo>
                  <a:pt x="14493" y="15547"/>
                </a:lnTo>
                <a:lnTo>
                  <a:pt x="14471" y="15547"/>
                </a:lnTo>
              </a:path>
              <a:path w="21600" h="21600">
                <a:moveTo>
                  <a:pt x="3739" y="15474"/>
                </a:moveTo>
                <a:lnTo>
                  <a:pt x="3761" y="15474"/>
                </a:lnTo>
                <a:lnTo>
                  <a:pt x="3761" y="15547"/>
                </a:lnTo>
                <a:lnTo>
                  <a:pt x="3739" y="15547"/>
                </a:lnTo>
              </a:path>
              <a:path w="21600" h="21600">
                <a:moveTo>
                  <a:pt x="12086" y="15412"/>
                </a:moveTo>
                <a:lnTo>
                  <a:pt x="12109" y="15412"/>
                </a:lnTo>
                <a:lnTo>
                  <a:pt x="12109" y="15486"/>
                </a:lnTo>
                <a:lnTo>
                  <a:pt x="12086" y="15486"/>
                </a:lnTo>
              </a:path>
              <a:path w="21600" h="21600">
                <a:moveTo>
                  <a:pt x="16315" y="15405"/>
                </a:moveTo>
                <a:lnTo>
                  <a:pt x="16337" y="15405"/>
                </a:lnTo>
                <a:lnTo>
                  <a:pt x="16337" y="15478"/>
                </a:lnTo>
                <a:lnTo>
                  <a:pt x="16315" y="15478"/>
                </a:lnTo>
              </a:path>
              <a:path w="21600" h="21600">
                <a:moveTo>
                  <a:pt x="5582" y="15405"/>
                </a:moveTo>
                <a:lnTo>
                  <a:pt x="5604" y="15405"/>
                </a:lnTo>
                <a:lnTo>
                  <a:pt x="5604" y="15478"/>
                </a:lnTo>
                <a:lnTo>
                  <a:pt x="5582" y="15478"/>
                </a:lnTo>
              </a:path>
              <a:path w="21600" h="21600">
                <a:moveTo>
                  <a:pt x="18000" y="15378"/>
                </a:moveTo>
                <a:lnTo>
                  <a:pt x="18015" y="15378"/>
                </a:lnTo>
                <a:lnTo>
                  <a:pt x="18015" y="15427"/>
                </a:lnTo>
                <a:lnTo>
                  <a:pt x="18000" y="15427"/>
                </a:lnTo>
              </a:path>
              <a:path w="21600" h="21600">
                <a:moveTo>
                  <a:pt x="7268" y="15378"/>
                </a:moveTo>
                <a:lnTo>
                  <a:pt x="7283" y="15378"/>
                </a:lnTo>
                <a:lnTo>
                  <a:pt x="7283" y="15427"/>
                </a:lnTo>
                <a:lnTo>
                  <a:pt x="7268" y="15427"/>
                </a:lnTo>
              </a:path>
              <a:path w="21600" h="21600">
                <a:moveTo>
                  <a:pt x="20559" y="15352"/>
                </a:moveTo>
                <a:lnTo>
                  <a:pt x="20582" y="15352"/>
                </a:lnTo>
                <a:lnTo>
                  <a:pt x="20582" y="15429"/>
                </a:lnTo>
                <a:lnTo>
                  <a:pt x="20559" y="15429"/>
                </a:lnTo>
              </a:path>
              <a:path w="21600" h="21600">
                <a:moveTo>
                  <a:pt x="9826" y="15352"/>
                </a:moveTo>
                <a:lnTo>
                  <a:pt x="9849" y="15352"/>
                </a:lnTo>
                <a:lnTo>
                  <a:pt x="9849" y="15429"/>
                </a:lnTo>
                <a:lnTo>
                  <a:pt x="9826" y="15429"/>
                </a:lnTo>
              </a:path>
              <a:path w="21600" h="21600">
                <a:moveTo>
                  <a:pt x="14472" y="15290"/>
                </a:moveTo>
                <a:lnTo>
                  <a:pt x="14493" y="15290"/>
                </a:lnTo>
                <a:lnTo>
                  <a:pt x="14493" y="15359"/>
                </a:lnTo>
                <a:lnTo>
                  <a:pt x="14472" y="15359"/>
                </a:lnTo>
              </a:path>
              <a:path w="21600" h="21600">
                <a:moveTo>
                  <a:pt x="3740" y="15290"/>
                </a:moveTo>
                <a:lnTo>
                  <a:pt x="3760" y="15290"/>
                </a:lnTo>
                <a:lnTo>
                  <a:pt x="3760" y="15359"/>
                </a:lnTo>
                <a:lnTo>
                  <a:pt x="3740" y="15359"/>
                </a:lnTo>
              </a:path>
              <a:path w="21600" h="21600">
                <a:moveTo>
                  <a:pt x="13374" y="15240"/>
                </a:moveTo>
                <a:lnTo>
                  <a:pt x="13398" y="15240"/>
                </a:lnTo>
                <a:lnTo>
                  <a:pt x="13398" y="15318"/>
                </a:lnTo>
                <a:lnTo>
                  <a:pt x="13374" y="15318"/>
                </a:lnTo>
              </a:path>
              <a:path w="21600" h="21600">
                <a:moveTo>
                  <a:pt x="2642" y="15240"/>
                </a:moveTo>
                <a:lnTo>
                  <a:pt x="2666" y="15240"/>
                </a:lnTo>
                <a:lnTo>
                  <a:pt x="2666" y="15318"/>
                </a:lnTo>
                <a:lnTo>
                  <a:pt x="2642" y="15318"/>
                </a:lnTo>
              </a:path>
              <a:path w="21600" h="21600">
                <a:moveTo>
                  <a:pt x="18244" y="15231"/>
                </a:moveTo>
                <a:lnTo>
                  <a:pt x="18266" y="15231"/>
                </a:lnTo>
                <a:lnTo>
                  <a:pt x="18266" y="15302"/>
                </a:lnTo>
                <a:lnTo>
                  <a:pt x="18244" y="15302"/>
                </a:lnTo>
              </a:path>
              <a:path w="21600" h="21600">
                <a:moveTo>
                  <a:pt x="7512" y="15231"/>
                </a:moveTo>
                <a:lnTo>
                  <a:pt x="7533" y="15231"/>
                </a:lnTo>
                <a:lnTo>
                  <a:pt x="7533" y="15302"/>
                </a:lnTo>
                <a:lnTo>
                  <a:pt x="7512" y="15302"/>
                </a:lnTo>
              </a:path>
              <a:path w="21600" h="21600">
                <a:moveTo>
                  <a:pt x="12128" y="15211"/>
                </a:moveTo>
                <a:lnTo>
                  <a:pt x="12135" y="15211"/>
                </a:lnTo>
                <a:lnTo>
                  <a:pt x="12135" y="15233"/>
                </a:lnTo>
                <a:lnTo>
                  <a:pt x="12128" y="15233"/>
                </a:lnTo>
              </a:path>
              <a:path w="21600" h="21600">
                <a:moveTo>
                  <a:pt x="18001" y="15194"/>
                </a:moveTo>
                <a:lnTo>
                  <a:pt x="18014" y="15194"/>
                </a:lnTo>
                <a:lnTo>
                  <a:pt x="18014" y="15239"/>
                </a:lnTo>
                <a:lnTo>
                  <a:pt x="18001" y="15239"/>
                </a:lnTo>
              </a:path>
              <a:path w="21600" h="21600">
                <a:moveTo>
                  <a:pt x="7268" y="15194"/>
                </a:moveTo>
                <a:lnTo>
                  <a:pt x="7282" y="15194"/>
                </a:lnTo>
                <a:lnTo>
                  <a:pt x="7282" y="15239"/>
                </a:lnTo>
                <a:lnTo>
                  <a:pt x="7268" y="15239"/>
                </a:lnTo>
              </a:path>
              <a:path w="21600" h="21600">
                <a:moveTo>
                  <a:pt x="20559" y="15168"/>
                </a:moveTo>
                <a:lnTo>
                  <a:pt x="20581" y="15168"/>
                </a:lnTo>
                <a:lnTo>
                  <a:pt x="20581" y="15241"/>
                </a:lnTo>
                <a:lnTo>
                  <a:pt x="20559" y="15241"/>
                </a:lnTo>
              </a:path>
              <a:path w="21600" h="21600">
                <a:moveTo>
                  <a:pt x="9827" y="15168"/>
                </a:moveTo>
                <a:lnTo>
                  <a:pt x="9849" y="15168"/>
                </a:lnTo>
                <a:lnTo>
                  <a:pt x="9849" y="15241"/>
                </a:lnTo>
                <a:lnTo>
                  <a:pt x="9827" y="15241"/>
                </a:lnTo>
              </a:path>
              <a:path w="21600" h="21600">
                <a:moveTo>
                  <a:pt x="14473" y="15106"/>
                </a:moveTo>
                <a:lnTo>
                  <a:pt x="14492" y="15106"/>
                </a:lnTo>
                <a:lnTo>
                  <a:pt x="14492" y="15171"/>
                </a:lnTo>
                <a:lnTo>
                  <a:pt x="14473" y="15171"/>
                </a:lnTo>
              </a:path>
              <a:path w="21600" h="21600">
                <a:moveTo>
                  <a:pt x="3740" y="15106"/>
                </a:moveTo>
                <a:lnTo>
                  <a:pt x="3760" y="15106"/>
                </a:lnTo>
                <a:lnTo>
                  <a:pt x="3760" y="15171"/>
                </a:lnTo>
                <a:lnTo>
                  <a:pt x="3740" y="15171"/>
                </a:lnTo>
              </a:path>
              <a:path w="21600" h="21600">
                <a:moveTo>
                  <a:pt x="12087" y="15059"/>
                </a:moveTo>
                <a:lnTo>
                  <a:pt x="12108" y="15059"/>
                </a:lnTo>
                <a:lnTo>
                  <a:pt x="12108" y="15132"/>
                </a:lnTo>
                <a:lnTo>
                  <a:pt x="12087" y="15132"/>
                </a:lnTo>
              </a:path>
              <a:path w="21600" h="21600">
                <a:moveTo>
                  <a:pt x="16315" y="15053"/>
                </a:moveTo>
                <a:lnTo>
                  <a:pt x="16337" y="15053"/>
                </a:lnTo>
                <a:lnTo>
                  <a:pt x="16337" y="15124"/>
                </a:lnTo>
                <a:lnTo>
                  <a:pt x="16315" y="15124"/>
                </a:lnTo>
              </a:path>
              <a:path w="21600" h="21600">
                <a:moveTo>
                  <a:pt x="5583" y="15053"/>
                </a:moveTo>
                <a:lnTo>
                  <a:pt x="5604" y="15053"/>
                </a:lnTo>
                <a:lnTo>
                  <a:pt x="5604" y="15124"/>
                </a:lnTo>
                <a:lnTo>
                  <a:pt x="5583" y="15124"/>
                </a:lnTo>
              </a:path>
              <a:path w="21600" h="21600">
                <a:moveTo>
                  <a:pt x="18002" y="15010"/>
                </a:moveTo>
                <a:lnTo>
                  <a:pt x="18014" y="15010"/>
                </a:lnTo>
                <a:lnTo>
                  <a:pt x="18014" y="15051"/>
                </a:lnTo>
                <a:lnTo>
                  <a:pt x="18002" y="15051"/>
                </a:lnTo>
              </a:path>
              <a:path w="21600" h="21600">
                <a:moveTo>
                  <a:pt x="7269" y="15010"/>
                </a:moveTo>
                <a:lnTo>
                  <a:pt x="7281" y="15010"/>
                </a:lnTo>
                <a:lnTo>
                  <a:pt x="7281" y="15051"/>
                </a:lnTo>
                <a:lnTo>
                  <a:pt x="7269" y="15051"/>
                </a:lnTo>
              </a:path>
              <a:path w="21600" h="21600">
                <a:moveTo>
                  <a:pt x="20560" y="14984"/>
                </a:moveTo>
                <a:lnTo>
                  <a:pt x="20581" y="14984"/>
                </a:lnTo>
                <a:lnTo>
                  <a:pt x="20581" y="15053"/>
                </a:lnTo>
                <a:lnTo>
                  <a:pt x="20560" y="15053"/>
                </a:lnTo>
              </a:path>
              <a:path w="21600" h="21600">
                <a:moveTo>
                  <a:pt x="9828" y="14984"/>
                </a:moveTo>
                <a:lnTo>
                  <a:pt x="9848" y="14984"/>
                </a:lnTo>
                <a:lnTo>
                  <a:pt x="9848" y="15053"/>
                </a:lnTo>
                <a:lnTo>
                  <a:pt x="9828" y="15053"/>
                </a:lnTo>
              </a:path>
              <a:path w="21600" h="21600">
                <a:moveTo>
                  <a:pt x="14473" y="14922"/>
                </a:moveTo>
                <a:lnTo>
                  <a:pt x="14492" y="14922"/>
                </a:lnTo>
                <a:lnTo>
                  <a:pt x="14492" y="14983"/>
                </a:lnTo>
                <a:lnTo>
                  <a:pt x="14473" y="14983"/>
                </a:lnTo>
              </a:path>
              <a:path w="21600" h="21600">
                <a:moveTo>
                  <a:pt x="3741" y="14922"/>
                </a:moveTo>
                <a:lnTo>
                  <a:pt x="3759" y="14922"/>
                </a:lnTo>
                <a:lnTo>
                  <a:pt x="3759" y="14983"/>
                </a:lnTo>
                <a:lnTo>
                  <a:pt x="3741" y="14983"/>
                </a:lnTo>
              </a:path>
              <a:path w="21600" h="21600">
                <a:moveTo>
                  <a:pt x="13375" y="14887"/>
                </a:moveTo>
                <a:lnTo>
                  <a:pt x="13398" y="14887"/>
                </a:lnTo>
                <a:lnTo>
                  <a:pt x="13398" y="14964"/>
                </a:lnTo>
                <a:lnTo>
                  <a:pt x="13375" y="14964"/>
                </a:lnTo>
              </a:path>
              <a:path w="21600" h="21600">
                <a:moveTo>
                  <a:pt x="2642" y="14887"/>
                </a:moveTo>
                <a:lnTo>
                  <a:pt x="2665" y="14887"/>
                </a:lnTo>
                <a:lnTo>
                  <a:pt x="2665" y="14964"/>
                </a:lnTo>
                <a:lnTo>
                  <a:pt x="2642" y="14964"/>
                </a:lnTo>
              </a:path>
              <a:path w="21600" h="21600">
                <a:moveTo>
                  <a:pt x="18244" y="14878"/>
                </a:moveTo>
                <a:lnTo>
                  <a:pt x="18265" y="14878"/>
                </a:lnTo>
                <a:lnTo>
                  <a:pt x="18265" y="14948"/>
                </a:lnTo>
                <a:lnTo>
                  <a:pt x="18244" y="14948"/>
                </a:lnTo>
              </a:path>
              <a:path w="21600" h="21600">
                <a:moveTo>
                  <a:pt x="7512" y="14878"/>
                </a:moveTo>
                <a:lnTo>
                  <a:pt x="7533" y="14878"/>
                </a:lnTo>
                <a:lnTo>
                  <a:pt x="7533" y="14948"/>
                </a:lnTo>
                <a:lnTo>
                  <a:pt x="7512" y="14948"/>
                </a:lnTo>
              </a:path>
              <a:path w="21600" h="21600">
                <a:moveTo>
                  <a:pt x="12129" y="14829"/>
                </a:moveTo>
                <a:lnTo>
                  <a:pt x="12134" y="14829"/>
                </a:lnTo>
                <a:lnTo>
                  <a:pt x="12134" y="14846"/>
                </a:lnTo>
                <a:lnTo>
                  <a:pt x="12129" y="14846"/>
                </a:lnTo>
              </a:path>
              <a:path w="21600" h="21600">
                <a:moveTo>
                  <a:pt x="18002" y="14826"/>
                </a:moveTo>
                <a:lnTo>
                  <a:pt x="18013" y="14826"/>
                </a:lnTo>
                <a:lnTo>
                  <a:pt x="18013" y="14863"/>
                </a:lnTo>
                <a:lnTo>
                  <a:pt x="18002" y="14863"/>
                </a:lnTo>
              </a:path>
              <a:path w="21600" h="21600">
                <a:moveTo>
                  <a:pt x="7270" y="14826"/>
                </a:moveTo>
                <a:lnTo>
                  <a:pt x="7281" y="14826"/>
                </a:lnTo>
                <a:lnTo>
                  <a:pt x="7281" y="14863"/>
                </a:lnTo>
                <a:lnTo>
                  <a:pt x="7270" y="14863"/>
                </a:lnTo>
              </a:path>
              <a:path w="21600" h="21600">
                <a:moveTo>
                  <a:pt x="15091" y="14821"/>
                </a:moveTo>
                <a:lnTo>
                  <a:pt x="15114" y="14821"/>
                </a:lnTo>
                <a:lnTo>
                  <a:pt x="15114" y="14900"/>
                </a:lnTo>
                <a:lnTo>
                  <a:pt x="15091" y="14900"/>
                </a:lnTo>
              </a:path>
              <a:path w="21600" h="21600">
                <a:moveTo>
                  <a:pt x="4358" y="14821"/>
                </a:moveTo>
                <a:lnTo>
                  <a:pt x="4382" y="14821"/>
                </a:lnTo>
                <a:lnTo>
                  <a:pt x="4382" y="14900"/>
                </a:lnTo>
                <a:lnTo>
                  <a:pt x="4358" y="14900"/>
                </a:lnTo>
              </a:path>
              <a:path w="21600" h="21600">
                <a:moveTo>
                  <a:pt x="20561" y="14800"/>
                </a:moveTo>
                <a:lnTo>
                  <a:pt x="20580" y="14800"/>
                </a:lnTo>
                <a:lnTo>
                  <a:pt x="20580" y="14865"/>
                </a:lnTo>
                <a:lnTo>
                  <a:pt x="20561" y="14865"/>
                </a:lnTo>
              </a:path>
              <a:path w="21600" h="21600">
                <a:moveTo>
                  <a:pt x="9828" y="14800"/>
                </a:moveTo>
                <a:lnTo>
                  <a:pt x="9848" y="14800"/>
                </a:lnTo>
                <a:lnTo>
                  <a:pt x="9848" y="14865"/>
                </a:lnTo>
                <a:lnTo>
                  <a:pt x="9828" y="14865"/>
                </a:lnTo>
              </a:path>
              <a:path w="21600" h="21600">
                <a:moveTo>
                  <a:pt x="14474" y="14738"/>
                </a:moveTo>
                <a:lnTo>
                  <a:pt x="14491" y="14738"/>
                </a:lnTo>
                <a:lnTo>
                  <a:pt x="14491" y="14795"/>
                </a:lnTo>
                <a:lnTo>
                  <a:pt x="14474" y="14795"/>
                </a:lnTo>
              </a:path>
              <a:path w="21600" h="21600">
                <a:moveTo>
                  <a:pt x="3741" y="14738"/>
                </a:moveTo>
                <a:lnTo>
                  <a:pt x="3759" y="14738"/>
                </a:lnTo>
                <a:lnTo>
                  <a:pt x="3759" y="14795"/>
                </a:lnTo>
                <a:lnTo>
                  <a:pt x="3741" y="14795"/>
                </a:lnTo>
              </a:path>
              <a:path w="21600" h="21600">
                <a:moveTo>
                  <a:pt x="12574" y="14723"/>
                </a:moveTo>
                <a:lnTo>
                  <a:pt x="12616" y="14723"/>
                </a:lnTo>
                <a:lnTo>
                  <a:pt x="12616" y="14863"/>
                </a:lnTo>
                <a:lnTo>
                  <a:pt x="12574" y="14863"/>
                </a:lnTo>
              </a:path>
              <a:path w="21600" h="21600">
                <a:moveTo>
                  <a:pt x="1841" y="14723"/>
                </a:moveTo>
                <a:lnTo>
                  <a:pt x="1883" y="14723"/>
                </a:lnTo>
                <a:lnTo>
                  <a:pt x="1883" y="14863"/>
                </a:lnTo>
                <a:lnTo>
                  <a:pt x="1841" y="14863"/>
                </a:lnTo>
              </a:path>
              <a:path w="21600" h="21600">
                <a:moveTo>
                  <a:pt x="12087" y="14707"/>
                </a:moveTo>
                <a:lnTo>
                  <a:pt x="12108" y="14707"/>
                </a:lnTo>
                <a:lnTo>
                  <a:pt x="12108" y="14778"/>
                </a:lnTo>
                <a:lnTo>
                  <a:pt x="12087" y="14778"/>
                </a:lnTo>
              </a:path>
              <a:path w="21600" h="21600">
                <a:moveTo>
                  <a:pt x="16315" y="14700"/>
                </a:moveTo>
                <a:lnTo>
                  <a:pt x="16336" y="14700"/>
                </a:lnTo>
                <a:lnTo>
                  <a:pt x="16336" y="14770"/>
                </a:lnTo>
                <a:lnTo>
                  <a:pt x="16315" y="14770"/>
                </a:lnTo>
              </a:path>
              <a:path w="21600" h="21600">
                <a:moveTo>
                  <a:pt x="5583" y="14700"/>
                </a:moveTo>
                <a:lnTo>
                  <a:pt x="5604" y="14700"/>
                </a:lnTo>
                <a:lnTo>
                  <a:pt x="5604" y="14770"/>
                </a:lnTo>
                <a:lnTo>
                  <a:pt x="5583" y="14770"/>
                </a:lnTo>
              </a:path>
              <a:path w="21600" h="21600">
                <a:moveTo>
                  <a:pt x="18003" y="14642"/>
                </a:moveTo>
                <a:lnTo>
                  <a:pt x="18013" y="14642"/>
                </a:lnTo>
                <a:lnTo>
                  <a:pt x="18013" y="14675"/>
                </a:lnTo>
                <a:lnTo>
                  <a:pt x="18003" y="14675"/>
                </a:lnTo>
              </a:path>
              <a:path w="21600" h="21600">
                <a:moveTo>
                  <a:pt x="7270" y="14642"/>
                </a:moveTo>
                <a:lnTo>
                  <a:pt x="7280" y="14642"/>
                </a:lnTo>
                <a:lnTo>
                  <a:pt x="7280" y="14675"/>
                </a:lnTo>
                <a:lnTo>
                  <a:pt x="7270" y="14675"/>
                </a:lnTo>
              </a:path>
              <a:path w="21600" h="21600">
                <a:moveTo>
                  <a:pt x="20561" y="14616"/>
                </a:moveTo>
                <a:lnTo>
                  <a:pt x="20580" y="14616"/>
                </a:lnTo>
                <a:lnTo>
                  <a:pt x="20580" y="14676"/>
                </a:lnTo>
                <a:lnTo>
                  <a:pt x="20561" y="14676"/>
                </a:lnTo>
              </a:path>
              <a:path w="21600" h="21600">
                <a:moveTo>
                  <a:pt x="9829" y="14616"/>
                </a:moveTo>
                <a:lnTo>
                  <a:pt x="9847" y="14616"/>
                </a:lnTo>
                <a:lnTo>
                  <a:pt x="9847" y="14676"/>
                </a:lnTo>
                <a:lnTo>
                  <a:pt x="9829" y="14676"/>
                </a:lnTo>
              </a:path>
              <a:path w="21600" h="21600">
                <a:moveTo>
                  <a:pt x="14474" y="14554"/>
                </a:moveTo>
                <a:lnTo>
                  <a:pt x="14490" y="14554"/>
                </a:lnTo>
                <a:lnTo>
                  <a:pt x="14490" y="14606"/>
                </a:lnTo>
                <a:lnTo>
                  <a:pt x="14474" y="14606"/>
                </a:lnTo>
              </a:path>
              <a:path w="21600" h="21600">
                <a:moveTo>
                  <a:pt x="3742" y="14554"/>
                </a:moveTo>
                <a:lnTo>
                  <a:pt x="3758" y="14554"/>
                </a:lnTo>
                <a:lnTo>
                  <a:pt x="3758" y="14606"/>
                </a:lnTo>
                <a:lnTo>
                  <a:pt x="3742" y="14606"/>
                </a:lnTo>
              </a:path>
              <a:path w="21600" h="21600">
                <a:moveTo>
                  <a:pt x="12574" y="14539"/>
                </a:moveTo>
                <a:lnTo>
                  <a:pt x="12615" y="14539"/>
                </a:lnTo>
                <a:lnTo>
                  <a:pt x="12615" y="14675"/>
                </a:lnTo>
                <a:lnTo>
                  <a:pt x="12574" y="14675"/>
                </a:lnTo>
              </a:path>
              <a:path w="21600" h="21600">
                <a:moveTo>
                  <a:pt x="1842" y="14539"/>
                </a:moveTo>
                <a:lnTo>
                  <a:pt x="1883" y="14539"/>
                </a:lnTo>
                <a:lnTo>
                  <a:pt x="1883" y="14675"/>
                </a:lnTo>
                <a:lnTo>
                  <a:pt x="1842" y="14675"/>
                </a:lnTo>
              </a:path>
              <a:path w="21600" h="21600">
                <a:moveTo>
                  <a:pt x="13375" y="14535"/>
                </a:moveTo>
                <a:lnTo>
                  <a:pt x="13398" y="14535"/>
                </a:lnTo>
                <a:lnTo>
                  <a:pt x="13398" y="14611"/>
                </a:lnTo>
                <a:lnTo>
                  <a:pt x="13375" y="14611"/>
                </a:lnTo>
              </a:path>
              <a:path w="21600" h="21600">
                <a:moveTo>
                  <a:pt x="2642" y="14535"/>
                </a:moveTo>
                <a:lnTo>
                  <a:pt x="2665" y="14535"/>
                </a:lnTo>
                <a:lnTo>
                  <a:pt x="2665" y="14611"/>
                </a:lnTo>
                <a:lnTo>
                  <a:pt x="2642" y="14611"/>
                </a:lnTo>
              </a:path>
              <a:path w="21600" h="21600">
                <a:moveTo>
                  <a:pt x="18244" y="14526"/>
                </a:moveTo>
                <a:lnTo>
                  <a:pt x="18265" y="14526"/>
                </a:lnTo>
                <a:lnTo>
                  <a:pt x="18265" y="14594"/>
                </a:lnTo>
                <a:lnTo>
                  <a:pt x="18244" y="14594"/>
                </a:lnTo>
              </a:path>
              <a:path w="21600" h="21600">
                <a:moveTo>
                  <a:pt x="7512" y="14526"/>
                </a:moveTo>
                <a:lnTo>
                  <a:pt x="7532" y="14526"/>
                </a:lnTo>
                <a:lnTo>
                  <a:pt x="7532" y="14594"/>
                </a:lnTo>
                <a:lnTo>
                  <a:pt x="7512" y="14594"/>
                </a:lnTo>
              </a:path>
              <a:path w="21600" h="21600">
                <a:moveTo>
                  <a:pt x="15091" y="14469"/>
                </a:moveTo>
                <a:lnTo>
                  <a:pt x="15114" y="14469"/>
                </a:lnTo>
                <a:lnTo>
                  <a:pt x="15114" y="14546"/>
                </a:lnTo>
                <a:lnTo>
                  <a:pt x="15091" y="14546"/>
                </a:lnTo>
              </a:path>
              <a:path w="21600" h="21600">
                <a:moveTo>
                  <a:pt x="4358" y="14469"/>
                </a:moveTo>
                <a:lnTo>
                  <a:pt x="4382" y="14469"/>
                </a:lnTo>
                <a:lnTo>
                  <a:pt x="4382" y="14546"/>
                </a:lnTo>
                <a:lnTo>
                  <a:pt x="4358" y="14546"/>
                </a:lnTo>
              </a:path>
              <a:path w="21600" h="21600">
                <a:moveTo>
                  <a:pt x="18003" y="14457"/>
                </a:moveTo>
                <a:lnTo>
                  <a:pt x="18012" y="14457"/>
                </a:lnTo>
                <a:lnTo>
                  <a:pt x="18012" y="14487"/>
                </a:lnTo>
                <a:lnTo>
                  <a:pt x="18003" y="14487"/>
                </a:lnTo>
              </a:path>
              <a:path w="21600" h="21600">
                <a:moveTo>
                  <a:pt x="7271" y="14457"/>
                </a:moveTo>
                <a:lnTo>
                  <a:pt x="7280" y="14457"/>
                </a:lnTo>
                <a:lnTo>
                  <a:pt x="7280" y="14487"/>
                </a:lnTo>
                <a:lnTo>
                  <a:pt x="7271" y="14487"/>
                </a:lnTo>
              </a:path>
              <a:path w="21600" h="21600">
                <a:moveTo>
                  <a:pt x="20562" y="14431"/>
                </a:moveTo>
                <a:lnTo>
                  <a:pt x="20579" y="14431"/>
                </a:lnTo>
                <a:lnTo>
                  <a:pt x="20579" y="14488"/>
                </a:lnTo>
                <a:lnTo>
                  <a:pt x="20562" y="14488"/>
                </a:lnTo>
              </a:path>
              <a:path w="21600" h="21600">
                <a:moveTo>
                  <a:pt x="9829" y="14431"/>
                </a:moveTo>
                <a:lnTo>
                  <a:pt x="9846" y="14431"/>
                </a:lnTo>
                <a:lnTo>
                  <a:pt x="9846" y="14488"/>
                </a:lnTo>
                <a:lnTo>
                  <a:pt x="9829" y="14488"/>
                </a:lnTo>
              </a:path>
              <a:path w="21600" h="21600">
                <a:moveTo>
                  <a:pt x="14475" y="14370"/>
                </a:moveTo>
                <a:lnTo>
                  <a:pt x="14490" y="14370"/>
                </a:lnTo>
                <a:lnTo>
                  <a:pt x="14490" y="14418"/>
                </a:lnTo>
                <a:lnTo>
                  <a:pt x="14475" y="14418"/>
                </a:lnTo>
              </a:path>
              <a:path w="21600" h="21600">
                <a:moveTo>
                  <a:pt x="3743" y="14370"/>
                </a:moveTo>
                <a:lnTo>
                  <a:pt x="3757" y="14370"/>
                </a:lnTo>
                <a:lnTo>
                  <a:pt x="3757" y="14418"/>
                </a:lnTo>
                <a:lnTo>
                  <a:pt x="3743" y="14418"/>
                </a:lnTo>
              </a:path>
              <a:path w="21600" h="21600">
                <a:moveTo>
                  <a:pt x="12575" y="14355"/>
                </a:moveTo>
                <a:lnTo>
                  <a:pt x="12615" y="14355"/>
                </a:lnTo>
                <a:lnTo>
                  <a:pt x="12615" y="14487"/>
                </a:lnTo>
                <a:lnTo>
                  <a:pt x="12575" y="14487"/>
                </a:lnTo>
              </a:path>
              <a:path w="21600" h="21600">
                <a:moveTo>
                  <a:pt x="1843" y="14355"/>
                </a:moveTo>
                <a:lnTo>
                  <a:pt x="1882" y="14355"/>
                </a:lnTo>
                <a:lnTo>
                  <a:pt x="1882" y="14487"/>
                </a:lnTo>
                <a:lnTo>
                  <a:pt x="1843" y="14487"/>
                </a:lnTo>
              </a:path>
              <a:path w="21600" h="21600">
                <a:moveTo>
                  <a:pt x="12087" y="14354"/>
                </a:moveTo>
                <a:lnTo>
                  <a:pt x="12108" y="14354"/>
                </a:lnTo>
                <a:lnTo>
                  <a:pt x="12108" y="14424"/>
                </a:lnTo>
                <a:lnTo>
                  <a:pt x="12087" y="14424"/>
                </a:lnTo>
              </a:path>
              <a:path w="21600" h="21600">
                <a:moveTo>
                  <a:pt x="16315" y="14348"/>
                </a:moveTo>
                <a:lnTo>
                  <a:pt x="16336" y="14348"/>
                </a:lnTo>
                <a:lnTo>
                  <a:pt x="16336" y="14416"/>
                </a:lnTo>
                <a:lnTo>
                  <a:pt x="16315" y="14416"/>
                </a:lnTo>
              </a:path>
              <a:path w="21600" h="21600">
                <a:moveTo>
                  <a:pt x="5583" y="14348"/>
                </a:moveTo>
                <a:lnTo>
                  <a:pt x="5604" y="14348"/>
                </a:lnTo>
                <a:lnTo>
                  <a:pt x="5604" y="14416"/>
                </a:lnTo>
                <a:lnTo>
                  <a:pt x="5583" y="14416"/>
                </a:lnTo>
              </a:path>
              <a:path w="21600" h="21600">
                <a:moveTo>
                  <a:pt x="18004" y="14273"/>
                </a:moveTo>
                <a:lnTo>
                  <a:pt x="18011" y="14273"/>
                </a:lnTo>
                <a:lnTo>
                  <a:pt x="18011" y="14298"/>
                </a:lnTo>
                <a:lnTo>
                  <a:pt x="18004" y="14298"/>
                </a:lnTo>
              </a:path>
              <a:path w="21600" h="21600">
                <a:moveTo>
                  <a:pt x="7271" y="14273"/>
                </a:moveTo>
                <a:lnTo>
                  <a:pt x="7279" y="14273"/>
                </a:lnTo>
                <a:lnTo>
                  <a:pt x="7279" y="14298"/>
                </a:lnTo>
                <a:lnTo>
                  <a:pt x="7271" y="14298"/>
                </a:lnTo>
              </a:path>
              <a:path w="21600" h="21600">
                <a:moveTo>
                  <a:pt x="20562" y="14247"/>
                </a:moveTo>
                <a:lnTo>
                  <a:pt x="20578" y="14247"/>
                </a:lnTo>
                <a:lnTo>
                  <a:pt x="20578" y="14300"/>
                </a:lnTo>
                <a:lnTo>
                  <a:pt x="20562" y="14300"/>
                </a:lnTo>
              </a:path>
              <a:path w="21600" h="21600">
                <a:moveTo>
                  <a:pt x="9830" y="14247"/>
                </a:moveTo>
                <a:lnTo>
                  <a:pt x="9846" y="14247"/>
                </a:lnTo>
                <a:lnTo>
                  <a:pt x="9846" y="14300"/>
                </a:lnTo>
                <a:lnTo>
                  <a:pt x="9830" y="14300"/>
                </a:lnTo>
              </a:path>
              <a:path w="21600" h="21600">
                <a:moveTo>
                  <a:pt x="14476" y="14185"/>
                </a:moveTo>
                <a:lnTo>
                  <a:pt x="14489" y="14185"/>
                </a:lnTo>
                <a:lnTo>
                  <a:pt x="14489" y="14230"/>
                </a:lnTo>
                <a:lnTo>
                  <a:pt x="14476" y="14230"/>
                </a:lnTo>
              </a:path>
              <a:path w="21600" h="21600">
                <a:moveTo>
                  <a:pt x="3743" y="14185"/>
                </a:moveTo>
                <a:lnTo>
                  <a:pt x="3757" y="14185"/>
                </a:lnTo>
                <a:lnTo>
                  <a:pt x="3757" y="14230"/>
                </a:lnTo>
                <a:lnTo>
                  <a:pt x="3743" y="14230"/>
                </a:lnTo>
              </a:path>
              <a:path w="21600" h="21600">
                <a:moveTo>
                  <a:pt x="13375" y="14183"/>
                </a:moveTo>
                <a:lnTo>
                  <a:pt x="13397" y="14183"/>
                </a:lnTo>
                <a:lnTo>
                  <a:pt x="13397" y="14257"/>
                </a:lnTo>
                <a:lnTo>
                  <a:pt x="13375" y="14257"/>
                </a:lnTo>
              </a:path>
              <a:path w="21600" h="21600">
                <a:moveTo>
                  <a:pt x="2643" y="14183"/>
                </a:moveTo>
                <a:lnTo>
                  <a:pt x="2665" y="14183"/>
                </a:lnTo>
                <a:lnTo>
                  <a:pt x="2665" y="14257"/>
                </a:lnTo>
                <a:lnTo>
                  <a:pt x="2643" y="14257"/>
                </a:lnTo>
              </a:path>
              <a:path w="21600" h="21600">
                <a:moveTo>
                  <a:pt x="18245" y="14173"/>
                </a:moveTo>
                <a:lnTo>
                  <a:pt x="18265" y="14173"/>
                </a:lnTo>
                <a:lnTo>
                  <a:pt x="18265" y="14240"/>
                </a:lnTo>
                <a:lnTo>
                  <a:pt x="18245" y="14240"/>
                </a:lnTo>
              </a:path>
              <a:path w="21600" h="21600">
                <a:moveTo>
                  <a:pt x="7512" y="14173"/>
                </a:moveTo>
                <a:lnTo>
                  <a:pt x="7532" y="14173"/>
                </a:lnTo>
                <a:lnTo>
                  <a:pt x="7532" y="14240"/>
                </a:lnTo>
                <a:lnTo>
                  <a:pt x="7512" y="14240"/>
                </a:lnTo>
              </a:path>
              <a:path w="21600" h="21600">
                <a:moveTo>
                  <a:pt x="12576" y="14171"/>
                </a:moveTo>
                <a:lnTo>
                  <a:pt x="12614" y="14171"/>
                </a:lnTo>
                <a:lnTo>
                  <a:pt x="12614" y="14299"/>
                </a:lnTo>
                <a:lnTo>
                  <a:pt x="12576" y="14299"/>
                </a:lnTo>
              </a:path>
              <a:path w="21600" h="21600">
                <a:moveTo>
                  <a:pt x="1843" y="14171"/>
                </a:moveTo>
                <a:lnTo>
                  <a:pt x="1882" y="14171"/>
                </a:lnTo>
                <a:lnTo>
                  <a:pt x="1882" y="14299"/>
                </a:lnTo>
                <a:lnTo>
                  <a:pt x="1843" y="14299"/>
                </a:lnTo>
              </a:path>
              <a:path w="21600" h="21600">
                <a:moveTo>
                  <a:pt x="15091" y="14116"/>
                </a:moveTo>
                <a:lnTo>
                  <a:pt x="15114" y="14116"/>
                </a:lnTo>
                <a:lnTo>
                  <a:pt x="15114" y="14192"/>
                </a:lnTo>
                <a:lnTo>
                  <a:pt x="15091" y="14192"/>
                </a:lnTo>
              </a:path>
              <a:path w="21600" h="21600">
                <a:moveTo>
                  <a:pt x="4359" y="14116"/>
                </a:moveTo>
                <a:lnTo>
                  <a:pt x="4381" y="14116"/>
                </a:lnTo>
                <a:lnTo>
                  <a:pt x="4381" y="14192"/>
                </a:lnTo>
                <a:lnTo>
                  <a:pt x="4359" y="14192"/>
                </a:lnTo>
              </a:path>
              <a:path w="21600" h="21600">
                <a:moveTo>
                  <a:pt x="18005" y="14089"/>
                </a:moveTo>
                <a:lnTo>
                  <a:pt x="18011" y="14089"/>
                </a:lnTo>
                <a:lnTo>
                  <a:pt x="18011" y="14110"/>
                </a:lnTo>
                <a:lnTo>
                  <a:pt x="18005" y="14110"/>
                </a:lnTo>
              </a:path>
              <a:path w="21600" h="21600">
                <a:moveTo>
                  <a:pt x="7272" y="14089"/>
                </a:moveTo>
                <a:lnTo>
                  <a:pt x="7278" y="14089"/>
                </a:lnTo>
                <a:lnTo>
                  <a:pt x="7278" y="14110"/>
                </a:lnTo>
                <a:lnTo>
                  <a:pt x="7272" y="14110"/>
                </a:lnTo>
              </a:path>
              <a:path w="21600" h="21600">
                <a:moveTo>
                  <a:pt x="20563" y="14063"/>
                </a:moveTo>
                <a:lnTo>
                  <a:pt x="20578" y="14063"/>
                </a:lnTo>
                <a:lnTo>
                  <a:pt x="20578" y="14112"/>
                </a:lnTo>
                <a:lnTo>
                  <a:pt x="20563" y="14112"/>
                </a:lnTo>
              </a:path>
              <a:path w="21600" h="21600">
                <a:moveTo>
                  <a:pt x="9831" y="14063"/>
                </a:moveTo>
                <a:lnTo>
                  <a:pt x="9845" y="14063"/>
                </a:lnTo>
                <a:lnTo>
                  <a:pt x="9845" y="14112"/>
                </a:lnTo>
                <a:lnTo>
                  <a:pt x="9831" y="14112"/>
                </a:lnTo>
              </a:path>
              <a:path w="21600" h="21600">
                <a:moveTo>
                  <a:pt x="12087" y="14002"/>
                </a:moveTo>
                <a:lnTo>
                  <a:pt x="12108" y="14002"/>
                </a:lnTo>
                <a:lnTo>
                  <a:pt x="12108" y="14070"/>
                </a:lnTo>
                <a:lnTo>
                  <a:pt x="12087" y="14070"/>
                </a:lnTo>
              </a:path>
              <a:path w="21600" h="21600">
                <a:moveTo>
                  <a:pt x="14476" y="14001"/>
                </a:moveTo>
                <a:lnTo>
                  <a:pt x="14489" y="14001"/>
                </a:lnTo>
                <a:lnTo>
                  <a:pt x="14489" y="14042"/>
                </a:lnTo>
                <a:lnTo>
                  <a:pt x="14476" y="14042"/>
                </a:lnTo>
              </a:path>
              <a:path w="21600" h="21600">
                <a:moveTo>
                  <a:pt x="3744" y="14001"/>
                </a:moveTo>
                <a:lnTo>
                  <a:pt x="3756" y="14001"/>
                </a:lnTo>
                <a:lnTo>
                  <a:pt x="3756" y="14042"/>
                </a:lnTo>
                <a:lnTo>
                  <a:pt x="3744" y="14042"/>
                </a:lnTo>
              </a:path>
              <a:path w="21600" h="21600">
                <a:moveTo>
                  <a:pt x="16316" y="13995"/>
                </a:moveTo>
                <a:lnTo>
                  <a:pt x="16336" y="13995"/>
                </a:lnTo>
                <a:lnTo>
                  <a:pt x="16336" y="14062"/>
                </a:lnTo>
                <a:lnTo>
                  <a:pt x="16316" y="14062"/>
                </a:lnTo>
              </a:path>
              <a:path w="21600" h="21600">
                <a:moveTo>
                  <a:pt x="5583" y="13995"/>
                </a:moveTo>
                <a:lnTo>
                  <a:pt x="5603" y="13995"/>
                </a:lnTo>
                <a:lnTo>
                  <a:pt x="5603" y="14062"/>
                </a:lnTo>
                <a:lnTo>
                  <a:pt x="5583" y="14062"/>
                </a:lnTo>
              </a:path>
              <a:path w="21600" h="21600">
                <a:moveTo>
                  <a:pt x="12576" y="13987"/>
                </a:moveTo>
                <a:lnTo>
                  <a:pt x="12613" y="13987"/>
                </a:lnTo>
                <a:lnTo>
                  <a:pt x="12613" y="14111"/>
                </a:lnTo>
                <a:lnTo>
                  <a:pt x="12576" y="14111"/>
                </a:lnTo>
              </a:path>
              <a:path w="21600" h="21600">
                <a:moveTo>
                  <a:pt x="1844" y="13987"/>
                </a:moveTo>
                <a:lnTo>
                  <a:pt x="1881" y="13987"/>
                </a:lnTo>
                <a:lnTo>
                  <a:pt x="1881" y="14111"/>
                </a:lnTo>
                <a:lnTo>
                  <a:pt x="1844" y="14111"/>
                </a:lnTo>
              </a:path>
              <a:path w="21600" h="21600">
                <a:moveTo>
                  <a:pt x="18005" y="13905"/>
                </a:moveTo>
                <a:lnTo>
                  <a:pt x="18010" y="13905"/>
                </a:lnTo>
                <a:lnTo>
                  <a:pt x="18010" y="13922"/>
                </a:lnTo>
                <a:lnTo>
                  <a:pt x="18005" y="13922"/>
                </a:lnTo>
              </a:path>
              <a:path w="21600" h="21600">
                <a:moveTo>
                  <a:pt x="7273" y="13905"/>
                </a:moveTo>
                <a:lnTo>
                  <a:pt x="7278" y="13905"/>
                </a:lnTo>
                <a:lnTo>
                  <a:pt x="7278" y="13922"/>
                </a:lnTo>
                <a:lnTo>
                  <a:pt x="7273" y="13922"/>
                </a:lnTo>
              </a:path>
              <a:path w="21600" h="21600">
                <a:moveTo>
                  <a:pt x="20564" y="13879"/>
                </a:moveTo>
                <a:lnTo>
                  <a:pt x="20577" y="13879"/>
                </a:lnTo>
                <a:lnTo>
                  <a:pt x="20577" y="13924"/>
                </a:lnTo>
                <a:lnTo>
                  <a:pt x="20564" y="13924"/>
                </a:lnTo>
              </a:path>
              <a:path w="21600" h="21600">
                <a:moveTo>
                  <a:pt x="9831" y="13879"/>
                </a:moveTo>
                <a:lnTo>
                  <a:pt x="9845" y="13879"/>
                </a:lnTo>
                <a:lnTo>
                  <a:pt x="9845" y="13924"/>
                </a:lnTo>
                <a:lnTo>
                  <a:pt x="9831" y="13924"/>
                </a:lnTo>
              </a:path>
              <a:path w="21600" h="21600">
                <a:moveTo>
                  <a:pt x="13375" y="13830"/>
                </a:moveTo>
                <a:lnTo>
                  <a:pt x="13397" y="13830"/>
                </a:lnTo>
                <a:lnTo>
                  <a:pt x="13397" y="13903"/>
                </a:lnTo>
                <a:lnTo>
                  <a:pt x="13375" y="13903"/>
                </a:lnTo>
              </a:path>
              <a:path w="21600" h="21600">
                <a:moveTo>
                  <a:pt x="2643" y="13830"/>
                </a:moveTo>
                <a:lnTo>
                  <a:pt x="2665" y="13830"/>
                </a:lnTo>
                <a:lnTo>
                  <a:pt x="2665" y="13903"/>
                </a:lnTo>
                <a:lnTo>
                  <a:pt x="2643" y="13903"/>
                </a:lnTo>
              </a:path>
              <a:path w="21600" h="21600">
                <a:moveTo>
                  <a:pt x="18245" y="13821"/>
                </a:moveTo>
                <a:lnTo>
                  <a:pt x="18265" y="13821"/>
                </a:lnTo>
                <a:lnTo>
                  <a:pt x="18265" y="13886"/>
                </a:lnTo>
                <a:lnTo>
                  <a:pt x="18245" y="13886"/>
                </a:lnTo>
              </a:path>
              <a:path w="21600" h="21600">
                <a:moveTo>
                  <a:pt x="7512" y="13821"/>
                </a:moveTo>
                <a:lnTo>
                  <a:pt x="7532" y="13821"/>
                </a:lnTo>
                <a:lnTo>
                  <a:pt x="7532" y="13886"/>
                </a:lnTo>
                <a:lnTo>
                  <a:pt x="7512" y="13886"/>
                </a:lnTo>
              </a:path>
              <a:path w="21600" h="21600">
                <a:moveTo>
                  <a:pt x="14477" y="13817"/>
                </a:moveTo>
                <a:lnTo>
                  <a:pt x="14488" y="13817"/>
                </a:lnTo>
                <a:lnTo>
                  <a:pt x="14488" y="13854"/>
                </a:lnTo>
                <a:lnTo>
                  <a:pt x="14477" y="13854"/>
                </a:lnTo>
              </a:path>
              <a:path w="21600" h="21600">
                <a:moveTo>
                  <a:pt x="3744" y="13817"/>
                </a:moveTo>
                <a:lnTo>
                  <a:pt x="3756" y="13817"/>
                </a:lnTo>
                <a:lnTo>
                  <a:pt x="3756" y="13854"/>
                </a:lnTo>
                <a:lnTo>
                  <a:pt x="3744" y="13854"/>
                </a:lnTo>
              </a:path>
              <a:path w="21600" h="21600">
                <a:moveTo>
                  <a:pt x="12577" y="13803"/>
                </a:moveTo>
                <a:lnTo>
                  <a:pt x="12613" y="13803"/>
                </a:lnTo>
                <a:lnTo>
                  <a:pt x="12613" y="13922"/>
                </a:lnTo>
                <a:lnTo>
                  <a:pt x="12577" y="13922"/>
                </a:lnTo>
              </a:path>
              <a:path w="21600" h="21600">
                <a:moveTo>
                  <a:pt x="1844" y="13803"/>
                </a:moveTo>
                <a:lnTo>
                  <a:pt x="1881" y="13803"/>
                </a:lnTo>
                <a:lnTo>
                  <a:pt x="1881" y="13922"/>
                </a:lnTo>
                <a:lnTo>
                  <a:pt x="1844" y="13922"/>
                </a:lnTo>
              </a:path>
              <a:path w="21600" h="21600">
                <a:moveTo>
                  <a:pt x="15091" y="13764"/>
                </a:moveTo>
                <a:lnTo>
                  <a:pt x="15113" y="13764"/>
                </a:lnTo>
                <a:lnTo>
                  <a:pt x="15113" y="13838"/>
                </a:lnTo>
                <a:lnTo>
                  <a:pt x="15091" y="13838"/>
                </a:lnTo>
              </a:path>
              <a:path w="21600" h="21600">
                <a:moveTo>
                  <a:pt x="4359" y="13764"/>
                </a:moveTo>
                <a:lnTo>
                  <a:pt x="4381" y="13764"/>
                </a:lnTo>
                <a:lnTo>
                  <a:pt x="4381" y="13838"/>
                </a:lnTo>
                <a:lnTo>
                  <a:pt x="4359" y="13838"/>
                </a:lnTo>
              </a:path>
              <a:path w="21600" h="21600">
                <a:moveTo>
                  <a:pt x="20564" y="13695"/>
                </a:moveTo>
                <a:lnTo>
                  <a:pt x="20577" y="13695"/>
                </a:lnTo>
                <a:lnTo>
                  <a:pt x="20577" y="13736"/>
                </a:lnTo>
                <a:lnTo>
                  <a:pt x="20564" y="13736"/>
                </a:lnTo>
              </a:path>
              <a:path w="21600" h="21600">
                <a:moveTo>
                  <a:pt x="9832" y="13695"/>
                </a:moveTo>
                <a:lnTo>
                  <a:pt x="9844" y="13695"/>
                </a:lnTo>
                <a:lnTo>
                  <a:pt x="9844" y="13736"/>
                </a:lnTo>
                <a:lnTo>
                  <a:pt x="9832" y="13736"/>
                </a:lnTo>
              </a:path>
              <a:path w="21600" h="21600">
                <a:moveTo>
                  <a:pt x="12087" y="13649"/>
                </a:moveTo>
                <a:lnTo>
                  <a:pt x="12108" y="13649"/>
                </a:lnTo>
                <a:lnTo>
                  <a:pt x="12108" y="13716"/>
                </a:lnTo>
                <a:lnTo>
                  <a:pt x="12087" y="13716"/>
                </a:lnTo>
              </a:path>
              <a:path w="21600" h="21600">
                <a:moveTo>
                  <a:pt x="16316" y="13643"/>
                </a:moveTo>
                <a:lnTo>
                  <a:pt x="16336" y="13643"/>
                </a:lnTo>
                <a:lnTo>
                  <a:pt x="16336" y="13708"/>
                </a:lnTo>
                <a:lnTo>
                  <a:pt x="16316" y="13708"/>
                </a:lnTo>
              </a:path>
              <a:path w="21600" h="21600">
                <a:moveTo>
                  <a:pt x="5584" y="13643"/>
                </a:moveTo>
                <a:lnTo>
                  <a:pt x="5603" y="13643"/>
                </a:lnTo>
                <a:lnTo>
                  <a:pt x="5603" y="13708"/>
                </a:lnTo>
                <a:lnTo>
                  <a:pt x="5584" y="13708"/>
                </a:lnTo>
              </a:path>
              <a:path w="21600" h="21600">
                <a:moveTo>
                  <a:pt x="14477" y="13633"/>
                </a:moveTo>
                <a:lnTo>
                  <a:pt x="14487" y="13633"/>
                </a:lnTo>
                <a:lnTo>
                  <a:pt x="14487" y="13666"/>
                </a:lnTo>
                <a:lnTo>
                  <a:pt x="14477" y="13666"/>
                </a:lnTo>
              </a:path>
              <a:path w="21600" h="21600">
                <a:moveTo>
                  <a:pt x="3745" y="13633"/>
                </a:moveTo>
                <a:lnTo>
                  <a:pt x="3755" y="13633"/>
                </a:lnTo>
                <a:lnTo>
                  <a:pt x="3755" y="13666"/>
                </a:lnTo>
                <a:lnTo>
                  <a:pt x="3745" y="13666"/>
                </a:lnTo>
              </a:path>
              <a:path w="21600" h="21600">
                <a:moveTo>
                  <a:pt x="12577" y="13618"/>
                </a:moveTo>
                <a:lnTo>
                  <a:pt x="12612" y="13618"/>
                </a:lnTo>
                <a:lnTo>
                  <a:pt x="12612" y="13734"/>
                </a:lnTo>
                <a:lnTo>
                  <a:pt x="12577" y="13734"/>
                </a:lnTo>
              </a:path>
              <a:path w="21600" h="21600">
                <a:moveTo>
                  <a:pt x="1845" y="13618"/>
                </a:moveTo>
                <a:lnTo>
                  <a:pt x="1880" y="13618"/>
                </a:lnTo>
                <a:lnTo>
                  <a:pt x="1880" y="13734"/>
                </a:lnTo>
                <a:lnTo>
                  <a:pt x="1845" y="13734"/>
                </a:lnTo>
              </a:path>
              <a:path w="21600" h="21600">
                <a:moveTo>
                  <a:pt x="20565" y="13511"/>
                </a:moveTo>
                <a:lnTo>
                  <a:pt x="20576" y="13511"/>
                </a:lnTo>
                <a:lnTo>
                  <a:pt x="20576" y="13548"/>
                </a:lnTo>
                <a:lnTo>
                  <a:pt x="20565" y="13548"/>
                </a:lnTo>
              </a:path>
              <a:path w="21600" h="21600">
                <a:moveTo>
                  <a:pt x="9832" y="13511"/>
                </a:moveTo>
                <a:lnTo>
                  <a:pt x="9843" y="13511"/>
                </a:lnTo>
                <a:lnTo>
                  <a:pt x="9843" y="13548"/>
                </a:lnTo>
                <a:lnTo>
                  <a:pt x="9832" y="13548"/>
                </a:lnTo>
              </a:path>
              <a:path w="21600" h="21600">
                <a:moveTo>
                  <a:pt x="13375" y="13478"/>
                </a:moveTo>
                <a:lnTo>
                  <a:pt x="13397" y="13478"/>
                </a:lnTo>
                <a:lnTo>
                  <a:pt x="13397" y="13549"/>
                </a:lnTo>
                <a:lnTo>
                  <a:pt x="13375" y="13549"/>
                </a:lnTo>
              </a:path>
              <a:path w="21600" h="21600">
                <a:moveTo>
                  <a:pt x="2643" y="13478"/>
                </a:moveTo>
                <a:lnTo>
                  <a:pt x="2665" y="13478"/>
                </a:lnTo>
                <a:lnTo>
                  <a:pt x="2665" y="13549"/>
                </a:lnTo>
                <a:lnTo>
                  <a:pt x="2643" y="13549"/>
                </a:lnTo>
              </a:path>
              <a:path w="21600" h="21600">
                <a:moveTo>
                  <a:pt x="18245" y="13468"/>
                </a:moveTo>
                <a:lnTo>
                  <a:pt x="18264" y="13468"/>
                </a:lnTo>
                <a:lnTo>
                  <a:pt x="18264" y="13532"/>
                </a:lnTo>
                <a:lnTo>
                  <a:pt x="18245" y="13532"/>
                </a:lnTo>
              </a:path>
              <a:path w="21600" h="21600">
                <a:moveTo>
                  <a:pt x="7513" y="13468"/>
                </a:moveTo>
                <a:lnTo>
                  <a:pt x="7532" y="13468"/>
                </a:lnTo>
                <a:lnTo>
                  <a:pt x="7532" y="13532"/>
                </a:lnTo>
                <a:lnTo>
                  <a:pt x="7513" y="13532"/>
                </a:lnTo>
              </a:path>
              <a:path w="21600" h="21600">
                <a:moveTo>
                  <a:pt x="14478" y="13449"/>
                </a:moveTo>
                <a:lnTo>
                  <a:pt x="14487" y="13449"/>
                </a:lnTo>
                <a:lnTo>
                  <a:pt x="14487" y="13478"/>
                </a:lnTo>
                <a:lnTo>
                  <a:pt x="14478" y="13478"/>
                </a:lnTo>
              </a:path>
              <a:path w="21600" h="21600">
                <a:moveTo>
                  <a:pt x="3746" y="13449"/>
                </a:moveTo>
                <a:lnTo>
                  <a:pt x="3754" y="13449"/>
                </a:lnTo>
                <a:lnTo>
                  <a:pt x="3754" y="13478"/>
                </a:lnTo>
                <a:lnTo>
                  <a:pt x="3746" y="13478"/>
                </a:lnTo>
              </a:path>
              <a:path w="21600" h="21600">
                <a:moveTo>
                  <a:pt x="12578" y="13434"/>
                </a:moveTo>
                <a:lnTo>
                  <a:pt x="12612" y="13434"/>
                </a:lnTo>
                <a:lnTo>
                  <a:pt x="12612" y="13546"/>
                </a:lnTo>
                <a:lnTo>
                  <a:pt x="12578" y="13546"/>
                </a:lnTo>
              </a:path>
              <a:path w="21600" h="21600">
                <a:moveTo>
                  <a:pt x="1846" y="13434"/>
                </a:moveTo>
                <a:lnTo>
                  <a:pt x="1879" y="13434"/>
                </a:lnTo>
                <a:lnTo>
                  <a:pt x="1879" y="13546"/>
                </a:lnTo>
                <a:lnTo>
                  <a:pt x="1846" y="13546"/>
                </a:lnTo>
              </a:path>
              <a:path w="21600" h="21600">
                <a:moveTo>
                  <a:pt x="15091" y="13411"/>
                </a:moveTo>
                <a:lnTo>
                  <a:pt x="15113" y="13411"/>
                </a:lnTo>
                <a:lnTo>
                  <a:pt x="15113" y="13484"/>
                </a:lnTo>
                <a:lnTo>
                  <a:pt x="15091" y="13484"/>
                </a:lnTo>
              </a:path>
              <a:path w="21600" h="21600">
                <a:moveTo>
                  <a:pt x="4359" y="13411"/>
                </a:moveTo>
                <a:lnTo>
                  <a:pt x="4381" y="13411"/>
                </a:lnTo>
                <a:lnTo>
                  <a:pt x="4381" y="13484"/>
                </a:lnTo>
                <a:lnTo>
                  <a:pt x="4359" y="13484"/>
                </a:lnTo>
              </a:path>
              <a:path w="21600" h="21600">
                <a:moveTo>
                  <a:pt x="20565" y="13327"/>
                </a:moveTo>
                <a:lnTo>
                  <a:pt x="20575" y="13327"/>
                </a:lnTo>
                <a:lnTo>
                  <a:pt x="20575" y="13360"/>
                </a:lnTo>
                <a:lnTo>
                  <a:pt x="20565" y="13360"/>
                </a:lnTo>
              </a:path>
              <a:path w="21600" h="21600">
                <a:moveTo>
                  <a:pt x="9833" y="13327"/>
                </a:moveTo>
                <a:lnTo>
                  <a:pt x="9843" y="13327"/>
                </a:lnTo>
                <a:lnTo>
                  <a:pt x="9843" y="13360"/>
                </a:lnTo>
                <a:lnTo>
                  <a:pt x="9833" y="13360"/>
                </a:lnTo>
              </a:path>
              <a:path w="21600" h="21600">
                <a:moveTo>
                  <a:pt x="12088" y="13297"/>
                </a:moveTo>
                <a:lnTo>
                  <a:pt x="12107" y="13297"/>
                </a:lnTo>
                <a:lnTo>
                  <a:pt x="12107" y="13362"/>
                </a:lnTo>
                <a:lnTo>
                  <a:pt x="12088" y="13362"/>
                </a:lnTo>
              </a:path>
              <a:path w="21600" h="21600">
                <a:moveTo>
                  <a:pt x="16316" y="13290"/>
                </a:moveTo>
                <a:lnTo>
                  <a:pt x="16335" y="13290"/>
                </a:lnTo>
                <a:lnTo>
                  <a:pt x="16335" y="13354"/>
                </a:lnTo>
                <a:lnTo>
                  <a:pt x="16316" y="13354"/>
                </a:lnTo>
              </a:path>
              <a:path w="21600" h="21600">
                <a:moveTo>
                  <a:pt x="5584" y="13290"/>
                </a:moveTo>
                <a:lnTo>
                  <a:pt x="5603" y="13290"/>
                </a:lnTo>
                <a:lnTo>
                  <a:pt x="5603" y="13354"/>
                </a:lnTo>
                <a:lnTo>
                  <a:pt x="5584" y="13354"/>
                </a:lnTo>
              </a:path>
              <a:path w="21600" h="21600">
                <a:moveTo>
                  <a:pt x="14479" y="13264"/>
                </a:moveTo>
                <a:lnTo>
                  <a:pt x="14486" y="13264"/>
                </a:lnTo>
                <a:lnTo>
                  <a:pt x="14486" y="13290"/>
                </a:lnTo>
                <a:lnTo>
                  <a:pt x="14479" y="13290"/>
                </a:lnTo>
              </a:path>
              <a:path w="21600" h="21600">
                <a:moveTo>
                  <a:pt x="3746" y="13264"/>
                </a:moveTo>
                <a:lnTo>
                  <a:pt x="3754" y="13264"/>
                </a:lnTo>
                <a:lnTo>
                  <a:pt x="3754" y="13290"/>
                </a:lnTo>
                <a:lnTo>
                  <a:pt x="3746" y="13290"/>
                </a:lnTo>
              </a:path>
              <a:path w="21600" h="21600">
                <a:moveTo>
                  <a:pt x="12579" y="13250"/>
                </a:moveTo>
                <a:lnTo>
                  <a:pt x="12611" y="13250"/>
                </a:lnTo>
                <a:lnTo>
                  <a:pt x="12611" y="13358"/>
                </a:lnTo>
                <a:lnTo>
                  <a:pt x="12579" y="13358"/>
                </a:lnTo>
              </a:path>
              <a:path w="21600" h="21600">
                <a:moveTo>
                  <a:pt x="1846" y="13250"/>
                </a:moveTo>
                <a:lnTo>
                  <a:pt x="1879" y="13250"/>
                </a:lnTo>
                <a:lnTo>
                  <a:pt x="1879" y="13358"/>
                </a:lnTo>
                <a:lnTo>
                  <a:pt x="1846" y="13358"/>
                </a:lnTo>
              </a:path>
              <a:path w="21600" h="21600">
                <a:moveTo>
                  <a:pt x="20566" y="13142"/>
                </a:moveTo>
                <a:lnTo>
                  <a:pt x="20575" y="13142"/>
                </a:lnTo>
                <a:lnTo>
                  <a:pt x="20575" y="13172"/>
                </a:lnTo>
                <a:lnTo>
                  <a:pt x="20566" y="13172"/>
                </a:lnTo>
              </a:path>
              <a:path w="21600" h="21600">
                <a:moveTo>
                  <a:pt x="9833" y="13142"/>
                </a:moveTo>
                <a:lnTo>
                  <a:pt x="9842" y="13142"/>
                </a:lnTo>
                <a:lnTo>
                  <a:pt x="9842" y="13172"/>
                </a:lnTo>
                <a:lnTo>
                  <a:pt x="9833" y="13172"/>
                </a:lnTo>
              </a:path>
              <a:path w="21600" h="21600">
                <a:moveTo>
                  <a:pt x="13376" y="13125"/>
                </a:moveTo>
                <a:lnTo>
                  <a:pt x="13397" y="13125"/>
                </a:lnTo>
                <a:lnTo>
                  <a:pt x="13397" y="13195"/>
                </a:lnTo>
                <a:lnTo>
                  <a:pt x="13376" y="13195"/>
                </a:lnTo>
              </a:path>
              <a:path w="21600" h="21600">
                <a:moveTo>
                  <a:pt x="2643" y="13125"/>
                </a:moveTo>
                <a:lnTo>
                  <a:pt x="2664" y="13125"/>
                </a:lnTo>
                <a:lnTo>
                  <a:pt x="2664" y="13195"/>
                </a:lnTo>
                <a:lnTo>
                  <a:pt x="2643" y="13195"/>
                </a:lnTo>
              </a:path>
              <a:path w="21600" h="21600">
                <a:moveTo>
                  <a:pt x="18245" y="13116"/>
                </a:moveTo>
                <a:lnTo>
                  <a:pt x="18264" y="13116"/>
                </a:lnTo>
                <a:lnTo>
                  <a:pt x="18264" y="13178"/>
                </a:lnTo>
                <a:lnTo>
                  <a:pt x="18245" y="13178"/>
                </a:lnTo>
              </a:path>
              <a:path w="21600" h="21600">
                <a:moveTo>
                  <a:pt x="7513" y="13116"/>
                </a:moveTo>
                <a:lnTo>
                  <a:pt x="7532" y="13116"/>
                </a:lnTo>
                <a:lnTo>
                  <a:pt x="7532" y="13178"/>
                </a:lnTo>
                <a:lnTo>
                  <a:pt x="7513" y="13178"/>
                </a:lnTo>
              </a:path>
              <a:path w="21600" h="21600">
                <a:moveTo>
                  <a:pt x="14479" y="13080"/>
                </a:moveTo>
                <a:lnTo>
                  <a:pt x="14486" y="13080"/>
                </a:lnTo>
                <a:lnTo>
                  <a:pt x="14486" y="13102"/>
                </a:lnTo>
                <a:lnTo>
                  <a:pt x="14479" y="13102"/>
                </a:lnTo>
              </a:path>
              <a:path w="21600" h="21600">
                <a:moveTo>
                  <a:pt x="3747" y="13080"/>
                </a:moveTo>
                <a:lnTo>
                  <a:pt x="3753" y="13080"/>
                </a:lnTo>
                <a:lnTo>
                  <a:pt x="3753" y="13102"/>
                </a:lnTo>
                <a:lnTo>
                  <a:pt x="3747" y="13102"/>
                </a:lnTo>
              </a:path>
              <a:path w="21600" h="21600">
                <a:moveTo>
                  <a:pt x="12579" y="13066"/>
                </a:moveTo>
                <a:lnTo>
                  <a:pt x="12610" y="13066"/>
                </a:lnTo>
                <a:lnTo>
                  <a:pt x="12610" y="13170"/>
                </a:lnTo>
                <a:lnTo>
                  <a:pt x="12579" y="13170"/>
                </a:lnTo>
              </a:path>
              <a:path w="21600" h="21600">
                <a:moveTo>
                  <a:pt x="1847" y="13066"/>
                </a:moveTo>
                <a:lnTo>
                  <a:pt x="1878" y="13066"/>
                </a:lnTo>
                <a:lnTo>
                  <a:pt x="1878" y="13170"/>
                </a:lnTo>
                <a:lnTo>
                  <a:pt x="1847" y="13170"/>
                </a:lnTo>
              </a:path>
              <a:path w="21600" h="21600">
                <a:moveTo>
                  <a:pt x="15092" y="13059"/>
                </a:moveTo>
                <a:lnTo>
                  <a:pt x="15113" y="13059"/>
                </a:lnTo>
                <a:lnTo>
                  <a:pt x="15113" y="13130"/>
                </a:lnTo>
                <a:lnTo>
                  <a:pt x="15092" y="13130"/>
                </a:lnTo>
              </a:path>
              <a:path w="21600" h="21600">
                <a:moveTo>
                  <a:pt x="4359" y="13059"/>
                </a:moveTo>
                <a:lnTo>
                  <a:pt x="4381" y="13059"/>
                </a:lnTo>
                <a:lnTo>
                  <a:pt x="4381" y="13130"/>
                </a:lnTo>
                <a:lnTo>
                  <a:pt x="4359" y="13130"/>
                </a:lnTo>
              </a:path>
              <a:path w="21600" h="21600">
                <a:moveTo>
                  <a:pt x="20567" y="12958"/>
                </a:moveTo>
                <a:lnTo>
                  <a:pt x="20574" y="12958"/>
                </a:lnTo>
                <a:lnTo>
                  <a:pt x="20574" y="12984"/>
                </a:lnTo>
                <a:lnTo>
                  <a:pt x="20567" y="12984"/>
                </a:lnTo>
              </a:path>
              <a:path w="21600" h="21600">
                <a:moveTo>
                  <a:pt x="9834" y="12958"/>
                </a:moveTo>
                <a:lnTo>
                  <a:pt x="9842" y="12958"/>
                </a:lnTo>
                <a:lnTo>
                  <a:pt x="9842" y="12984"/>
                </a:lnTo>
                <a:lnTo>
                  <a:pt x="9834" y="12984"/>
                </a:lnTo>
              </a:path>
              <a:path w="21600" h="21600">
                <a:moveTo>
                  <a:pt x="12088" y="12944"/>
                </a:moveTo>
                <a:lnTo>
                  <a:pt x="12107" y="12944"/>
                </a:lnTo>
                <a:lnTo>
                  <a:pt x="12107" y="13008"/>
                </a:lnTo>
                <a:lnTo>
                  <a:pt x="12088" y="13008"/>
                </a:lnTo>
              </a:path>
              <a:path w="21600" h="21600">
                <a:moveTo>
                  <a:pt x="16316" y="12938"/>
                </a:moveTo>
                <a:lnTo>
                  <a:pt x="16335" y="12938"/>
                </a:lnTo>
                <a:lnTo>
                  <a:pt x="16335" y="13000"/>
                </a:lnTo>
                <a:lnTo>
                  <a:pt x="16316" y="13000"/>
                </a:lnTo>
              </a:path>
              <a:path w="21600" h="21600">
                <a:moveTo>
                  <a:pt x="5584" y="12938"/>
                </a:moveTo>
                <a:lnTo>
                  <a:pt x="5603" y="12938"/>
                </a:lnTo>
                <a:lnTo>
                  <a:pt x="5603" y="13000"/>
                </a:lnTo>
                <a:lnTo>
                  <a:pt x="5584" y="13000"/>
                </a:lnTo>
              </a:path>
              <a:path w="21600" h="21600">
                <a:moveTo>
                  <a:pt x="14480" y="12896"/>
                </a:moveTo>
                <a:lnTo>
                  <a:pt x="14485" y="12896"/>
                </a:lnTo>
                <a:lnTo>
                  <a:pt x="14485" y="12913"/>
                </a:lnTo>
                <a:lnTo>
                  <a:pt x="14480" y="12913"/>
                </a:lnTo>
              </a:path>
              <a:path w="21600" h="21600">
                <a:moveTo>
                  <a:pt x="3747" y="12896"/>
                </a:moveTo>
                <a:lnTo>
                  <a:pt x="3753" y="12896"/>
                </a:lnTo>
                <a:lnTo>
                  <a:pt x="3753" y="12913"/>
                </a:lnTo>
                <a:lnTo>
                  <a:pt x="3747" y="12913"/>
                </a:lnTo>
              </a:path>
              <a:path w="21600" h="21600">
                <a:moveTo>
                  <a:pt x="12580" y="12882"/>
                </a:moveTo>
                <a:lnTo>
                  <a:pt x="12610" y="12882"/>
                </a:lnTo>
                <a:lnTo>
                  <a:pt x="12610" y="12982"/>
                </a:lnTo>
                <a:lnTo>
                  <a:pt x="12580" y="12982"/>
                </a:lnTo>
              </a:path>
              <a:path w="21600" h="21600">
                <a:moveTo>
                  <a:pt x="1847" y="12882"/>
                </a:moveTo>
                <a:lnTo>
                  <a:pt x="1878" y="12882"/>
                </a:lnTo>
                <a:lnTo>
                  <a:pt x="1878" y="12982"/>
                </a:lnTo>
                <a:lnTo>
                  <a:pt x="1847" y="12982"/>
                </a:lnTo>
              </a:path>
              <a:path w="21600" h="21600">
                <a:moveTo>
                  <a:pt x="20567" y="12774"/>
                </a:moveTo>
                <a:lnTo>
                  <a:pt x="20574" y="12774"/>
                </a:lnTo>
                <a:lnTo>
                  <a:pt x="20574" y="12795"/>
                </a:lnTo>
                <a:lnTo>
                  <a:pt x="20567" y="12795"/>
                </a:lnTo>
              </a:path>
              <a:path w="21600" h="21600">
                <a:moveTo>
                  <a:pt x="9835" y="12774"/>
                </a:moveTo>
                <a:lnTo>
                  <a:pt x="9841" y="12774"/>
                </a:lnTo>
                <a:lnTo>
                  <a:pt x="9841" y="12795"/>
                </a:lnTo>
                <a:lnTo>
                  <a:pt x="9835" y="12795"/>
                </a:lnTo>
              </a:path>
              <a:path w="21600" h="21600">
                <a:moveTo>
                  <a:pt x="13376" y="12773"/>
                </a:moveTo>
                <a:lnTo>
                  <a:pt x="13396" y="12773"/>
                </a:lnTo>
                <a:lnTo>
                  <a:pt x="13396" y="12841"/>
                </a:lnTo>
                <a:lnTo>
                  <a:pt x="13376" y="12841"/>
                </a:lnTo>
              </a:path>
              <a:path w="21600" h="21600">
                <a:moveTo>
                  <a:pt x="2643" y="12773"/>
                </a:moveTo>
                <a:lnTo>
                  <a:pt x="2664" y="12773"/>
                </a:lnTo>
                <a:lnTo>
                  <a:pt x="2664" y="12841"/>
                </a:lnTo>
                <a:lnTo>
                  <a:pt x="2643" y="12841"/>
                </a:lnTo>
              </a:path>
              <a:path w="21600" h="21600">
                <a:moveTo>
                  <a:pt x="18246" y="12763"/>
                </a:moveTo>
                <a:lnTo>
                  <a:pt x="18264" y="12763"/>
                </a:lnTo>
                <a:lnTo>
                  <a:pt x="18264" y="12824"/>
                </a:lnTo>
                <a:lnTo>
                  <a:pt x="18246" y="12824"/>
                </a:lnTo>
              </a:path>
              <a:path w="21600" h="21600">
                <a:moveTo>
                  <a:pt x="7513" y="12763"/>
                </a:moveTo>
                <a:lnTo>
                  <a:pt x="7531" y="12763"/>
                </a:lnTo>
                <a:lnTo>
                  <a:pt x="7531" y="12824"/>
                </a:lnTo>
                <a:lnTo>
                  <a:pt x="7513" y="12824"/>
                </a:lnTo>
              </a:path>
              <a:path w="21600" h="21600">
                <a:moveTo>
                  <a:pt x="15092" y="12706"/>
                </a:moveTo>
                <a:lnTo>
                  <a:pt x="15113" y="12706"/>
                </a:lnTo>
                <a:lnTo>
                  <a:pt x="15113" y="12776"/>
                </a:lnTo>
                <a:lnTo>
                  <a:pt x="15092" y="12776"/>
                </a:lnTo>
              </a:path>
              <a:path w="21600" h="21600">
                <a:moveTo>
                  <a:pt x="4359" y="12706"/>
                </a:moveTo>
                <a:lnTo>
                  <a:pt x="4380" y="12706"/>
                </a:lnTo>
                <a:lnTo>
                  <a:pt x="4380" y="12776"/>
                </a:lnTo>
                <a:lnTo>
                  <a:pt x="4359" y="12776"/>
                </a:lnTo>
              </a:path>
              <a:path w="21600" h="21600">
                <a:moveTo>
                  <a:pt x="12580" y="12697"/>
                </a:moveTo>
                <a:lnTo>
                  <a:pt x="12609" y="12697"/>
                </a:lnTo>
                <a:lnTo>
                  <a:pt x="12609" y="12794"/>
                </a:lnTo>
                <a:lnTo>
                  <a:pt x="12580" y="12794"/>
                </a:lnTo>
              </a:path>
              <a:path w="21600" h="21600">
                <a:moveTo>
                  <a:pt x="1848" y="12697"/>
                </a:moveTo>
                <a:lnTo>
                  <a:pt x="1877" y="12697"/>
                </a:lnTo>
                <a:lnTo>
                  <a:pt x="1877" y="12794"/>
                </a:lnTo>
                <a:lnTo>
                  <a:pt x="1848" y="12794"/>
                </a:lnTo>
              </a:path>
              <a:path w="21600" h="21600">
                <a:moveTo>
                  <a:pt x="12088" y="12592"/>
                </a:moveTo>
                <a:lnTo>
                  <a:pt x="12107" y="12592"/>
                </a:lnTo>
                <a:lnTo>
                  <a:pt x="12107" y="12654"/>
                </a:lnTo>
                <a:lnTo>
                  <a:pt x="12088" y="12654"/>
                </a:lnTo>
              </a:path>
              <a:path w="21600" h="21600">
                <a:moveTo>
                  <a:pt x="20568" y="12590"/>
                </a:moveTo>
                <a:lnTo>
                  <a:pt x="20573" y="12590"/>
                </a:lnTo>
                <a:lnTo>
                  <a:pt x="20573" y="12607"/>
                </a:lnTo>
                <a:lnTo>
                  <a:pt x="20568" y="12607"/>
                </a:lnTo>
              </a:path>
              <a:path w="21600" h="21600">
                <a:moveTo>
                  <a:pt x="9835" y="12590"/>
                </a:moveTo>
                <a:lnTo>
                  <a:pt x="9840" y="12590"/>
                </a:lnTo>
                <a:lnTo>
                  <a:pt x="9840" y="12607"/>
                </a:lnTo>
                <a:lnTo>
                  <a:pt x="9835" y="12607"/>
                </a:lnTo>
              </a:path>
              <a:path w="21600" h="21600">
                <a:moveTo>
                  <a:pt x="16317" y="12585"/>
                </a:moveTo>
                <a:lnTo>
                  <a:pt x="16335" y="12585"/>
                </a:lnTo>
                <a:lnTo>
                  <a:pt x="16335" y="12646"/>
                </a:lnTo>
                <a:lnTo>
                  <a:pt x="16317" y="12646"/>
                </a:lnTo>
              </a:path>
              <a:path w="21600" h="21600">
                <a:moveTo>
                  <a:pt x="5584" y="12585"/>
                </a:moveTo>
                <a:lnTo>
                  <a:pt x="5603" y="12585"/>
                </a:lnTo>
                <a:lnTo>
                  <a:pt x="5603" y="12646"/>
                </a:lnTo>
                <a:lnTo>
                  <a:pt x="5584" y="12646"/>
                </a:lnTo>
              </a:path>
              <a:path w="21600" h="21600">
                <a:moveTo>
                  <a:pt x="12581" y="12513"/>
                </a:moveTo>
                <a:lnTo>
                  <a:pt x="12609" y="12513"/>
                </a:lnTo>
                <a:lnTo>
                  <a:pt x="12609" y="12606"/>
                </a:lnTo>
                <a:lnTo>
                  <a:pt x="12581" y="12606"/>
                </a:lnTo>
              </a:path>
              <a:path w="21600" h="21600">
                <a:moveTo>
                  <a:pt x="1849" y="12513"/>
                </a:moveTo>
                <a:lnTo>
                  <a:pt x="1876" y="12513"/>
                </a:lnTo>
                <a:lnTo>
                  <a:pt x="1876" y="12606"/>
                </a:lnTo>
                <a:lnTo>
                  <a:pt x="1849" y="12606"/>
                </a:lnTo>
              </a:path>
              <a:path w="21600" h="21600">
                <a:moveTo>
                  <a:pt x="13376" y="12420"/>
                </a:moveTo>
                <a:lnTo>
                  <a:pt x="13396" y="12420"/>
                </a:lnTo>
                <a:lnTo>
                  <a:pt x="13396" y="12487"/>
                </a:lnTo>
                <a:lnTo>
                  <a:pt x="13376" y="12487"/>
                </a:lnTo>
              </a:path>
              <a:path w="21600" h="21600">
                <a:moveTo>
                  <a:pt x="2644" y="12420"/>
                </a:moveTo>
                <a:lnTo>
                  <a:pt x="2664" y="12420"/>
                </a:lnTo>
                <a:lnTo>
                  <a:pt x="2664" y="12487"/>
                </a:lnTo>
                <a:lnTo>
                  <a:pt x="2644" y="12487"/>
                </a:lnTo>
              </a:path>
              <a:path w="21600" h="21600">
                <a:moveTo>
                  <a:pt x="18246" y="12411"/>
                </a:moveTo>
                <a:lnTo>
                  <a:pt x="18264" y="12411"/>
                </a:lnTo>
                <a:lnTo>
                  <a:pt x="18264" y="12470"/>
                </a:lnTo>
                <a:lnTo>
                  <a:pt x="18246" y="12470"/>
                </a:lnTo>
              </a:path>
              <a:path w="21600" h="21600">
                <a:moveTo>
                  <a:pt x="7513" y="12411"/>
                </a:moveTo>
                <a:lnTo>
                  <a:pt x="7531" y="12411"/>
                </a:lnTo>
                <a:lnTo>
                  <a:pt x="7531" y="12470"/>
                </a:lnTo>
                <a:lnTo>
                  <a:pt x="7513" y="12470"/>
                </a:lnTo>
              </a:path>
              <a:path w="21600" h="21600">
                <a:moveTo>
                  <a:pt x="15092" y="12354"/>
                </a:moveTo>
                <a:lnTo>
                  <a:pt x="15113" y="12354"/>
                </a:lnTo>
                <a:lnTo>
                  <a:pt x="15113" y="12422"/>
                </a:lnTo>
                <a:lnTo>
                  <a:pt x="15092" y="12422"/>
                </a:lnTo>
              </a:path>
              <a:path w="21600" h="21600">
                <a:moveTo>
                  <a:pt x="4360" y="12354"/>
                </a:moveTo>
                <a:lnTo>
                  <a:pt x="4380" y="12354"/>
                </a:lnTo>
                <a:lnTo>
                  <a:pt x="4380" y="12422"/>
                </a:lnTo>
                <a:lnTo>
                  <a:pt x="4360" y="12422"/>
                </a:lnTo>
              </a:path>
              <a:path w="21600" h="21600">
                <a:moveTo>
                  <a:pt x="12582" y="12329"/>
                </a:moveTo>
                <a:lnTo>
                  <a:pt x="12608" y="12329"/>
                </a:lnTo>
                <a:lnTo>
                  <a:pt x="12608" y="12418"/>
                </a:lnTo>
                <a:lnTo>
                  <a:pt x="12582" y="12418"/>
                </a:lnTo>
              </a:path>
              <a:path w="21600" h="21600">
                <a:moveTo>
                  <a:pt x="1849" y="12329"/>
                </a:moveTo>
                <a:lnTo>
                  <a:pt x="1876" y="12329"/>
                </a:lnTo>
                <a:lnTo>
                  <a:pt x="1876" y="12418"/>
                </a:lnTo>
                <a:lnTo>
                  <a:pt x="1849" y="12418"/>
                </a:lnTo>
              </a:path>
              <a:path w="21600" h="21600">
                <a:moveTo>
                  <a:pt x="12088" y="12239"/>
                </a:moveTo>
                <a:lnTo>
                  <a:pt x="12107" y="12239"/>
                </a:lnTo>
                <a:lnTo>
                  <a:pt x="12107" y="12300"/>
                </a:lnTo>
                <a:lnTo>
                  <a:pt x="12088" y="12300"/>
                </a:lnTo>
              </a:path>
              <a:path w="21600" h="21600">
                <a:moveTo>
                  <a:pt x="16317" y="12233"/>
                </a:moveTo>
                <a:lnTo>
                  <a:pt x="16335" y="12233"/>
                </a:lnTo>
                <a:lnTo>
                  <a:pt x="16335" y="12292"/>
                </a:lnTo>
                <a:lnTo>
                  <a:pt x="16317" y="12292"/>
                </a:lnTo>
              </a:path>
              <a:path w="21600" h="21600">
                <a:moveTo>
                  <a:pt x="5584" y="12233"/>
                </a:moveTo>
                <a:lnTo>
                  <a:pt x="5602" y="12233"/>
                </a:lnTo>
                <a:lnTo>
                  <a:pt x="5602" y="12292"/>
                </a:lnTo>
                <a:lnTo>
                  <a:pt x="5584" y="12292"/>
                </a:lnTo>
              </a:path>
              <a:path w="21600" h="21600">
                <a:moveTo>
                  <a:pt x="12582" y="12145"/>
                </a:moveTo>
                <a:lnTo>
                  <a:pt x="12608" y="12145"/>
                </a:lnTo>
                <a:lnTo>
                  <a:pt x="12608" y="12229"/>
                </a:lnTo>
                <a:lnTo>
                  <a:pt x="12582" y="12229"/>
                </a:lnTo>
              </a:path>
              <a:path w="21600" h="21600">
                <a:moveTo>
                  <a:pt x="1850" y="12145"/>
                </a:moveTo>
                <a:lnTo>
                  <a:pt x="1875" y="12145"/>
                </a:lnTo>
                <a:lnTo>
                  <a:pt x="1875" y="12229"/>
                </a:lnTo>
                <a:lnTo>
                  <a:pt x="1850" y="12229"/>
                </a:lnTo>
              </a:path>
              <a:path w="21600" h="21600">
                <a:moveTo>
                  <a:pt x="13376" y="12068"/>
                </a:moveTo>
                <a:lnTo>
                  <a:pt x="13396" y="12068"/>
                </a:lnTo>
                <a:lnTo>
                  <a:pt x="13396" y="12133"/>
                </a:lnTo>
                <a:lnTo>
                  <a:pt x="13376" y="12133"/>
                </a:lnTo>
              </a:path>
              <a:path w="21600" h="21600">
                <a:moveTo>
                  <a:pt x="2644" y="12068"/>
                </a:moveTo>
                <a:lnTo>
                  <a:pt x="2664" y="12068"/>
                </a:lnTo>
                <a:lnTo>
                  <a:pt x="2664" y="12133"/>
                </a:lnTo>
                <a:lnTo>
                  <a:pt x="2644" y="12133"/>
                </a:lnTo>
              </a:path>
              <a:path w="21600" h="21600">
                <a:moveTo>
                  <a:pt x="18246" y="12058"/>
                </a:moveTo>
                <a:lnTo>
                  <a:pt x="18263" y="12058"/>
                </a:lnTo>
                <a:lnTo>
                  <a:pt x="18263" y="12116"/>
                </a:lnTo>
                <a:lnTo>
                  <a:pt x="18246" y="12116"/>
                </a:lnTo>
              </a:path>
              <a:path w="21600" h="21600">
                <a:moveTo>
                  <a:pt x="7513" y="12058"/>
                </a:moveTo>
                <a:lnTo>
                  <a:pt x="7531" y="12058"/>
                </a:lnTo>
                <a:lnTo>
                  <a:pt x="7531" y="12116"/>
                </a:lnTo>
                <a:lnTo>
                  <a:pt x="7513" y="12116"/>
                </a:lnTo>
              </a:path>
              <a:path w="21600" h="21600">
                <a:moveTo>
                  <a:pt x="15092" y="12001"/>
                </a:moveTo>
                <a:lnTo>
                  <a:pt x="15112" y="12001"/>
                </a:lnTo>
                <a:lnTo>
                  <a:pt x="15112" y="12068"/>
                </a:lnTo>
                <a:lnTo>
                  <a:pt x="15092" y="12068"/>
                </a:lnTo>
              </a:path>
              <a:path w="21600" h="21600">
                <a:moveTo>
                  <a:pt x="4360" y="12001"/>
                </a:moveTo>
                <a:lnTo>
                  <a:pt x="4380" y="12001"/>
                </a:lnTo>
                <a:lnTo>
                  <a:pt x="4380" y="12068"/>
                </a:lnTo>
                <a:lnTo>
                  <a:pt x="4360" y="12068"/>
                </a:lnTo>
              </a:path>
              <a:path w="21600" h="21600">
                <a:moveTo>
                  <a:pt x="12583" y="11961"/>
                </a:moveTo>
                <a:lnTo>
                  <a:pt x="12607" y="11961"/>
                </a:lnTo>
                <a:lnTo>
                  <a:pt x="12607" y="12041"/>
                </a:lnTo>
                <a:lnTo>
                  <a:pt x="12583" y="12041"/>
                </a:lnTo>
              </a:path>
              <a:path w="21600" h="21600">
                <a:moveTo>
                  <a:pt x="1850" y="11961"/>
                </a:moveTo>
                <a:lnTo>
                  <a:pt x="1875" y="11961"/>
                </a:lnTo>
                <a:lnTo>
                  <a:pt x="1875" y="12041"/>
                </a:lnTo>
                <a:lnTo>
                  <a:pt x="1850" y="12041"/>
                </a:lnTo>
              </a:path>
              <a:path w="21600" h="21600">
                <a:moveTo>
                  <a:pt x="12089" y="11887"/>
                </a:moveTo>
                <a:lnTo>
                  <a:pt x="12106" y="11887"/>
                </a:lnTo>
                <a:lnTo>
                  <a:pt x="12106" y="11946"/>
                </a:lnTo>
                <a:lnTo>
                  <a:pt x="12089" y="11946"/>
                </a:lnTo>
              </a:path>
              <a:path w="21600" h="21600">
                <a:moveTo>
                  <a:pt x="16317" y="11881"/>
                </a:moveTo>
                <a:lnTo>
                  <a:pt x="16334" y="11881"/>
                </a:lnTo>
                <a:lnTo>
                  <a:pt x="16334" y="11938"/>
                </a:lnTo>
                <a:lnTo>
                  <a:pt x="16317" y="11938"/>
                </a:lnTo>
              </a:path>
              <a:path w="21600" h="21600">
                <a:moveTo>
                  <a:pt x="5585" y="11881"/>
                </a:moveTo>
                <a:lnTo>
                  <a:pt x="5602" y="11881"/>
                </a:lnTo>
                <a:lnTo>
                  <a:pt x="5602" y="11938"/>
                </a:lnTo>
                <a:lnTo>
                  <a:pt x="5585" y="11938"/>
                </a:lnTo>
              </a:path>
              <a:path w="21600" h="21600">
                <a:moveTo>
                  <a:pt x="12583" y="11777"/>
                </a:moveTo>
                <a:lnTo>
                  <a:pt x="12606" y="11777"/>
                </a:lnTo>
                <a:lnTo>
                  <a:pt x="12606" y="11853"/>
                </a:lnTo>
                <a:lnTo>
                  <a:pt x="12583" y="11853"/>
                </a:lnTo>
              </a:path>
              <a:path w="21600" h="21600">
                <a:moveTo>
                  <a:pt x="1851" y="11777"/>
                </a:moveTo>
                <a:lnTo>
                  <a:pt x="1874" y="11777"/>
                </a:lnTo>
                <a:lnTo>
                  <a:pt x="1874" y="11853"/>
                </a:lnTo>
                <a:lnTo>
                  <a:pt x="1851" y="11853"/>
                </a:lnTo>
              </a:path>
              <a:path w="21600" h="21600">
                <a:moveTo>
                  <a:pt x="13377" y="11715"/>
                </a:moveTo>
                <a:lnTo>
                  <a:pt x="13396" y="11715"/>
                </a:lnTo>
                <a:lnTo>
                  <a:pt x="13396" y="11779"/>
                </a:lnTo>
                <a:lnTo>
                  <a:pt x="13377" y="11779"/>
                </a:lnTo>
              </a:path>
              <a:path w="21600" h="21600">
                <a:moveTo>
                  <a:pt x="2644" y="11715"/>
                </a:moveTo>
                <a:lnTo>
                  <a:pt x="2663" y="11715"/>
                </a:lnTo>
                <a:lnTo>
                  <a:pt x="2663" y="11779"/>
                </a:lnTo>
                <a:lnTo>
                  <a:pt x="2644" y="11779"/>
                </a:lnTo>
              </a:path>
              <a:path w="21600" h="21600">
                <a:moveTo>
                  <a:pt x="18246" y="11706"/>
                </a:moveTo>
                <a:lnTo>
                  <a:pt x="18263" y="11706"/>
                </a:lnTo>
                <a:lnTo>
                  <a:pt x="18263" y="11763"/>
                </a:lnTo>
                <a:lnTo>
                  <a:pt x="18246" y="11763"/>
                </a:lnTo>
              </a:path>
              <a:path w="21600" h="21600">
                <a:moveTo>
                  <a:pt x="7514" y="11706"/>
                </a:moveTo>
                <a:lnTo>
                  <a:pt x="7531" y="11706"/>
                </a:lnTo>
                <a:lnTo>
                  <a:pt x="7531" y="11763"/>
                </a:lnTo>
                <a:lnTo>
                  <a:pt x="7514" y="11763"/>
                </a:lnTo>
              </a:path>
              <a:path w="21600" h="21600">
                <a:moveTo>
                  <a:pt x="15093" y="11649"/>
                </a:moveTo>
                <a:lnTo>
                  <a:pt x="15112" y="11649"/>
                </a:lnTo>
                <a:lnTo>
                  <a:pt x="15112" y="11714"/>
                </a:lnTo>
                <a:lnTo>
                  <a:pt x="15093" y="11714"/>
                </a:lnTo>
              </a:path>
              <a:path w="21600" h="21600">
                <a:moveTo>
                  <a:pt x="4360" y="11649"/>
                </a:moveTo>
                <a:lnTo>
                  <a:pt x="4380" y="11649"/>
                </a:lnTo>
                <a:lnTo>
                  <a:pt x="4380" y="11714"/>
                </a:lnTo>
                <a:lnTo>
                  <a:pt x="4360" y="11714"/>
                </a:lnTo>
              </a:path>
              <a:path w="21600" h="21600">
                <a:moveTo>
                  <a:pt x="19958" y="11608"/>
                </a:moveTo>
                <a:lnTo>
                  <a:pt x="19982" y="11608"/>
                </a:lnTo>
                <a:lnTo>
                  <a:pt x="19982" y="11687"/>
                </a:lnTo>
                <a:lnTo>
                  <a:pt x="19958" y="11687"/>
                </a:lnTo>
              </a:path>
              <a:path w="21600" h="21600">
                <a:moveTo>
                  <a:pt x="9226" y="11608"/>
                </a:moveTo>
                <a:lnTo>
                  <a:pt x="9249" y="11608"/>
                </a:lnTo>
                <a:lnTo>
                  <a:pt x="9249" y="11687"/>
                </a:lnTo>
                <a:lnTo>
                  <a:pt x="9226" y="11687"/>
                </a:lnTo>
              </a:path>
              <a:path w="21600" h="21600">
                <a:moveTo>
                  <a:pt x="12584" y="11593"/>
                </a:moveTo>
                <a:lnTo>
                  <a:pt x="12606" y="11593"/>
                </a:lnTo>
                <a:lnTo>
                  <a:pt x="12606" y="11665"/>
                </a:lnTo>
                <a:lnTo>
                  <a:pt x="12584" y="11665"/>
                </a:lnTo>
              </a:path>
              <a:path w="21600" h="21600">
                <a:moveTo>
                  <a:pt x="1852" y="11593"/>
                </a:moveTo>
                <a:lnTo>
                  <a:pt x="1873" y="11593"/>
                </a:lnTo>
                <a:lnTo>
                  <a:pt x="1873" y="11665"/>
                </a:lnTo>
                <a:lnTo>
                  <a:pt x="1852" y="11665"/>
                </a:lnTo>
              </a:path>
              <a:path w="21600" h="21600">
                <a:moveTo>
                  <a:pt x="12089" y="11535"/>
                </a:moveTo>
                <a:lnTo>
                  <a:pt x="12106" y="11535"/>
                </a:lnTo>
                <a:lnTo>
                  <a:pt x="12106" y="11593"/>
                </a:lnTo>
                <a:lnTo>
                  <a:pt x="12089" y="11593"/>
                </a:lnTo>
              </a:path>
              <a:path w="21600" h="21600">
                <a:moveTo>
                  <a:pt x="16317" y="11528"/>
                </a:moveTo>
                <a:lnTo>
                  <a:pt x="16334" y="11528"/>
                </a:lnTo>
                <a:lnTo>
                  <a:pt x="16334" y="11584"/>
                </a:lnTo>
                <a:lnTo>
                  <a:pt x="16317" y="11584"/>
                </a:lnTo>
              </a:path>
              <a:path w="21600" h="21600">
                <a:moveTo>
                  <a:pt x="5585" y="11528"/>
                </a:moveTo>
                <a:lnTo>
                  <a:pt x="5602" y="11528"/>
                </a:lnTo>
                <a:lnTo>
                  <a:pt x="5602" y="11584"/>
                </a:lnTo>
                <a:lnTo>
                  <a:pt x="5585" y="11584"/>
                </a:lnTo>
              </a:path>
              <a:path w="21600" h="21600">
                <a:moveTo>
                  <a:pt x="12584" y="11408"/>
                </a:moveTo>
                <a:lnTo>
                  <a:pt x="12605" y="11408"/>
                </a:lnTo>
                <a:lnTo>
                  <a:pt x="12605" y="11477"/>
                </a:lnTo>
                <a:lnTo>
                  <a:pt x="12584" y="11477"/>
                </a:lnTo>
              </a:path>
              <a:path w="21600" h="21600">
                <a:moveTo>
                  <a:pt x="1852" y="11408"/>
                </a:moveTo>
                <a:lnTo>
                  <a:pt x="1873" y="11408"/>
                </a:lnTo>
                <a:lnTo>
                  <a:pt x="1873" y="11477"/>
                </a:lnTo>
                <a:lnTo>
                  <a:pt x="1852" y="11477"/>
                </a:lnTo>
              </a:path>
              <a:path w="21600" h="21600">
                <a:moveTo>
                  <a:pt x="13377" y="11363"/>
                </a:moveTo>
                <a:lnTo>
                  <a:pt x="13396" y="11363"/>
                </a:lnTo>
                <a:lnTo>
                  <a:pt x="13396" y="11425"/>
                </a:lnTo>
                <a:lnTo>
                  <a:pt x="13377" y="11425"/>
                </a:lnTo>
              </a:path>
              <a:path w="21600" h="21600">
                <a:moveTo>
                  <a:pt x="2644" y="11363"/>
                </a:moveTo>
                <a:lnTo>
                  <a:pt x="2663" y="11363"/>
                </a:lnTo>
                <a:lnTo>
                  <a:pt x="2663" y="11425"/>
                </a:lnTo>
                <a:lnTo>
                  <a:pt x="2644" y="11425"/>
                </a:lnTo>
              </a:path>
              <a:path w="21600" h="21600">
                <a:moveTo>
                  <a:pt x="18247" y="11354"/>
                </a:moveTo>
                <a:lnTo>
                  <a:pt x="18263" y="11354"/>
                </a:lnTo>
                <a:lnTo>
                  <a:pt x="18263" y="11408"/>
                </a:lnTo>
                <a:lnTo>
                  <a:pt x="18247" y="11408"/>
                </a:lnTo>
              </a:path>
              <a:path w="21600" h="21600">
                <a:moveTo>
                  <a:pt x="7514" y="11354"/>
                </a:moveTo>
                <a:lnTo>
                  <a:pt x="7531" y="11354"/>
                </a:lnTo>
                <a:lnTo>
                  <a:pt x="7531" y="11408"/>
                </a:lnTo>
                <a:lnTo>
                  <a:pt x="7514" y="11408"/>
                </a:lnTo>
              </a:path>
              <a:path w="21600" h="21600">
                <a:moveTo>
                  <a:pt x="15093" y="11297"/>
                </a:moveTo>
                <a:lnTo>
                  <a:pt x="15112" y="11297"/>
                </a:lnTo>
                <a:lnTo>
                  <a:pt x="15112" y="11360"/>
                </a:lnTo>
                <a:lnTo>
                  <a:pt x="15093" y="11360"/>
                </a:lnTo>
              </a:path>
              <a:path w="21600" h="21600">
                <a:moveTo>
                  <a:pt x="4360" y="11297"/>
                </a:moveTo>
                <a:lnTo>
                  <a:pt x="4380" y="11297"/>
                </a:lnTo>
                <a:lnTo>
                  <a:pt x="4380" y="11360"/>
                </a:lnTo>
                <a:lnTo>
                  <a:pt x="4360" y="11360"/>
                </a:lnTo>
              </a:path>
              <a:path w="21600" h="21600">
                <a:moveTo>
                  <a:pt x="19959" y="11256"/>
                </a:moveTo>
                <a:lnTo>
                  <a:pt x="19982" y="11256"/>
                </a:lnTo>
                <a:lnTo>
                  <a:pt x="19982" y="11333"/>
                </a:lnTo>
                <a:lnTo>
                  <a:pt x="19959" y="11333"/>
                </a:lnTo>
              </a:path>
              <a:path w="21600" h="21600">
                <a:moveTo>
                  <a:pt x="9226" y="11256"/>
                </a:moveTo>
                <a:lnTo>
                  <a:pt x="9249" y="11256"/>
                </a:lnTo>
                <a:lnTo>
                  <a:pt x="9249" y="11333"/>
                </a:lnTo>
                <a:lnTo>
                  <a:pt x="9226" y="11333"/>
                </a:lnTo>
              </a:path>
              <a:path w="21600" h="21600">
                <a:moveTo>
                  <a:pt x="12585" y="11224"/>
                </a:moveTo>
                <a:lnTo>
                  <a:pt x="12605" y="11224"/>
                </a:lnTo>
                <a:lnTo>
                  <a:pt x="12605" y="11289"/>
                </a:lnTo>
                <a:lnTo>
                  <a:pt x="12585" y="11289"/>
                </a:lnTo>
              </a:path>
              <a:path w="21600" h="21600">
                <a:moveTo>
                  <a:pt x="1853" y="11224"/>
                </a:moveTo>
                <a:lnTo>
                  <a:pt x="1872" y="11224"/>
                </a:lnTo>
                <a:lnTo>
                  <a:pt x="1872" y="11289"/>
                </a:lnTo>
                <a:lnTo>
                  <a:pt x="1853" y="11289"/>
                </a:lnTo>
              </a:path>
              <a:path w="21600" h="21600">
                <a:moveTo>
                  <a:pt x="10732" y="11190"/>
                </a:moveTo>
                <a:lnTo>
                  <a:pt x="10774" y="11190"/>
                </a:lnTo>
                <a:lnTo>
                  <a:pt x="10774" y="11330"/>
                </a:lnTo>
                <a:lnTo>
                  <a:pt x="10732" y="11330"/>
                </a:lnTo>
              </a:path>
              <a:path w="21600" h="21600">
                <a:moveTo>
                  <a:pt x="0" y="11190"/>
                </a:moveTo>
                <a:lnTo>
                  <a:pt x="42" y="11190"/>
                </a:lnTo>
                <a:lnTo>
                  <a:pt x="42" y="11330"/>
                </a:lnTo>
                <a:lnTo>
                  <a:pt x="0" y="11330"/>
                </a:lnTo>
              </a:path>
              <a:path w="21600" h="21600">
                <a:moveTo>
                  <a:pt x="12089" y="11182"/>
                </a:moveTo>
                <a:lnTo>
                  <a:pt x="12106" y="11182"/>
                </a:lnTo>
                <a:lnTo>
                  <a:pt x="12106" y="11239"/>
                </a:lnTo>
                <a:lnTo>
                  <a:pt x="12089" y="11239"/>
                </a:lnTo>
              </a:path>
              <a:path w="21600" h="21600">
                <a:moveTo>
                  <a:pt x="16318" y="11175"/>
                </a:moveTo>
                <a:lnTo>
                  <a:pt x="16334" y="11175"/>
                </a:lnTo>
                <a:lnTo>
                  <a:pt x="16334" y="11230"/>
                </a:lnTo>
                <a:lnTo>
                  <a:pt x="16318" y="11230"/>
                </a:lnTo>
              </a:path>
              <a:path w="21600" h="21600">
                <a:moveTo>
                  <a:pt x="5585" y="11175"/>
                </a:moveTo>
                <a:lnTo>
                  <a:pt x="5602" y="11175"/>
                </a:lnTo>
                <a:lnTo>
                  <a:pt x="5602" y="11230"/>
                </a:lnTo>
                <a:lnTo>
                  <a:pt x="5585" y="11230"/>
                </a:lnTo>
              </a:path>
              <a:path w="21600" h="21600">
                <a:moveTo>
                  <a:pt x="12586" y="11040"/>
                </a:moveTo>
                <a:lnTo>
                  <a:pt x="12604" y="11040"/>
                </a:lnTo>
                <a:lnTo>
                  <a:pt x="12604" y="11101"/>
                </a:lnTo>
                <a:lnTo>
                  <a:pt x="12586" y="11101"/>
                </a:lnTo>
              </a:path>
              <a:path w="21600" h="21600">
                <a:moveTo>
                  <a:pt x="1853" y="11040"/>
                </a:moveTo>
                <a:lnTo>
                  <a:pt x="1872" y="11040"/>
                </a:lnTo>
                <a:lnTo>
                  <a:pt x="1872" y="11101"/>
                </a:lnTo>
                <a:lnTo>
                  <a:pt x="1853" y="11101"/>
                </a:lnTo>
              </a:path>
              <a:path w="21600" h="21600">
                <a:moveTo>
                  <a:pt x="13377" y="11010"/>
                </a:moveTo>
                <a:lnTo>
                  <a:pt x="13395" y="11010"/>
                </a:lnTo>
                <a:lnTo>
                  <a:pt x="13395" y="11071"/>
                </a:lnTo>
                <a:lnTo>
                  <a:pt x="13377" y="11071"/>
                </a:lnTo>
              </a:path>
              <a:path w="21600" h="21600">
                <a:moveTo>
                  <a:pt x="2645" y="11010"/>
                </a:moveTo>
                <a:lnTo>
                  <a:pt x="2663" y="11010"/>
                </a:lnTo>
                <a:lnTo>
                  <a:pt x="2663" y="11071"/>
                </a:lnTo>
                <a:lnTo>
                  <a:pt x="2645" y="11071"/>
                </a:lnTo>
              </a:path>
              <a:path w="21600" h="21600">
                <a:moveTo>
                  <a:pt x="10733" y="11006"/>
                </a:moveTo>
                <a:lnTo>
                  <a:pt x="10773" y="11006"/>
                </a:lnTo>
                <a:lnTo>
                  <a:pt x="10773" y="11142"/>
                </a:lnTo>
                <a:lnTo>
                  <a:pt x="10733" y="11142"/>
                </a:lnTo>
              </a:path>
              <a:path w="21600" h="21600">
                <a:moveTo>
                  <a:pt x="0" y="11006"/>
                </a:moveTo>
                <a:lnTo>
                  <a:pt x="41" y="11006"/>
                </a:lnTo>
                <a:lnTo>
                  <a:pt x="41" y="11142"/>
                </a:lnTo>
                <a:lnTo>
                  <a:pt x="0" y="11142"/>
                </a:lnTo>
              </a:path>
              <a:path w="21600" h="21600">
                <a:moveTo>
                  <a:pt x="18247" y="11001"/>
                </a:moveTo>
                <a:lnTo>
                  <a:pt x="18263" y="11001"/>
                </a:lnTo>
                <a:lnTo>
                  <a:pt x="18263" y="11054"/>
                </a:lnTo>
                <a:lnTo>
                  <a:pt x="18247" y="11054"/>
                </a:lnTo>
              </a:path>
              <a:path w="21600" h="21600">
                <a:moveTo>
                  <a:pt x="7514" y="11001"/>
                </a:moveTo>
                <a:lnTo>
                  <a:pt x="7530" y="11001"/>
                </a:lnTo>
                <a:lnTo>
                  <a:pt x="7530" y="11054"/>
                </a:lnTo>
                <a:lnTo>
                  <a:pt x="7514" y="11054"/>
                </a:lnTo>
              </a:path>
              <a:path w="21600" h="21600">
                <a:moveTo>
                  <a:pt x="15093" y="10944"/>
                </a:moveTo>
                <a:lnTo>
                  <a:pt x="15112" y="10944"/>
                </a:lnTo>
                <a:lnTo>
                  <a:pt x="15112" y="11006"/>
                </a:lnTo>
                <a:lnTo>
                  <a:pt x="15093" y="11006"/>
                </a:lnTo>
              </a:path>
              <a:path w="21600" h="21600">
                <a:moveTo>
                  <a:pt x="4361" y="10944"/>
                </a:moveTo>
                <a:lnTo>
                  <a:pt x="4379" y="10944"/>
                </a:lnTo>
                <a:lnTo>
                  <a:pt x="4379" y="11006"/>
                </a:lnTo>
                <a:lnTo>
                  <a:pt x="4361" y="11006"/>
                </a:lnTo>
              </a:path>
              <a:path w="21600" h="21600">
                <a:moveTo>
                  <a:pt x="11311" y="10926"/>
                </a:moveTo>
                <a:lnTo>
                  <a:pt x="11335" y="10926"/>
                </a:lnTo>
                <a:lnTo>
                  <a:pt x="11335" y="11004"/>
                </a:lnTo>
                <a:lnTo>
                  <a:pt x="11311" y="11004"/>
                </a:lnTo>
              </a:path>
              <a:path w="21600" h="21600">
                <a:moveTo>
                  <a:pt x="19959" y="10903"/>
                </a:moveTo>
                <a:lnTo>
                  <a:pt x="19982" y="10903"/>
                </a:lnTo>
                <a:lnTo>
                  <a:pt x="19982" y="10979"/>
                </a:lnTo>
                <a:lnTo>
                  <a:pt x="19959" y="10979"/>
                </a:lnTo>
              </a:path>
              <a:path w="21600" h="21600">
                <a:moveTo>
                  <a:pt x="9226" y="10903"/>
                </a:moveTo>
                <a:lnTo>
                  <a:pt x="9249" y="10903"/>
                </a:lnTo>
                <a:lnTo>
                  <a:pt x="9249" y="10979"/>
                </a:lnTo>
                <a:lnTo>
                  <a:pt x="9226" y="10979"/>
                </a:lnTo>
              </a:path>
              <a:path w="21600" h="21600">
                <a:moveTo>
                  <a:pt x="12586" y="10856"/>
                </a:moveTo>
                <a:lnTo>
                  <a:pt x="12603" y="10856"/>
                </a:lnTo>
                <a:lnTo>
                  <a:pt x="12603" y="10913"/>
                </a:lnTo>
                <a:lnTo>
                  <a:pt x="12586" y="10913"/>
                </a:lnTo>
              </a:path>
              <a:path w="21600" h="21600">
                <a:moveTo>
                  <a:pt x="1854" y="10856"/>
                </a:moveTo>
                <a:lnTo>
                  <a:pt x="1871" y="10856"/>
                </a:lnTo>
                <a:lnTo>
                  <a:pt x="1871" y="10913"/>
                </a:lnTo>
                <a:lnTo>
                  <a:pt x="1854" y="10913"/>
                </a:lnTo>
              </a:path>
              <a:path w="21600" h="21600">
                <a:moveTo>
                  <a:pt x="12089" y="10830"/>
                </a:moveTo>
                <a:lnTo>
                  <a:pt x="12106" y="10830"/>
                </a:lnTo>
                <a:lnTo>
                  <a:pt x="12106" y="10885"/>
                </a:lnTo>
                <a:lnTo>
                  <a:pt x="12089" y="10885"/>
                </a:lnTo>
              </a:path>
              <a:path w="21600" h="21600">
                <a:moveTo>
                  <a:pt x="16318" y="10823"/>
                </a:moveTo>
                <a:lnTo>
                  <a:pt x="16334" y="10823"/>
                </a:lnTo>
                <a:lnTo>
                  <a:pt x="16334" y="10877"/>
                </a:lnTo>
                <a:lnTo>
                  <a:pt x="16318" y="10877"/>
                </a:lnTo>
              </a:path>
              <a:path w="21600" h="21600">
                <a:moveTo>
                  <a:pt x="5585" y="10823"/>
                </a:moveTo>
                <a:lnTo>
                  <a:pt x="5601" y="10823"/>
                </a:lnTo>
                <a:lnTo>
                  <a:pt x="5601" y="10877"/>
                </a:lnTo>
                <a:lnTo>
                  <a:pt x="5585" y="10877"/>
                </a:lnTo>
              </a:path>
              <a:path w="21600" h="21600">
                <a:moveTo>
                  <a:pt x="10733" y="10822"/>
                </a:moveTo>
                <a:lnTo>
                  <a:pt x="10773" y="10822"/>
                </a:lnTo>
                <a:lnTo>
                  <a:pt x="10773" y="10954"/>
                </a:lnTo>
                <a:lnTo>
                  <a:pt x="10733" y="10954"/>
                </a:lnTo>
              </a:path>
              <a:path w="21600" h="21600">
                <a:moveTo>
                  <a:pt x="1" y="10822"/>
                </a:moveTo>
                <a:lnTo>
                  <a:pt x="40" y="10822"/>
                </a:lnTo>
                <a:lnTo>
                  <a:pt x="40" y="10954"/>
                </a:lnTo>
                <a:lnTo>
                  <a:pt x="1" y="10954"/>
                </a:lnTo>
              </a:path>
              <a:path w="21600" h="21600">
                <a:moveTo>
                  <a:pt x="12587" y="10672"/>
                </a:moveTo>
                <a:lnTo>
                  <a:pt x="12603" y="10672"/>
                </a:lnTo>
                <a:lnTo>
                  <a:pt x="12603" y="10724"/>
                </a:lnTo>
                <a:lnTo>
                  <a:pt x="12587" y="10724"/>
                </a:lnTo>
              </a:path>
              <a:path w="21600" h="21600">
                <a:moveTo>
                  <a:pt x="1854" y="10672"/>
                </a:moveTo>
                <a:lnTo>
                  <a:pt x="1870" y="10672"/>
                </a:lnTo>
                <a:lnTo>
                  <a:pt x="1870" y="10724"/>
                </a:lnTo>
                <a:lnTo>
                  <a:pt x="1854" y="10724"/>
                </a:lnTo>
              </a:path>
              <a:path w="21600" h="21600">
                <a:moveTo>
                  <a:pt x="13377" y="10658"/>
                </a:moveTo>
                <a:lnTo>
                  <a:pt x="13395" y="10658"/>
                </a:lnTo>
                <a:lnTo>
                  <a:pt x="13395" y="10717"/>
                </a:lnTo>
                <a:lnTo>
                  <a:pt x="13377" y="10717"/>
                </a:lnTo>
              </a:path>
              <a:path w="21600" h="21600">
                <a:moveTo>
                  <a:pt x="2645" y="10658"/>
                </a:moveTo>
                <a:lnTo>
                  <a:pt x="2663" y="10658"/>
                </a:lnTo>
                <a:lnTo>
                  <a:pt x="2663" y="10717"/>
                </a:lnTo>
                <a:lnTo>
                  <a:pt x="2645" y="10717"/>
                </a:lnTo>
              </a:path>
              <a:path w="21600" h="21600">
                <a:moveTo>
                  <a:pt x="18247" y="10649"/>
                </a:moveTo>
                <a:lnTo>
                  <a:pt x="18263" y="10649"/>
                </a:lnTo>
                <a:lnTo>
                  <a:pt x="18263" y="10701"/>
                </a:lnTo>
                <a:lnTo>
                  <a:pt x="18247" y="10701"/>
                </a:lnTo>
              </a:path>
              <a:path w="21600" h="21600">
                <a:moveTo>
                  <a:pt x="7514" y="10649"/>
                </a:moveTo>
                <a:lnTo>
                  <a:pt x="7530" y="10649"/>
                </a:lnTo>
                <a:lnTo>
                  <a:pt x="7530" y="10701"/>
                </a:lnTo>
                <a:lnTo>
                  <a:pt x="7514" y="10701"/>
                </a:lnTo>
              </a:path>
              <a:path w="21600" h="21600">
                <a:moveTo>
                  <a:pt x="10734" y="10638"/>
                </a:moveTo>
                <a:lnTo>
                  <a:pt x="10772" y="10638"/>
                </a:lnTo>
                <a:lnTo>
                  <a:pt x="10772" y="10766"/>
                </a:lnTo>
                <a:lnTo>
                  <a:pt x="10734" y="10766"/>
                </a:lnTo>
              </a:path>
              <a:path w="21600" h="21600">
                <a:moveTo>
                  <a:pt x="1" y="10638"/>
                </a:moveTo>
                <a:lnTo>
                  <a:pt x="40" y="10638"/>
                </a:lnTo>
                <a:lnTo>
                  <a:pt x="40" y="10766"/>
                </a:lnTo>
                <a:lnTo>
                  <a:pt x="1" y="10766"/>
                </a:lnTo>
              </a:path>
              <a:path w="21600" h="21600">
                <a:moveTo>
                  <a:pt x="15093" y="10592"/>
                </a:moveTo>
                <a:lnTo>
                  <a:pt x="15112" y="10592"/>
                </a:lnTo>
                <a:lnTo>
                  <a:pt x="15112" y="10652"/>
                </a:lnTo>
                <a:lnTo>
                  <a:pt x="15093" y="10652"/>
                </a:lnTo>
              </a:path>
              <a:path w="21600" h="21600">
                <a:moveTo>
                  <a:pt x="4361" y="10592"/>
                </a:moveTo>
                <a:lnTo>
                  <a:pt x="4379" y="10592"/>
                </a:lnTo>
                <a:lnTo>
                  <a:pt x="4379" y="10652"/>
                </a:lnTo>
                <a:lnTo>
                  <a:pt x="4361" y="10652"/>
                </a:lnTo>
              </a:path>
              <a:path w="21600" h="21600">
                <a:moveTo>
                  <a:pt x="11311" y="10573"/>
                </a:moveTo>
                <a:lnTo>
                  <a:pt x="11334" y="10573"/>
                </a:lnTo>
                <a:lnTo>
                  <a:pt x="11334" y="10650"/>
                </a:lnTo>
                <a:lnTo>
                  <a:pt x="11311" y="10650"/>
                </a:lnTo>
              </a:path>
              <a:path w="21600" h="21600">
                <a:moveTo>
                  <a:pt x="19959" y="10551"/>
                </a:moveTo>
                <a:lnTo>
                  <a:pt x="19981" y="10551"/>
                </a:lnTo>
                <a:lnTo>
                  <a:pt x="19981" y="10625"/>
                </a:lnTo>
                <a:lnTo>
                  <a:pt x="19959" y="10625"/>
                </a:lnTo>
              </a:path>
              <a:path w="21600" h="21600">
                <a:moveTo>
                  <a:pt x="9226" y="10551"/>
                </a:moveTo>
                <a:lnTo>
                  <a:pt x="9249" y="10551"/>
                </a:lnTo>
                <a:lnTo>
                  <a:pt x="9249" y="10625"/>
                </a:lnTo>
                <a:lnTo>
                  <a:pt x="9226" y="10625"/>
                </a:lnTo>
              </a:path>
              <a:path w="21600" h="21600">
                <a:moveTo>
                  <a:pt x="12588" y="10488"/>
                </a:moveTo>
                <a:lnTo>
                  <a:pt x="12602" y="10488"/>
                </a:lnTo>
                <a:lnTo>
                  <a:pt x="12602" y="10536"/>
                </a:lnTo>
                <a:lnTo>
                  <a:pt x="12588" y="10536"/>
                </a:lnTo>
              </a:path>
              <a:path w="21600" h="21600">
                <a:moveTo>
                  <a:pt x="1855" y="10488"/>
                </a:moveTo>
                <a:lnTo>
                  <a:pt x="1870" y="10488"/>
                </a:lnTo>
                <a:lnTo>
                  <a:pt x="1870" y="10536"/>
                </a:lnTo>
                <a:lnTo>
                  <a:pt x="1855" y="10536"/>
                </a:lnTo>
              </a:path>
              <a:path w="21600" h="21600">
                <a:moveTo>
                  <a:pt x="12089" y="10477"/>
                </a:moveTo>
                <a:lnTo>
                  <a:pt x="12106" y="10477"/>
                </a:lnTo>
                <a:lnTo>
                  <a:pt x="12106" y="10531"/>
                </a:lnTo>
                <a:lnTo>
                  <a:pt x="12089" y="10531"/>
                </a:lnTo>
              </a:path>
              <a:path w="21600" h="21600">
                <a:moveTo>
                  <a:pt x="16318" y="10471"/>
                </a:moveTo>
                <a:lnTo>
                  <a:pt x="16334" y="10471"/>
                </a:lnTo>
                <a:lnTo>
                  <a:pt x="16334" y="10523"/>
                </a:lnTo>
                <a:lnTo>
                  <a:pt x="16318" y="10523"/>
                </a:lnTo>
              </a:path>
              <a:path w="21600" h="21600">
                <a:moveTo>
                  <a:pt x="5586" y="10471"/>
                </a:moveTo>
                <a:lnTo>
                  <a:pt x="5601" y="10471"/>
                </a:lnTo>
                <a:lnTo>
                  <a:pt x="5601" y="10523"/>
                </a:lnTo>
                <a:lnTo>
                  <a:pt x="5586" y="10523"/>
                </a:lnTo>
              </a:path>
              <a:path w="21600" h="21600">
                <a:moveTo>
                  <a:pt x="10734" y="10454"/>
                </a:moveTo>
                <a:lnTo>
                  <a:pt x="10772" y="10454"/>
                </a:lnTo>
                <a:lnTo>
                  <a:pt x="10772" y="10578"/>
                </a:lnTo>
                <a:lnTo>
                  <a:pt x="10734" y="10578"/>
                </a:lnTo>
              </a:path>
              <a:path w="21600" h="21600">
                <a:moveTo>
                  <a:pt x="2" y="10454"/>
                </a:moveTo>
                <a:lnTo>
                  <a:pt x="39" y="10454"/>
                </a:lnTo>
                <a:lnTo>
                  <a:pt x="39" y="10578"/>
                </a:lnTo>
                <a:lnTo>
                  <a:pt x="2" y="10578"/>
                </a:lnTo>
              </a:path>
              <a:path w="21600" h="21600">
                <a:moveTo>
                  <a:pt x="13377" y="10305"/>
                </a:moveTo>
                <a:lnTo>
                  <a:pt x="13395" y="10305"/>
                </a:lnTo>
                <a:lnTo>
                  <a:pt x="13395" y="10363"/>
                </a:lnTo>
                <a:lnTo>
                  <a:pt x="13377" y="10363"/>
                </a:lnTo>
              </a:path>
              <a:path w="21600" h="21600">
                <a:moveTo>
                  <a:pt x="2645" y="10305"/>
                </a:moveTo>
                <a:lnTo>
                  <a:pt x="2662" y="10305"/>
                </a:lnTo>
                <a:lnTo>
                  <a:pt x="2662" y="10363"/>
                </a:lnTo>
                <a:lnTo>
                  <a:pt x="2645" y="10363"/>
                </a:lnTo>
              </a:path>
              <a:path w="21600" h="21600">
                <a:moveTo>
                  <a:pt x="12588" y="10303"/>
                </a:moveTo>
                <a:lnTo>
                  <a:pt x="12602" y="10303"/>
                </a:lnTo>
                <a:lnTo>
                  <a:pt x="12602" y="10348"/>
                </a:lnTo>
                <a:lnTo>
                  <a:pt x="12588" y="10348"/>
                </a:lnTo>
              </a:path>
              <a:path w="21600" h="21600">
                <a:moveTo>
                  <a:pt x="1856" y="10303"/>
                </a:moveTo>
                <a:lnTo>
                  <a:pt x="1869" y="10303"/>
                </a:lnTo>
                <a:lnTo>
                  <a:pt x="1869" y="10348"/>
                </a:lnTo>
                <a:lnTo>
                  <a:pt x="1856" y="10348"/>
                </a:lnTo>
              </a:path>
              <a:path w="21600" h="21600">
                <a:moveTo>
                  <a:pt x="18247" y="10296"/>
                </a:moveTo>
                <a:lnTo>
                  <a:pt x="18262" y="10296"/>
                </a:lnTo>
                <a:lnTo>
                  <a:pt x="18262" y="10347"/>
                </a:lnTo>
                <a:lnTo>
                  <a:pt x="18247" y="10347"/>
                </a:lnTo>
              </a:path>
              <a:path w="21600" h="21600">
                <a:moveTo>
                  <a:pt x="7515" y="10296"/>
                </a:moveTo>
                <a:lnTo>
                  <a:pt x="7530" y="10296"/>
                </a:lnTo>
                <a:lnTo>
                  <a:pt x="7530" y="10347"/>
                </a:lnTo>
                <a:lnTo>
                  <a:pt x="7515" y="10347"/>
                </a:lnTo>
              </a:path>
              <a:path w="21600" h="21600">
                <a:moveTo>
                  <a:pt x="10735" y="10269"/>
                </a:moveTo>
                <a:lnTo>
                  <a:pt x="10771" y="10269"/>
                </a:lnTo>
                <a:lnTo>
                  <a:pt x="10771" y="10389"/>
                </a:lnTo>
                <a:lnTo>
                  <a:pt x="10735" y="10389"/>
                </a:lnTo>
              </a:path>
              <a:path w="21600" h="21600">
                <a:moveTo>
                  <a:pt x="2" y="10269"/>
                </a:moveTo>
                <a:lnTo>
                  <a:pt x="39" y="10269"/>
                </a:lnTo>
                <a:lnTo>
                  <a:pt x="39" y="10389"/>
                </a:lnTo>
                <a:lnTo>
                  <a:pt x="2" y="10389"/>
                </a:lnTo>
              </a:path>
              <a:path w="21600" h="21600">
                <a:moveTo>
                  <a:pt x="15093" y="10239"/>
                </a:moveTo>
                <a:lnTo>
                  <a:pt x="15111" y="10239"/>
                </a:lnTo>
                <a:lnTo>
                  <a:pt x="15111" y="10298"/>
                </a:lnTo>
                <a:lnTo>
                  <a:pt x="15093" y="10298"/>
                </a:lnTo>
              </a:path>
              <a:path w="21600" h="21600">
                <a:moveTo>
                  <a:pt x="4361" y="10239"/>
                </a:moveTo>
                <a:lnTo>
                  <a:pt x="4379" y="10239"/>
                </a:lnTo>
                <a:lnTo>
                  <a:pt x="4379" y="10298"/>
                </a:lnTo>
                <a:lnTo>
                  <a:pt x="4361" y="10298"/>
                </a:lnTo>
              </a:path>
              <a:path w="21600" h="21600">
                <a:moveTo>
                  <a:pt x="11311" y="10221"/>
                </a:moveTo>
                <a:lnTo>
                  <a:pt x="11334" y="10221"/>
                </a:lnTo>
                <a:lnTo>
                  <a:pt x="11334" y="10297"/>
                </a:lnTo>
                <a:lnTo>
                  <a:pt x="11311" y="10297"/>
                </a:lnTo>
              </a:path>
              <a:path w="21600" h="21600">
                <a:moveTo>
                  <a:pt x="19959" y="10198"/>
                </a:moveTo>
                <a:lnTo>
                  <a:pt x="19981" y="10198"/>
                </a:lnTo>
                <a:lnTo>
                  <a:pt x="19981" y="10271"/>
                </a:lnTo>
                <a:lnTo>
                  <a:pt x="19959" y="10271"/>
                </a:lnTo>
              </a:path>
              <a:path w="21600" h="21600">
                <a:moveTo>
                  <a:pt x="9227" y="10198"/>
                </a:moveTo>
                <a:lnTo>
                  <a:pt x="9249" y="10198"/>
                </a:lnTo>
                <a:lnTo>
                  <a:pt x="9249" y="10271"/>
                </a:lnTo>
                <a:lnTo>
                  <a:pt x="9227" y="10271"/>
                </a:lnTo>
              </a:path>
              <a:path w="21600" h="21600">
                <a:moveTo>
                  <a:pt x="12090" y="10125"/>
                </a:moveTo>
                <a:lnTo>
                  <a:pt x="12105" y="10125"/>
                </a:lnTo>
                <a:lnTo>
                  <a:pt x="12105" y="10177"/>
                </a:lnTo>
                <a:lnTo>
                  <a:pt x="12090" y="10177"/>
                </a:lnTo>
              </a:path>
              <a:path w="21600" h="21600">
                <a:moveTo>
                  <a:pt x="12589" y="10119"/>
                </a:moveTo>
                <a:lnTo>
                  <a:pt x="12601" y="10119"/>
                </a:lnTo>
                <a:lnTo>
                  <a:pt x="12601" y="10160"/>
                </a:lnTo>
                <a:lnTo>
                  <a:pt x="12589" y="10160"/>
                </a:lnTo>
              </a:path>
              <a:path w="21600" h="21600">
                <a:moveTo>
                  <a:pt x="1856" y="10119"/>
                </a:moveTo>
                <a:lnTo>
                  <a:pt x="1869" y="10119"/>
                </a:lnTo>
                <a:lnTo>
                  <a:pt x="1869" y="10160"/>
                </a:lnTo>
                <a:lnTo>
                  <a:pt x="1856" y="10160"/>
                </a:lnTo>
              </a:path>
              <a:path w="21600" h="21600">
                <a:moveTo>
                  <a:pt x="16318" y="10118"/>
                </a:moveTo>
                <a:lnTo>
                  <a:pt x="16333" y="10118"/>
                </a:lnTo>
                <a:lnTo>
                  <a:pt x="16333" y="10169"/>
                </a:lnTo>
                <a:lnTo>
                  <a:pt x="16318" y="10169"/>
                </a:lnTo>
              </a:path>
              <a:path w="21600" h="21600">
                <a:moveTo>
                  <a:pt x="5586" y="10118"/>
                </a:moveTo>
                <a:lnTo>
                  <a:pt x="5601" y="10118"/>
                </a:lnTo>
                <a:lnTo>
                  <a:pt x="5601" y="10169"/>
                </a:lnTo>
                <a:lnTo>
                  <a:pt x="5586" y="10169"/>
                </a:lnTo>
              </a:path>
              <a:path w="21600" h="21600">
                <a:moveTo>
                  <a:pt x="10735" y="10085"/>
                </a:moveTo>
                <a:lnTo>
                  <a:pt x="10770" y="10085"/>
                </a:lnTo>
                <a:lnTo>
                  <a:pt x="10770" y="10201"/>
                </a:lnTo>
                <a:lnTo>
                  <a:pt x="10735" y="10201"/>
                </a:lnTo>
              </a:path>
              <a:path w="21600" h="21600">
                <a:moveTo>
                  <a:pt x="3" y="10085"/>
                </a:moveTo>
                <a:lnTo>
                  <a:pt x="38" y="10085"/>
                </a:lnTo>
                <a:lnTo>
                  <a:pt x="38" y="10201"/>
                </a:lnTo>
                <a:lnTo>
                  <a:pt x="3" y="10201"/>
                </a:lnTo>
              </a:path>
              <a:path w="21600" h="21600">
                <a:moveTo>
                  <a:pt x="13378" y="9953"/>
                </a:moveTo>
                <a:lnTo>
                  <a:pt x="13395" y="9953"/>
                </a:lnTo>
                <a:lnTo>
                  <a:pt x="13395" y="10009"/>
                </a:lnTo>
                <a:lnTo>
                  <a:pt x="13378" y="10009"/>
                </a:lnTo>
              </a:path>
              <a:path w="21600" h="21600">
                <a:moveTo>
                  <a:pt x="2645" y="9953"/>
                </a:moveTo>
                <a:lnTo>
                  <a:pt x="2662" y="9953"/>
                </a:lnTo>
                <a:lnTo>
                  <a:pt x="2662" y="10009"/>
                </a:lnTo>
                <a:lnTo>
                  <a:pt x="2645" y="10009"/>
                </a:lnTo>
              </a:path>
              <a:path w="21600" h="21600">
                <a:moveTo>
                  <a:pt x="18247" y="9944"/>
                </a:moveTo>
                <a:lnTo>
                  <a:pt x="18262" y="9944"/>
                </a:lnTo>
                <a:lnTo>
                  <a:pt x="18262" y="9993"/>
                </a:lnTo>
                <a:lnTo>
                  <a:pt x="18247" y="9993"/>
                </a:lnTo>
              </a:path>
              <a:path w="21600" h="21600">
                <a:moveTo>
                  <a:pt x="7515" y="9944"/>
                </a:moveTo>
                <a:lnTo>
                  <a:pt x="7530" y="9944"/>
                </a:lnTo>
                <a:lnTo>
                  <a:pt x="7530" y="9993"/>
                </a:lnTo>
                <a:lnTo>
                  <a:pt x="7515" y="9993"/>
                </a:lnTo>
              </a:path>
              <a:path w="21600" h="21600">
                <a:moveTo>
                  <a:pt x="12589" y="9935"/>
                </a:moveTo>
                <a:lnTo>
                  <a:pt x="12600" y="9935"/>
                </a:lnTo>
                <a:lnTo>
                  <a:pt x="12600" y="9972"/>
                </a:lnTo>
                <a:lnTo>
                  <a:pt x="12589" y="9972"/>
                </a:lnTo>
              </a:path>
              <a:path w="21600" h="21600">
                <a:moveTo>
                  <a:pt x="1857" y="9935"/>
                </a:moveTo>
                <a:lnTo>
                  <a:pt x="1868" y="9935"/>
                </a:lnTo>
                <a:lnTo>
                  <a:pt x="1868" y="9972"/>
                </a:lnTo>
                <a:lnTo>
                  <a:pt x="1857" y="9972"/>
                </a:lnTo>
              </a:path>
              <a:path w="21600" h="21600">
                <a:moveTo>
                  <a:pt x="10736" y="9901"/>
                </a:moveTo>
                <a:lnTo>
                  <a:pt x="10770" y="9901"/>
                </a:lnTo>
                <a:lnTo>
                  <a:pt x="10770" y="10013"/>
                </a:lnTo>
                <a:lnTo>
                  <a:pt x="10736" y="10013"/>
                </a:lnTo>
              </a:path>
              <a:path w="21600" h="21600">
                <a:moveTo>
                  <a:pt x="4" y="9901"/>
                </a:moveTo>
                <a:lnTo>
                  <a:pt x="37" y="9901"/>
                </a:lnTo>
                <a:lnTo>
                  <a:pt x="37" y="10013"/>
                </a:lnTo>
                <a:lnTo>
                  <a:pt x="4" y="10013"/>
                </a:lnTo>
              </a:path>
              <a:path w="21600" h="21600">
                <a:moveTo>
                  <a:pt x="15094" y="9887"/>
                </a:moveTo>
                <a:lnTo>
                  <a:pt x="15111" y="9887"/>
                </a:lnTo>
                <a:lnTo>
                  <a:pt x="15111" y="9945"/>
                </a:lnTo>
                <a:lnTo>
                  <a:pt x="15094" y="9945"/>
                </a:lnTo>
              </a:path>
              <a:path w="21600" h="21600">
                <a:moveTo>
                  <a:pt x="4361" y="9887"/>
                </a:moveTo>
                <a:lnTo>
                  <a:pt x="4379" y="9887"/>
                </a:lnTo>
                <a:lnTo>
                  <a:pt x="4379" y="9945"/>
                </a:lnTo>
                <a:lnTo>
                  <a:pt x="4361" y="9945"/>
                </a:lnTo>
              </a:path>
              <a:path w="21600" h="21600">
                <a:moveTo>
                  <a:pt x="11312" y="9868"/>
                </a:moveTo>
                <a:lnTo>
                  <a:pt x="11334" y="9868"/>
                </a:lnTo>
                <a:lnTo>
                  <a:pt x="11334" y="9943"/>
                </a:lnTo>
                <a:lnTo>
                  <a:pt x="11312" y="9943"/>
                </a:lnTo>
              </a:path>
              <a:path w="21600" h="21600">
                <a:moveTo>
                  <a:pt x="19959" y="9846"/>
                </a:moveTo>
                <a:lnTo>
                  <a:pt x="19981" y="9846"/>
                </a:lnTo>
                <a:lnTo>
                  <a:pt x="19981" y="9917"/>
                </a:lnTo>
                <a:lnTo>
                  <a:pt x="19959" y="9917"/>
                </a:lnTo>
              </a:path>
              <a:path w="21600" h="21600">
                <a:moveTo>
                  <a:pt x="9227" y="9846"/>
                </a:moveTo>
                <a:lnTo>
                  <a:pt x="9248" y="9846"/>
                </a:lnTo>
                <a:lnTo>
                  <a:pt x="9248" y="9917"/>
                </a:lnTo>
                <a:lnTo>
                  <a:pt x="9227" y="9917"/>
                </a:lnTo>
              </a:path>
              <a:path w="21600" h="21600">
                <a:moveTo>
                  <a:pt x="12090" y="9772"/>
                </a:moveTo>
                <a:lnTo>
                  <a:pt x="12105" y="9772"/>
                </a:lnTo>
                <a:lnTo>
                  <a:pt x="12105" y="9823"/>
                </a:lnTo>
                <a:lnTo>
                  <a:pt x="12090" y="9823"/>
                </a:lnTo>
              </a:path>
              <a:path w="21600" h="21600">
                <a:moveTo>
                  <a:pt x="16318" y="9766"/>
                </a:moveTo>
                <a:lnTo>
                  <a:pt x="16333" y="9766"/>
                </a:lnTo>
                <a:lnTo>
                  <a:pt x="16333" y="9815"/>
                </a:lnTo>
                <a:lnTo>
                  <a:pt x="16318" y="9815"/>
                </a:lnTo>
              </a:path>
              <a:path w="21600" h="21600">
                <a:moveTo>
                  <a:pt x="5586" y="9766"/>
                </a:moveTo>
                <a:lnTo>
                  <a:pt x="5601" y="9766"/>
                </a:lnTo>
                <a:lnTo>
                  <a:pt x="5601" y="9815"/>
                </a:lnTo>
                <a:lnTo>
                  <a:pt x="5586" y="9815"/>
                </a:lnTo>
              </a:path>
              <a:path w="21600" h="21600">
                <a:moveTo>
                  <a:pt x="12590" y="9751"/>
                </a:moveTo>
                <a:lnTo>
                  <a:pt x="12600" y="9751"/>
                </a:lnTo>
                <a:lnTo>
                  <a:pt x="12600" y="9784"/>
                </a:lnTo>
                <a:lnTo>
                  <a:pt x="12590" y="9784"/>
                </a:lnTo>
              </a:path>
              <a:path w="21600" h="21600">
                <a:moveTo>
                  <a:pt x="1857" y="9751"/>
                </a:moveTo>
                <a:lnTo>
                  <a:pt x="1867" y="9751"/>
                </a:lnTo>
                <a:lnTo>
                  <a:pt x="1867" y="9784"/>
                </a:lnTo>
                <a:lnTo>
                  <a:pt x="1857" y="9784"/>
                </a:lnTo>
              </a:path>
              <a:path w="21600" h="21600">
                <a:moveTo>
                  <a:pt x="10737" y="9717"/>
                </a:moveTo>
                <a:lnTo>
                  <a:pt x="10769" y="9717"/>
                </a:lnTo>
                <a:lnTo>
                  <a:pt x="10769" y="9825"/>
                </a:lnTo>
                <a:lnTo>
                  <a:pt x="10737" y="9825"/>
                </a:lnTo>
              </a:path>
              <a:path w="21600" h="21600">
                <a:moveTo>
                  <a:pt x="4" y="9717"/>
                </a:moveTo>
                <a:lnTo>
                  <a:pt x="37" y="9717"/>
                </a:lnTo>
                <a:lnTo>
                  <a:pt x="37" y="9825"/>
                </a:lnTo>
                <a:lnTo>
                  <a:pt x="4" y="9825"/>
                </a:lnTo>
              </a:path>
              <a:path w="21600" h="21600">
                <a:moveTo>
                  <a:pt x="13378" y="9600"/>
                </a:moveTo>
                <a:lnTo>
                  <a:pt x="13394" y="9600"/>
                </a:lnTo>
                <a:lnTo>
                  <a:pt x="13394" y="9655"/>
                </a:lnTo>
                <a:lnTo>
                  <a:pt x="13378" y="9655"/>
                </a:lnTo>
              </a:path>
              <a:path w="21600" h="21600">
                <a:moveTo>
                  <a:pt x="2645" y="9600"/>
                </a:moveTo>
                <a:lnTo>
                  <a:pt x="2662" y="9600"/>
                </a:lnTo>
                <a:lnTo>
                  <a:pt x="2662" y="9655"/>
                </a:lnTo>
                <a:lnTo>
                  <a:pt x="2645" y="9655"/>
                </a:lnTo>
              </a:path>
              <a:path w="21600" h="21600">
                <a:moveTo>
                  <a:pt x="18248" y="9591"/>
                </a:moveTo>
                <a:lnTo>
                  <a:pt x="18262" y="9591"/>
                </a:lnTo>
                <a:lnTo>
                  <a:pt x="18262" y="9639"/>
                </a:lnTo>
                <a:lnTo>
                  <a:pt x="18248" y="9639"/>
                </a:lnTo>
              </a:path>
              <a:path w="21600" h="21600">
                <a:moveTo>
                  <a:pt x="7515" y="9591"/>
                </a:moveTo>
                <a:lnTo>
                  <a:pt x="7529" y="9591"/>
                </a:lnTo>
                <a:lnTo>
                  <a:pt x="7529" y="9639"/>
                </a:lnTo>
                <a:lnTo>
                  <a:pt x="7515" y="9639"/>
                </a:lnTo>
              </a:path>
              <a:path w="21600" h="21600">
                <a:moveTo>
                  <a:pt x="1858" y="9567"/>
                </a:moveTo>
                <a:lnTo>
                  <a:pt x="1867" y="9567"/>
                </a:lnTo>
                <a:lnTo>
                  <a:pt x="1867" y="9596"/>
                </a:lnTo>
                <a:lnTo>
                  <a:pt x="1858" y="9596"/>
                </a:lnTo>
              </a:path>
              <a:path w="21600" h="21600">
                <a:moveTo>
                  <a:pt x="12590" y="9567"/>
                </a:moveTo>
                <a:lnTo>
                  <a:pt x="12599" y="9567"/>
                </a:lnTo>
                <a:lnTo>
                  <a:pt x="12599" y="9596"/>
                </a:lnTo>
                <a:lnTo>
                  <a:pt x="12590" y="9596"/>
                </a:lnTo>
              </a:path>
              <a:path w="21600" h="21600">
                <a:moveTo>
                  <a:pt x="15094" y="9534"/>
                </a:moveTo>
                <a:lnTo>
                  <a:pt x="15111" y="9534"/>
                </a:lnTo>
                <a:lnTo>
                  <a:pt x="15111" y="9591"/>
                </a:lnTo>
                <a:lnTo>
                  <a:pt x="15094" y="9591"/>
                </a:lnTo>
              </a:path>
              <a:path w="21600" h="21600">
                <a:moveTo>
                  <a:pt x="4361" y="9534"/>
                </a:moveTo>
                <a:lnTo>
                  <a:pt x="4379" y="9534"/>
                </a:lnTo>
                <a:lnTo>
                  <a:pt x="4379" y="9591"/>
                </a:lnTo>
                <a:lnTo>
                  <a:pt x="4361" y="9591"/>
                </a:lnTo>
              </a:path>
              <a:path w="21600" h="21600">
                <a:moveTo>
                  <a:pt x="10737" y="9533"/>
                </a:moveTo>
                <a:lnTo>
                  <a:pt x="10769" y="9533"/>
                </a:lnTo>
                <a:lnTo>
                  <a:pt x="10769" y="9637"/>
                </a:lnTo>
                <a:lnTo>
                  <a:pt x="10737" y="9637"/>
                </a:lnTo>
              </a:path>
              <a:path w="21600" h="21600">
                <a:moveTo>
                  <a:pt x="5" y="9533"/>
                </a:moveTo>
                <a:lnTo>
                  <a:pt x="36" y="9533"/>
                </a:lnTo>
                <a:lnTo>
                  <a:pt x="36" y="9637"/>
                </a:lnTo>
                <a:lnTo>
                  <a:pt x="5" y="9637"/>
                </a:lnTo>
              </a:path>
              <a:path w="21600" h="21600">
                <a:moveTo>
                  <a:pt x="11312" y="9516"/>
                </a:moveTo>
                <a:lnTo>
                  <a:pt x="11334" y="9516"/>
                </a:lnTo>
                <a:lnTo>
                  <a:pt x="11334" y="9589"/>
                </a:lnTo>
                <a:lnTo>
                  <a:pt x="11312" y="9589"/>
                </a:lnTo>
              </a:path>
              <a:path w="21600" h="21600">
                <a:moveTo>
                  <a:pt x="19960" y="9494"/>
                </a:moveTo>
                <a:lnTo>
                  <a:pt x="19981" y="9494"/>
                </a:lnTo>
                <a:lnTo>
                  <a:pt x="19981" y="9563"/>
                </a:lnTo>
                <a:lnTo>
                  <a:pt x="19960" y="9563"/>
                </a:lnTo>
              </a:path>
              <a:path w="21600" h="21600">
                <a:moveTo>
                  <a:pt x="9227" y="9494"/>
                </a:moveTo>
                <a:lnTo>
                  <a:pt x="9248" y="9494"/>
                </a:lnTo>
                <a:lnTo>
                  <a:pt x="9248" y="9563"/>
                </a:lnTo>
                <a:lnTo>
                  <a:pt x="9227" y="9563"/>
                </a:lnTo>
              </a:path>
              <a:path w="21600" h="21600">
                <a:moveTo>
                  <a:pt x="12090" y="9420"/>
                </a:moveTo>
                <a:lnTo>
                  <a:pt x="12105" y="9420"/>
                </a:lnTo>
                <a:lnTo>
                  <a:pt x="12105" y="9469"/>
                </a:lnTo>
                <a:lnTo>
                  <a:pt x="12090" y="9469"/>
                </a:lnTo>
              </a:path>
              <a:path w="21600" h="21600">
                <a:moveTo>
                  <a:pt x="5586" y="9413"/>
                </a:moveTo>
                <a:lnTo>
                  <a:pt x="5601" y="9413"/>
                </a:lnTo>
                <a:lnTo>
                  <a:pt x="5601" y="9461"/>
                </a:lnTo>
                <a:lnTo>
                  <a:pt x="5586" y="9461"/>
                </a:lnTo>
              </a:path>
              <a:path w="21600" h="21600">
                <a:moveTo>
                  <a:pt x="16319" y="9413"/>
                </a:moveTo>
                <a:lnTo>
                  <a:pt x="16333" y="9413"/>
                </a:lnTo>
                <a:lnTo>
                  <a:pt x="16333" y="9461"/>
                </a:lnTo>
                <a:lnTo>
                  <a:pt x="16319" y="9461"/>
                </a:lnTo>
              </a:path>
              <a:path w="21600" h="21600">
                <a:moveTo>
                  <a:pt x="1859" y="9383"/>
                </a:moveTo>
                <a:lnTo>
                  <a:pt x="1866" y="9383"/>
                </a:lnTo>
                <a:lnTo>
                  <a:pt x="1866" y="9408"/>
                </a:lnTo>
                <a:lnTo>
                  <a:pt x="1859" y="9408"/>
                </a:lnTo>
              </a:path>
              <a:path w="21600" h="21600">
                <a:moveTo>
                  <a:pt x="12591" y="9383"/>
                </a:moveTo>
                <a:lnTo>
                  <a:pt x="12599" y="9383"/>
                </a:lnTo>
                <a:lnTo>
                  <a:pt x="12599" y="9408"/>
                </a:lnTo>
                <a:lnTo>
                  <a:pt x="12591" y="9408"/>
                </a:lnTo>
              </a:path>
              <a:path w="21600" h="21600">
                <a:moveTo>
                  <a:pt x="10738" y="9349"/>
                </a:moveTo>
                <a:lnTo>
                  <a:pt x="10768" y="9349"/>
                </a:lnTo>
                <a:lnTo>
                  <a:pt x="10768" y="9449"/>
                </a:lnTo>
                <a:lnTo>
                  <a:pt x="10738" y="9449"/>
                </a:lnTo>
              </a:path>
              <a:path w="21600" h="21600">
                <a:moveTo>
                  <a:pt x="5" y="9349"/>
                </a:moveTo>
                <a:lnTo>
                  <a:pt x="36" y="9349"/>
                </a:lnTo>
                <a:lnTo>
                  <a:pt x="36" y="9449"/>
                </a:lnTo>
                <a:lnTo>
                  <a:pt x="5" y="9449"/>
                </a:lnTo>
              </a:path>
              <a:path w="21600" h="21600">
                <a:moveTo>
                  <a:pt x="2646" y="9248"/>
                </a:moveTo>
                <a:lnTo>
                  <a:pt x="2662" y="9248"/>
                </a:lnTo>
                <a:lnTo>
                  <a:pt x="2662" y="9302"/>
                </a:lnTo>
                <a:lnTo>
                  <a:pt x="2646" y="9302"/>
                </a:lnTo>
              </a:path>
              <a:path w="21600" h="21600">
                <a:moveTo>
                  <a:pt x="13378" y="9248"/>
                </a:moveTo>
                <a:lnTo>
                  <a:pt x="13394" y="9248"/>
                </a:lnTo>
                <a:lnTo>
                  <a:pt x="13394" y="9302"/>
                </a:lnTo>
                <a:lnTo>
                  <a:pt x="13378" y="9302"/>
                </a:lnTo>
              </a:path>
              <a:path w="21600" h="21600">
                <a:moveTo>
                  <a:pt x="7515" y="9239"/>
                </a:moveTo>
                <a:lnTo>
                  <a:pt x="7529" y="9239"/>
                </a:lnTo>
                <a:lnTo>
                  <a:pt x="7529" y="9285"/>
                </a:lnTo>
                <a:lnTo>
                  <a:pt x="7515" y="9285"/>
                </a:lnTo>
              </a:path>
              <a:path w="21600" h="21600">
                <a:moveTo>
                  <a:pt x="18248" y="9239"/>
                </a:moveTo>
                <a:lnTo>
                  <a:pt x="18262" y="9239"/>
                </a:lnTo>
                <a:lnTo>
                  <a:pt x="18262" y="9285"/>
                </a:lnTo>
                <a:lnTo>
                  <a:pt x="18248" y="9285"/>
                </a:lnTo>
              </a:path>
              <a:path w="21600" h="21600">
                <a:moveTo>
                  <a:pt x="1859" y="9199"/>
                </a:moveTo>
                <a:lnTo>
                  <a:pt x="1866" y="9199"/>
                </a:lnTo>
                <a:lnTo>
                  <a:pt x="1866" y="9220"/>
                </a:lnTo>
                <a:lnTo>
                  <a:pt x="1859" y="9220"/>
                </a:lnTo>
              </a:path>
              <a:path w="21600" h="21600">
                <a:moveTo>
                  <a:pt x="12592" y="9199"/>
                </a:moveTo>
                <a:lnTo>
                  <a:pt x="12598" y="9199"/>
                </a:lnTo>
                <a:lnTo>
                  <a:pt x="12598" y="9220"/>
                </a:lnTo>
                <a:lnTo>
                  <a:pt x="12592" y="9220"/>
                </a:lnTo>
              </a:path>
              <a:path w="21600" h="21600">
                <a:moveTo>
                  <a:pt x="4362" y="9182"/>
                </a:moveTo>
                <a:lnTo>
                  <a:pt x="4378" y="9182"/>
                </a:lnTo>
                <a:lnTo>
                  <a:pt x="4378" y="9237"/>
                </a:lnTo>
                <a:lnTo>
                  <a:pt x="4362" y="9237"/>
                </a:lnTo>
              </a:path>
              <a:path w="21600" h="21600">
                <a:moveTo>
                  <a:pt x="15094" y="9182"/>
                </a:moveTo>
                <a:lnTo>
                  <a:pt x="15111" y="9182"/>
                </a:lnTo>
                <a:lnTo>
                  <a:pt x="15111" y="9237"/>
                </a:lnTo>
                <a:lnTo>
                  <a:pt x="15094" y="9237"/>
                </a:lnTo>
              </a:path>
              <a:path w="21600" h="21600">
                <a:moveTo>
                  <a:pt x="10738" y="9165"/>
                </a:moveTo>
                <a:lnTo>
                  <a:pt x="10767" y="9165"/>
                </a:lnTo>
                <a:lnTo>
                  <a:pt x="10767" y="9261"/>
                </a:lnTo>
                <a:lnTo>
                  <a:pt x="10738" y="9261"/>
                </a:lnTo>
              </a:path>
              <a:path w="21600" h="21600">
                <a:moveTo>
                  <a:pt x="6" y="9165"/>
                </a:moveTo>
                <a:lnTo>
                  <a:pt x="35" y="9165"/>
                </a:lnTo>
                <a:lnTo>
                  <a:pt x="35" y="9261"/>
                </a:lnTo>
                <a:lnTo>
                  <a:pt x="6" y="9261"/>
                </a:lnTo>
              </a:path>
              <a:path w="21600" h="21600">
                <a:moveTo>
                  <a:pt x="11312" y="9163"/>
                </a:moveTo>
                <a:lnTo>
                  <a:pt x="11333" y="9163"/>
                </a:lnTo>
                <a:lnTo>
                  <a:pt x="11333" y="9235"/>
                </a:lnTo>
                <a:lnTo>
                  <a:pt x="11312" y="9235"/>
                </a:lnTo>
              </a:path>
              <a:path w="21600" h="21600">
                <a:moveTo>
                  <a:pt x="9227" y="9141"/>
                </a:moveTo>
                <a:lnTo>
                  <a:pt x="9248" y="9141"/>
                </a:lnTo>
                <a:lnTo>
                  <a:pt x="9248" y="9209"/>
                </a:lnTo>
                <a:lnTo>
                  <a:pt x="9227" y="9209"/>
                </a:lnTo>
              </a:path>
              <a:path w="21600" h="21600">
                <a:moveTo>
                  <a:pt x="19960" y="9141"/>
                </a:moveTo>
                <a:lnTo>
                  <a:pt x="19980" y="9141"/>
                </a:lnTo>
                <a:lnTo>
                  <a:pt x="19980" y="9209"/>
                </a:lnTo>
                <a:lnTo>
                  <a:pt x="19960" y="9209"/>
                </a:lnTo>
              </a:path>
              <a:path w="21600" h="21600">
                <a:moveTo>
                  <a:pt x="12090" y="9067"/>
                </a:moveTo>
                <a:lnTo>
                  <a:pt x="12105" y="9067"/>
                </a:lnTo>
                <a:lnTo>
                  <a:pt x="12105" y="9115"/>
                </a:lnTo>
                <a:lnTo>
                  <a:pt x="12090" y="9115"/>
                </a:lnTo>
              </a:path>
              <a:path w="21600" h="21600">
                <a:moveTo>
                  <a:pt x="5586" y="9061"/>
                </a:moveTo>
                <a:lnTo>
                  <a:pt x="5600" y="9061"/>
                </a:lnTo>
                <a:lnTo>
                  <a:pt x="5600" y="9107"/>
                </a:lnTo>
                <a:lnTo>
                  <a:pt x="5586" y="9107"/>
                </a:lnTo>
              </a:path>
              <a:path w="21600" h="21600">
                <a:moveTo>
                  <a:pt x="16319" y="9061"/>
                </a:moveTo>
                <a:lnTo>
                  <a:pt x="16333" y="9061"/>
                </a:lnTo>
                <a:lnTo>
                  <a:pt x="16333" y="9107"/>
                </a:lnTo>
                <a:lnTo>
                  <a:pt x="16319" y="9107"/>
                </a:lnTo>
              </a:path>
              <a:path w="21600" h="21600">
                <a:moveTo>
                  <a:pt x="1860" y="9014"/>
                </a:moveTo>
                <a:lnTo>
                  <a:pt x="1865" y="9014"/>
                </a:lnTo>
                <a:lnTo>
                  <a:pt x="1865" y="9032"/>
                </a:lnTo>
                <a:lnTo>
                  <a:pt x="1860" y="9032"/>
                </a:lnTo>
              </a:path>
              <a:path w="21600" h="21600">
                <a:moveTo>
                  <a:pt x="12592" y="9014"/>
                </a:moveTo>
                <a:lnTo>
                  <a:pt x="12597" y="9014"/>
                </a:lnTo>
                <a:lnTo>
                  <a:pt x="12597" y="9032"/>
                </a:lnTo>
                <a:lnTo>
                  <a:pt x="12592" y="9032"/>
                </a:lnTo>
              </a:path>
              <a:path w="21600" h="21600">
                <a:moveTo>
                  <a:pt x="10739" y="8980"/>
                </a:moveTo>
                <a:lnTo>
                  <a:pt x="10767" y="8980"/>
                </a:lnTo>
                <a:lnTo>
                  <a:pt x="10767" y="9073"/>
                </a:lnTo>
                <a:lnTo>
                  <a:pt x="10739" y="9073"/>
                </a:lnTo>
              </a:path>
              <a:path w="21600" h="21600">
                <a:moveTo>
                  <a:pt x="7" y="8980"/>
                </a:moveTo>
                <a:lnTo>
                  <a:pt x="34" y="8980"/>
                </a:lnTo>
                <a:lnTo>
                  <a:pt x="34" y="9073"/>
                </a:lnTo>
                <a:lnTo>
                  <a:pt x="7" y="9073"/>
                </a:lnTo>
              </a:path>
              <a:path w="21600" h="21600">
                <a:moveTo>
                  <a:pt x="2646" y="8895"/>
                </a:moveTo>
                <a:lnTo>
                  <a:pt x="2662" y="8895"/>
                </a:lnTo>
                <a:lnTo>
                  <a:pt x="2662" y="8948"/>
                </a:lnTo>
                <a:lnTo>
                  <a:pt x="2646" y="8948"/>
                </a:lnTo>
              </a:path>
              <a:path w="21600" h="21600">
                <a:moveTo>
                  <a:pt x="13378" y="8895"/>
                </a:moveTo>
                <a:lnTo>
                  <a:pt x="13394" y="8895"/>
                </a:lnTo>
                <a:lnTo>
                  <a:pt x="13394" y="8948"/>
                </a:lnTo>
                <a:lnTo>
                  <a:pt x="13378" y="8948"/>
                </a:lnTo>
              </a:path>
              <a:path w="21600" h="21600">
                <a:moveTo>
                  <a:pt x="18248" y="8886"/>
                </a:moveTo>
                <a:lnTo>
                  <a:pt x="18262" y="8886"/>
                </a:lnTo>
                <a:lnTo>
                  <a:pt x="18262" y="8931"/>
                </a:lnTo>
                <a:lnTo>
                  <a:pt x="18248" y="8931"/>
                </a:lnTo>
              </a:path>
              <a:path w="21600" h="21600">
                <a:moveTo>
                  <a:pt x="7516" y="8886"/>
                </a:moveTo>
                <a:lnTo>
                  <a:pt x="7529" y="8886"/>
                </a:lnTo>
                <a:lnTo>
                  <a:pt x="7529" y="8931"/>
                </a:lnTo>
                <a:lnTo>
                  <a:pt x="7516" y="8931"/>
                </a:lnTo>
              </a:path>
              <a:path w="21600" h="21600">
                <a:moveTo>
                  <a:pt x="4362" y="8829"/>
                </a:moveTo>
                <a:lnTo>
                  <a:pt x="4378" y="8829"/>
                </a:lnTo>
                <a:lnTo>
                  <a:pt x="4378" y="8883"/>
                </a:lnTo>
                <a:lnTo>
                  <a:pt x="4362" y="8883"/>
                </a:lnTo>
              </a:path>
              <a:path w="21600" h="21600">
                <a:moveTo>
                  <a:pt x="15094" y="8829"/>
                </a:moveTo>
                <a:lnTo>
                  <a:pt x="15110" y="8829"/>
                </a:lnTo>
                <a:lnTo>
                  <a:pt x="15110" y="8883"/>
                </a:lnTo>
                <a:lnTo>
                  <a:pt x="15094" y="8883"/>
                </a:lnTo>
              </a:path>
              <a:path w="21600" h="21600">
                <a:moveTo>
                  <a:pt x="11312" y="8811"/>
                </a:moveTo>
                <a:lnTo>
                  <a:pt x="11333" y="8811"/>
                </a:lnTo>
                <a:lnTo>
                  <a:pt x="11333" y="8881"/>
                </a:lnTo>
                <a:lnTo>
                  <a:pt x="11312" y="8881"/>
                </a:lnTo>
              </a:path>
              <a:path w="21600" h="21600">
                <a:moveTo>
                  <a:pt x="10740" y="8796"/>
                </a:moveTo>
                <a:lnTo>
                  <a:pt x="10766" y="8796"/>
                </a:lnTo>
                <a:lnTo>
                  <a:pt x="10766" y="8885"/>
                </a:lnTo>
                <a:lnTo>
                  <a:pt x="10740" y="8885"/>
                </a:lnTo>
              </a:path>
              <a:path w="21600" h="21600">
                <a:moveTo>
                  <a:pt x="7" y="8796"/>
                </a:moveTo>
                <a:lnTo>
                  <a:pt x="34" y="8796"/>
                </a:lnTo>
                <a:lnTo>
                  <a:pt x="34" y="8885"/>
                </a:lnTo>
                <a:lnTo>
                  <a:pt x="7" y="8885"/>
                </a:lnTo>
              </a:path>
              <a:path w="21600" h="21600">
                <a:moveTo>
                  <a:pt x="19960" y="8789"/>
                </a:moveTo>
                <a:lnTo>
                  <a:pt x="19980" y="8789"/>
                </a:lnTo>
                <a:lnTo>
                  <a:pt x="19980" y="8855"/>
                </a:lnTo>
                <a:lnTo>
                  <a:pt x="19960" y="8855"/>
                </a:lnTo>
              </a:path>
              <a:path w="21600" h="21600">
                <a:moveTo>
                  <a:pt x="9228" y="8789"/>
                </a:moveTo>
                <a:lnTo>
                  <a:pt x="9248" y="8789"/>
                </a:lnTo>
                <a:lnTo>
                  <a:pt x="9248" y="8855"/>
                </a:lnTo>
                <a:lnTo>
                  <a:pt x="9228" y="8855"/>
                </a:lnTo>
              </a:path>
              <a:path w="21600" h="21600">
                <a:moveTo>
                  <a:pt x="12091" y="8715"/>
                </a:moveTo>
                <a:lnTo>
                  <a:pt x="12104" y="8715"/>
                </a:lnTo>
                <a:lnTo>
                  <a:pt x="12104" y="8761"/>
                </a:lnTo>
                <a:lnTo>
                  <a:pt x="12091" y="8761"/>
                </a:lnTo>
              </a:path>
              <a:path w="21600" h="21600">
                <a:moveTo>
                  <a:pt x="5587" y="8708"/>
                </a:moveTo>
                <a:lnTo>
                  <a:pt x="5600" y="8708"/>
                </a:lnTo>
                <a:lnTo>
                  <a:pt x="5600" y="8753"/>
                </a:lnTo>
                <a:lnTo>
                  <a:pt x="5587" y="8753"/>
                </a:lnTo>
              </a:path>
              <a:path w="21600" h="21600">
                <a:moveTo>
                  <a:pt x="16319" y="8708"/>
                </a:moveTo>
                <a:lnTo>
                  <a:pt x="16332" y="8708"/>
                </a:lnTo>
                <a:lnTo>
                  <a:pt x="16332" y="8753"/>
                </a:lnTo>
                <a:lnTo>
                  <a:pt x="16319" y="8753"/>
                </a:lnTo>
              </a:path>
              <a:path w="21600" h="21600">
                <a:moveTo>
                  <a:pt x="10740" y="8612"/>
                </a:moveTo>
                <a:lnTo>
                  <a:pt x="10766" y="8612"/>
                </a:lnTo>
                <a:lnTo>
                  <a:pt x="10766" y="8697"/>
                </a:lnTo>
                <a:lnTo>
                  <a:pt x="10740" y="8697"/>
                </a:lnTo>
              </a:path>
              <a:path w="21600" h="21600">
                <a:moveTo>
                  <a:pt x="8" y="8612"/>
                </a:moveTo>
                <a:lnTo>
                  <a:pt x="33" y="8612"/>
                </a:lnTo>
                <a:lnTo>
                  <a:pt x="33" y="8697"/>
                </a:lnTo>
                <a:lnTo>
                  <a:pt x="8" y="8697"/>
                </a:lnTo>
              </a:path>
              <a:path w="21600" h="21600">
                <a:moveTo>
                  <a:pt x="13379" y="8543"/>
                </a:moveTo>
                <a:lnTo>
                  <a:pt x="13394" y="8543"/>
                </a:lnTo>
                <a:lnTo>
                  <a:pt x="13394" y="8594"/>
                </a:lnTo>
                <a:lnTo>
                  <a:pt x="13379" y="8594"/>
                </a:lnTo>
              </a:path>
              <a:path w="21600" h="21600">
                <a:moveTo>
                  <a:pt x="2646" y="8543"/>
                </a:moveTo>
                <a:lnTo>
                  <a:pt x="2661" y="8543"/>
                </a:lnTo>
                <a:lnTo>
                  <a:pt x="2661" y="8594"/>
                </a:lnTo>
                <a:lnTo>
                  <a:pt x="2646" y="8594"/>
                </a:lnTo>
              </a:path>
              <a:path w="21600" h="21600">
                <a:moveTo>
                  <a:pt x="7516" y="8534"/>
                </a:moveTo>
                <a:lnTo>
                  <a:pt x="7529" y="8534"/>
                </a:lnTo>
                <a:lnTo>
                  <a:pt x="7529" y="8577"/>
                </a:lnTo>
                <a:lnTo>
                  <a:pt x="7516" y="8577"/>
                </a:lnTo>
              </a:path>
              <a:path w="21600" h="21600">
                <a:moveTo>
                  <a:pt x="18248" y="8534"/>
                </a:moveTo>
                <a:lnTo>
                  <a:pt x="18261" y="8534"/>
                </a:lnTo>
                <a:lnTo>
                  <a:pt x="18261" y="8577"/>
                </a:lnTo>
                <a:lnTo>
                  <a:pt x="18248" y="8577"/>
                </a:lnTo>
              </a:path>
              <a:path w="21600" h="21600">
                <a:moveTo>
                  <a:pt x="4362" y="8477"/>
                </a:moveTo>
                <a:lnTo>
                  <a:pt x="4378" y="8477"/>
                </a:lnTo>
                <a:lnTo>
                  <a:pt x="4378" y="8529"/>
                </a:lnTo>
                <a:lnTo>
                  <a:pt x="4362" y="8529"/>
                </a:lnTo>
              </a:path>
              <a:path w="21600" h="21600">
                <a:moveTo>
                  <a:pt x="15094" y="8477"/>
                </a:moveTo>
                <a:lnTo>
                  <a:pt x="15110" y="8477"/>
                </a:lnTo>
                <a:lnTo>
                  <a:pt x="15110" y="8529"/>
                </a:lnTo>
                <a:lnTo>
                  <a:pt x="15094" y="8529"/>
                </a:lnTo>
              </a:path>
              <a:path w="21600" h="21600">
                <a:moveTo>
                  <a:pt x="11312" y="8459"/>
                </a:moveTo>
                <a:lnTo>
                  <a:pt x="11333" y="8459"/>
                </a:lnTo>
                <a:lnTo>
                  <a:pt x="11333" y="8527"/>
                </a:lnTo>
                <a:lnTo>
                  <a:pt x="11312" y="8527"/>
                </a:lnTo>
              </a:path>
              <a:path w="21600" h="21600">
                <a:moveTo>
                  <a:pt x="19960" y="8436"/>
                </a:moveTo>
                <a:lnTo>
                  <a:pt x="19980" y="8436"/>
                </a:lnTo>
                <a:lnTo>
                  <a:pt x="19980" y="8501"/>
                </a:lnTo>
                <a:lnTo>
                  <a:pt x="19960" y="8501"/>
                </a:lnTo>
              </a:path>
              <a:path w="21600" h="21600">
                <a:moveTo>
                  <a:pt x="9228" y="8436"/>
                </a:moveTo>
                <a:lnTo>
                  <a:pt x="9247" y="8436"/>
                </a:lnTo>
                <a:lnTo>
                  <a:pt x="9247" y="8501"/>
                </a:lnTo>
                <a:lnTo>
                  <a:pt x="9228" y="8501"/>
                </a:lnTo>
              </a:path>
              <a:path w="21600" h="21600">
                <a:moveTo>
                  <a:pt x="8" y="8428"/>
                </a:moveTo>
                <a:lnTo>
                  <a:pt x="33" y="8428"/>
                </a:lnTo>
                <a:lnTo>
                  <a:pt x="33" y="8508"/>
                </a:lnTo>
                <a:lnTo>
                  <a:pt x="8" y="8508"/>
                </a:lnTo>
              </a:path>
              <a:path w="21600" h="21600">
                <a:moveTo>
                  <a:pt x="10741" y="8428"/>
                </a:moveTo>
                <a:lnTo>
                  <a:pt x="10765" y="8428"/>
                </a:lnTo>
                <a:lnTo>
                  <a:pt x="10765" y="8508"/>
                </a:lnTo>
                <a:lnTo>
                  <a:pt x="10741" y="8508"/>
                </a:lnTo>
              </a:path>
              <a:path w="21600" h="21600">
                <a:moveTo>
                  <a:pt x="12091" y="8362"/>
                </a:moveTo>
                <a:lnTo>
                  <a:pt x="12104" y="8362"/>
                </a:lnTo>
                <a:lnTo>
                  <a:pt x="12104" y="8407"/>
                </a:lnTo>
                <a:lnTo>
                  <a:pt x="12091" y="8407"/>
                </a:lnTo>
              </a:path>
              <a:path w="21600" h="21600">
                <a:moveTo>
                  <a:pt x="16319" y="8356"/>
                </a:moveTo>
                <a:lnTo>
                  <a:pt x="16332" y="8356"/>
                </a:lnTo>
                <a:lnTo>
                  <a:pt x="16332" y="8399"/>
                </a:lnTo>
                <a:lnTo>
                  <a:pt x="16319" y="8399"/>
                </a:lnTo>
              </a:path>
              <a:path w="21600" h="21600">
                <a:moveTo>
                  <a:pt x="5587" y="8356"/>
                </a:moveTo>
                <a:lnTo>
                  <a:pt x="5600" y="8356"/>
                </a:lnTo>
                <a:lnTo>
                  <a:pt x="5600" y="8399"/>
                </a:lnTo>
                <a:lnTo>
                  <a:pt x="5587" y="8399"/>
                </a:lnTo>
              </a:path>
              <a:path w="21600" h="21600">
                <a:moveTo>
                  <a:pt x="10741" y="8244"/>
                </a:moveTo>
                <a:lnTo>
                  <a:pt x="10764" y="8244"/>
                </a:lnTo>
                <a:lnTo>
                  <a:pt x="10764" y="8320"/>
                </a:lnTo>
                <a:lnTo>
                  <a:pt x="10741" y="8320"/>
                </a:lnTo>
              </a:path>
              <a:path w="21600" h="21600">
                <a:moveTo>
                  <a:pt x="9" y="8244"/>
                </a:moveTo>
                <a:lnTo>
                  <a:pt x="32" y="8244"/>
                </a:lnTo>
                <a:lnTo>
                  <a:pt x="32" y="8320"/>
                </a:lnTo>
                <a:lnTo>
                  <a:pt x="9" y="8320"/>
                </a:lnTo>
              </a:path>
              <a:path w="21600" h="21600">
                <a:moveTo>
                  <a:pt x="2646" y="8191"/>
                </a:moveTo>
                <a:lnTo>
                  <a:pt x="2661" y="8191"/>
                </a:lnTo>
                <a:lnTo>
                  <a:pt x="2661" y="8240"/>
                </a:lnTo>
                <a:lnTo>
                  <a:pt x="2646" y="8240"/>
                </a:lnTo>
              </a:path>
              <a:path w="21600" h="21600">
                <a:moveTo>
                  <a:pt x="13379" y="8191"/>
                </a:moveTo>
                <a:lnTo>
                  <a:pt x="13394" y="8191"/>
                </a:lnTo>
                <a:lnTo>
                  <a:pt x="13394" y="8240"/>
                </a:lnTo>
                <a:lnTo>
                  <a:pt x="13379" y="8240"/>
                </a:lnTo>
              </a:path>
              <a:path w="21600" h="21600">
                <a:moveTo>
                  <a:pt x="7516" y="8181"/>
                </a:moveTo>
                <a:lnTo>
                  <a:pt x="7528" y="8181"/>
                </a:lnTo>
                <a:lnTo>
                  <a:pt x="7528" y="8223"/>
                </a:lnTo>
                <a:lnTo>
                  <a:pt x="7516" y="8223"/>
                </a:lnTo>
              </a:path>
              <a:path w="21600" h="21600">
                <a:moveTo>
                  <a:pt x="18249" y="8181"/>
                </a:moveTo>
                <a:lnTo>
                  <a:pt x="18261" y="8181"/>
                </a:lnTo>
                <a:lnTo>
                  <a:pt x="18261" y="8223"/>
                </a:lnTo>
                <a:lnTo>
                  <a:pt x="18249" y="8223"/>
                </a:lnTo>
              </a:path>
              <a:path w="21600" h="21600">
                <a:moveTo>
                  <a:pt x="15095" y="8124"/>
                </a:moveTo>
                <a:lnTo>
                  <a:pt x="15110" y="8124"/>
                </a:lnTo>
                <a:lnTo>
                  <a:pt x="15110" y="8175"/>
                </a:lnTo>
                <a:lnTo>
                  <a:pt x="15095" y="8175"/>
                </a:lnTo>
              </a:path>
              <a:path w="21600" h="21600">
                <a:moveTo>
                  <a:pt x="4362" y="8124"/>
                </a:moveTo>
                <a:lnTo>
                  <a:pt x="4378" y="8124"/>
                </a:lnTo>
                <a:lnTo>
                  <a:pt x="4378" y="8175"/>
                </a:lnTo>
                <a:lnTo>
                  <a:pt x="4362" y="8175"/>
                </a:lnTo>
              </a:path>
              <a:path w="21600" h="21600">
                <a:moveTo>
                  <a:pt x="11313" y="8106"/>
                </a:moveTo>
                <a:lnTo>
                  <a:pt x="11333" y="8106"/>
                </a:lnTo>
                <a:lnTo>
                  <a:pt x="11333" y="8173"/>
                </a:lnTo>
                <a:lnTo>
                  <a:pt x="11313" y="8173"/>
                </a:lnTo>
              </a:path>
              <a:path w="21600" h="21600">
                <a:moveTo>
                  <a:pt x="9228" y="8084"/>
                </a:moveTo>
                <a:lnTo>
                  <a:pt x="9247" y="8084"/>
                </a:lnTo>
                <a:lnTo>
                  <a:pt x="9247" y="8148"/>
                </a:lnTo>
                <a:lnTo>
                  <a:pt x="9228" y="8148"/>
                </a:lnTo>
              </a:path>
              <a:path w="21600" h="21600">
                <a:moveTo>
                  <a:pt x="19961" y="8084"/>
                </a:moveTo>
                <a:lnTo>
                  <a:pt x="19980" y="8084"/>
                </a:lnTo>
                <a:lnTo>
                  <a:pt x="19980" y="8148"/>
                </a:lnTo>
                <a:lnTo>
                  <a:pt x="19961" y="8148"/>
                </a:lnTo>
              </a:path>
              <a:path w="21600" h="21600">
                <a:moveTo>
                  <a:pt x="10742" y="8060"/>
                </a:moveTo>
                <a:lnTo>
                  <a:pt x="10764" y="8060"/>
                </a:lnTo>
                <a:lnTo>
                  <a:pt x="10764" y="8132"/>
                </a:lnTo>
                <a:lnTo>
                  <a:pt x="10742" y="8132"/>
                </a:lnTo>
              </a:path>
              <a:path w="21600" h="21600">
                <a:moveTo>
                  <a:pt x="10" y="8060"/>
                </a:moveTo>
                <a:lnTo>
                  <a:pt x="32" y="8060"/>
                </a:lnTo>
                <a:lnTo>
                  <a:pt x="32" y="8132"/>
                </a:lnTo>
                <a:lnTo>
                  <a:pt x="10" y="8132"/>
                </a:lnTo>
              </a:path>
              <a:path w="21600" h="21600">
                <a:moveTo>
                  <a:pt x="12091" y="8010"/>
                </a:moveTo>
                <a:lnTo>
                  <a:pt x="12104" y="8010"/>
                </a:lnTo>
                <a:lnTo>
                  <a:pt x="12104" y="8053"/>
                </a:lnTo>
                <a:lnTo>
                  <a:pt x="12091" y="8053"/>
                </a:lnTo>
              </a:path>
              <a:path w="21600" h="21600">
                <a:moveTo>
                  <a:pt x="5587" y="8003"/>
                </a:moveTo>
                <a:lnTo>
                  <a:pt x="5600" y="8003"/>
                </a:lnTo>
                <a:lnTo>
                  <a:pt x="5600" y="8045"/>
                </a:lnTo>
                <a:lnTo>
                  <a:pt x="5587" y="8045"/>
                </a:lnTo>
              </a:path>
              <a:path w="21600" h="21600">
                <a:moveTo>
                  <a:pt x="16319" y="8003"/>
                </a:moveTo>
                <a:lnTo>
                  <a:pt x="16332" y="8003"/>
                </a:lnTo>
                <a:lnTo>
                  <a:pt x="16332" y="8045"/>
                </a:lnTo>
                <a:lnTo>
                  <a:pt x="16319" y="8045"/>
                </a:lnTo>
              </a:path>
              <a:path w="21600" h="21600">
                <a:moveTo>
                  <a:pt x="10743" y="7875"/>
                </a:moveTo>
                <a:lnTo>
                  <a:pt x="10763" y="7875"/>
                </a:lnTo>
                <a:lnTo>
                  <a:pt x="10763" y="7944"/>
                </a:lnTo>
                <a:lnTo>
                  <a:pt x="10743" y="7944"/>
                </a:lnTo>
              </a:path>
              <a:path w="21600" h="21600">
                <a:moveTo>
                  <a:pt x="10" y="7875"/>
                </a:moveTo>
                <a:lnTo>
                  <a:pt x="31" y="7875"/>
                </a:lnTo>
                <a:lnTo>
                  <a:pt x="31" y="7944"/>
                </a:lnTo>
                <a:lnTo>
                  <a:pt x="10" y="7944"/>
                </a:lnTo>
              </a:path>
              <a:path w="21600" h="21600">
                <a:moveTo>
                  <a:pt x="8500" y="7853"/>
                </a:moveTo>
                <a:lnTo>
                  <a:pt x="8542" y="7853"/>
                </a:lnTo>
                <a:lnTo>
                  <a:pt x="8542" y="7993"/>
                </a:lnTo>
                <a:lnTo>
                  <a:pt x="8500" y="7993"/>
                </a:lnTo>
              </a:path>
              <a:path w="21600" h="21600">
                <a:moveTo>
                  <a:pt x="19232" y="7853"/>
                </a:moveTo>
                <a:lnTo>
                  <a:pt x="19274" y="7853"/>
                </a:lnTo>
                <a:lnTo>
                  <a:pt x="19274" y="7993"/>
                </a:lnTo>
                <a:lnTo>
                  <a:pt x="19232" y="7993"/>
                </a:lnTo>
              </a:path>
              <a:path w="21600" h="21600">
                <a:moveTo>
                  <a:pt x="13379" y="7838"/>
                </a:moveTo>
                <a:lnTo>
                  <a:pt x="13393" y="7838"/>
                </a:lnTo>
                <a:lnTo>
                  <a:pt x="13393" y="7886"/>
                </a:lnTo>
                <a:lnTo>
                  <a:pt x="13379" y="7886"/>
                </a:lnTo>
              </a:path>
              <a:path w="21600" h="21600">
                <a:moveTo>
                  <a:pt x="2647" y="7838"/>
                </a:moveTo>
                <a:lnTo>
                  <a:pt x="2661" y="7838"/>
                </a:lnTo>
                <a:lnTo>
                  <a:pt x="2661" y="7886"/>
                </a:lnTo>
                <a:lnTo>
                  <a:pt x="2647" y="7886"/>
                </a:lnTo>
              </a:path>
              <a:path w="21600" h="21600">
                <a:moveTo>
                  <a:pt x="18249" y="7829"/>
                </a:moveTo>
                <a:lnTo>
                  <a:pt x="18261" y="7829"/>
                </a:lnTo>
                <a:lnTo>
                  <a:pt x="18261" y="7869"/>
                </a:lnTo>
                <a:lnTo>
                  <a:pt x="18249" y="7869"/>
                </a:lnTo>
              </a:path>
              <a:path w="21600" h="21600">
                <a:moveTo>
                  <a:pt x="7516" y="7829"/>
                </a:moveTo>
                <a:lnTo>
                  <a:pt x="7528" y="7829"/>
                </a:lnTo>
                <a:lnTo>
                  <a:pt x="7528" y="7869"/>
                </a:lnTo>
                <a:lnTo>
                  <a:pt x="7516" y="7869"/>
                </a:lnTo>
              </a:path>
              <a:path w="21600" h="21600">
                <a:moveTo>
                  <a:pt x="15095" y="7772"/>
                </a:moveTo>
                <a:lnTo>
                  <a:pt x="15110" y="7772"/>
                </a:lnTo>
                <a:lnTo>
                  <a:pt x="15110" y="7821"/>
                </a:lnTo>
                <a:lnTo>
                  <a:pt x="15095" y="7821"/>
                </a:lnTo>
              </a:path>
              <a:path w="21600" h="21600">
                <a:moveTo>
                  <a:pt x="4363" y="7772"/>
                </a:moveTo>
                <a:lnTo>
                  <a:pt x="4377" y="7772"/>
                </a:lnTo>
                <a:lnTo>
                  <a:pt x="4377" y="7821"/>
                </a:lnTo>
                <a:lnTo>
                  <a:pt x="4363" y="7821"/>
                </a:lnTo>
              </a:path>
              <a:path w="21600" h="21600">
                <a:moveTo>
                  <a:pt x="11313" y="7754"/>
                </a:moveTo>
                <a:lnTo>
                  <a:pt x="11332" y="7754"/>
                </a:lnTo>
                <a:lnTo>
                  <a:pt x="11332" y="7819"/>
                </a:lnTo>
                <a:lnTo>
                  <a:pt x="11313" y="7819"/>
                </a:lnTo>
              </a:path>
              <a:path w="21600" h="21600">
                <a:moveTo>
                  <a:pt x="9228" y="7731"/>
                </a:moveTo>
                <a:lnTo>
                  <a:pt x="9247" y="7731"/>
                </a:lnTo>
                <a:lnTo>
                  <a:pt x="9247" y="7794"/>
                </a:lnTo>
                <a:lnTo>
                  <a:pt x="9228" y="7794"/>
                </a:lnTo>
              </a:path>
              <a:path w="21600" h="21600">
                <a:moveTo>
                  <a:pt x="19961" y="7731"/>
                </a:moveTo>
                <a:lnTo>
                  <a:pt x="19980" y="7731"/>
                </a:lnTo>
                <a:lnTo>
                  <a:pt x="19980" y="7794"/>
                </a:lnTo>
                <a:lnTo>
                  <a:pt x="19961" y="7794"/>
                </a:lnTo>
              </a:path>
              <a:path w="21600" h="21600">
                <a:moveTo>
                  <a:pt x="10743" y="7691"/>
                </a:moveTo>
                <a:lnTo>
                  <a:pt x="10763" y="7691"/>
                </a:lnTo>
                <a:lnTo>
                  <a:pt x="10763" y="7756"/>
                </a:lnTo>
                <a:lnTo>
                  <a:pt x="10743" y="7756"/>
                </a:lnTo>
              </a:path>
              <a:path w="21600" h="21600">
                <a:moveTo>
                  <a:pt x="11" y="7691"/>
                </a:moveTo>
                <a:lnTo>
                  <a:pt x="30" y="7691"/>
                </a:lnTo>
                <a:lnTo>
                  <a:pt x="30" y="7756"/>
                </a:lnTo>
                <a:lnTo>
                  <a:pt x="11" y="7756"/>
                </a:lnTo>
              </a:path>
              <a:path w="21600" h="21600">
                <a:moveTo>
                  <a:pt x="12091" y="7658"/>
                </a:moveTo>
                <a:lnTo>
                  <a:pt x="12104" y="7658"/>
                </a:lnTo>
                <a:lnTo>
                  <a:pt x="12104" y="7699"/>
                </a:lnTo>
                <a:lnTo>
                  <a:pt x="12091" y="7699"/>
                </a:lnTo>
              </a:path>
              <a:path w="21600" h="21600">
                <a:moveTo>
                  <a:pt x="16320" y="7651"/>
                </a:moveTo>
                <a:lnTo>
                  <a:pt x="16332" y="7651"/>
                </a:lnTo>
                <a:lnTo>
                  <a:pt x="16332" y="7691"/>
                </a:lnTo>
                <a:lnTo>
                  <a:pt x="16320" y="7691"/>
                </a:lnTo>
              </a:path>
              <a:path w="21600" h="21600">
                <a:moveTo>
                  <a:pt x="5587" y="7651"/>
                </a:moveTo>
                <a:lnTo>
                  <a:pt x="5599" y="7651"/>
                </a:lnTo>
                <a:lnTo>
                  <a:pt x="5599" y="7691"/>
                </a:lnTo>
                <a:lnTo>
                  <a:pt x="5587" y="7691"/>
                </a:lnTo>
              </a:path>
              <a:path w="21600" h="21600">
                <a:moveTo>
                  <a:pt x="10744" y="7507"/>
                </a:moveTo>
                <a:lnTo>
                  <a:pt x="10762" y="7507"/>
                </a:lnTo>
                <a:lnTo>
                  <a:pt x="10762" y="7568"/>
                </a:lnTo>
                <a:lnTo>
                  <a:pt x="10744" y="7568"/>
                </a:lnTo>
              </a:path>
              <a:path w="21600" h="21600">
                <a:moveTo>
                  <a:pt x="11" y="7507"/>
                </a:moveTo>
                <a:lnTo>
                  <a:pt x="30" y="7507"/>
                </a:lnTo>
                <a:lnTo>
                  <a:pt x="30" y="7568"/>
                </a:lnTo>
                <a:lnTo>
                  <a:pt x="11" y="7568"/>
                </a:lnTo>
              </a:path>
              <a:path w="21600" h="21600">
                <a:moveTo>
                  <a:pt x="13379" y="7486"/>
                </a:moveTo>
                <a:lnTo>
                  <a:pt x="13393" y="7486"/>
                </a:lnTo>
                <a:lnTo>
                  <a:pt x="13393" y="7532"/>
                </a:lnTo>
                <a:lnTo>
                  <a:pt x="13379" y="7532"/>
                </a:lnTo>
              </a:path>
              <a:path w="21600" h="21600">
                <a:moveTo>
                  <a:pt x="2647" y="7486"/>
                </a:moveTo>
                <a:lnTo>
                  <a:pt x="2661" y="7486"/>
                </a:lnTo>
                <a:lnTo>
                  <a:pt x="2661" y="7532"/>
                </a:lnTo>
                <a:lnTo>
                  <a:pt x="2647" y="7532"/>
                </a:lnTo>
              </a:path>
              <a:path w="21600" h="21600">
                <a:moveTo>
                  <a:pt x="7516" y="7476"/>
                </a:moveTo>
                <a:lnTo>
                  <a:pt x="7528" y="7476"/>
                </a:lnTo>
                <a:lnTo>
                  <a:pt x="7528" y="7515"/>
                </a:lnTo>
                <a:lnTo>
                  <a:pt x="7516" y="7515"/>
                </a:lnTo>
              </a:path>
              <a:path w="21600" h="21600">
                <a:moveTo>
                  <a:pt x="18249" y="7476"/>
                </a:moveTo>
                <a:lnTo>
                  <a:pt x="18261" y="7476"/>
                </a:lnTo>
                <a:lnTo>
                  <a:pt x="18261" y="7515"/>
                </a:lnTo>
                <a:lnTo>
                  <a:pt x="18249" y="7515"/>
                </a:lnTo>
              </a:path>
              <a:path w="21600" h="21600">
                <a:moveTo>
                  <a:pt x="8500" y="7471"/>
                </a:moveTo>
                <a:lnTo>
                  <a:pt x="8541" y="7471"/>
                </a:lnTo>
                <a:lnTo>
                  <a:pt x="8541" y="7606"/>
                </a:lnTo>
                <a:lnTo>
                  <a:pt x="8500" y="7606"/>
                </a:lnTo>
              </a:path>
              <a:path w="21600" h="21600">
                <a:moveTo>
                  <a:pt x="19233" y="7471"/>
                </a:moveTo>
                <a:lnTo>
                  <a:pt x="19274" y="7471"/>
                </a:lnTo>
                <a:lnTo>
                  <a:pt x="19274" y="7606"/>
                </a:lnTo>
                <a:lnTo>
                  <a:pt x="19233" y="7606"/>
                </a:lnTo>
              </a:path>
              <a:path w="21600" h="21600">
                <a:moveTo>
                  <a:pt x="15095" y="7419"/>
                </a:moveTo>
                <a:lnTo>
                  <a:pt x="15110" y="7419"/>
                </a:lnTo>
                <a:lnTo>
                  <a:pt x="15110" y="7467"/>
                </a:lnTo>
                <a:lnTo>
                  <a:pt x="15095" y="7467"/>
                </a:lnTo>
              </a:path>
              <a:path w="21600" h="21600">
                <a:moveTo>
                  <a:pt x="4363" y="7419"/>
                </a:moveTo>
                <a:lnTo>
                  <a:pt x="4377" y="7419"/>
                </a:lnTo>
                <a:lnTo>
                  <a:pt x="4377" y="7467"/>
                </a:lnTo>
                <a:lnTo>
                  <a:pt x="4363" y="7467"/>
                </a:lnTo>
              </a:path>
              <a:path w="21600" h="21600">
                <a:moveTo>
                  <a:pt x="11313" y="7401"/>
                </a:moveTo>
                <a:lnTo>
                  <a:pt x="11332" y="7401"/>
                </a:lnTo>
                <a:lnTo>
                  <a:pt x="11332" y="7465"/>
                </a:lnTo>
                <a:lnTo>
                  <a:pt x="11313" y="7465"/>
                </a:lnTo>
              </a:path>
              <a:path w="21600" h="21600">
                <a:moveTo>
                  <a:pt x="9228" y="7379"/>
                </a:moveTo>
                <a:lnTo>
                  <a:pt x="9247" y="7379"/>
                </a:lnTo>
                <a:lnTo>
                  <a:pt x="9247" y="7440"/>
                </a:lnTo>
                <a:lnTo>
                  <a:pt x="9228" y="7440"/>
                </a:lnTo>
              </a:path>
              <a:path w="21600" h="21600">
                <a:moveTo>
                  <a:pt x="19961" y="7379"/>
                </a:moveTo>
                <a:lnTo>
                  <a:pt x="19979" y="7379"/>
                </a:lnTo>
                <a:lnTo>
                  <a:pt x="19979" y="7440"/>
                </a:lnTo>
                <a:lnTo>
                  <a:pt x="19961" y="7440"/>
                </a:lnTo>
              </a:path>
              <a:path w="21600" h="21600">
                <a:moveTo>
                  <a:pt x="10744" y="7323"/>
                </a:moveTo>
                <a:lnTo>
                  <a:pt x="10761" y="7323"/>
                </a:lnTo>
                <a:lnTo>
                  <a:pt x="10761" y="7380"/>
                </a:lnTo>
                <a:lnTo>
                  <a:pt x="10744" y="7380"/>
                </a:lnTo>
              </a:path>
              <a:path w="21600" h="21600">
                <a:moveTo>
                  <a:pt x="12" y="7323"/>
                </a:moveTo>
                <a:lnTo>
                  <a:pt x="29" y="7323"/>
                </a:lnTo>
                <a:lnTo>
                  <a:pt x="29" y="7380"/>
                </a:lnTo>
                <a:lnTo>
                  <a:pt x="12" y="7380"/>
                </a:lnTo>
              </a:path>
              <a:path w="21600" h="21600">
                <a:moveTo>
                  <a:pt x="12092" y="7305"/>
                </a:moveTo>
                <a:lnTo>
                  <a:pt x="12104" y="7305"/>
                </a:lnTo>
                <a:lnTo>
                  <a:pt x="12104" y="7345"/>
                </a:lnTo>
                <a:lnTo>
                  <a:pt x="12092" y="7345"/>
                </a:lnTo>
              </a:path>
              <a:path w="21600" h="21600">
                <a:moveTo>
                  <a:pt x="5588" y="7298"/>
                </a:moveTo>
                <a:lnTo>
                  <a:pt x="5599" y="7298"/>
                </a:lnTo>
                <a:lnTo>
                  <a:pt x="5599" y="7337"/>
                </a:lnTo>
                <a:lnTo>
                  <a:pt x="5588" y="7337"/>
                </a:lnTo>
              </a:path>
              <a:path w="21600" h="21600">
                <a:moveTo>
                  <a:pt x="16320" y="7298"/>
                </a:moveTo>
                <a:lnTo>
                  <a:pt x="16332" y="7298"/>
                </a:lnTo>
                <a:lnTo>
                  <a:pt x="16332" y="7337"/>
                </a:lnTo>
                <a:lnTo>
                  <a:pt x="16320" y="7337"/>
                </a:lnTo>
              </a:path>
              <a:path w="21600" h="21600">
                <a:moveTo>
                  <a:pt x="10745" y="7139"/>
                </a:moveTo>
                <a:lnTo>
                  <a:pt x="10761" y="7139"/>
                </a:lnTo>
                <a:lnTo>
                  <a:pt x="10761" y="7192"/>
                </a:lnTo>
                <a:lnTo>
                  <a:pt x="10745" y="7192"/>
                </a:lnTo>
              </a:path>
              <a:path w="21600" h="21600">
                <a:moveTo>
                  <a:pt x="13" y="7139"/>
                </a:moveTo>
                <a:lnTo>
                  <a:pt x="28" y="7139"/>
                </a:lnTo>
                <a:lnTo>
                  <a:pt x="28" y="7192"/>
                </a:lnTo>
                <a:lnTo>
                  <a:pt x="13" y="7192"/>
                </a:lnTo>
              </a:path>
              <a:path w="21600" h="21600">
                <a:moveTo>
                  <a:pt x="13379" y="7133"/>
                </a:moveTo>
                <a:lnTo>
                  <a:pt x="13393" y="7133"/>
                </a:lnTo>
                <a:lnTo>
                  <a:pt x="13393" y="7178"/>
                </a:lnTo>
                <a:lnTo>
                  <a:pt x="13379" y="7178"/>
                </a:lnTo>
              </a:path>
              <a:path w="21600" h="21600">
                <a:moveTo>
                  <a:pt x="2647" y="7133"/>
                </a:moveTo>
                <a:lnTo>
                  <a:pt x="2661" y="7133"/>
                </a:lnTo>
                <a:lnTo>
                  <a:pt x="2661" y="7178"/>
                </a:lnTo>
                <a:lnTo>
                  <a:pt x="2647" y="7178"/>
                </a:lnTo>
              </a:path>
              <a:path w="21600" h="21600">
                <a:moveTo>
                  <a:pt x="18249" y="7124"/>
                </a:moveTo>
                <a:lnTo>
                  <a:pt x="18260" y="7124"/>
                </a:lnTo>
                <a:lnTo>
                  <a:pt x="18260" y="7161"/>
                </a:lnTo>
                <a:lnTo>
                  <a:pt x="18249" y="7161"/>
                </a:lnTo>
              </a:path>
              <a:path w="21600" h="21600">
                <a:moveTo>
                  <a:pt x="7517" y="7124"/>
                </a:moveTo>
                <a:lnTo>
                  <a:pt x="7528" y="7124"/>
                </a:lnTo>
                <a:lnTo>
                  <a:pt x="7528" y="7161"/>
                </a:lnTo>
                <a:lnTo>
                  <a:pt x="7517" y="7161"/>
                </a:lnTo>
              </a:path>
              <a:path w="21600" h="21600">
                <a:moveTo>
                  <a:pt x="8501" y="7088"/>
                </a:moveTo>
                <a:lnTo>
                  <a:pt x="8541" y="7088"/>
                </a:lnTo>
                <a:lnTo>
                  <a:pt x="8541" y="7220"/>
                </a:lnTo>
                <a:lnTo>
                  <a:pt x="8501" y="7220"/>
                </a:lnTo>
              </a:path>
              <a:path w="21600" h="21600">
                <a:moveTo>
                  <a:pt x="19233" y="7088"/>
                </a:moveTo>
                <a:lnTo>
                  <a:pt x="19273" y="7088"/>
                </a:lnTo>
                <a:lnTo>
                  <a:pt x="19273" y="7220"/>
                </a:lnTo>
                <a:lnTo>
                  <a:pt x="19233" y="7220"/>
                </a:lnTo>
              </a:path>
              <a:path w="21600" h="21600">
                <a:moveTo>
                  <a:pt x="4363" y="7067"/>
                </a:moveTo>
                <a:lnTo>
                  <a:pt x="4377" y="7067"/>
                </a:lnTo>
                <a:lnTo>
                  <a:pt x="4377" y="7113"/>
                </a:lnTo>
                <a:lnTo>
                  <a:pt x="4363" y="7113"/>
                </a:lnTo>
              </a:path>
              <a:path w="21600" h="21600">
                <a:moveTo>
                  <a:pt x="15095" y="7067"/>
                </a:moveTo>
                <a:lnTo>
                  <a:pt x="15109" y="7067"/>
                </a:lnTo>
                <a:lnTo>
                  <a:pt x="15109" y="7113"/>
                </a:lnTo>
                <a:lnTo>
                  <a:pt x="15095" y="7113"/>
                </a:lnTo>
              </a:path>
              <a:path w="21600" h="21600">
                <a:moveTo>
                  <a:pt x="11313" y="7049"/>
                </a:moveTo>
                <a:lnTo>
                  <a:pt x="11332" y="7049"/>
                </a:lnTo>
                <a:lnTo>
                  <a:pt x="11332" y="7111"/>
                </a:lnTo>
                <a:lnTo>
                  <a:pt x="11313" y="7111"/>
                </a:lnTo>
              </a:path>
              <a:path w="21600" h="21600">
                <a:moveTo>
                  <a:pt x="19961" y="7026"/>
                </a:moveTo>
                <a:lnTo>
                  <a:pt x="19979" y="7026"/>
                </a:lnTo>
                <a:lnTo>
                  <a:pt x="19979" y="7086"/>
                </a:lnTo>
                <a:lnTo>
                  <a:pt x="19961" y="7086"/>
                </a:lnTo>
              </a:path>
              <a:path w="21600" h="21600">
                <a:moveTo>
                  <a:pt x="9229" y="7026"/>
                </a:moveTo>
                <a:lnTo>
                  <a:pt x="9247" y="7026"/>
                </a:lnTo>
                <a:lnTo>
                  <a:pt x="9247" y="7086"/>
                </a:lnTo>
                <a:lnTo>
                  <a:pt x="9229" y="7086"/>
                </a:lnTo>
              </a:path>
              <a:path w="21600" h="21600">
                <a:moveTo>
                  <a:pt x="10746" y="6955"/>
                </a:moveTo>
                <a:lnTo>
                  <a:pt x="10760" y="6955"/>
                </a:lnTo>
                <a:lnTo>
                  <a:pt x="10760" y="7004"/>
                </a:lnTo>
                <a:lnTo>
                  <a:pt x="10746" y="7004"/>
                </a:lnTo>
              </a:path>
              <a:path w="21600" h="21600">
                <a:moveTo>
                  <a:pt x="13" y="6955"/>
                </a:moveTo>
                <a:lnTo>
                  <a:pt x="28" y="6955"/>
                </a:lnTo>
                <a:lnTo>
                  <a:pt x="28" y="7004"/>
                </a:lnTo>
                <a:lnTo>
                  <a:pt x="13" y="7004"/>
                </a:lnTo>
              </a:path>
              <a:path w="21600" h="21600">
                <a:moveTo>
                  <a:pt x="12092" y="6953"/>
                </a:moveTo>
                <a:lnTo>
                  <a:pt x="12103" y="6953"/>
                </a:lnTo>
                <a:lnTo>
                  <a:pt x="12103" y="6991"/>
                </a:lnTo>
                <a:lnTo>
                  <a:pt x="12092" y="6991"/>
                </a:lnTo>
              </a:path>
              <a:path w="21600" h="21600">
                <a:moveTo>
                  <a:pt x="16320" y="6946"/>
                </a:moveTo>
                <a:lnTo>
                  <a:pt x="16331" y="6946"/>
                </a:lnTo>
                <a:lnTo>
                  <a:pt x="16331" y="6983"/>
                </a:lnTo>
                <a:lnTo>
                  <a:pt x="16320" y="6983"/>
                </a:lnTo>
              </a:path>
              <a:path w="21600" h="21600">
                <a:moveTo>
                  <a:pt x="5588" y="6946"/>
                </a:moveTo>
                <a:lnTo>
                  <a:pt x="5599" y="6946"/>
                </a:lnTo>
                <a:lnTo>
                  <a:pt x="5599" y="6983"/>
                </a:lnTo>
                <a:lnTo>
                  <a:pt x="5588" y="6983"/>
                </a:lnTo>
              </a:path>
              <a:path w="21600" h="21600">
                <a:moveTo>
                  <a:pt x="2647" y="6781"/>
                </a:moveTo>
                <a:lnTo>
                  <a:pt x="2660" y="6781"/>
                </a:lnTo>
                <a:lnTo>
                  <a:pt x="2660" y="6824"/>
                </a:lnTo>
                <a:lnTo>
                  <a:pt x="2647" y="6824"/>
                </a:lnTo>
              </a:path>
              <a:path w="21600" h="21600">
                <a:moveTo>
                  <a:pt x="13380" y="6781"/>
                </a:moveTo>
                <a:lnTo>
                  <a:pt x="13393" y="6781"/>
                </a:lnTo>
                <a:lnTo>
                  <a:pt x="13393" y="6824"/>
                </a:lnTo>
                <a:lnTo>
                  <a:pt x="13380" y="6824"/>
                </a:lnTo>
              </a:path>
              <a:path w="21600" h="21600">
                <a:moveTo>
                  <a:pt x="7517" y="6771"/>
                </a:moveTo>
                <a:lnTo>
                  <a:pt x="7528" y="6771"/>
                </a:lnTo>
                <a:lnTo>
                  <a:pt x="7528" y="6807"/>
                </a:lnTo>
                <a:lnTo>
                  <a:pt x="7517" y="6807"/>
                </a:lnTo>
              </a:path>
              <a:path w="21600" h="21600">
                <a:moveTo>
                  <a:pt x="18249" y="6771"/>
                </a:moveTo>
                <a:lnTo>
                  <a:pt x="18260" y="6771"/>
                </a:lnTo>
                <a:lnTo>
                  <a:pt x="18260" y="6807"/>
                </a:lnTo>
                <a:lnTo>
                  <a:pt x="18249" y="6807"/>
                </a:lnTo>
              </a:path>
              <a:path w="21600" h="21600">
                <a:moveTo>
                  <a:pt x="10746" y="6771"/>
                </a:moveTo>
                <a:lnTo>
                  <a:pt x="10760" y="6771"/>
                </a:lnTo>
                <a:lnTo>
                  <a:pt x="10760" y="6815"/>
                </a:lnTo>
                <a:lnTo>
                  <a:pt x="10746" y="6815"/>
                </a:lnTo>
              </a:path>
              <a:path w="21600" h="21600">
                <a:moveTo>
                  <a:pt x="14" y="6771"/>
                </a:moveTo>
                <a:lnTo>
                  <a:pt x="27" y="6771"/>
                </a:lnTo>
                <a:lnTo>
                  <a:pt x="27" y="6815"/>
                </a:lnTo>
                <a:lnTo>
                  <a:pt x="14" y="6815"/>
                </a:lnTo>
              </a:path>
              <a:path w="21600" h="21600">
                <a:moveTo>
                  <a:pt x="4363" y="6714"/>
                </a:moveTo>
                <a:lnTo>
                  <a:pt x="4377" y="6714"/>
                </a:lnTo>
                <a:lnTo>
                  <a:pt x="4377" y="6759"/>
                </a:lnTo>
                <a:lnTo>
                  <a:pt x="4363" y="6759"/>
                </a:lnTo>
              </a:path>
              <a:path w="21600" h="21600">
                <a:moveTo>
                  <a:pt x="15096" y="6714"/>
                </a:moveTo>
                <a:lnTo>
                  <a:pt x="15109" y="6714"/>
                </a:lnTo>
                <a:lnTo>
                  <a:pt x="15109" y="6759"/>
                </a:lnTo>
                <a:lnTo>
                  <a:pt x="15096" y="6759"/>
                </a:lnTo>
              </a:path>
              <a:path w="21600" h="21600">
                <a:moveTo>
                  <a:pt x="8502" y="6705"/>
                </a:moveTo>
                <a:lnTo>
                  <a:pt x="8540" y="6705"/>
                </a:lnTo>
                <a:lnTo>
                  <a:pt x="8540" y="6833"/>
                </a:lnTo>
                <a:lnTo>
                  <a:pt x="8502" y="6833"/>
                </a:lnTo>
              </a:path>
              <a:path w="21600" h="21600">
                <a:moveTo>
                  <a:pt x="19234" y="6705"/>
                </a:moveTo>
                <a:lnTo>
                  <a:pt x="19273" y="6705"/>
                </a:lnTo>
                <a:lnTo>
                  <a:pt x="19273" y="6833"/>
                </a:lnTo>
                <a:lnTo>
                  <a:pt x="19234" y="6833"/>
                </a:lnTo>
              </a:path>
              <a:path w="21600" h="21600">
                <a:moveTo>
                  <a:pt x="11314" y="6696"/>
                </a:moveTo>
                <a:lnTo>
                  <a:pt x="11332" y="6696"/>
                </a:lnTo>
                <a:lnTo>
                  <a:pt x="11332" y="6757"/>
                </a:lnTo>
                <a:lnTo>
                  <a:pt x="11314" y="6757"/>
                </a:lnTo>
              </a:path>
              <a:path w="21600" h="21600">
                <a:moveTo>
                  <a:pt x="19961" y="6674"/>
                </a:moveTo>
                <a:lnTo>
                  <a:pt x="19979" y="6674"/>
                </a:lnTo>
                <a:lnTo>
                  <a:pt x="19979" y="6732"/>
                </a:lnTo>
                <a:lnTo>
                  <a:pt x="19961" y="6732"/>
                </a:lnTo>
              </a:path>
              <a:path w="21600" h="21600">
                <a:moveTo>
                  <a:pt x="9229" y="6674"/>
                </a:moveTo>
                <a:lnTo>
                  <a:pt x="9246" y="6674"/>
                </a:lnTo>
                <a:lnTo>
                  <a:pt x="9246" y="6732"/>
                </a:lnTo>
                <a:lnTo>
                  <a:pt x="9229" y="6732"/>
                </a:lnTo>
              </a:path>
              <a:path w="21600" h="21600">
                <a:moveTo>
                  <a:pt x="12092" y="6600"/>
                </a:moveTo>
                <a:lnTo>
                  <a:pt x="12103" y="6600"/>
                </a:lnTo>
                <a:lnTo>
                  <a:pt x="12103" y="6638"/>
                </a:lnTo>
                <a:lnTo>
                  <a:pt x="12092" y="6638"/>
                </a:lnTo>
              </a:path>
              <a:path w="21600" h="21600">
                <a:moveTo>
                  <a:pt x="5588" y="6593"/>
                </a:moveTo>
                <a:lnTo>
                  <a:pt x="5599" y="6593"/>
                </a:lnTo>
                <a:lnTo>
                  <a:pt x="5599" y="6629"/>
                </a:lnTo>
                <a:lnTo>
                  <a:pt x="5588" y="6629"/>
                </a:lnTo>
              </a:path>
              <a:path w="21600" h="21600">
                <a:moveTo>
                  <a:pt x="16320" y="6593"/>
                </a:moveTo>
                <a:lnTo>
                  <a:pt x="16331" y="6593"/>
                </a:lnTo>
                <a:lnTo>
                  <a:pt x="16331" y="6629"/>
                </a:lnTo>
                <a:lnTo>
                  <a:pt x="16320" y="6629"/>
                </a:lnTo>
              </a:path>
              <a:path w="21600" h="21600">
                <a:moveTo>
                  <a:pt x="14" y="6586"/>
                </a:moveTo>
                <a:lnTo>
                  <a:pt x="27" y="6586"/>
                </a:lnTo>
                <a:lnTo>
                  <a:pt x="27" y="6628"/>
                </a:lnTo>
                <a:lnTo>
                  <a:pt x="14" y="6628"/>
                </a:lnTo>
              </a:path>
              <a:path w="21600" h="21600">
                <a:moveTo>
                  <a:pt x="10747" y="6586"/>
                </a:moveTo>
                <a:lnTo>
                  <a:pt x="10759" y="6586"/>
                </a:lnTo>
                <a:lnTo>
                  <a:pt x="10759" y="6628"/>
                </a:lnTo>
                <a:lnTo>
                  <a:pt x="10747" y="6628"/>
                </a:lnTo>
              </a:path>
              <a:path w="21600" h="21600">
                <a:moveTo>
                  <a:pt x="13380" y="6428"/>
                </a:moveTo>
                <a:lnTo>
                  <a:pt x="13392" y="6428"/>
                </a:lnTo>
                <a:lnTo>
                  <a:pt x="13392" y="6470"/>
                </a:lnTo>
                <a:lnTo>
                  <a:pt x="13380" y="6470"/>
                </a:lnTo>
              </a:path>
              <a:path w="21600" h="21600">
                <a:moveTo>
                  <a:pt x="2648" y="6428"/>
                </a:moveTo>
                <a:lnTo>
                  <a:pt x="2660" y="6428"/>
                </a:lnTo>
                <a:lnTo>
                  <a:pt x="2660" y="6470"/>
                </a:lnTo>
                <a:lnTo>
                  <a:pt x="2648" y="6470"/>
                </a:lnTo>
              </a:path>
              <a:path w="21600" h="21600">
                <a:moveTo>
                  <a:pt x="18250" y="6419"/>
                </a:moveTo>
                <a:lnTo>
                  <a:pt x="18260" y="6419"/>
                </a:lnTo>
                <a:lnTo>
                  <a:pt x="18260" y="6453"/>
                </a:lnTo>
                <a:lnTo>
                  <a:pt x="18250" y="6453"/>
                </a:lnTo>
              </a:path>
              <a:path w="21600" h="21600">
                <a:moveTo>
                  <a:pt x="7517" y="6419"/>
                </a:moveTo>
                <a:lnTo>
                  <a:pt x="7527" y="6419"/>
                </a:lnTo>
                <a:lnTo>
                  <a:pt x="7527" y="6453"/>
                </a:lnTo>
                <a:lnTo>
                  <a:pt x="7517" y="6453"/>
                </a:lnTo>
              </a:path>
              <a:path w="21600" h="21600">
                <a:moveTo>
                  <a:pt x="10747" y="6402"/>
                </a:moveTo>
                <a:lnTo>
                  <a:pt x="10759" y="6402"/>
                </a:lnTo>
                <a:lnTo>
                  <a:pt x="10759" y="6439"/>
                </a:lnTo>
                <a:lnTo>
                  <a:pt x="10747" y="6439"/>
                </a:lnTo>
              </a:path>
              <a:path w="21600" h="21600">
                <a:moveTo>
                  <a:pt x="15" y="6402"/>
                </a:moveTo>
                <a:lnTo>
                  <a:pt x="26" y="6402"/>
                </a:lnTo>
                <a:lnTo>
                  <a:pt x="26" y="6439"/>
                </a:lnTo>
                <a:lnTo>
                  <a:pt x="15" y="6439"/>
                </a:lnTo>
              </a:path>
              <a:path w="21600" h="21600">
                <a:moveTo>
                  <a:pt x="15096" y="6362"/>
                </a:moveTo>
                <a:lnTo>
                  <a:pt x="15109" y="6362"/>
                </a:lnTo>
                <a:lnTo>
                  <a:pt x="15109" y="6405"/>
                </a:lnTo>
                <a:lnTo>
                  <a:pt x="15096" y="6405"/>
                </a:lnTo>
              </a:path>
              <a:path w="21600" h="21600">
                <a:moveTo>
                  <a:pt x="4363" y="6362"/>
                </a:moveTo>
                <a:lnTo>
                  <a:pt x="4376" y="6362"/>
                </a:lnTo>
                <a:lnTo>
                  <a:pt x="4376" y="6405"/>
                </a:lnTo>
                <a:lnTo>
                  <a:pt x="4363" y="6405"/>
                </a:lnTo>
              </a:path>
              <a:path w="21600" h="21600">
                <a:moveTo>
                  <a:pt x="11314" y="6344"/>
                </a:moveTo>
                <a:lnTo>
                  <a:pt x="11332" y="6344"/>
                </a:lnTo>
                <a:lnTo>
                  <a:pt x="11332" y="6403"/>
                </a:lnTo>
                <a:lnTo>
                  <a:pt x="11314" y="6403"/>
                </a:lnTo>
              </a:path>
              <a:path w="21600" h="21600">
                <a:moveTo>
                  <a:pt x="8502" y="6323"/>
                </a:moveTo>
                <a:lnTo>
                  <a:pt x="8539" y="6323"/>
                </a:lnTo>
                <a:lnTo>
                  <a:pt x="8539" y="6446"/>
                </a:lnTo>
                <a:lnTo>
                  <a:pt x="8502" y="6446"/>
                </a:lnTo>
              </a:path>
              <a:path w="21600" h="21600">
                <a:moveTo>
                  <a:pt x="19235" y="6323"/>
                </a:moveTo>
                <a:lnTo>
                  <a:pt x="19272" y="6323"/>
                </a:lnTo>
                <a:lnTo>
                  <a:pt x="19272" y="6446"/>
                </a:lnTo>
                <a:lnTo>
                  <a:pt x="19235" y="6446"/>
                </a:lnTo>
              </a:path>
              <a:path w="21600" h="21600">
                <a:moveTo>
                  <a:pt x="19962" y="6321"/>
                </a:moveTo>
                <a:lnTo>
                  <a:pt x="19979" y="6321"/>
                </a:lnTo>
                <a:lnTo>
                  <a:pt x="19979" y="6378"/>
                </a:lnTo>
                <a:lnTo>
                  <a:pt x="19962" y="6378"/>
                </a:lnTo>
              </a:path>
              <a:path w="21600" h="21600">
                <a:moveTo>
                  <a:pt x="9229" y="6321"/>
                </a:moveTo>
                <a:lnTo>
                  <a:pt x="9246" y="6321"/>
                </a:lnTo>
                <a:lnTo>
                  <a:pt x="9246" y="6378"/>
                </a:lnTo>
                <a:lnTo>
                  <a:pt x="9229" y="6378"/>
                </a:lnTo>
              </a:path>
              <a:path w="21600" h="21600">
                <a:moveTo>
                  <a:pt x="12092" y="6248"/>
                </a:moveTo>
                <a:lnTo>
                  <a:pt x="12103" y="6248"/>
                </a:lnTo>
                <a:lnTo>
                  <a:pt x="12103" y="6284"/>
                </a:lnTo>
                <a:lnTo>
                  <a:pt x="12092" y="6284"/>
                </a:lnTo>
              </a:path>
              <a:path w="21600" h="21600">
                <a:moveTo>
                  <a:pt x="5588" y="6241"/>
                </a:moveTo>
                <a:lnTo>
                  <a:pt x="5599" y="6241"/>
                </a:lnTo>
                <a:lnTo>
                  <a:pt x="5599" y="6275"/>
                </a:lnTo>
                <a:lnTo>
                  <a:pt x="5588" y="6275"/>
                </a:lnTo>
              </a:path>
              <a:path w="21600" h="21600">
                <a:moveTo>
                  <a:pt x="16321" y="6241"/>
                </a:moveTo>
                <a:lnTo>
                  <a:pt x="16331" y="6241"/>
                </a:lnTo>
                <a:lnTo>
                  <a:pt x="16331" y="6275"/>
                </a:lnTo>
                <a:lnTo>
                  <a:pt x="16321" y="6275"/>
                </a:lnTo>
              </a:path>
              <a:path w="21600" h="21600">
                <a:moveTo>
                  <a:pt x="10748" y="6218"/>
                </a:moveTo>
                <a:lnTo>
                  <a:pt x="10758" y="6218"/>
                </a:lnTo>
                <a:lnTo>
                  <a:pt x="10758" y="6251"/>
                </a:lnTo>
                <a:lnTo>
                  <a:pt x="10748" y="6251"/>
                </a:lnTo>
              </a:path>
              <a:path w="21600" h="21600">
                <a:moveTo>
                  <a:pt x="16" y="6218"/>
                </a:moveTo>
                <a:lnTo>
                  <a:pt x="26" y="6218"/>
                </a:lnTo>
                <a:lnTo>
                  <a:pt x="26" y="6251"/>
                </a:lnTo>
                <a:lnTo>
                  <a:pt x="16" y="6251"/>
                </a:lnTo>
              </a:path>
              <a:path w="21600" h="21600">
                <a:moveTo>
                  <a:pt x="13380" y="6076"/>
                </a:moveTo>
                <a:lnTo>
                  <a:pt x="13392" y="6076"/>
                </a:lnTo>
                <a:lnTo>
                  <a:pt x="13392" y="6116"/>
                </a:lnTo>
                <a:lnTo>
                  <a:pt x="13380" y="6116"/>
                </a:lnTo>
              </a:path>
              <a:path w="21600" h="21600">
                <a:moveTo>
                  <a:pt x="2648" y="6076"/>
                </a:moveTo>
                <a:lnTo>
                  <a:pt x="2660" y="6076"/>
                </a:lnTo>
                <a:lnTo>
                  <a:pt x="2660" y="6116"/>
                </a:lnTo>
                <a:lnTo>
                  <a:pt x="2648" y="6116"/>
                </a:lnTo>
              </a:path>
              <a:path w="21600" h="21600">
                <a:moveTo>
                  <a:pt x="7517" y="6066"/>
                </a:moveTo>
                <a:lnTo>
                  <a:pt x="7527" y="6066"/>
                </a:lnTo>
                <a:lnTo>
                  <a:pt x="7527" y="6099"/>
                </a:lnTo>
                <a:lnTo>
                  <a:pt x="7517" y="6099"/>
                </a:lnTo>
              </a:path>
              <a:path w="21600" h="21600">
                <a:moveTo>
                  <a:pt x="18250" y="6066"/>
                </a:moveTo>
                <a:lnTo>
                  <a:pt x="18260" y="6066"/>
                </a:lnTo>
                <a:lnTo>
                  <a:pt x="18260" y="6099"/>
                </a:lnTo>
                <a:lnTo>
                  <a:pt x="18250" y="6099"/>
                </a:lnTo>
              </a:path>
              <a:path w="21600" h="21600">
                <a:moveTo>
                  <a:pt x="16" y="6034"/>
                </a:moveTo>
                <a:lnTo>
                  <a:pt x="25" y="6034"/>
                </a:lnTo>
                <a:lnTo>
                  <a:pt x="25" y="6063"/>
                </a:lnTo>
                <a:lnTo>
                  <a:pt x="16" y="6063"/>
                </a:lnTo>
              </a:path>
              <a:path w="21600" h="21600">
                <a:moveTo>
                  <a:pt x="10749" y="6034"/>
                </a:moveTo>
                <a:lnTo>
                  <a:pt x="10757" y="6034"/>
                </a:lnTo>
                <a:lnTo>
                  <a:pt x="10757" y="6063"/>
                </a:lnTo>
                <a:lnTo>
                  <a:pt x="10749" y="6063"/>
                </a:lnTo>
              </a:path>
              <a:path w="21600" h="21600">
                <a:moveTo>
                  <a:pt x="4364" y="6010"/>
                </a:moveTo>
                <a:lnTo>
                  <a:pt x="4376" y="6010"/>
                </a:lnTo>
                <a:lnTo>
                  <a:pt x="4376" y="6051"/>
                </a:lnTo>
                <a:lnTo>
                  <a:pt x="4364" y="6051"/>
                </a:lnTo>
              </a:path>
              <a:path w="21600" h="21600">
                <a:moveTo>
                  <a:pt x="15096" y="6010"/>
                </a:moveTo>
                <a:lnTo>
                  <a:pt x="15109" y="6010"/>
                </a:lnTo>
                <a:lnTo>
                  <a:pt x="15109" y="6051"/>
                </a:lnTo>
                <a:lnTo>
                  <a:pt x="15096" y="6051"/>
                </a:lnTo>
              </a:path>
              <a:path w="21600" h="21600">
                <a:moveTo>
                  <a:pt x="11314" y="5991"/>
                </a:moveTo>
                <a:lnTo>
                  <a:pt x="11331" y="5991"/>
                </a:lnTo>
                <a:lnTo>
                  <a:pt x="11331" y="6049"/>
                </a:lnTo>
                <a:lnTo>
                  <a:pt x="11314" y="6049"/>
                </a:lnTo>
              </a:path>
              <a:path w="21600" h="21600">
                <a:moveTo>
                  <a:pt x="21576" y="5978"/>
                </a:moveTo>
                <a:lnTo>
                  <a:pt x="21600" y="5978"/>
                </a:lnTo>
                <a:lnTo>
                  <a:pt x="21600" y="6054"/>
                </a:lnTo>
                <a:lnTo>
                  <a:pt x="21576" y="6054"/>
                </a:lnTo>
              </a:path>
              <a:path w="21600" h="21600">
                <a:moveTo>
                  <a:pt x="19962" y="5969"/>
                </a:moveTo>
                <a:lnTo>
                  <a:pt x="19978" y="5969"/>
                </a:lnTo>
                <a:lnTo>
                  <a:pt x="19978" y="6024"/>
                </a:lnTo>
                <a:lnTo>
                  <a:pt x="19962" y="6024"/>
                </a:lnTo>
              </a:path>
              <a:path w="21600" h="21600">
                <a:moveTo>
                  <a:pt x="9229" y="5969"/>
                </a:moveTo>
                <a:lnTo>
                  <a:pt x="9246" y="5969"/>
                </a:lnTo>
                <a:lnTo>
                  <a:pt x="9246" y="6024"/>
                </a:lnTo>
                <a:lnTo>
                  <a:pt x="9229" y="6024"/>
                </a:lnTo>
              </a:path>
              <a:path w="21600" h="21600">
                <a:moveTo>
                  <a:pt x="8503" y="5940"/>
                </a:moveTo>
                <a:lnTo>
                  <a:pt x="8539" y="5940"/>
                </a:lnTo>
                <a:lnTo>
                  <a:pt x="8539" y="6060"/>
                </a:lnTo>
                <a:lnTo>
                  <a:pt x="8503" y="6060"/>
                </a:lnTo>
              </a:path>
              <a:path w="21600" h="21600">
                <a:moveTo>
                  <a:pt x="19235" y="5940"/>
                </a:moveTo>
                <a:lnTo>
                  <a:pt x="19271" y="5940"/>
                </a:lnTo>
                <a:lnTo>
                  <a:pt x="19271" y="6060"/>
                </a:lnTo>
                <a:lnTo>
                  <a:pt x="19235" y="6060"/>
                </a:lnTo>
              </a:path>
              <a:path w="21600" h="21600">
                <a:moveTo>
                  <a:pt x="12092" y="5895"/>
                </a:moveTo>
                <a:lnTo>
                  <a:pt x="12103" y="5895"/>
                </a:lnTo>
                <a:lnTo>
                  <a:pt x="12103" y="5930"/>
                </a:lnTo>
                <a:lnTo>
                  <a:pt x="12092" y="5930"/>
                </a:lnTo>
              </a:path>
              <a:path w="21600" h="21600">
                <a:moveTo>
                  <a:pt x="16321" y="5889"/>
                </a:moveTo>
                <a:lnTo>
                  <a:pt x="16331" y="5889"/>
                </a:lnTo>
                <a:lnTo>
                  <a:pt x="16331" y="5922"/>
                </a:lnTo>
                <a:lnTo>
                  <a:pt x="16321" y="5922"/>
                </a:lnTo>
              </a:path>
              <a:path w="21600" h="21600">
                <a:moveTo>
                  <a:pt x="5588" y="5889"/>
                </a:moveTo>
                <a:lnTo>
                  <a:pt x="5598" y="5889"/>
                </a:lnTo>
                <a:lnTo>
                  <a:pt x="5598" y="5922"/>
                </a:lnTo>
                <a:lnTo>
                  <a:pt x="5588" y="5922"/>
                </a:lnTo>
              </a:path>
              <a:path w="21600" h="21600">
                <a:moveTo>
                  <a:pt x="10749" y="5850"/>
                </a:moveTo>
                <a:lnTo>
                  <a:pt x="10757" y="5850"/>
                </a:lnTo>
                <a:lnTo>
                  <a:pt x="10757" y="5875"/>
                </a:lnTo>
                <a:lnTo>
                  <a:pt x="10749" y="5875"/>
                </a:lnTo>
              </a:path>
              <a:path w="21600" h="21600">
                <a:moveTo>
                  <a:pt x="17" y="5850"/>
                </a:moveTo>
                <a:lnTo>
                  <a:pt x="24" y="5850"/>
                </a:lnTo>
                <a:lnTo>
                  <a:pt x="24" y="5875"/>
                </a:lnTo>
                <a:lnTo>
                  <a:pt x="17" y="5875"/>
                </a:lnTo>
              </a:path>
              <a:path w="21600" h="21600">
                <a:moveTo>
                  <a:pt x="13380" y="5723"/>
                </a:moveTo>
                <a:lnTo>
                  <a:pt x="13392" y="5723"/>
                </a:lnTo>
                <a:lnTo>
                  <a:pt x="13392" y="5762"/>
                </a:lnTo>
                <a:lnTo>
                  <a:pt x="13380" y="5762"/>
                </a:lnTo>
              </a:path>
              <a:path w="21600" h="21600">
                <a:moveTo>
                  <a:pt x="2648" y="5723"/>
                </a:moveTo>
                <a:lnTo>
                  <a:pt x="2660" y="5723"/>
                </a:lnTo>
                <a:lnTo>
                  <a:pt x="2660" y="5762"/>
                </a:lnTo>
                <a:lnTo>
                  <a:pt x="2648" y="5762"/>
                </a:lnTo>
              </a:path>
              <a:path w="21600" h="21600">
                <a:moveTo>
                  <a:pt x="10750" y="5665"/>
                </a:moveTo>
                <a:lnTo>
                  <a:pt x="10756" y="5665"/>
                </a:lnTo>
                <a:lnTo>
                  <a:pt x="10756" y="5687"/>
                </a:lnTo>
                <a:lnTo>
                  <a:pt x="10750" y="5687"/>
                </a:lnTo>
              </a:path>
              <a:path w="21600" h="21600">
                <a:moveTo>
                  <a:pt x="17" y="5665"/>
                </a:moveTo>
                <a:lnTo>
                  <a:pt x="24" y="5665"/>
                </a:lnTo>
                <a:lnTo>
                  <a:pt x="24" y="5687"/>
                </a:lnTo>
                <a:lnTo>
                  <a:pt x="17" y="5687"/>
                </a:lnTo>
              </a:path>
              <a:path w="21600" h="21600">
                <a:moveTo>
                  <a:pt x="4364" y="5657"/>
                </a:moveTo>
                <a:lnTo>
                  <a:pt x="4376" y="5657"/>
                </a:lnTo>
                <a:lnTo>
                  <a:pt x="4376" y="5697"/>
                </a:lnTo>
                <a:lnTo>
                  <a:pt x="4364" y="5697"/>
                </a:lnTo>
              </a:path>
              <a:path w="21600" h="21600">
                <a:moveTo>
                  <a:pt x="15096" y="5657"/>
                </a:moveTo>
                <a:lnTo>
                  <a:pt x="15108" y="5657"/>
                </a:lnTo>
                <a:lnTo>
                  <a:pt x="15108" y="5697"/>
                </a:lnTo>
                <a:lnTo>
                  <a:pt x="15096" y="5697"/>
                </a:lnTo>
              </a:path>
              <a:path w="21600" h="21600">
                <a:moveTo>
                  <a:pt x="11314" y="5639"/>
                </a:moveTo>
                <a:lnTo>
                  <a:pt x="11331" y="5639"/>
                </a:lnTo>
                <a:lnTo>
                  <a:pt x="11331" y="5695"/>
                </a:lnTo>
                <a:lnTo>
                  <a:pt x="11314" y="5695"/>
                </a:lnTo>
              </a:path>
              <a:path w="21600" h="21600">
                <a:moveTo>
                  <a:pt x="19962" y="5617"/>
                </a:moveTo>
                <a:lnTo>
                  <a:pt x="19978" y="5617"/>
                </a:lnTo>
                <a:lnTo>
                  <a:pt x="19978" y="5670"/>
                </a:lnTo>
                <a:lnTo>
                  <a:pt x="19962" y="5670"/>
                </a:lnTo>
              </a:path>
              <a:path w="21600" h="21600">
                <a:moveTo>
                  <a:pt x="9230" y="5617"/>
                </a:moveTo>
                <a:lnTo>
                  <a:pt x="9246" y="5617"/>
                </a:lnTo>
                <a:lnTo>
                  <a:pt x="9246" y="5670"/>
                </a:lnTo>
                <a:lnTo>
                  <a:pt x="9230" y="5670"/>
                </a:lnTo>
              </a:path>
              <a:path w="21600" h="21600">
                <a:moveTo>
                  <a:pt x="21577" y="5595"/>
                </a:moveTo>
                <a:lnTo>
                  <a:pt x="21599" y="5595"/>
                </a:lnTo>
                <a:lnTo>
                  <a:pt x="21599" y="5668"/>
                </a:lnTo>
                <a:lnTo>
                  <a:pt x="21577" y="5668"/>
                </a:lnTo>
              </a:path>
              <a:path w="21600" h="21600">
                <a:moveTo>
                  <a:pt x="8503" y="5557"/>
                </a:moveTo>
                <a:lnTo>
                  <a:pt x="8538" y="5557"/>
                </a:lnTo>
                <a:lnTo>
                  <a:pt x="8538" y="5673"/>
                </a:lnTo>
                <a:lnTo>
                  <a:pt x="8503" y="5673"/>
                </a:lnTo>
              </a:path>
              <a:path w="21600" h="21600">
                <a:moveTo>
                  <a:pt x="19236" y="5557"/>
                </a:moveTo>
                <a:lnTo>
                  <a:pt x="19271" y="5557"/>
                </a:lnTo>
                <a:lnTo>
                  <a:pt x="19271" y="5673"/>
                </a:lnTo>
                <a:lnTo>
                  <a:pt x="19236" y="5673"/>
                </a:lnTo>
              </a:path>
              <a:path w="21600" h="21600">
                <a:moveTo>
                  <a:pt x="12093" y="5543"/>
                </a:moveTo>
                <a:lnTo>
                  <a:pt x="12103" y="5543"/>
                </a:lnTo>
                <a:lnTo>
                  <a:pt x="12103" y="5576"/>
                </a:lnTo>
                <a:lnTo>
                  <a:pt x="12093" y="5576"/>
                </a:lnTo>
              </a:path>
              <a:path w="21600" h="21600">
                <a:moveTo>
                  <a:pt x="10750" y="5481"/>
                </a:moveTo>
                <a:lnTo>
                  <a:pt x="10756" y="5481"/>
                </a:lnTo>
                <a:lnTo>
                  <a:pt x="10756" y="5499"/>
                </a:lnTo>
                <a:lnTo>
                  <a:pt x="10750" y="5499"/>
                </a:lnTo>
              </a:path>
              <a:path w="21600" h="21600">
                <a:moveTo>
                  <a:pt x="18" y="5481"/>
                </a:moveTo>
                <a:lnTo>
                  <a:pt x="23" y="5481"/>
                </a:lnTo>
                <a:lnTo>
                  <a:pt x="23" y="5499"/>
                </a:lnTo>
                <a:lnTo>
                  <a:pt x="18" y="5499"/>
                </a:lnTo>
              </a:path>
              <a:path w="21600" h="21600">
                <a:moveTo>
                  <a:pt x="13381" y="5371"/>
                </a:moveTo>
                <a:lnTo>
                  <a:pt x="13392" y="5371"/>
                </a:lnTo>
                <a:lnTo>
                  <a:pt x="13392" y="5408"/>
                </a:lnTo>
                <a:lnTo>
                  <a:pt x="13381" y="5408"/>
                </a:lnTo>
              </a:path>
              <a:path w="21600" h="21600">
                <a:moveTo>
                  <a:pt x="2648" y="5371"/>
                </a:moveTo>
                <a:lnTo>
                  <a:pt x="2659" y="5371"/>
                </a:lnTo>
                <a:lnTo>
                  <a:pt x="2659" y="5408"/>
                </a:lnTo>
                <a:lnTo>
                  <a:pt x="2648" y="5408"/>
                </a:lnTo>
              </a:path>
              <a:path w="21600" h="21600">
                <a:moveTo>
                  <a:pt x="4364" y="5305"/>
                </a:moveTo>
                <a:lnTo>
                  <a:pt x="4376" y="5305"/>
                </a:lnTo>
                <a:lnTo>
                  <a:pt x="4376" y="5343"/>
                </a:lnTo>
                <a:lnTo>
                  <a:pt x="4364" y="5343"/>
                </a:lnTo>
              </a:path>
              <a:path w="21600" h="21600">
                <a:moveTo>
                  <a:pt x="15097" y="5305"/>
                </a:moveTo>
                <a:lnTo>
                  <a:pt x="15108" y="5305"/>
                </a:lnTo>
                <a:lnTo>
                  <a:pt x="15108" y="5343"/>
                </a:lnTo>
                <a:lnTo>
                  <a:pt x="15097" y="5343"/>
                </a:lnTo>
              </a:path>
              <a:path w="21600" h="21600">
                <a:moveTo>
                  <a:pt x="11314" y="5286"/>
                </a:moveTo>
                <a:lnTo>
                  <a:pt x="11331" y="5286"/>
                </a:lnTo>
                <a:lnTo>
                  <a:pt x="11331" y="5341"/>
                </a:lnTo>
                <a:lnTo>
                  <a:pt x="11314" y="5341"/>
                </a:lnTo>
              </a:path>
              <a:path w="21600" h="21600">
                <a:moveTo>
                  <a:pt x="19962" y="5264"/>
                </a:moveTo>
                <a:lnTo>
                  <a:pt x="19978" y="5264"/>
                </a:lnTo>
                <a:lnTo>
                  <a:pt x="19978" y="5316"/>
                </a:lnTo>
                <a:lnTo>
                  <a:pt x="19962" y="5316"/>
                </a:lnTo>
              </a:path>
              <a:path w="21600" h="21600">
                <a:moveTo>
                  <a:pt x="9230" y="5264"/>
                </a:moveTo>
                <a:lnTo>
                  <a:pt x="9245" y="5264"/>
                </a:lnTo>
                <a:lnTo>
                  <a:pt x="9245" y="5316"/>
                </a:lnTo>
                <a:lnTo>
                  <a:pt x="9230" y="5316"/>
                </a:lnTo>
              </a:path>
              <a:path w="21600" h="21600">
                <a:moveTo>
                  <a:pt x="21578" y="5212"/>
                </a:moveTo>
                <a:lnTo>
                  <a:pt x="21598" y="5212"/>
                </a:lnTo>
                <a:lnTo>
                  <a:pt x="21598" y="5281"/>
                </a:lnTo>
                <a:lnTo>
                  <a:pt x="21578" y="5281"/>
                </a:lnTo>
              </a:path>
              <a:path w="21600" h="21600">
                <a:moveTo>
                  <a:pt x="8504" y="5174"/>
                </a:moveTo>
                <a:lnTo>
                  <a:pt x="8538" y="5174"/>
                </a:lnTo>
                <a:lnTo>
                  <a:pt x="8538" y="5286"/>
                </a:lnTo>
                <a:lnTo>
                  <a:pt x="8504" y="5286"/>
                </a:lnTo>
              </a:path>
              <a:path w="21600" h="21600">
                <a:moveTo>
                  <a:pt x="19236" y="5174"/>
                </a:moveTo>
                <a:lnTo>
                  <a:pt x="19270" y="5174"/>
                </a:lnTo>
                <a:lnTo>
                  <a:pt x="19270" y="5286"/>
                </a:lnTo>
                <a:lnTo>
                  <a:pt x="19236" y="5286"/>
                </a:lnTo>
              </a:path>
              <a:path w="21600" h="21600">
                <a:moveTo>
                  <a:pt x="13381" y="5018"/>
                </a:moveTo>
                <a:lnTo>
                  <a:pt x="13392" y="5018"/>
                </a:lnTo>
                <a:lnTo>
                  <a:pt x="13392" y="5054"/>
                </a:lnTo>
                <a:lnTo>
                  <a:pt x="13381" y="5054"/>
                </a:lnTo>
              </a:path>
              <a:path w="21600" h="21600">
                <a:moveTo>
                  <a:pt x="2648" y="5018"/>
                </a:moveTo>
                <a:lnTo>
                  <a:pt x="2659" y="5018"/>
                </a:lnTo>
                <a:lnTo>
                  <a:pt x="2659" y="5054"/>
                </a:lnTo>
                <a:lnTo>
                  <a:pt x="2648" y="5054"/>
                </a:lnTo>
              </a:path>
              <a:path w="21600" h="21600">
                <a:moveTo>
                  <a:pt x="4364" y="4952"/>
                </a:moveTo>
                <a:lnTo>
                  <a:pt x="4376" y="4952"/>
                </a:lnTo>
                <a:lnTo>
                  <a:pt x="4376" y="4990"/>
                </a:lnTo>
                <a:lnTo>
                  <a:pt x="4364" y="4990"/>
                </a:lnTo>
              </a:path>
              <a:path w="21600" h="21600">
                <a:moveTo>
                  <a:pt x="15097" y="4952"/>
                </a:moveTo>
                <a:lnTo>
                  <a:pt x="15108" y="4952"/>
                </a:lnTo>
                <a:lnTo>
                  <a:pt x="15108" y="4990"/>
                </a:lnTo>
                <a:lnTo>
                  <a:pt x="15097" y="4990"/>
                </a:lnTo>
              </a:path>
              <a:path w="21600" h="21600">
                <a:moveTo>
                  <a:pt x="11315" y="4934"/>
                </a:moveTo>
                <a:lnTo>
                  <a:pt x="11331" y="4934"/>
                </a:lnTo>
                <a:lnTo>
                  <a:pt x="11331" y="4988"/>
                </a:lnTo>
                <a:lnTo>
                  <a:pt x="11315" y="4988"/>
                </a:lnTo>
              </a:path>
              <a:path w="21600" h="21600">
                <a:moveTo>
                  <a:pt x="19963" y="4912"/>
                </a:moveTo>
                <a:lnTo>
                  <a:pt x="19978" y="4912"/>
                </a:lnTo>
                <a:lnTo>
                  <a:pt x="19978" y="4962"/>
                </a:lnTo>
                <a:lnTo>
                  <a:pt x="19963" y="4962"/>
                </a:lnTo>
              </a:path>
              <a:path w="21600" h="21600">
                <a:moveTo>
                  <a:pt x="9230" y="4912"/>
                </a:moveTo>
                <a:lnTo>
                  <a:pt x="9245" y="4912"/>
                </a:lnTo>
                <a:lnTo>
                  <a:pt x="9245" y="4962"/>
                </a:lnTo>
                <a:lnTo>
                  <a:pt x="9230" y="4962"/>
                </a:lnTo>
              </a:path>
              <a:path w="21600" h="21600">
                <a:moveTo>
                  <a:pt x="21578" y="4830"/>
                </a:moveTo>
                <a:lnTo>
                  <a:pt x="21598" y="4830"/>
                </a:lnTo>
                <a:lnTo>
                  <a:pt x="21598" y="4894"/>
                </a:lnTo>
                <a:lnTo>
                  <a:pt x="21578" y="4894"/>
                </a:lnTo>
              </a:path>
              <a:path w="21600" h="21600">
                <a:moveTo>
                  <a:pt x="8505" y="4792"/>
                </a:moveTo>
                <a:lnTo>
                  <a:pt x="8537" y="4792"/>
                </a:lnTo>
                <a:lnTo>
                  <a:pt x="8537" y="4900"/>
                </a:lnTo>
                <a:lnTo>
                  <a:pt x="8505" y="4900"/>
                </a:lnTo>
              </a:path>
              <a:path w="21600" h="21600">
                <a:moveTo>
                  <a:pt x="19237" y="4792"/>
                </a:moveTo>
                <a:lnTo>
                  <a:pt x="19270" y="4792"/>
                </a:lnTo>
                <a:lnTo>
                  <a:pt x="19270" y="4900"/>
                </a:lnTo>
                <a:lnTo>
                  <a:pt x="19237" y="4900"/>
                </a:lnTo>
              </a:path>
              <a:path w="21600" h="21600">
                <a:moveTo>
                  <a:pt x="2649" y="4666"/>
                </a:moveTo>
                <a:lnTo>
                  <a:pt x="2659" y="4666"/>
                </a:lnTo>
                <a:lnTo>
                  <a:pt x="2659" y="4700"/>
                </a:lnTo>
                <a:lnTo>
                  <a:pt x="2649" y="4700"/>
                </a:lnTo>
              </a:path>
              <a:path w="21600" h="21600">
                <a:moveTo>
                  <a:pt x="13381" y="4666"/>
                </a:moveTo>
                <a:lnTo>
                  <a:pt x="13391" y="4666"/>
                </a:lnTo>
                <a:lnTo>
                  <a:pt x="13391" y="4700"/>
                </a:lnTo>
                <a:lnTo>
                  <a:pt x="13381" y="4700"/>
                </a:lnTo>
              </a:path>
              <a:path w="21600" h="21600">
                <a:moveTo>
                  <a:pt x="4365" y="4600"/>
                </a:moveTo>
                <a:lnTo>
                  <a:pt x="4375" y="4600"/>
                </a:lnTo>
                <a:lnTo>
                  <a:pt x="4375" y="4635"/>
                </a:lnTo>
                <a:lnTo>
                  <a:pt x="4365" y="4635"/>
                </a:lnTo>
              </a:path>
              <a:path w="21600" h="21600">
                <a:moveTo>
                  <a:pt x="15097" y="4600"/>
                </a:moveTo>
                <a:lnTo>
                  <a:pt x="15108" y="4600"/>
                </a:lnTo>
                <a:lnTo>
                  <a:pt x="15108" y="4635"/>
                </a:lnTo>
                <a:lnTo>
                  <a:pt x="15097" y="4635"/>
                </a:lnTo>
              </a:path>
              <a:path w="21600" h="21600">
                <a:moveTo>
                  <a:pt x="11315" y="4582"/>
                </a:moveTo>
                <a:lnTo>
                  <a:pt x="11331" y="4582"/>
                </a:lnTo>
                <a:lnTo>
                  <a:pt x="11331" y="4634"/>
                </a:lnTo>
                <a:lnTo>
                  <a:pt x="11315" y="4634"/>
                </a:lnTo>
              </a:path>
              <a:path w="21600" h="21600">
                <a:moveTo>
                  <a:pt x="19963" y="4559"/>
                </a:moveTo>
                <a:lnTo>
                  <a:pt x="19978" y="4559"/>
                </a:lnTo>
                <a:lnTo>
                  <a:pt x="19978" y="4608"/>
                </a:lnTo>
                <a:lnTo>
                  <a:pt x="19963" y="4608"/>
                </a:lnTo>
              </a:path>
              <a:path w="21600" h="21600">
                <a:moveTo>
                  <a:pt x="9230" y="4559"/>
                </a:moveTo>
                <a:lnTo>
                  <a:pt x="9245" y="4559"/>
                </a:lnTo>
                <a:lnTo>
                  <a:pt x="9245" y="4608"/>
                </a:lnTo>
                <a:lnTo>
                  <a:pt x="9230" y="4608"/>
                </a:lnTo>
              </a:path>
              <a:path w="21600" h="21600">
                <a:moveTo>
                  <a:pt x="21579" y="4447"/>
                </a:moveTo>
                <a:lnTo>
                  <a:pt x="21597" y="4447"/>
                </a:lnTo>
                <a:lnTo>
                  <a:pt x="21597" y="4508"/>
                </a:lnTo>
                <a:lnTo>
                  <a:pt x="21579" y="4508"/>
                </a:lnTo>
              </a:path>
              <a:path w="21600" h="21600">
                <a:moveTo>
                  <a:pt x="8505" y="4409"/>
                </a:moveTo>
                <a:lnTo>
                  <a:pt x="8536" y="4409"/>
                </a:lnTo>
                <a:lnTo>
                  <a:pt x="8536" y="4513"/>
                </a:lnTo>
                <a:lnTo>
                  <a:pt x="8505" y="4513"/>
                </a:lnTo>
              </a:path>
              <a:path w="21600" h="21600">
                <a:moveTo>
                  <a:pt x="19238" y="4409"/>
                </a:moveTo>
                <a:lnTo>
                  <a:pt x="19269" y="4409"/>
                </a:lnTo>
                <a:lnTo>
                  <a:pt x="19269" y="4513"/>
                </a:lnTo>
                <a:lnTo>
                  <a:pt x="19238" y="4513"/>
                </a:lnTo>
              </a:path>
              <a:path w="21600" h="21600">
                <a:moveTo>
                  <a:pt x="2649" y="4314"/>
                </a:moveTo>
                <a:lnTo>
                  <a:pt x="2659" y="4314"/>
                </a:lnTo>
                <a:lnTo>
                  <a:pt x="2659" y="4347"/>
                </a:lnTo>
                <a:lnTo>
                  <a:pt x="2649" y="4347"/>
                </a:lnTo>
              </a:path>
              <a:path w="21600" h="21600">
                <a:moveTo>
                  <a:pt x="13381" y="4314"/>
                </a:moveTo>
                <a:lnTo>
                  <a:pt x="13391" y="4314"/>
                </a:lnTo>
                <a:lnTo>
                  <a:pt x="13391" y="4347"/>
                </a:lnTo>
                <a:lnTo>
                  <a:pt x="13381" y="4347"/>
                </a:lnTo>
              </a:path>
              <a:path w="21600" h="21600">
                <a:moveTo>
                  <a:pt x="4365" y="4247"/>
                </a:moveTo>
                <a:lnTo>
                  <a:pt x="4375" y="4247"/>
                </a:lnTo>
                <a:lnTo>
                  <a:pt x="4375" y="4282"/>
                </a:lnTo>
                <a:lnTo>
                  <a:pt x="4365" y="4282"/>
                </a:lnTo>
              </a:path>
              <a:path w="21600" h="21600">
                <a:moveTo>
                  <a:pt x="15097" y="4247"/>
                </a:moveTo>
                <a:lnTo>
                  <a:pt x="15108" y="4247"/>
                </a:lnTo>
                <a:lnTo>
                  <a:pt x="15108" y="4282"/>
                </a:lnTo>
                <a:lnTo>
                  <a:pt x="15097" y="4282"/>
                </a:lnTo>
              </a:path>
              <a:path w="21600" h="21600">
                <a:moveTo>
                  <a:pt x="11315" y="4229"/>
                </a:moveTo>
                <a:lnTo>
                  <a:pt x="11330" y="4229"/>
                </a:lnTo>
                <a:lnTo>
                  <a:pt x="11330" y="4279"/>
                </a:lnTo>
                <a:lnTo>
                  <a:pt x="11315" y="4279"/>
                </a:lnTo>
              </a:path>
              <a:path w="21600" h="21600">
                <a:moveTo>
                  <a:pt x="19963" y="4207"/>
                </a:moveTo>
                <a:lnTo>
                  <a:pt x="19977" y="4207"/>
                </a:lnTo>
                <a:lnTo>
                  <a:pt x="19977" y="4254"/>
                </a:lnTo>
                <a:lnTo>
                  <a:pt x="19963" y="4254"/>
                </a:lnTo>
              </a:path>
              <a:path w="21600" h="21600">
                <a:moveTo>
                  <a:pt x="9230" y="4207"/>
                </a:moveTo>
                <a:lnTo>
                  <a:pt x="9245" y="4207"/>
                </a:lnTo>
                <a:lnTo>
                  <a:pt x="9245" y="4254"/>
                </a:lnTo>
                <a:lnTo>
                  <a:pt x="9230" y="4254"/>
                </a:lnTo>
              </a:path>
              <a:path w="21600" h="21600">
                <a:moveTo>
                  <a:pt x="21579" y="4064"/>
                </a:moveTo>
                <a:lnTo>
                  <a:pt x="21597" y="4064"/>
                </a:lnTo>
                <a:lnTo>
                  <a:pt x="21597" y="4121"/>
                </a:lnTo>
                <a:lnTo>
                  <a:pt x="21579" y="4121"/>
                </a:lnTo>
              </a:path>
              <a:path w="21600" h="21600">
                <a:moveTo>
                  <a:pt x="8506" y="4026"/>
                </a:moveTo>
                <a:lnTo>
                  <a:pt x="8536" y="4026"/>
                </a:lnTo>
                <a:lnTo>
                  <a:pt x="8536" y="4126"/>
                </a:lnTo>
                <a:lnTo>
                  <a:pt x="8506" y="4126"/>
                </a:lnTo>
              </a:path>
              <a:path w="21600" h="21600">
                <a:moveTo>
                  <a:pt x="19238" y="4026"/>
                </a:moveTo>
                <a:lnTo>
                  <a:pt x="19268" y="4026"/>
                </a:lnTo>
                <a:lnTo>
                  <a:pt x="19268" y="4126"/>
                </a:lnTo>
                <a:lnTo>
                  <a:pt x="19238" y="4126"/>
                </a:lnTo>
              </a:path>
              <a:path w="21600" h="21600">
                <a:moveTo>
                  <a:pt x="4365" y="3895"/>
                </a:moveTo>
                <a:lnTo>
                  <a:pt x="4375" y="3895"/>
                </a:lnTo>
                <a:lnTo>
                  <a:pt x="4375" y="3928"/>
                </a:lnTo>
                <a:lnTo>
                  <a:pt x="4365" y="3928"/>
                </a:lnTo>
              </a:path>
              <a:path w="21600" h="21600">
                <a:moveTo>
                  <a:pt x="15097" y="3895"/>
                </a:moveTo>
                <a:lnTo>
                  <a:pt x="15107" y="3895"/>
                </a:lnTo>
                <a:lnTo>
                  <a:pt x="15107" y="3928"/>
                </a:lnTo>
                <a:lnTo>
                  <a:pt x="15097" y="3928"/>
                </a:lnTo>
              </a:path>
              <a:path w="21600" h="21600">
                <a:moveTo>
                  <a:pt x="11315" y="3877"/>
                </a:moveTo>
                <a:lnTo>
                  <a:pt x="11330" y="3877"/>
                </a:lnTo>
                <a:lnTo>
                  <a:pt x="11330" y="3926"/>
                </a:lnTo>
                <a:lnTo>
                  <a:pt x="11315" y="3926"/>
                </a:lnTo>
              </a:path>
              <a:path w="21600" h="21600">
                <a:moveTo>
                  <a:pt x="19963" y="3854"/>
                </a:moveTo>
                <a:lnTo>
                  <a:pt x="19977" y="3854"/>
                </a:lnTo>
                <a:lnTo>
                  <a:pt x="19977" y="3900"/>
                </a:lnTo>
                <a:lnTo>
                  <a:pt x="19963" y="3900"/>
                </a:lnTo>
              </a:path>
              <a:path w="21600" h="21600">
                <a:moveTo>
                  <a:pt x="9231" y="3854"/>
                </a:moveTo>
                <a:lnTo>
                  <a:pt x="9245" y="3854"/>
                </a:lnTo>
                <a:lnTo>
                  <a:pt x="9245" y="3900"/>
                </a:lnTo>
                <a:lnTo>
                  <a:pt x="9231" y="3900"/>
                </a:lnTo>
              </a:path>
              <a:path w="21600" h="21600">
                <a:moveTo>
                  <a:pt x="21580" y="3681"/>
                </a:moveTo>
                <a:lnTo>
                  <a:pt x="21596" y="3681"/>
                </a:lnTo>
                <a:lnTo>
                  <a:pt x="21596" y="3734"/>
                </a:lnTo>
                <a:lnTo>
                  <a:pt x="21580" y="3734"/>
                </a:lnTo>
              </a:path>
              <a:path w="21600" h="21600">
                <a:moveTo>
                  <a:pt x="8506" y="3643"/>
                </a:moveTo>
                <a:lnTo>
                  <a:pt x="8535" y="3643"/>
                </a:lnTo>
                <a:lnTo>
                  <a:pt x="8535" y="3740"/>
                </a:lnTo>
                <a:lnTo>
                  <a:pt x="8506" y="3740"/>
                </a:lnTo>
              </a:path>
              <a:path w="21600" h="21600">
                <a:moveTo>
                  <a:pt x="19239" y="3643"/>
                </a:moveTo>
                <a:lnTo>
                  <a:pt x="19268" y="3643"/>
                </a:lnTo>
                <a:lnTo>
                  <a:pt x="19268" y="3740"/>
                </a:lnTo>
                <a:lnTo>
                  <a:pt x="19239" y="3740"/>
                </a:lnTo>
              </a:path>
              <a:path w="21600" h="21600">
                <a:moveTo>
                  <a:pt x="11316" y="3524"/>
                </a:moveTo>
                <a:lnTo>
                  <a:pt x="11330" y="3524"/>
                </a:lnTo>
                <a:lnTo>
                  <a:pt x="11330" y="3572"/>
                </a:lnTo>
                <a:lnTo>
                  <a:pt x="11316" y="3572"/>
                </a:lnTo>
              </a:path>
              <a:path w="21600" h="21600">
                <a:moveTo>
                  <a:pt x="9231" y="3502"/>
                </a:moveTo>
                <a:lnTo>
                  <a:pt x="9244" y="3502"/>
                </a:lnTo>
                <a:lnTo>
                  <a:pt x="9244" y="3546"/>
                </a:lnTo>
                <a:lnTo>
                  <a:pt x="9231" y="3546"/>
                </a:lnTo>
              </a:path>
              <a:path w="21600" h="21600">
                <a:moveTo>
                  <a:pt x="19963" y="3502"/>
                </a:moveTo>
                <a:lnTo>
                  <a:pt x="19977" y="3502"/>
                </a:lnTo>
                <a:lnTo>
                  <a:pt x="19977" y="3546"/>
                </a:lnTo>
                <a:lnTo>
                  <a:pt x="19963" y="3546"/>
                </a:lnTo>
              </a:path>
              <a:path w="21600" h="21600">
                <a:moveTo>
                  <a:pt x="21581" y="3299"/>
                </a:moveTo>
                <a:lnTo>
                  <a:pt x="21595" y="3299"/>
                </a:lnTo>
                <a:lnTo>
                  <a:pt x="21595" y="3348"/>
                </a:lnTo>
                <a:lnTo>
                  <a:pt x="21581" y="3348"/>
                </a:lnTo>
              </a:path>
              <a:path w="21600" h="21600">
                <a:moveTo>
                  <a:pt x="8507" y="3261"/>
                </a:moveTo>
                <a:lnTo>
                  <a:pt x="8535" y="3261"/>
                </a:lnTo>
                <a:lnTo>
                  <a:pt x="8535" y="3353"/>
                </a:lnTo>
                <a:lnTo>
                  <a:pt x="8507" y="3353"/>
                </a:lnTo>
              </a:path>
              <a:path w="21600" h="21600">
                <a:moveTo>
                  <a:pt x="19239" y="3261"/>
                </a:moveTo>
                <a:lnTo>
                  <a:pt x="19267" y="3261"/>
                </a:lnTo>
                <a:lnTo>
                  <a:pt x="19267" y="3353"/>
                </a:lnTo>
                <a:lnTo>
                  <a:pt x="19239" y="3353"/>
                </a:lnTo>
              </a:path>
              <a:path w="21600" h="21600">
                <a:moveTo>
                  <a:pt x="11316" y="3172"/>
                </a:moveTo>
                <a:lnTo>
                  <a:pt x="11330" y="3172"/>
                </a:lnTo>
                <a:lnTo>
                  <a:pt x="11330" y="3218"/>
                </a:lnTo>
                <a:lnTo>
                  <a:pt x="11316" y="3218"/>
                </a:lnTo>
              </a:path>
              <a:path w="21600" h="21600">
                <a:moveTo>
                  <a:pt x="19964" y="3149"/>
                </a:moveTo>
                <a:lnTo>
                  <a:pt x="19977" y="3149"/>
                </a:lnTo>
                <a:lnTo>
                  <a:pt x="19977" y="3193"/>
                </a:lnTo>
                <a:lnTo>
                  <a:pt x="19964" y="3193"/>
                </a:lnTo>
              </a:path>
              <a:path w="21600" h="21600">
                <a:moveTo>
                  <a:pt x="9231" y="3149"/>
                </a:moveTo>
                <a:lnTo>
                  <a:pt x="9244" y="3149"/>
                </a:lnTo>
                <a:lnTo>
                  <a:pt x="9244" y="3193"/>
                </a:lnTo>
                <a:lnTo>
                  <a:pt x="9231" y="3193"/>
                </a:lnTo>
              </a:path>
              <a:path w="21600" h="21600">
                <a:moveTo>
                  <a:pt x="21581" y="2916"/>
                </a:moveTo>
                <a:lnTo>
                  <a:pt x="21595" y="2916"/>
                </a:lnTo>
                <a:lnTo>
                  <a:pt x="21595" y="2961"/>
                </a:lnTo>
                <a:lnTo>
                  <a:pt x="21581" y="2961"/>
                </a:lnTo>
              </a:path>
              <a:path w="21600" h="21600">
                <a:moveTo>
                  <a:pt x="8507" y="2878"/>
                </a:moveTo>
                <a:lnTo>
                  <a:pt x="8534" y="2878"/>
                </a:lnTo>
                <a:lnTo>
                  <a:pt x="8534" y="2966"/>
                </a:lnTo>
                <a:lnTo>
                  <a:pt x="8507" y="2966"/>
                </a:lnTo>
              </a:path>
              <a:path w="21600" h="21600">
                <a:moveTo>
                  <a:pt x="19240" y="2878"/>
                </a:moveTo>
                <a:lnTo>
                  <a:pt x="19267" y="2878"/>
                </a:lnTo>
                <a:lnTo>
                  <a:pt x="19267" y="2966"/>
                </a:lnTo>
                <a:lnTo>
                  <a:pt x="19240" y="2966"/>
                </a:lnTo>
              </a:path>
              <a:path w="21600" h="21600">
                <a:moveTo>
                  <a:pt x="11316" y="2819"/>
                </a:moveTo>
                <a:lnTo>
                  <a:pt x="11329" y="2819"/>
                </a:lnTo>
                <a:lnTo>
                  <a:pt x="11329" y="2864"/>
                </a:lnTo>
                <a:lnTo>
                  <a:pt x="11316" y="2864"/>
                </a:lnTo>
              </a:path>
              <a:path w="21600" h="21600">
                <a:moveTo>
                  <a:pt x="9231" y="2797"/>
                </a:moveTo>
                <a:lnTo>
                  <a:pt x="9244" y="2797"/>
                </a:lnTo>
                <a:lnTo>
                  <a:pt x="9244" y="2838"/>
                </a:lnTo>
                <a:lnTo>
                  <a:pt x="9231" y="2838"/>
                </a:lnTo>
              </a:path>
              <a:path w="21600" h="21600">
                <a:moveTo>
                  <a:pt x="19964" y="2797"/>
                </a:moveTo>
                <a:lnTo>
                  <a:pt x="19976" y="2797"/>
                </a:lnTo>
                <a:lnTo>
                  <a:pt x="19976" y="2838"/>
                </a:lnTo>
                <a:lnTo>
                  <a:pt x="19964" y="2838"/>
                </a:lnTo>
              </a:path>
              <a:path w="21600" h="21600">
                <a:moveTo>
                  <a:pt x="21582" y="2533"/>
                </a:moveTo>
                <a:lnTo>
                  <a:pt x="21594" y="2533"/>
                </a:lnTo>
                <a:lnTo>
                  <a:pt x="21594" y="2574"/>
                </a:lnTo>
                <a:lnTo>
                  <a:pt x="21582" y="2574"/>
                </a:lnTo>
              </a:path>
              <a:path w="21600" h="21600">
                <a:moveTo>
                  <a:pt x="8508" y="2495"/>
                </a:moveTo>
                <a:lnTo>
                  <a:pt x="8533" y="2495"/>
                </a:lnTo>
                <a:lnTo>
                  <a:pt x="8533" y="2580"/>
                </a:lnTo>
                <a:lnTo>
                  <a:pt x="8508" y="2580"/>
                </a:lnTo>
              </a:path>
              <a:path w="21600" h="21600">
                <a:moveTo>
                  <a:pt x="19241" y="2495"/>
                </a:moveTo>
                <a:lnTo>
                  <a:pt x="19266" y="2495"/>
                </a:lnTo>
                <a:lnTo>
                  <a:pt x="19266" y="2580"/>
                </a:lnTo>
                <a:lnTo>
                  <a:pt x="19241" y="2580"/>
                </a:lnTo>
              </a:path>
              <a:path w="21600" h="21600">
                <a:moveTo>
                  <a:pt x="11316" y="2467"/>
                </a:moveTo>
                <a:lnTo>
                  <a:pt x="11329" y="2467"/>
                </a:lnTo>
                <a:lnTo>
                  <a:pt x="11329" y="2510"/>
                </a:lnTo>
                <a:lnTo>
                  <a:pt x="11316" y="2510"/>
                </a:lnTo>
              </a:path>
              <a:path w="21600" h="21600">
                <a:moveTo>
                  <a:pt x="9232" y="2444"/>
                </a:moveTo>
                <a:lnTo>
                  <a:pt x="9244" y="2444"/>
                </a:lnTo>
                <a:lnTo>
                  <a:pt x="9244" y="2485"/>
                </a:lnTo>
                <a:lnTo>
                  <a:pt x="9232" y="2485"/>
                </a:lnTo>
              </a:path>
              <a:path w="21600" h="21600">
                <a:moveTo>
                  <a:pt x="19964" y="2444"/>
                </a:moveTo>
                <a:lnTo>
                  <a:pt x="19976" y="2444"/>
                </a:lnTo>
                <a:lnTo>
                  <a:pt x="19976" y="2485"/>
                </a:lnTo>
                <a:lnTo>
                  <a:pt x="19964" y="2485"/>
                </a:lnTo>
              </a:path>
              <a:path w="21600" h="21600">
                <a:moveTo>
                  <a:pt x="21582" y="2151"/>
                </a:moveTo>
                <a:lnTo>
                  <a:pt x="21594" y="2151"/>
                </a:lnTo>
                <a:lnTo>
                  <a:pt x="21594" y="2188"/>
                </a:lnTo>
                <a:lnTo>
                  <a:pt x="21582" y="2188"/>
                </a:lnTo>
              </a:path>
              <a:path w="21600" h="21600">
                <a:moveTo>
                  <a:pt x="11316" y="2114"/>
                </a:moveTo>
                <a:lnTo>
                  <a:pt x="11329" y="2114"/>
                </a:lnTo>
                <a:lnTo>
                  <a:pt x="11329" y="2156"/>
                </a:lnTo>
                <a:lnTo>
                  <a:pt x="11316" y="2156"/>
                </a:lnTo>
              </a:path>
              <a:path w="21600" h="21600">
                <a:moveTo>
                  <a:pt x="8509" y="2113"/>
                </a:moveTo>
                <a:lnTo>
                  <a:pt x="8533" y="2113"/>
                </a:lnTo>
                <a:lnTo>
                  <a:pt x="8533" y="2193"/>
                </a:lnTo>
                <a:lnTo>
                  <a:pt x="8509" y="2193"/>
                </a:lnTo>
              </a:path>
              <a:path w="21600" h="21600">
                <a:moveTo>
                  <a:pt x="19241" y="2113"/>
                </a:moveTo>
                <a:lnTo>
                  <a:pt x="19265" y="2113"/>
                </a:lnTo>
                <a:lnTo>
                  <a:pt x="19265" y="2193"/>
                </a:lnTo>
                <a:lnTo>
                  <a:pt x="19241" y="2193"/>
                </a:lnTo>
              </a:path>
              <a:path w="21600" h="21600">
                <a:moveTo>
                  <a:pt x="9232" y="2092"/>
                </a:moveTo>
                <a:lnTo>
                  <a:pt x="9243" y="2092"/>
                </a:lnTo>
                <a:lnTo>
                  <a:pt x="9243" y="2131"/>
                </a:lnTo>
                <a:lnTo>
                  <a:pt x="9232" y="2131"/>
                </a:lnTo>
              </a:path>
              <a:path w="21600" h="21600">
                <a:moveTo>
                  <a:pt x="19964" y="2092"/>
                </a:moveTo>
                <a:lnTo>
                  <a:pt x="19976" y="2092"/>
                </a:lnTo>
                <a:lnTo>
                  <a:pt x="19976" y="2131"/>
                </a:lnTo>
                <a:lnTo>
                  <a:pt x="19964" y="2131"/>
                </a:lnTo>
              </a:path>
              <a:path w="21600" h="21600">
                <a:moveTo>
                  <a:pt x="21583" y="1768"/>
                </a:moveTo>
                <a:lnTo>
                  <a:pt x="21593" y="1768"/>
                </a:lnTo>
                <a:lnTo>
                  <a:pt x="21593" y="1801"/>
                </a:lnTo>
                <a:lnTo>
                  <a:pt x="21583" y="1801"/>
                </a:lnTo>
              </a:path>
              <a:path w="21600" h="21600">
                <a:moveTo>
                  <a:pt x="11317" y="1762"/>
                </a:moveTo>
                <a:lnTo>
                  <a:pt x="11329" y="1762"/>
                </a:lnTo>
                <a:lnTo>
                  <a:pt x="11329" y="1802"/>
                </a:lnTo>
                <a:lnTo>
                  <a:pt x="11317" y="1802"/>
                </a:lnTo>
              </a:path>
              <a:path w="21600" h="21600">
                <a:moveTo>
                  <a:pt x="9232" y="1740"/>
                </a:moveTo>
                <a:lnTo>
                  <a:pt x="9243" y="1740"/>
                </a:lnTo>
                <a:lnTo>
                  <a:pt x="9243" y="1777"/>
                </a:lnTo>
                <a:lnTo>
                  <a:pt x="9232" y="1777"/>
                </a:lnTo>
              </a:path>
              <a:path w="21600" h="21600">
                <a:moveTo>
                  <a:pt x="19965" y="1740"/>
                </a:moveTo>
                <a:lnTo>
                  <a:pt x="19976" y="1740"/>
                </a:lnTo>
                <a:lnTo>
                  <a:pt x="19976" y="1777"/>
                </a:lnTo>
                <a:lnTo>
                  <a:pt x="19965" y="1777"/>
                </a:lnTo>
              </a:path>
              <a:path w="21600" h="21600">
                <a:moveTo>
                  <a:pt x="11317" y="1409"/>
                </a:moveTo>
                <a:lnTo>
                  <a:pt x="11329" y="1409"/>
                </a:lnTo>
                <a:lnTo>
                  <a:pt x="11329" y="1448"/>
                </a:lnTo>
                <a:lnTo>
                  <a:pt x="11317" y="1448"/>
                </a:lnTo>
              </a:path>
              <a:path w="21600" h="21600">
                <a:moveTo>
                  <a:pt x="9232" y="1387"/>
                </a:moveTo>
                <a:lnTo>
                  <a:pt x="9243" y="1387"/>
                </a:lnTo>
                <a:lnTo>
                  <a:pt x="9243" y="1423"/>
                </a:lnTo>
                <a:lnTo>
                  <a:pt x="9232" y="1423"/>
                </a:lnTo>
              </a:path>
              <a:path w="21600" h="21600">
                <a:moveTo>
                  <a:pt x="19965" y="1387"/>
                </a:moveTo>
                <a:lnTo>
                  <a:pt x="19976" y="1387"/>
                </a:lnTo>
                <a:lnTo>
                  <a:pt x="19976" y="1423"/>
                </a:lnTo>
                <a:lnTo>
                  <a:pt x="19965" y="1423"/>
                </a:lnTo>
              </a:path>
              <a:path w="21600" h="21600">
                <a:moveTo>
                  <a:pt x="21584" y="1385"/>
                </a:moveTo>
                <a:lnTo>
                  <a:pt x="21592" y="1385"/>
                </a:lnTo>
                <a:lnTo>
                  <a:pt x="21592" y="1414"/>
                </a:lnTo>
                <a:lnTo>
                  <a:pt x="21584" y="1414"/>
                </a:lnTo>
              </a:path>
              <a:path w="21600" h="21600">
                <a:moveTo>
                  <a:pt x="11317" y="1057"/>
                </a:moveTo>
                <a:lnTo>
                  <a:pt x="11328" y="1057"/>
                </a:lnTo>
                <a:lnTo>
                  <a:pt x="11328" y="1094"/>
                </a:lnTo>
                <a:lnTo>
                  <a:pt x="11317" y="1094"/>
                </a:lnTo>
              </a:path>
              <a:path w="21600" h="21600">
                <a:moveTo>
                  <a:pt x="9232" y="1035"/>
                </a:moveTo>
                <a:lnTo>
                  <a:pt x="9243" y="1035"/>
                </a:lnTo>
                <a:lnTo>
                  <a:pt x="9243" y="1069"/>
                </a:lnTo>
                <a:lnTo>
                  <a:pt x="9232" y="1069"/>
                </a:lnTo>
              </a:path>
              <a:path w="21600" h="21600">
                <a:moveTo>
                  <a:pt x="19965" y="1034"/>
                </a:moveTo>
                <a:lnTo>
                  <a:pt x="19975" y="1034"/>
                </a:lnTo>
                <a:lnTo>
                  <a:pt x="19975" y="1069"/>
                </a:lnTo>
                <a:lnTo>
                  <a:pt x="19965" y="1069"/>
                </a:lnTo>
              </a:path>
              <a:path w="21600" h="21600">
                <a:moveTo>
                  <a:pt x="21584" y="1002"/>
                </a:moveTo>
                <a:lnTo>
                  <a:pt x="21592" y="1002"/>
                </a:lnTo>
                <a:lnTo>
                  <a:pt x="21592" y="1028"/>
                </a:lnTo>
                <a:lnTo>
                  <a:pt x="21584" y="1028"/>
                </a:lnTo>
              </a:path>
              <a:path w="21600" h="21600">
                <a:moveTo>
                  <a:pt x="11317" y="705"/>
                </a:moveTo>
                <a:lnTo>
                  <a:pt x="11328" y="705"/>
                </a:lnTo>
                <a:lnTo>
                  <a:pt x="11328" y="740"/>
                </a:lnTo>
                <a:lnTo>
                  <a:pt x="11317" y="740"/>
                </a:lnTo>
              </a:path>
              <a:path w="21600" h="21600">
                <a:moveTo>
                  <a:pt x="9233" y="682"/>
                </a:moveTo>
                <a:lnTo>
                  <a:pt x="9243" y="682"/>
                </a:lnTo>
                <a:lnTo>
                  <a:pt x="9243" y="715"/>
                </a:lnTo>
                <a:lnTo>
                  <a:pt x="9233" y="715"/>
                </a:lnTo>
              </a:path>
              <a:path w="21600" h="21600">
                <a:moveTo>
                  <a:pt x="19965" y="682"/>
                </a:moveTo>
                <a:lnTo>
                  <a:pt x="19975" y="682"/>
                </a:lnTo>
                <a:lnTo>
                  <a:pt x="19975" y="715"/>
                </a:lnTo>
                <a:lnTo>
                  <a:pt x="19965" y="715"/>
                </a:lnTo>
              </a:path>
              <a:path w="21600" h="21600">
                <a:moveTo>
                  <a:pt x="21585" y="620"/>
                </a:moveTo>
                <a:lnTo>
                  <a:pt x="21591" y="620"/>
                </a:lnTo>
                <a:lnTo>
                  <a:pt x="21591" y="641"/>
                </a:lnTo>
                <a:lnTo>
                  <a:pt x="21585" y="641"/>
                </a:lnTo>
              </a:path>
              <a:path w="21600" h="21600">
                <a:moveTo>
                  <a:pt x="11318" y="352"/>
                </a:moveTo>
                <a:lnTo>
                  <a:pt x="11328" y="352"/>
                </a:lnTo>
                <a:lnTo>
                  <a:pt x="11328" y="386"/>
                </a:lnTo>
                <a:lnTo>
                  <a:pt x="11318" y="386"/>
                </a:lnTo>
              </a:path>
              <a:path w="21600" h="21600">
                <a:moveTo>
                  <a:pt x="21585" y="237"/>
                </a:moveTo>
                <a:lnTo>
                  <a:pt x="21591" y="237"/>
                </a:lnTo>
                <a:lnTo>
                  <a:pt x="21591" y="254"/>
                </a:lnTo>
                <a:lnTo>
                  <a:pt x="21585" y="254"/>
                </a:lnTo>
              </a:path>
              <a:path w="21600" h="21600">
                <a:moveTo>
                  <a:pt x="11318" y="0"/>
                </a:moveTo>
                <a:lnTo>
                  <a:pt x="11328" y="0"/>
                </a:lnTo>
                <a:lnTo>
                  <a:pt x="11328" y="32"/>
                </a:lnTo>
                <a:lnTo>
                  <a:pt x="11318" y="32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  <p:hf dt="0" ftr="0" hdr="0" sldNum="0"/>
  <p:txStyles>
    <p:titleStyle>
      <a:lvl1pPr algn="l" defTabSz="914400" eaLnBrk="1" fontAlgn="auto" hangingPunct="1" latinLnBrk="0">
        <a:lnSpc>
          <a:spcPct val="90000"/>
        </a:lnSpc>
        <a:spcBef>
          <a:spcPts val="0"/>
        </a:spcBef>
        <a:buNone/>
        <a:defRPr sz="44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1pPr>
    </p:titleStyle>
    <p:bodyStyle>
      <a:lvl1pPr algn="l" defTabSz="914400" eaLnBrk="1" fontAlgn="auto" hangingPunct="1" indent="-228600" latinLnBrk="0" marL="228600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1pPr>
      <a:lvl2pPr algn="l" defTabSz="914400" eaLnBrk="1" fontAlgn="auto" hangingPunct="1" indent="-228600" latinLnBrk="0" marL="685800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2pPr>
      <a:lvl3pPr algn="l" defTabSz="914400" eaLnBrk="1" fontAlgn="auto" hangingPunct="1" indent="-228600" latinLnBrk="0" marL="1143000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3pPr>
      <a:lvl4pPr algn="l" defTabSz="914400" eaLnBrk="1" fontAlgn="auto" hangingPunct="1" indent="-228600" latinLnBrk="0" marL="16002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4pPr>
      <a:lvl5pPr algn="l" defTabSz="914400" eaLnBrk="1" fontAlgn="auto" hangingPunct="1" indent="-228600" latinLnBrk="0" marL="20574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bg1"/>
          </a:solidFill>
          <a:latin typeface="Shanti" pitchFamily="2" charset="0"/>
          <a:ea typeface="宋体" pitchFamily="0" charset="0"/>
          <a:cs typeface="Droid Sans" pitchFamily="0" charset="0"/>
        </a:defRPr>
      </a:lvl5pPr>
      <a:lvl6pPr algn="l" defTabSz="914400" eaLnBrk="1" fontAlgn="auto" hangingPunct="1" indent="-228600" latinLnBrk="0" marL="25146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宋体" pitchFamily="0" charset="0"/>
          <a:cs typeface="Droid Sans" pitchFamily="0" charset="0"/>
        </a:defRPr>
      </a:lvl6pPr>
      <a:lvl7pPr algn="l" defTabSz="914400" eaLnBrk="1" fontAlgn="auto" hangingPunct="1" indent="-228600" latinLnBrk="0" marL="29718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宋体" pitchFamily="0" charset="0"/>
          <a:cs typeface="Droid Sans" pitchFamily="0" charset="0"/>
        </a:defRPr>
      </a:lvl7pPr>
      <a:lvl8pPr algn="l" defTabSz="914400" eaLnBrk="1" fontAlgn="auto" hangingPunct="1" indent="-228600" latinLnBrk="0" marL="34290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宋体" pitchFamily="0" charset="0"/>
          <a:cs typeface="Droid Sans" pitchFamily="0" charset="0"/>
        </a:defRPr>
      </a:lvl8pPr>
      <a:lvl9pPr algn="l" defTabSz="914400" eaLnBrk="1" fontAlgn="auto" hangingPunct="1" indent="-228600" latinLnBrk="0" marL="3429000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Calibri" pitchFamily="0" charset="0"/>
          <a:ea typeface="宋体" pitchFamily="0" charset="0"/>
          <a:cs typeface="Droid Sans" pitchFamily="0" charset="0"/>
        </a:defRPr>
      </a:lvl9pPr>
    </p:body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矩形"/>
          <p:cNvSpPr/>
          <p:nvPr/>
        </p:nvSpPr>
        <p:spPr>
          <a:xfrm rot="0">
            <a:off x="0" y="5334382"/>
            <a:ext cx="12192000" cy="1523618"/>
          </a:xfrm>
          <a:prstGeom prst="rect"/>
          <a:gradFill rotWithShape="1">
            <a:gsLst>
              <a:gs pos="0">
                <a:srgbClr val="113455">
                  <a:lumMod val="50000"/>
                  <a:alpha val="100000"/>
                </a:srgbClr>
              </a:gs>
              <a:gs pos="100000">
                <a:srgbClr val="164269">
                  <a:alpha val="100000"/>
                </a:srgbClr>
              </a:gs>
            </a:gsLst>
            <a:lin ang="5400000" scaled="1"/>
          </a:gradFill>
          <a:ln w="12700" cap="flat" cmpd="sng">
            <a:noFill/>
            <a:prstDash val="solid"/>
            <a:round/>
          </a:ln>
        </p:spPr>
      </p:sp>
      <p:sp>
        <p:nvSpPr>
          <p:cNvPr id="1048577" name="曲线"/>
          <p:cNvSpPr/>
          <p:nvPr/>
        </p:nvSpPr>
        <p:spPr>
          <a:xfrm rot="0">
            <a:off x="23409" y="1917976"/>
            <a:ext cx="12145183" cy="4940023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4168" y="21482"/>
                </a:moveTo>
                <a:lnTo>
                  <a:pt x="14217" y="21482"/>
                </a:lnTo>
                <a:lnTo>
                  <a:pt x="14217" y="21582"/>
                </a:lnTo>
                <a:lnTo>
                  <a:pt x="14168" y="21582"/>
                </a:lnTo>
              </a:path>
              <a:path w="21600" h="21600">
                <a:moveTo>
                  <a:pt x="19734" y="21482"/>
                </a:moveTo>
                <a:lnTo>
                  <a:pt x="19791" y="21482"/>
                </a:lnTo>
                <a:lnTo>
                  <a:pt x="19791" y="21598"/>
                </a:lnTo>
                <a:lnTo>
                  <a:pt x="19734" y="21598"/>
                </a:lnTo>
              </a:path>
              <a:path w="21600" h="21600">
                <a:moveTo>
                  <a:pt x="18979" y="21482"/>
                </a:moveTo>
                <a:lnTo>
                  <a:pt x="19036" y="21482"/>
                </a:lnTo>
                <a:lnTo>
                  <a:pt x="19036" y="21598"/>
                </a:lnTo>
                <a:lnTo>
                  <a:pt x="18979" y="21598"/>
                </a:lnTo>
              </a:path>
              <a:path w="21600" h="21600">
                <a:moveTo>
                  <a:pt x="14315" y="21482"/>
                </a:moveTo>
                <a:lnTo>
                  <a:pt x="14372" y="21482"/>
                </a:lnTo>
                <a:lnTo>
                  <a:pt x="14372" y="21598"/>
                </a:lnTo>
                <a:lnTo>
                  <a:pt x="14315" y="21598"/>
                </a:lnTo>
              </a:path>
              <a:path w="21600" h="21600">
                <a:moveTo>
                  <a:pt x="13560" y="21482"/>
                </a:moveTo>
                <a:lnTo>
                  <a:pt x="13617" y="21482"/>
                </a:lnTo>
                <a:lnTo>
                  <a:pt x="13617" y="21598"/>
                </a:lnTo>
                <a:lnTo>
                  <a:pt x="13560" y="21598"/>
                </a:lnTo>
              </a:path>
              <a:path w="21600" h="21600">
                <a:moveTo>
                  <a:pt x="1808" y="21482"/>
                </a:moveTo>
                <a:lnTo>
                  <a:pt x="1865" y="21482"/>
                </a:lnTo>
                <a:lnTo>
                  <a:pt x="1865" y="21598"/>
                </a:lnTo>
                <a:lnTo>
                  <a:pt x="1808" y="21598"/>
                </a:lnTo>
              </a:path>
              <a:path w="21600" h="21600">
                <a:moveTo>
                  <a:pt x="20941" y="21479"/>
                </a:moveTo>
                <a:lnTo>
                  <a:pt x="21000" y="21479"/>
                </a:lnTo>
                <a:lnTo>
                  <a:pt x="21000" y="21600"/>
                </a:lnTo>
                <a:lnTo>
                  <a:pt x="20941" y="21600"/>
                </a:lnTo>
              </a:path>
              <a:path w="21600" h="21600">
                <a:moveTo>
                  <a:pt x="18228" y="21479"/>
                </a:moveTo>
                <a:lnTo>
                  <a:pt x="18286" y="21479"/>
                </a:lnTo>
                <a:lnTo>
                  <a:pt x="18286" y="21600"/>
                </a:lnTo>
                <a:lnTo>
                  <a:pt x="18228" y="21600"/>
                </a:lnTo>
              </a:path>
              <a:path w="21600" h="21600">
                <a:moveTo>
                  <a:pt x="15522" y="21479"/>
                </a:moveTo>
                <a:lnTo>
                  <a:pt x="15581" y="21479"/>
                </a:lnTo>
                <a:lnTo>
                  <a:pt x="15581" y="21600"/>
                </a:lnTo>
                <a:lnTo>
                  <a:pt x="15522" y="21600"/>
                </a:lnTo>
              </a:path>
              <a:path w="21600" h="21600">
                <a:moveTo>
                  <a:pt x="12809" y="21479"/>
                </a:moveTo>
                <a:lnTo>
                  <a:pt x="12867" y="21479"/>
                </a:lnTo>
                <a:lnTo>
                  <a:pt x="12867" y="21600"/>
                </a:lnTo>
                <a:lnTo>
                  <a:pt x="12809" y="21600"/>
                </a:lnTo>
              </a:path>
              <a:path w="21600" h="21600">
                <a:moveTo>
                  <a:pt x="6018" y="21479"/>
                </a:moveTo>
                <a:lnTo>
                  <a:pt x="6077" y="21479"/>
                </a:lnTo>
                <a:lnTo>
                  <a:pt x="6077" y="21600"/>
                </a:lnTo>
                <a:lnTo>
                  <a:pt x="6018" y="21600"/>
                </a:lnTo>
              </a:path>
              <a:path w="21600" h="21600">
                <a:moveTo>
                  <a:pt x="3313" y="21479"/>
                </a:moveTo>
                <a:lnTo>
                  <a:pt x="3371" y="21479"/>
                </a:lnTo>
                <a:lnTo>
                  <a:pt x="3371" y="21600"/>
                </a:lnTo>
                <a:lnTo>
                  <a:pt x="3313" y="21600"/>
                </a:lnTo>
              </a:path>
              <a:path w="21600" h="21600">
                <a:moveTo>
                  <a:pt x="599" y="21479"/>
                </a:moveTo>
                <a:lnTo>
                  <a:pt x="658" y="21479"/>
                </a:lnTo>
                <a:lnTo>
                  <a:pt x="658" y="21600"/>
                </a:lnTo>
                <a:lnTo>
                  <a:pt x="599" y="21600"/>
                </a:lnTo>
              </a:path>
              <a:path w="21600" h="21600">
                <a:moveTo>
                  <a:pt x="21540" y="21468"/>
                </a:moveTo>
                <a:lnTo>
                  <a:pt x="21600" y="21468"/>
                </a:lnTo>
                <a:lnTo>
                  <a:pt x="21600" y="21590"/>
                </a:lnTo>
                <a:lnTo>
                  <a:pt x="21540" y="21590"/>
                </a:lnTo>
              </a:path>
              <a:path w="21600" h="21600">
                <a:moveTo>
                  <a:pt x="0" y="21468"/>
                </a:moveTo>
                <a:lnTo>
                  <a:pt x="59" y="21468"/>
                </a:lnTo>
                <a:lnTo>
                  <a:pt x="59" y="21590"/>
                </a:lnTo>
                <a:lnTo>
                  <a:pt x="0" y="21590"/>
                </a:lnTo>
              </a:path>
              <a:path w="21600" h="21600">
                <a:moveTo>
                  <a:pt x="20343" y="21461"/>
                </a:moveTo>
                <a:lnTo>
                  <a:pt x="20390" y="21461"/>
                </a:lnTo>
                <a:lnTo>
                  <a:pt x="20390" y="21557"/>
                </a:lnTo>
                <a:lnTo>
                  <a:pt x="20343" y="21557"/>
                </a:lnTo>
              </a:path>
              <a:path w="21600" h="21600">
                <a:moveTo>
                  <a:pt x="8740" y="21459"/>
                </a:moveTo>
                <a:lnTo>
                  <a:pt x="8781" y="21459"/>
                </a:lnTo>
                <a:lnTo>
                  <a:pt x="8781" y="21544"/>
                </a:lnTo>
                <a:lnTo>
                  <a:pt x="8740" y="21544"/>
                </a:lnTo>
              </a:path>
              <a:path w="21600" h="21600">
                <a:moveTo>
                  <a:pt x="16565" y="21457"/>
                </a:moveTo>
                <a:lnTo>
                  <a:pt x="16627" y="21457"/>
                </a:lnTo>
                <a:lnTo>
                  <a:pt x="16627" y="21584"/>
                </a:lnTo>
                <a:lnTo>
                  <a:pt x="16565" y="21584"/>
                </a:lnTo>
              </a:path>
              <a:path w="21600" h="21600">
                <a:moveTo>
                  <a:pt x="4972" y="21457"/>
                </a:moveTo>
                <a:lnTo>
                  <a:pt x="5034" y="21457"/>
                </a:lnTo>
                <a:lnTo>
                  <a:pt x="5034" y="21584"/>
                </a:lnTo>
                <a:lnTo>
                  <a:pt x="4972" y="21584"/>
                </a:lnTo>
              </a:path>
              <a:path w="21600" h="21600">
                <a:moveTo>
                  <a:pt x="1360" y="21454"/>
                </a:moveTo>
                <a:lnTo>
                  <a:pt x="1408" y="21454"/>
                </a:lnTo>
                <a:lnTo>
                  <a:pt x="1408" y="21553"/>
                </a:lnTo>
                <a:lnTo>
                  <a:pt x="1360" y="21553"/>
                </a:lnTo>
              </a:path>
              <a:path w="21600" h="21600">
                <a:moveTo>
                  <a:pt x="3167" y="21449"/>
                </a:moveTo>
                <a:lnTo>
                  <a:pt x="3215" y="21449"/>
                </a:lnTo>
                <a:lnTo>
                  <a:pt x="3215" y="21548"/>
                </a:lnTo>
                <a:lnTo>
                  <a:pt x="3167" y="21548"/>
                </a:lnTo>
              </a:path>
              <a:path w="21600" h="21600">
                <a:moveTo>
                  <a:pt x="7992" y="21448"/>
                </a:moveTo>
                <a:lnTo>
                  <a:pt x="8028" y="21448"/>
                </a:lnTo>
                <a:lnTo>
                  <a:pt x="8028" y="21522"/>
                </a:lnTo>
                <a:lnTo>
                  <a:pt x="7992" y="21522"/>
                </a:lnTo>
              </a:path>
              <a:path w="21600" h="21600">
                <a:moveTo>
                  <a:pt x="4369" y="21447"/>
                </a:moveTo>
                <a:lnTo>
                  <a:pt x="4429" y="21447"/>
                </a:lnTo>
                <a:lnTo>
                  <a:pt x="4429" y="21571"/>
                </a:lnTo>
                <a:lnTo>
                  <a:pt x="4369" y="21571"/>
                </a:lnTo>
              </a:path>
              <a:path w="21600" h="21600">
                <a:moveTo>
                  <a:pt x="20638" y="21442"/>
                </a:moveTo>
                <a:lnTo>
                  <a:pt x="20699" y="21442"/>
                </a:lnTo>
                <a:lnTo>
                  <a:pt x="20699" y="21566"/>
                </a:lnTo>
                <a:lnTo>
                  <a:pt x="20638" y="21566"/>
                </a:lnTo>
              </a:path>
              <a:path w="21600" h="21600">
                <a:moveTo>
                  <a:pt x="19128" y="21442"/>
                </a:moveTo>
                <a:lnTo>
                  <a:pt x="19189" y="21442"/>
                </a:lnTo>
                <a:lnTo>
                  <a:pt x="19189" y="21566"/>
                </a:lnTo>
                <a:lnTo>
                  <a:pt x="19128" y="21566"/>
                </a:lnTo>
              </a:path>
              <a:path w="21600" h="21600">
                <a:moveTo>
                  <a:pt x="18680" y="21442"/>
                </a:moveTo>
                <a:lnTo>
                  <a:pt x="18740" y="21442"/>
                </a:lnTo>
                <a:lnTo>
                  <a:pt x="18740" y="21566"/>
                </a:lnTo>
                <a:lnTo>
                  <a:pt x="18680" y="21566"/>
                </a:lnTo>
              </a:path>
              <a:path w="21600" h="21600">
                <a:moveTo>
                  <a:pt x="18378" y="21442"/>
                </a:moveTo>
                <a:lnTo>
                  <a:pt x="18438" y="21442"/>
                </a:lnTo>
                <a:lnTo>
                  <a:pt x="18438" y="21566"/>
                </a:lnTo>
                <a:lnTo>
                  <a:pt x="18378" y="21566"/>
                </a:lnTo>
              </a:path>
              <a:path w="21600" h="21600">
                <a:moveTo>
                  <a:pt x="17925" y="21442"/>
                </a:moveTo>
                <a:lnTo>
                  <a:pt x="17985" y="21442"/>
                </a:lnTo>
                <a:lnTo>
                  <a:pt x="17985" y="21566"/>
                </a:lnTo>
                <a:lnTo>
                  <a:pt x="17925" y="21566"/>
                </a:lnTo>
              </a:path>
              <a:path w="21600" h="21600">
                <a:moveTo>
                  <a:pt x="16415" y="21442"/>
                </a:moveTo>
                <a:lnTo>
                  <a:pt x="16475" y="21442"/>
                </a:lnTo>
                <a:lnTo>
                  <a:pt x="16475" y="21566"/>
                </a:lnTo>
                <a:lnTo>
                  <a:pt x="16415" y="21566"/>
                </a:lnTo>
              </a:path>
              <a:path w="21600" h="21600">
                <a:moveTo>
                  <a:pt x="15974" y="21442"/>
                </a:moveTo>
                <a:lnTo>
                  <a:pt x="16035" y="21442"/>
                </a:lnTo>
                <a:lnTo>
                  <a:pt x="16035" y="21566"/>
                </a:lnTo>
                <a:lnTo>
                  <a:pt x="15974" y="21566"/>
                </a:lnTo>
              </a:path>
              <a:path w="21600" h="21600">
                <a:moveTo>
                  <a:pt x="15672" y="21442"/>
                </a:moveTo>
                <a:lnTo>
                  <a:pt x="15733" y="21442"/>
                </a:lnTo>
                <a:lnTo>
                  <a:pt x="15733" y="21566"/>
                </a:lnTo>
                <a:lnTo>
                  <a:pt x="15672" y="21566"/>
                </a:lnTo>
              </a:path>
              <a:path w="21600" h="21600">
                <a:moveTo>
                  <a:pt x="15219" y="21442"/>
                </a:moveTo>
                <a:lnTo>
                  <a:pt x="15280" y="21442"/>
                </a:lnTo>
                <a:lnTo>
                  <a:pt x="15280" y="21566"/>
                </a:lnTo>
                <a:lnTo>
                  <a:pt x="15219" y="21566"/>
                </a:lnTo>
              </a:path>
              <a:path w="21600" h="21600">
                <a:moveTo>
                  <a:pt x="13709" y="21442"/>
                </a:moveTo>
                <a:lnTo>
                  <a:pt x="13770" y="21442"/>
                </a:lnTo>
                <a:lnTo>
                  <a:pt x="13770" y="21566"/>
                </a:lnTo>
                <a:lnTo>
                  <a:pt x="13709" y="21566"/>
                </a:lnTo>
              </a:path>
              <a:path w="21600" h="21600">
                <a:moveTo>
                  <a:pt x="13261" y="21442"/>
                </a:moveTo>
                <a:lnTo>
                  <a:pt x="13321" y="21442"/>
                </a:lnTo>
                <a:lnTo>
                  <a:pt x="13321" y="21566"/>
                </a:lnTo>
                <a:lnTo>
                  <a:pt x="13261" y="21566"/>
                </a:lnTo>
              </a:path>
              <a:path w="21600" h="21600">
                <a:moveTo>
                  <a:pt x="12959" y="21442"/>
                </a:moveTo>
                <a:lnTo>
                  <a:pt x="13019" y="21442"/>
                </a:lnTo>
                <a:lnTo>
                  <a:pt x="13019" y="21566"/>
                </a:lnTo>
                <a:lnTo>
                  <a:pt x="12959" y="21566"/>
                </a:lnTo>
              </a:path>
              <a:path w="21600" h="21600">
                <a:moveTo>
                  <a:pt x="12506" y="21442"/>
                </a:moveTo>
                <a:lnTo>
                  <a:pt x="12566" y="21442"/>
                </a:lnTo>
                <a:lnTo>
                  <a:pt x="12566" y="21566"/>
                </a:lnTo>
                <a:lnTo>
                  <a:pt x="12506" y="21566"/>
                </a:lnTo>
              </a:path>
              <a:path w="21600" h="21600">
                <a:moveTo>
                  <a:pt x="10996" y="21442"/>
                </a:moveTo>
                <a:lnTo>
                  <a:pt x="11056" y="21442"/>
                </a:lnTo>
                <a:lnTo>
                  <a:pt x="11056" y="21566"/>
                </a:lnTo>
                <a:lnTo>
                  <a:pt x="10996" y="21566"/>
                </a:lnTo>
              </a:path>
              <a:path w="21600" h="21600">
                <a:moveTo>
                  <a:pt x="9032" y="21442"/>
                </a:moveTo>
                <a:lnTo>
                  <a:pt x="9093" y="21442"/>
                </a:lnTo>
                <a:lnTo>
                  <a:pt x="9093" y="21566"/>
                </a:lnTo>
                <a:lnTo>
                  <a:pt x="9032" y="21566"/>
                </a:lnTo>
              </a:path>
              <a:path w="21600" h="21600">
                <a:moveTo>
                  <a:pt x="8579" y="21442"/>
                </a:moveTo>
                <a:lnTo>
                  <a:pt x="8640" y="21442"/>
                </a:lnTo>
                <a:lnTo>
                  <a:pt x="8640" y="21566"/>
                </a:lnTo>
                <a:lnTo>
                  <a:pt x="8579" y="21566"/>
                </a:lnTo>
              </a:path>
              <a:path w="21600" h="21600">
                <a:moveTo>
                  <a:pt x="8277" y="21442"/>
                </a:moveTo>
                <a:lnTo>
                  <a:pt x="8338" y="21442"/>
                </a:lnTo>
                <a:lnTo>
                  <a:pt x="8338" y="21566"/>
                </a:lnTo>
                <a:lnTo>
                  <a:pt x="8277" y="21566"/>
                </a:lnTo>
              </a:path>
              <a:path w="21600" h="21600">
                <a:moveTo>
                  <a:pt x="7829" y="21442"/>
                </a:moveTo>
                <a:lnTo>
                  <a:pt x="7890" y="21442"/>
                </a:lnTo>
                <a:lnTo>
                  <a:pt x="7890" y="21566"/>
                </a:lnTo>
                <a:lnTo>
                  <a:pt x="7829" y="21566"/>
                </a:lnTo>
              </a:path>
              <a:path w="21600" h="21600">
                <a:moveTo>
                  <a:pt x="6319" y="21442"/>
                </a:moveTo>
                <a:lnTo>
                  <a:pt x="6380" y="21442"/>
                </a:lnTo>
                <a:lnTo>
                  <a:pt x="6380" y="21566"/>
                </a:lnTo>
                <a:lnTo>
                  <a:pt x="6319" y="21566"/>
                </a:lnTo>
              </a:path>
              <a:path w="21600" h="21600">
                <a:moveTo>
                  <a:pt x="5866" y="21442"/>
                </a:moveTo>
                <a:lnTo>
                  <a:pt x="5927" y="21442"/>
                </a:lnTo>
                <a:lnTo>
                  <a:pt x="5927" y="21566"/>
                </a:lnTo>
                <a:lnTo>
                  <a:pt x="5866" y="21566"/>
                </a:lnTo>
              </a:path>
              <a:path w="21600" h="21600">
                <a:moveTo>
                  <a:pt x="5564" y="21442"/>
                </a:moveTo>
                <a:lnTo>
                  <a:pt x="5625" y="21442"/>
                </a:lnTo>
                <a:lnTo>
                  <a:pt x="5625" y="21566"/>
                </a:lnTo>
                <a:lnTo>
                  <a:pt x="5564" y="21566"/>
                </a:lnTo>
              </a:path>
              <a:path w="21600" h="21600">
                <a:moveTo>
                  <a:pt x="5123" y="21442"/>
                </a:moveTo>
                <a:lnTo>
                  <a:pt x="5184" y="21442"/>
                </a:lnTo>
                <a:lnTo>
                  <a:pt x="5184" y="21566"/>
                </a:lnTo>
                <a:lnTo>
                  <a:pt x="5123" y="21566"/>
                </a:lnTo>
              </a:path>
              <a:path w="21600" h="21600">
                <a:moveTo>
                  <a:pt x="2410" y="21442"/>
                </a:moveTo>
                <a:lnTo>
                  <a:pt x="2471" y="21442"/>
                </a:lnTo>
                <a:lnTo>
                  <a:pt x="2471" y="21566"/>
                </a:lnTo>
                <a:lnTo>
                  <a:pt x="2410" y="21566"/>
                </a:lnTo>
              </a:path>
              <a:path w="21600" h="21600">
                <a:moveTo>
                  <a:pt x="900" y="21442"/>
                </a:moveTo>
                <a:lnTo>
                  <a:pt x="961" y="21442"/>
                </a:lnTo>
                <a:lnTo>
                  <a:pt x="961" y="21566"/>
                </a:lnTo>
                <a:lnTo>
                  <a:pt x="900" y="21566"/>
                </a:lnTo>
              </a:path>
              <a:path w="21600" h="21600">
                <a:moveTo>
                  <a:pt x="448" y="21442"/>
                </a:moveTo>
                <a:lnTo>
                  <a:pt x="508" y="21442"/>
                </a:lnTo>
                <a:lnTo>
                  <a:pt x="508" y="21566"/>
                </a:lnTo>
                <a:lnTo>
                  <a:pt x="448" y="21566"/>
                </a:lnTo>
              </a:path>
              <a:path w="21600" h="21600">
                <a:moveTo>
                  <a:pt x="146" y="21442"/>
                </a:moveTo>
                <a:lnTo>
                  <a:pt x="206" y="21442"/>
                </a:lnTo>
                <a:lnTo>
                  <a:pt x="206" y="21566"/>
                </a:lnTo>
                <a:lnTo>
                  <a:pt x="146" y="21566"/>
                </a:lnTo>
              </a:path>
              <a:path w="21600" h="21600">
                <a:moveTo>
                  <a:pt x="2856" y="21433"/>
                </a:moveTo>
                <a:lnTo>
                  <a:pt x="2922" y="21433"/>
                </a:lnTo>
                <a:lnTo>
                  <a:pt x="2922" y="21568"/>
                </a:lnTo>
                <a:lnTo>
                  <a:pt x="2856" y="21568"/>
                </a:lnTo>
              </a:path>
              <a:path w="21600" h="21600">
                <a:moveTo>
                  <a:pt x="1049" y="21433"/>
                </a:moveTo>
                <a:lnTo>
                  <a:pt x="1115" y="21433"/>
                </a:lnTo>
                <a:lnTo>
                  <a:pt x="1115" y="21568"/>
                </a:lnTo>
                <a:lnTo>
                  <a:pt x="1049" y="21568"/>
                </a:lnTo>
              </a:path>
              <a:path w="21600" h="21600">
                <a:moveTo>
                  <a:pt x="17176" y="21424"/>
                </a:moveTo>
                <a:lnTo>
                  <a:pt x="17224" y="21424"/>
                </a:lnTo>
                <a:lnTo>
                  <a:pt x="17224" y="21523"/>
                </a:lnTo>
                <a:lnTo>
                  <a:pt x="17176" y="21523"/>
                </a:lnTo>
              </a:path>
              <a:path w="21600" h="21600">
                <a:moveTo>
                  <a:pt x="18082" y="21412"/>
                </a:moveTo>
                <a:lnTo>
                  <a:pt x="18130" y="21412"/>
                </a:lnTo>
                <a:lnTo>
                  <a:pt x="18130" y="21511"/>
                </a:lnTo>
                <a:lnTo>
                  <a:pt x="18082" y="21511"/>
                </a:lnTo>
              </a:path>
              <a:path w="21600" h="21600">
                <a:moveTo>
                  <a:pt x="11149" y="21404"/>
                </a:moveTo>
                <a:lnTo>
                  <a:pt x="11205" y="21404"/>
                </a:lnTo>
                <a:lnTo>
                  <a:pt x="11205" y="21517"/>
                </a:lnTo>
                <a:lnTo>
                  <a:pt x="11149" y="21517"/>
                </a:lnTo>
              </a:path>
              <a:path w="21600" h="21600">
                <a:moveTo>
                  <a:pt x="20185" y="21404"/>
                </a:moveTo>
                <a:lnTo>
                  <a:pt x="20246" y="21404"/>
                </a:lnTo>
                <a:lnTo>
                  <a:pt x="20246" y="21528"/>
                </a:lnTo>
                <a:lnTo>
                  <a:pt x="20185" y="21528"/>
                </a:lnTo>
              </a:path>
              <a:path w="21600" h="21600">
                <a:moveTo>
                  <a:pt x="14766" y="21404"/>
                </a:moveTo>
                <a:lnTo>
                  <a:pt x="14827" y="21404"/>
                </a:lnTo>
                <a:lnTo>
                  <a:pt x="14827" y="21528"/>
                </a:lnTo>
                <a:lnTo>
                  <a:pt x="14766" y="21528"/>
                </a:lnTo>
              </a:path>
              <a:path w="21600" h="21600">
                <a:moveTo>
                  <a:pt x="9485" y="21404"/>
                </a:moveTo>
                <a:lnTo>
                  <a:pt x="9546" y="21404"/>
                </a:lnTo>
                <a:lnTo>
                  <a:pt x="9546" y="21528"/>
                </a:lnTo>
                <a:lnTo>
                  <a:pt x="9485" y="21528"/>
                </a:lnTo>
              </a:path>
              <a:path w="21600" h="21600">
                <a:moveTo>
                  <a:pt x="6772" y="21404"/>
                </a:moveTo>
                <a:lnTo>
                  <a:pt x="6833" y="21404"/>
                </a:lnTo>
                <a:lnTo>
                  <a:pt x="6833" y="21528"/>
                </a:lnTo>
                <a:lnTo>
                  <a:pt x="6772" y="21528"/>
                </a:lnTo>
              </a:path>
              <a:path w="21600" h="21600">
                <a:moveTo>
                  <a:pt x="4067" y="21404"/>
                </a:moveTo>
                <a:lnTo>
                  <a:pt x="4127" y="21404"/>
                </a:lnTo>
                <a:lnTo>
                  <a:pt x="4127" y="21528"/>
                </a:lnTo>
                <a:lnTo>
                  <a:pt x="4067" y="21528"/>
                </a:lnTo>
              </a:path>
              <a:path w="21600" h="21600">
                <a:moveTo>
                  <a:pt x="17624" y="21398"/>
                </a:moveTo>
                <a:lnTo>
                  <a:pt x="17682" y="21398"/>
                </a:lnTo>
                <a:lnTo>
                  <a:pt x="17682" y="21518"/>
                </a:lnTo>
                <a:lnTo>
                  <a:pt x="17624" y="21518"/>
                </a:lnTo>
              </a:path>
              <a:path w="21600" h="21600">
                <a:moveTo>
                  <a:pt x="14918" y="21398"/>
                </a:moveTo>
                <a:lnTo>
                  <a:pt x="14977" y="21398"/>
                </a:lnTo>
                <a:lnTo>
                  <a:pt x="14977" y="21518"/>
                </a:lnTo>
                <a:lnTo>
                  <a:pt x="14918" y="21518"/>
                </a:lnTo>
              </a:path>
              <a:path w="21600" h="21600">
                <a:moveTo>
                  <a:pt x="12205" y="21398"/>
                </a:moveTo>
                <a:lnTo>
                  <a:pt x="12263" y="21398"/>
                </a:lnTo>
                <a:lnTo>
                  <a:pt x="12263" y="21518"/>
                </a:lnTo>
                <a:lnTo>
                  <a:pt x="12205" y="21518"/>
                </a:lnTo>
              </a:path>
              <a:path w="21600" h="21600">
                <a:moveTo>
                  <a:pt x="9335" y="21398"/>
                </a:moveTo>
                <a:lnTo>
                  <a:pt x="9394" y="21398"/>
                </a:lnTo>
                <a:lnTo>
                  <a:pt x="9394" y="21518"/>
                </a:lnTo>
                <a:lnTo>
                  <a:pt x="9335" y="21518"/>
                </a:lnTo>
              </a:path>
              <a:path w="21600" h="21600">
                <a:moveTo>
                  <a:pt x="3917" y="21398"/>
                </a:moveTo>
                <a:lnTo>
                  <a:pt x="3975" y="21398"/>
                </a:lnTo>
                <a:lnTo>
                  <a:pt x="3975" y="21518"/>
                </a:lnTo>
                <a:lnTo>
                  <a:pt x="3917" y="21518"/>
                </a:lnTo>
              </a:path>
              <a:path w="21600" h="21600">
                <a:moveTo>
                  <a:pt x="1203" y="21398"/>
                </a:moveTo>
                <a:lnTo>
                  <a:pt x="1262" y="21398"/>
                </a:lnTo>
                <a:lnTo>
                  <a:pt x="1262" y="21518"/>
                </a:lnTo>
                <a:lnTo>
                  <a:pt x="1203" y="21518"/>
                </a:lnTo>
              </a:path>
              <a:path w="21600" h="21600">
                <a:moveTo>
                  <a:pt x="20035" y="21394"/>
                </a:moveTo>
                <a:lnTo>
                  <a:pt x="20094" y="21394"/>
                </a:lnTo>
                <a:lnTo>
                  <a:pt x="20094" y="21515"/>
                </a:lnTo>
                <a:lnTo>
                  <a:pt x="20035" y="21515"/>
                </a:lnTo>
              </a:path>
              <a:path w="21600" h="21600">
                <a:moveTo>
                  <a:pt x="17322" y="21394"/>
                </a:moveTo>
                <a:lnTo>
                  <a:pt x="17380" y="21394"/>
                </a:lnTo>
                <a:lnTo>
                  <a:pt x="17380" y="21515"/>
                </a:lnTo>
                <a:lnTo>
                  <a:pt x="17322" y="21515"/>
                </a:lnTo>
              </a:path>
              <a:path w="21600" h="21600">
                <a:moveTo>
                  <a:pt x="11903" y="21394"/>
                </a:moveTo>
                <a:lnTo>
                  <a:pt x="11961" y="21394"/>
                </a:lnTo>
                <a:lnTo>
                  <a:pt x="11961" y="21515"/>
                </a:lnTo>
                <a:lnTo>
                  <a:pt x="11903" y="21515"/>
                </a:lnTo>
              </a:path>
              <a:path w="21600" h="21600">
                <a:moveTo>
                  <a:pt x="9637" y="21394"/>
                </a:moveTo>
                <a:lnTo>
                  <a:pt x="9696" y="21394"/>
                </a:lnTo>
                <a:lnTo>
                  <a:pt x="9696" y="21515"/>
                </a:lnTo>
                <a:lnTo>
                  <a:pt x="9637" y="21515"/>
                </a:lnTo>
              </a:path>
              <a:path w="21600" h="21600">
                <a:moveTo>
                  <a:pt x="6924" y="21394"/>
                </a:moveTo>
                <a:lnTo>
                  <a:pt x="6983" y="21394"/>
                </a:lnTo>
                <a:lnTo>
                  <a:pt x="6983" y="21515"/>
                </a:lnTo>
                <a:lnTo>
                  <a:pt x="6924" y="21515"/>
                </a:lnTo>
              </a:path>
              <a:path w="21600" h="21600">
                <a:moveTo>
                  <a:pt x="4218" y="21394"/>
                </a:moveTo>
                <a:lnTo>
                  <a:pt x="4277" y="21394"/>
                </a:lnTo>
                <a:lnTo>
                  <a:pt x="4277" y="21515"/>
                </a:lnTo>
                <a:lnTo>
                  <a:pt x="4218" y="21515"/>
                </a:lnTo>
              </a:path>
              <a:path w="21600" h="21600">
                <a:moveTo>
                  <a:pt x="1505" y="21394"/>
                </a:moveTo>
                <a:lnTo>
                  <a:pt x="1564" y="21394"/>
                </a:lnTo>
                <a:lnTo>
                  <a:pt x="1564" y="21515"/>
                </a:lnTo>
                <a:lnTo>
                  <a:pt x="1505" y="21515"/>
                </a:lnTo>
              </a:path>
              <a:path w="21600" h="21600">
                <a:moveTo>
                  <a:pt x="17486" y="21393"/>
                </a:moveTo>
                <a:lnTo>
                  <a:pt x="17518" y="21393"/>
                </a:lnTo>
                <a:lnTo>
                  <a:pt x="17518" y="21460"/>
                </a:lnTo>
                <a:lnTo>
                  <a:pt x="17486" y="21460"/>
                </a:lnTo>
              </a:path>
              <a:path w="21600" h="21600">
                <a:moveTo>
                  <a:pt x="11448" y="21388"/>
                </a:moveTo>
                <a:lnTo>
                  <a:pt x="11510" y="21388"/>
                </a:lnTo>
                <a:lnTo>
                  <a:pt x="11510" y="21515"/>
                </a:lnTo>
                <a:lnTo>
                  <a:pt x="11448" y="21515"/>
                </a:lnTo>
              </a:path>
              <a:path w="21600" h="21600">
                <a:moveTo>
                  <a:pt x="2579" y="21375"/>
                </a:moveTo>
                <a:lnTo>
                  <a:pt x="2604" y="21375"/>
                </a:lnTo>
                <a:lnTo>
                  <a:pt x="2604" y="21427"/>
                </a:lnTo>
                <a:lnTo>
                  <a:pt x="2579" y="21427"/>
                </a:lnTo>
              </a:path>
              <a:path w="21600" h="21600">
                <a:moveTo>
                  <a:pt x="10547" y="21370"/>
                </a:moveTo>
                <a:lnTo>
                  <a:pt x="10598" y="21370"/>
                </a:lnTo>
                <a:lnTo>
                  <a:pt x="10598" y="21476"/>
                </a:lnTo>
                <a:lnTo>
                  <a:pt x="10547" y="21476"/>
                </a:lnTo>
              </a:path>
              <a:path w="21600" h="21600">
                <a:moveTo>
                  <a:pt x="21398" y="21366"/>
                </a:moveTo>
                <a:lnTo>
                  <a:pt x="21448" y="21366"/>
                </a:lnTo>
                <a:lnTo>
                  <a:pt x="21448" y="21468"/>
                </a:lnTo>
                <a:lnTo>
                  <a:pt x="21398" y="21468"/>
                </a:lnTo>
              </a:path>
              <a:path w="21600" h="21600">
                <a:moveTo>
                  <a:pt x="19279" y="21364"/>
                </a:moveTo>
                <a:lnTo>
                  <a:pt x="19340" y="21364"/>
                </a:lnTo>
                <a:lnTo>
                  <a:pt x="19340" y="21488"/>
                </a:lnTo>
                <a:lnTo>
                  <a:pt x="19279" y="21488"/>
                </a:lnTo>
              </a:path>
              <a:path w="21600" h="21600">
                <a:moveTo>
                  <a:pt x="16265" y="21364"/>
                </a:moveTo>
                <a:lnTo>
                  <a:pt x="16324" y="21364"/>
                </a:lnTo>
                <a:lnTo>
                  <a:pt x="16324" y="21485"/>
                </a:lnTo>
                <a:lnTo>
                  <a:pt x="16265" y="21485"/>
                </a:lnTo>
              </a:path>
              <a:path w="21600" h="21600">
                <a:moveTo>
                  <a:pt x="13860" y="21364"/>
                </a:moveTo>
                <a:lnTo>
                  <a:pt x="13921" y="21364"/>
                </a:lnTo>
                <a:lnTo>
                  <a:pt x="13921" y="21488"/>
                </a:lnTo>
                <a:lnTo>
                  <a:pt x="13860" y="21488"/>
                </a:lnTo>
              </a:path>
              <a:path w="21600" h="21600">
                <a:moveTo>
                  <a:pt x="7678" y="21364"/>
                </a:moveTo>
                <a:lnTo>
                  <a:pt x="7739" y="21364"/>
                </a:lnTo>
                <a:lnTo>
                  <a:pt x="7739" y="21488"/>
                </a:lnTo>
                <a:lnTo>
                  <a:pt x="7678" y="21488"/>
                </a:lnTo>
              </a:path>
              <a:path w="21600" h="21600">
                <a:moveTo>
                  <a:pt x="5275" y="21364"/>
                </a:moveTo>
                <a:lnTo>
                  <a:pt x="5334" y="21364"/>
                </a:lnTo>
                <a:lnTo>
                  <a:pt x="5334" y="21485"/>
                </a:lnTo>
                <a:lnTo>
                  <a:pt x="5275" y="21485"/>
                </a:lnTo>
              </a:path>
              <a:path w="21600" h="21600">
                <a:moveTo>
                  <a:pt x="2259" y="21364"/>
                </a:moveTo>
                <a:lnTo>
                  <a:pt x="2320" y="21364"/>
                </a:lnTo>
                <a:lnTo>
                  <a:pt x="2320" y="21488"/>
                </a:lnTo>
                <a:lnTo>
                  <a:pt x="2259" y="21488"/>
                </a:lnTo>
              </a:path>
              <a:path w="21600" h="21600">
                <a:moveTo>
                  <a:pt x="17020" y="21361"/>
                </a:moveTo>
                <a:lnTo>
                  <a:pt x="17079" y="21361"/>
                </a:lnTo>
                <a:lnTo>
                  <a:pt x="17079" y="21482"/>
                </a:lnTo>
                <a:lnTo>
                  <a:pt x="17020" y="21482"/>
                </a:lnTo>
              </a:path>
              <a:path w="21600" h="21600">
                <a:moveTo>
                  <a:pt x="11601" y="21361"/>
                </a:moveTo>
                <a:lnTo>
                  <a:pt x="11659" y="21361"/>
                </a:lnTo>
                <a:lnTo>
                  <a:pt x="11659" y="21482"/>
                </a:lnTo>
                <a:lnTo>
                  <a:pt x="11601" y="21482"/>
                </a:lnTo>
              </a:path>
              <a:path w="21600" h="21600">
                <a:moveTo>
                  <a:pt x="9939" y="21361"/>
                </a:moveTo>
                <a:lnTo>
                  <a:pt x="9998" y="21361"/>
                </a:lnTo>
                <a:lnTo>
                  <a:pt x="9998" y="21482"/>
                </a:lnTo>
                <a:lnTo>
                  <a:pt x="9939" y="21482"/>
                </a:lnTo>
              </a:path>
              <a:path w="21600" h="21600">
                <a:moveTo>
                  <a:pt x="4520" y="21361"/>
                </a:moveTo>
                <a:lnTo>
                  <a:pt x="4579" y="21361"/>
                </a:lnTo>
                <a:lnTo>
                  <a:pt x="4579" y="21482"/>
                </a:lnTo>
                <a:lnTo>
                  <a:pt x="4520" y="21482"/>
                </a:lnTo>
              </a:path>
              <a:path w="21600" h="21600">
                <a:moveTo>
                  <a:pt x="19437" y="21358"/>
                </a:moveTo>
                <a:lnTo>
                  <a:pt x="19484" y="21358"/>
                </a:lnTo>
                <a:lnTo>
                  <a:pt x="19484" y="21453"/>
                </a:lnTo>
                <a:lnTo>
                  <a:pt x="19437" y="21453"/>
                </a:lnTo>
              </a:path>
              <a:path w="21600" h="21600">
                <a:moveTo>
                  <a:pt x="14463" y="21355"/>
                </a:moveTo>
                <a:lnTo>
                  <a:pt x="14525" y="21355"/>
                </a:lnTo>
                <a:lnTo>
                  <a:pt x="14525" y="21482"/>
                </a:lnTo>
                <a:lnTo>
                  <a:pt x="14463" y="21482"/>
                </a:lnTo>
              </a:path>
              <a:path w="21600" h="21600">
                <a:moveTo>
                  <a:pt x="7073" y="21355"/>
                </a:moveTo>
                <a:lnTo>
                  <a:pt x="7136" y="21355"/>
                </a:lnTo>
                <a:lnTo>
                  <a:pt x="7136" y="21482"/>
                </a:lnTo>
                <a:lnTo>
                  <a:pt x="7073" y="21482"/>
                </a:lnTo>
              </a:path>
              <a:path w="21600" h="21600">
                <a:moveTo>
                  <a:pt x="6628" y="21352"/>
                </a:moveTo>
                <a:lnTo>
                  <a:pt x="6675" y="21352"/>
                </a:lnTo>
                <a:lnTo>
                  <a:pt x="6675" y="21447"/>
                </a:lnTo>
                <a:lnTo>
                  <a:pt x="6628" y="21447"/>
                </a:lnTo>
              </a:path>
              <a:path w="21600" h="21600">
                <a:moveTo>
                  <a:pt x="15376" y="21347"/>
                </a:moveTo>
                <a:lnTo>
                  <a:pt x="15424" y="21347"/>
                </a:lnTo>
                <a:lnTo>
                  <a:pt x="15424" y="21446"/>
                </a:lnTo>
                <a:lnTo>
                  <a:pt x="15376" y="21446"/>
                </a:lnTo>
              </a:path>
              <a:path w="21600" h="21600">
                <a:moveTo>
                  <a:pt x="10393" y="21341"/>
                </a:moveTo>
                <a:lnTo>
                  <a:pt x="10450" y="21341"/>
                </a:lnTo>
                <a:lnTo>
                  <a:pt x="10450" y="21458"/>
                </a:lnTo>
                <a:lnTo>
                  <a:pt x="10393" y="21458"/>
                </a:lnTo>
              </a:path>
              <a:path w="21600" h="21600">
                <a:moveTo>
                  <a:pt x="16718" y="21335"/>
                </a:moveTo>
                <a:lnTo>
                  <a:pt x="16777" y="21335"/>
                </a:lnTo>
                <a:lnTo>
                  <a:pt x="16777" y="21456"/>
                </a:lnTo>
                <a:lnTo>
                  <a:pt x="16718" y="21456"/>
                </a:lnTo>
              </a:path>
              <a:path w="21600" h="21600">
                <a:moveTo>
                  <a:pt x="14012" y="21335"/>
                </a:moveTo>
                <a:lnTo>
                  <a:pt x="14071" y="21335"/>
                </a:lnTo>
                <a:lnTo>
                  <a:pt x="14071" y="21456"/>
                </a:lnTo>
                <a:lnTo>
                  <a:pt x="14012" y="21456"/>
                </a:lnTo>
              </a:path>
              <a:path w="21600" h="21600">
                <a:moveTo>
                  <a:pt x="11299" y="21335"/>
                </a:moveTo>
                <a:lnTo>
                  <a:pt x="11357" y="21335"/>
                </a:lnTo>
                <a:lnTo>
                  <a:pt x="11357" y="21456"/>
                </a:lnTo>
                <a:lnTo>
                  <a:pt x="11299" y="21456"/>
                </a:lnTo>
              </a:path>
              <a:path w="21600" h="21600">
                <a:moveTo>
                  <a:pt x="10241" y="21335"/>
                </a:moveTo>
                <a:lnTo>
                  <a:pt x="10300" y="21335"/>
                </a:lnTo>
                <a:lnTo>
                  <a:pt x="10300" y="21456"/>
                </a:lnTo>
                <a:lnTo>
                  <a:pt x="10241" y="21456"/>
                </a:lnTo>
              </a:path>
              <a:path w="21600" h="21600">
                <a:moveTo>
                  <a:pt x="7528" y="21335"/>
                </a:moveTo>
                <a:lnTo>
                  <a:pt x="7587" y="21335"/>
                </a:lnTo>
                <a:lnTo>
                  <a:pt x="7587" y="21456"/>
                </a:lnTo>
                <a:lnTo>
                  <a:pt x="7528" y="21456"/>
                </a:lnTo>
              </a:path>
              <a:path w="21600" h="21600">
                <a:moveTo>
                  <a:pt x="4822" y="21335"/>
                </a:moveTo>
                <a:lnTo>
                  <a:pt x="4881" y="21335"/>
                </a:lnTo>
                <a:lnTo>
                  <a:pt x="4881" y="21456"/>
                </a:lnTo>
                <a:lnTo>
                  <a:pt x="4822" y="21456"/>
                </a:lnTo>
              </a:path>
              <a:path w="21600" h="21600">
                <a:moveTo>
                  <a:pt x="2109" y="21335"/>
                </a:moveTo>
                <a:lnTo>
                  <a:pt x="2168" y="21335"/>
                </a:lnTo>
                <a:lnTo>
                  <a:pt x="2168" y="21456"/>
                </a:lnTo>
                <a:lnTo>
                  <a:pt x="2109" y="21456"/>
                </a:lnTo>
              </a:path>
              <a:path w="21600" h="21600">
                <a:moveTo>
                  <a:pt x="19735" y="21333"/>
                </a:moveTo>
                <a:lnTo>
                  <a:pt x="19790" y="21333"/>
                </a:lnTo>
                <a:lnTo>
                  <a:pt x="19790" y="21446"/>
                </a:lnTo>
                <a:lnTo>
                  <a:pt x="19735" y="21446"/>
                </a:lnTo>
              </a:path>
              <a:path w="21600" h="21600">
                <a:moveTo>
                  <a:pt x="18980" y="21333"/>
                </a:moveTo>
                <a:lnTo>
                  <a:pt x="19035" y="21333"/>
                </a:lnTo>
                <a:lnTo>
                  <a:pt x="19035" y="21446"/>
                </a:lnTo>
                <a:lnTo>
                  <a:pt x="18980" y="21446"/>
                </a:lnTo>
              </a:path>
              <a:path w="21600" h="21600">
                <a:moveTo>
                  <a:pt x="14316" y="21333"/>
                </a:moveTo>
                <a:lnTo>
                  <a:pt x="14371" y="21333"/>
                </a:lnTo>
                <a:lnTo>
                  <a:pt x="14371" y="21446"/>
                </a:lnTo>
                <a:lnTo>
                  <a:pt x="14316" y="21446"/>
                </a:lnTo>
              </a:path>
              <a:path w="21600" h="21600">
                <a:moveTo>
                  <a:pt x="13561" y="21333"/>
                </a:moveTo>
                <a:lnTo>
                  <a:pt x="13616" y="21333"/>
                </a:lnTo>
                <a:lnTo>
                  <a:pt x="13616" y="21446"/>
                </a:lnTo>
                <a:lnTo>
                  <a:pt x="13561" y="21446"/>
                </a:lnTo>
              </a:path>
              <a:path w="21600" h="21600">
                <a:moveTo>
                  <a:pt x="1809" y="21333"/>
                </a:moveTo>
                <a:lnTo>
                  <a:pt x="1864" y="21333"/>
                </a:lnTo>
                <a:lnTo>
                  <a:pt x="1864" y="21446"/>
                </a:lnTo>
                <a:lnTo>
                  <a:pt x="1809" y="21446"/>
                </a:lnTo>
              </a:path>
              <a:path w="21600" h="21600">
                <a:moveTo>
                  <a:pt x="21242" y="21325"/>
                </a:moveTo>
                <a:lnTo>
                  <a:pt x="21303" y="21325"/>
                </a:lnTo>
                <a:lnTo>
                  <a:pt x="21303" y="21449"/>
                </a:lnTo>
                <a:lnTo>
                  <a:pt x="21242" y="21449"/>
                </a:lnTo>
              </a:path>
              <a:path w="21600" h="21600">
                <a:moveTo>
                  <a:pt x="18529" y="21325"/>
                </a:moveTo>
                <a:lnTo>
                  <a:pt x="18589" y="21325"/>
                </a:lnTo>
                <a:lnTo>
                  <a:pt x="18589" y="21449"/>
                </a:lnTo>
                <a:lnTo>
                  <a:pt x="18529" y="21449"/>
                </a:lnTo>
              </a:path>
              <a:path w="21600" h="21600">
                <a:moveTo>
                  <a:pt x="15823" y="21325"/>
                </a:moveTo>
                <a:lnTo>
                  <a:pt x="15884" y="21325"/>
                </a:lnTo>
                <a:lnTo>
                  <a:pt x="15884" y="21449"/>
                </a:lnTo>
                <a:lnTo>
                  <a:pt x="15823" y="21449"/>
                </a:lnTo>
              </a:path>
              <a:path w="21600" h="21600">
                <a:moveTo>
                  <a:pt x="13110" y="21325"/>
                </a:moveTo>
                <a:lnTo>
                  <a:pt x="13170" y="21325"/>
                </a:lnTo>
                <a:lnTo>
                  <a:pt x="13170" y="21449"/>
                </a:lnTo>
                <a:lnTo>
                  <a:pt x="13110" y="21449"/>
                </a:lnTo>
              </a:path>
              <a:path w="21600" h="21600">
                <a:moveTo>
                  <a:pt x="8428" y="21325"/>
                </a:moveTo>
                <a:lnTo>
                  <a:pt x="8489" y="21325"/>
                </a:lnTo>
                <a:lnTo>
                  <a:pt x="8489" y="21449"/>
                </a:lnTo>
                <a:lnTo>
                  <a:pt x="8428" y="21449"/>
                </a:lnTo>
              </a:path>
              <a:path w="21600" h="21600">
                <a:moveTo>
                  <a:pt x="3010" y="21325"/>
                </a:moveTo>
                <a:lnTo>
                  <a:pt x="3070" y="21325"/>
                </a:lnTo>
                <a:lnTo>
                  <a:pt x="3070" y="21449"/>
                </a:lnTo>
                <a:lnTo>
                  <a:pt x="3010" y="21449"/>
                </a:lnTo>
              </a:path>
              <a:path w="21600" h="21600">
                <a:moveTo>
                  <a:pt x="297" y="21325"/>
                </a:moveTo>
                <a:lnTo>
                  <a:pt x="357" y="21325"/>
                </a:lnTo>
                <a:lnTo>
                  <a:pt x="357" y="21449"/>
                </a:lnTo>
                <a:lnTo>
                  <a:pt x="297" y="21449"/>
                </a:lnTo>
              </a:path>
              <a:path w="21600" h="21600">
                <a:moveTo>
                  <a:pt x="21096" y="21324"/>
                </a:moveTo>
                <a:lnTo>
                  <a:pt x="21146" y="21324"/>
                </a:lnTo>
                <a:lnTo>
                  <a:pt x="21146" y="21427"/>
                </a:lnTo>
                <a:lnTo>
                  <a:pt x="21096" y="21427"/>
                </a:lnTo>
              </a:path>
              <a:path w="21600" h="21600">
                <a:moveTo>
                  <a:pt x="3619" y="21324"/>
                </a:moveTo>
                <a:lnTo>
                  <a:pt x="3669" y="21324"/>
                </a:lnTo>
                <a:lnTo>
                  <a:pt x="3669" y="21427"/>
                </a:lnTo>
                <a:lnTo>
                  <a:pt x="3619" y="21427"/>
                </a:lnTo>
              </a:path>
              <a:path w="21600" h="21600">
                <a:moveTo>
                  <a:pt x="12354" y="21323"/>
                </a:moveTo>
                <a:lnTo>
                  <a:pt x="12416" y="21323"/>
                </a:lnTo>
                <a:lnTo>
                  <a:pt x="12416" y="21451"/>
                </a:lnTo>
                <a:lnTo>
                  <a:pt x="12354" y="21451"/>
                </a:lnTo>
              </a:path>
              <a:path w="21600" h="21600">
                <a:moveTo>
                  <a:pt x="9183" y="21323"/>
                </a:moveTo>
                <a:lnTo>
                  <a:pt x="9245" y="21323"/>
                </a:lnTo>
                <a:lnTo>
                  <a:pt x="9245" y="21451"/>
                </a:lnTo>
                <a:lnTo>
                  <a:pt x="9183" y="21451"/>
                </a:lnTo>
              </a:path>
              <a:path w="21600" h="21600">
                <a:moveTo>
                  <a:pt x="2711" y="21320"/>
                </a:moveTo>
                <a:lnTo>
                  <a:pt x="2774" y="21320"/>
                </a:lnTo>
                <a:lnTo>
                  <a:pt x="2774" y="21449"/>
                </a:lnTo>
                <a:lnTo>
                  <a:pt x="2711" y="21449"/>
                </a:lnTo>
              </a:path>
              <a:path w="21600" h="21600">
                <a:moveTo>
                  <a:pt x="19581" y="21312"/>
                </a:moveTo>
                <a:lnTo>
                  <a:pt x="19642" y="21312"/>
                </a:lnTo>
                <a:lnTo>
                  <a:pt x="19642" y="21435"/>
                </a:lnTo>
                <a:lnTo>
                  <a:pt x="19581" y="21435"/>
                </a:lnTo>
              </a:path>
              <a:path w="21600" h="21600">
                <a:moveTo>
                  <a:pt x="16868" y="21312"/>
                </a:moveTo>
                <a:lnTo>
                  <a:pt x="16928" y="21312"/>
                </a:lnTo>
                <a:lnTo>
                  <a:pt x="16928" y="21435"/>
                </a:lnTo>
                <a:lnTo>
                  <a:pt x="16868" y="21435"/>
                </a:lnTo>
              </a:path>
              <a:path w="21600" h="21600">
                <a:moveTo>
                  <a:pt x="7376" y="21312"/>
                </a:moveTo>
                <a:lnTo>
                  <a:pt x="7437" y="21312"/>
                </a:lnTo>
                <a:lnTo>
                  <a:pt x="7437" y="21435"/>
                </a:lnTo>
                <a:lnTo>
                  <a:pt x="7376" y="21435"/>
                </a:lnTo>
              </a:path>
              <a:path w="21600" h="21600">
                <a:moveTo>
                  <a:pt x="4670" y="21312"/>
                </a:moveTo>
                <a:lnTo>
                  <a:pt x="4731" y="21312"/>
                </a:lnTo>
                <a:lnTo>
                  <a:pt x="4731" y="21435"/>
                </a:lnTo>
                <a:lnTo>
                  <a:pt x="4670" y="21435"/>
                </a:lnTo>
              </a:path>
              <a:path w="21600" h="21600">
                <a:moveTo>
                  <a:pt x="1957" y="21312"/>
                </a:moveTo>
                <a:lnTo>
                  <a:pt x="2018" y="21312"/>
                </a:lnTo>
                <a:lnTo>
                  <a:pt x="2018" y="21435"/>
                </a:lnTo>
                <a:lnTo>
                  <a:pt x="1957" y="21435"/>
                </a:lnTo>
              </a:path>
              <a:path w="21600" h="21600">
                <a:moveTo>
                  <a:pt x="10097" y="21303"/>
                </a:moveTo>
                <a:lnTo>
                  <a:pt x="10142" y="21303"/>
                </a:lnTo>
                <a:lnTo>
                  <a:pt x="10142" y="21395"/>
                </a:lnTo>
                <a:lnTo>
                  <a:pt x="10097" y="21395"/>
                </a:lnTo>
              </a:path>
              <a:path w="21600" h="21600">
                <a:moveTo>
                  <a:pt x="7993" y="21299"/>
                </a:moveTo>
                <a:lnTo>
                  <a:pt x="8027" y="21299"/>
                </a:lnTo>
                <a:lnTo>
                  <a:pt x="8027" y="21369"/>
                </a:lnTo>
                <a:lnTo>
                  <a:pt x="7993" y="21369"/>
                </a:lnTo>
              </a:path>
              <a:path w="21600" h="21600">
                <a:moveTo>
                  <a:pt x="20942" y="21292"/>
                </a:moveTo>
                <a:lnTo>
                  <a:pt x="20999" y="21292"/>
                </a:lnTo>
                <a:lnTo>
                  <a:pt x="20999" y="21409"/>
                </a:lnTo>
                <a:lnTo>
                  <a:pt x="20942" y="21409"/>
                </a:lnTo>
              </a:path>
              <a:path w="21600" h="21600">
                <a:moveTo>
                  <a:pt x="18228" y="21292"/>
                </a:moveTo>
                <a:lnTo>
                  <a:pt x="18286" y="21292"/>
                </a:lnTo>
                <a:lnTo>
                  <a:pt x="18286" y="21409"/>
                </a:lnTo>
                <a:lnTo>
                  <a:pt x="18228" y="21409"/>
                </a:lnTo>
              </a:path>
              <a:path w="21600" h="21600">
                <a:moveTo>
                  <a:pt x="15523" y="21292"/>
                </a:moveTo>
                <a:lnTo>
                  <a:pt x="15580" y="21292"/>
                </a:lnTo>
                <a:lnTo>
                  <a:pt x="15580" y="21409"/>
                </a:lnTo>
                <a:lnTo>
                  <a:pt x="15523" y="21409"/>
                </a:lnTo>
              </a:path>
              <a:path w="21600" h="21600">
                <a:moveTo>
                  <a:pt x="12809" y="21292"/>
                </a:moveTo>
                <a:lnTo>
                  <a:pt x="12866" y="21292"/>
                </a:lnTo>
                <a:lnTo>
                  <a:pt x="12866" y="21409"/>
                </a:lnTo>
                <a:lnTo>
                  <a:pt x="12809" y="21409"/>
                </a:lnTo>
              </a:path>
              <a:path w="21600" h="21600">
                <a:moveTo>
                  <a:pt x="6019" y="21292"/>
                </a:moveTo>
                <a:lnTo>
                  <a:pt x="6076" y="21292"/>
                </a:lnTo>
                <a:lnTo>
                  <a:pt x="6076" y="21409"/>
                </a:lnTo>
                <a:lnTo>
                  <a:pt x="6019" y="21409"/>
                </a:lnTo>
              </a:path>
              <a:path w="21600" h="21600">
                <a:moveTo>
                  <a:pt x="3313" y="21292"/>
                </a:moveTo>
                <a:lnTo>
                  <a:pt x="3370" y="21292"/>
                </a:lnTo>
                <a:lnTo>
                  <a:pt x="3370" y="21409"/>
                </a:lnTo>
                <a:lnTo>
                  <a:pt x="3313" y="21409"/>
                </a:lnTo>
              </a:path>
              <a:path w="21600" h="21600">
                <a:moveTo>
                  <a:pt x="600" y="21292"/>
                </a:moveTo>
                <a:lnTo>
                  <a:pt x="657" y="21292"/>
                </a:lnTo>
                <a:lnTo>
                  <a:pt x="657" y="21409"/>
                </a:lnTo>
                <a:lnTo>
                  <a:pt x="600" y="21409"/>
                </a:lnTo>
              </a:path>
              <a:path w="21600" h="21600">
                <a:moveTo>
                  <a:pt x="17773" y="21292"/>
                </a:moveTo>
                <a:lnTo>
                  <a:pt x="17835" y="21292"/>
                </a:lnTo>
                <a:lnTo>
                  <a:pt x="17835" y="21420"/>
                </a:lnTo>
                <a:lnTo>
                  <a:pt x="17773" y="21420"/>
                </a:lnTo>
              </a:path>
              <a:path w="21600" h="21600">
                <a:moveTo>
                  <a:pt x="3764" y="21292"/>
                </a:moveTo>
                <a:lnTo>
                  <a:pt x="3826" y="21292"/>
                </a:lnTo>
                <a:lnTo>
                  <a:pt x="3826" y="21420"/>
                </a:lnTo>
                <a:lnTo>
                  <a:pt x="3764" y="21420"/>
                </a:lnTo>
              </a:path>
              <a:path w="21600" h="21600">
                <a:moveTo>
                  <a:pt x="12658" y="21287"/>
                </a:moveTo>
                <a:lnTo>
                  <a:pt x="12716" y="21287"/>
                </a:lnTo>
                <a:lnTo>
                  <a:pt x="12716" y="21408"/>
                </a:lnTo>
                <a:lnTo>
                  <a:pt x="12658" y="21408"/>
                </a:lnTo>
              </a:path>
              <a:path w="21600" h="21600">
                <a:moveTo>
                  <a:pt x="8882" y="21287"/>
                </a:moveTo>
                <a:lnTo>
                  <a:pt x="8941" y="21287"/>
                </a:lnTo>
                <a:lnTo>
                  <a:pt x="8941" y="21408"/>
                </a:lnTo>
                <a:lnTo>
                  <a:pt x="8882" y="21408"/>
                </a:lnTo>
              </a:path>
              <a:path w="21600" h="21600">
                <a:moveTo>
                  <a:pt x="3464" y="21287"/>
                </a:moveTo>
                <a:lnTo>
                  <a:pt x="3522" y="21287"/>
                </a:lnTo>
                <a:lnTo>
                  <a:pt x="3522" y="21408"/>
                </a:lnTo>
                <a:lnTo>
                  <a:pt x="3464" y="21408"/>
                </a:lnTo>
              </a:path>
              <a:path w="21600" h="21600">
                <a:moveTo>
                  <a:pt x="21541" y="21278"/>
                </a:moveTo>
                <a:lnTo>
                  <a:pt x="21599" y="21278"/>
                </a:lnTo>
                <a:lnTo>
                  <a:pt x="21599" y="21397"/>
                </a:lnTo>
                <a:lnTo>
                  <a:pt x="21541" y="21397"/>
                </a:lnTo>
              </a:path>
              <a:path w="21600" h="21600">
                <a:moveTo>
                  <a:pt x="0" y="21278"/>
                </a:moveTo>
                <a:lnTo>
                  <a:pt x="58" y="21278"/>
                </a:lnTo>
                <a:lnTo>
                  <a:pt x="58" y="21397"/>
                </a:lnTo>
                <a:lnTo>
                  <a:pt x="0" y="21397"/>
                </a:lnTo>
              </a:path>
              <a:path w="21600" h="21600">
                <a:moveTo>
                  <a:pt x="8741" y="21273"/>
                </a:moveTo>
                <a:lnTo>
                  <a:pt x="8781" y="21273"/>
                </a:lnTo>
                <a:lnTo>
                  <a:pt x="8781" y="21354"/>
                </a:lnTo>
                <a:lnTo>
                  <a:pt x="8741" y="21354"/>
                </a:lnTo>
              </a:path>
              <a:path w="21600" h="21600">
                <a:moveTo>
                  <a:pt x="11150" y="21267"/>
                </a:moveTo>
                <a:lnTo>
                  <a:pt x="11204" y="21267"/>
                </a:lnTo>
                <a:lnTo>
                  <a:pt x="11204" y="21377"/>
                </a:lnTo>
                <a:lnTo>
                  <a:pt x="11150" y="21377"/>
                </a:lnTo>
              </a:path>
              <a:path w="21600" h="21600">
                <a:moveTo>
                  <a:pt x="12063" y="21261"/>
                </a:moveTo>
                <a:lnTo>
                  <a:pt x="12103" y="21261"/>
                </a:lnTo>
                <a:lnTo>
                  <a:pt x="12103" y="21342"/>
                </a:lnTo>
                <a:lnTo>
                  <a:pt x="12063" y="21342"/>
                </a:lnTo>
              </a:path>
              <a:path w="21600" h="21600">
                <a:moveTo>
                  <a:pt x="20344" y="21254"/>
                </a:moveTo>
                <a:lnTo>
                  <a:pt x="20389" y="21254"/>
                </a:lnTo>
                <a:lnTo>
                  <a:pt x="20389" y="21346"/>
                </a:lnTo>
                <a:lnTo>
                  <a:pt x="20344" y="21346"/>
                </a:lnTo>
              </a:path>
              <a:path w="21600" h="21600">
                <a:moveTo>
                  <a:pt x="20487" y="21247"/>
                </a:moveTo>
                <a:lnTo>
                  <a:pt x="20548" y="21247"/>
                </a:lnTo>
                <a:lnTo>
                  <a:pt x="20548" y="21371"/>
                </a:lnTo>
                <a:lnTo>
                  <a:pt x="20487" y="21371"/>
                </a:lnTo>
              </a:path>
              <a:path w="21600" h="21600">
                <a:moveTo>
                  <a:pt x="15068" y="21247"/>
                </a:moveTo>
                <a:lnTo>
                  <a:pt x="15129" y="21247"/>
                </a:lnTo>
                <a:lnTo>
                  <a:pt x="15129" y="21371"/>
                </a:lnTo>
                <a:lnTo>
                  <a:pt x="15068" y="21371"/>
                </a:lnTo>
              </a:path>
              <a:path w="21600" h="21600">
                <a:moveTo>
                  <a:pt x="6470" y="21247"/>
                </a:moveTo>
                <a:lnTo>
                  <a:pt x="6531" y="21247"/>
                </a:lnTo>
                <a:lnTo>
                  <a:pt x="6531" y="21371"/>
                </a:lnTo>
                <a:lnTo>
                  <a:pt x="6470" y="21371"/>
                </a:lnTo>
              </a:path>
              <a:path w="21600" h="21600">
                <a:moveTo>
                  <a:pt x="10845" y="21245"/>
                </a:moveTo>
                <a:lnTo>
                  <a:pt x="10905" y="21245"/>
                </a:lnTo>
                <a:lnTo>
                  <a:pt x="10905" y="21369"/>
                </a:lnTo>
                <a:lnTo>
                  <a:pt x="10845" y="21369"/>
                </a:lnTo>
              </a:path>
              <a:path w="21600" h="21600">
                <a:moveTo>
                  <a:pt x="5720" y="21230"/>
                </a:moveTo>
                <a:lnTo>
                  <a:pt x="5772" y="21230"/>
                </a:lnTo>
                <a:lnTo>
                  <a:pt x="5772" y="21337"/>
                </a:lnTo>
                <a:lnTo>
                  <a:pt x="5720" y="21337"/>
                </a:lnTo>
              </a:path>
              <a:path w="21600" h="21600">
                <a:moveTo>
                  <a:pt x="2579" y="21226"/>
                </a:moveTo>
                <a:lnTo>
                  <a:pt x="2603" y="21226"/>
                </a:lnTo>
                <a:lnTo>
                  <a:pt x="2603" y="21275"/>
                </a:lnTo>
                <a:lnTo>
                  <a:pt x="2579" y="21275"/>
                </a:lnTo>
              </a:path>
              <a:path w="21600" h="21600">
                <a:moveTo>
                  <a:pt x="1655" y="21207"/>
                </a:moveTo>
                <a:lnTo>
                  <a:pt x="1716" y="21207"/>
                </a:lnTo>
                <a:lnTo>
                  <a:pt x="1716" y="21331"/>
                </a:lnTo>
                <a:lnTo>
                  <a:pt x="1655" y="21331"/>
                </a:lnTo>
              </a:path>
              <a:path w="21600" h="21600">
                <a:moveTo>
                  <a:pt x="17625" y="21190"/>
                </a:moveTo>
                <a:lnTo>
                  <a:pt x="17682" y="21190"/>
                </a:lnTo>
                <a:lnTo>
                  <a:pt x="17682" y="21307"/>
                </a:lnTo>
                <a:lnTo>
                  <a:pt x="17625" y="21307"/>
                </a:lnTo>
              </a:path>
              <a:path w="21600" h="21600">
                <a:moveTo>
                  <a:pt x="14919" y="21190"/>
                </a:moveTo>
                <a:lnTo>
                  <a:pt x="14976" y="21190"/>
                </a:lnTo>
                <a:lnTo>
                  <a:pt x="14976" y="21307"/>
                </a:lnTo>
                <a:lnTo>
                  <a:pt x="14919" y="21307"/>
                </a:lnTo>
              </a:path>
              <a:path w="21600" h="21600">
                <a:moveTo>
                  <a:pt x="12206" y="21190"/>
                </a:moveTo>
                <a:lnTo>
                  <a:pt x="12263" y="21190"/>
                </a:lnTo>
                <a:lnTo>
                  <a:pt x="12263" y="21307"/>
                </a:lnTo>
                <a:lnTo>
                  <a:pt x="12206" y="21307"/>
                </a:lnTo>
              </a:path>
              <a:path w="21600" h="21600">
                <a:moveTo>
                  <a:pt x="9336" y="21190"/>
                </a:moveTo>
                <a:lnTo>
                  <a:pt x="9393" y="21190"/>
                </a:lnTo>
                <a:lnTo>
                  <a:pt x="9393" y="21307"/>
                </a:lnTo>
                <a:lnTo>
                  <a:pt x="9336" y="21307"/>
                </a:lnTo>
              </a:path>
              <a:path w="21600" h="21600">
                <a:moveTo>
                  <a:pt x="3917" y="21190"/>
                </a:moveTo>
                <a:lnTo>
                  <a:pt x="3974" y="21190"/>
                </a:lnTo>
                <a:lnTo>
                  <a:pt x="3974" y="21307"/>
                </a:lnTo>
                <a:lnTo>
                  <a:pt x="3917" y="21307"/>
                </a:lnTo>
              </a:path>
              <a:path w="21600" h="21600">
                <a:moveTo>
                  <a:pt x="1204" y="21190"/>
                </a:moveTo>
                <a:lnTo>
                  <a:pt x="1261" y="21190"/>
                </a:lnTo>
                <a:lnTo>
                  <a:pt x="1261" y="21307"/>
                </a:lnTo>
                <a:lnTo>
                  <a:pt x="1204" y="21307"/>
                </a:lnTo>
              </a:path>
              <a:path w="21600" h="21600">
                <a:moveTo>
                  <a:pt x="3168" y="21188"/>
                </a:moveTo>
                <a:lnTo>
                  <a:pt x="3214" y="21188"/>
                </a:lnTo>
                <a:lnTo>
                  <a:pt x="3214" y="21284"/>
                </a:lnTo>
                <a:lnTo>
                  <a:pt x="3168" y="21284"/>
                </a:lnTo>
              </a:path>
              <a:path w="21600" h="21600">
                <a:moveTo>
                  <a:pt x="4369" y="21188"/>
                </a:moveTo>
                <a:lnTo>
                  <a:pt x="4428" y="21188"/>
                </a:lnTo>
                <a:lnTo>
                  <a:pt x="4428" y="21308"/>
                </a:lnTo>
                <a:lnTo>
                  <a:pt x="4369" y="21308"/>
                </a:lnTo>
              </a:path>
              <a:path w="21600" h="21600">
                <a:moveTo>
                  <a:pt x="20036" y="21186"/>
                </a:moveTo>
                <a:lnTo>
                  <a:pt x="20093" y="21186"/>
                </a:lnTo>
                <a:lnTo>
                  <a:pt x="20093" y="21303"/>
                </a:lnTo>
                <a:lnTo>
                  <a:pt x="20036" y="21303"/>
                </a:lnTo>
              </a:path>
              <a:path w="21600" h="21600">
                <a:moveTo>
                  <a:pt x="17323" y="21186"/>
                </a:moveTo>
                <a:lnTo>
                  <a:pt x="17380" y="21186"/>
                </a:lnTo>
                <a:lnTo>
                  <a:pt x="17380" y="21303"/>
                </a:lnTo>
                <a:lnTo>
                  <a:pt x="17323" y="21303"/>
                </a:lnTo>
              </a:path>
              <a:path w="21600" h="21600">
                <a:moveTo>
                  <a:pt x="11904" y="21186"/>
                </a:moveTo>
                <a:lnTo>
                  <a:pt x="11961" y="21186"/>
                </a:lnTo>
                <a:lnTo>
                  <a:pt x="11961" y="21303"/>
                </a:lnTo>
                <a:lnTo>
                  <a:pt x="11904" y="21303"/>
                </a:lnTo>
              </a:path>
              <a:path w="21600" h="21600">
                <a:moveTo>
                  <a:pt x="9638" y="21186"/>
                </a:moveTo>
                <a:lnTo>
                  <a:pt x="9695" y="21186"/>
                </a:lnTo>
                <a:lnTo>
                  <a:pt x="9695" y="21303"/>
                </a:lnTo>
                <a:lnTo>
                  <a:pt x="9638" y="21303"/>
                </a:lnTo>
              </a:path>
              <a:path w="21600" h="21600">
                <a:moveTo>
                  <a:pt x="6925" y="21186"/>
                </a:moveTo>
                <a:lnTo>
                  <a:pt x="6982" y="21186"/>
                </a:lnTo>
                <a:lnTo>
                  <a:pt x="6982" y="21303"/>
                </a:lnTo>
                <a:lnTo>
                  <a:pt x="6925" y="21303"/>
                </a:lnTo>
              </a:path>
              <a:path w="21600" h="21600">
                <a:moveTo>
                  <a:pt x="4219" y="21186"/>
                </a:moveTo>
                <a:lnTo>
                  <a:pt x="4276" y="21186"/>
                </a:lnTo>
                <a:lnTo>
                  <a:pt x="4276" y="21303"/>
                </a:lnTo>
                <a:lnTo>
                  <a:pt x="4219" y="21303"/>
                </a:lnTo>
              </a:path>
              <a:path w="21600" h="21600">
                <a:moveTo>
                  <a:pt x="1506" y="21186"/>
                </a:moveTo>
                <a:lnTo>
                  <a:pt x="1563" y="21186"/>
                </a:lnTo>
                <a:lnTo>
                  <a:pt x="1563" y="21303"/>
                </a:lnTo>
                <a:lnTo>
                  <a:pt x="1506" y="21303"/>
                </a:lnTo>
              </a:path>
              <a:path w="21600" h="21600">
                <a:moveTo>
                  <a:pt x="19736" y="21184"/>
                </a:moveTo>
                <a:lnTo>
                  <a:pt x="19789" y="21184"/>
                </a:lnTo>
                <a:lnTo>
                  <a:pt x="19789" y="21294"/>
                </a:lnTo>
                <a:lnTo>
                  <a:pt x="19736" y="21294"/>
                </a:lnTo>
              </a:path>
              <a:path w="21600" h="21600">
                <a:moveTo>
                  <a:pt x="18981" y="21184"/>
                </a:moveTo>
                <a:lnTo>
                  <a:pt x="19034" y="21184"/>
                </a:lnTo>
                <a:lnTo>
                  <a:pt x="19034" y="21294"/>
                </a:lnTo>
                <a:lnTo>
                  <a:pt x="18981" y="21294"/>
                </a:lnTo>
              </a:path>
              <a:path w="21600" h="21600">
                <a:moveTo>
                  <a:pt x="14317" y="21184"/>
                </a:moveTo>
                <a:lnTo>
                  <a:pt x="14370" y="21184"/>
                </a:lnTo>
                <a:lnTo>
                  <a:pt x="14370" y="21294"/>
                </a:lnTo>
                <a:lnTo>
                  <a:pt x="14317" y="21294"/>
                </a:lnTo>
              </a:path>
              <a:path w="21600" h="21600">
                <a:moveTo>
                  <a:pt x="13562" y="21184"/>
                </a:moveTo>
                <a:lnTo>
                  <a:pt x="13615" y="21184"/>
                </a:lnTo>
                <a:lnTo>
                  <a:pt x="13615" y="21294"/>
                </a:lnTo>
                <a:lnTo>
                  <a:pt x="13562" y="21294"/>
                </a:lnTo>
              </a:path>
              <a:path w="21600" h="21600">
                <a:moveTo>
                  <a:pt x="1810" y="21184"/>
                </a:moveTo>
                <a:lnTo>
                  <a:pt x="1863" y="21184"/>
                </a:lnTo>
                <a:lnTo>
                  <a:pt x="1863" y="21294"/>
                </a:lnTo>
                <a:lnTo>
                  <a:pt x="1810" y="21294"/>
                </a:lnTo>
              </a:path>
              <a:path w="21600" h="21600">
                <a:moveTo>
                  <a:pt x="20639" y="21181"/>
                </a:moveTo>
                <a:lnTo>
                  <a:pt x="20698" y="21181"/>
                </a:lnTo>
                <a:lnTo>
                  <a:pt x="20698" y="21301"/>
                </a:lnTo>
                <a:lnTo>
                  <a:pt x="20639" y="21301"/>
                </a:lnTo>
              </a:path>
              <a:path w="21600" h="21600">
                <a:moveTo>
                  <a:pt x="19129" y="21181"/>
                </a:moveTo>
                <a:lnTo>
                  <a:pt x="19188" y="21181"/>
                </a:lnTo>
                <a:lnTo>
                  <a:pt x="19188" y="21301"/>
                </a:lnTo>
                <a:lnTo>
                  <a:pt x="19129" y="21301"/>
                </a:lnTo>
              </a:path>
              <a:path w="21600" h="21600">
                <a:moveTo>
                  <a:pt x="18681" y="21181"/>
                </a:moveTo>
                <a:lnTo>
                  <a:pt x="18739" y="21181"/>
                </a:lnTo>
                <a:lnTo>
                  <a:pt x="18739" y="21301"/>
                </a:lnTo>
                <a:lnTo>
                  <a:pt x="18681" y="21301"/>
                </a:lnTo>
              </a:path>
              <a:path w="21600" h="21600">
                <a:moveTo>
                  <a:pt x="18379" y="21181"/>
                </a:moveTo>
                <a:lnTo>
                  <a:pt x="18437" y="21181"/>
                </a:lnTo>
                <a:lnTo>
                  <a:pt x="18437" y="21301"/>
                </a:lnTo>
                <a:lnTo>
                  <a:pt x="18379" y="21301"/>
                </a:lnTo>
              </a:path>
              <a:path w="21600" h="21600">
                <a:moveTo>
                  <a:pt x="17926" y="21181"/>
                </a:moveTo>
                <a:lnTo>
                  <a:pt x="17984" y="21181"/>
                </a:lnTo>
                <a:lnTo>
                  <a:pt x="17984" y="21301"/>
                </a:lnTo>
                <a:lnTo>
                  <a:pt x="17926" y="21301"/>
                </a:lnTo>
              </a:path>
              <a:path w="21600" h="21600">
                <a:moveTo>
                  <a:pt x="16416" y="21181"/>
                </a:moveTo>
                <a:lnTo>
                  <a:pt x="16475" y="21181"/>
                </a:lnTo>
                <a:lnTo>
                  <a:pt x="16475" y="21301"/>
                </a:lnTo>
                <a:lnTo>
                  <a:pt x="16416" y="21301"/>
                </a:lnTo>
              </a:path>
              <a:path w="21600" h="21600">
                <a:moveTo>
                  <a:pt x="15975" y="21181"/>
                </a:moveTo>
                <a:lnTo>
                  <a:pt x="16034" y="21181"/>
                </a:lnTo>
                <a:lnTo>
                  <a:pt x="16034" y="21301"/>
                </a:lnTo>
                <a:lnTo>
                  <a:pt x="15975" y="21301"/>
                </a:lnTo>
              </a:path>
              <a:path w="21600" h="21600">
                <a:moveTo>
                  <a:pt x="15673" y="21181"/>
                </a:moveTo>
                <a:lnTo>
                  <a:pt x="15732" y="21181"/>
                </a:lnTo>
                <a:lnTo>
                  <a:pt x="15732" y="21301"/>
                </a:lnTo>
                <a:lnTo>
                  <a:pt x="15673" y="21301"/>
                </a:lnTo>
              </a:path>
              <a:path w="21600" h="21600">
                <a:moveTo>
                  <a:pt x="15220" y="21181"/>
                </a:moveTo>
                <a:lnTo>
                  <a:pt x="15279" y="21181"/>
                </a:lnTo>
                <a:lnTo>
                  <a:pt x="15279" y="21301"/>
                </a:lnTo>
                <a:lnTo>
                  <a:pt x="15220" y="21301"/>
                </a:lnTo>
              </a:path>
              <a:path w="21600" h="21600">
                <a:moveTo>
                  <a:pt x="13710" y="21181"/>
                </a:moveTo>
                <a:lnTo>
                  <a:pt x="13769" y="21181"/>
                </a:lnTo>
                <a:lnTo>
                  <a:pt x="13769" y="21301"/>
                </a:lnTo>
                <a:lnTo>
                  <a:pt x="13710" y="21301"/>
                </a:lnTo>
              </a:path>
              <a:path w="21600" h="21600">
                <a:moveTo>
                  <a:pt x="13262" y="21181"/>
                </a:moveTo>
                <a:lnTo>
                  <a:pt x="13320" y="21181"/>
                </a:lnTo>
                <a:lnTo>
                  <a:pt x="13320" y="21301"/>
                </a:lnTo>
                <a:lnTo>
                  <a:pt x="13262" y="21301"/>
                </a:lnTo>
              </a:path>
              <a:path w="21600" h="21600">
                <a:moveTo>
                  <a:pt x="12960" y="21181"/>
                </a:moveTo>
                <a:lnTo>
                  <a:pt x="13018" y="21181"/>
                </a:lnTo>
                <a:lnTo>
                  <a:pt x="13018" y="21301"/>
                </a:lnTo>
                <a:lnTo>
                  <a:pt x="12960" y="21301"/>
                </a:lnTo>
              </a:path>
              <a:path w="21600" h="21600">
                <a:moveTo>
                  <a:pt x="12507" y="21181"/>
                </a:moveTo>
                <a:lnTo>
                  <a:pt x="12565" y="21181"/>
                </a:lnTo>
                <a:lnTo>
                  <a:pt x="12565" y="21301"/>
                </a:lnTo>
                <a:lnTo>
                  <a:pt x="12507" y="21301"/>
                </a:lnTo>
              </a:path>
              <a:path w="21600" h="21600">
                <a:moveTo>
                  <a:pt x="10997" y="21181"/>
                </a:moveTo>
                <a:lnTo>
                  <a:pt x="11055" y="21181"/>
                </a:lnTo>
                <a:lnTo>
                  <a:pt x="11055" y="21301"/>
                </a:lnTo>
                <a:lnTo>
                  <a:pt x="10997" y="21301"/>
                </a:lnTo>
              </a:path>
              <a:path w="21600" h="21600">
                <a:moveTo>
                  <a:pt x="9033" y="21181"/>
                </a:moveTo>
                <a:lnTo>
                  <a:pt x="9092" y="21181"/>
                </a:lnTo>
                <a:lnTo>
                  <a:pt x="9092" y="21301"/>
                </a:lnTo>
                <a:lnTo>
                  <a:pt x="9033" y="21301"/>
                </a:lnTo>
              </a:path>
              <a:path w="21600" h="21600">
                <a:moveTo>
                  <a:pt x="8580" y="21181"/>
                </a:moveTo>
                <a:lnTo>
                  <a:pt x="8639" y="21181"/>
                </a:lnTo>
                <a:lnTo>
                  <a:pt x="8639" y="21301"/>
                </a:lnTo>
                <a:lnTo>
                  <a:pt x="8580" y="21301"/>
                </a:lnTo>
              </a:path>
              <a:path w="21600" h="21600">
                <a:moveTo>
                  <a:pt x="8278" y="21181"/>
                </a:moveTo>
                <a:lnTo>
                  <a:pt x="8337" y="21181"/>
                </a:lnTo>
                <a:lnTo>
                  <a:pt x="8337" y="21301"/>
                </a:lnTo>
                <a:lnTo>
                  <a:pt x="8278" y="21301"/>
                </a:lnTo>
              </a:path>
              <a:path w="21600" h="21600">
                <a:moveTo>
                  <a:pt x="7830" y="21181"/>
                </a:moveTo>
                <a:lnTo>
                  <a:pt x="7889" y="21181"/>
                </a:lnTo>
                <a:lnTo>
                  <a:pt x="7889" y="21301"/>
                </a:lnTo>
                <a:lnTo>
                  <a:pt x="7830" y="21301"/>
                </a:lnTo>
              </a:path>
              <a:path w="21600" h="21600">
                <a:moveTo>
                  <a:pt x="6320" y="21181"/>
                </a:moveTo>
                <a:lnTo>
                  <a:pt x="6379" y="21181"/>
                </a:lnTo>
                <a:lnTo>
                  <a:pt x="6379" y="21301"/>
                </a:lnTo>
                <a:lnTo>
                  <a:pt x="6320" y="21301"/>
                </a:lnTo>
              </a:path>
              <a:path w="21600" h="21600">
                <a:moveTo>
                  <a:pt x="5867" y="21181"/>
                </a:moveTo>
                <a:lnTo>
                  <a:pt x="5926" y="21181"/>
                </a:lnTo>
                <a:lnTo>
                  <a:pt x="5926" y="21301"/>
                </a:lnTo>
                <a:lnTo>
                  <a:pt x="5867" y="21301"/>
                </a:lnTo>
              </a:path>
              <a:path w="21600" h="21600">
                <a:moveTo>
                  <a:pt x="5565" y="21181"/>
                </a:moveTo>
                <a:lnTo>
                  <a:pt x="5624" y="21181"/>
                </a:lnTo>
                <a:lnTo>
                  <a:pt x="5624" y="21301"/>
                </a:lnTo>
                <a:lnTo>
                  <a:pt x="5565" y="21301"/>
                </a:lnTo>
              </a:path>
              <a:path w="21600" h="21600">
                <a:moveTo>
                  <a:pt x="5124" y="21181"/>
                </a:moveTo>
                <a:lnTo>
                  <a:pt x="5183" y="21181"/>
                </a:lnTo>
                <a:lnTo>
                  <a:pt x="5183" y="21301"/>
                </a:lnTo>
                <a:lnTo>
                  <a:pt x="5124" y="21301"/>
                </a:lnTo>
              </a:path>
              <a:path w="21600" h="21600">
                <a:moveTo>
                  <a:pt x="2411" y="21181"/>
                </a:moveTo>
                <a:lnTo>
                  <a:pt x="2470" y="21181"/>
                </a:lnTo>
                <a:lnTo>
                  <a:pt x="2470" y="21301"/>
                </a:lnTo>
                <a:lnTo>
                  <a:pt x="2411" y="21301"/>
                </a:lnTo>
              </a:path>
              <a:path w="21600" h="21600">
                <a:moveTo>
                  <a:pt x="901" y="21181"/>
                </a:moveTo>
                <a:lnTo>
                  <a:pt x="960" y="21181"/>
                </a:lnTo>
                <a:lnTo>
                  <a:pt x="960" y="21301"/>
                </a:lnTo>
                <a:lnTo>
                  <a:pt x="901" y="21301"/>
                </a:lnTo>
              </a:path>
              <a:path w="21600" h="21600">
                <a:moveTo>
                  <a:pt x="448" y="21181"/>
                </a:moveTo>
                <a:lnTo>
                  <a:pt x="507" y="21181"/>
                </a:lnTo>
                <a:lnTo>
                  <a:pt x="507" y="21301"/>
                </a:lnTo>
                <a:lnTo>
                  <a:pt x="448" y="21301"/>
                </a:lnTo>
              </a:path>
              <a:path w="21600" h="21600">
                <a:moveTo>
                  <a:pt x="146" y="21181"/>
                </a:moveTo>
                <a:lnTo>
                  <a:pt x="205" y="21181"/>
                </a:lnTo>
                <a:lnTo>
                  <a:pt x="205" y="21301"/>
                </a:lnTo>
                <a:lnTo>
                  <a:pt x="146" y="21301"/>
                </a:lnTo>
              </a:path>
              <a:path w="21600" h="21600">
                <a:moveTo>
                  <a:pt x="1360" y="21180"/>
                </a:moveTo>
                <a:lnTo>
                  <a:pt x="1407" y="21180"/>
                </a:lnTo>
                <a:lnTo>
                  <a:pt x="1407" y="21275"/>
                </a:lnTo>
                <a:lnTo>
                  <a:pt x="1360" y="21275"/>
                </a:lnTo>
              </a:path>
              <a:path w="21600" h="21600">
                <a:moveTo>
                  <a:pt x="14169" y="21178"/>
                </a:moveTo>
                <a:lnTo>
                  <a:pt x="14216" y="21178"/>
                </a:lnTo>
                <a:lnTo>
                  <a:pt x="14216" y="21273"/>
                </a:lnTo>
                <a:lnTo>
                  <a:pt x="14169" y="21273"/>
                </a:lnTo>
              </a:path>
              <a:path w="21600" h="21600">
                <a:moveTo>
                  <a:pt x="18083" y="21177"/>
                </a:moveTo>
                <a:lnTo>
                  <a:pt x="18129" y="21177"/>
                </a:lnTo>
                <a:lnTo>
                  <a:pt x="18129" y="21273"/>
                </a:lnTo>
                <a:lnTo>
                  <a:pt x="18083" y="21273"/>
                </a:lnTo>
              </a:path>
              <a:path w="21600" h="21600">
                <a:moveTo>
                  <a:pt x="2857" y="21172"/>
                </a:moveTo>
                <a:lnTo>
                  <a:pt x="2921" y="21172"/>
                </a:lnTo>
                <a:lnTo>
                  <a:pt x="2921" y="21303"/>
                </a:lnTo>
                <a:lnTo>
                  <a:pt x="2857" y="21303"/>
                </a:lnTo>
              </a:path>
              <a:path w="21600" h="21600">
                <a:moveTo>
                  <a:pt x="754" y="21168"/>
                </a:moveTo>
                <a:lnTo>
                  <a:pt x="806" y="21168"/>
                </a:lnTo>
                <a:lnTo>
                  <a:pt x="806" y="21274"/>
                </a:lnTo>
                <a:lnTo>
                  <a:pt x="754" y="21274"/>
                </a:lnTo>
              </a:path>
              <a:path w="21600" h="21600">
                <a:moveTo>
                  <a:pt x="10394" y="21164"/>
                </a:moveTo>
                <a:lnTo>
                  <a:pt x="10449" y="21164"/>
                </a:lnTo>
                <a:lnTo>
                  <a:pt x="10449" y="21277"/>
                </a:lnTo>
                <a:lnTo>
                  <a:pt x="10394" y="21277"/>
                </a:lnTo>
              </a:path>
              <a:path w="21600" h="21600">
                <a:moveTo>
                  <a:pt x="17177" y="21164"/>
                </a:moveTo>
                <a:lnTo>
                  <a:pt x="17223" y="21164"/>
                </a:lnTo>
                <a:lnTo>
                  <a:pt x="17223" y="21259"/>
                </a:lnTo>
                <a:lnTo>
                  <a:pt x="17177" y="21259"/>
                </a:lnTo>
              </a:path>
              <a:path w="21600" h="21600">
                <a:moveTo>
                  <a:pt x="20789" y="21161"/>
                </a:moveTo>
                <a:lnTo>
                  <a:pt x="20850" y="21161"/>
                </a:lnTo>
                <a:lnTo>
                  <a:pt x="20850" y="21285"/>
                </a:lnTo>
                <a:lnTo>
                  <a:pt x="20789" y="21285"/>
                </a:lnTo>
              </a:path>
              <a:path w="21600" h="21600">
                <a:moveTo>
                  <a:pt x="11751" y="21159"/>
                </a:moveTo>
                <a:lnTo>
                  <a:pt x="11811" y="21159"/>
                </a:lnTo>
                <a:lnTo>
                  <a:pt x="11811" y="21283"/>
                </a:lnTo>
                <a:lnTo>
                  <a:pt x="11751" y="21283"/>
                </a:lnTo>
              </a:path>
              <a:path w="21600" h="21600">
                <a:moveTo>
                  <a:pt x="9787" y="21159"/>
                </a:moveTo>
                <a:lnTo>
                  <a:pt x="9848" y="21159"/>
                </a:lnTo>
                <a:lnTo>
                  <a:pt x="9848" y="21283"/>
                </a:lnTo>
                <a:lnTo>
                  <a:pt x="9787" y="21283"/>
                </a:lnTo>
              </a:path>
              <a:path w="21600" h="21600">
                <a:moveTo>
                  <a:pt x="7994" y="21150"/>
                </a:moveTo>
                <a:lnTo>
                  <a:pt x="8027" y="21150"/>
                </a:lnTo>
                <a:lnTo>
                  <a:pt x="8027" y="21217"/>
                </a:lnTo>
                <a:lnTo>
                  <a:pt x="7994" y="21217"/>
                </a:lnTo>
              </a:path>
              <a:path w="21600" h="21600">
                <a:moveTo>
                  <a:pt x="16266" y="21149"/>
                </a:moveTo>
                <a:lnTo>
                  <a:pt x="16323" y="21149"/>
                </a:lnTo>
                <a:lnTo>
                  <a:pt x="16323" y="21266"/>
                </a:lnTo>
                <a:lnTo>
                  <a:pt x="16266" y="21266"/>
                </a:lnTo>
              </a:path>
              <a:path w="21600" h="21600">
                <a:moveTo>
                  <a:pt x="5276" y="21149"/>
                </a:moveTo>
                <a:lnTo>
                  <a:pt x="5333" y="21149"/>
                </a:lnTo>
                <a:lnTo>
                  <a:pt x="5333" y="21266"/>
                </a:lnTo>
                <a:lnTo>
                  <a:pt x="5276" y="21266"/>
                </a:lnTo>
              </a:path>
              <a:path w="21600" h="21600">
                <a:moveTo>
                  <a:pt x="17021" y="21145"/>
                </a:moveTo>
                <a:lnTo>
                  <a:pt x="17078" y="21145"/>
                </a:lnTo>
                <a:lnTo>
                  <a:pt x="17078" y="21262"/>
                </a:lnTo>
                <a:lnTo>
                  <a:pt x="17021" y="21262"/>
                </a:lnTo>
              </a:path>
              <a:path w="21600" h="21600">
                <a:moveTo>
                  <a:pt x="11602" y="21145"/>
                </a:moveTo>
                <a:lnTo>
                  <a:pt x="11659" y="21145"/>
                </a:lnTo>
                <a:lnTo>
                  <a:pt x="11659" y="21262"/>
                </a:lnTo>
                <a:lnTo>
                  <a:pt x="11602" y="21262"/>
                </a:lnTo>
              </a:path>
              <a:path w="21600" h="21600">
                <a:moveTo>
                  <a:pt x="9940" y="21145"/>
                </a:moveTo>
                <a:lnTo>
                  <a:pt x="9997" y="21145"/>
                </a:lnTo>
                <a:lnTo>
                  <a:pt x="9997" y="21262"/>
                </a:lnTo>
                <a:lnTo>
                  <a:pt x="9940" y="21262"/>
                </a:lnTo>
              </a:path>
              <a:path w="21600" h="21600">
                <a:moveTo>
                  <a:pt x="4521" y="21145"/>
                </a:moveTo>
                <a:lnTo>
                  <a:pt x="4578" y="21145"/>
                </a:lnTo>
                <a:lnTo>
                  <a:pt x="4578" y="21262"/>
                </a:lnTo>
                <a:lnTo>
                  <a:pt x="4521" y="21262"/>
                </a:lnTo>
              </a:path>
              <a:path w="21600" h="21600">
                <a:moveTo>
                  <a:pt x="6629" y="21145"/>
                </a:moveTo>
                <a:lnTo>
                  <a:pt x="6674" y="21145"/>
                </a:lnTo>
                <a:lnTo>
                  <a:pt x="6674" y="21237"/>
                </a:lnTo>
                <a:lnTo>
                  <a:pt x="6629" y="21237"/>
                </a:lnTo>
              </a:path>
              <a:path w="21600" h="21600">
                <a:moveTo>
                  <a:pt x="19438" y="21135"/>
                </a:moveTo>
                <a:lnTo>
                  <a:pt x="19483" y="21135"/>
                </a:lnTo>
                <a:lnTo>
                  <a:pt x="19483" y="21227"/>
                </a:lnTo>
                <a:lnTo>
                  <a:pt x="19438" y="21227"/>
                </a:lnTo>
              </a:path>
              <a:path w="21600" h="21600">
                <a:moveTo>
                  <a:pt x="11151" y="21130"/>
                </a:moveTo>
                <a:lnTo>
                  <a:pt x="11203" y="21130"/>
                </a:lnTo>
                <a:lnTo>
                  <a:pt x="11203" y="21236"/>
                </a:lnTo>
                <a:lnTo>
                  <a:pt x="11151" y="21236"/>
                </a:lnTo>
              </a:path>
              <a:path w="21600" h="21600">
                <a:moveTo>
                  <a:pt x="20186" y="21130"/>
                </a:moveTo>
                <a:lnTo>
                  <a:pt x="20245" y="21130"/>
                </a:lnTo>
                <a:lnTo>
                  <a:pt x="20245" y="21250"/>
                </a:lnTo>
                <a:lnTo>
                  <a:pt x="20186" y="21250"/>
                </a:lnTo>
              </a:path>
              <a:path w="21600" h="21600">
                <a:moveTo>
                  <a:pt x="14767" y="21130"/>
                </a:moveTo>
                <a:lnTo>
                  <a:pt x="14826" y="21130"/>
                </a:lnTo>
                <a:lnTo>
                  <a:pt x="14826" y="21250"/>
                </a:lnTo>
                <a:lnTo>
                  <a:pt x="14767" y="21250"/>
                </a:lnTo>
              </a:path>
              <a:path w="21600" h="21600">
                <a:moveTo>
                  <a:pt x="9486" y="21130"/>
                </a:moveTo>
                <a:lnTo>
                  <a:pt x="9545" y="21130"/>
                </a:lnTo>
                <a:lnTo>
                  <a:pt x="9545" y="21250"/>
                </a:lnTo>
                <a:lnTo>
                  <a:pt x="9486" y="21250"/>
                </a:lnTo>
              </a:path>
              <a:path w="21600" h="21600">
                <a:moveTo>
                  <a:pt x="6773" y="21130"/>
                </a:moveTo>
                <a:lnTo>
                  <a:pt x="6832" y="21130"/>
                </a:lnTo>
                <a:lnTo>
                  <a:pt x="6832" y="21250"/>
                </a:lnTo>
                <a:lnTo>
                  <a:pt x="6773" y="21250"/>
                </a:lnTo>
              </a:path>
              <a:path w="21600" h="21600">
                <a:moveTo>
                  <a:pt x="4067" y="21130"/>
                </a:moveTo>
                <a:lnTo>
                  <a:pt x="4126" y="21130"/>
                </a:lnTo>
                <a:lnTo>
                  <a:pt x="4126" y="21250"/>
                </a:lnTo>
                <a:lnTo>
                  <a:pt x="4067" y="21250"/>
                </a:lnTo>
              </a:path>
              <a:path w="21600" h="21600">
                <a:moveTo>
                  <a:pt x="17487" y="21119"/>
                </a:moveTo>
                <a:lnTo>
                  <a:pt x="17517" y="21119"/>
                </a:lnTo>
                <a:lnTo>
                  <a:pt x="17517" y="21182"/>
                </a:lnTo>
                <a:lnTo>
                  <a:pt x="17487" y="21182"/>
                </a:lnTo>
              </a:path>
              <a:path w="21600" h="21600">
                <a:moveTo>
                  <a:pt x="16719" y="21113"/>
                </a:moveTo>
                <a:lnTo>
                  <a:pt x="16776" y="21113"/>
                </a:lnTo>
                <a:lnTo>
                  <a:pt x="16776" y="21230"/>
                </a:lnTo>
                <a:lnTo>
                  <a:pt x="16719" y="21230"/>
                </a:lnTo>
              </a:path>
              <a:path w="21600" h="21600">
                <a:moveTo>
                  <a:pt x="14013" y="21113"/>
                </a:moveTo>
                <a:lnTo>
                  <a:pt x="14070" y="21113"/>
                </a:lnTo>
                <a:lnTo>
                  <a:pt x="14070" y="21230"/>
                </a:lnTo>
                <a:lnTo>
                  <a:pt x="14013" y="21230"/>
                </a:lnTo>
              </a:path>
              <a:path w="21600" h="21600">
                <a:moveTo>
                  <a:pt x="11300" y="21113"/>
                </a:moveTo>
                <a:lnTo>
                  <a:pt x="11357" y="21113"/>
                </a:lnTo>
                <a:lnTo>
                  <a:pt x="11357" y="21230"/>
                </a:lnTo>
                <a:lnTo>
                  <a:pt x="11300" y="21230"/>
                </a:lnTo>
              </a:path>
              <a:path w="21600" h="21600">
                <a:moveTo>
                  <a:pt x="10242" y="21113"/>
                </a:moveTo>
                <a:lnTo>
                  <a:pt x="10299" y="21113"/>
                </a:lnTo>
                <a:lnTo>
                  <a:pt x="10299" y="21230"/>
                </a:lnTo>
                <a:lnTo>
                  <a:pt x="10242" y="21230"/>
                </a:lnTo>
              </a:path>
              <a:path w="21600" h="21600">
                <a:moveTo>
                  <a:pt x="7529" y="21113"/>
                </a:moveTo>
                <a:lnTo>
                  <a:pt x="7586" y="21113"/>
                </a:lnTo>
                <a:lnTo>
                  <a:pt x="7586" y="21230"/>
                </a:lnTo>
                <a:lnTo>
                  <a:pt x="7529" y="21230"/>
                </a:lnTo>
              </a:path>
              <a:path w="21600" h="21600">
                <a:moveTo>
                  <a:pt x="4823" y="21113"/>
                </a:moveTo>
                <a:lnTo>
                  <a:pt x="4880" y="21113"/>
                </a:lnTo>
                <a:lnTo>
                  <a:pt x="4880" y="21230"/>
                </a:lnTo>
                <a:lnTo>
                  <a:pt x="4823" y="21230"/>
                </a:lnTo>
              </a:path>
              <a:path w="21600" h="21600">
                <a:moveTo>
                  <a:pt x="2110" y="21113"/>
                </a:moveTo>
                <a:lnTo>
                  <a:pt x="2167" y="21113"/>
                </a:lnTo>
                <a:lnTo>
                  <a:pt x="2167" y="21230"/>
                </a:lnTo>
                <a:lnTo>
                  <a:pt x="2110" y="21230"/>
                </a:lnTo>
              </a:path>
              <a:path w="21600" h="21600">
                <a:moveTo>
                  <a:pt x="10547" y="21108"/>
                </a:moveTo>
                <a:lnTo>
                  <a:pt x="10597" y="21108"/>
                </a:lnTo>
                <a:lnTo>
                  <a:pt x="10597" y="21211"/>
                </a:lnTo>
                <a:lnTo>
                  <a:pt x="10547" y="21211"/>
                </a:lnTo>
              </a:path>
              <a:path w="21600" h="21600">
                <a:moveTo>
                  <a:pt x="1050" y="21107"/>
                </a:moveTo>
                <a:lnTo>
                  <a:pt x="1114" y="21107"/>
                </a:lnTo>
                <a:lnTo>
                  <a:pt x="1114" y="21238"/>
                </a:lnTo>
                <a:lnTo>
                  <a:pt x="1050" y="21238"/>
                </a:lnTo>
              </a:path>
              <a:path w="21600" h="21600">
                <a:moveTo>
                  <a:pt x="20943" y="21106"/>
                </a:moveTo>
                <a:lnTo>
                  <a:pt x="20998" y="21106"/>
                </a:lnTo>
                <a:lnTo>
                  <a:pt x="20998" y="21219"/>
                </a:lnTo>
                <a:lnTo>
                  <a:pt x="20943" y="21219"/>
                </a:lnTo>
              </a:path>
              <a:path w="21600" h="21600">
                <a:moveTo>
                  <a:pt x="18229" y="21106"/>
                </a:moveTo>
                <a:lnTo>
                  <a:pt x="18285" y="21106"/>
                </a:lnTo>
                <a:lnTo>
                  <a:pt x="18285" y="21219"/>
                </a:lnTo>
                <a:lnTo>
                  <a:pt x="18229" y="21219"/>
                </a:lnTo>
              </a:path>
              <a:path w="21600" h="21600">
                <a:moveTo>
                  <a:pt x="15524" y="21106"/>
                </a:moveTo>
                <a:lnTo>
                  <a:pt x="15579" y="21106"/>
                </a:lnTo>
                <a:lnTo>
                  <a:pt x="15579" y="21219"/>
                </a:lnTo>
                <a:lnTo>
                  <a:pt x="15524" y="21219"/>
                </a:lnTo>
              </a:path>
              <a:path w="21600" h="21600">
                <a:moveTo>
                  <a:pt x="12810" y="21106"/>
                </a:moveTo>
                <a:lnTo>
                  <a:pt x="12866" y="21106"/>
                </a:lnTo>
                <a:lnTo>
                  <a:pt x="12866" y="21219"/>
                </a:lnTo>
                <a:lnTo>
                  <a:pt x="12810" y="21219"/>
                </a:lnTo>
              </a:path>
              <a:path w="21600" h="21600">
                <a:moveTo>
                  <a:pt x="6020" y="21106"/>
                </a:moveTo>
                <a:lnTo>
                  <a:pt x="6075" y="21106"/>
                </a:lnTo>
                <a:lnTo>
                  <a:pt x="6075" y="21219"/>
                </a:lnTo>
                <a:lnTo>
                  <a:pt x="6020" y="21219"/>
                </a:lnTo>
              </a:path>
              <a:path w="21600" h="21600">
                <a:moveTo>
                  <a:pt x="3314" y="21106"/>
                </a:moveTo>
                <a:lnTo>
                  <a:pt x="3370" y="21106"/>
                </a:lnTo>
                <a:lnTo>
                  <a:pt x="3370" y="21219"/>
                </a:lnTo>
                <a:lnTo>
                  <a:pt x="3314" y="21219"/>
                </a:lnTo>
              </a:path>
              <a:path w="21600" h="21600">
                <a:moveTo>
                  <a:pt x="601" y="21106"/>
                </a:moveTo>
                <a:lnTo>
                  <a:pt x="656" y="21106"/>
                </a:lnTo>
                <a:lnTo>
                  <a:pt x="656" y="21219"/>
                </a:lnTo>
                <a:lnTo>
                  <a:pt x="601" y="21219"/>
                </a:lnTo>
              </a:path>
              <a:path w="21600" h="21600">
                <a:moveTo>
                  <a:pt x="21399" y="21105"/>
                </a:moveTo>
                <a:lnTo>
                  <a:pt x="21447" y="21105"/>
                </a:lnTo>
                <a:lnTo>
                  <a:pt x="21447" y="21204"/>
                </a:lnTo>
                <a:lnTo>
                  <a:pt x="21399" y="21204"/>
                </a:lnTo>
              </a:path>
              <a:path w="21600" h="21600">
                <a:moveTo>
                  <a:pt x="21542" y="21089"/>
                </a:moveTo>
                <a:lnTo>
                  <a:pt x="21598" y="21089"/>
                </a:lnTo>
                <a:lnTo>
                  <a:pt x="21598" y="21204"/>
                </a:lnTo>
                <a:lnTo>
                  <a:pt x="21542" y="21204"/>
                </a:lnTo>
              </a:path>
              <a:path w="21600" h="21600">
                <a:moveTo>
                  <a:pt x="1" y="21089"/>
                </a:moveTo>
                <a:lnTo>
                  <a:pt x="57" y="21089"/>
                </a:lnTo>
                <a:lnTo>
                  <a:pt x="57" y="21204"/>
                </a:lnTo>
                <a:lnTo>
                  <a:pt x="1" y="21204"/>
                </a:lnTo>
              </a:path>
              <a:path w="21600" h="21600">
                <a:moveTo>
                  <a:pt x="8742" y="21086"/>
                </a:moveTo>
                <a:lnTo>
                  <a:pt x="8780" y="21086"/>
                </a:lnTo>
                <a:lnTo>
                  <a:pt x="8780" y="21163"/>
                </a:lnTo>
                <a:lnTo>
                  <a:pt x="8742" y="21163"/>
                </a:lnTo>
              </a:path>
              <a:path w="21600" h="21600">
                <a:moveTo>
                  <a:pt x="19280" y="21077"/>
                </a:moveTo>
                <a:lnTo>
                  <a:pt x="19339" y="21077"/>
                </a:lnTo>
                <a:lnTo>
                  <a:pt x="19339" y="21197"/>
                </a:lnTo>
                <a:lnTo>
                  <a:pt x="19280" y="21197"/>
                </a:lnTo>
              </a:path>
              <a:path w="21600" h="21600">
                <a:moveTo>
                  <a:pt x="13861" y="21077"/>
                </a:moveTo>
                <a:lnTo>
                  <a:pt x="13920" y="21077"/>
                </a:lnTo>
                <a:lnTo>
                  <a:pt x="13920" y="21197"/>
                </a:lnTo>
                <a:lnTo>
                  <a:pt x="13861" y="21197"/>
                </a:lnTo>
              </a:path>
              <a:path w="21600" h="21600">
                <a:moveTo>
                  <a:pt x="7679" y="21077"/>
                </a:moveTo>
                <a:lnTo>
                  <a:pt x="7738" y="21077"/>
                </a:lnTo>
                <a:lnTo>
                  <a:pt x="7738" y="21197"/>
                </a:lnTo>
                <a:lnTo>
                  <a:pt x="7679" y="21197"/>
                </a:lnTo>
              </a:path>
              <a:path w="21600" h="21600">
                <a:moveTo>
                  <a:pt x="2260" y="21077"/>
                </a:moveTo>
                <a:lnTo>
                  <a:pt x="2319" y="21077"/>
                </a:lnTo>
                <a:lnTo>
                  <a:pt x="2319" y="21197"/>
                </a:lnTo>
                <a:lnTo>
                  <a:pt x="2260" y="21197"/>
                </a:lnTo>
              </a:path>
              <a:path w="21600" h="21600">
                <a:moveTo>
                  <a:pt x="2580" y="21077"/>
                </a:moveTo>
                <a:lnTo>
                  <a:pt x="2603" y="21077"/>
                </a:lnTo>
                <a:lnTo>
                  <a:pt x="2603" y="21122"/>
                </a:lnTo>
                <a:lnTo>
                  <a:pt x="2580" y="21122"/>
                </a:lnTo>
              </a:path>
              <a:path w="21600" h="21600">
                <a:moveTo>
                  <a:pt x="16566" y="21072"/>
                </a:moveTo>
                <a:lnTo>
                  <a:pt x="16626" y="21072"/>
                </a:lnTo>
                <a:lnTo>
                  <a:pt x="16626" y="21196"/>
                </a:lnTo>
                <a:lnTo>
                  <a:pt x="16566" y="21196"/>
                </a:lnTo>
              </a:path>
              <a:path w="21600" h="21600">
                <a:moveTo>
                  <a:pt x="4972" y="21072"/>
                </a:moveTo>
                <a:lnTo>
                  <a:pt x="5033" y="21072"/>
                </a:lnTo>
                <a:lnTo>
                  <a:pt x="5033" y="21196"/>
                </a:lnTo>
                <a:lnTo>
                  <a:pt x="4972" y="21196"/>
                </a:lnTo>
              </a:path>
              <a:path w="21600" h="21600">
                <a:moveTo>
                  <a:pt x="21097" y="21063"/>
                </a:moveTo>
                <a:lnTo>
                  <a:pt x="21145" y="21063"/>
                </a:lnTo>
                <a:lnTo>
                  <a:pt x="21145" y="21162"/>
                </a:lnTo>
                <a:lnTo>
                  <a:pt x="21097" y="21162"/>
                </a:lnTo>
              </a:path>
              <a:path w="21600" h="21600">
                <a:moveTo>
                  <a:pt x="3620" y="21063"/>
                </a:moveTo>
                <a:lnTo>
                  <a:pt x="3668" y="21063"/>
                </a:lnTo>
                <a:lnTo>
                  <a:pt x="3668" y="21162"/>
                </a:lnTo>
                <a:lnTo>
                  <a:pt x="3620" y="21162"/>
                </a:lnTo>
              </a:path>
              <a:path w="21600" h="21600">
                <a:moveTo>
                  <a:pt x="12658" y="21052"/>
                </a:moveTo>
                <a:lnTo>
                  <a:pt x="12715" y="21052"/>
                </a:lnTo>
                <a:lnTo>
                  <a:pt x="12715" y="21169"/>
                </a:lnTo>
                <a:lnTo>
                  <a:pt x="12658" y="21169"/>
                </a:lnTo>
              </a:path>
              <a:path w="21600" h="21600">
                <a:moveTo>
                  <a:pt x="8883" y="21052"/>
                </a:moveTo>
                <a:lnTo>
                  <a:pt x="8940" y="21052"/>
                </a:lnTo>
                <a:lnTo>
                  <a:pt x="8940" y="21169"/>
                </a:lnTo>
                <a:lnTo>
                  <a:pt x="8883" y="21169"/>
                </a:lnTo>
              </a:path>
              <a:path w="21600" h="21600">
                <a:moveTo>
                  <a:pt x="3464" y="21052"/>
                </a:moveTo>
                <a:lnTo>
                  <a:pt x="3521" y="21052"/>
                </a:lnTo>
                <a:lnTo>
                  <a:pt x="3521" y="21169"/>
                </a:lnTo>
                <a:lnTo>
                  <a:pt x="3464" y="21169"/>
                </a:lnTo>
              </a:path>
              <a:path w="21600" h="21600">
                <a:moveTo>
                  <a:pt x="20345" y="21047"/>
                </a:moveTo>
                <a:lnTo>
                  <a:pt x="20388" y="21047"/>
                </a:lnTo>
                <a:lnTo>
                  <a:pt x="20388" y="21136"/>
                </a:lnTo>
                <a:lnTo>
                  <a:pt x="20345" y="21136"/>
                </a:lnTo>
              </a:path>
              <a:path w="21600" h="21600">
                <a:moveTo>
                  <a:pt x="19737" y="21035"/>
                </a:moveTo>
                <a:lnTo>
                  <a:pt x="19788" y="21035"/>
                </a:lnTo>
                <a:lnTo>
                  <a:pt x="19788" y="21141"/>
                </a:lnTo>
                <a:lnTo>
                  <a:pt x="19737" y="21141"/>
                </a:lnTo>
              </a:path>
              <a:path w="21600" h="21600">
                <a:moveTo>
                  <a:pt x="18982" y="21035"/>
                </a:moveTo>
                <a:lnTo>
                  <a:pt x="19033" y="21035"/>
                </a:lnTo>
                <a:lnTo>
                  <a:pt x="19033" y="21141"/>
                </a:lnTo>
                <a:lnTo>
                  <a:pt x="18982" y="21141"/>
                </a:lnTo>
              </a:path>
              <a:path w="21600" h="21600">
                <a:moveTo>
                  <a:pt x="14317" y="21035"/>
                </a:moveTo>
                <a:lnTo>
                  <a:pt x="14369" y="21035"/>
                </a:lnTo>
                <a:lnTo>
                  <a:pt x="14369" y="21141"/>
                </a:lnTo>
                <a:lnTo>
                  <a:pt x="14317" y="21141"/>
                </a:lnTo>
              </a:path>
              <a:path w="21600" h="21600">
                <a:moveTo>
                  <a:pt x="13563" y="21035"/>
                </a:moveTo>
                <a:lnTo>
                  <a:pt x="13614" y="21035"/>
                </a:lnTo>
                <a:lnTo>
                  <a:pt x="13614" y="21141"/>
                </a:lnTo>
                <a:lnTo>
                  <a:pt x="13563" y="21141"/>
                </a:lnTo>
              </a:path>
              <a:path w="21600" h="21600">
                <a:moveTo>
                  <a:pt x="1811" y="21035"/>
                </a:moveTo>
                <a:lnTo>
                  <a:pt x="1862" y="21035"/>
                </a:lnTo>
                <a:lnTo>
                  <a:pt x="1862" y="21141"/>
                </a:lnTo>
                <a:lnTo>
                  <a:pt x="1811" y="21141"/>
                </a:lnTo>
              </a:path>
              <a:path w="21600" h="21600">
                <a:moveTo>
                  <a:pt x="21243" y="21024"/>
                </a:moveTo>
                <a:lnTo>
                  <a:pt x="21302" y="21024"/>
                </a:lnTo>
                <a:lnTo>
                  <a:pt x="21302" y="21145"/>
                </a:lnTo>
                <a:lnTo>
                  <a:pt x="21243" y="21145"/>
                </a:lnTo>
              </a:path>
              <a:path w="21600" h="21600">
                <a:moveTo>
                  <a:pt x="18530" y="21024"/>
                </a:moveTo>
                <a:lnTo>
                  <a:pt x="18588" y="21024"/>
                </a:lnTo>
                <a:lnTo>
                  <a:pt x="18588" y="21145"/>
                </a:lnTo>
                <a:lnTo>
                  <a:pt x="18530" y="21145"/>
                </a:lnTo>
              </a:path>
              <a:path w="21600" h="21600">
                <a:moveTo>
                  <a:pt x="15824" y="21024"/>
                </a:moveTo>
                <a:lnTo>
                  <a:pt x="15883" y="21024"/>
                </a:lnTo>
                <a:lnTo>
                  <a:pt x="15883" y="21145"/>
                </a:lnTo>
                <a:lnTo>
                  <a:pt x="15824" y="21145"/>
                </a:lnTo>
              </a:path>
              <a:path w="21600" h="21600">
                <a:moveTo>
                  <a:pt x="13111" y="21024"/>
                </a:moveTo>
                <a:lnTo>
                  <a:pt x="13169" y="21024"/>
                </a:lnTo>
                <a:lnTo>
                  <a:pt x="13169" y="21145"/>
                </a:lnTo>
                <a:lnTo>
                  <a:pt x="13111" y="21145"/>
                </a:lnTo>
              </a:path>
              <a:path w="21600" h="21600">
                <a:moveTo>
                  <a:pt x="8429" y="21024"/>
                </a:moveTo>
                <a:lnTo>
                  <a:pt x="8488" y="21024"/>
                </a:lnTo>
                <a:lnTo>
                  <a:pt x="8488" y="21145"/>
                </a:lnTo>
                <a:lnTo>
                  <a:pt x="8429" y="21145"/>
                </a:lnTo>
              </a:path>
              <a:path w="21600" h="21600">
                <a:moveTo>
                  <a:pt x="3011" y="21024"/>
                </a:moveTo>
                <a:lnTo>
                  <a:pt x="3069" y="21024"/>
                </a:lnTo>
                <a:lnTo>
                  <a:pt x="3069" y="21145"/>
                </a:lnTo>
                <a:lnTo>
                  <a:pt x="3011" y="21145"/>
                </a:lnTo>
              </a:path>
              <a:path w="21600" h="21600">
                <a:moveTo>
                  <a:pt x="297" y="21024"/>
                </a:moveTo>
                <a:lnTo>
                  <a:pt x="356" y="21024"/>
                </a:lnTo>
                <a:lnTo>
                  <a:pt x="356" y="21145"/>
                </a:lnTo>
                <a:lnTo>
                  <a:pt x="297" y="21145"/>
                </a:lnTo>
              </a:path>
              <a:path w="21600" h="21600">
                <a:moveTo>
                  <a:pt x="19582" y="21007"/>
                </a:moveTo>
                <a:lnTo>
                  <a:pt x="19641" y="21007"/>
                </a:lnTo>
                <a:lnTo>
                  <a:pt x="19641" y="21127"/>
                </a:lnTo>
                <a:lnTo>
                  <a:pt x="19582" y="21127"/>
                </a:lnTo>
              </a:path>
              <a:path w="21600" h="21600">
                <a:moveTo>
                  <a:pt x="16869" y="21007"/>
                </a:moveTo>
                <a:lnTo>
                  <a:pt x="16928" y="21007"/>
                </a:lnTo>
                <a:lnTo>
                  <a:pt x="16928" y="21127"/>
                </a:lnTo>
                <a:lnTo>
                  <a:pt x="16869" y="21127"/>
                </a:lnTo>
              </a:path>
              <a:path w="21600" h="21600">
                <a:moveTo>
                  <a:pt x="7377" y="21007"/>
                </a:moveTo>
                <a:lnTo>
                  <a:pt x="7436" y="21007"/>
                </a:lnTo>
                <a:lnTo>
                  <a:pt x="7436" y="21127"/>
                </a:lnTo>
                <a:lnTo>
                  <a:pt x="7377" y="21127"/>
                </a:lnTo>
              </a:path>
              <a:path w="21600" h="21600">
                <a:moveTo>
                  <a:pt x="4671" y="21007"/>
                </a:moveTo>
                <a:lnTo>
                  <a:pt x="4730" y="21007"/>
                </a:lnTo>
                <a:lnTo>
                  <a:pt x="4730" y="21127"/>
                </a:lnTo>
                <a:lnTo>
                  <a:pt x="4671" y="21127"/>
                </a:lnTo>
              </a:path>
              <a:path w="21600" h="21600">
                <a:moveTo>
                  <a:pt x="1958" y="21007"/>
                </a:moveTo>
                <a:lnTo>
                  <a:pt x="2017" y="21007"/>
                </a:lnTo>
                <a:lnTo>
                  <a:pt x="2017" y="21127"/>
                </a:lnTo>
                <a:lnTo>
                  <a:pt x="1958" y="21127"/>
                </a:lnTo>
              </a:path>
              <a:path w="21600" h="21600">
                <a:moveTo>
                  <a:pt x="7995" y="21001"/>
                </a:moveTo>
                <a:lnTo>
                  <a:pt x="8026" y="21001"/>
                </a:lnTo>
                <a:lnTo>
                  <a:pt x="8026" y="21064"/>
                </a:lnTo>
                <a:lnTo>
                  <a:pt x="7995" y="21064"/>
                </a:lnTo>
              </a:path>
              <a:path w="21600" h="21600">
                <a:moveTo>
                  <a:pt x="13406" y="20997"/>
                </a:moveTo>
                <a:lnTo>
                  <a:pt x="13469" y="20997"/>
                </a:lnTo>
                <a:lnTo>
                  <a:pt x="13469" y="21125"/>
                </a:lnTo>
                <a:lnTo>
                  <a:pt x="13406" y="21125"/>
                </a:lnTo>
              </a:path>
              <a:path w="21600" h="21600">
                <a:moveTo>
                  <a:pt x="8130" y="20997"/>
                </a:moveTo>
                <a:lnTo>
                  <a:pt x="8193" y="20997"/>
                </a:lnTo>
                <a:lnTo>
                  <a:pt x="8193" y="21125"/>
                </a:lnTo>
                <a:lnTo>
                  <a:pt x="8130" y="21125"/>
                </a:lnTo>
              </a:path>
              <a:path w="21600" h="21600">
                <a:moveTo>
                  <a:pt x="11152" y="20993"/>
                </a:moveTo>
                <a:lnTo>
                  <a:pt x="11202" y="20993"/>
                </a:lnTo>
                <a:lnTo>
                  <a:pt x="11202" y="21096"/>
                </a:lnTo>
                <a:lnTo>
                  <a:pt x="11152" y="21096"/>
                </a:lnTo>
              </a:path>
              <a:path w="21600" h="21600">
                <a:moveTo>
                  <a:pt x="10395" y="20987"/>
                </a:moveTo>
                <a:lnTo>
                  <a:pt x="10448" y="20987"/>
                </a:lnTo>
                <a:lnTo>
                  <a:pt x="10448" y="21097"/>
                </a:lnTo>
                <a:lnTo>
                  <a:pt x="10395" y="21097"/>
                </a:lnTo>
              </a:path>
              <a:path w="21600" h="21600">
                <a:moveTo>
                  <a:pt x="12064" y="20987"/>
                </a:moveTo>
                <a:lnTo>
                  <a:pt x="12102" y="20987"/>
                </a:lnTo>
                <a:lnTo>
                  <a:pt x="12102" y="21064"/>
                </a:lnTo>
                <a:lnTo>
                  <a:pt x="12064" y="21064"/>
                </a:lnTo>
              </a:path>
              <a:path w="21600" h="21600">
                <a:moveTo>
                  <a:pt x="17625" y="20983"/>
                </a:moveTo>
                <a:lnTo>
                  <a:pt x="17681" y="20983"/>
                </a:lnTo>
                <a:lnTo>
                  <a:pt x="17681" y="21097"/>
                </a:lnTo>
                <a:lnTo>
                  <a:pt x="17625" y="21097"/>
                </a:lnTo>
              </a:path>
              <a:path w="21600" h="21600">
                <a:moveTo>
                  <a:pt x="14920" y="20983"/>
                </a:moveTo>
                <a:lnTo>
                  <a:pt x="14975" y="20983"/>
                </a:lnTo>
                <a:lnTo>
                  <a:pt x="14975" y="21097"/>
                </a:lnTo>
                <a:lnTo>
                  <a:pt x="14920" y="21097"/>
                </a:lnTo>
              </a:path>
              <a:path w="21600" h="21600">
                <a:moveTo>
                  <a:pt x="12206" y="20983"/>
                </a:moveTo>
                <a:lnTo>
                  <a:pt x="12262" y="20983"/>
                </a:lnTo>
                <a:lnTo>
                  <a:pt x="12262" y="21097"/>
                </a:lnTo>
                <a:lnTo>
                  <a:pt x="12206" y="21097"/>
                </a:lnTo>
              </a:path>
              <a:path w="21600" h="21600">
                <a:moveTo>
                  <a:pt x="9337" y="20983"/>
                </a:moveTo>
                <a:lnTo>
                  <a:pt x="9392" y="20983"/>
                </a:lnTo>
                <a:lnTo>
                  <a:pt x="9392" y="21097"/>
                </a:lnTo>
                <a:lnTo>
                  <a:pt x="9337" y="21097"/>
                </a:lnTo>
              </a:path>
              <a:path w="21600" h="21600">
                <a:moveTo>
                  <a:pt x="3918" y="20983"/>
                </a:moveTo>
                <a:lnTo>
                  <a:pt x="3974" y="20983"/>
                </a:lnTo>
                <a:lnTo>
                  <a:pt x="3974" y="21097"/>
                </a:lnTo>
                <a:lnTo>
                  <a:pt x="3918" y="21097"/>
                </a:lnTo>
              </a:path>
              <a:path w="21600" h="21600">
                <a:moveTo>
                  <a:pt x="1205" y="20983"/>
                </a:moveTo>
                <a:lnTo>
                  <a:pt x="1260" y="20983"/>
                </a:lnTo>
                <a:lnTo>
                  <a:pt x="1260" y="21097"/>
                </a:lnTo>
                <a:lnTo>
                  <a:pt x="1205" y="21097"/>
                </a:lnTo>
              </a:path>
              <a:path w="21600" h="21600">
                <a:moveTo>
                  <a:pt x="20037" y="20979"/>
                </a:moveTo>
                <a:lnTo>
                  <a:pt x="20092" y="20979"/>
                </a:lnTo>
                <a:lnTo>
                  <a:pt x="20092" y="21092"/>
                </a:lnTo>
                <a:lnTo>
                  <a:pt x="20037" y="21092"/>
                </a:lnTo>
              </a:path>
              <a:path w="21600" h="21600">
                <a:moveTo>
                  <a:pt x="17323" y="20979"/>
                </a:moveTo>
                <a:lnTo>
                  <a:pt x="17379" y="20979"/>
                </a:lnTo>
                <a:lnTo>
                  <a:pt x="17379" y="21092"/>
                </a:lnTo>
                <a:lnTo>
                  <a:pt x="17323" y="21092"/>
                </a:lnTo>
              </a:path>
              <a:path w="21600" h="21600">
                <a:moveTo>
                  <a:pt x="11904" y="20979"/>
                </a:moveTo>
                <a:lnTo>
                  <a:pt x="11960" y="20979"/>
                </a:lnTo>
                <a:lnTo>
                  <a:pt x="11960" y="21092"/>
                </a:lnTo>
                <a:lnTo>
                  <a:pt x="11904" y="21092"/>
                </a:lnTo>
              </a:path>
              <a:path w="21600" h="21600">
                <a:moveTo>
                  <a:pt x="9639" y="20979"/>
                </a:moveTo>
                <a:lnTo>
                  <a:pt x="9694" y="20979"/>
                </a:lnTo>
                <a:lnTo>
                  <a:pt x="9694" y="21092"/>
                </a:lnTo>
                <a:lnTo>
                  <a:pt x="9639" y="21092"/>
                </a:lnTo>
              </a:path>
              <a:path w="21600" h="21600">
                <a:moveTo>
                  <a:pt x="6926" y="20979"/>
                </a:moveTo>
                <a:lnTo>
                  <a:pt x="6981" y="20979"/>
                </a:lnTo>
                <a:lnTo>
                  <a:pt x="6981" y="21092"/>
                </a:lnTo>
                <a:lnTo>
                  <a:pt x="6926" y="21092"/>
                </a:lnTo>
              </a:path>
              <a:path w="21600" h="21600">
                <a:moveTo>
                  <a:pt x="4220" y="20979"/>
                </a:moveTo>
                <a:lnTo>
                  <a:pt x="4275" y="20979"/>
                </a:lnTo>
                <a:lnTo>
                  <a:pt x="4275" y="21092"/>
                </a:lnTo>
                <a:lnTo>
                  <a:pt x="4220" y="21092"/>
                </a:lnTo>
              </a:path>
              <a:path w="21600" h="21600">
                <a:moveTo>
                  <a:pt x="1507" y="20979"/>
                </a:moveTo>
                <a:lnTo>
                  <a:pt x="1562" y="20979"/>
                </a:lnTo>
                <a:lnTo>
                  <a:pt x="1562" y="21092"/>
                </a:lnTo>
                <a:lnTo>
                  <a:pt x="1507" y="21092"/>
                </a:lnTo>
              </a:path>
              <a:path w="21600" h="21600">
                <a:moveTo>
                  <a:pt x="11449" y="20968"/>
                </a:moveTo>
                <a:lnTo>
                  <a:pt x="11509" y="20968"/>
                </a:lnTo>
                <a:lnTo>
                  <a:pt x="11509" y="21092"/>
                </a:lnTo>
                <a:lnTo>
                  <a:pt x="11449" y="21092"/>
                </a:lnTo>
              </a:path>
              <a:path w="21600" h="21600">
                <a:moveTo>
                  <a:pt x="18084" y="20942"/>
                </a:moveTo>
                <a:lnTo>
                  <a:pt x="18128" y="20942"/>
                </a:lnTo>
                <a:lnTo>
                  <a:pt x="18128" y="21034"/>
                </a:lnTo>
                <a:lnTo>
                  <a:pt x="18084" y="21034"/>
                </a:lnTo>
              </a:path>
              <a:path w="21600" h="21600">
                <a:moveTo>
                  <a:pt x="6630" y="20938"/>
                </a:moveTo>
                <a:lnTo>
                  <a:pt x="6673" y="20938"/>
                </a:lnTo>
                <a:lnTo>
                  <a:pt x="6673" y="21026"/>
                </a:lnTo>
                <a:lnTo>
                  <a:pt x="6630" y="21026"/>
                </a:lnTo>
              </a:path>
              <a:path w="21600" h="21600">
                <a:moveTo>
                  <a:pt x="16267" y="20934"/>
                </a:moveTo>
                <a:lnTo>
                  <a:pt x="16322" y="20934"/>
                </a:lnTo>
                <a:lnTo>
                  <a:pt x="16322" y="21047"/>
                </a:lnTo>
                <a:lnTo>
                  <a:pt x="16267" y="21047"/>
                </a:lnTo>
              </a:path>
              <a:path w="21600" h="21600">
                <a:moveTo>
                  <a:pt x="5277" y="20934"/>
                </a:moveTo>
                <a:lnTo>
                  <a:pt x="5332" y="20934"/>
                </a:lnTo>
                <a:lnTo>
                  <a:pt x="5332" y="21047"/>
                </a:lnTo>
                <a:lnTo>
                  <a:pt x="5277" y="21047"/>
                </a:lnTo>
              </a:path>
              <a:path w="21600" h="21600">
                <a:moveTo>
                  <a:pt x="5721" y="20930"/>
                </a:moveTo>
                <a:lnTo>
                  <a:pt x="5771" y="20930"/>
                </a:lnTo>
                <a:lnTo>
                  <a:pt x="5771" y="21033"/>
                </a:lnTo>
                <a:lnTo>
                  <a:pt x="5721" y="21033"/>
                </a:lnTo>
              </a:path>
              <a:path w="21600" h="21600">
                <a:moveTo>
                  <a:pt x="17021" y="20929"/>
                </a:moveTo>
                <a:lnTo>
                  <a:pt x="17077" y="20929"/>
                </a:lnTo>
                <a:lnTo>
                  <a:pt x="17077" y="21042"/>
                </a:lnTo>
                <a:lnTo>
                  <a:pt x="17021" y="21042"/>
                </a:lnTo>
              </a:path>
              <a:path w="21600" h="21600">
                <a:moveTo>
                  <a:pt x="11602" y="20929"/>
                </a:moveTo>
                <a:lnTo>
                  <a:pt x="11658" y="20929"/>
                </a:lnTo>
                <a:lnTo>
                  <a:pt x="11658" y="21042"/>
                </a:lnTo>
                <a:lnTo>
                  <a:pt x="11602" y="21042"/>
                </a:lnTo>
              </a:path>
              <a:path w="21600" h="21600">
                <a:moveTo>
                  <a:pt x="9941" y="20929"/>
                </a:moveTo>
                <a:lnTo>
                  <a:pt x="9996" y="20929"/>
                </a:lnTo>
                <a:lnTo>
                  <a:pt x="9996" y="21042"/>
                </a:lnTo>
                <a:lnTo>
                  <a:pt x="9941" y="21042"/>
                </a:lnTo>
              </a:path>
              <a:path w="21600" h="21600">
                <a:moveTo>
                  <a:pt x="4522" y="20929"/>
                </a:moveTo>
                <a:lnTo>
                  <a:pt x="4577" y="20929"/>
                </a:lnTo>
                <a:lnTo>
                  <a:pt x="4577" y="21042"/>
                </a:lnTo>
                <a:lnTo>
                  <a:pt x="4522" y="21042"/>
                </a:lnTo>
              </a:path>
              <a:path w="21600" h="21600">
                <a:moveTo>
                  <a:pt x="4370" y="20928"/>
                </a:moveTo>
                <a:lnTo>
                  <a:pt x="4427" y="20928"/>
                </a:lnTo>
                <a:lnTo>
                  <a:pt x="4427" y="21045"/>
                </a:lnTo>
                <a:lnTo>
                  <a:pt x="4370" y="21045"/>
                </a:lnTo>
              </a:path>
              <a:path w="21600" h="21600">
                <a:moveTo>
                  <a:pt x="2581" y="20928"/>
                </a:moveTo>
                <a:lnTo>
                  <a:pt x="2602" y="20928"/>
                </a:lnTo>
                <a:lnTo>
                  <a:pt x="2602" y="20970"/>
                </a:lnTo>
                <a:lnTo>
                  <a:pt x="2581" y="20970"/>
                </a:lnTo>
              </a:path>
              <a:path w="21600" h="21600">
                <a:moveTo>
                  <a:pt x="3169" y="20927"/>
                </a:moveTo>
                <a:lnTo>
                  <a:pt x="3213" y="20927"/>
                </a:lnTo>
                <a:lnTo>
                  <a:pt x="3213" y="21019"/>
                </a:lnTo>
                <a:lnTo>
                  <a:pt x="3169" y="21019"/>
                </a:lnTo>
              </a:path>
              <a:path w="21600" h="21600">
                <a:moveTo>
                  <a:pt x="20488" y="20921"/>
                </a:moveTo>
                <a:lnTo>
                  <a:pt x="20547" y="20921"/>
                </a:lnTo>
                <a:lnTo>
                  <a:pt x="20547" y="21041"/>
                </a:lnTo>
                <a:lnTo>
                  <a:pt x="20488" y="21041"/>
                </a:lnTo>
              </a:path>
              <a:path w="21600" h="21600">
                <a:moveTo>
                  <a:pt x="15069" y="20921"/>
                </a:moveTo>
                <a:lnTo>
                  <a:pt x="15128" y="20921"/>
                </a:lnTo>
                <a:lnTo>
                  <a:pt x="15128" y="21041"/>
                </a:lnTo>
                <a:lnTo>
                  <a:pt x="15069" y="21041"/>
                </a:lnTo>
              </a:path>
              <a:path w="21600" h="21600">
                <a:moveTo>
                  <a:pt x="6471" y="20921"/>
                </a:moveTo>
                <a:lnTo>
                  <a:pt x="6530" y="20921"/>
                </a:lnTo>
                <a:lnTo>
                  <a:pt x="6530" y="21041"/>
                </a:lnTo>
                <a:lnTo>
                  <a:pt x="6471" y="21041"/>
                </a:lnTo>
              </a:path>
              <a:path w="21600" h="21600">
                <a:moveTo>
                  <a:pt x="20640" y="20920"/>
                </a:moveTo>
                <a:lnTo>
                  <a:pt x="20697" y="20920"/>
                </a:lnTo>
                <a:lnTo>
                  <a:pt x="20697" y="21037"/>
                </a:lnTo>
                <a:lnTo>
                  <a:pt x="20640" y="21037"/>
                </a:lnTo>
              </a:path>
              <a:path w="21600" h="21600">
                <a:moveTo>
                  <a:pt x="19130" y="20920"/>
                </a:moveTo>
                <a:lnTo>
                  <a:pt x="19187" y="20920"/>
                </a:lnTo>
                <a:lnTo>
                  <a:pt x="19187" y="21037"/>
                </a:lnTo>
                <a:lnTo>
                  <a:pt x="19130" y="21037"/>
                </a:lnTo>
              </a:path>
              <a:path w="21600" h="21600">
                <a:moveTo>
                  <a:pt x="18681" y="20920"/>
                </a:moveTo>
                <a:lnTo>
                  <a:pt x="18739" y="20920"/>
                </a:lnTo>
                <a:lnTo>
                  <a:pt x="18739" y="21037"/>
                </a:lnTo>
                <a:lnTo>
                  <a:pt x="18681" y="21037"/>
                </a:lnTo>
              </a:path>
              <a:path w="21600" h="21600">
                <a:moveTo>
                  <a:pt x="18379" y="20920"/>
                </a:moveTo>
                <a:lnTo>
                  <a:pt x="18437" y="20920"/>
                </a:lnTo>
                <a:lnTo>
                  <a:pt x="18437" y="21037"/>
                </a:lnTo>
                <a:lnTo>
                  <a:pt x="18379" y="21037"/>
                </a:lnTo>
              </a:path>
              <a:path w="21600" h="21600">
                <a:moveTo>
                  <a:pt x="17926" y="20920"/>
                </a:moveTo>
                <a:lnTo>
                  <a:pt x="17984" y="20920"/>
                </a:lnTo>
                <a:lnTo>
                  <a:pt x="17984" y="21037"/>
                </a:lnTo>
                <a:lnTo>
                  <a:pt x="17926" y="21037"/>
                </a:lnTo>
              </a:path>
              <a:path w="21600" h="21600">
                <a:moveTo>
                  <a:pt x="16417" y="20920"/>
                </a:moveTo>
                <a:lnTo>
                  <a:pt x="16474" y="20920"/>
                </a:lnTo>
                <a:lnTo>
                  <a:pt x="16474" y="21037"/>
                </a:lnTo>
                <a:lnTo>
                  <a:pt x="16417" y="21037"/>
                </a:lnTo>
              </a:path>
              <a:path w="21600" h="21600">
                <a:moveTo>
                  <a:pt x="15976" y="20920"/>
                </a:moveTo>
                <a:lnTo>
                  <a:pt x="16033" y="20920"/>
                </a:lnTo>
                <a:lnTo>
                  <a:pt x="16033" y="21037"/>
                </a:lnTo>
                <a:lnTo>
                  <a:pt x="15976" y="21037"/>
                </a:lnTo>
              </a:path>
              <a:path w="21600" h="21600">
                <a:moveTo>
                  <a:pt x="15674" y="20920"/>
                </a:moveTo>
                <a:lnTo>
                  <a:pt x="15731" y="20920"/>
                </a:lnTo>
                <a:lnTo>
                  <a:pt x="15731" y="21037"/>
                </a:lnTo>
                <a:lnTo>
                  <a:pt x="15674" y="21037"/>
                </a:lnTo>
              </a:path>
              <a:path w="21600" h="21600">
                <a:moveTo>
                  <a:pt x="15221" y="20920"/>
                </a:moveTo>
                <a:lnTo>
                  <a:pt x="15278" y="20920"/>
                </a:lnTo>
                <a:lnTo>
                  <a:pt x="15278" y="21037"/>
                </a:lnTo>
                <a:lnTo>
                  <a:pt x="15221" y="21037"/>
                </a:lnTo>
              </a:path>
              <a:path w="21600" h="21600">
                <a:moveTo>
                  <a:pt x="13711" y="20920"/>
                </a:moveTo>
                <a:lnTo>
                  <a:pt x="13768" y="20920"/>
                </a:lnTo>
                <a:lnTo>
                  <a:pt x="13768" y="21037"/>
                </a:lnTo>
                <a:lnTo>
                  <a:pt x="13711" y="21037"/>
                </a:lnTo>
              </a:path>
              <a:path w="21600" h="21600">
                <a:moveTo>
                  <a:pt x="13262" y="20920"/>
                </a:moveTo>
                <a:lnTo>
                  <a:pt x="13319" y="20920"/>
                </a:lnTo>
                <a:lnTo>
                  <a:pt x="13319" y="21037"/>
                </a:lnTo>
                <a:lnTo>
                  <a:pt x="13262" y="21037"/>
                </a:lnTo>
              </a:path>
              <a:path w="21600" h="21600">
                <a:moveTo>
                  <a:pt x="12960" y="20920"/>
                </a:moveTo>
                <a:lnTo>
                  <a:pt x="13017" y="20920"/>
                </a:lnTo>
                <a:lnTo>
                  <a:pt x="13017" y="21037"/>
                </a:lnTo>
                <a:lnTo>
                  <a:pt x="12960" y="21037"/>
                </a:lnTo>
              </a:path>
              <a:path w="21600" h="21600">
                <a:moveTo>
                  <a:pt x="12507" y="20920"/>
                </a:moveTo>
                <a:lnTo>
                  <a:pt x="12565" y="20920"/>
                </a:lnTo>
                <a:lnTo>
                  <a:pt x="12565" y="21037"/>
                </a:lnTo>
                <a:lnTo>
                  <a:pt x="12507" y="21037"/>
                </a:lnTo>
              </a:path>
              <a:path w="21600" h="21600">
                <a:moveTo>
                  <a:pt x="10998" y="20920"/>
                </a:moveTo>
                <a:lnTo>
                  <a:pt x="11055" y="20920"/>
                </a:lnTo>
                <a:lnTo>
                  <a:pt x="11055" y="21037"/>
                </a:lnTo>
                <a:lnTo>
                  <a:pt x="10998" y="21037"/>
                </a:lnTo>
              </a:path>
              <a:path w="21600" h="21600">
                <a:moveTo>
                  <a:pt x="9034" y="20920"/>
                </a:moveTo>
                <a:lnTo>
                  <a:pt x="9091" y="20920"/>
                </a:lnTo>
                <a:lnTo>
                  <a:pt x="9091" y="21037"/>
                </a:lnTo>
                <a:lnTo>
                  <a:pt x="9034" y="21037"/>
                </a:lnTo>
              </a:path>
              <a:path w="21600" h="21600">
                <a:moveTo>
                  <a:pt x="8581" y="20920"/>
                </a:moveTo>
                <a:lnTo>
                  <a:pt x="8638" y="20920"/>
                </a:lnTo>
                <a:lnTo>
                  <a:pt x="8638" y="21037"/>
                </a:lnTo>
                <a:lnTo>
                  <a:pt x="8581" y="21037"/>
                </a:lnTo>
              </a:path>
              <a:path w="21600" h="21600">
                <a:moveTo>
                  <a:pt x="8279" y="20920"/>
                </a:moveTo>
                <a:lnTo>
                  <a:pt x="8336" y="20920"/>
                </a:lnTo>
                <a:lnTo>
                  <a:pt x="8336" y="21037"/>
                </a:lnTo>
                <a:lnTo>
                  <a:pt x="8279" y="21037"/>
                </a:lnTo>
              </a:path>
              <a:path w="21600" h="21600">
                <a:moveTo>
                  <a:pt x="7831" y="20920"/>
                </a:moveTo>
                <a:lnTo>
                  <a:pt x="7888" y="20920"/>
                </a:lnTo>
                <a:lnTo>
                  <a:pt x="7888" y="21037"/>
                </a:lnTo>
                <a:lnTo>
                  <a:pt x="7831" y="21037"/>
                </a:lnTo>
              </a:path>
              <a:path w="21600" h="21600">
                <a:moveTo>
                  <a:pt x="6321" y="20920"/>
                </a:moveTo>
                <a:lnTo>
                  <a:pt x="6378" y="20920"/>
                </a:lnTo>
                <a:lnTo>
                  <a:pt x="6378" y="21037"/>
                </a:lnTo>
                <a:lnTo>
                  <a:pt x="6321" y="21037"/>
                </a:lnTo>
              </a:path>
              <a:path w="21600" h="21600">
                <a:moveTo>
                  <a:pt x="5868" y="20920"/>
                </a:moveTo>
                <a:lnTo>
                  <a:pt x="5925" y="20920"/>
                </a:lnTo>
                <a:lnTo>
                  <a:pt x="5925" y="21037"/>
                </a:lnTo>
                <a:lnTo>
                  <a:pt x="5868" y="21037"/>
                </a:lnTo>
              </a:path>
              <a:path w="21600" h="21600">
                <a:moveTo>
                  <a:pt x="5566" y="20920"/>
                </a:moveTo>
                <a:lnTo>
                  <a:pt x="5623" y="20920"/>
                </a:lnTo>
                <a:lnTo>
                  <a:pt x="5623" y="21037"/>
                </a:lnTo>
                <a:lnTo>
                  <a:pt x="5566" y="21037"/>
                </a:lnTo>
              </a:path>
              <a:path w="21600" h="21600">
                <a:moveTo>
                  <a:pt x="5125" y="20920"/>
                </a:moveTo>
                <a:lnTo>
                  <a:pt x="5182" y="20920"/>
                </a:lnTo>
                <a:lnTo>
                  <a:pt x="5182" y="21037"/>
                </a:lnTo>
                <a:lnTo>
                  <a:pt x="5125" y="21037"/>
                </a:lnTo>
              </a:path>
              <a:path w="21600" h="21600">
                <a:moveTo>
                  <a:pt x="2412" y="20920"/>
                </a:moveTo>
                <a:lnTo>
                  <a:pt x="2469" y="20920"/>
                </a:lnTo>
                <a:lnTo>
                  <a:pt x="2469" y="21037"/>
                </a:lnTo>
                <a:lnTo>
                  <a:pt x="2412" y="21037"/>
                </a:lnTo>
              </a:path>
              <a:path w="21600" h="21600">
                <a:moveTo>
                  <a:pt x="902" y="20920"/>
                </a:moveTo>
                <a:lnTo>
                  <a:pt x="959" y="20920"/>
                </a:lnTo>
                <a:lnTo>
                  <a:pt x="959" y="21037"/>
                </a:lnTo>
                <a:lnTo>
                  <a:pt x="902" y="21037"/>
                </a:lnTo>
              </a:path>
              <a:path w="21600" h="21600">
                <a:moveTo>
                  <a:pt x="449" y="20920"/>
                </a:moveTo>
                <a:lnTo>
                  <a:pt x="506" y="20920"/>
                </a:lnTo>
                <a:lnTo>
                  <a:pt x="506" y="21037"/>
                </a:lnTo>
                <a:lnTo>
                  <a:pt x="449" y="21037"/>
                </a:lnTo>
              </a:path>
              <a:path w="21600" h="21600">
                <a:moveTo>
                  <a:pt x="147" y="20920"/>
                </a:moveTo>
                <a:lnTo>
                  <a:pt x="204" y="20920"/>
                </a:lnTo>
                <a:lnTo>
                  <a:pt x="204" y="21037"/>
                </a:lnTo>
                <a:lnTo>
                  <a:pt x="147" y="21037"/>
                </a:lnTo>
              </a:path>
              <a:path w="21600" h="21600">
                <a:moveTo>
                  <a:pt x="20944" y="20919"/>
                </a:moveTo>
                <a:lnTo>
                  <a:pt x="20997" y="20919"/>
                </a:lnTo>
                <a:lnTo>
                  <a:pt x="20997" y="21029"/>
                </a:lnTo>
                <a:lnTo>
                  <a:pt x="20944" y="21029"/>
                </a:lnTo>
              </a:path>
              <a:path w="21600" h="21600">
                <a:moveTo>
                  <a:pt x="18230" y="20919"/>
                </a:moveTo>
                <a:lnTo>
                  <a:pt x="18284" y="20919"/>
                </a:lnTo>
                <a:lnTo>
                  <a:pt x="18284" y="21029"/>
                </a:lnTo>
                <a:lnTo>
                  <a:pt x="18230" y="21029"/>
                </a:lnTo>
              </a:path>
              <a:path w="21600" h="21600">
                <a:moveTo>
                  <a:pt x="15524" y="20919"/>
                </a:moveTo>
                <a:lnTo>
                  <a:pt x="15578" y="20919"/>
                </a:lnTo>
                <a:lnTo>
                  <a:pt x="15578" y="21029"/>
                </a:lnTo>
                <a:lnTo>
                  <a:pt x="15524" y="21029"/>
                </a:lnTo>
              </a:path>
              <a:path w="21600" h="21600">
                <a:moveTo>
                  <a:pt x="12811" y="20919"/>
                </a:moveTo>
                <a:lnTo>
                  <a:pt x="12865" y="20919"/>
                </a:lnTo>
                <a:lnTo>
                  <a:pt x="12865" y="21029"/>
                </a:lnTo>
                <a:lnTo>
                  <a:pt x="12811" y="21029"/>
                </a:lnTo>
              </a:path>
              <a:path w="21600" h="21600">
                <a:moveTo>
                  <a:pt x="6021" y="20919"/>
                </a:moveTo>
                <a:lnTo>
                  <a:pt x="6074" y="20919"/>
                </a:lnTo>
                <a:lnTo>
                  <a:pt x="6074" y="21029"/>
                </a:lnTo>
                <a:lnTo>
                  <a:pt x="6021" y="21029"/>
                </a:lnTo>
              </a:path>
              <a:path w="21600" h="21600">
                <a:moveTo>
                  <a:pt x="3315" y="20919"/>
                </a:moveTo>
                <a:lnTo>
                  <a:pt x="3369" y="20919"/>
                </a:lnTo>
                <a:lnTo>
                  <a:pt x="3369" y="21029"/>
                </a:lnTo>
                <a:lnTo>
                  <a:pt x="3315" y="21029"/>
                </a:lnTo>
              </a:path>
              <a:path w="21600" h="21600">
                <a:moveTo>
                  <a:pt x="602" y="20919"/>
                </a:moveTo>
                <a:lnTo>
                  <a:pt x="656" y="20919"/>
                </a:lnTo>
                <a:lnTo>
                  <a:pt x="656" y="21029"/>
                </a:lnTo>
                <a:lnTo>
                  <a:pt x="602" y="21029"/>
                </a:lnTo>
              </a:path>
              <a:path w="21600" h="21600">
                <a:moveTo>
                  <a:pt x="14464" y="20919"/>
                </a:moveTo>
                <a:lnTo>
                  <a:pt x="14525" y="20919"/>
                </a:lnTo>
                <a:lnTo>
                  <a:pt x="14525" y="21043"/>
                </a:lnTo>
                <a:lnTo>
                  <a:pt x="14464" y="21043"/>
                </a:lnTo>
              </a:path>
              <a:path w="21600" h="21600">
                <a:moveTo>
                  <a:pt x="7074" y="20919"/>
                </a:moveTo>
                <a:lnTo>
                  <a:pt x="7135" y="20919"/>
                </a:lnTo>
                <a:lnTo>
                  <a:pt x="7135" y="21043"/>
                </a:lnTo>
                <a:lnTo>
                  <a:pt x="7074" y="21043"/>
                </a:lnTo>
              </a:path>
              <a:path w="21600" h="21600">
                <a:moveTo>
                  <a:pt x="10846" y="20918"/>
                </a:moveTo>
                <a:lnTo>
                  <a:pt x="10905" y="20918"/>
                </a:lnTo>
                <a:lnTo>
                  <a:pt x="10905" y="21038"/>
                </a:lnTo>
                <a:lnTo>
                  <a:pt x="10846" y="21038"/>
                </a:lnTo>
              </a:path>
              <a:path w="21600" h="21600">
                <a:moveTo>
                  <a:pt x="19439" y="20912"/>
                </a:moveTo>
                <a:lnTo>
                  <a:pt x="19482" y="20912"/>
                </a:lnTo>
                <a:lnTo>
                  <a:pt x="19482" y="21001"/>
                </a:lnTo>
                <a:lnTo>
                  <a:pt x="19439" y="21001"/>
                </a:lnTo>
              </a:path>
              <a:path w="21600" h="21600">
                <a:moveTo>
                  <a:pt x="2858" y="20911"/>
                </a:moveTo>
                <a:lnTo>
                  <a:pt x="2920" y="20911"/>
                </a:lnTo>
                <a:lnTo>
                  <a:pt x="2920" y="21038"/>
                </a:lnTo>
                <a:lnTo>
                  <a:pt x="2858" y="21038"/>
                </a:lnTo>
              </a:path>
              <a:path w="21600" h="21600">
                <a:moveTo>
                  <a:pt x="1361" y="20906"/>
                </a:moveTo>
                <a:lnTo>
                  <a:pt x="1406" y="20906"/>
                </a:lnTo>
                <a:lnTo>
                  <a:pt x="1406" y="20998"/>
                </a:lnTo>
                <a:lnTo>
                  <a:pt x="1361" y="20998"/>
                </a:lnTo>
              </a:path>
              <a:path w="21600" h="21600">
                <a:moveTo>
                  <a:pt x="17178" y="20904"/>
                </a:moveTo>
                <a:lnTo>
                  <a:pt x="17223" y="20904"/>
                </a:lnTo>
                <a:lnTo>
                  <a:pt x="17223" y="20996"/>
                </a:lnTo>
                <a:lnTo>
                  <a:pt x="17178" y="20996"/>
                </a:lnTo>
              </a:path>
              <a:path w="21600" h="21600">
                <a:moveTo>
                  <a:pt x="21542" y="20899"/>
                </a:moveTo>
                <a:lnTo>
                  <a:pt x="21597" y="20899"/>
                </a:lnTo>
                <a:lnTo>
                  <a:pt x="21597" y="21011"/>
                </a:lnTo>
                <a:lnTo>
                  <a:pt x="21542" y="21011"/>
                </a:lnTo>
              </a:path>
              <a:path w="21600" h="21600">
                <a:moveTo>
                  <a:pt x="8743" y="20899"/>
                </a:moveTo>
                <a:lnTo>
                  <a:pt x="8779" y="20899"/>
                </a:lnTo>
                <a:lnTo>
                  <a:pt x="8779" y="20973"/>
                </a:lnTo>
                <a:lnTo>
                  <a:pt x="8743" y="20973"/>
                </a:lnTo>
              </a:path>
              <a:path w="21600" h="21600">
                <a:moveTo>
                  <a:pt x="2" y="20899"/>
                </a:moveTo>
                <a:lnTo>
                  <a:pt x="57" y="20899"/>
                </a:lnTo>
                <a:lnTo>
                  <a:pt x="57" y="21011"/>
                </a:lnTo>
                <a:lnTo>
                  <a:pt x="2" y="21011"/>
                </a:lnTo>
              </a:path>
              <a:path w="21600" h="21600">
                <a:moveTo>
                  <a:pt x="16720" y="20890"/>
                </a:moveTo>
                <a:lnTo>
                  <a:pt x="16775" y="20890"/>
                </a:lnTo>
                <a:lnTo>
                  <a:pt x="16775" y="21003"/>
                </a:lnTo>
                <a:lnTo>
                  <a:pt x="16720" y="21003"/>
                </a:lnTo>
              </a:path>
              <a:path w="21600" h="21600">
                <a:moveTo>
                  <a:pt x="14014" y="20890"/>
                </a:moveTo>
                <a:lnTo>
                  <a:pt x="14069" y="20890"/>
                </a:lnTo>
                <a:lnTo>
                  <a:pt x="14069" y="21003"/>
                </a:lnTo>
                <a:lnTo>
                  <a:pt x="14014" y="21003"/>
                </a:lnTo>
              </a:path>
              <a:path w="21600" h="21600">
                <a:moveTo>
                  <a:pt x="11300" y="20890"/>
                </a:moveTo>
                <a:lnTo>
                  <a:pt x="11356" y="20890"/>
                </a:lnTo>
                <a:lnTo>
                  <a:pt x="11356" y="21003"/>
                </a:lnTo>
                <a:lnTo>
                  <a:pt x="11300" y="21003"/>
                </a:lnTo>
              </a:path>
              <a:path w="21600" h="21600">
                <a:moveTo>
                  <a:pt x="10243" y="20890"/>
                </a:moveTo>
                <a:lnTo>
                  <a:pt x="10298" y="20890"/>
                </a:lnTo>
                <a:lnTo>
                  <a:pt x="10298" y="21003"/>
                </a:lnTo>
                <a:lnTo>
                  <a:pt x="10243" y="21003"/>
                </a:lnTo>
              </a:path>
              <a:path w="21600" h="21600">
                <a:moveTo>
                  <a:pt x="7530" y="20890"/>
                </a:moveTo>
                <a:lnTo>
                  <a:pt x="7585" y="20890"/>
                </a:lnTo>
                <a:lnTo>
                  <a:pt x="7585" y="21003"/>
                </a:lnTo>
                <a:lnTo>
                  <a:pt x="7530" y="21003"/>
                </a:lnTo>
              </a:path>
              <a:path w="21600" h="21600">
                <a:moveTo>
                  <a:pt x="4824" y="20890"/>
                </a:moveTo>
                <a:lnTo>
                  <a:pt x="4879" y="20890"/>
                </a:lnTo>
                <a:lnTo>
                  <a:pt x="4879" y="21003"/>
                </a:lnTo>
                <a:lnTo>
                  <a:pt x="4824" y="21003"/>
                </a:lnTo>
              </a:path>
              <a:path w="21600" h="21600">
                <a:moveTo>
                  <a:pt x="2111" y="20890"/>
                </a:moveTo>
                <a:lnTo>
                  <a:pt x="2166" y="20890"/>
                </a:lnTo>
                <a:lnTo>
                  <a:pt x="2166" y="21003"/>
                </a:lnTo>
                <a:lnTo>
                  <a:pt x="2111" y="21003"/>
                </a:lnTo>
              </a:path>
              <a:path w="21600" h="21600">
                <a:moveTo>
                  <a:pt x="19737" y="20886"/>
                </a:moveTo>
                <a:lnTo>
                  <a:pt x="19787" y="20886"/>
                </a:lnTo>
                <a:lnTo>
                  <a:pt x="19787" y="20989"/>
                </a:lnTo>
                <a:lnTo>
                  <a:pt x="19737" y="20989"/>
                </a:lnTo>
              </a:path>
              <a:path w="21600" h="21600">
                <a:moveTo>
                  <a:pt x="18982" y="20886"/>
                </a:moveTo>
                <a:lnTo>
                  <a:pt x="19033" y="20886"/>
                </a:lnTo>
                <a:lnTo>
                  <a:pt x="19033" y="20989"/>
                </a:lnTo>
                <a:lnTo>
                  <a:pt x="18982" y="20989"/>
                </a:lnTo>
              </a:path>
              <a:path w="21600" h="21600">
                <a:moveTo>
                  <a:pt x="14318" y="20886"/>
                </a:moveTo>
                <a:lnTo>
                  <a:pt x="14368" y="20886"/>
                </a:lnTo>
                <a:lnTo>
                  <a:pt x="14368" y="20989"/>
                </a:lnTo>
                <a:lnTo>
                  <a:pt x="14318" y="20989"/>
                </a:lnTo>
              </a:path>
              <a:path w="21600" h="21600">
                <a:moveTo>
                  <a:pt x="13563" y="20886"/>
                </a:moveTo>
                <a:lnTo>
                  <a:pt x="13613" y="20886"/>
                </a:lnTo>
                <a:lnTo>
                  <a:pt x="13613" y="20989"/>
                </a:lnTo>
                <a:lnTo>
                  <a:pt x="13563" y="20989"/>
                </a:lnTo>
              </a:path>
              <a:path w="21600" h="21600">
                <a:moveTo>
                  <a:pt x="1812" y="20886"/>
                </a:moveTo>
                <a:lnTo>
                  <a:pt x="1862" y="20886"/>
                </a:lnTo>
                <a:lnTo>
                  <a:pt x="1862" y="20989"/>
                </a:lnTo>
                <a:lnTo>
                  <a:pt x="1812" y="20989"/>
                </a:lnTo>
              </a:path>
              <a:path w="21600" h="21600">
                <a:moveTo>
                  <a:pt x="10098" y="20884"/>
                </a:moveTo>
                <a:lnTo>
                  <a:pt x="10141" y="20884"/>
                </a:lnTo>
                <a:lnTo>
                  <a:pt x="10141" y="20972"/>
                </a:lnTo>
                <a:lnTo>
                  <a:pt x="10098" y="20972"/>
                </a:lnTo>
              </a:path>
              <a:path w="21600" h="21600">
                <a:moveTo>
                  <a:pt x="14170" y="20873"/>
                </a:moveTo>
                <a:lnTo>
                  <a:pt x="14215" y="20873"/>
                </a:lnTo>
                <a:lnTo>
                  <a:pt x="14215" y="20965"/>
                </a:lnTo>
                <a:lnTo>
                  <a:pt x="14170" y="20965"/>
                </a:lnTo>
              </a:path>
              <a:path w="21600" h="21600">
                <a:moveTo>
                  <a:pt x="12355" y="20872"/>
                </a:moveTo>
                <a:lnTo>
                  <a:pt x="12415" y="20872"/>
                </a:lnTo>
                <a:lnTo>
                  <a:pt x="12415" y="20996"/>
                </a:lnTo>
                <a:lnTo>
                  <a:pt x="12355" y="20996"/>
                </a:lnTo>
              </a:path>
              <a:path w="21600" h="21600">
                <a:moveTo>
                  <a:pt x="9183" y="20872"/>
                </a:moveTo>
                <a:lnTo>
                  <a:pt x="9244" y="20872"/>
                </a:lnTo>
                <a:lnTo>
                  <a:pt x="9244" y="20996"/>
                </a:lnTo>
                <a:lnTo>
                  <a:pt x="9183" y="20996"/>
                </a:lnTo>
              </a:path>
              <a:path w="21600" h="21600">
                <a:moveTo>
                  <a:pt x="2712" y="20867"/>
                </a:moveTo>
                <a:lnTo>
                  <a:pt x="2773" y="20867"/>
                </a:lnTo>
                <a:lnTo>
                  <a:pt x="2773" y="20992"/>
                </a:lnTo>
                <a:lnTo>
                  <a:pt x="2712" y="20992"/>
                </a:lnTo>
              </a:path>
              <a:path w="21600" h="21600">
                <a:moveTo>
                  <a:pt x="1656" y="20867"/>
                </a:moveTo>
                <a:lnTo>
                  <a:pt x="1715" y="20867"/>
                </a:lnTo>
                <a:lnTo>
                  <a:pt x="1715" y="20987"/>
                </a:lnTo>
                <a:lnTo>
                  <a:pt x="1656" y="20987"/>
                </a:lnTo>
              </a:path>
              <a:path w="21600" h="21600">
                <a:moveTo>
                  <a:pt x="11153" y="20856"/>
                </a:moveTo>
                <a:lnTo>
                  <a:pt x="11201" y="20856"/>
                </a:lnTo>
                <a:lnTo>
                  <a:pt x="11201" y="20955"/>
                </a:lnTo>
                <a:lnTo>
                  <a:pt x="11153" y="20955"/>
                </a:lnTo>
              </a:path>
              <a:path w="21600" h="21600">
                <a:moveTo>
                  <a:pt x="20187" y="20855"/>
                </a:moveTo>
                <a:lnTo>
                  <a:pt x="20244" y="20855"/>
                </a:lnTo>
                <a:lnTo>
                  <a:pt x="20244" y="20972"/>
                </a:lnTo>
                <a:lnTo>
                  <a:pt x="20187" y="20972"/>
                </a:lnTo>
              </a:path>
              <a:path w="21600" h="21600">
                <a:moveTo>
                  <a:pt x="14768" y="20855"/>
                </a:moveTo>
                <a:lnTo>
                  <a:pt x="14825" y="20855"/>
                </a:lnTo>
                <a:lnTo>
                  <a:pt x="14825" y="20972"/>
                </a:lnTo>
                <a:lnTo>
                  <a:pt x="14768" y="20972"/>
                </a:lnTo>
              </a:path>
              <a:path w="21600" h="21600">
                <a:moveTo>
                  <a:pt x="9487" y="20855"/>
                </a:moveTo>
                <a:lnTo>
                  <a:pt x="9544" y="20855"/>
                </a:lnTo>
                <a:lnTo>
                  <a:pt x="9544" y="20972"/>
                </a:lnTo>
                <a:lnTo>
                  <a:pt x="9487" y="20972"/>
                </a:lnTo>
              </a:path>
              <a:path w="21600" h="21600">
                <a:moveTo>
                  <a:pt x="6774" y="20855"/>
                </a:moveTo>
                <a:lnTo>
                  <a:pt x="6831" y="20855"/>
                </a:lnTo>
                <a:lnTo>
                  <a:pt x="6831" y="20972"/>
                </a:lnTo>
                <a:lnTo>
                  <a:pt x="6774" y="20972"/>
                </a:lnTo>
              </a:path>
              <a:path w="21600" h="21600">
                <a:moveTo>
                  <a:pt x="4068" y="20855"/>
                </a:moveTo>
                <a:lnTo>
                  <a:pt x="4125" y="20855"/>
                </a:lnTo>
                <a:lnTo>
                  <a:pt x="4125" y="20972"/>
                </a:lnTo>
                <a:lnTo>
                  <a:pt x="4068" y="20972"/>
                </a:lnTo>
              </a:path>
              <a:path w="21600" h="21600">
                <a:moveTo>
                  <a:pt x="7996" y="20852"/>
                </a:moveTo>
                <a:lnTo>
                  <a:pt x="8025" y="20852"/>
                </a:lnTo>
                <a:lnTo>
                  <a:pt x="8025" y="20912"/>
                </a:lnTo>
                <a:lnTo>
                  <a:pt x="7996" y="20912"/>
                </a:lnTo>
              </a:path>
              <a:path w="21600" h="21600">
                <a:moveTo>
                  <a:pt x="15377" y="20850"/>
                </a:moveTo>
                <a:lnTo>
                  <a:pt x="15424" y="20850"/>
                </a:lnTo>
                <a:lnTo>
                  <a:pt x="15424" y="20946"/>
                </a:lnTo>
                <a:lnTo>
                  <a:pt x="15377" y="20946"/>
                </a:lnTo>
              </a:path>
              <a:path w="21600" h="21600">
                <a:moveTo>
                  <a:pt x="10548" y="20847"/>
                </a:moveTo>
                <a:lnTo>
                  <a:pt x="10597" y="20847"/>
                </a:lnTo>
                <a:lnTo>
                  <a:pt x="10597" y="20946"/>
                </a:lnTo>
                <a:lnTo>
                  <a:pt x="10548" y="20946"/>
                </a:lnTo>
              </a:path>
              <a:path w="21600" h="21600">
                <a:moveTo>
                  <a:pt x="17488" y="20844"/>
                </a:moveTo>
                <a:lnTo>
                  <a:pt x="17517" y="20844"/>
                </a:lnTo>
                <a:lnTo>
                  <a:pt x="17517" y="20904"/>
                </a:lnTo>
                <a:lnTo>
                  <a:pt x="17488" y="20904"/>
                </a:lnTo>
              </a:path>
              <a:path w="21600" h="21600">
                <a:moveTo>
                  <a:pt x="21400" y="20843"/>
                </a:moveTo>
                <a:lnTo>
                  <a:pt x="21447" y="20843"/>
                </a:lnTo>
                <a:lnTo>
                  <a:pt x="21447" y="20939"/>
                </a:lnTo>
                <a:lnTo>
                  <a:pt x="21400" y="20939"/>
                </a:lnTo>
              </a:path>
              <a:path w="21600" h="21600">
                <a:moveTo>
                  <a:pt x="20346" y="20840"/>
                </a:moveTo>
                <a:lnTo>
                  <a:pt x="20387" y="20840"/>
                </a:lnTo>
                <a:lnTo>
                  <a:pt x="20387" y="20925"/>
                </a:lnTo>
                <a:lnTo>
                  <a:pt x="20346" y="20925"/>
                </a:lnTo>
              </a:path>
              <a:path w="21600" h="21600">
                <a:moveTo>
                  <a:pt x="17774" y="20825"/>
                </a:moveTo>
                <a:lnTo>
                  <a:pt x="17834" y="20825"/>
                </a:lnTo>
                <a:lnTo>
                  <a:pt x="17834" y="20949"/>
                </a:lnTo>
                <a:lnTo>
                  <a:pt x="17774" y="20949"/>
                </a:lnTo>
              </a:path>
              <a:path w="21600" h="21600">
                <a:moveTo>
                  <a:pt x="3765" y="20825"/>
                </a:moveTo>
                <a:lnTo>
                  <a:pt x="3825" y="20825"/>
                </a:lnTo>
                <a:lnTo>
                  <a:pt x="3825" y="20949"/>
                </a:lnTo>
                <a:lnTo>
                  <a:pt x="3765" y="20949"/>
                </a:lnTo>
              </a:path>
              <a:path w="21600" h="21600">
                <a:moveTo>
                  <a:pt x="12659" y="20818"/>
                </a:moveTo>
                <a:lnTo>
                  <a:pt x="12715" y="20818"/>
                </a:lnTo>
                <a:lnTo>
                  <a:pt x="12715" y="20931"/>
                </a:lnTo>
                <a:lnTo>
                  <a:pt x="12659" y="20931"/>
                </a:lnTo>
              </a:path>
              <a:path w="21600" h="21600">
                <a:moveTo>
                  <a:pt x="8884" y="20818"/>
                </a:moveTo>
                <a:lnTo>
                  <a:pt x="8939" y="20818"/>
                </a:lnTo>
                <a:lnTo>
                  <a:pt x="8939" y="20931"/>
                </a:lnTo>
                <a:lnTo>
                  <a:pt x="8884" y="20931"/>
                </a:lnTo>
              </a:path>
              <a:path w="21600" h="21600">
                <a:moveTo>
                  <a:pt x="3465" y="20818"/>
                </a:moveTo>
                <a:lnTo>
                  <a:pt x="3521" y="20818"/>
                </a:lnTo>
                <a:lnTo>
                  <a:pt x="3521" y="20931"/>
                </a:lnTo>
                <a:lnTo>
                  <a:pt x="3465" y="20931"/>
                </a:lnTo>
              </a:path>
              <a:path w="21600" h="21600">
                <a:moveTo>
                  <a:pt x="755" y="20813"/>
                </a:moveTo>
                <a:lnTo>
                  <a:pt x="805" y="20813"/>
                </a:lnTo>
                <a:lnTo>
                  <a:pt x="805" y="20915"/>
                </a:lnTo>
                <a:lnTo>
                  <a:pt x="755" y="20915"/>
                </a:lnTo>
              </a:path>
              <a:path w="21600" h="21600">
                <a:moveTo>
                  <a:pt x="10396" y="20810"/>
                </a:moveTo>
                <a:lnTo>
                  <a:pt x="10447" y="20810"/>
                </a:lnTo>
                <a:lnTo>
                  <a:pt x="10447" y="20916"/>
                </a:lnTo>
                <a:lnTo>
                  <a:pt x="10396" y="20916"/>
                </a:lnTo>
              </a:path>
              <a:path w="21600" h="21600">
                <a:moveTo>
                  <a:pt x="20790" y="20806"/>
                </a:moveTo>
                <a:lnTo>
                  <a:pt x="20849" y="20806"/>
                </a:lnTo>
                <a:lnTo>
                  <a:pt x="20849" y="20927"/>
                </a:lnTo>
                <a:lnTo>
                  <a:pt x="20790" y="20927"/>
                </a:lnTo>
              </a:path>
              <a:path w="21600" h="21600">
                <a:moveTo>
                  <a:pt x="11752" y="20803"/>
                </a:moveTo>
                <a:lnTo>
                  <a:pt x="11810" y="20803"/>
                </a:lnTo>
                <a:lnTo>
                  <a:pt x="11810" y="20923"/>
                </a:lnTo>
                <a:lnTo>
                  <a:pt x="11752" y="20923"/>
                </a:lnTo>
              </a:path>
              <a:path w="21600" h="21600">
                <a:moveTo>
                  <a:pt x="9788" y="20803"/>
                </a:moveTo>
                <a:lnTo>
                  <a:pt x="9847" y="20803"/>
                </a:lnTo>
                <a:lnTo>
                  <a:pt x="9847" y="20923"/>
                </a:lnTo>
                <a:lnTo>
                  <a:pt x="9788" y="20923"/>
                </a:lnTo>
              </a:path>
              <a:path w="21600" h="21600">
                <a:moveTo>
                  <a:pt x="21098" y="20801"/>
                </a:moveTo>
                <a:lnTo>
                  <a:pt x="21145" y="20801"/>
                </a:lnTo>
                <a:lnTo>
                  <a:pt x="21145" y="20897"/>
                </a:lnTo>
                <a:lnTo>
                  <a:pt x="21098" y="20897"/>
                </a:lnTo>
              </a:path>
              <a:path w="21600" h="21600">
                <a:moveTo>
                  <a:pt x="3621" y="20801"/>
                </a:moveTo>
                <a:lnTo>
                  <a:pt x="3667" y="20801"/>
                </a:lnTo>
                <a:lnTo>
                  <a:pt x="3667" y="20897"/>
                </a:lnTo>
                <a:lnTo>
                  <a:pt x="3621" y="20897"/>
                </a:lnTo>
              </a:path>
              <a:path w="21600" h="21600">
                <a:moveTo>
                  <a:pt x="19281" y="20790"/>
                </a:moveTo>
                <a:lnTo>
                  <a:pt x="19338" y="20790"/>
                </a:lnTo>
                <a:lnTo>
                  <a:pt x="19338" y="20907"/>
                </a:lnTo>
                <a:lnTo>
                  <a:pt x="19281" y="20907"/>
                </a:lnTo>
              </a:path>
              <a:path w="21600" h="21600">
                <a:moveTo>
                  <a:pt x="13862" y="20790"/>
                </a:moveTo>
                <a:lnTo>
                  <a:pt x="13919" y="20790"/>
                </a:lnTo>
                <a:lnTo>
                  <a:pt x="13919" y="20907"/>
                </a:lnTo>
                <a:lnTo>
                  <a:pt x="13862" y="20907"/>
                </a:lnTo>
              </a:path>
              <a:path w="21600" h="21600">
                <a:moveTo>
                  <a:pt x="7680" y="20790"/>
                </a:moveTo>
                <a:lnTo>
                  <a:pt x="7737" y="20790"/>
                </a:lnTo>
                <a:lnTo>
                  <a:pt x="7737" y="20907"/>
                </a:lnTo>
                <a:lnTo>
                  <a:pt x="7680" y="20907"/>
                </a:lnTo>
              </a:path>
              <a:path w="21600" h="21600">
                <a:moveTo>
                  <a:pt x="2261" y="20790"/>
                </a:moveTo>
                <a:lnTo>
                  <a:pt x="2318" y="20790"/>
                </a:lnTo>
                <a:lnTo>
                  <a:pt x="2318" y="20907"/>
                </a:lnTo>
                <a:lnTo>
                  <a:pt x="2261" y="20907"/>
                </a:lnTo>
              </a:path>
              <a:path w="21600" h="21600">
                <a:moveTo>
                  <a:pt x="1051" y="20781"/>
                </a:moveTo>
                <a:lnTo>
                  <a:pt x="1113" y="20781"/>
                </a:lnTo>
                <a:lnTo>
                  <a:pt x="1113" y="20908"/>
                </a:lnTo>
                <a:lnTo>
                  <a:pt x="1051" y="20908"/>
                </a:lnTo>
              </a:path>
              <a:path w="21600" h="21600">
                <a:moveTo>
                  <a:pt x="17626" y="20776"/>
                </a:moveTo>
                <a:lnTo>
                  <a:pt x="17680" y="20776"/>
                </a:lnTo>
                <a:lnTo>
                  <a:pt x="17680" y="20886"/>
                </a:lnTo>
                <a:lnTo>
                  <a:pt x="17626" y="20886"/>
                </a:lnTo>
              </a:path>
              <a:path w="21600" h="21600">
                <a:moveTo>
                  <a:pt x="14920" y="20776"/>
                </a:moveTo>
                <a:lnTo>
                  <a:pt x="14974" y="20776"/>
                </a:lnTo>
                <a:lnTo>
                  <a:pt x="14974" y="20886"/>
                </a:lnTo>
                <a:lnTo>
                  <a:pt x="14920" y="20886"/>
                </a:lnTo>
              </a:path>
              <a:path w="21600" h="21600">
                <a:moveTo>
                  <a:pt x="12207" y="20776"/>
                </a:moveTo>
                <a:lnTo>
                  <a:pt x="12261" y="20776"/>
                </a:lnTo>
                <a:lnTo>
                  <a:pt x="12261" y="20886"/>
                </a:lnTo>
                <a:lnTo>
                  <a:pt x="12207" y="20886"/>
                </a:lnTo>
              </a:path>
              <a:path w="21600" h="21600">
                <a:moveTo>
                  <a:pt x="9338" y="20776"/>
                </a:moveTo>
                <a:lnTo>
                  <a:pt x="9391" y="20776"/>
                </a:lnTo>
                <a:lnTo>
                  <a:pt x="9391" y="20886"/>
                </a:lnTo>
                <a:lnTo>
                  <a:pt x="9338" y="20886"/>
                </a:lnTo>
              </a:path>
              <a:path w="21600" h="21600">
                <a:moveTo>
                  <a:pt x="3919" y="20776"/>
                </a:moveTo>
                <a:lnTo>
                  <a:pt x="3973" y="20776"/>
                </a:lnTo>
                <a:lnTo>
                  <a:pt x="3973" y="20886"/>
                </a:lnTo>
                <a:lnTo>
                  <a:pt x="3919" y="20886"/>
                </a:lnTo>
              </a:path>
              <a:path w="21600" h="21600">
                <a:moveTo>
                  <a:pt x="1206" y="20776"/>
                </a:moveTo>
                <a:lnTo>
                  <a:pt x="1259" y="20776"/>
                </a:lnTo>
                <a:lnTo>
                  <a:pt x="1259" y="20886"/>
                </a:lnTo>
                <a:lnTo>
                  <a:pt x="1206" y="20886"/>
                </a:lnTo>
              </a:path>
              <a:path w="21600" h="21600">
                <a:moveTo>
                  <a:pt x="20038" y="20771"/>
                </a:moveTo>
                <a:lnTo>
                  <a:pt x="20091" y="20771"/>
                </a:lnTo>
                <a:lnTo>
                  <a:pt x="20091" y="20880"/>
                </a:lnTo>
                <a:lnTo>
                  <a:pt x="20038" y="20880"/>
                </a:lnTo>
              </a:path>
              <a:path w="21600" h="21600">
                <a:moveTo>
                  <a:pt x="17324" y="20771"/>
                </a:moveTo>
                <a:lnTo>
                  <a:pt x="17378" y="20771"/>
                </a:lnTo>
                <a:lnTo>
                  <a:pt x="17378" y="20880"/>
                </a:lnTo>
                <a:lnTo>
                  <a:pt x="17324" y="20880"/>
                </a:lnTo>
              </a:path>
              <a:path w="21600" h="21600">
                <a:moveTo>
                  <a:pt x="11905" y="20771"/>
                </a:moveTo>
                <a:lnTo>
                  <a:pt x="11959" y="20771"/>
                </a:lnTo>
                <a:lnTo>
                  <a:pt x="11959" y="20880"/>
                </a:lnTo>
                <a:lnTo>
                  <a:pt x="11905" y="20880"/>
                </a:lnTo>
              </a:path>
              <a:path w="21600" h="21600">
                <a:moveTo>
                  <a:pt x="9640" y="20771"/>
                </a:moveTo>
                <a:lnTo>
                  <a:pt x="9693" y="20771"/>
                </a:lnTo>
                <a:lnTo>
                  <a:pt x="9693" y="20880"/>
                </a:lnTo>
                <a:lnTo>
                  <a:pt x="9640" y="20880"/>
                </a:lnTo>
              </a:path>
              <a:path w="21600" h="21600">
                <a:moveTo>
                  <a:pt x="6927" y="20771"/>
                </a:moveTo>
                <a:lnTo>
                  <a:pt x="6980" y="20771"/>
                </a:lnTo>
                <a:lnTo>
                  <a:pt x="6980" y="20880"/>
                </a:lnTo>
                <a:lnTo>
                  <a:pt x="6927" y="20880"/>
                </a:lnTo>
              </a:path>
              <a:path w="21600" h="21600">
                <a:moveTo>
                  <a:pt x="4221" y="20771"/>
                </a:moveTo>
                <a:lnTo>
                  <a:pt x="4275" y="20771"/>
                </a:lnTo>
                <a:lnTo>
                  <a:pt x="4275" y="20880"/>
                </a:lnTo>
                <a:lnTo>
                  <a:pt x="4221" y="20880"/>
                </a:lnTo>
              </a:path>
              <a:path w="21600" h="21600">
                <a:moveTo>
                  <a:pt x="1508" y="20771"/>
                </a:moveTo>
                <a:lnTo>
                  <a:pt x="1561" y="20771"/>
                </a:lnTo>
                <a:lnTo>
                  <a:pt x="1561" y="20880"/>
                </a:lnTo>
                <a:lnTo>
                  <a:pt x="1508" y="20880"/>
                </a:lnTo>
              </a:path>
              <a:path w="21600" h="21600">
                <a:moveTo>
                  <a:pt x="19738" y="20737"/>
                </a:moveTo>
                <a:lnTo>
                  <a:pt x="19787" y="20737"/>
                </a:lnTo>
                <a:lnTo>
                  <a:pt x="19787" y="20836"/>
                </a:lnTo>
                <a:lnTo>
                  <a:pt x="19738" y="20836"/>
                </a:lnTo>
              </a:path>
              <a:path w="21600" h="21600">
                <a:moveTo>
                  <a:pt x="18983" y="20737"/>
                </a:moveTo>
                <a:lnTo>
                  <a:pt x="19032" y="20737"/>
                </a:lnTo>
                <a:lnTo>
                  <a:pt x="19032" y="20836"/>
                </a:lnTo>
                <a:lnTo>
                  <a:pt x="18983" y="20836"/>
                </a:lnTo>
              </a:path>
              <a:path w="21600" h="21600">
                <a:moveTo>
                  <a:pt x="14319" y="20737"/>
                </a:moveTo>
                <a:lnTo>
                  <a:pt x="14368" y="20737"/>
                </a:lnTo>
                <a:lnTo>
                  <a:pt x="14368" y="20836"/>
                </a:lnTo>
                <a:lnTo>
                  <a:pt x="14319" y="20836"/>
                </a:lnTo>
              </a:path>
              <a:path w="21600" h="21600">
                <a:moveTo>
                  <a:pt x="13564" y="20737"/>
                </a:moveTo>
                <a:lnTo>
                  <a:pt x="13613" y="20737"/>
                </a:lnTo>
                <a:lnTo>
                  <a:pt x="13613" y="20836"/>
                </a:lnTo>
                <a:lnTo>
                  <a:pt x="13564" y="20836"/>
                </a:lnTo>
              </a:path>
              <a:path w="21600" h="21600">
                <a:moveTo>
                  <a:pt x="1812" y="20737"/>
                </a:moveTo>
                <a:lnTo>
                  <a:pt x="1861" y="20737"/>
                </a:lnTo>
                <a:lnTo>
                  <a:pt x="1861" y="20836"/>
                </a:lnTo>
                <a:lnTo>
                  <a:pt x="1812" y="20836"/>
                </a:lnTo>
              </a:path>
              <a:path w="21600" h="21600">
                <a:moveTo>
                  <a:pt x="20944" y="20732"/>
                </a:moveTo>
                <a:lnTo>
                  <a:pt x="20996" y="20732"/>
                </a:lnTo>
                <a:lnTo>
                  <a:pt x="20996" y="20838"/>
                </a:lnTo>
                <a:lnTo>
                  <a:pt x="20944" y="20838"/>
                </a:lnTo>
              </a:path>
              <a:path w="21600" h="21600">
                <a:moveTo>
                  <a:pt x="18231" y="20732"/>
                </a:moveTo>
                <a:lnTo>
                  <a:pt x="18283" y="20732"/>
                </a:lnTo>
                <a:lnTo>
                  <a:pt x="18283" y="20838"/>
                </a:lnTo>
                <a:lnTo>
                  <a:pt x="18231" y="20838"/>
                </a:lnTo>
              </a:path>
              <a:path w="21600" h="21600">
                <a:moveTo>
                  <a:pt x="15525" y="20732"/>
                </a:moveTo>
                <a:lnTo>
                  <a:pt x="15577" y="20732"/>
                </a:lnTo>
                <a:lnTo>
                  <a:pt x="15577" y="20838"/>
                </a:lnTo>
                <a:lnTo>
                  <a:pt x="15525" y="20838"/>
                </a:lnTo>
              </a:path>
              <a:path w="21600" h="21600">
                <a:moveTo>
                  <a:pt x="12812" y="20732"/>
                </a:moveTo>
                <a:lnTo>
                  <a:pt x="12864" y="20732"/>
                </a:lnTo>
                <a:lnTo>
                  <a:pt x="12864" y="20838"/>
                </a:lnTo>
                <a:lnTo>
                  <a:pt x="12812" y="20838"/>
                </a:lnTo>
              </a:path>
              <a:path w="21600" h="21600">
                <a:moveTo>
                  <a:pt x="6022" y="20732"/>
                </a:moveTo>
                <a:lnTo>
                  <a:pt x="6074" y="20732"/>
                </a:lnTo>
                <a:lnTo>
                  <a:pt x="6074" y="20838"/>
                </a:lnTo>
                <a:lnTo>
                  <a:pt x="6022" y="20838"/>
                </a:lnTo>
              </a:path>
              <a:path w="21600" h="21600">
                <a:moveTo>
                  <a:pt x="3316" y="20732"/>
                </a:moveTo>
                <a:lnTo>
                  <a:pt x="3368" y="20732"/>
                </a:lnTo>
                <a:lnTo>
                  <a:pt x="3368" y="20838"/>
                </a:lnTo>
                <a:lnTo>
                  <a:pt x="3316" y="20838"/>
                </a:lnTo>
              </a:path>
              <a:path w="21600" h="21600">
                <a:moveTo>
                  <a:pt x="603" y="20732"/>
                </a:moveTo>
                <a:lnTo>
                  <a:pt x="655" y="20732"/>
                </a:lnTo>
                <a:lnTo>
                  <a:pt x="655" y="20838"/>
                </a:lnTo>
                <a:lnTo>
                  <a:pt x="603" y="20838"/>
                </a:lnTo>
              </a:path>
              <a:path w="21600" h="21600">
                <a:moveTo>
                  <a:pt x="6631" y="20731"/>
                </a:moveTo>
                <a:lnTo>
                  <a:pt x="6672" y="20731"/>
                </a:lnTo>
                <a:lnTo>
                  <a:pt x="6672" y="20815"/>
                </a:lnTo>
                <a:lnTo>
                  <a:pt x="6631" y="20815"/>
                </a:lnTo>
              </a:path>
              <a:path w="21600" h="21600">
                <a:moveTo>
                  <a:pt x="21244" y="20724"/>
                </a:moveTo>
                <a:lnTo>
                  <a:pt x="21301" y="20724"/>
                </a:lnTo>
                <a:lnTo>
                  <a:pt x="21301" y="20841"/>
                </a:lnTo>
                <a:lnTo>
                  <a:pt x="21244" y="20841"/>
                </a:lnTo>
              </a:path>
              <a:path w="21600" h="21600">
                <a:moveTo>
                  <a:pt x="18530" y="20724"/>
                </a:moveTo>
                <a:lnTo>
                  <a:pt x="18588" y="20724"/>
                </a:lnTo>
                <a:lnTo>
                  <a:pt x="18588" y="20841"/>
                </a:lnTo>
                <a:lnTo>
                  <a:pt x="18530" y="20841"/>
                </a:lnTo>
              </a:path>
              <a:path w="21600" h="21600">
                <a:moveTo>
                  <a:pt x="15825" y="20724"/>
                </a:moveTo>
                <a:lnTo>
                  <a:pt x="15882" y="20724"/>
                </a:lnTo>
                <a:lnTo>
                  <a:pt x="15882" y="20841"/>
                </a:lnTo>
                <a:lnTo>
                  <a:pt x="15825" y="20841"/>
                </a:lnTo>
              </a:path>
              <a:path w="21600" h="21600">
                <a:moveTo>
                  <a:pt x="13111" y="20724"/>
                </a:moveTo>
                <a:lnTo>
                  <a:pt x="13168" y="20724"/>
                </a:lnTo>
                <a:lnTo>
                  <a:pt x="13168" y="20841"/>
                </a:lnTo>
                <a:lnTo>
                  <a:pt x="13111" y="20841"/>
                </a:lnTo>
              </a:path>
              <a:path w="21600" h="21600">
                <a:moveTo>
                  <a:pt x="8430" y="20724"/>
                </a:moveTo>
                <a:lnTo>
                  <a:pt x="8487" y="20724"/>
                </a:lnTo>
                <a:lnTo>
                  <a:pt x="8487" y="20841"/>
                </a:lnTo>
                <a:lnTo>
                  <a:pt x="8430" y="20841"/>
                </a:lnTo>
              </a:path>
              <a:path w="21600" h="21600">
                <a:moveTo>
                  <a:pt x="3011" y="20724"/>
                </a:moveTo>
                <a:lnTo>
                  <a:pt x="3068" y="20724"/>
                </a:lnTo>
                <a:lnTo>
                  <a:pt x="3068" y="20841"/>
                </a:lnTo>
                <a:lnTo>
                  <a:pt x="3011" y="20841"/>
                </a:lnTo>
              </a:path>
              <a:path w="21600" h="21600">
                <a:moveTo>
                  <a:pt x="298" y="20724"/>
                </a:moveTo>
                <a:lnTo>
                  <a:pt x="355" y="20724"/>
                </a:lnTo>
                <a:lnTo>
                  <a:pt x="355" y="20841"/>
                </a:lnTo>
                <a:lnTo>
                  <a:pt x="298" y="20841"/>
                </a:lnTo>
              </a:path>
              <a:path w="21600" h="21600">
                <a:moveTo>
                  <a:pt x="11154" y="20719"/>
                </a:moveTo>
                <a:lnTo>
                  <a:pt x="11200" y="20719"/>
                </a:lnTo>
                <a:lnTo>
                  <a:pt x="11200" y="20815"/>
                </a:lnTo>
                <a:lnTo>
                  <a:pt x="11154" y="20815"/>
                </a:lnTo>
              </a:path>
              <a:path w="21600" h="21600">
                <a:moveTo>
                  <a:pt x="16267" y="20718"/>
                </a:moveTo>
                <a:lnTo>
                  <a:pt x="16321" y="20718"/>
                </a:lnTo>
                <a:lnTo>
                  <a:pt x="16321" y="20828"/>
                </a:lnTo>
                <a:lnTo>
                  <a:pt x="16267" y="20828"/>
                </a:lnTo>
              </a:path>
              <a:path w="21600" h="21600">
                <a:moveTo>
                  <a:pt x="5278" y="20718"/>
                </a:moveTo>
                <a:lnTo>
                  <a:pt x="5331" y="20718"/>
                </a:lnTo>
                <a:lnTo>
                  <a:pt x="5331" y="20828"/>
                </a:lnTo>
                <a:lnTo>
                  <a:pt x="5278" y="20828"/>
                </a:lnTo>
              </a:path>
              <a:path w="21600" h="21600">
                <a:moveTo>
                  <a:pt x="17022" y="20713"/>
                </a:moveTo>
                <a:lnTo>
                  <a:pt x="17076" y="20713"/>
                </a:lnTo>
                <a:lnTo>
                  <a:pt x="17076" y="20822"/>
                </a:lnTo>
                <a:lnTo>
                  <a:pt x="17022" y="20822"/>
                </a:lnTo>
              </a:path>
              <a:path w="21600" h="21600">
                <a:moveTo>
                  <a:pt x="11603" y="20713"/>
                </a:moveTo>
                <a:lnTo>
                  <a:pt x="11657" y="20713"/>
                </a:lnTo>
                <a:lnTo>
                  <a:pt x="11657" y="20822"/>
                </a:lnTo>
                <a:lnTo>
                  <a:pt x="11603" y="20822"/>
                </a:lnTo>
              </a:path>
              <a:path w="21600" h="21600">
                <a:moveTo>
                  <a:pt x="9942" y="20713"/>
                </a:moveTo>
                <a:lnTo>
                  <a:pt x="9995" y="20713"/>
                </a:lnTo>
                <a:lnTo>
                  <a:pt x="9995" y="20822"/>
                </a:lnTo>
                <a:lnTo>
                  <a:pt x="9942" y="20822"/>
                </a:lnTo>
              </a:path>
              <a:path w="21600" h="21600">
                <a:moveTo>
                  <a:pt x="4523" y="20713"/>
                </a:moveTo>
                <a:lnTo>
                  <a:pt x="4577" y="20713"/>
                </a:lnTo>
                <a:lnTo>
                  <a:pt x="4577" y="20822"/>
                </a:lnTo>
                <a:lnTo>
                  <a:pt x="4523" y="20822"/>
                </a:lnTo>
              </a:path>
              <a:path w="21600" h="21600">
                <a:moveTo>
                  <a:pt x="8743" y="20712"/>
                </a:moveTo>
                <a:lnTo>
                  <a:pt x="8778" y="20712"/>
                </a:lnTo>
                <a:lnTo>
                  <a:pt x="8778" y="20783"/>
                </a:lnTo>
                <a:lnTo>
                  <a:pt x="8743" y="20783"/>
                </a:lnTo>
              </a:path>
              <a:path w="21600" h="21600">
                <a:moveTo>
                  <a:pt x="12065" y="20712"/>
                </a:moveTo>
                <a:lnTo>
                  <a:pt x="12101" y="20712"/>
                </a:lnTo>
                <a:lnTo>
                  <a:pt x="12101" y="20786"/>
                </a:lnTo>
                <a:lnTo>
                  <a:pt x="12065" y="20786"/>
                </a:lnTo>
              </a:path>
              <a:path w="21600" h="21600">
                <a:moveTo>
                  <a:pt x="21543" y="20710"/>
                </a:moveTo>
                <a:lnTo>
                  <a:pt x="21596" y="20710"/>
                </a:lnTo>
                <a:lnTo>
                  <a:pt x="21596" y="20819"/>
                </a:lnTo>
                <a:lnTo>
                  <a:pt x="21543" y="20819"/>
                </a:lnTo>
              </a:path>
              <a:path w="21600" h="21600">
                <a:moveTo>
                  <a:pt x="3" y="20710"/>
                </a:moveTo>
                <a:lnTo>
                  <a:pt x="56" y="20710"/>
                </a:lnTo>
                <a:lnTo>
                  <a:pt x="56" y="20819"/>
                </a:lnTo>
                <a:lnTo>
                  <a:pt x="3" y="20819"/>
                </a:lnTo>
              </a:path>
              <a:path w="21600" h="21600">
                <a:moveTo>
                  <a:pt x="18084" y="20708"/>
                </a:moveTo>
                <a:lnTo>
                  <a:pt x="18128" y="20708"/>
                </a:lnTo>
                <a:lnTo>
                  <a:pt x="18128" y="20796"/>
                </a:lnTo>
                <a:lnTo>
                  <a:pt x="18084" y="20796"/>
                </a:lnTo>
              </a:path>
              <a:path w="21600" h="21600">
                <a:moveTo>
                  <a:pt x="7996" y="20703"/>
                </a:moveTo>
                <a:lnTo>
                  <a:pt x="8024" y="20703"/>
                </a:lnTo>
                <a:lnTo>
                  <a:pt x="8024" y="20759"/>
                </a:lnTo>
                <a:lnTo>
                  <a:pt x="7996" y="20759"/>
                </a:lnTo>
              </a:path>
              <a:path w="21600" h="21600">
                <a:moveTo>
                  <a:pt x="19583" y="20702"/>
                </a:moveTo>
                <a:lnTo>
                  <a:pt x="19640" y="20702"/>
                </a:lnTo>
                <a:lnTo>
                  <a:pt x="19640" y="20819"/>
                </a:lnTo>
                <a:lnTo>
                  <a:pt x="19583" y="20819"/>
                </a:lnTo>
              </a:path>
              <a:path w="21600" h="21600">
                <a:moveTo>
                  <a:pt x="16870" y="20702"/>
                </a:moveTo>
                <a:lnTo>
                  <a:pt x="16927" y="20702"/>
                </a:lnTo>
                <a:lnTo>
                  <a:pt x="16927" y="20819"/>
                </a:lnTo>
                <a:lnTo>
                  <a:pt x="16870" y="20819"/>
                </a:lnTo>
              </a:path>
              <a:path w="21600" h="21600">
                <a:moveTo>
                  <a:pt x="7378" y="20702"/>
                </a:moveTo>
                <a:lnTo>
                  <a:pt x="7435" y="20702"/>
                </a:lnTo>
                <a:lnTo>
                  <a:pt x="7435" y="20819"/>
                </a:lnTo>
                <a:lnTo>
                  <a:pt x="7378" y="20819"/>
                </a:lnTo>
              </a:path>
              <a:path w="21600" h="21600">
                <a:moveTo>
                  <a:pt x="4672" y="20702"/>
                </a:moveTo>
                <a:lnTo>
                  <a:pt x="4729" y="20702"/>
                </a:lnTo>
                <a:lnTo>
                  <a:pt x="4729" y="20819"/>
                </a:lnTo>
                <a:lnTo>
                  <a:pt x="4672" y="20819"/>
                </a:lnTo>
              </a:path>
              <a:path w="21600" h="21600">
                <a:moveTo>
                  <a:pt x="1959" y="20702"/>
                </a:moveTo>
                <a:lnTo>
                  <a:pt x="2016" y="20702"/>
                </a:lnTo>
                <a:lnTo>
                  <a:pt x="2016" y="20819"/>
                </a:lnTo>
                <a:lnTo>
                  <a:pt x="1959" y="20819"/>
                </a:lnTo>
              </a:path>
              <a:path w="21600" h="21600">
                <a:moveTo>
                  <a:pt x="19440" y="20690"/>
                </a:moveTo>
                <a:lnTo>
                  <a:pt x="19481" y="20690"/>
                </a:lnTo>
                <a:lnTo>
                  <a:pt x="19481" y="20775"/>
                </a:lnTo>
                <a:lnTo>
                  <a:pt x="19440" y="20775"/>
                </a:lnTo>
              </a:path>
              <a:path w="21600" h="21600">
                <a:moveTo>
                  <a:pt x="16567" y="20687"/>
                </a:moveTo>
                <a:lnTo>
                  <a:pt x="16626" y="20687"/>
                </a:lnTo>
                <a:lnTo>
                  <a:pt x="16626" y="20808"/>
                </a:lnTo>
                <a:lnTo>
                  <a:pt x="16567" y="20808"/>
                </a:lnTo>
              </a:path>
              <a:path w="21600" h="21600">
                <a:moveTo>
                  <a:pt x="4973" y="20687"/>
                </a:moveTo>
                <a:lnTo>
                  <a:pt x="5032" y="20687"/>
                </a:lnTo>
                <a:lnTo>
                  <a:pt x="5032" y="20808"/>
                </a:lnTo>
                <a:lnTo>
                  <a:pt x="4973" y="20808"/>
                </a:lnTo>
              </a:path>
              <a:path w="21600" h="21600">
                <a:moveTo>
                  <a:pt x="4371" y="20668"/>
                </a:moveTo>
                <a:lnTo>
                  <a:pt x="4426" y="20668"/>
                </a:lnTo>
                <a:lnTo>
                  <a:pt x="4426" y="20782"/>
                </a:lnTo>
                <a:lnTo>
                  <a:pt x="4371" y="20782"/>
                </a:lnTo>
              </a:path>
              <a:path w="21600" h="21600">
                <a:moveTo>
                  <a:pt x="16720" y="20667"/>
                </a:moveTo>
                <a:lnTo>
                  <a:pt x="16774" y="20667"/>
                </a:lnTo>
                <a:lnTo>
                  <a:pt x="16774" y="20777"/>
                </a:lnTo>
                <a:lnTo>
                  <a:pt x="16720" y="20777"/>
                </a:lnTo>
              </a:path>
              <a:path w="21600" h="21600">
                <a:moveTo>
                  <a:pt x="14015" y="20667"/>
                </a:moveTo>
                <a:lnTo>
                  <a:pt x="14068" y="20667"/>
                </a:lnTo>
                <a:lnTo>
                  <a:pt x="14068" y="20777"/>
                </a:lnTo>
                <a:lnTo>
                  <a:pt x="14015" y="20777"/>
                </a:lnTo>
              </a:path>
              <a:path w="21600" h="21600">
                <a:moveTo>
                  <a:pt x="11301" y="20667"/>
                </a:moveTo>
                <a:lnTo>
                  <a:pt x="11355" y="20667"/>
                </a:lnTo>
                <a:lnTo>
                  <a:pt x="11355" y="20777"/>
                </a:lnTo>
                <a:lnTo>
                  <a:pt x="11301" y="20777"/>
                </a:lnTo>
              </a:path>
              <a:path w="21600" h="21600">
                <a:moveTo>
                  <a:pt x="10244" y="20667"/>
                </a:moveTo>
                <a:lnTo>
                  <a:pt x="10297" y="20667"/>
                </a:lnTo>
                <a:lnTo>
                  <a:pt x="10297" y="20777"/>
                </a:lnTo>
                <a:lnTo>
                  <a:pt x="10244" y="20777"/>
                </a:lnTo>
              </a:path>
              <a:path w="21600" h="21600">
                <a:moveTo>
                  <a:pt x="7530" y="20667"/>
                </a:moveTo>
                <a:lnTo>
                  <a:pt x="7584" y="20667"/>
                </a:lnTo>
                <a:lnTo>
                  <a:pt x="7584" y="20777"/>
                </a:lnTo>
                <a:lnTo>
                  <a:pt x="7530" y="20777"/>
                </a:lnTo>
              </a:path>
              <a:path w="21600" h="21600">
                <a:moveTo>
                  <a:pt x="4825" y="20667"/>
                </a:moveTo>
                <a:lnTo>
                  <a:pt x="4879" y="20667"/>
                </a:lnTo>
                <a:lnTo>
                  <a:pt x="4879" y="20777"/>
                </a:lnTo>
                <a:lnTo>
                  <a:pt x="4825" y="20777"/>
                </a:lnTo>
              </a:path>
              <a:path w="21600" h="21600">
                <a:moveTo>
                  <a:pt x="2112" y="20667"/>
                </a:moveTo>
                <a:lnTo>
                  <a:pt x="2165" y="20667"/>
                </a:lnTo>
                <a:lnTo>
                  <a:pt x="2165" y="20777"/>
                </a:lnTo>
                <a:lnTo>
                  <a:pt x="2112" y="20777"/>
                </a:lnTo>
              </a:path>
              <a:path w="21600" h="21600">
                <a:moveTo>
                  <a:pt x="3169" y="20666"/>
                </a:moveTo>
                <a:lnTo>
                  <a:pt x="3212" y="20666"/>
                </a:lnTo>
                <a:lnTo>
                  <a:pt x="3212" y="20754"/>
                </a:lnTo>
                <a:lnTo>
                  <a:pt x="3169" y="20754"/>
                </a:lnTo>
              </a:path>
              <a:path w="21600" h="21600">
                <a:moveTo>
                  <a:pt x="20641" y="20659"/>
                </a:moveTo>
                <a:lnTo>
                  <a:pt x="20696" y="20659"/>
                </a:lnTo>
                <a:lnTo>
                  <a:pt x="20696" y="20772"/>
                </a:lnTo>
                <a:lnTo>
                  <a:pt x="20641" y="20772"/>
                </a:lnTo>
              </a:path>
              <a:path w="21600" h="21600">
                <a:moveTo>
                  <a:pt x="19131" y="20659"/>
                </a:moveTo>
                <a:lnTo>
                  <a:pt x="19186" y="20659"/>
                </a:lnTo>
                <a:lnTo>
                  <a:pt x="19186" y="20772"/>
                </a:lnTo>
                <a:lnTo>
                  <a:pt x="19131" y="20772"/>
                </a:lnTo>
              </a:path>
              <a:path w="21600" h="21600">
                <a:moveTo>
                  <a:pt x="18682" y="20659"/>
                </a:moveTo>
                <a:lnTo>
                  <a:pt x="18738" y="20659"/>
                </a:lnTo>
                <a:lnTo>
                  <a:pt x="18738" y="20772"/>
                </a:lnTo>
                <a:lnTo>
                  <a:pt x="18682" y="20772"/>
                </a:lnTo>
              </a:path>
              <a:path w="21600" h="21600">
                <a:moveTo>
                  <a:pt x="18380" y="20659"/>
                </a:moveTo>
                <a:lnTo>
                  <a:pt x="18436" y="20659"/>
                </a:lnTo>
                <a:lnTo>
                  <a:pt x="18436" y="20772"/>
                </a:lnTo>
                <a:lnTo>
                  <a:pt x="18380" y="20772"/>
                </a:lnTo>
              </a:path>
              <a:path w="21600" h="21600">
                <a:moveTo>
                  <a:pt x="17927" y="20659"/>
                </a:moveTo>
                <a:lnTo>
                  <a:pt x="17983" y="20659"/>
                </a:lnTo>
                <a:lnTo>
                  <a:pt x="17983" y="20772"/>
                </a:lnTo>
                <a:lnTo>
                  <a:pt x="17927" y="20772"/>
                </a:lnTo>
              </a:path>
              <a:path w="21600" h="21600">
                <a:moveTo>
                  <a:pt x="16418" y="20659"/>
                </a:moveTo>
                <a:lnTo>
                  <a:pt x="16473" y="20659"/>
                </a:lnTo>
                <a:lnTo>
                  <a:pt x="16473" y="20772"/>
                </a:lnTo>
                <a:lnTo>
                  <a:pt x="16418" y="20772"/>
                </a:lnTo>
              </a:path>
              <a:path w="21600" h="21600">
                <a:moveTo>
                  <a:pt x="15977" y="20659"/>
                </a:moveTo>
                <a:lnTo>
                  <a:pt x="16032" y="20659"/>
                </a:lnTo>
                <a:lnTo>
                  <a:pt x="16032" y="20772"/>
                </a:lnTo>
                <a:lnTo>
                  <a:pt x="15977" y="20772"/>
                </a:lnTo>
              </a:path>
              <a:path w="21600" h="21600">
                <a:moveTo>
                  <a:pt x="15675" y="20659"/>
                </a:moveTo>
                <a:lnTo>
                  <a:pt x="15730" y="20659"/>
                </a:lnTo>
                <a:lnTo>
                  <a:pt x="15730" y="20772"/>
                </a:lnTo>
                <a:lnTo>
                  <a:pt x="15675" y="20772"/>
                </a:lnTo>
              </a:path>
              <a:path w="21600" h="21600">
                <a:moveTo>
                  <a:pt x="15222" y="20659"/>
                </a:moveTo>
                <a:lnTo>
                  <a:pt x="15277" y="20659"/>
                </a:lnTo>
                <a:lnTo>
                  <a:pt x="15277" y="20772"/>
                </a:lnTo>
                <a:lnTo>
                  <a:pt x="15222" y="20772"/>
                </a:lnTo>
              </a:path>
              <a:path w="21600" h="21600">
                <a:moveTo>
                  <a:pt x="13712" y="20659"/>
                </a:moveTo>
                <a:lnTo>
                  <a:pt x="13767" y="20659"/>
                </a:lnTo>
                <a:lnTo>
                  <a:pt x="13767" y="20772"/>
                </a:lnTo>
                <a:lnTo>
                  <a:pt x="13712" y="20772"/>
                </a:lnTo>
              </a:path>
              <a:path w="21600" h="21600">
                <a:moveTo>
                  <a:pt x="13263" y="20659"/>
                </a:moveTo>
                <a:lnTo>
                  <a:pt x="13319" y="20659"/>
                </a:lnTo>
                <a:lnTo>
                  <a:pt x="13319" y="20772"/>
                </a:lnTo>
                <a:lnTo>
                  <a:pt x="13263" y="20772"/>
                </a:lnTo>
              </a:path>
              <a:path w="21600" h="21600">
                <a:moveTo>
                  <a:pt x="12961" y="20659"/>
                </a:moveTo>
                <a:lnTo>
                  <a:pt x="13017" y="20659"/>
                </a:lnTo>
                <a:lnTo>
                  <a:pt x="13017" y="20772"/>
                </a:lnTo>
                <a:lnTo>
                  <a:pt x="12961" y="20772"/>
                </a:lnTo>
              </a:path>
              <a:path w="21600" h="21600">
                <a:moveTo>
                  <a:pt x="12508" y="20659"/>
                </a:moveTo>
                <a:lnTo>
                  <a:pt x="12564" y="20659"/>
                </a:lnTo>
                <a:lnTo>
                  <a:pt x="12564" y="20772"/>
                </a:lnTo>
                <a:lnTo>
                  <a:pt x="12508" y="20772"/>
                </a:lnTo>
              </a:path>
              <a:path w="21600" h="21600">
                <a:moveTo>
                  <a:pt x="10998" y="20659"/>
                </a:moveTo>
                <a:lnTo>
                  <a:pt x="11054" y="20659"/>
                </a:lnTo>
                <a:lnTo>
                  <a:pt x="11054" y="20772"/>
                </a:lnTo>
                <a:lnTo>
                  <a:pt x="10998" y="20772"/>
                </a:lnTo>
              </a:path>
              <a:path w="21600" h="21600">
                <a:moveTo>
                  <a:pt x="9035" y="20659"/>
                </a:moveTo>
                <a:lnTo>
                  <a:pt x="9090" y="20659"/>
                </a:lnTo>
                <a:lnTo>
                  <a:pt x="9090" y="20772"/>
                </a:lnTo>
                <a:lnTo>
                  <a:pt x="9035" y="20772"/>
                </a:lnTo>
              </a:path>
              <a:path w="21600" h="21600">
                <a:moveTo>
                  <a:pt x="8582" y="20659"/>
                </a:moveTo>
                <a:lnTo>
                  <a:pt x="8637" y="20659"/>
                </a:lnTo>
                <a:lnTo>
                  <a:pt x="8637" y="20772"/>
                </a:lnTo>
                <a:lnTo>
                  <a:pt x="8582" y="20772"/>
                </a:lnTo>
              </a:path>
              <a:path w="21600" h="21600">
                <a:moveTo>
                  <a:pt x="8280" y="20659"/>
                </a:moveTo>
                <a:lnTo>
                  <a:pt x="8335" y="20659"/>
                </a:lnTo>
                <a:lnTo>
                  <a:pt x="8335" y="20772"/>
                </a:lnTo>
                <a:lnTo>
                  <a:pt x="8280" y="20772"/>
                </a:lnTo>
              </a:path>
              <a:path w="21600" h="21600">
                <a:moveTo>
                  <a:pt x="7832" y="20659"/>
                </a:moveTo>
                <a:lnTo>
                  <a:pt x="7887" y="20659"/>
                </a:lnTo>
                <a:lnTo>
                  <a:pt x="7887" y="20772"/>
                </a:lnTo>
                <a:lnTo>
                  <a:pt x="7832" y="20772"/>
                </a:lnTo>
              </a:path>
              <a:path w="21600" h="21600">
                <a:moveTo>
                  <a:pt x="6322" y="20659"/>
                </a:moveTo>
                <a:lnTo>
                  <a:pt x="6377" y="20659"/>
                </a:lnTo>
                <a:lnTo>
                  <a:pt x="6377" y="20772"/>
                </a:lnTo>
                <a:lnTo>
                  <a:pt x="6322" y="20772"/>
                </a:lnTo>
              </a:path>
              <a:path w="21600" h="21600">
                <a:moveTo>
                  <a:pt x="5869" y="20659"/>
                </a:moveTo>
                <a:lnTo>
                  <a:pt x="5924" y="20659"/>
                </a:lnTo>
                <a:lnTo>
                  <a:pt x="5924" y="20772"/>
                </a:lnTo>
                <a:lnTo>
                  <a:pt x="5869" y="20772"/>
                </a:lnTo>
              </a:path>
              <a:path w="21600" h="21600">
                <a:moveTo>
                  <a:pt x="5567" y="20659"/>
                </a:moveTo>
                <a:lnTo>
                  <a:pt x="5622" y="20659"/>
                </a:lnTo>
                <a:lnTo>
                  <a:pt x="5622" y="20772"/>
                </a:lnTo>
                <a:lnTo>
                  <a:pt x="5567" y="20772"/>
                </a:lnTo>
              </a:path>
              <a:path w="21600" h="21600">
                <a:moveTo>
                  <a:pt x="5126" y="20659"/>
                </a:moveTo>
                <a:lnTo>
                  <a:pt x="5181" y="20659"/>
                </a:lnTo>
                <a:lnTo>
                  <a:pt x="5181" y="20772"/>
                </a:lnTo>
                <a:lnTo>
                  <a:pt x="5126" y="20772"/>
                </a:lnTo>
              </a:path>
              <a:path w="21600" h="21600">
                <a:moveTo>
                  <a:pt x="2413" y="20659"/>
                </a:moveTo>
                <a:lnTo>
                  <a:pt x="2468" y="20659"/>
                </a:lnTo>
                <a:lnTo>
                  <a:pt x="2468" y="20772"/>
                </a:lnTo>
                <a:lnTo>
                  <a:pt x="2413" y="20772"/>
                </a:lnTo>
              </a:path>
              <a:path w="21600" h="21600">
                <a:moveTo>
                  <a:pt x="903" y="20659"/>
                </a:moveTo>
                <a:lnTo>
                  <a:pt x="958" y="20659"/>
                </a:lnTo>
                <a:lnTo>
                  <a:pt x="958" y="20772"/>
                </a:lnTo>
                <a:lnTo>
                  <a:pt x="903" y="20772"/>
                </a:lnTo>
              </a:path>
              <a:path w="21600" h="21600">
                <a:moveTo>
                  <a:pt x="450" y="20659"/>
                </a:moveTo>
                <a:lnTo>
                  <a:pt x="505" y="20659"/>
                </a:lnTo>
                <a:lnTo>
                  <a:pt x="505" y="20772"/>
                </a:lnTo>
                <a:lnTo>
                  <a:pt x="450" y="20772"/>
                </a:lnTo>
              </a:path>
              <a:path w="21600" h="21600">
                <a:moveTo>
                  <a:pt x="148" y="20659"/>
                </a:moveTo>
                <a:lnTo>
                  <a:pt x="203" y="20659"/>
                </a:lnTo>
                <a:lnTo>
                  <a:pt x="203" y="20772"/>
                </a:lnTo>
                <a:lnTo>
                  <a:pt x="148" y="20772"/>
                </a:lnTo>
              </a:path>
              <a:path w="21600" h="21600">
                <a:moveTo>
                  <a:pt x="2859" y="20650"/>
                </a:moveTo>
                <a:lnTo>
                  <a:pt x="2919" y="20650"/>
                </a:lnTo>
                <a:lnTo>
                  <a:pt x="2919" y="20774"/>
                </a:lnTo>
                <a:lnTo>
                  <a:pt x="2859" y="20774"/>
                </a:lnTo>
              </a:path>
              <a:path w="21600" h="21600">
                <a:moveTo>
                  <a:pt x="17179" y="20645"/>
                </a:moveTo>
                <a:lnTo>
                  <a:pt x="17222" y="20645"/>
                </a:lnTo>
                <a:lnTo>
                  <a:pt x="17222" y="20733"/>
                </a:lnTo>
                <a:lnTo>
                  <a:pt x="17179" y="20733"/>
                </a:lnTo>
              </a:path>
              <a:path w="21600" h="21600">
                <a:moveTo>
                  <a:pt x="10396" y="20633"/>
                </a:moveTo>
                <a:lnTo>
                  <a:pt x="10447" y="20633"/>
                </a:lnTo>
                <a:lnTo>
                  <a:pt x="10447" y="20736"/>
                </a:lnTo>
                <a:lnTo>
                  <a:pt x="10396" y="20736"/>
                </a:lnTo>
              </a:path>
              <a:path w="21600" h="21600">
                <a:moveTo>
                  <a:pt x="20347" y="20633"/>
                </a:moveTo>
                <a:lnTo>
                  <a:pt x="20386" y="20633"/>
                </a:lnTo>
                <a:lnTo>
                  <a:pt x="20386" y="20714"/>
                </a:lnTo>
                <a:lnTo>
                  <a:pt x="20347" y="20714"/>
                </a:lnTo>
              </a:path>
              <a:path w="21600" h="21600">
                <a:moveTo>
                  <a:pt x="1362" y="20632"/>
                </a:moveTo>
                <a:lnTo>
                  <a:pt x="1405" y="20632"/>
                </a:lnTo>
                <a:lnTo>
                  <a:pt x="1405" y="20720"/>
                </a:lnTo>
                <a:lnTo>
                  <a:pt x="1362" y="20720"/>
                </a:lnTo>
              </a:path>
              <a:path w="21600" h="21600">
                <a:moveTo>
                  <a:pt x="5721" y="20630"/>
                </a:moveTo>
                <a:lnTo>
                  <a:pt x="5770" y="20630"/>
                </a:lnTo>
                <a:lnTo>
                  <a:pt x="5770" y="20729"/>
                </a:lnTo>
                <a:lnTo>
                  <a:pt x="5721" y="20729"/>
                </a:lnTo>
              </a:path>
              <a:path w="21600" h="21600">
                <a:moveTo>
                  <a:pt x="20489" y="20595"/>
                </a:moveTo>
                <a:lnTo>
                  <a:pt x="20546" y="20595"/>
                </a:lnTo>
                <a:lnTo>
                  <a:pt x="20546" y="20711"/>
                </a:lnTo>
                <a:lnTo>
                  <a:pt x="20489" y="20711"/>
                </a:lnTo>
              </a:path>
              <a:path w="21600" h="21600">
                <a:moveTo>
                  <a:pt x="15070" y="20595"/>
                </a:moveTo>
                <a:lnTo>
                  <a:pt x="15127" y="20595"/>
                </a:lnTo>
                <a:lnTo>
                  <a:pt x="15127" y="20711"/>
                </a:lnTo>
                <a:lnTo>
                  <a:pt x="15070" y="20711"/>
                </a:lnTo>
              </a:path>
              <a:path w="21600" h="21600">
                <a:moveTo>
                  <a:pt x="6472" y="20595"/>
                </a:moveTo>
                <a:lnTo>
                  <a:pt x="6529" y="20595"/>
                </a:lnTo>
                <a:lnTo>
                  <a:pt x="6529" y="20711"/>
                </a:lnTo>
                <a:lnTo>
                  <a:pt x="6472" y="20711"/>
                </a:lnTo>
              </a:path>
              <a:path w="21600" h="21600">
                <a:moveTo>
                  <a:pt x="10847" y="20591"/>
                </a:moveTo>
                <a:lnTo>
                  <a:pt x="10904" y="20591"/>
                </a:lnTo>
                <a:lnTo>
                  <a:pt x="10904" y="20707"/>
                </a:lnTo>
                <a:lnTo>
                  <a:pt x="10847" y="20707"/>
                </a:lnTo>
              </a:path>
              <a:path w="21600" h="21600">
                <a:moveTo>
                  <a:pt x="19739" y="20588"/>
                </a:moveTo>
                <a:lnTo>
                  <a:pt x="19786" y="20588"/>
                </a:lnTo>
                <a:lnTo>
                  <a:pt x="19786" y="20684"/>
                </a:lnTo>
                <a:lnTo>
                  <a:pt x="19739" y="20684"/>
                </a:lnTo>
              </a:path>
              <a:path w="21600" h="21600">
                <a:moveTo>
                  <a:pt x="18984" y="20588"/>
                </a:moveTo>
                <a:lnTo>
                  <a:pt x="19031" y="20588"/>
                </a:lnTo>
                <a:lnTo>
                  <a:pt x="19031" y="20684"/>
                </a:lnTo>
                <a:lnTo>
                  <a:pt x="18984" y="20684"/>
                </a:lnTo>
              </a:path>
              <a:path w="21600" h="21600">
                <a:moveTo>
                  <a:pt x="14320" y="20588"/>
                </a:moveTo>
                <a:lnTo>
                  <a:pt x="14367" y="20588"/>
                </a:lnTo>
                <a:lnTo>
                  <a:pt x="14367" y="20684"/>
                </a:lnTo>
                <a:lnTo>
                  <a:pt x="14320" y="20684"/>
                </a:lnTo>
              </a:path>
              <a:path w="21600" h="21600">
                <a:moveTo>
                  <a:pt x="13565" y="20588"/>
                </a:moveTo>
                <a:lnTo>
                  <a:pt x="13612" y="20588"/>
                </a:lnTo>
                <a:lnTo>
                  <a:pt x="13612" y="20684"/>
                </a:lnTo>
                <a:lnTo>
                  <a:pt x="13565" y="20684"/>
                </a:lnTo>
              </a:path>
              <a:path w="21600" h="21600">
                <a:moveTo>
                  <a:pt x="1813" y="20588"/>
                </a:moveTo>
                <a:lnTo>
                  <a:pt x="1860" y="20588"/>
                </a:lnTo>
                <a:lnTo>
                  <a:pt x="1860" y="20684"/>
                </a:lnTo>
                <a:lnTo>
                  <a:pt x="1813" y="20684"/>
                </a:lnTo>
              </a:path>
              <a:path w="21600" h="21600">
                <a:moveTo>
                  <a:pt x="10549" y="20586"/>
                </a:moveTo>
                <a:lnTo>
                  <a:pt x="10596" y="20586"/>
                </a:lnTo>
                <a:lnTo>
                  <a:pt x="10596" y="20682"/>
                </a:lnTo>
                <a:lnTo>
                  <a:pt x="10549" y="20682"/>
                </a:lnTo>
              </a:path>
              <a:path w="21600" h="21600">
                <a:moveTo>
                  <a:pt x="12660" y="20583"/>
                </a:moveTo>
                <a:lnTo>
                  <a:pt x="12714" y="20583"/>
                </a:lnTo>
                <a:lnTo>
                  <a:pt x="12714" y="20693"/>
                </a:lnTo>
                <a:lnTo>
                  <a:pt x="12660" y="20693"/>
                </a:lnTo>
              </a:path>
              <a:path w="21600" h="21600">
                <a:moveTo>
                  <a:pt x="8885" y="20583"/>
                </a:moveTo>
                <a:lnTo>
                  <a:pt x="8938" y="20583"/>
                </a:lnTo>
                <a:lnTo>
                  <a:pt x="8938" y="20693"/>
                </a:lnTo>
                <a:lnTo>
                  <a:pt x="8885" y="20693"/>
                </a:lnTo>
              </a:path>
              <a:path w="21600" h="21600">
                <a:moveTo>
                  <a:pt x="3466" y="20583"/>
                </a:moveTo>
                <a:lnTo>
                  <a:pt x="3520" y="20583"/>
                </a:lnTo>
                <a:lnTo>
                  <a:pt x="3520" y="20693"/>
                </a:lnTo>
                <a:lnTo>
                  <a:pt x="3466" y="20693"/>
                </a:lnTo>
              </a:path>
              <a:path w="21600" h="21600">
                <a:moveTo>
                  <a:pt x="11155" y="20582"/>
                </a:moveTo>
                <a:lnTo>
                  <a:pt x="11199" y="20582"/>
                </a:lnTo>
                <a:lnTo>
                  <a:pt x="11199" y="20674"/>
                </a:lnTo>
                <a:lnTo>
                  <a:pt x="11155" y="20674"/>
                </a:lnTo>
              </a:path>
              <a:path w="21600" h="21600">
                <a:moveTo>
                  <a:pt x="21401" y="20582"/>
                </a:moveTo>
                <a:lnTo>
                  <a:pt x="21446" y="20582"/>
                </a:lnTo>
                <a:lnTo>
                  <a:pt x="21446" y="20674"/>
                </a:lnTo>
                <a:lnTo>
                  <a:pt x="21401" y="20674"/>
                </a:lnTo>
              </a:path>
              <a:path w="21600" h="21600">
                <a:moveTo>
                  <a:pt x="20188" y="20581"/>
                </a:moveTo>
                <a:lnTo>
                  <a:pt x="20243" y="20581"/>
                </a:lnTo>
                <a:lnTo>
                  <a:pt x="20243" y="20695"/>
                </a:lnTo>
                <a:lnTo>
                  <a:pt x="20188" y="20695"/>
                </a:lnTo>
              </a:path>
              <a:path w="21600" h="21600">
                <a:moveTo>
                  <a:pt x="14769" y="20581"/>
                </a:moveTo>
                <a:lnTo>
                  <a:pt x="14824" y="20581"/>
                </a:lnTo>
                <a:lnTo>
                  <a:pt x="14824" y="20695"/>
                </a:lnTo>
                <a:lnTo>
                  <a:pt x="14769" y="20695"/>
                </a:lnTo>
              </a:path>
              <a:path w="21600" h="21600">
                <a:moveTo>
                  <a:pt x="9488" y="20581"/>
                </a:moveTo>
                <a:lnTo>
                  <a:pt x="9543" y="20581"/>
                </a:lnTo>
                <a:lnTo>
                  <a:pt x="9543" y="20695"/>
                </a:lnTo>
                <a:lnTo>
                  <a:pt x="9488" y="20695"/>
                </a:lnTo>
              </a:path>
              <a:path w="21600" h="21600">
                <a:moveTo>
                  <a:pt x="6775" y="20581"/>
                </a:moveTo>
                <a:lnTo>
                  <a:pt x="6830" y="20581"/>
                </a:lnTo>
                <a:lnTo>
                  <a:pt x="6830" y="20695"/>
                </a:lnTo>
                <a:lnTo>
                  <a:pt x="6775" y="20695"/>
                </a:lnTo>
              </a:path>
              <a:path w="21600" h="21600">
                <a:moveTo>
                  <a:pt x="4069" y="20581"/>
                </a:moveTo>
                <a:lnTo>
                  <a:pt x="4125" y="20581"/>
                </a:lnTo>
                <a:lnTo>
                  <a:pt x="4125" y="20695"/>
                </a:lnTo>
                <a:lnTo>
                  <a:pt x="4069" y="20695"/>
                </a:lnTo>
              </a:path>
              <a:path w="21600" h="21600">
                <a:moveTo>
                  <a:pt x="17488" y="20570"/>
                </a:moveTo>
                <a:lnTo>
                  <a:pt x="17516" y="20570"/>
                </a:lnTo>
                <a:lnTo>
                  <a:pt x="17516" y="20627"/>
                </a:lnTo>
                <a:lnTo>
                  <a:pt x="17488" y="20627"/>
                </a:lnTo>
              </a:path>
              <a:path w="21600" h="21600">
                <a:moveTo>
                  <a:pt x="17627" y="20569"/>
                </a:moveTo>
                <a:lnTo>
                  <a:pt x="17679" y="20569"/>
                </a:lnTo>
                <a:lnTo>
                  <a:pt x="17679" y="20675"/>
                </a:lnTo>
                <a:lnTo>
                  <a:pt x="17627" y="20675"/>
                </a:lnTo>
              </a:path>
              <a:path w="21600" h="21600">
                <a:moveTo>
                  <a:pt x="14921" y="20569"/>
                </a:moveTo>
                <a:lnTo>
                  <a:pt x="14973" y="20569"/>
                </a:lnTo>
                <a:lnTo>
                  <a:pt x="14973" y="20675"/>
                </a:lnTo>
                <a:lnTo>
                  <a:pt x="14921" y="20675"/>
                </a:lnTo>
              </a:path>
              <a:path w="21600" h="21600">
                <a:moveTo>
                  <a:pt x="12208" y="20569"/>
                </a:moveTo>
                <a:lnTo>
                  <a:pt x="12260" y="20569"/>
                </a:lnTo>
                <a:lnTo>
                  <a:pt x="12260" y="20675"/>
                </a:lnTo>
                <a:lnTo>
                  <a:pt x="12208" y="20675"/>
                </a:lnTo>
              </a:path>
              <a:path w="21600" h="21600">
                <a:moveTo>
                  <a:pt x="9339" y="20569"/>
                </a:moveTo>
                <a:lnTo>
                  <a:pt x="9391" y="20569"/>
                </a:lnTo>
                <a:lnTo>
                  <a:pt x="9391" y="20675"/>
                </a:lnTo>
                <a:lnTo>
                  <a:pt x="9339" y="20675"/>
                </a:lnTo>
              </a:path>
              <a:path w="21600" h="21600">
                <a:moveTo>
                  <a:pt x="3920" y="20569"/>
                </a:moveTo>
                <a:lnTo>
                  <a:pt x="3972" y="20569"/>
                </a:lnTo>
                <a:lnTo>
                  <a:pt x="3972" y="20675"/>
                </a:lnTo>
                <a:lnTo>
                  <a:pt x="3920" y="20675"/>
                </a:lnTo>
              </a:path>
              <a:path w="21600" h="21600">
                <a:moveTo>
                  <a:pt x="1207" y="20569"/>
                </a:moveTo>
                <a:lnTo>
                  <a:pt x="1259" y="20569"/>
                </a:lnTo>
                <a:lnTo>
                  <a:pt x="1259" y="20675"/>
                </a:lnTo>
                <a:lnTo>
                  <a:pt x="1207" y="20675"/>
                </a:lnTo>
              </a:path>
              <a:path w="21600" h="21600">
                <a:moveTo>
                  <a:pt x="14171" y="20568"/>
                </a:moveTo>
                <a:lnTo>
                  <a:pt x="14214" y="20568"/>
                </a:lnTo>
                <a:lnTo>
                  <a:pt x="14214" y="20656"/>
                </a:lnTo>
                <a:lnTo>
                  <a:pt x="14171" y="20656"/>
                </a:lnTo>
              </a:path>
              <a:path w="21600" h="21600">
                <a:moveTo>
                  <a:pt x="20038" y="20563"/>
                </a:moveTo>
                <a:lnTo>
                  <a:pt x="20090" y="20563"/>
                </a:lnTo>
                <a:lnTo>
                  <a:pt x="20090" y="20669"/>
                </a:lnTo>
                <a:lnTo>
                  <a:pt x="20038" y="20669"/>
                </a:lnTo>
              </a:path>
              <a:path w="21600" h="21600">
                <a:moveTo>
                  <a:pt x="17325" y="20563"/>
                </a:moveTo>
                <a:lnTo>
                  <a:pt x="17377" y="20563"/>
                </a:lnTo>
                <a:lnTo>
                  <a:pt x="17377" y="20669"/>
                </a:lnTo>
                <a:lnTo>
                  <a:pt x="17325" y="20669"/>
                </a:lnTo>
              </a:path>
              <a:path w="21600" h="21600">
                <a:moveTo>
                  <a:pt x="11906" y="20563"/>
                </a:moveTo>
                <a:lnTo>
                  <a:pt x="11958" y="20563"/>
                </a:lnTo>
                <a:lnTo>
                  <a:pt x="11958" y="20669"/>
                </a:lnTo>
                <a:lnTo>
                  <a:pt x="11906" y="20669"/>
                </a:lnTo>
              </a:path>
              <a:path w="21600" h="21600">
                <a:moveTo>
                  <a:pt x="9641" y="20563"/>
                </a:moveTo>
                <a:lnTo>
                  <a:pt x="9692" y="20563"/>
                </a:lnTo>
                <a:lnTo>
                  <a:pt x="9692" y="20669"/>
                </a:lnTo>
                <a:lnTo>
                  <a:pt x="9641" y="20669"/>
                </a:lnTo>
              </a:path>
              <a:path w="21600" h="21600">
                <a:moveTo>
                  <a:pt x="6928" y="20563"/>
                </a:moveTo>
                <a:lnTo>
                  <a:pt x="6979" y="20563"/>
                </a:lnTo>
                <a:lnTo>
                  <a:pt x="6979" y="20669"/>
                </a:lnTo>
                <a:lnTo>
                  <a:pt x="6928" y="20669"/>
                </a:lnTo>
              </a:path>
              <a:path w="21600" h="21600">
                <a:moveTo>
                  <a:pt x="4222" y="20563"/>
                </a:moveTo>
                <a:lnTo>
                  <a:pt x="4274" y="20563"/>
                </a:lnTo>
                <a:lnTo>
                  <a:pt x="4274" y="20669"/>
                </a:lnTo>
                <a:lnTo>
                  <a:pt x="4222" y="20669"/>
                </a:lnTo>
              </a:path>
              <a:path w="21600" h="21600">
                <a:moveTo>
                  <a:pt x="1509" y="20563"/>
                </a:moveTo>
                <a:lnTo>
                  <a:pt x="1561" y="20563"/>
                </a:lnTo>
                <a:lnTo>
                  <a:pt x="1561" y="20669"/>
                </a:lnTo>
                <a:lnTo>
                  <a:pt x="1509" y="20669"/>
                </a:lnTo>
              </a:path>
              <a:path w="21600" h="21600">
                <a:moveTo>
                  <a:pt x="7997" y="20554"/>
                </a:moveTo>
                <a:lnTo>
                  <a:pt x="8023" y="20554"/>
                </a:lnTo>
                <a:lnTo>
                  <a:pt x="8023" y="20607"/>
                </a:lnTo>
                <a:lnTo>
                  <a:pt x="7997" y="20607"/>
                </a:lnTo>
              </a:path>
              <a:path w="21600" h="21600">
                <a:moveTo>
                  <a:pt x="11450" y="20549"/>
                </a:moveTo>
                <a:lnTo>
                  <a:pt x="11508" y="20549"/>
                </a:lnTo>
                <a:lnTo>
                  <a:pt x="11508" y="20670"/>
                </a:lnTo>
                <a:lnTo>
                  <a:pt x="11450" y="20670"/>
                </a:lnTo>
              </a:path>
              <a:path w="21600" h="21600">
                <a:moveTo>
                  <a:pt x="20945" y="20545"/>
                </a:moveTo>
                <a:lnTo>
                  <a:pt x="20995" y="20545"/>
                </a:lnTo>
                <a:lnTo>
                  <a:pt x="20995" y="20648"/>
                </a:lnTo>
                <a:lnTo>
                  <a:pt x="20945" y="20648"/>
                </a:lnTo>
              </a:path>
              <a:path w="21600" h="21600">
                <a:moveTo>
                  <a:pt x="18232" y="20545"/>
                </a:moveTo>
                <a:lnTo>
                  <a:pt x="18282" y="20545"/>
                </a:lnTo>
                <a:lnTo>
                  <a:pt x="18282" y="20648"/>
                </a:lnTo>
                <a:lnTo>
                  <a:pt x="18232" y="20648"/>
                </a:lnTo>
              </a:path>
              <a:path w="21600" h="21600">
                <a:moveTo>
                  <a:pt x="15526" y="20545"/>
                </a:moveTo>
                <a:lnTo>
                  <a:pt x="15576" y="20545"/>
                </a:lnTo>
                <a:lnTo>
                  <a:pt x="15576" y="20648"/>
                </a:lnTo>
                <a:lnTo>
                  <a:pt x="15526" y="20648"/>
                </a:lnTo>
              </a:path>
              <a:path w="21600" h="21600">
                <a:moveTo>
                  <a:pt x="12813" y="20545"/>
                </a:moveTo>
                <a:lnTo>
                  <a:pt x="12863" y="20545"/>
                </a:lnTo>
                <a:lnTo>
                  <a:pt x="12863" y="20648"/>
                </a:lnTo>
                <a:lnTo>
                  <a:pt x="12813" y="20648"/>
                </a:lnTo>
              </a:path>
              <a:path w="21600" h="21600">
                <a:moveTo>
                  <a:pt x="6023" y="20545"/>
                </a:moveTo>
                <a:lnTo>
                  <a:pt x="6073" y="20545"/>
                </a:lnTo>
                <a:lnTo>
                  <a:pt x="6073" y="20648"/>
                </a:lnTo>
                <a:lnTo>
                  <a:pt x="6023" y="20648"/>
                </a:lnTo>
              </a:path>
              <a:path w="21600" h="21600">
                <a:moveTo>
                  <a:pt x="3317" y="20545"/>
                </a:moveTo>
                <a:lnTo>
                  <a:pt x="3367" y="20545"/>
                </a:lnTo>
                <a:lnTo>
                  <a:pt x="3367" y="20648"/>
                </a:lnTo>
                <a:lnTo>
                  <a:pt x="3317" y="20648"/>
                </a:lnTo>
              </a:path>
              <a:path w="21600" h="21600">
                <a:moveTo>
                  <a:pt x="604" y="20545"/>
                </a:moveTo>
                <a:lnTo>
                  <a:pt x="654" y="20545"/>
                </a:lnTo>
                <a:lnTo>
                  <a:pt x="654" y="20648"/>
                </a:lnTo>
                <a:lnTo>
                  <a:pt x="604" y="20648"/>
                </a:lnTo>
              </a:path>
              <a:path w="21600" h="21600">
                <a:moveTo>
                  <a:pt x="21099" y="20540"/>
                </a:moveTo>
                <a:lnTo>
                  <a:pt x="21144" y="20540"/>
                </a:lnTo>
                <a:lnTo>
                  <a:pt x="21144" y="20632"/>
                </a:lnTo>
                <a:lnTo>
                  <a:pt x="21099" y="20632"/>
                </a:lnTo>
              </a:path>
              <a:path w="21600" h="21600">
                <a:moveTo>
                  <a:pt x="3621" y="20540"/>
                </a:moveTo>
                <a:lnTo>
                  <a:pt x="3666" y="20540"/>
                </a:lnTo>
                <a:lnTo>
                  <a:pt x="3666" y="20632"/>
                </a:lnTo>
                <a:lnTo>
                  <a:pt x="3621" y="20632"/>
                </a:lnTo>
              </a:path>
              <a:path w="21600" h="21600">
                <a:moveTo>
                  <a:pt x="1657" y="20527"/>
                </a:moveTo>
                <a:lnTo>
                  <a:pt x="1714" y="20527"/>
                </a:lnTo>
                <a:lnTo>
                  <a:pt x="1714" y="20644"/>
                </a:lnTo>
                <a:lnTo>
                  <a:pt x="1657" y="20644"/>
                </a:lnTo>
              </a:path>
              <a:path w="21600" h="21600">
                <a:moveTo>
                  <a:pt x="8744" y="20526"/>
                </a:moveTo>
                <a:lnTo>
                  <a:pt x="8777" y="20526"/>
                </a:lnTo>
                <a:lnTo>
                  <a:pt x="8777" y="20593"/>
                </a:lnTo>
                <a:lnTo>
                  <a:pt x="8744" y="20593"/>
                </a:lnTo>
              </a:path>
              <a:path w="21600" h="21600">
                <a:moveTo>
                  <a:pt x="6632" y="20523"/>
                </a:moveTo>
                <a:lnTo>
                  <a:pt x="6671" y="20523"/>
                </a:lnTo>
                <a:lnTo>
                  <a:pt x="6671" y="20605"/>
                </a:lnTo>
                <a:lnTo>
                  <a:pt x="6632" y="20605"/>
                </a:lnTo>
              </a:path>
              <a:path w="21600" h="21600">
                <a:moveTo>
                  <a:pt x="21544" y="20520"/>
                </a:moveTo>
                <a:lnTo>
                  <a:pt x="21596" y="20520"/>
                </a:lnTo>
                <a:lnTo>
                  <a:pt x="21596" y="20626"/>
                </a:lnTo>
                <a:lnTo>
                  <a:pt x="21544" y="20626"/>
                </a:lnTo>
              </a:path>
              <a:path w="21600" h="21600">
                <a:moveTo>
                  <a:pt x="3" y="20520"/>
                </a:moveTo>
                <a:lnTo>
                  <a:pt x="55" y="20520"/>
                </a:lnTo>
                <a:lnTo>
                  <a:pt x="55" y="20626"/>
                </a:lnTo>
                <a:lnTo>
                  <a:pt x="3" y="20626"/>
                </a:lnTo>
              </a:path>
              <a:path w="21600" h="21600">
                <a:moveTo>
                  <a:pt x="16268" y="20503"/>
                </a:moveTo>
                <a:lnTo>
                  <a:pt x="16320" y="20503"/>
                </a:lnTo>
                <a:lnTo>
                  <a:pt x="16320" y="20609"/>
                </a:lnTo>
                <a:lnTo>
                  <a:pt x="16268" y="20609"/>
                </a:lnTo>
              </a:path>
              <a:path w="21600" h="21600">
                <a:moveTo>
                  <a:pt x="5279" y="20503"/>
                </a:moveTo>
                <a:lnTo>
                  <a:pt x="5331" y="20503"/>
                </a:lnTo>
                <a:lnTo>
                  <a:pt x="5331" y="20609"/>
                </a:lnTo>
                <a:lnTo>
                  <a:pt x="5279" y="20609"/>
                </a:lnTo>
              </a:path>
              <a:path w="21600" h="21600">
                <a:moveTo>
                  <a:pt x="19282" y="20503"/>
                </a:moveTo>
                <a:lnTo>
                  <a:pt x="19337" y="20503"/>
                </a:lnTo>
                <a:lnTo>
                  <a:pt x="19337" y="20616"/>
                </a:lnTo>
                <a:lnTo>
                  <a:pt x="19282" y="20616"/>
                </a:lnTo>
              </a:path>
              <a:path w="21600" h="21600">
                <a:moveTo>
                  <a:pt x="13863" y="20503"/>
                </a:moveTo>
                <a:lnTo>
                  <a:pt x="13918" y="20503"/>
                </a:lnTo>
                <a:lnTo>
                  <a:pt x="13918" y="20616"/>
                </a:lnTo>
                <a:lnTo>
                  <a:pt x="13863" y="20616"/>
                </a:lnTo>
              </a:path>
              <a:path w="21600" h="21600">
                <a:moveTo>
                  <a:pt x="7681" y="20503"/>
                </a:moveTo>
                <a:lnTo>
                  <a:pt x="7736" y="20503"/>
                </a:lnTo>
                <a:lnTo>
                  <a:pt x="7736" y="20616"/>
                </a:lnTo>
                <a:lnTo>
                  <a:pt x="7681" y="20616"/>
                </a:lnTo>
              </a:path>
              <a:path w="21600" h="21600">
                <a:moveTo>
                  <a:pt x="2262" y="20503"/>
                </a:moveTo>
                <a:lnTo>
                  <a:pt x="2317" y="20503"/>
                </a:lnTo>
                <a:lnTo>
                  <a:pt x="2317" y="20616"/>
                </a:lnTo>
                <a:lnTo>
                  <a:pt x="2262" y="20616"/>
                </a:lnTo>
              </a:path>
              <a:path w="21600" h="21600">
                <a:moveTo>
                  <a:pt x="17023" y="20496"/>
                </a:moveTo>
                <a:lnTo>
                  <a:pt x="17075" y="20496"/>
                </a:lnTo>
                <a:lnTo>
                  <a:pt x="17075" y="20603"/>
                </a:lnTo>
                <a:lnTo>
                  <a:pt x="17023" y="20603"/>
                </a:lnTo>
              </a:path>
              <a:path w="21600" h="21600">
                <a:moveTo>
                  <a:pt x="11604" y="20496"/>
                </a:moveTo>
                <a:lnTo>
                  <a:pt x="11656" y="20496"/>
                </a:lnTo>
                <a:lnTo>
                  <a:pt x="11656" y="20603"/>
                </a:lnTo>
                <a:lnTo>
                  <a:pt x="11604" y="20603"/>
                </a:lnTo>
              </a:path>
              <a:path w="21600" h="21600">
                <a:moveTo>
                  <a:pt x="9943" y="20496"/>
                </a:moveTo>
                <a:lnTo>
                  <a:pt x="9994" y="20496"/>
                </a:lnTo>
                <a:lnTo>
                  <a:pt x="9994" y="20603"/>
                </a:lnTo>
                <a:lnTo>
                  <a:pt x="9943" y="20603"/>
                </a:lnTo>
              </a:path>
              <a:path w="21600" h="21600">
                <a:moveTo>
                  <a:pt x="4524" y="20496"/>
                </a:moveTo>
                <a:lnTo>
                  <a:pt x="4576" y="20496"/>
                </a:lnTo>
                <a:lnTo>
                  <a:pt x="4576" y="20603"/>
                </a:lnTo>
                <a:lnTo>
                  <a:pt x="4524" y="20603"/>
                </a:lnTo>
              </a:path>
              <a:path w="21600" h="21600">
                <a:moveTo>
                  <a:pt x="14465" y="20483"/>
                </a:moveTo>
                <a:lnTo>
                  <a:pt x="14524" y="20483"/>
                </a:lnTo>
                <a:lnTo>
                  <a:pt x="14524" y="20603"/>
                </a:lnTo>
                <a:lnTo>
                  <a:pt x="14465" y="20603"/>
                </a:lnTo>
              </a:path>
              <a:path w="21600" h="21600">
                <a:moveTo>
                  <a:pt x="7075" y="20483"/>
                </a:moveTo>
                <a:lnTo>
                  <a:pt x="7134" y="20483"/>
                </a:lnTo>
                <a:lnTo>
                  <a:pt x="7134" y="20603"/>
                </a:lnTo>
                <a:lnTo>
                  <a:pt x="7075" y="20603"/>
                </a:lnTo>
              </a:path>
              <a:path w="21600" h="21600">
                <a:moveTo>
                  <a:pt x="18085" y="20473"/>
                </a:moveTo>
                <a:lnTo>
                  <a:pt x="18127" y="20473"/>
                </a:lnTo>
                <a:lnTo>
                  <a:pt x="18127" y="20557"/>
                </a:lnTo>
                <a:lnTo>
                  <a:pt x="18085" y="20557"/>
                </a:lnTo>
              </a:path>
              <a:path w="21600" h="21600">
                <a:moveTo>
                  <a:pt x="19441" y="20467"/>
                </a:moveTo>
                <a:lnTo>
                  <a:pt x="19480" y="20467"/>
                </a:lnTo>
                <a:lnTo>
                  <a:pt x="19480" y="20548"/>
                </a:lnTo>
                <a:lnTo>
                  <a:pt x="19441" y="20548"/>
                </a:lnTo>
              </a:path>
              <a:path w="21600" h="21600">
                <a:moveTo>
                  <a:pt x="10099" y="20465"/>
                </a:moveTo>
                <a:lnTo>
                  <a:pt x="10140" y="20465"/>
                </a:lnTo>
                <a:lnTo>
                  <a:pt x="10140" y="20549"/>
                </a:lnTo>
                <a:lnTo>
                  <a:pt x="10099" y="20549"/>
                </a:lnTo>
              </a:path>
              <a:path w="21600" h="21600">
                <a:moveTo>
                  <a:pt x="756" y="20458"/>
                </a:moveTo>
                <a:lnTo>
                  <a:pt x="804" y="20458"/>
                </a:lnTo>
                <a:lnTo>
                  <a:pt x="804" y="20557"/>
                </a:lnTo>
                <a:lnTo>
                  <a:pt x="756" y="20557"/>
                </a:lnTo>
              </a:path>
              <a:path w="21600" h="21600">
                <a:moveTo>
                  <a:pt x="10397" y="20456"/>
                </a:moveTo>
                <a:lnTo>
                  <a:pt x="10446" y="20456"/>
                </a:lnTo>
                <a:lnTo>
                  <a:pt x="10446" y="20555"/>
                </a:lnTo>
                <a:lnTo>
                  <a:pt x="10397" y="20555"/>
                </a:lnTo>
              </a:path>
              <a:path w="21600" h="21600">
                <a:moveTo>
                  <a:pt x="1051" y="20455"/>
                </a:moveTo>
                <a:lnTo>
                  <a:pt x="1112" y="20455"/>
                </a:lnTo>
                <a:lnTo>
                  <a:pt x="1112" y="20579"/>
                </a:lnTo>
                <a:lnTo>
                  <a:pt x="1051" y="20579"/>
                </a:lnTo>
              </a:path>
              <a:path w="21600" h="21600">
                <a:moveTo>
                  <a:pt x="20791" y="20451"/>
                </a:moveTo>
                <a:lnTo>
                  <a:pt x="20848" y="20451"/>
                </a:lnTo>
                <a:lnTo>
                  <a:pt x="20848" y="20568"/>
                </a:lnTo>
                <a:lnTo>
                  <a:pt x="20791" y="20568"/>
                </a:lnTo>
              </a:path>
              <a:path w="21600" h="21600">
                <a:moveTo>
                  <a:pt x="11753" y="20447"/>
                </a:moveTo>
                <a:lnTo>
                  <a:pt x="11810" y="20447"/>
                </a:lnTo>
                <a:lnTo>
                  <a:pt x="11810" y="20564"/>
                </a:lnTo>
                <a:lnTo>
                  <a:pt x="11753" y="20564"/>
                </a:lnTo>
              </a:path>
              <a:path w="21600" h="21600">
                <a:moveTo>
                  <a:pt x="9789" y="20447"/>
                </a:moveTo>
                <a:lnTo>
                  <a:pt x="9846" y="20447"/>
                </a:lnTo>
                <a:lnTo>
                  <a:pt x="9846" y="20564"/>
                </a:lnTo>
                <a:lnTo>
                  <a:pt x="9789" y="20564"/>
                </a:lnTo>
              </a:path>
              <a:path w="21600" h="21600">
                <a:moveTo>
                  <a:pt x="11156" y="20445"/>
                </a:moveTo>
                <a:lnTo>
                  <a:pt x="11199" y="20445"/>
                </a:lnTo>
                <a:lnTo>
                  <a:pt x="11199" y="20534"/>
                </a:lnTo>
                <a:lnTo>
                  <a:pt x="11156" y="20534"/>
                </a:lnTo>
              </a:path>
              <a:path w="21600" h="21600">
                <a:moveTo>
                  <a:pt x="16721" y="20445"/>
                </a:moveTo>
                <a:lnTo>
                  <a:pt x="16773" y="20445"/>
                </a:lnTo>
                <a:lnTo>
                  <a:pt x="16773" y="20551"/>
                </a:lnTo>
                <a:lnTo>
                  <a:pt x="16721" y="20551"/>
                </a:lnTo>
              </a:path>
              <a:path w="21600" h="21600">
                <a:moveTo>
                  <a:pt x="14015" y="20445"/>
                </a:moveTo>
                <a:lnTo>
                  <a:pt x="14067" y="20445"/>
                </a:lnTo>
                <a:lnTo>
                  <a:pt x="14067" y="20551"/>
                </a:lnTo>
                <a:lnTo>
                  <a:pt x="14015" y="20551"/>
                </a:lnTo>
              </a:path>
              <a:path w="21600" h="21600">
                <a:moveTo>
                  <a:pt x="11302" y="20445"/>
                </a:moveTo>
                <a:lnTo>
                  <a:pt x="11354" y="20445"/>
                </a:lnTo>
                <a:lnTo>
                  <a:pt x="11354" y="20551"/>
                </a:lnTo>
                <a:lnTo>
                  <a:pt x="11302" y="20551"/>
                </a:lnTo>
              </a:path>
              <a:path w="21600" h="21600">
                <a:moveTo>
                  <a:pt x="10245" y="20445"/>
                </a:moveTo>
                <a:lnTo>
                  <a:pt x="10296" y="20445"/>
                </a:lnTo>
                <a:lnTo>
                  <a:pt x="10296" y="20551"/>
                </a:lnTo>
                <a:lnTo>
                  <a:pt x="10245" y="20551"/>
                </a:lnTo>
              </a:path>
              <a:path w="21600" h="21600">
                <a:moveTo>
                  <a:pt x="7531" y="20445"/>
                </a:moveTo>
                <a:lnTo>
                  <a:pt x="7583" y="20445"/>
                </a:lnTo>
                <a:lnTo>
                  <a:pt x="7583" y="20551"/>
                </a:lnTo>
                <a:lnTo>
                  <a:pt x="7531" y="20551"/>
                </a:lnTo>
              </a:path>
              <a:path w="21600" h="21600">
                <a:moveTo>
                  <a:pt x="4826" y="20445"/>
                </a:moveTo>
                <a:lnTo>
                  <a:pt x="4878" y="20445"/>
                </a:lnTo>
                <a:lnTo>
                  <a:pt x="4878" y="20551"/>
                </a:lnTo>
                <a:lnTo>
                  <a:pt x="4826" y="20551"/>
                </a:lnTo>
              </a:path>
              <a:path w="21600" h="21600">
                <a:moveTo>
                  <a:pt x="2113" y="20445"/>
                </a:moveTo>
                <a:lnTo>
                  <a:pt x="2164" y="20445"/>
                </a:lnTo>
                <a:lnTo>
                  <a:pt x="2164" y="20551"/>
                </a:lnTo>
                <a:lnTo>
                  <a:pt x="2113" y="20551"/>
                </a:lnTo>
              </a:path>
              <a:path w="21600" h="21600">
                <a:moveTo>
                  <a:pt x="19740" y="20439"/>
                </a:moveTo>
                <a:lnTo>
                  <a:pt x="19785" y="20439"/>
                </a:lnTo>
                <a:lnTo>
                  <a:pt x="19785" y="20531"/>
                </a:lnTo>
                <a:lnTo>
                  <a:pt x="19740" y="20531"/>
                </a:lnTo>
              </a:path>
              <a:path w="21600" h="21600">
                <a:moveTo>
                  <a:pt x="18985" y="20439"/>
                </a:moveTo>
                <a:lnTo>
                  <a:pt x="19030" y="20439"/>
                </a:lnTo>
                <a:lnTo>
                  <a:pt x="19030" y="20531"/>
                </a:lnTo>
                <a:lnTo>
                  <a:pt x="18985" y="20531"/>
                </a:lnTo>
              </a:path>
              <a:path w="21600" h="21600">
                <a:moveTo>
                  <a:pt x="14321" y="20439"/>
                </a:moveTo>
                <a:lnTo>
                  <a:pt x="14366" y="20439"/>
                </a:lnTo>
                <a:lnTo>
                  <a:pt x="14366" y="20531"/>
                </a:lnTo>
                <a:lnTo>
                  <a:pt x="14321" y="20531"/>
                </a:lnTo>
              </a:path>
              <a:path w="21600" h="21600">
                <a:moveTo>
                  <a:pt x="13566" y="20439"/>
                </a:moveTo>
                <a:lnTo>
                  <a:pt x="13611" y="20439"/>
                </a:lnTo>
                <a:lnTo>
                  <a:pt x="13611" y="20531"/>
                </a:lnTo>
                <a:lnTo>
                  <a:pt x="13566" y="20531"/>
                </a:lnTo>
              </a:path>
              <a:path w="21600" h="21600">
                <a:moveTo>
                  <a:pt x="1814" y="20439"/>
                </a:moveTo>
                <a:lnTo>
                  <a:pt x="1859" y="20439"/>
                </a:lnTo>
                <a:lnTo>
                  <a:pt x="1859" y="20531"/>
                </a:lnTo>
                <a:lnTo>
                  <a:pt x="1814" y="20531"/>
                </a:lnTo>
              </a:path>
              <a:path w="21600" h="21600">
                <a:moveTo>
                  <a:pt x="12066" y="20438"/>
                </a:moveTo>
                <a:lnTo>
                  <a:pt x="12100" y="20438"/>
                </a:lnTo>
                <a:lnTo>
                  <a:pt x="12100" y="20509"/>
                </a:lnTo>
                <a:lnTo>
                  <a:pt x="12066" y="20509"/>
                </a:lnTo>
              </a:path>
              <a:path w="21600" h="21600">
                <a:moveTo>
                  <a:pt x="20347" y="20426"/>
                </a:moveTo>
                <a:lnTo>
                  <a:pt x="20385" y="20426"/>
                </a:lnTo>
                <a:lnTo>
                  <a:pt x="20385" y="20504"/>
                </a:lnTo>
                <a:lnTo>
                  <a:pt x="20347" y="20504"/>
                </a:lnTo>
              </a:path>
              <a:path w="21600" h="21600">
                <a:moveTo>
                  <a:pt x="21245" y="20424"/>
                </a:moveTo>
                <a:lnTo>
                  <a:pt x="21300" y="20424"/>
                </a:lnTo>
                <a:lnTo>
                  <a:pt x="21300" y="20537"/>
                </a:lnTo>
                <a:lnTo>
                  <a:pt x="21245" y="20537"/>
                </a:lnTo>
              </a:path>
              <a:path w="21600" h="21600">
                <a:moveTo>
                  <a:pt x="18531" y="20424"/>
                </a:moveTo>
                <a:lnTo>
                  <a:pt x="18587" y="20424"/>
                </a:lnTo>
                <a:lnTo>
                  <a:pt x="18587" y="20537"/>
                </a:lnTo>
                <a:lnTo>
                  <a:pt x="18531" y="20537"/>
                </a:lnTo>
              </a:path>
              <a:path w="21600" h="21600">
                <a:moveTo>
                  <a:pt x="15826" y="20424"/>
                </a:moveTo>
                <a:lnTo>
                  <a:pt x="15881" y="20424"/>
                </a:lnTo>
                <a:lnTo>
                  <a:pt x="15881" y="20537"/>
                </a:lnTo>
                <a:lnTo>
                  <a:pt x="15826" y="20537"/>
                </a:lnTo>
              </a:path>
              <a:path w="21600" h="21600">
                <a:moveTo>
                  <a:pt x="13112" y="20424"/>
                </a:moveTo>
                <a:lnTo>
                  <a:pt x="13168" y="20424"/>
                </a:lnTo>
                <a:lnTo>
                  <a:pt x="13168" y="20537"/>
                </a:lnTo>
                <a:lnTo>
                  <a:pt x="13112" y="20537"/>
                </a:lnTo>
              </a:path>
              <a:path w="21600" h="21600">
                <a:moveTo>
                  <a:pt x="8431" y="20424"/>
                </a:moveTo>
                <a:lnTo>
                  <a:pt x="8486" y="20424"/>
                </a:lnTo>
                <a:lnTo>
                  <a:pt x="8486" y="20537"/>
                </a:lnTo>
                <a:lnTo>
                  <a:pt x="8431" y="20537"/>
                </a:lnTo>
              </a:path>
              <a:path w="21600" h="21600">
                <a:moveTo>
                  <a:pt x="3012" y="20424"/>
                </a:moveTo>
                <a:lnTo>
                  <a:pt x="3068" y="20424"/>
                </a:lnTo>
                <a:lnTo>
                  <a:pt x="3068" y="20537"/>
                </a:lnTo>
                <a:lnTo>
                  <a:pt x="3012" y="20537"/>
                </a:lnTo>
              </a:path>
              <a:path w="21600" h="21600">
                <a:moveTo>
                  <a:pt x="299" y="20424"/>
                </a:moveTo>
                <a:lnTo>
                  <a:pt x="354" y="20424"/>
                </a:lnTo>
                <a:lnTo>
                  <a:pt x="354" y="20537"/>
                </a:lnTo>
                <a:lnTo>
                  <a:pt x="299" y="20537"/>
                </a:lnTo>
              </a:path>
              <a:path w="21600" h="21600">
                <a:moveTo>
                  <a:pt x="12356" y="20421"/>
                </a:moveTo>
                <a:lnTo>
                  <a:pt x="12414" y="20421"/>
                </a:lnTo>
                <a:lnTo>
                  <a:pt x="12414" y="20541"/>
                </a:lnTo>
                <a:lnTo>
                  <a:pt x="12356" y="20541"/>
                </a:lnTo>
              </a:path>
              <a:path w="21600" h="21600">
                <a:moveTo>
                  <a:pt x="9184" y="20421"/>
                </a:moveTo>
                <a:lnTo>
                  <a:pt x="9243" y="20421"/>
                </a:lnTo>
                <a:lnTo>
                  <a:pt x="9243" y="20541"/>
                </a:lnTo>
                <a:lnTo>
                  <a:pt x="9184" y="20541"/>
                </a:lnTo>
              </a:path>
              <a:path w="21600" h="21600">
                <a:moveTo>
                  <a:pt x="2713" y="20414"/>
                </a:moveTo>
                <a:lnTo>
                  <a:pt x="2772" y="20414"/>
                </a:lnTo>
                <a:lnTo>
                  <a:pt x="2772" y="20536"/>
                </a:lnTo>
                <a:lnTo>
                  <a:pt x="2713" y="20536"/>
                </a:lnTo>
              </a:path>
              <a:path w="21600" h="21600">
                <a:moveTo>
                  <a:pt x="4372" y="20409"/>
                </a:moveTo>
                <a:lnTo>
                  <a:pt x="4426" y="20409"/>
                </a:lnTo>
                <a:lnTo>
                  <a:pt x="4426" y="20518"/>
                </a:lnTo>
                <a:lnTo>
                  <a:pt x="4372" y="20518"/>
                </a:lnTo>
              </a:path>
              <a:path w="21600" h="21600">
                <a:moveTo>
                  <a:pt x="7998" y="20406"/>
                </a:moveTo>
                <a:lnTo>
                  <a:pt x="8022" y="20406"/>
                </a:lnTo>
                <a:lnTo>
                  <a:pt x="8022" y="20454"/>
                </a:lnTo>
                <a:lnTo>
                  <a:pt x="7998" y="20454"/>
                </a:lnTo>
              </a:path>
              <a:path w="21600" h="21600">
                <a:moveTo>
                  <a:pt x="3170" y="20404"/>
                </a:moveTo>
                <a:lnTo>
                  <a:pt x="3212" y="20404"/>
                </a:lnTo>
                <a:lnTo>
                  <a:pt x="3212" y="20489"/>
                </a:lnTo>
                <a:lnTo>
                  <a:pt x="3170" y="20489"/>
                </a:lnTo>
              </a:path>
              <a:path w="21600" h="21600">
                <a:moveTo>
                  <a:pt x="20642" y="20397"/>
                </a:moveTo>
                <a:lnTo>
                  <a:pt x="20695" y="20397"/>
                </a:lnTo>
                <a:lnTo>
                  <a:pt x="20695" y="20507"/>
                </a:lnTo>
                <a:lnTo>
                  <a:pt x="20642" y="20507"/>
                </a:lnTo>
              </a:path>
              <a:path w="21600" h="21600">
                <a:moveTo>
                  <a:pt x="19132" y="20397"/>
                </a:moveTo>
                <a:lnTo>
                  <a:pt x="19185" y="20397"/>
                </a:lnTo>
                <a:lnTo>
                  <a:pt x="19185" y="20507"/>
                </a:lnTo>
                <a:lnTo>
                  <a:pt x="19132" y="20507"/>
                </a:lnTo>
              </a:path>
              <a:path w="21600" h="21600">
                <a:moveTo>
                  <a:pt x="18683" y="20397"/>
                </a:moveTo>
                <a:lnTo>
                  <a:pt x="18737" y="20397"/>
                </a:lnTo>
                <a:lnTo>
                  <a:pt x="18737" y="20507"/>
                </a:lnTo>
                <a:lnTo>
                  <a:pt x="18683" y="20507"/>
                </a:lnTo>
              </a:path>
              <a:path w="21600" h="21600">
                <a:moveTo>
                  <a:pt x="18381" y="20397"/>
                </a:moveTo>
                <a:lnTo>
                  <a:pt x="18435" y="20397"/>
                </a:lnTo>
                <a:lnTo>
                  <a:pt x="18435" y="20507"/>
                </a:lnTo>
                <a:lnTo>
                  <a:pt x="18381" y="20507"/>
                </a:lnTo>
              </a:path>
              <a:path w="21600" h="21600">
                <a:moveTo>
                  <a:pt x="17928" y="20397"/>
                </a:moveTo>
                <a:lnTo>
                  <a:pt x="17982" y="20397"/>
                </a:lnTo>
                <a:lnTo>
                  <a:pt x="17982" y="20507"/>
                </a:lnTo>
                <a:lnTo>
                  <a:pt x="17928" y="20507"/>
                </a:lnTo>
              </a:path>
              <a:path w="21600" h="21600">
                <a:moveTo>
                  <a:pt x="16418" y="20397"/>
                </a:moveTo>
                <a:lnTo>
                  <a:pt x="16472" y="20397"/>
                </a:lnTo>
                <a:lnTo>
                  <a:pt x="16472" y="20507"/>
                </a:lnTo>
                <a:lnTo>
                  <a:pt x="16418" y="20507"/>
                </a:lnTo>
              </a:path>
              <a:path w="21600" h="21600">
                <a:moveTo>
                  <a:pt x="15977" y="20397"/>
                </a:moveTo>
                <a:lnTo>
                  <a:pt x="16031" y="20397"/>
                </a:lnTo>
                <a:lnTo>
                  <a:pt x="16031" y="20507"/>
                </a:lnTo>
                <a:lnTo>
                  <a:pt x="15977" y="20507"/>
                </a:lnTo>
              </a:path>
              <a:path w="21600" h="21600">
                <a:moveTo>
                  <a:pt x="15675" y="20397"/>
                </a:moveTo>
                <a:lnTo>
                  <a:pt x="15729" y="20397"/>
                </a:lnTo>
                <a:lnTo>
                  <a:pt x="15729" y="20507"/>
                </a:lnTo>
                <a:lnTo>
                  <a:pt x="15675" y="20507"/>
                </a:lnTo>
              </a:path>
              <a:path w="21600" h="21600">
                <a:moveTo>
                  <a:pt x="15222" y="20397"/>
                </a:moveTo>
                <a:lnTo>
                  <a:pt x="15276" y="20397"/>
                </a:lnTo>
                <a:lnTo>
                  <a:pt x="15276" y="20507"/>
                </a:lnTo>
                <a:lnTo>
                  <a:pt x="15222" y="20507"/>
                </a:lnTo>
              </a:path>
              <a:path w="21600" h="21600">
                <a:moveTo>
                  <a:pt x="13713" y="20397"/>
                </a:moveTo>
                <a:lnTo>
                  <a:pt x="13766" y="20397"/>
                </a:lnTo>
                <a:lnTo>
                  <a:pt x="13766" y="20507"/>
                </a:lnTo>
                <a:lnTo>
                  <a:pt x="13713" y="20507"/>
                </a:lnTo>
              </a:path>
              <a:path w="21600" h="21600">
                <a:moveTo>
                  <a:pt x="13264" y="20397"/>
                </a:moveTo>
                <a:lnTo>
                  <a:pt x="13318" y="20397"/>
                </a:lnTo>
                <a:lnTo>
                  <a:pt x="13318" y="20507"/>
                </a:lnTo>
                <a:lnTo>
                  <a:pt x="13264" y="20507"/>
                </a:lnTo>
              </a:path>
              <a:path w="21600" h="21600">
                <a:moveTo>
                  <a:pt x="12962" y="20397"/>
                </a:moveTo>
                <a:lnTo>
                  <a:pt x="13016" y="20397"/>
                </a:lnTo>
                <a:lnTo>
                  <a:pt x="13016" y="20507"/>
                </a:lnTo>
                <a:lnTo>
                  <a:pt x="12962" y="20507"/>
                </a:lnTo>
              </a:path>
              <a:path w="21600" h="21600">
                <a:moveTo>
                  <a:pt x="12509" y="20397"/>
                </a:moveTo>
                <a:lnTo>
                  <a:pt x="12563" y="20397"/>
                </a:lnTo>
                <a:lnTo>
                  <a:pt x="12563" y="20507"/>
                </a:lnTo>
                <a:lnTo>
                  <a:pt x="12509" y="20507"/>
                </a:lnTo>
              </a:path>
              <a:path w="21600" h="21600">
                <a:moveTo>
                  <a:pt x="10999" y="20397"/>
                </a:moveTo>
                <a:lnTo>
                  <a:pt x="11053" y="20397"/>
                </a:lnTo>
                <a:lnTo>
                  <a:pt x="11053" y="20507"/>
                </a:lnTo>
                <a:lnTo>
                  <a:pt x="10999" y="20507"/>
                </a:lnTo>
              </a:path>
              <a:path w="21600" h="21600">
                <a:moveTo>
                  <a:pt x="9036" y="20397"/>
                </a:moveTo>
                <a:lnTo>
                  <a:pt x="9089" y="20397"/>
                </a:lnTo>
                <a:lnTo>
                  <a:pt x="9089" y="20507"/>
                </a:lnTo>
                <a:lnTo>
                  <a:pt x="9036" y="20507"/>
                </a:lnTo>
              </a:path>
              <a:path w="21600" h="21600">
                <a:moveTo>
                  <a:pt x="8583" y="20397"/>
                </a:moveTo>
                <a:lnTo>
                  <a:pt x="8636" y="20397"/>
                </a:lnTo>
                <a:lnTo>
                  <a:pt x="8636" y="20507"/>
                </a:lnTo>
                <a:lnTo>
                  <a:pt x="8583" y="20507"/>
                </a:lnTo>
              </a:path>
              <a:path w="21600" h="21600">
                <a:moveTo>
                  <a:pt x="8281" y="20397"/>
                </a:moveTo>
                <a:lnTo>
                  <a:pt x="8334" y="20397"/>
                </a:lnTo>
                <a:lnTo>
                  <a:pt x="8334" y="20507"/>
                </a:lnTo>
                <a:lnTo>
                  <a:pt x="8281" y="20507"/>
                </a:lnTo>
              </a:path>
              <a:path w="21600" h="21600">
                <a:moveTo>
                  <a:pt x="7832" y="20397"/>
                </a:moveTo>
                <a:lnTo>
                  <a:pt x="7886" y="20397"/>
                </a:lnTo>
                <a:lnTo>
                  <a:pt x="7886" y="20507"/>
                </a:lnTo>
                <a:lnTo>
                  <a:pt x="7832" y="20507"/>
                </a:lnTo>
              </a:path>
              <a:path w="21600" h="21600">
                <a:moveTo>
                  <a:pt x="6323" y="20397"/>
                </a:moveTo>
                <a:lnTo>
                  <a:pt x="6376" y="20397"/>
                </a:lnTo>
                <a:lnTo>
                  <a:pt x="6376" y="20507"/>
                </a:lnTo>
                <a:lnTo>
                  <a:pt x="6323" y="20507"/>
                </a:lnTo>
              </a:path>
              <a:path w="21600" h="21600">
                <a:moveTo>
                  <a:pt x="5870" y="20397"/>
                </a:moveTo>
                <a:lnTo>
                  <a:pt x="5923" y="20397"/>
                </a:lnTo>
                <a:lnTo>
                  <a:pt x="5923" y="20507"/>
                </a:lnTo>
                <a:lnTo>
                  <a:pt x="5870" y="20507"/>
                </a:lnTo>
              </a:path>
              <a:path w="21600" h="21600">
                <a:moveTo>
                  <a:pt x="5568" y="20397"/>
                </a:moveTo>
                <a:lnTo>
                  <a:pt x="5621" y="20397"/>
                </a:lnTo>
                <a:lnTo>
                  <a:pt x="5621" y="20507"/>
                </a:lnTo>
                <a:lnTo>
                  <a:pt x="5568" y="20507"/>
                </a:lnTo>
              </a:path>
              <a:path w="21600" h="21600">
                <a:moveTo>
                  <a:pt x="5127" y="20397"/>
                </a:moveTo>
                <a:lnTo>
                  <a:pt x="5181" y="20397"/>
                </a:lnTo>
                <a:lnTo>
                  <a:pt x="5181" y="20507"/>
                </a:lnTo>
                <a:lnTo>
                  <a:pt x="5127" y="20507"/>
                </a:lnTo>
              </a:path>
              <a:path w="21600" h="21600">
                <a:moveTo>
                  <a:pt x="2414" y="20397"/>
                </a:moveTo>
                <a:lnTo>
                  <a:pt x="2467" y="20397"/>
                </a:lnTo>
                <a:lnTo>
                  <a:pt x="2467" y="20507"/>
                </a:lnTo>
                <a:lnTo>
                  <a:pt x="2414" y="20507"/>
                </a:lnTo>
              </a:path>
              <a:path w="21600" h="21600">
                <a:moveTo>
                  <a:pt x="904" y="20397"/>
                </a:moveTo>
                <a:lnTo>
                  <a:pt x="958" y="20397"/>
                </a:lnTo>
                <a:lnTo>
                  <a:pt x="958" y="20507"/>
                </a:lnTo>
                <a:lnTo>
                  <a:pt x="904" y="20507"/>
                </a:lnTo>
              </a:path>
              <a:path w="21600" h="21600">
                <a:moveTo>
                  <a:pt x="451" y="20397"/>
                </a:moveTo>
                <a:lnTo>
                  <a:pt x="505" y="20397"/>
                </a:lnTo>
                <a:lnTo>
                  <a:pt x="505" y="20507"/>
                </a:lnTo>
                <a:lnTo>
                  <a:pt x="451" y="20507"/>
                </a:lnTo>
              </a:path>
              <a:path w="21600" h="21600">
                <a:moveTo>
                  <a:pt x="149" y="20397"/>
                </a:moveTo>
                <a:lnTo>
                  <a:pt x="203" y="20397"/>
                </a:lnTo>
                <a:lnTo>
                  <a:pt x="203" y="20507"/>
                </a:lnTo>
                <a:lnTo>
                  <a:pt x="149" y="20507"/>
                </a:lnTo>
              </a:path>
              <a:path w="21600" h="21600">
                <a:moveTo>
                  <a:pt x="19584" y="20397"/>
                </a:moveTo>
                <a:lnTo>
                  <a:pt x="19639" y="20397"/>
                </a:lnTo>
                <a:lnTo>
                  <a:pt x="19639" y="20510"/>
                </a:lnTo>
                <a:lnTo>
                  <a:pt x="19584" y="20510"/>
                </a:lnTo>
              </a:path>
              <a:path w="21600" h="21600">
                <a:moveTo>
                  <a:pt x="16870" y="20397"/>
                </a:moveTo>
                <a:lnTo>
                  <a:pt x="16926" y="20397"/>
                </a:lnTo>
                <a:lnTo>
                  <a:pt x="16926" y="20510"/>
                </a:lnTo>
                <a:lnTo>
                  <a:pt x="16870" y="20510"/>
                </a:lnTo>
              </a:path>
              <a:path w="21600" h="21600">
                <a:moveTo>
                  <a:pt x="7379" y="20397"/>
                </a:moveTo>
                <a:lnTo>
                  <a:pt x="7434" y="20397"/>
                </a:lnTo>
                <a:lnTo>
                  <a:pt x="7434" y="20510"/>
                </a:lnTo>
                <a:lnTo>
                  <a:pt x="7379" y="20510"/>
                </a:lnTo>
              </a:path>
              <a:path w="21600" h="21600">
                <a:moveTo>
                  <a:pt x="4673" y="20397"/>
                </a:moveTo>
                <a:lnTo>
                  <a:pt x="4728" y="20397"/>
                </a:lnTo>
                <a:lnTo>
                  <a:pt x="4728" y="20510"/>
                </a:lnTo>
                <a:lnTo>
                  <a:pt x="4673" y="20510"/>
                </a:lnTo>
              </a:path>
              <a:path w="21600" h="21600">
                <a:moveTo>
                  <a:pt x="1960" y="20397"/>
                </a:moveTo>
                <a:lnTo>
                  <a:pt x="2015" y="20397"/>
                </a:lnTo>
                <a:lnTo>
                  <a:pt x="2015" y="20510"/>
                </a:lnTo>
                <a:lnTo>
                  <a:pt x="1960" y="20510"/>
                </a:lnTo>
              </a:path>
              <a:path w="21600" h="21600">
                <a:moveTo>
                  <a:pt x="2860" y="20388"/>
                </a:moveTo>
                <a:lnTo>
                  <a:pt x="2918" y="20388"/>
                </a:lnTo>
                <a:lnTo>
                  <a:pt x="2918" y="20509"/>
                </a:lnTo>
                <a:lnTo>
                  <a:pt x="2860" y="20509"/>
                </a:lnTo>
              </a:path>
              <a:path w="21600" h="21600">
                <a:moveTo>
                  <a:pt x="17179" y="20385"/>
                </a:moveTo>
                <a:lnTo>
                  <a:pt x="17221" y="20385"/>
                </a:lnTo>
                <a:lnTo>
                  <a:pt x="17221" y="20470"/>
                </a:lnTo>
                <a:lnTo>
                  <a:pt x="17179" y="20470"/>
                </a:lnTo>
              </a:path>
              <a:path w="21600" h="21600">
                <a:moveTo>
                  <a:pt x="13407" y="20382"/>
                </a:moveTo>
                <a:lnTo>
                  <a:pt x="13468" y="20382"/>
                </a:lnTo>
                <a:lnTo>
                  <a:pt x="13468" y="20507"/>
                </a:lnTo>
                <a:lnTo>
                  <a:pt x="13407" y="20507"/>
                </a:lnTo>
              </a:path>
              <a:path w="21600" h="21600">
                <a:moveTo>
                  <a:pt x="8131" y="20382"/>
                </a:moveTo>
                <a:lnTo>
                  <a:pt x="8192" y="20382"/>
                </a:lnTo>
                <a:lnTo>
                  <a:pt x="8192" y="20507"/>
                </a:lnTo>
                <a:lnTo>
                  <a:pt x="8131" y="20507"/>
                </a:lnTo>
              </a:path>
              <a:path w="21600" h="21600">
                <a:moveTo>
                  <a:pt x="17628" y="20362"/>
                </a:moveTo>
                <a:lnTo>
                  <a:pt x="17678" y="20362"/>
                </a:lnTo>
                <a:lnTo>
                  <a:pt x="17678" y="20465"/>
                </a:lnTo>
                <a:lnTo>
                  <a:pt x="17628" y="20465"/>
                </a:lnTo>
              </a:path>
              <a:path w="21600" h="21600">
                <a:moveTo>
                  <a:pt x="14922" y="20362"/>
                </a:moveTo>
                <a:lnTo>
                  <a:pt x="14972" y="20362"/>
                </a:lnTo>
                <a:lnTo>
                  <a:pt x="14972" y="20465"/>
                </a:lnTo>
                <a:lnTo>
                  <a:pt x="14922" y="20465"/>
                </a:lnTo>
              </a:path>
              <a:path w="21600" h="21600">
                <a:moveTo>
                  <a:pt x="12209" y="20362"/>
                </a:moveTo>
                <a:lnTo>
                  <a:pt x="12259" y="20362"/>
                </a:lnTo>
                <a:lnTo>
                  <a:pt x="12259" y="20465"/>
                </a:lnTo>
                <a:lnTo>
                  <a:pt x="12209" y="20465"/>
                </a:lnTo>
              </a:path>
              <a:path w="21600" h="21600">
                <a:moveTo>
                  <a:pt x="9340" y="20362"/>
                </a:moveTo>
                <a:lnTo>
                  <a:pt x="9390" y="20362"/>
                </a:lnTo>
                <a:lnTo>
                  <a:pt x="9390" y="20465"/>
                </a:lnTo>
                <a:lnTo>
                  <a:pt x="9340" y="20465"/>
                </a:lnTo>
              </a:path>
              <a:path w="21600" h="21600">
                <a:moveTo>
                  <a:pt x="3921" y="20362"/>
                </a:moveTo>
                <a:lnTo>
                  <a:pt x="3971" y="20362"/>
                </a:lnTo>
                <a:lnTo>
                  <a:pt x="3971" y="20465"/>
                </a:lnTo>
                <a:lnTo>
                  <a:pt x="3921" y="20465"/>
                </a:lnTo>
              </a:path>
              <a:path w="21600" h="21600">
                <a:moveTo>
                  <a:pt x="1208" y="20362"/>
                </a:moveTo>
                <a:lnTo>
                  <a:pt x="1258" y="20362"/>
                </a:lnTo>
                <a:lnTo>
                  <a:pt x="1258" y="20465"/>
                </a:lnTo>
                <a:lnTo>
                  <a:pt x="1208" y="20465"/>
                </a:lnTo>
              </a:path>
              <a:path w="21600" h="21600">
                <a:moveTo>
                  <a:pt x="20946" y="20359"/>
                </a:moveTo>
                <a:lnTo>
                  <a:pt x="20994" y="20359"/>
                </a:lnTo>
                <a:lnTo>
                  <a:pt x="20994" y="20458"/>
                </a:lnTo>
                <a:lnTo>
                  <a:pt x="20946" y="20458"/>
                </a:lnTo>
              </a:path>
              <a:path w="21600" h="21600">
                <a:moveTo>
                  <a:pt x="18233" y="20359"/>
                </a:moveTo>
                <a:lnTo>
                  <a:pt x="18281" y="20359"/>
                </a:lnTo>
                <a:lnTo>
                  <a:pt x="18281" y="20458"/>
                </a:lnTo>
                <a:lnTo>
                  <a:pt x="18233" y="20458"/>
                </a:lnTo>
              </a:path>
              <a:path w="21600" h="21600">
                <a:moveTo>
                  <a:pt x="15527" y="20359"/>
                </a:moveTo>
                <a:lnTo>
                  <a:pt x="15575" y="20359"/>
                </a:lnTo>
                <a:lnTo>
                  <a:pt x="15575" y="20458"/>
                </a:lnTo>
                <a:lnTo>
                  <a:pt x="15527" y="20458"/>
                </a:lnTo>
              </a:path>
              <a:path w="21600" h="21600">
                <a:moveTo>
                  <a:pt x="12814" y="20359"/>
                </a:moveTo>
                <a:lnTo>
                  <a:pt x="12862" y="20359"/>
                </a:lnTo>
                <a:lnTo>
                  <a:pt x="12862" y="20458"/>
                </a:lnTo>
                <a:lnTo>
                  <a:pt x="12814" y="20458"/>
                </a:lnTo>
              </a:path>
              <a:path w="21600" h="21600">
                <a:moveTo>
                  <a:pt x="6023" y="20359"/>
                </a:moveTo>
                <a:lnTo>
                  <a:pt x="6072" y="20359"/>
                </a:lnTo>
                <a:lnTo>
                  <a:pt x="6072" y="20458"/>
                </a:lnTo>
                <a:lnTo>
                  <a:pt x="6023" y="20458"/>
                </a:lnTo>
              </a:path>
              <a:path w="21600" h="21600">
                <a:moveTo>
                  <a:pt x="3318" y="20359"/>
                </a:moveTo>
                <a:lnTo>
                  <a:pt x="3366" y="20359"/>
                </a:lnTo>
                <a:lnTo>
                  <a:pt x="3366" y="20458"/>
                </a:lnTo>
                <a:lnTo>
                  <a:pt x="3318" y="20458"/>
                </a:lnTo>
              </a:path>
              <a:path w="21600" h="21600">
                <a:moveTo>
                  <a:pt x="605" y="20359"/>
                </a:moveTo>
                <a:lnTo>
                  <a:pt x="653" y="20359"/>
                </a:lnTo>
                <a:lnTo>
                  <a:pt x="653" y="20458"/>
                </a:lnTo>
                <a:lnTo>
                  <a:pt x="605" y="20458"/>
                </a:lnTo>
              </a:path>
              <a:path w="21600" h="21600">
                <a:moveTo>
                  <a:pt x="17775" y="20359"/>
                </a:moveTo>
                <a:lnTo>
                  <a:pt x="17833" y="20359"/>
                </a:lnTo>
                <a:lnTo>
                  <a:pt x="17833" y="20479"/>
                </a:lnTo>
                <a:lnTo>
                  <a:pt x="17775" y="20479"/>
                </a:lnTo>
              </a:path>
              <a:path w="21600" h="21600">
                <a:moveTo>
                  <a:pt x="3766" y="20359"/>
                </a:moveTo>
                <a:lnTo>
                  <a:pt x="3824" y="20359"/>
                </a:lnTo>
                <a:lnTo>
                  <a:pt x="3824" y="20479"/>
                </a:lnTo>
                <a:lnTo>
                  <a:pt x="3766" y="20479"/>
                </a:lnTo>
              </a:path>
              <a:path w="21600" h="21600">
                <a:moveTo>
                  <a:pt x="1363" y="20358"/>
                </a:moveTo>
                <a:lnTo>
                  <a:pt x="1404" y="20358"/>
                </a:lnTo>
                <a:lnTo>
                  <a:pt x="1404" y="20442"/>
                </a:lnTo>
                <a:lnTo>
                  <a:pt x="1363" y="20442"/>
                </a:lnTo>
              </a:path>
              <a:path w="21600" h="21600">
                <a:moveTo>
                  <a:pt x="20039" y="20355"/>
                </a:moveTo>
                <a:lnTo>
                  <a:pt x="20089" y="20355"/>
                </a:lnTo>
                <a:lnTo>
                  <a:pt x="20089" y="20457"/>
                </a:lnTo>
                <a:lnTo>
                  <a:pt x="20039" y="20457"/>
                </a:lnTo>
              </a:path>
              <a:path w="21600" h="21600">
                <a:moveTo>
                  <a:pt x="17326" y="20355"/>
                </a:moveTo>
                <a:lnTo>
                  <a:pt x="17376" y="20355"/>
                </a:lnTo>
                <a:lnTo>
                  <a:pt x="17376" y="20457"/>
                </a:lnTo>
                <a:lnTo>
                  <a:pt x="17326" y="20457"/>
                </a:lnTo>
              </a:path>
              <a:path w="21600" h="21600">
                <a:moveTo>
                  <a:pt x="11907" y="20355"/>
                </a:moveTo>
                <a:lnTo>
                  <a:pt x="11957" y="20355"/>
                </a:lnTo>
                <a:lnTo>
                  <a:pt x="11957" y="20457"/>
                </a:lnTo>
                <a:lnTo>
                  <a:pt x="11907" y="20457"/>
                </a:lnTo>
              </a:path>
              <a:path w="21600" h="21600">
                <a:moveTo>
                  <a:pt x="9642" y="20355"/>
                </a:moveTo>
                <a:lnTo>
                  <a:pt x="9692" y="20355"/>
                </a:lnTo>
                <a:lnTo>
                  <a:pt x="9692" y="20457"/>
                </a:lnTo>
                <a:lnTo>
                  <a:pt x="9642" y="20457"/>
                </a:lnTo>
              </a:path>
              <a:path w="21600" h="21600">
                <a:moveTo>
                  <a:pt x="6928" y="20355"/>
                </a:moveTo>
                <a:lnTo>
                  <a:pt x="6978" y="20355"/>
                </a:lnTo>
                <a:lnTo>
                  <a:pt x="6978" y="20457"/>
                </a:lnTo>
                <a:lnTo>
                  <a:pt x="6928" y="20457"/>
                </a:lnTo>
              </a:path>
              <a:path w="21600" h="21600">
                <a:moveTo>
                  <a:pt x="4223" y="20355"/>
                </a:moveTo>
                <a:lnTo>
                  <a:pt x="4273" y="20355"/>
                </a:lnTo>
                <a:lnTo>
                  <a:pt x="4273" y="20457"/>
                </a:lnTo>
                <a:lnTo>
                  <a:pt x="4223" y="20457"/>
                </a:lnTo>
              </a:path>
              <a:path w="21600" h="21600">
                <a:moveTo>
                  <a:pt x="1510" y="20355"/>
                </a:moveTo>
                <a:lnTo>
                  <a:pt x="1560" y="20355"/>
                </a:lnTo>
                <a:lnTo>
                  <a:pt x="1560" y="20457"/>
                </a:lnTo>
                <a:lnTo>
                  <a:pt x="1510" y="20457"/>
                </a:lnTo>
              </a:path>
              <a:path w="21600" h="21600">
                <a:moveTo>
                  <a:pt x="15378" y="20353"/>
                </a:moveTo>
                <a:lnTo>
                  <a:pt x="15423" y="20353"/>
                </a:lnTo>
                <a:lnTo>
                  <a:pt x="15423" y="20445"/>
                </a:lnTo>
                <a:lnTo>
                  <a:pt x="15378" y="20445"/>
                </a:lnTo>
              </a:path>
              <a:path w="21600" h="21600">
                <a:moveTo>
                  <a:pt x="12661" y="20348"/>
                </a:moveTo>
                <a:lnTo>
                  <a:pt x="12713" y="20348"/>
                </a:lnTo>
                <a:lnTo>
                  <a:pt x="12713" y="20454"/>
                </a:lnTo>
                <a:lnTo>
                  <a:pt x="12661" y="20454"/>
                </a:lnTo>
              </a:path>
              <a:path w="21600" h="21600">
                <a:moveTo>
                  <a:pt x="8886" y="20348"/>
                </a:moveTo>
                <a:lnTo>
                  <a:pt x="8938" y="20348"/>
                </a:lnTo>
                <a:lnTo>
                  <a:pt x="8938" y="20454"/>
                </a:lnTo>
                <a:lnTo>
                  <a:pt x="8886" y="20454"/>
                </a:lnTo>
              </a:path>
              <a:path w="21600" h="21600">
                <a:moveTo>
                  <a:pt x="3467" y="20348"/>
                </a:moveTo>
                <a:lnTo>
                  <a:pt x="3519" y="20348"/>
                </a:lnTo>
                <a:lnTo>
                  <a:pt x="3519" y="20454"/>
                </a:lnTo>
                <a:lnTo>
                  <a:pt x="3467" y="20454"/>
                </a:lnTo>
              </a:path>
              <a:path w="21600" h="21600">
                <a:moveTo>
                  <a:pt x="8745" y="20339"/>
                </a:moveTo>
                <a:lnTo>
                  <a:pt x="8776" y="20339"/>
                </a:lnTo>
                <a:lnTo>
                  <a:pt x="8776" y="20402"/>
                </a:lnTo>
                <a:lnTo>
                  <a:pt x="8745" y="20402"/>
                </a:lnTo>
              </a:path>
              <a:path w="21600" h="21600">
                <a:moveTo>
                  <a:pt x="21545" y="20330"/>
                </a:moveTo>
                <a:lnTo>
                  <a:pt x="21595" y="20330"/>
                </a:lnTo>
                <a:lnTo>
                  <a:pt x="21595" y="20433"/>
                </a:lnTo>
                <a:lnTo>
                  <a:pt x="21545" y="20433"/>
                </a:lnTo>
              </a:path>
              <a:path w="21600" h="21600">
                <a:moveTo>
                  <a:pt x="4" y="20330"/>
                </a:moveTo>
                <a:lnTo>
                  <a:pt x="54" y="20330"/>
                </a:lnTo>
                <a:lnTo>
                  <a:pt x="54" y="20433"/>
                </a:lnTo>
                <a:lnTo>
                  <a:pt x="4" y="20433"/>
                </a:lnTo>
              </a:path>
              <a:path w="21600" h="21600">
                <a:moveTo>
                  <a:pt x="5722" y="20329"/>
                </a:moveTo>
                <a:lnTo>
                  <a:pt x="5769" y="20329"/>
                </a:lnTo>
                <a:lnTo>
                  <a:pt x="5769" y="20425"/>
                </a:lnTo>
                <a:lnTo>
                  <a:pt x="5722" y="20425"/>
                </a:lnTo>
              </a:path>
              <a:path w="21600" h="21600">
                <a:moveTo>
                  <a:pt x="10550" y="20325"/>
                </a:moveTo>
                <a:lnTo>
                  <a:pt x="10595" y="20325"/>
                </a:lnTo>
                <a:lnTo>
                  <a:pt x="10595" y="20417"/>
                </a:lnTo>
                <a:lnTo>
                  <a:pt x="10550" y="20417"/>
                </a:lnTo>
              </a:path>
              <a:path w="21600" h="21600">
                <a:moveTo>
                  <a:pt x="21402" y="20321"/>
                </a:moveTo>
                <a:lnTo>
                  <a:pt x="21445" y="20321"/>
                </a:lnTo>
                <a:lnTo>
                  <a:pt x="21445" y="20409"/>
                </a:lnTo>
                <a:lnTo>
                  <a:pt x="21402" y="20409"/>
                </a:lnTo>
              </a:path>
              <a:path w="21600" h="21600">
                <a:moveTo>
                  <a:pt x="6633" y="20316"/>
                </a:moveTo>
                <a:lnTo>
                  <a:pt x="6670" y="20316"/>
                </a:lnTo>
                <a:lnTo>
                  <a:pt x="6670" y="20394"/>
                </a:lnTo>
                <a:lnTo>
                  <a:pt x="6633" y="20394"/>
                </a:lnTo>
              </a:path>
              <a:path w="21600" h="21600">
                <a:moveTo>
                  <a:pt x="11156" y="20308"/>
                </a:moveTo>
                <a:lnTo>
                  <a:pt x="11198" y="20308"/>
                </a:lnTo>
                <a:lnTo>
                  <a:pt x="11198" y="20393"/>
                </a:lnTo>
                <a:lnTo>
                  <a:pt x="11156" y="20393"/>
                </a:lnTo>
              </a:path>
              <a:path w="21600" h="21600">
                <a:moveTo>
                  <a:pt x="20189" y="20307"/>
                </a:moveTo>
                <a:lnTo>
                  <a:pt x="20242" y="20307"/>
                </a:lnTo>
                <a:lnTo>
                  <a:pt x="20242" y="20417"/>
                </a:lnTo>
                <a:lnTo>
                  <a:pt x="20189" y="20417"/>
                </a:lnTo>
              </a:path>
              <a:path w="21600" h="21600">
                <a:moveTo>
                  <a:pt x="14769" y="20307"/>
                </a:moveTo>
                <a:lnTo>
                  <a:pt x="14823" y="20307"/>
                </a:lnTo>
                <a:lnTo>
                  <a:pt x="14823" y="20417"/>
                </a:lnTo>
                <a:lnTo>
                  <a:pt x="14769" y="20417"/>
                </a:lnTo>
              </a:path>
              <a:path w="21600" h="21600">
                <a:moveTo>
                  <a:pt x="9489" y="20307"/>
                </a:moveTo>
                <a:lnTo>
                  <a:pt x="9542" y="20307"/>
                </a:lnTo>
                <a:lnTo>
                  <a:pt x="9542" y="20417"/>
                </a:lnTo>
                <a:lnTo>
                  <a:pt x="9489" y="20417"/>
                </a:lnTo>
              </a:path>
              <a:path w="21600" h="21600">
                <a:moveTo>
                  <a:pt x="6776" y="20307"/>
                </a:moveTo>
                <a:lnTo>
                  <a:pt x="6829" y="20307"/>
                </a:lnTo>
                <a:lnTo>
                  <a:pt x="6829" y="20417"/>
                </a:lnTo>
                <a:lnTo>
                  <a:pt x="6776" y="20417"/>
                </a:lnTo>
              </a:path>
              <a:path w="21600" h="21600">
                <a:moveTo>
                  <a:pt x="4070" y="20307"/>
                </a:moveTo>
                <a:lnTo>
                  <a:pt x="4124" y="20307"/>
                </a:lnTo>
                <a:lnTo>
                  <a:pt x="4124" y="20417"/>
                </a:lnTo>
                <a:lnTo>
                  <a:pt x="4070" y="20417"/>
                </a:lnTo>
              </a:path>
              <a:path w="21600" h="21600">
                <a:moveTo>
                  <a:pt x="16568" y="20303"/>
                </a:moveTo>
                <a:lnTo>
                  <a:pt x="16625" y="20303"/>
                </a:lnTo>
                <a:lnTo>
                  <a:pt x="16625" y="20420"/>
                </a:lnTo>
                <a:lnTo>
                  <a:pt x="16568" y="20420"/>
                </a:lnTo>
              </a:path>
              <a:path w="21600" h="21600">
                <a:moveTo>
                  <a:pt x="4974" y="20303"/>
                </a:moveTo>
                <a:lnTo>
                  <a:pt x="5031" y="20303"/>
                </a:lnTo>
                <a:lnTo>
                  <a:pt x="5031" y="20420"/>
                </a:lnTo>
                <a:lnTo>
                  <a:pt x="4974" y="20420"/>
                </a:lnTo>
              </a:path>
              <a:path w="21600" h="21600">
                <a:moveTo>
                  <a:pt x="17489" y="20296"/>
                </a:moveTo>
                <a:lnTo>
                  <a:pt x="17515" y="20296"/>
                </a:lnTo>
                <a:lnTo>
                  <a:pt x="17515" y="20349"/>
                </a:lnTo>
                <a:lnTo>
                  <a:pt x="17489" y="20349"/>
                </a:lnTo>
              </a:path>
              <a:path w="21600" h="21600">
                <a:moveTo>
                  <a:pt x="19741" y="20290"/>
                </a:moveTo>
                <a:lnTo>
                  <a:pt x="19784" y="20290"/>
                </a:lnTo>
                <a:lnTo>
                  <a:pt x="19784" y="20379"/>
                </a:lnTo>
                <a:lnTo>
                  <a:pt x="19741" y="20379"/>
                </a:lnTo>
              </a:path>
              <a:path w="21600" h="21600">
                <a:moveTo>
                  <a:pt x="18986" y="20290"/>
                </a:moveTo>
                <a:lnTo>
                  <a:pt x="19029" y="20290"/>
                </a:lnTo>
                <a:lnTo>
                  <a:pt x="19029" y="20379"/>
                </a:lnTo>
                <a:lnTo>
                  <a:pt x="18986" y="20379"/>
                </a:lnTo>
              </a:path>
              <a:path w="21600" h="21600">
                <a:moveTo>
                  <a:pt x="14322" y="20290"/>
                </a:moveTo>
                <a:lnTo>
                  <a:pt x="14365" y="20290"/>
                </a:lnTo>
                <a:lnTo>
                  <a:pt x="14365" y="20379"/>
                </a:lnTo>
                <a:lnTo>
                  <a:pt x="14322" y="20379"/>
                </a:lnTo>
              </a:path>
              <a:path w="21600" h="21600">
                <a:moveTo>
                  <a:pt x="13567" y="20290"/>
                </a:moveTo>
                <a:lnTo>
                  <a:pt x="13610" y="20290"/>
                </a:lnTo>
                <a:lnTo>
                  <a:pt x="13610" y="20379"/>
                </a:lnTo>
                <a:lnTo>
                  <a:pt x="13567" y="20379"/>
                </a:lnTo>
              </a:path>
              <a:path w="21600" h="21600">
                <a:moveTo>
                  <a:pt x="1815" y="20290"/>
                </a:moveTo>
                <a:lnTo>
                  <a:pt x="1858" y="20290"/>
                </a:lnTo>
                <a:lnTo>
                  <a:pt x="1858" y="20379"/>
                </a:lnTo>
                <a:lnTo>
                  <a:pt x="1815" y="20379"/>
                </a:lnTo>
              </a:path>
              <a:path w="21600" h="21600">
                <a:moveTo>
                  <a:pt x="16269" y="20288"/>
                </a:moveTo>
                <a:lnTo>
                  <a:pt x="16319" y="20288"/>
                </a:lnTo>
                <a:lnTo>
                  <a:pt x="16319" y="20390"/>
                </a:lnTo>
                <a:lnTo>
                  <a:pt x="16269" y="20390"/>
                </a:lnTo>
              </a:path>
              <a:path w="21600" h="21600">
                <a:moveTo>
                  <a:pt x="5280" y="20288"/>
                </a:moveTo>
                <a:lnTo>
                  <a:pt x="5330" y="20288"/>
                </a:lnTo>
                <a:lnTo>
                  <a:pt x="5330" y="20390"/>
                </a:lnTo>
                <a:lnTo>
                  <a:pt x="5280" y="20390"/>
                </a:lnTo>
              </a:path>
              <a:path w="21600" h="21600">
                <a:moveTo>
                  <a:pt x="17024" y="20280"/>
                </a:moveTo>
                <a:lnTo>
                  <a:pt x="17074" y="20280"/>
                </a:lnTo>
                <a:lnTo>
                  <a:pt x="17074" y="20383"/>
                </a:lnTo>
                <a:lnTo>
                  <a:pt x="17024" y="20383"/>
                </a:lnTo>
              </a:path>
              <a:path w="21600" h="21600">
                <a:moveTo>
                  <a:pt x="11605" y="20280"/>
                </a:moveTo>
                <a:lnTo>
                  <a:pt x="11655" y="20280"/>
                </a:lnTo>
                <a:lnTo>
                  <a:pt x="11655" y="20383"/>
                </a:lnTo>
                <a:lnTo>
                  <a:pt x="11605" y="20383"/>
                </a:lnTo>
              </a:path>
              <a:path w="21600" h="21600">
                <a:moveTo>
                  <a:pt x="9944" y="20280"/>
                </a:moveTo>
                <a:lnTo>
                  <a:pt x="9994" y="20280"/>
                </a:lnTo>
                <a:lnTo>
                  <a:pt x="9994" y="20383"/>
                </a:lnTo>
                <a:lnTo>
                  <a:pt x="9944" y="20383"/>
                </a:lnTo>
              </a:path>
              <a:path w="21600" h="21600">
                <a:moveTo>
                  <a:pt x="4525" y="20280"/>
                </a:moveTo>
                <a:lnTo>
                  <a:pt x="4575" y="20280"/>
                </a:lnTo>
                <a:lnTo>
                  <a:pt x="4575" y="20383"/>
                </a:lnTo>
                <a:lnTo>
                  <a:pt x="4525" y="20383"/>
                </a:lnTo>
              </a:path>
              <a:path w="21600" h="21600">
                <a:moveTo>
                  <a:pt x="21100" y="20279"/>
                </a:moveTo>
                <a:lnTo>
                  <a:pt x="21143" y="20279"/>
                </a:lnTo>
                <a:lnTo>
                  <a:pt x="21143" y="20367"/>
                </a:lnTo>
                <a:lnTo>
                  <a:pt x="21100" y="20367"/>
                </a:lnTo>
              </a:path>
              <a:path w="21600" h="21600">
                <a:moveTo>
                  <a:pt x="10398" y="20279"/>
                </a:moveTo>
                <a:lnTo>
                  <a:pt x="10445" y="20279"/>
                </a:lnTo>
                <a:lnTo>
                  <a:pt x="10445" y="20375"/>
                </a:lnTo>
                <a:lnTo>
                  <a:pt x="10398" y="20375"/>
                </a:lnTo>
              </a:path>
              <a:path w="21600" h="21600">
                <a:moveTo>
                  <a:pt x="3622" y="20279"/>
                </a:moveTo>
                <a:lnTo>
                  <a:pt x="3665" y="20279"/>
                </a:lnTo>
                <a:lnTo>
                  <a:pt x="3665" y="20367"/>
                </a:lnTo>
                <a:lnTo>
                  <a:pt x="3622" y="20367"/>
                </a:lnTo>
              </a:path>
              <a:path w="21600" h="21600">
                <a:moveTo>
                  <a:pt x="20490" y="20268"/>
                </a:moveTo>
                <a:lnTo>
                  <a:pt x="20545" y="20268"/>
                </a:lnTo>
                <a:lnTo>
                  <a:pt x="20545" y="20382"/>
                </a:lnTo>
                <a:lnTo>
                  <a:pt x="20490" y="20382"/>
                </a:lnTo>
              </a:path>
              <a:path w="21600" h="21600">
                <a:moveTo>
                  <a:pt x="15071" y="20268"/>
                </a:moveTo>
                <a:lnTo>
                  <a:pt x="15126" y="20268"/>
                </a:lnTo>
                <a:lnTo>
                  <a:pt x="15126" y="20382"/>
                </a:lnTo>
                <a:lnTo>
                  <a:pt x="15071" y="20382"/>
                </a:lnTo>
              </a:path>
              <a:path w="21600" h="21600">
                <a:moveTo>
                  <a:pt x="6473" y="20268"/>
                </a:moveTo>
                <a:lnTo>
                  <a:pt x="6528" y="20268"/>
                </a:lnTo>
                <a:lnTo>
                  <a:pt x="6528" y="20382"/>
                </a:lnTo>
                <a:lnTo>
                  <a:pt x="6473" y="20382"/>
                </a:lnTo>
              </a:path>
              <a:path w="21600" h="21600">
                <a:moveTo>
                  <a:pt x="10847" y="20264"/>
                </a:moveTo>
                <a:lnTo>
                  <a:pt x="10903" y="20264"/>
                </a:lnTo>
                <a:lnTo>
                  <a:pt x="10903" y="20377"/>
                </a:lnTo>
                <a:lnTo>
                  <a:pt x="10847" y="20377"/>
                </a:lnTo>
              </a:path>
              <a:path w="21600" h="21600">
                <a:moveTo>
                  <a:pt x="14172" y="20263"/>
                </a:moveTo>
                <a:lnTo>
                  <a:pt x="14213" y="20263"/>
                </a:lnTo>
                <a:lnTo>
                  <a:pt x="14213" y="20348"/>
                </a:lnTo>
                <a:lnTo>
                  <a:pt x="14172" y="20348"/>
                </a:lnTo>
              </a:path>
              <a:path w="21600" h="21600">
                <a:moveTo>
                  <a:pt x="7999" y="20257"/>
                </a:moveTo>
                <a:lnTo>
                  <a:pt x="8021" y="20257"/>
                </a:lnTo>
                <a:lnTo>
                  <a:pt x="8021" y="20302"/>
                </a:lnTo>
                <a:lnTo>
                  <a:pt x="7999" y="20302"/>
                </a:lnTo>
              </a:path>
              <a:path w="21600" h="21600">
                <a:moveTo>
                  <a:pt x="19441" y="20245"/>
                </a:moveTo>
                <a:lnTo>
                  <a:pt x="19479" y="20245"/>
                </a:lnTo>
                <a:lnTo>
                  <a:pt x="19479" y="20322"/>
                </a:lnTo>
                <a:lnTo>
                  <a:pt x="19441" y="20322"/>
                </a:lnTo>
              </a:path>
              <a:path w="21600" h="21600">
                <a:moveTo>
                  <a:pt x="18086" y="20238"/>
                </a:moveTo>
                <a:lnTo>
                  <a:pt x="18126" y="20238"/>
                </a:lnTo>
                <a:lnTo>
                  <a:pt x="18126" y="20319"/>
                </a:lnTo>
                <a:lnTo>
                  <a:pt x="18086" y="20319"/>
                </a:lnTo>
              </a:path>
              <a:path w="21600" h="21600">
                <a:moveTo>
                  <a:pt x="16722" y="20222"/>
                </a:moveTo>
                <a:lnTo>
                  <a:pt x="16772" y="20222"/>
                </a:lnTo>
                <a:lnTo>
                  <a:pt x="16772" y="20325"/>
                </a:lnTo>
                <a:lnTo>
                  <a:pt x="16722" y="20325"/>
                </a:lnTo>
              </a:path>
              <a:path w="21600" h="21600">
                <a:moveTo>
                  <a:pt x="14016" y="20222"/>
                </a:moveTo>
                <a:lnTo>
                  <a:pt x="14066" y="20222"/>
                </a:lnTo>
                <a:lnTo>
                  <a:pt x="14066" y="20325"/>
                </a:lnTo>
                <a:lnTo>
                  <a:pt x="14016" y="20325"/>
                </a:lnTo>
              </a:path>
              <a:path w="21600" h="21600">
                <a:moveTo>
                  <a:pt x="11303" y="20222"/>
                </a:moveTo>
                <a:lnTo>
                  <a:pt x="11353" y="20222"/>
                </a:lnTo>
                <a:lnTo>
                  <a:pt x="11353" y="20325"/>
                </a:lnTo>
                <a:lnTo>
                  <a:pt x="11303" y="20325"/>
                </a:lnTo>
              </a:path>
              <a:path w="21600" h="21600">
                <a:moveTo>
                  <a:pt x="10245" y="20222"/>
                </a:moveTo>
                <a:lnTo>
                  <a:pt x="10296" y="20222"/>
                </a:lnTo>
                <a:lnTo>
                  <a:pt x="10296" y="20325"/>
                </a:lnTo>
                <a:lnTo>
                  <a:pt x="10245" y="20325"/>
                </a:lnTo>
              </a:path>
              <a:path w="21600" h="21600">
                <a:moveTo>
                  <a:pt x="7532" y="20222"/>
                </a:moveTo>
                <a:lnTo>
                  <a:pt x="7582" y="20222"/>
                </a:lnTo>
                <a:lnTo>
                  <a:pt x="7582" y="20325"/>
                </a:lnTo>
                <a:lnTo>
                  <a:pt x="7532" y="20325"/>
                </a:lnTo>
              </a:path>
              <a:path w="21600" h="21600">
                <a:moveTo>
                  <a:pt x="4827" y="20222"/>
                </a:moveTo>
                <a:lnTo>
                  <a:pt x="4877" y="20222"/>
                </a:lnTo>
                <a:lnTo>
                  <a:pt x="4877" y="20325"/>
                </a:lnTo>
                <a:lnTo>
                  <a:pt x="4827" y="20325"/>
                </a:lnTo>
              </a:path>
              <a:path w="21600" h="21600">
                <a:moveTo>
                  <a:pt x="2114" y="20222"/>
                </a:moveTo>
                <a:lnTo>
                  <a:pt x="2164" y="20222"/>
                </a:lnTo>
                <a:lnTo>
                  <a:pt x="2164" y="20325"/>
                </a:lnTo>
                <a:lnTo>
                  <a:pt x="2114" y="20325"/>
                </a:lnTo>
              </a:path>
              <a:path w="21600" h="21600">
                <a:moveTo>
                  <a:pt x="20348" y="20219"/>
                </a:moveTo>
                <a:lnTo>
                  <a:pt x="20384" y="20219"/>
                </a:lnTo>
                <a:lnTo>
                  <a:pt x="20384" y="20293"/>
                </a:lnTo>
                <a:lnTo>
                  <a:pt x="20348" y="20293"/>
                </a:lnTo>
              </a:path>
              <a:path w="21600" h="21600">
                <a:moveTo>
                  <a:pt x="19283" y="20215"/>
                </a:moveTo>
                <a:lnTo>
                  <a:pt x="19336" y="20215"/>
                </a:lnTo>
                <a:lnTo>
                  <a:pt x="19336" y="20325"/>
                </a:lnTo>
                <a:lnTo>
                  <a:pt x="19283" y="20325"/>
                </a:lnTo>
              </a:path>
              <a:path w="21600" h="21600">
                <a:moveTo>
                  <a:pt x="13864" y="20215"/>
                </a:moveTo>
                <a:lnTo>
                  <a:pt x="13917" y="20215"/>
                </a:lnTo>
                <a:lnTo>
                  <a:pt x="13917" y="20325"/>
                </a:lnTo>
                <a:lnTo>
                  <a:pt x="13864" y="20325"/>
                </a:lnTo>
              </a:path>
              <a:path w="21600" h="21600">
                <a:moveTo>
                  <a:pt x="7681" y="20215"/>
                </a:moveTo>
                <a:lnTo>
                  <a:pt x="7735" y="20215"/>
                </a:lnTo>
                <a:lnTo>
                  <a:pt x="7735" y="20325"/>
                </a:lnTo>
                <a:lnTo>
                  <a:pt x="7681" y="20325"/>
                </a:lnTo>
              </a:path>
              <a:path w="21600" h="21600">
                <a:moveTo>
                  <a:pt x="2263" y="20215"/>
                </a:moveTo>
                <a:lnTo>
                  <a:pt x="2316" y="20215"/>
                </a:lnTo>
                <a:lnTo>
                  <a:pt x="2316" y="20325"/>
                </a:lnTo>
                <a:lnTo>
                  <a:pt x="2263" y="20325"/>
                </a:lnTo>
              </a:path>
              <a:path w="21600" h="21600">
                <a:moveTo>
                  <a:pt x="1658" y="20188"/>
                </a:moveTo>
                <a:lnTo>
                  <a:pt x="1713" y="20188"/>
                </a:lnTo>
                <a:lnTo>
                  <a:pt x="1713" y="20301"/>
                </a:lnTo>
                <a:lnTo>
                  <a:pt x="1658" y="20301"/>
                </a:lnTo>
              </a:path>
              <a:path w="21600" h="21600">
                <a:moveTo>
                  <a:pt x="20947" y="20172"/>
                </a:moveTo>
                <a:lnTo>
                  <a:pt x="20994" y="20172"/>
                </a:lnTo>
                <a:lnTo>
                  <a:pt x="20994" y="20268"/>
                </a:lnTo>
                <a:lnTo>
                  <a:pt x="20947" y="20268"/>
                </a:lnTo>
              </a:path>
              <a:path w="21600" h="21600">
                <a:moveTo>
                  <a:pt x="18234" y="20172"/>
                </a:moveTo>
                <a:lnTo>
                  <a:pt x="18280" y="20172"/>
                </a:lnTo>
                <a:lnTo>
                  <a:pt x="18280" y="20268"/>
                </a:lnTo>
                <a:lnTo>
                  <a:pt x="18234" y="20268"/>
                </a:lnTo>
              </a:path>
              <a:path w="21600" h="21600">
                <a:moveTo>
                  <a:pt x="15528" y="20172"/>
                </a:moveTo>
                <a:lnTo>
                  <a:pt x="15575" y="20172"/>
                </a:lnTo>
                <a:lnTo>
                  <a:pt x="15575" y="20268"/>
                </a:lnTo>
                <a:lnTo>
                  <a:pt x="15528" y="20268"/>
                </a:lnTo>
              </a:path>
              <a:path w="21600" h="21600">
                <a:moveTo>
                  <a:pt x="12815" y="20172"/>
                </a:moveTo>
                <a:lnTo>
                  <a:pt x="12861" y="20172"/>
                </a:lnTo>
                <a:lnTo>
                  <a:pt x="12861" y="20268"/>
                </a:lnTo>
                <a:lnTo>
                  <a:pt x="12815" y="20268"/>
                </a:lnTo>
              </a:path>
              <a:path w="21600" h="21600">
                <a:moveTo>
                  <a:pt x="6024" y="20172"/>
                </a:moveTo>
                <a:lnTo>
                  <a:pt x="6071" y="20172"/>
                </a:lnTo>
                <a:lnTo>
                  <a:pt x="6071" y="20268"/>
                </a:lnTo>
                <a:lnTo>
                  <a:pt x="6024" y="20268"/>
                </a:lnTo>
              </a:path>
              <a:path w="21600" h="21600">
                <a:moveTo>
                  <a:pt x="3319" y="20172"/>
                </a:moveTo>
                <a:lnTo>
                  <a:pt x="3365" y="20172"/>
                </a:lnTo>
                <a:lnTo>
                  <a:pt x="3365" y="20268"/>
                </a:lnTo>
                <a:lnTo>
                  <a:pt x="3319" y="20268"/>
                </a:lnTo>
              </a:path>
              <a:path w="21600" h="21600">
                <a:moveTo>
                  <a:pt x="605" y="20172"/>
                </a:moveTo>
                <a:lnTo>
                  <a:pt x="652" y="20172"/>
                </a:lnTo>
                <a:lnTo>
                  <a:pt x="652" y="20268"/>
                </a:lnTo>
                <a:lnTo>
                  <a:pt x="605" y="20268"/>
                </a:lnTo>
              </a:path>
              <a:path w="21600" h="21600">
                <a:moveTo>
                  <a:pt x="11157" y="20172"/>
                </a:moveTo>
                <a:lnTo>
                  <a:pt x="11197" y="20172"/>
                </a:lnTo>
                <a:lnTo>
                  <a:pt x="11197" y="20253"/>
                </a:lnTo>
                <a:lnTo>
                  <a:pt x="11157" y="20253"/>
                </a:lnTo>
              </a:path>
              <a:path w="21600" h="21600">
                <a:moveTo>
                  <a:pt x="12067" y="20164"/>
                </a:moveTo>
                <a:lnTo>
                  <a:pt x="12099" y="20164"/>
                </a:lnTo>
                <a:lnTo>
                  <a:pt x="12099" y="20231"/>
                </a:lnTo>
                <a:lnTo>
                  <a:pt x="12067" y="20231"/>
                </a:lnTo>
              </a:path>
              <a:path w="21600" h="21600">
                <a:moveTo>
                  <a:pt x="17629" y="20155"/>
                </a:moveTo>
                <a:lnTo>
                  <a:pt x="17677" y="20155"/>
                </a:lnTo>
                <a:lnTo>
                  <a:pt x="17677" y="20254"/>
                </a:lnTo>
                <a:lnTo>
                  <a:pt x="17629" y="20254"/>
                </a:lnTo>
              </a:path>
              <a:path w="21600" h="21600">
                <a:moveTo>
                  <a:pt x="14923" y="20155"/>
                </a:moveTo>
                <a:lnTo>
                  <a:pt x="14971" y="20155"/>
                </a:lnTo>
                <a:lnTo>
                  <a:pt x="14971" y="20254"/>
                </a:lnTo>
                <a:lnTo>
                  <a:pt x="14923" y="20254"/>
                </a:lnTo>
              </a:path>
              <a:path w="21600" h="21600">
                <a:moveTo>
                  <a:pt x="12210" y="20155"/>
                </a:moveTo>
                <a:lnTo>
                  <a:pt x="12258" y="20155"/>
                </a:lnTo>
                <a:lnTo>
                  <a:pt x="12258" y="20254"/>
                </a:lnTo>
                <a:lnTo>
                  <a:pt x="12210" y="20254"/>
                </a:lnTo>
              </a:path>
              <a:path w="21600" h="21600">
                <a:moveTo>
                  <a:pt x="9340" y="20155"/>
                </a:moveTo>
                <a:lnTo>
                  <a:pt x="9389" y="20155"/>
                </a:lnTo>
                <a:lnTo>
                  <a:pt x="9389" y="20254"/>
                </a:lnTo>
                <a:lnTo>
                  <a:pt x="9340" y="20254"/>
                </a:lnTo>
              </a:path>
              <a:path w="21600" h="21600">
                <a:moveTo>
                  <a:pt x="3922" y="20155"/>
                </a:moveTo>
                <a:lnTo>
                  <a:pt x="3970" y="20155"/>
                </a:lnTo>
                <a:lnTo>
                  <a:pt x="3970" y="20254"/>
                </a:lnTo>
                <a:lnTo>
                  <a:pt x="3922" y="20254"/>
                </a:lnTo>
              </a:path>
              <a:path w="21600" h="21600">
                <a:moveTo>
                  <a:pt x="1209" y="20155"/>
                </a:moveTo>
                <a:lnTo>
                  <a:pt x="1257" y="20155"/>
                </a:lnTo>
                <a:lnTo>
                  <a:pt x="1257" y="20254"/>
                </a:lnTo>
                <a:lnTo>
                  <a:pt x="1209" y="20254"/>
                </a:lnTo>
              </a:path>
              <a:path w="21600" h="21600">
                <a:moveTo>
                  <a:pt x="8746" y="20152"/>
                </a:moveTo>
                <a:lnTo>
                  <a:pt x="8775" y="20152"/>
                </a:lnTo>
                <a:lnTo>
                  <a:pt x="8775" y="20212"/>
                </a:lnTo>
                <a:lnTo>
                  <a:pt x="8746" y="20212"/>
                </a:lnTo>
              </a:path>
              <a:path w="21600" h="21600">
                <a:moveTo>
                  <a:pt x="4373" y="20149"/>
                </a:moveTo>
                <a:lnTo>
                  <a:pt x="4425" y="20149"/>
                </a:lnTo>
                <a:lnTo>
                  <a:pt x="4425" y="20255"/>
                </a:lnTo>
                <a:lnTo>
                  <a:pt x="4373" y="20255"/>
                </a:lnTo>
              </a:path>
              <a:path w="21600" h="21600">
                <a:moveTo>
                  <a:pt x="20040" y="20147"/>
                </a:moveTo>
                <a:lnTo>
                  <a:pt x="20089" y="20147"/>
                </a:lnTo>
                <a:lnTo>
                  <a:pt x="20089" y="20246"/>
                </a:lnTo>
                <a:lnTo>
                  <a:pt x="20040" y="20246"/>
                </a:lnTo>
              </a:path>
              <a:path w="21600" h="21600">
                <a:moveTo>
                  <a:pt x="17327" y="20147"/>
                </a:moveTo>
                <a:lnTo>
                  <a:pt x="17375" y="20147"/>
                </a:lnTo>
                <a:lnTo>
                  <a:pt x="17375" y="20246"/>
                </a:lnTo>
                <a:lnTo>
                  <a:pt x="17327" y="20246"/>
                </a:lnTo>
              </a:path>
              <a:path w="21600" h="21600">
                <a:moveTo>
                  <a:pt x="11908" y="20147"/>
                </a:moveTo>
                <a:lnTo>
                  <a:pt x="11956" y="20147"/>
                </a:lnTo>
                <a:lnTo>
                  <a:pt x="11956" y="20246"/>
                </a:lnTo>
                <a:lnTo>
                  <a:pt x="11908" y="20246"/>
                </a:lnTo>
              </a:path>
              <a:path w="21600" h="21600">
                <a:moveTo>
                  <a:pt x="9642" y="20147"/>
                </a:moveTo>
                <a:lnTo>
                  <a:pt x="9691" y="20147"/>
                </a:lnTo>
                <a:lnTo>
                  <a:pt x="9691" y="20246"/>
                </a:lnTo>
                <a:lnTo>
                  <a:pt x="9642" y="20246"/>
                </a:lnTo>
              </a:path>
              <a:path w="21600" h="21600">
                <a:moveTo>
                  <a:pt x="6929" y="20147"/>
                </a:moveTo>
                <a:lnTo>
                  <a:pt x="6978" y="20147"/>
                </a:lnTo>
                <a:lnTo>
                  <a:pt x="6978" y="20246"/>
                </a:lnTo>
                <a:lnTo>
                  <a:pt x="6929" y="20246"/>
                </a:lnTo>
              </a:path>
              <a:path w="21600" h="21600">
                <a:moveTo>
                  <a:pt x="4224" y="20147"/>
                </a:moveTo>
                <a:lnTo>
                  <a:pt x="4272" y="20147"/>
                </a:lnTo>
                <a:lnTo>
                  <a:pt x="4272" y="20246"/>
                </a:lnTo>
                <a:lnTo>
                  <a:pt x="4224" y="20246"/>
                </a:lnTo>
              </a:path>
              <a:path w="21600" h="21600">
                <a:moveTo>
                  <a:pt x="1510" y="20147"/>
                </a:moveTo>
                <a:lnTo>
                  <a:pt x="1559" y="20147"/>
                </a:lnTo>
                <a:lnTo>
                  <a:pt x="1559" y="20246"/>
                </a:lnTo>
                <a:lnTo>
                  <a:pt x="1510" y="20246"/>
                </a:lnTo>
              </a:path>
              <a:path w="21600" h="21600">
                <a:moveTo>
                  <a:pt x="3171" y="20143"/>
                </a:moveTo>
                <a:lnTo>
                  <a:pt x="3211" y="20143"/>
                </a:lnTo>
                <a:lnTo>
                  <a:pt x="3211" y="20224"/>
                </a:lnTo>
                <a:lnTo>
                  <a:pt x="3171" y="20224"/>
                </a:lnTo>
              </a:path>
              <a:path w="21600" h="21600">
                <a:moveTo>
                  <a:pt x="19742" y="20142"/>
                </a:moveTo>
                <a:lnTo>
                  <a:pt x="19783" y="20142"/>
                </a:lnTo>
                <a:lnTo>
                  <a:pt x="19783" y="20226"/>
                </a:lnTo>
                <a:lnTo>
                  <a:pt x="19742" y="20226"/>
                </a:lnTo>
              </a:path>
              <a:path w="21600" h="21600">
                <a:moveTo>
                  <a:pt x="18987" y="20142"/>
                </a:moveTo>
                <a:lnTo>
                  <a:pt x="19028" y="20142"/>
                </a:lnTo>
                <a:lnTo>
                  <a:pt x="19028" y="20226"/>
                </a:lnTo>
                <a:lnTo>
                  <a:pt x="18987" y="20226"/>
                </a:lnTo>
              </a:path>
              <a:path w="21600" h="21600">
                <a:moveTo>
                  <a:pt x="14323" y="20142"/>
                </a:moveTo>
                <a:lnTo>
                  <a:pt x="14364" y="20142"/>
                </a:lnTo>
                <a:lnTo>
                  <a:pt x="14364" y="20226"/>
                </a:lnTo>
                <a:lnTo>
                  <a:pt x="14323" y="20226"/>
                </a:lnTo>
              </a:path>
              <a:path w="21600" h="21600">
                <a:moveTo>
                  <a:pt x="13568" y="20142"/>
                </a:moveTo>
                <a:lnTo>
                  <a:pt x="13609" y="20142"/>
                </a:lnTo>
                <a:lnTo>
                  <a:pt x="13609" y="20226"/>
                </a:lnTo>
                <a:lnTo>
                  <a:pt x="13568" y="20226"/>
                </a:lnTo>
              </a:path>
              <a:path w="21600" h="21600">
                <a:moveTo>
                  <a:pt x="1816" y="20142"/>
                </a:moveTo>
                <a:lnTo>
                  <a:pt x="1857" y="20142"/>
                </a:lnTo>
                <a:lnTo>
                  <a:pt x="1857" y="20226"/>
                </a:lnTo>
                <a:lnTo>
                  <a:pt x="1816" y="20226"/>
                </a:lnTo>
              </a:path>
              <a:path w="21600" h="21600">
                <a:moveTo>
                  <a:pt x="21545" y="20141"/>
                </a:moveTo>
                <a:lnTo>
                  <a:pt x="21594" y="20141"/>
                </a:lnTo>
                <a:lnTo>
                  <a:pt x="21594" y="20240"/>
                </a:lnTo>
                <a:lnTo>
                  <a:pt x="21545" y="20240"/>
                </a:lnTo>
              </a:path>
              <a:path w="21600" h="21600">
                <a:moveTo>
                  <a:pt x="5" y="20141"/>
                </a:moveTo>
                <a:lnTo>
                  <a:pt x="53" y="20141"/>
                </a:lnTo>
                <a:lnTo>
                  <a:pt x="53" y="20240"/>
                </a:lnTo>
                <a:lnTo>
                  <a:pt x="5" y="20240"/>
                </a:lnTo>
              </a:path>
              <a:path w="21600" h="21600">
                <a:moveTo>
                  <a:pt x="20642" y="20136"/>
                </a:moveTo>
                <a:lnTo>
                  <a:pt x="20694" y="20136"/>
                </a:lnTo>
                <a:lnTo>
                  <a:pt x="20694" y="20242"/>
                </a:lnTo>
                <a:lnTo>
                  <a:pt x="20642" y="20242"/>
                </a:lnTo>
              </a:path>
              <a:path w="21600" h="21600">
                <a:moveTo>
                  <a:pt x="19133" y="20136"/>
                </a:moveTo>
                <a:lnTo>
                  <a:pt x="19184" y="20136"/>
                </a:lnTo>
                <a:lnTo>
                  <a:pt x="19184" y="20242"/>
                </a:lnTo>
                <a:lnTo>
                  <a:pt x="19133" y="20242"/>
                </a:lnTo>
              </a:path>
              <a:path w="21600" h="21600">
                <a:moveTo>
                  <a:pt x="18684" y="20136"/>
                </a:moveTo>
                <a:lnTo>
                  <a:pt x="18736" y="20136"/>
                </a:lnTo>
                <a:lnTo>
                  <a:pt x="18736" y="20242"/>
                </a:lnTo>
                <a:lnTo>
                  <a:pt x="18684" y="20242"/>
                </a:lnTo>
              </a:path>
              <a:path w="21600" h="21600">
                <a:moveTo>
                  <a:pt x="18382" y="20136"/>
                </a:moveTo>
                <a:lnTo>
                  <a:pt x="18434" y="20136"/>
                </a:lnTo>
                <a:lnTo>
                  <a:pt x="18434" y="20242"/>
                </a:lnTo>
                <a:lnTo>
                  <a:pt x="18382" y="20242"/>
                </a:lnTo>
              </a:path>
              <a:path w="21600" h="21600">
                <a:moveTo>
                  <a:pt x="17929" y="20136"/>
                </a:moveTo>
                <a:lnTo>
                  <a:pt x="17981" y="20136"/>
                </a:lnTo>
                <a:lnTo>
                  <a:pt x="17981" y="20242"/>
                </a:lnTo>
                <a:lnTo>
                  <a:pt x="17929" y="20242"/>
                </a:lnTo>
              </a:path>
              <a:path w="21600" h="21600">
                <a:moveTo>
                  <a:pt x="16419" y="20136"/>
                </a:moveTo>
                <a:lnTo>
                  <a:pt x="16471" y="20136"/>
                </a:lnTo>
                <a:lnTo>
                  <a:pt x="16471" y="20242"/>
                </a:lnTo>
                <a:lnTo>
                  <a:pt x="16419" y="20242"/>
                </a:lnTo>
              </a:path>
              <a:path w="21600" h="21600">
                <a:moveTo>
                  <a:pt x="15978" y="20136"/>
                </a:moveTo>
                <a:lnTo>
                  <a:pt x="16030" y="20136"/>
                </a:lnTo>
                <a:lnTo>
                  <a:pt x="16030" y="20242"/>
                </a:lnTo>
                <a:lnTo>
                  <a:pt x="15978" y="20242"/>
                </a:lnTo>
              </a:path>
              <a:path w="21600" h="21600">
                <a:moveTo>
                  <a:pt x="15676" y="20136"/>
                </a:moveTo>
                <a:lnTo>
                  <a:pt x="15728" y="20136"/>
                </a:lnTo>
                <a:lnTo>
                  <a:pt x="15728" y="20242"/>
                </a:lnTo>
                <a:lnTo>
                  <a:pt x="15676" y="20242"/>
                </a:lnTo>
              </a:path>
              <a:path w="21600" h="21600">
                <a:moveTo>
                  <a:pt x="15223" y="20136"/>
                </a:moveTo>
                <a:lnTo>
                  <a:pt x="15275" y="20136"/>
                </a:lnTo>
                <a:lnTo>
                  <a:pt x="15275" y="20242"/>
                </a:lnTo>
                <a:lnTo>
                  <a:pt x="15223" y="20242"/>
                </a:lnTo>
              </a:path>
              <a:path w="21600" h="21600">
                <a:moveTo>
                  <a:pt x="13713" y="20136"/>
                </a:moveTo>
                <a:lnTo>
                  <a:pt x="13765" y="20136"/>
                </a:lnTo>
                <a:lnTo>
                  <a:pt x="13765" y="20242"/>
                </a:lnTo>
                <a:lnTo>
                  <a:pt x="13713" y="20242"/>
                </a:lnTo>
              </a:path>
              <a:path w="21600" h="21600">
                <a:moveTo>
                  <a:pt x="13265" y="20136"/>
                </a:moveTo>
                <a:lnTo>
                  <a:pt x="13317" y="20136"/>
                </a:lnTo>
                <a:lnTo>
                  <a:pt x="13317" y="20242"/>
                </a:lnTo>
                <a:lnTo>
                  <a:pt x="13265" y="20242"/>
                </a:lnTo>
              </a:path>
              <a:path w="21600" h="21600">
                <a:moveTo>
                  <a:pt x="12963" y="20136"/>
                </a:moveTo>
                <a:lnTo>
                  <a:pt x="13015" y="20136"/>
                </a:lnTo>
                <a:lnTo>
                  <a:pt x="13015" y="20242"/>
                </a:lnTo>
                <a:lnTo>
                  <a:pt x="12963" y="20242"/>
                </a:lnTo>
              </a:path>
              <a:path w="21600" h="21600">
                <a:moveTo>
                  <a:pt x="12510" y="20136"/>
                </a:moveTo>
                <a:lnTo>
                  <a:pt x="12562" y="20136"/>
                </a:lnTo>
                <a:lnTo>
                  <a:pt x="12562" y="20242"/>
                </a:lnTo>
                <a:lnTo>
                  <a:pt x="12510" y="20242"/>
                </a:lnTo>
              </a:path>
              <a:path w="21600" h="21600">
                <a:moveTo>
                  <a:pt x="11000" y="20136"/>
                </a:moveTo>
                <a:lnTo>
                  <a:pt x="11052" y="20136"/>
                </a:lnTo>
                <a:lnTo>
                  <a:pt x="11052" y="20242"/>
                </a:lnTo>
                <a:lnTo>
                  <a:pt x="11000" y="20242"/>
                </a:lnTo>
              </a:path>
              <a:path w="21600" h="21600">
                <a:moveTo>
                  <a:pt x="9037" y="20136"/>
                </a:moveTo>
                <a:lnTo>
                  <a:pt x="9089" y="20136"/>
                </a:lnTo>
                <a:lnTo>
                  <a:pt x="9089" y="20242"/>
                </a:lnTo>
                <a:lnTo>
                  <a:pt x="9037" y="20242"/>
                </a:lnTo>
              </a:path>
              <a:path w="21600" h="21600">
                <a:moveTo>
                  <a:pt x="8584" y="20136"/>
                </a:moveTo>
                <a:lnTo>
                  <a:pt x="8636" y="20136"/>
                </a:lnTo>
                <a:lnTo>
                  <a:pt x="8636" y="20242"/>
                </a:lnTo>
                <a:lnTo>
                  <a:pt x="8584" y="20242"/>
                </a:lnTo>
              </a:path>
              <a:path w="21600" h="21600">
                <a:moveTo>
                  <a:pt x="8282" y="20136"/>
                </a:moveTo>
                <a:lnTo>
                  <a:pt x="8334" y="20136"/>
                </a:lnTo>
                <a:lnTo>
                  <a:pt x="8334" y="20242"/>
                </a:lnTo>
                <a:lnTo>
                  <a:pt x="8282" y="20242"/>
                </a:lnTo>
              </a:path>
              <a:path w="21600" h="21600">
                <a:moveTo>
                  <a:pt x="7833" y="20136"/>
                </a:moveTo>
                <a:lnTo>
                  <a:pt x="7885" y="20136"/>
                </a:lnTo>
                <a:lnTo>
                  <a:pt x="7885" y="20242"/>
                </a:lnTo>
                <a:lnTo>
                  <a:pt x="7833" y="20242"/>
                </a:lnTo>
              </a:path>
              <a:path w="21600" h="21600">
                <a:moveTo>
                  <a:pt x="6324" y="20136"/>
                </a:moveTo>
                <a:lnTo>
                  <a:pt x="6375" y="20136"/>
                </a:lnTo>
                <a:lnTo>
                  <a:pt x="6375" y="20242"/>
                </a:lnTo>
                <a:lnTo>
                  <a:pt x="6324" y="20242"/>
                </a:lnTo>
              </a:path>
              <a:path w="21600" h="21600">
                <a:moveTo>
                  <a:pt x="5871" y="20136"/>
                </a:moveTo>
                <a:lnTo>
                  <a:pt x="5923" y="20136"/>
                </a:lnTo>
                <a:lnTo>
                  <a:pt x="5923" y="20242"/>
                </a:lnTo>
                <a:lnTo>
                  <a:pt x="5871" y="20242"/>
                </a:lnTo>
              </a:path>
              <a:path w="21600" h="21600">
                <a:moveTo>
                  <a:pt x="5569" y="20136"/>
                </a:moveTo>
                <a:lnTo>
                  <a:pt x="5621" y="20136"/>
                </a:lnTo>
                <a:lnTo>
                  <a:pt x="5621" y="20242"/>
                </a:lnTo>
                <a:lnTo>
                  <a:pt x="5569" y="20242"/>
                </a:lnTo>
              </a:path>
              <a:path w="21600" h="21600">
                <a:moveTo>
                  <a:pt x="5128" y="20136"/>
                </a:moveTo>
                <a:lnTo>
                  <a:pt x="5180" y="20136"/>
                </a:lnTo>
                <a:lnTo>
                  <a:pt x="5180" y="20242"/>
                </a:lnTo>
                <a:lnTo>
                  <a:pt x="5128" y="20242"/>
                </a:lnTo>
              </a:path>
              <a:path w="21600" h="21600">
                <a:moveTo>
                  <a:pt x="2415" y="20136"/>
                </a:moveTo>
                <a:lnTo>
                  <a:pt x="2466" y="20136"/>
                </a:lnTo>
                <a:lnTo>
                  <a:pt x="2466" y="20242"/>
                </a:lnTo>
                <a:lnTo>
                  <a:pt x="2415" y="20242"/>
                </a:lnTo>
              </a:path>
              <a:path w="21600" h="21600">
                <a:moveTo>
                  <a:pt x="905" y="20136"/>
                </a:moveTo>
                <a:lnTo>
                  <a:pt x="957" y="20136"/>
                </a:lnTo>
                <a:lnTo>
                  <a:pt x="957" y="20242"/>
                </a:lnTo>
                <a:lnTo>
                  <a:pt x="905" y="20242"/>
                </a:lnTo>
              </a:path>
              <a:path w="21600" h="21600">
                <a:moveTo>
                  <a:pt x="452" y="20136"/>
                </a:moveTo>
                <a:lnTo>
                  <a:pt x="504" y="20136"/>
                </a:lnTo>
                <a:lnTo>
                  <a:pt x="504" y="20242"/>
                </a:lnTo>
                <a:lnTo>
                  <a:pt x="452" y="20242"/>
                </a:lnTo>
              </a:path>
              <a:path w="21600" h="21600">
                <a:moveTo>
                  <a:pt x="150" y="20136"/>
                </a:moveTo>
                <a:lnTo>
                  <a:pt x="202" y="20136"/>
                </a:lnTo>
                <a:lnTo>
                  <a:pt x="202" y="20242"/>
                </a:lnTo>
                <a:lnTo>
                  <a:pt x="150" y="20242"/>
                </a:lnTo>
              </a:path>
              <a:path w="21600" h="21600">
                <a:moveTo>
                  <a:pt x="11451" y="20130"/>
                </a:moveTo>
                <a:lnTo>
                  <a:pt x="11508" y="20130"/>
                </a:lnTo>
                <a:lnTo>
                  <a:pt x="11508" y="20247"/>
                </a:lnTo>
                <a:lnTo>
                  <a:pt x="11451" y="20247"/>
                </a:lnTo>
              </a:path>
              <a:path w="21600" h="21600">
                <a:moveTo>
                  <a:pt x="1052" y="20128"/>
                </a:moveTo>
                <a:lnTo>
                  <a:pt x="1111" y="20128"/>
                </a:lnTo>
                <a:lnTo>
                  <a:pt x="1111" y="20249"/>
                </a:lnTo>
                <a:lnTo>
                  <a:pt x="1052" y="20249"/>
                </a:lnTo>
              </a:path>
              <a:path w="21600" h="21600">
                <a:moveTo>
                  <a:pt x="2860" y="20127"/>
                </a:moveTo>
                <a:lnTo>
                  <a:pt x="2917" y="20127"/>
                </a:lnTo>
                <a:lnTo>
                  <a:pt x="2917" y="20244"/>
                </a:lnTo>
                <a:lnTo>
                  <a:pt x="2860" y="20244"/>
                </a:lnTo>
              </a:path>
              <a:path w="21600" h="21600">
                <a:moveTo>
                  <a:pt x="17180" y="20125"/>
                </a:moveTo>
                <a:lnTo>
                  <a:pt x="17220" y="20125"/>
                </a:lnTo>
                <a:lnTo>
                  <a:pt x="17220" y="20207"/>
                </a:lnTo>
                <a:lnTo>
                  <a:pt x="17180" y="20207"/>
                </a:lnTo>
              </a:path>
              <a:path w="21600" h="21600">
                <a:moveTo>
                  <a:pt x="21245" y="20124"/>
                </a:moveTo>
                <a:lnTo>
                  <a:pt x="21299" y="20124"/>
                </a:lnTo>
                <a:lnTo>
                  <a:pt x="21299" y="20233"/>
                </a:lnTo>
                <a:lnTo>
                  <a:pt x="21245" y="20233"/>
                </a:lnTo>
              </a:path>
              <a:path w="21600" h="21600">
                <a:moveTo>
                  <a:pt x="18532" y="20124"/>
                </a:moveTo>
                <a:lnTo>
                  <a:pt x="18586" y="20124"/>
                </a:lnTo>
                <a:lnTo>
                  <a:pt x="18586" y="20233"/>
                </a:lnTo>
                <a:lnTo>
                  <a:pt x="18532" y="20233"/>
                </a:lnTo>
              </a:path>
              <a:path w="21600" h="21600">
                <a:moveTo>
                  <a:pt x="15826" y="20124"/>
                </a:moveTo>
                <a:lnTo>
                  <a:pt x="15880" y="20124"/>
                </a:lnTo>
                <a:lnTo>
                  <a:pt x="15880" y="20233"/>
                </a:lnTo>
                <a:lnTo>
                  <a:pt x="15826" y="20233"/>
                </a:lnTo>
              </a:path>
              <a:path w="21600" h="21600">
                <a:moveTo>
                  <a:pt x="13113" y="20124"/>
                </a:moveTo>
                <a:lnTo>
                  <a:pt x="13167" y="20124"/>
                </a:lnTo>
                <a:lnTo>
                  <a:pt x="13167" y="20233"/>
                </a:lnTo>
                <a:lnTo>
                  <a:pt x="13113" y="20233"/>
                </a:lnTo>
              </a:path>
              <a:path w="21600" h="21600">
                <a:moveTo>
                  <a:pt x="8432" y="20124"/>
                </a:moveTo>
                <a:lnTo>
                  <a:pt x="8485" y="20124"/>
                </a:lnTo>
                <a:lnTo>
                  <a:pt x="8485" y="20233"/>
                </a:lnTo>
                <a:lnTo>
                  <a:pt x="8432" y="20233"/>
                </a:lnTo>
              </a:path>
              <a:path w="21600" h="21600">
                <a:moveTo>
                  <a:pt x="3013" y="20124"/>
                </a:moveTo>
                <a:lnTo>
                  <a:pt x="3067" y="20124"/>
                </a:lnTo>
                <a:lnTo>
                  <a:pt x="3067" y="20233"/>
                </a:lnTo>
                <a:lnTo>
                  <a:pt x="3013" y="20233"/>
                </a:lnTo>
              </a:path>
              <a:path w="21600" h="21600">
                <a:moveTo>
                  <a:pt x="300" y="20124"/>
                </a:moveTo>
                <a:lnTo>
                  <a:pt x="354" y="20124"/>
                </a:lnTo>
                <a:lnTo>
                  <a:pt x="354" y="20233"/>
                </a:lnTo>
                <a:lnTo>
                  <a:pt x="300" y="20233"/>
                </a:lnTo>
              </a:path>
              <a:path w="21600" h="21600">
                <a:moveTo>
                  <a:pt x="12662" y="20113"/>
                </a:moveTo>
                <a:lnTo>
                  <a:pt x="12712" y="20113"/>
                </a:lnTo>
                <a:lnTo>
                  <a:pt x="12712" y="20216"/>
                </a:lnTo>
                <a:lnTo>
                  <a:pt x="12662" y="20216"/>
                </a:lnTo>
              </a:path>
              <a:path w="21600" h="21600">
                <a:moveTo>
                  <a:pt x="8887" y="20113"/>
                </a:moveTo>
                <a:lnTo>
                  <a:pt x="8937" y="20113"/>
                </a:lnTo>
                <a:lnTo>
                  <a:pt x="8937" y="20216"/>
                </a:lnTo>
                <a:lnTo>
                  <a:pt x="8887" y="20216"/>
                </a:lnTo>
              </a:path>
              <a:path w="21600" h="21600">
                <a:moveTo>
                  <a:pt x="3468" y="20113"/>
                </a:moveTo>
                <a:lnTo>
                  <a:pt x="3518" y="20113"/>
                </a:lnTo>
                <a:lnTo>
                  <a:pt x="3518" y="20216"/>
                </a:lnTo>
                <a:lnTo>
                  <a:pt x="3468" y="20216"/>
                </a:lnTo>
              </a:path>
              <a:path w="21600" h="21600">
                <a:moveTo>
                  <a:pt x="6633" y="20109"/>
                </a:moveTo>
                <a:lnTo>
                  <a:pt x="6670" y="20109"/>
                </a:lnTo>
                <a:lnTo>
                  <a:pt x="6670" y="20183"/>
                </a:lnTo>
                <a:lnTo>
                  <a:pt x="6633" y="20183"/>
                </a:lnTo>
              </a:path>
              <a:path w="21600" h="21600">
                <a:moveTo>
                  <a:pt x="8000" y="20108"/>
                </a:moveTo>
                <a:lnTo>
                  <a:pt x="8020" y="20108"/>
                </a:lnTo>
                <a:lnTo>
                  <a:pt x="8020" y="20150"/>
                </a:lnTo>
                <a:lnTo>
                  <a:pt x="8000" y="20150"/>
                </a:lnTo>
              </a:path>
              <a:path w="21600" h="21600">
                <a:moveTo>
                  <a:pt x="756" y="20103"/>
                </a:moveTo>
                <a:lnTo>
                  <a:pt x="803" y="20103"/>
                </a:lnTo>
                <a:lnTo>
                  <a:pt x="803" y="20198"/>
                </a:lnTo>
                <a:lnTo>
                  <a:pt x="756" y="20198"/>
                </a:lnTo>
              </a:path>
              <a:path w="21600" h="21600">
                <a:moveTo>
                  <a:pt x="10399" y="20102"/>
                </a:moveTo>
                <a:lnTo>
                  <a:pt x="10444" y="20102"/>
                </a:lnTo>
                <a:lnTo>
                  <a:pt x="10444" y="20194"/>
                </a:lnTo>
                <a:lnTo>
                  <a:pt x="10399" y="20194"/>
                </a:lnTo>
              </a:path>
              <a:path w="21600" h="21600">
                <a:moveTo>
                  <a:pt x="20792" y="20096"/>
                </a:moveTo>
                <a:lnTo>
                  <a:pt x="20847" y="20096"/>
                </a:lnTo>
                <a:lnTo>
                  <a:pt x="20847" y="20210"/>
                </a:lnTo>
                <a:lnTo>
                  <a:pt x="20792" y="20210"/>
                </a:lnTo>
              </a:path>
              <a:path w="21600" h="21600">
                <a:moveTo>
                  <a:pt x="19585" y="20092"/>
                </a:moveTo>
                <a:lnTo>
                  <a:pt x="19638" y="20092"/>
                </a:lnTo>
                <a:lnTo>
                  <a:pt x="19638" y="20202"/>
                </a:lnTo>
                <a:lnTo>
                  <a:pt x="19585" y="20202"/>
                </a:lnTo>
              </a:path>
              <a:path w="21600" h="21600">
                <a:moveTo>
                  <a:pt x="16871" y="20092"/>
                </a:moveTo>
                <a:lnTo>
                  <a:pt x="16925" y="20092"/>
                </a:lnTo>
                <a:lnTo>
                  <a:pt x="16925" y="20202"/>
                </a:lnTo>
                <a:lnTo>
                  <a:pt x="16871" y="20202"/>
                </a:lnTo>
              </a:path>
              <a:path w="21600" h="21600">
                <a:moveTo>
                  <a:pt x="7380" y="20092"/>
                </a:moveTo>
                <a:lnTo>
                  <a:pt x="7433" y="20092"/>
                </a:lnTo>
                <a:lnTo>
                  <a:pt x="7433" y="20202"/>
                </a:lnTo>
                <a:lnTo>
                  <a:pt x="7380" y="20202"/>
                </a:lnTo>
              </a:path>
              <a:path w="21600" h="21600">
                <a:moveTo>
                  <a:pt x="4674" y="20092"/>
                </a:moveTo>
                <a:lnTo>
                  <a:pt x="4728" y="20092"/>
                </a:lnTo>
                <a:lnTo>
                  <a:pt x="4728" y="20202"/>
                </a:lnTo>
                <a:lnTo>
                  <a:pt x="4674" y="20202"/>
                </a:lnTo>
              </a:path>
              <a:path w="21600" h="21600">
                <a:moveTo>
                  <a:pt x="1961" y="20092"/>
                </a:moveTo>
                <a:lnTo>
                  <a:pt x="2014" y="20092"/>
                </a:lnTo>
                <a:lnTo>
                  <a:pt x="2014" y="20202"/>
                </a:lnTo>
                <a:lnTo>
                  <a:pt x="1961" y="20202"/>
                </a:lnTo>
              </a:path>
              <a:path w="21600" h="21600">
                <a:moveTo>
                  <a:pt x="11753" y="20092"/>
                </a:moveTo>
                <a:lnTo>
                  <a:pt x="11809" y="20092"/>
                </a:lnTo>
                <a:lnTo>
                  <a:pt x="11809" y="20205"/>
                </a:lnTo>
                <a:lnTo>
                  <a:pt x="11753" y="20205"/>
                </a:lnTo>
              </a:path>
              <a:path w="21600" h="21600">
                <a:moveTo>
                  <a:pt x="9790" y="20092"/>
                </a:moveTo>
                <a:lnTo>
                  <a:pt x="9845" y="20092"/>
                </a:lnTo>
                <a:lnTo>
                  <a:pt x="9845" y="20205"/>
                </a:lnTo>
                <a:lnTo>
                  <a:pt x="9790" y="20205"/>
                </a:lnTo>
              </a:path>
              <a:path w="21600" h="21600">
                <a:moveTo>
                  <a:pt x="1364" y="20083"/>
                </a:moveTo>
                <a:lnTo>
                  <a:pt x="1403" y="20083"/>
                </a:lnTo>
                <a:lnTo>
                  <a:pt x="1403" y="20165"/>
                </a:lnTo>
                <a:lnTo>
                  <a:pt x="1364" y="20165"/>
                </a:lnTo>
              </a:path>
              <a:path w="21600" h="21600">
                <a:moveTo>
                  <a:pt x="16270" y="20072"/>
                </a:moveTo>
                <a:lnTo>
                  <a:pt x="16318" y="20072"/>
                </a:lnTo>
                <a:lnTo>
                  <a:pt x="16318" y="20171"/>
                </a:lnTo>
                <a:lnTo>
                  <a:pt x="16270" y="20171"/>
                </a:lnTo>
              </a:path>
              <a:path w="21600" h="21600">
                <a:moveTo>
                  <a:pt x="5281" y="20072"/>
                </a:moveTo>
                <a:lnTo>
                  <a:pt x="5329" y="20072"/>
                </a:lnTo>
                <a:lnTo>
                  <a:pt x="5329" y="20171"/>
                </a:lnTo>
                <a:lnTo>
                  <a:pt x="5281" y="20171"/>
                </a:lnTo>
              </a:path>
              <a:path w="21600" h="21600">
                <a:moveTo>
                  <a:pt x="17025" y="20064"/>
                </a:moveTo>
                <a:lnTo>
                  <a:pt x="17073" y="20064"/>
                </a:lnTo>
                <a:lnTo>
                  <a:pt x="17073" y="20163"/>
                </a:lnTo>
                <a:lnTo>
                  <a:pt x="17025" y="20163"/>
                </a:lnTo>
              </a:path>
              <a:path w="21600" h="21600">
                <a:moveTo>
                  <a:pt x="11606" y="20064"/>
                </a:moveTo>
                <a:lnTo>
                  <a:pt x="11654" y="20064"/>
                </a:lnTo>
                <a:lnTo>
                  <a:pt x="11654" y="20163"/>
                </a:lnTo>
                <a:lnTo>
                  <a:pt x="11606" y="20163"/>
                </a:lnTo>
              </a:path>
              <a:path w="21600" h="21600">
                <a:moveTo>
                  <a:pt x="9944" y="20064"/>
                </a:moveTo>
                <a:lnTo>
                  <a:pt x="9993" y="20064"/>
                </a:lnTo>
                <a:lnTo>
                  <a:pt x="9993" y="20163"/>
                </a:lnTo>
                <a:lnTo>
                  <a:pt x="9944" y="20163"/>
                </a:lnTo>
              </a:path>
              <a:path w="21600" h="21600">
                <a:moveTo>
                  <a:pt x="4526" y="20064"/>
                </a:moveTo>
                <a:lnTo>
                  <a:pt x="4574" y="20064"/>
                </a:lnTo>
                <a:lnTo>
                  <a:pt x="4574" y="20163"/>
                </a:lnTo>
                <a:lnTo>
                  <a:pt x="4526" y="20163"/>
                </a:lnTo>
              </a:path>
              <a:path w="21600" h="21600">
                <a:moveTo>
                  <a:pt x="10551" y="20064"/>
                </a:moveTo>
                <a:lnTo>
                  <a:pt x="10594" y="20064"/>
                </a:lnTo>
                <a:lnTo>
                  <a:pt x="10594" y="20152"/>
                </a:lnTo>
                <a:lnTo>
                  <a:pt x="10551" y="20152"/>
                </a:lnTo>
              </a:path>
              <a:path w="21600" h="21600">
                <a:moveTo>
                  <a:pt x="21403" y="20060"/>
                </a:moveTo>
                <a:lnTo>
                  <a:pt x="21444" y="20060"/>
                </a:lnTo>
                <a:lnTo>
                  <a:pt x="21444" y="20145"/>
                </a:lnTo>
                <a:lnTo>
                  <a:pt x="21403" y="20145"/>
                </a:lnTo>
              </a:path>
              <a:path w="21600" h="21600">
                <a:moveTo>
                  <a:pt x="14466" y="20047"/>
                </a:moveTo>
                <a:lnTo>
                  <a:pt x="14523" y="20047"/>
                </a:lnTo>
                <a:lnTo>
                  <a:pt x="14523" y="20164"/>
                </a:lnTo>
                <a:lnTo>
                  <a:pt x="14466" y="20164"/>
                </a:lnTo>
              </a:path>
              <a:path w="21600" h="21600">
                <a:moveTo>
                  <a:pt x="7076" y="20047"/>
                </a:moveTo>
                <a:lnTo>
                  <a:pt x="7133" y="20047"/>
                </a:lnTo>
                <a:lnTo>
                  <a:pt x="7133" y="20164"/>
                </a:lnTo>
                <a:lnTo>
                  <a:pt x="7076" y="20164"/>
                </a:lnTo>
              </a:path>
              <a:path w="21600" h="21600">
                <a:moveTo>
                  <a:pt x="10100" y="20045"/>
                </a:moveTo>
                <a:lnTo>
                  <a:pt x="10139" y="20045"/>
                </a:lnTo>
                <a:lnTo>
                  <a:pt x="10139" y="20127"/>
                </a:lnTo>
                <a:lnTo>
                  <a:pt x="10100" y="20127"/>
                </a:lnTo>
              </a:path>
              <a:path w="21600" h="21600">
                <a:moveTo>
                  <a:pt x="11158" y="20034"/>
                </a:moveTo>
                <a:lnTo>
                  <a:pt x="11196" y="20034"/>
                </a:lnTo>
                <a:lnTo>
                  <a:pt x="11196" y="20112"/>
                </a:lnTo>
                <a:lnTo>
                  <a:pt x="11158" y="20112"/>
                </a:lnTo>
              </a:path>
              <a:path w="21600" h="21600">
                <a:moveTo>
                  <a:pt x="20189" y="20033"/>
                </a:moveTo>
                <a:lnTo>
                  <a:pt x="20241" y="20033"/>
                </a:lnTo>
                <a:lnTo>
                  <a:pt x="20241" y="20139"/>
                </a:lnTo>
                <a:lnTo>
                  <a:pt x="20189" y="20139"/>
                </a:lnTo>
              </a:path>
              <a:path w="21600" h="21600">
                <a:moveTo>
                  <a:pt x="14770" y="20033"/>
                </a:moveTo>
                <a:lnTo>
                  <a:pt x="14822" y="20033"/>
                </a:lnTo>
                <a:lnTo>
                  <a:pt x="14822" y="20139"/>
                </a:lnTo>
                <a:lnTo>
                  <a:pt x="14770" y="20139"/>
                </a:lnTo>
              </a:path>
              <a:path w="21600" h="21600">
                <a:moveTo>
                  <a:pt x="9490" y="20033"/>
                </a:moveTo>
                <a:lnTo>
                  <a:pt x="9542" y="20033"/>
                </a:lnTo>
                <a:lnTo>
                  <a:pt x="9542" y="20139"/>
                </a:lnTo>
                <a:lnTo>
                  <a:pt x="9490" y="20139"/>
                </a:lnTo>
              </a:path>
              <a:path w="21600" h="21600">
                <a:moveTo>
                  <a:pt x="6777" y="20033"/>
                </a:moveTo>
                <a:lnTo>
                  <a:pt x="6828" y="20033"/>
                </a:lnTo>
                <a:lnTo>
                  <a:pt x="6828" y="20139"/>
                </a:lnTo>
                <a:lnTo>
                  <a:pt x="6777" y="20139"/>
                </a:lnTo>
              </a:path>
              <a:path w="21600" h="21600">
                <a:moveTo>
                  <a:pt x="4071" y="20033"/>
                </a:moveTo>
                <a:lnTo>
                  <a:pt x="4123" y="20033"/>
                </a:lnTo>
                <a:lnTo>
                  <a:pt x="4123" y="20139"/>
                </a:lnTo>
                <a:lnTo>
                  <a:pt x="4071" y="20139"/>
                </a:lnTo>
              </a:path>
              <a:path w="21600" h="21600">
                <a:moveTo>
                  <a:pt x="5723" y="20029"/>
                </a:moveTo>
                <a:lnTo>
                  <a:pt x="5768" y="20029"/>
                </a:lnTo>
                <a:lnTo>
                  <a:pt x="5768" y="20121"/>
                </a:lnTo>
                <a:lnTo>
                  <a:pt x="5723" y="20121"/>
                </a:lnTo>
              </a:path>
              <a:path w="21600" h="21600">
                <a:moveTo>
                  <a:pt x="17490" y="20022"/>
                </a:moveTo>
                <a:lnTo>
                  <a:pt x="17514" y="20022"/>
                </a:lnTo>
                <a:lnTo>
                  <a:pt x="17514" y="20071"/>
                </a:lnTo>
                <a:lnTo>
                  <a:pt x="17490" y="20071"/>
                </a:lnTo>
              </a:path>
              <a:path w="21600" h="21600">
                <a:moveTo>
                  <a:pt x="19442" y="20022"/>
                </a:moveTo>
                <a:lnTo>
                  <a:pt x="19478" y="20022"/>
                </a:lnTo>
                <a:lnTo>
                  <a:pt x="19478" y="20096"/>
                </a:lnTo>
                <a:lnTo>
                  <a:pt x="19442" y="20096"/>
                </a:lnTo>
              </a:path>
              <a:path w="21600" h="21600">
                <a:moveTo>
                  <a:pt x="21101" y="20018"/>
                </a:moveTo>
                <a:lnTo>
                  <a:pt x="21142" y="20018"/>
                </a:lnTo>
                <a:lnTo>
                  <a:pt x="21142" y="20102"/>
                </a:lnTo>
                <a:lnTo>
                  <a:pt x="21101" y="20102"/>
                </a:lnTo>
              </a:path>
              <a:path w="21600" h="21600">
                <a:moveTo>
                  <a:pt x="3623" y="20018"/>
                </a:moveTo>
                <a:lnTo>
                  <a:pt x="3665" y="20018"/>
                </a:lnTo>
                <a:lnTo>
                  <a:pt x="3665" y="20102"/>
                </a:lnTo>
                <a:lnTo>
                  <a:pt x="3623" y="20102"/>
                </a:lnTo>
              </a:path>
              <a:path w="21600" h="21600">
                <a:moveTo>
                  <a:pt x="20349" y="20012"/>
                </a:moveTo>
                <a:lnTo>
                  <a:pt x="20384" y="20012"/>
                </a:lnTo>
                <a:lnTo>
                  <a:pt x="20384" y="20082"/>
                </a:lnTo>
                <a:lnTo>
                  <a:pt x="20349" y="20082"/>
                </a:lnTo>
              </a:path>
              <a:path w="21600" h="21600">
                <a:moveTo>
                  <a:pt x="18087" y="20003"/>
                </a:moveTo>
                <a:lnTo>
                  <a:pt x="18125" y="20003"/>
                </a:lnTo>
                <a:lnTo>
                  <a:pt x="18125" y="20081"/>
                </a:lnTo>
                <a:lnTo>
                  <a:pt x="18087" y="20081"/>
                </a:lnTo>
              </a:path>
              <a:path w="21600" h="21600">
                <a:moveTo>
                  <a:pt x="16723" y="20000"/>
                </a:moveTo>
                <a:lnTo>
                  <a:pt x="16771" y="20000"/>
                </a:lnTo>
                <a:lnTo>
                  <a:pt x="16771" y="20099"/>
                </a:lnTo>
                <a:lnTo>
                  <a:pt x="16723" y="20099"/>
                </a:lnTo>
              </a:path>
              <a:path w="21600" h="21600">
                <a:moveTo>
                  <a:pt x="14017" y="20000"/>
                </a:moveTo>
                <a:lnTo>
                  <a:pt x="14066" y="20000"/>
                </a:lnTo>
                <a:lnTo>
                  <a:pt x="14066" y="20099"/>
                </a:lnTo>
                <a:lnTo>
                  <a:pt x="14017" y="20099"/>
                </a:lnTo>
              </a:path>
              <a:path w="21600" h="21600">
                <a:moveTo>
                  <a:pt x="11304" y="20000"/>
                </a:moveTo>
                <a:lnTo>
                  <a:pt x="11352" y="20000"/>
                </a:lnTo>
                <a:lnTo>
                  <a:pt x="11352" y="20099"/>
                </a:lnTo>
                <a:lnTo>
                  <a:pt x="11304" y="20099"/>
                </a:lnTo>
              </a:path>
              <a:path w="21600" h="21600">
                <a:moveTo>
                  <a:pt x="10246" y="20000"/>
                </a:moveTo>
                <a:lnTo>
                  <a:pt x="10295" y="20000"/>
                </a:lnTo>
                <a:lnTo>
                  <a:pt x="10295" y="20099"/>
                </a:lnTo>
                <a:lnTo>
                  <a:pt x="10246" y="20099"/>
                </a:lnTo>
              </a:path>
              <a:path w="21600" h="21600">
                <a:moveTo>
                  <a:pt x="7533" y="20000"/>
                </a:moveTo>
                <a:lnTo>
                  <a:pt x="7581" y="20000"/>
                </a:lnTo>
                <a:lnTo>
                  <a:pt x="7581" y="20099"/>
                </a:lnTo>
                <a:lnTo>
                  <a:pt x="7533" y="20099"/>
                </a:lnTo>
              </a:path>
              <a:path w="21600" h="21600">
                <a:moveTo>
                  <a:pt x="4828" y="20000"/>
                </a:moveTo>
                <a:lnTo>
                  <a:pt x="4876" y="20000"/>
                </a:lnTo>
                <a:lnTo>
                  <a:pt x="4876" y="20099"/>
                </a:lnTo>
                <a:lnTo>
                  <a:pt x="4828" y="20099"/>
                </a:lnTo>
              </a:path>
              <a:path w="21600" h="21600">
                <a:moveTo>
                  <a:pt x="2114" y="20000"/>
                </a:moveTo>
                <a:lnTo>
                  <a:pt x="2163" y="20000"/>
                </a:lnTo>
                <a:lnTo>
                  <a:pt x="2163" y="20099"/>
                </a:lnTo>
                <a:lnTo>
                  <a:pt x="2114" y="20099"/>
                </a:lnTo>
              </a:path>
              <a:path w="21600" h="21600">
                <a:moveTo>
                  <a:pt x="19743" y="19993"/>
                </a:moveTo>
                <a:lnTo>
                  <a:pt x="19782" y="19993"/>
                </a:lnTo>
                <a:lnTo>
                  <a:pt x="19782" y="20074"/>
                </a:lnTo>
                <a:lnTo>
                  <a:pt x="19743" y="20074"/>
                </a:lnTo>
              </a:path>
              <a:path w="21600" h="21600">
                <a:moveTo>
                  <a:pt x="18988" y="19993"/>
                </a:moveTo>
                <a:lnTo>
                  <a:pt x="19027" y="19993"/>
                </a:lnTo>
                <a:lnTo>
                  <a:pt x="19027" y="20074"/>
                </a:lnTo>
                <a:lnTo>
                  <a:pt x="18988" y="20074"/>
                </a:lnTo>
              </a:path>
              <a:path w="21600" h="21600">
                <a:moveTo>
                  <a:pt x="14324" y="19993"/>
                </a:moveTo>
                <a:lnTo>
                  <a:pt x="14363" y="19993"/>
                </a:lnTo>
                <a:lnTo>
                  <a:pt x="14363" y="20074"/>
                </a:lnTo>
                <a:lnTo>
                  <a:pt x="14324" y="20074"/>
                </a:lnTo>
              </a:path>
              <a:path w="21600" h="21600">
                <a:moveTo>
                  <a:pt x="13569" y="19993"/>
                </a:moveTo>
                <a:lnTo>
                  <a:pt x="13608" y="19993"/>
                </a:lnTo>
                <a:lnTo>
                  <a:pt x="13608" y="20074"/>
                </a:lnTo>
                <a:lnTo>
                  <a:pt x="13569" y="20074"/>
                </a:lnTo>
              </a:path>
              <a:path w="21600" h="21600">
                <a:moveTo>
                  <a:pt x="1817" y="19993"/>
                </a:moveTo>
                <a:lnTo>
                  <a:pt x="1856" y="19993"/>
                </a:lnTo>
                <a:lnTo>
                  <a:pt x="1856" y="20074"/>
                </a:lnTo>
                <a:lnTo>
                  <a:pt x="1817" y="20074"/>
                </a:lnTo>
              </a:path>
              <a:path w="21600" h="21600">
                <a:moveTo>
                  <a:pt x="20948" y="19985"/>
                </a:moveTo>
                <a:lnTo>
                  <a:pt x="20993" y="19985"/>
                </a:lnTo>
                <a:lnTo>
                  <a:pt x="20993" y="20077"/>
                </a:lnTo>
                <a:lnTo>
                  <a:pt x="20948" y="20077"/>
                </a:lnTo>
              </a:path>
              <a:path w="21600" h="21600">
                <a:moveTo>
                  <a:pt x="18235" y="19985"/>
                </a:moveTo>
                <a:lnTo>
                  <a:pt x="18279" y="19985"/>
                </a:lnTo>
                <a:lnTo>
                  <a:pt x="18279" y="20077"/>
                </a:lnTo>
                <a:lnTo>
                  <a:pt x="18235" y="20077"/>
                </a:lnTo>
              </a:path>
              <a:path w="21600" h="21600">
                <a:moveTo>
                  <a:pt x="15529" y="19985"/>
                </a:moveTo>
                <a:lnTo>
                  <a:pt x="15574" y="19985"/>
                </a:lnTo>
                <a:lnTo>
                  <a:pt x="15574" y="20077"/>
                </a:lnTo>
                <a:lnTo>
                  <a:pt x="15529" y="20077"/>
                </a:lnTo>
              </a:path>
              <a:path w="21600" h="21600">
                <a:moveTo>
                  <a:pt x="12816" y="19985"/>
                </a:moveTo>
                <a:lnTo>
                  <a:pt x="12860" y="19985"/>
                </a:lnTo>
                <a:lnTo>
                  <a:pt x="12860" y="20077"/>
                </a:lnTo>
                <a:lnTo>
                  <a:pt x="12816" y="20077"/>
                </a:lnTo>
              </a:path>
              <a:path w="21600" h="21600">
                <a:moveTo>
                  <a:pt x="6025" y="19985"/>
                </a:moveTo>
                <a:lnTo>
                  <a:pt x="6070" y="19985"/>
                </a:lnTo>
                <a:lnTo>
                  <a:pt x="6070" y="20077"/>
                </a:lnTo>
                <a:lnTo>
                  <a:pt x="6025" y="20077"/>
                </a:lnTo>
              </a:path>
              <a:path w="21600" h="21600">
                <a:moveTo>
                  <a:pt x="3319" y="19985"/>
                </a:moveTo>
                <a:lnTo>
                  <a:pt x="3364" y="19985"/>
                </a:lnTo>
                <a:lnTo>
                  <a:pt x="3364" y="20077"/>
                </a:lnTo>
                <a:lnTo>
                  <a:pt x="3319" y="20077"/>
                </a:lnTo>
              </a:path>
              <a:path w="21600" h="21600">
                <a:moveTo>
                  <a:pt x="606" y="19985"/>
                </a:moveTo>
                <a:lnTo>
                  <a:pt x="651" y="19985"/>
                </a:lnTo>
                <a:lnTo>
                  <a:pt x="651" y="20077"/>
                </a:lnTo>
                <a:lnTo>
                  <a:pt x="606" y="20077"/>
                </a:lnTo>
              </a:path>
              <a:path w="21600" h="21600">
                <a:moveTo>
                  <a:pt x="12356" y="19969"/>
                </a:moveTo>
                <a:lnTo>
                  <a:pt x="12414" y="19969"/>
                </a:lnTo>
                <a:lnTo>
                  <a:pt x="12414" y="20086"/>
                </a:lnTo>
                <a:lnTo>
                  <a:pt x="12356" y="20086"/>
                </a:lnTo>
              </a:path>
              <a:path w="21600" h="21600">
                <a:moveTo>
                  <a:pt x="9185" y="19969"/>
                </a:moveTo>
                <a:lnTo>
                  <a:pt x="9242" y="19969"/>
                </a:lnTo>
                <a:lnTo>
                  <a:pt x="9242" y="20086"/>
                </a:lnTo>
                <a:lnTo>
                  <a:pt x="9185" y="20086"/>
                </a:lnTo>
              </a:path>
              <a:path w="21600" h="21600">
                <a:moveTo>
                  <a:pt x="8747" y="19965"/>
                </a:moveTo>
                <a:lnTo>
                  <a:pt x="8774" y="19965"/>
                </a:lnTo>
                <a:lnTo>
                  <a:pt x="8774" y="20022"/>
                </a:lnTo>
                <a:lnTo>
                  <a:pt x="8747" y="20022"/>
                </a:lnTo>
              </a:path>
              <a:path w="21600" h="21600">
                <a:moveTo>
                  <a:pt x="2713" y="19962"/>
                </a:moveTo>
                <a:lnTo>
                  <a:pt x="2771" y="19962"/>
                </a:lnTo>
                <a:lnTo>
                  <a:pt x="2771" y="20080"/>
                </a:lnTo>
                <a:lnTo>
                  <a:pt x="2713" y="20080"/>
                </a:lnTo>
              </a:path>
              <a:path w="21600" h="21600">
                <a:moveTo>
                  <a:pt x="14173" y="19958"/>
                </a:moveTo>
                <a:lnTo>
                  <a:pt x="14212" y="19958"/>
                </a:lnTo>
                <a:lnTo>
                  <a:pt x="14212" y="20039"/>
                </a:lnTo>
                <a:lnTo>
                  <a:pt x="14173" y="20039"/>
                </a:lnTo>
              </a:path>
              <a:path w="21600" h="21600">
                <a:moveTo>
                  <a:pt x="21546" y="19951"/>
                </a:moveTo>
                <a:lnTo>
                  <a:pt x="21593" y="19951"/>
                </a:lnTo>
                <a:lnTo>
                  <a:pt x="21593" y="20048"/>
                </a:lnTo>
                <a:lnTo>
                  <a:pt x="21546" y="20048"/>
                </a:lnTo>
              </a:path>
              <a:path w="21600" h="21600">
                <a:moveTo>
                  <a:pt x="6" y="19951"/>
                </a:moveTo>
                <a:lnTo>
                  <a:pt x="53" y="19951"/>
                </a:lnTo>
                <a:lnTo>
                  <a:pt x="53" y="20048"/>
                </a:lnTo>
                <a:lnTo>
                  <a:pt x="6" y="20048"/>
                </a:lnTo>
              </a:path>
              <a:path w="21600" h="21600">
                <a:moveTo>
                  <a:pt x="17630" y="19948"/>
                </a:moveTo>
                <a:lnTo>
                  <a:pt x="17676" y="19948"/>
                </a:lnTo>
                <a:lnTo>
                  <a:pt x="17676" y="20043"/>
                </a:lnTo>
                <a:lnTo>
                  <a:pt x="17630" y="20043"/>
                </a:lnTo>
              </a:path>
              <a:path w="21600" h="21600">
                <a:moveTo>
                  <a:pt x="14924" y="19948"/>
                </a:moveTo>
                <a:lnTo>
                  <a:pt x="14971" y="19948"/>
                </a:lnTo>
                <a:lnTo>
                  <a:pt x="14971" y="20043"/>
                </a:lnTo>
                <a:lnTo>
                  <a:pt x="14924" y="20043"/>
                </a:lnTo>
              </a:path>
              <a:path w="21600" h="21600">
                <a:moveTo>
                  <a:pt x="12211" y="19948"/>
                </a:moveTo>
                <a:lnTo>
                  <a:pt x="12257" y="19948"/>
                </a:lnTo>
                <a:lnTo>
                  <a:pt x="12257" y="20043"/>
                </a:lnTo>
                <a:lnTo>
                  <a:pt x="12211" y="20043"/>
                </a:lnTo>
              </a:path>
              <a:path w="21600" h="21600">
                <a:moveTo>
                  <a:pt x="9341" y="19948"/>
                </a:moveTo>
                <a:lnTo>
                  <a:pt x="9388" y="19948"/>
                </a:lnTo>
                <a:lnTo>
                  <a:pt x="9388" y="20043"/>
                </a:lnTo>
                <a:lnTo>
                  <a:pt x="9341" y="20043"/>
                </a:lnTo>
              </a:path>
              <a:path w="21600" h="21600">
                <a:moveTo>
                  <a:pt x="3923" y="19948"/>
                </a:moveTo>
                <a:lnTo>
                  <a:pt x="3969" y="19948"/>
                </a:lnTo>
                <a:lnTo>
                  <a:pt x="3969" y="20043"/>
                </a:lnTo>
                <a:lnTo>
                  <a:pt x="3923" y="20043"/>
                </a:lnTo>
              </a:path>
              <a:path w="21600" h="21600">
                <a:moveTo>
                  <a:pt x="1209" y="19948"/>
                </a:moveTo>
                <a:lnTo>
                  <a:pt x="1256" y="19948"/>
                </a:lnTo>
                <a:lnTo>
                  <a:pt x="1256" y="20043"/>
                </a:lnTo>
                <a:lnTo>
                  <a:pt x="1209" y="20043"/>
                </a:lnTo>
              </a:path>
              <a:path w="21600" h="21600">
                <a:moveTo>
                  <a:pt x="20491" y="19942"/>
                </a:moveTo>
                <a:lnTo>
                  <a:pt x="20544" y="19942"/>
                </a:lnTo>
                <a:lnTo>
                  <a:pt x="20544" y="20052"/>
                </a:lnTo>
                <a:lnTo>
                  <a:pt x="20491" y="20052"/>
                </a:lnTo>
              </a:path>
              <a:path w="21600" h="21600">
                <a:moveTo>
                  <a:pt x="15071" y="19942"/>
                </a:moveTo>
                <a:lnTo>
                  <a:pt x="15125" y="19942"/>
                </a:lnTo>
                <a:lnTo>
                  <a:pt x="15125" y="20052"/>
                </a:lnTo>
                <a:lnTo>
                  <a:pt x="15071" y="20052"/>
                </a:lnTo>
              </a:path>
              <a:path w="21600" h="21600">
                <a:moveTo>
                  <a:pt x="6474" y="19942"/>
                </a:moveTo>
                <a:lnTo>
                  <a:pt x="6527" y="19942"/>
                </a:lnTo>
                <a:lnTo>
                  <a:pt x="6527" y="20052"/>
                </a:lnTo>
                <a:lnTo>
                  <a:pt x="6474" y="20052"/>
                </a:lnTo>
              </a:path>
              <a:path w="21600" h="21600">
                <a:moveTo>
                  <a:pt x="20041" y="19939"/>
                </a:moveTo>
                <a:lnTo>
                  <a:pt x="20088" y="19939"/>
                </a:lnTo>
                <a:lnTo>
                  <a:pt x="20088" y="20034"/>
                </a:lnTo>
                <a:lnTo>
                  <a:pt x="20041" y="20034"/>
                </a:lnTo>
              </a:path>
              <a:path w="21600" h="21600">
                <a:moveTo>
                  <a:pt x="17328" y="19939"/>
                </a:moveTo>
                <a:lnTo>
                  <a:pt x="17374" y="19939"/>
                </a:lnTo>
                <a:lnTo>
                  <a:pt x="17374" y="20034"/>
                </a:lnTo>
                <a:lnTo>
                  <a:pt x="17328" y="20034"/>
                </a:lnTo>
              </a:path>
              <a:path w="21600" h="21600">
                <a:moveTo>
                  <a:pt x="11909" y="19939"/>
                </a:moveTo>
                <a:lnTo>
                  <a:pt x="11955" y="19939"/>
                </a:lnTo>
                <a:lnTo>
                  <a:pt x="11955" y="20034"/>
                </a:lnTo>
                <a:lnTo>
                  <a:pt x="11909" y="20034"/>
                </a:lnTo>
              </a:path>
              <a:path w="21600" h="21600">
                <a:moveTo>
                  <a:pt x="9643" y="19939"/>
                </a:moveTo>
                <a:lnTo>
                  <a:pt x="9690" y="19939"/>
                </a:lnTo>
                <a:lnTo>
                  <a:pt x="9690" y="20034"/>
                </a:lnTo>
                <a:lnTo>
                  <a:pt x="9643" y="20034"/>
                </a:lnTo>
              </a:path>
              <a:path w="21600" h="21600">
                <a:moveTo>
                  <a:pt x="6930" y="19939"/>
                </a:moveTo>
                <a:lnTo>
                  <a:pt x="6977" y="19939"/>
                </a:lnTo>
                <a:lnTo>
                  <a:pt x="6977" y="20034"/>
                </a:lnTo>
                <a:lnTo>
                  <a:pt x="6930" y="20034"/>
                </a:lnTo>
              </a:path>
              <a:path w="21600" h="21600">
                <a:moveTo>
                  <a:pt x="4225" y="19939"/>
                </a:moveTo>
                <a:lnTo>
                  <a:pt x="4271" y="19939"/>
                </a:lnTo>
                <a:lnTo>
                  <a:pt x="4271" y="20034"/>
                </a:lnTo>
                <a:lnTo>
                  <a:pt x="4225" y="20034"/>
                </a:lnTo>
              </a:path>
              <a:path w="21600" h="21600">
                <a:moveTo>
                  <a:pt x="1511" y="19939"/>
                </a:moveTo>
                <a:lnTo>
                  <a:pt x="1558" y="19939"/>
                </a:lnTo>
                <a:lnTo>
                  <a:pt x="1558" y="20034"/>
                </a:lnTo>
                <a:lnTo>
                  <a:pt x="1511" y="20034"/>
                </a:lnTo>
              </a:path>
              <a:path w="21600" h="21600">
                <a:moveTo>
                  <a:pt x="10848" y="19937"/>
                </a:moveTo>
                <a:lnTo>
                  <a:pt x="10902" y="19937"/>
                </a:lnTo>
                <a:lnTo>
                  <a:pt x="10902" y="20046"/>
                </a:lnTo>
                <a:lnTo>
                  <a:pt x="10848" y="20046"/>
                </a:lnTo>
              </a:path>
              <a:path w="21600" h="21600">
                <a:moveTo>
                  <a:pt x="19284" y="19928"/>
                </a:moveTo>
                <a:lnTo>
                  <a:pt x="19335" y="19928"/>
                </a:lnTo>
                <a:lnTo>
                  <a:pt x="19335" y="20034"/>
                </a:lnTo>
                <a:lnTo>
                  <a:pt x="19284" y="20034"/>
                </a:lnTo>
              </a:path>
              <a:path w="21600" h="21600">
                <a:moveTo>
                  <a:pt x="13864" y="19928"/>
                </a:moveTo>
                <a:lnTo>
                  <a:pt x="13916" y="19928"/>
                </a:lnTo>
                <a:lnTo>
                  <a:pt x="13916" y="20034"/>
                </a:lnTo>
                <a:lnTo>
                  <a:pt x="13864" y="20034"/>
                </a:lnTo>
              </a:path>
              <a:path w="21600" h="21600">
                <a:moveTo>
                  <a:pt x="7682" y="19928"/>
                </a:moveTo>
                <a:lnTo>
                  <a:pt x="7734" y="19928"/>
                </a:lnTo>
                <a:lnTo>
                  <a:pt x="7734" y="20034"/>
                </a:lnTo>
                <a:lnTo>
                  <a:pt x="7682" y="20034"/>
                </a:lnTo>
              </a:path>
              <a:path w="21600" h="21600">
                <a:moveTo>
                  <a:pt x="2264" y="19928"/>
                </a:moveTo>
                <a:lnTo>
                  <a:pt x="2315" y="19928"/>
                </a:lnTo>
                <a:lnTo>
                  <a:pt x="2315" y="20034"/>
                </a:lnTo>
                <a:lnTo>
                  <a:pt x="2264" y="20034"/>
                </a:lnTo>
              </a:path>
              <a:path w="21600" h="21600">
                <a:moveTo>
                  <a:pt x="10400" y="19925"/>
                </a:moveTo>
                <a:lnTo>
                  <a:pt x="10443" y="19925"/>
                </a:lnTo>
                <a:lnTo>
                  <a:pt x="10443" y="20013"/>
                </a:lnTo>
                <a:lnTo>
                  <a:pt x="10400" y="20013"/>
                </a:lnTo>
              </a:path>
              <a:path w="21600" h="21600">
                <a:moveTo>
                  <a:pt x="16569" y="19918"/>
                </a:moveTo>
                <a:lnTo>
                  <a:pt x="16624" y="19918"/>
                </a:lnTo>
                <a:lnTo>
                  <a:pt x="16624" y="20031"/>
                </a:lnTo>
                <a:lnTo>
                  <a:pt x="16569" y="20031"/>
                </a:lnTo>
              </a:path>
              <a:path w="21600" h="21600">
                <a:moveTo>
                  <a:pt x="4975" y="19918"/>
                </a:moveTo>
                <a:lnTo>
                  <a:pt x="5030" y="19918"/>
                </a:lnTo>
                <a:lnTo>
                  <a:pt x="5030" y="20031"/>
                </a:lnTo>
                <a:lnTo>
                  <a:pt x="4975" y="20031"/>
                </a:lnTo>
              </a:path>
              <a:path w="21600" h="21600">
                <a:moveTo>
                  <a:pt x="6634" y="19902"/>
                </a:moveTo>
                <a:lnTo>
                  <a:pt x="6669" y="19902"/>
                </a:lnTo>
                <a:lnTo>
                  <a:pt x="6669" y="19973"/>
                </a:lnTo>
                <a:lnTo>
                  <a:pt x="6634" y="19973"/>
                </a:lnTo>
              </a:path>
              <a:path w="21600" h="21600">
                <a:moveTo>
                  <a:pt x="11159" y="19898"/>
                </a:moveTo>
                <a:lnTo>
                  <a:pt x="11195" y="19898"/>
                </a:lnTo>
                <a:lnTo>
                  <a:pt x="11195" y="19972"/>
                </a:lnTo>
                <a:lnTo>
                  <a:pt x="11159" y="19972"/>
                </a:lnTo>
              </a:path>
              <a:path w="21600" h="21600">
                <a:moveTo>
                  <a:pt x="17775" y="19892"/>
                </a:moveTo>
                <a:lnTo>
                  <a:pt x="17833" y="19892"/>
                </a:lnTo>
                <a:lnTo>
                  <a:pt x="17833" y="20009"/>
                </a:lnTo>
                <a:lnTo>
                  <a:pt x="17775" y="20009"/>
                </a:lnTo>
              </a:path>
              <a:path w="21600" h="21600">
                <a:moveTo>
                  <a:pt x="3766" y="19892"/>
                </a:moveTo>
                <a:lnTo>
                  <a:pt x="3823" y="19892"/>
                </a:lnTo>
                <a:lnTo>
                  <a:pt x="3823" y="20009"/>
                </a:lnTo>
                <a:lnTo>
                  <a:pt x="3766" y="20009"/>
                </a:lnTo>
              </a:path>
              <a:path w="21600" h="21600">
                <a:moveTo>
                  <a:pt x="12068" y="19890"/>
                </a:moveTo>
                <a:lnTo>
                  <a:pt x="12098" y="19890"/>
                </a:lnTo>
                <a:lnTo>
                  <a:pt x="12098" y="19953"/>
                </a:lnTo>
                <a:lnTo>
                  <a:pt x="12068" y="19953"/>
                </a:lnTo>
              </a:path>
              <a:path w="21600" h="21600">
                <a:moveTo>
                  <a:pt x="4374" y="19889"/>
                </a:moveTo>
                <a:lnTo>
                  <a:pt x="4424" y="19889"/>
                </a:lnTo>
                <a:lnTo>
                  <a:pt x="4424" y="19992"/>
                </a:lnTo>
                <a:lnTo>
                  <a:pt x="4374" y="19992"/>
                </a:lnTo>
              </a:path>
              <a:path w="21600" h="21600">
                <a:moveTo>
                  <a:pt x="3172" y="19882"/>
                </a:moveTo>
                <a:lnTo>
                  <a:pt x="3210" y="19882"/>
                </a:lnTo>
                <a:lnTo>
                  <a:pt x="3210" y="19959"/>
                </a:lnTo>
                <a:lnTo>
                  <a:pt x="3172" y="19959"/>
                </a:lnTo>
              </a:path>
              <a:path w="21600" h="21600">
                <a:moveTo>
                  <a:pt x="12663" y="19879"/>
                </a:moveTo>
                <a:lnTo>
                  <a:pt x="12711" y="19879"/>
                </a:lnTo>
                <a:lnTo>
                  <a:pt x="12711" y="19978"/>
                </a:lnTo>
                <a:lnTo>
                  <a:pt x="12663" y="19978"/>
                </a:lnTo>
              </a:path>
              <a:path w="21600" h="21600">
                <a:moveTo>
                  <a:pt x="8888" y="19879"/>
                </a:moveTo>
                <a:lnTo>
                  <a:pt x="8936" y="19879"/>
                </a:lnTo>
                <a:lnTo>
                  <a:pt x="8936" y="19978"/>
                </a:lnTo>
                <a:lnTo>
                  <a:pt x="8888" y="19978"/>
                </a:lnTo>
              </a:path>
              <a:path w="21600" h="21600">
                <a:moveTo>
                  <a:pt x="3469" y="19879"/>
                </a:moveTo>
                <a:lnTo>
                  <a:pt x="3517" y="19879"/>
                </a:lnTo>
                <a:lnTo>
                  <a:pt x="3517" y="19978"/>
                </a:lnTo>
                <a:lnTo>
                  <a:pt x="3469" y="19978"/>
                </a:lnTo>
              </a:path>
              <a:path w="21600" h="21600">
                <a:moveTo>
                  <a:pt x="20643" y="19875"/>
                </a:moveTo>
                <a:lnTo>
                  <a:pt x="20693" y="19875"/>
                </a:lnTo>
                <a:lnTo>
                  <a:pt x="20693" y="19978"/>
                </a:lnTo>
                <a:lnTo>
                  <a:pt x="20643" y="19978"/>
                </a:lnTo>
              </a:path>
              <a:path w="21600" h="21600">
                <a:moveTo>
                  <a:pt x="19133" y="19875"/>
                </a:moveTo>
                <a:lnTo>
                  <a:pt x="19184" y="19875"/>
                </a:lnTo>
                <a:lnTo>
                  <a:pt x="19184" y="19978"/>
                </a:lnTo>
                <a:lnTo>
                  <a:pt x="19133" y="19978"/>
                </a:lnTo>
              </a:path>
              <a:path w="21600" h="21600">
                <a:moveTo>
                  <a:pt x="18685" y="19875"/>
                </a:moveTo>
                <a:lnTo>
                  <a:pt x="18735" y="19875"/>
                </a:lnTo>
                <a:lnTo>
                  <a:pt x="18735" y="19978"/>
                </a:lnTo>
                <a:lnTo>
                  <a:pt x="18685" y="19978"/>
                </a:lnTo>
              </a:path>
              <a:path w="21600" h="21600">
                <a:moveTo>
                  <a:pt x="18383" y="19875"/>
                </a:moveTo>
                <a:lnTo>
                  <a:pt x="18433" y="19875"/>
                </a:lnTo>
                <a:lnTo>
                  <a:pt x="18433" y="19978"/>
                </a:lnTo>
                <a:lnTo>
                  <a:pt x="18383" y="19978"/>
                </a:lnTo>
              </a:path>
              <a:path w="21600" h="21600">
                <a:moveTo>
                  <a:pt x="17930" y="19875"/>
                </a:moveTo>
                <a:lnTo>
                  <a:pt x="17980" y="19875"/>
                </a:lnTo>
                <a:lnTo>
                  <a:pt x="17980" y="19978"/>
                </a:lnTo>
                <a:lnTo>
                  <a:pt x="17930" y="19978"/>
                </a:lnTo>
              </a:path>
              <a:path w="21600" h="21600">
                <a:moveTo>
                  <a:pt x="16420" y="19875"/>
                </a:moveTo>
                <a:lnTo>
                  <a:pt x="16470" y="19875"/>
                </a:lnTo>
                <a:lnTo>
                  <a:pt x="16470" y="19978"/>
                </a:lnTo>
                <a:lnTo>
                  <a:pt x="16420" y="19978"/>
                </a:lnTo>
              </a:path>
              <a:path w="21600" h="21600">
                <a:moveTo>
                  <a:pt x="15979" y="19875"/>
                </a:moveTo>
                <a:lnTo>
                  <a:pt x="16029" y="19875"/>
                </a:lnTo>
                <a:lnTo>
                  <a:pt x="16029" y="19978"/>
                </a:lnTo>
                <a:lnTo>
                  <a:pt x="15979" y="19978"/>
                </a:lnTo>
              </a:path>
              <a:path w="21600" h="21600">
                <a:moveTo>
                  <a:pt x="15677" y="19875"/>
                </a:moveTo>
                <a:lnTo>
                  <a:pt x="15727" y="19875"/>
                </a:lnTo>
                <a:lnTo>
                  <a:pt x="15727" y="19978"/>
                </a:lnTo>
                <a:lnTo>
                  <a:pt x="15677" y="19978"/>
                </a:lnTo>
              </a:path>
              <a:path w="21600" h="21600">
                <a:moveTo>
                  <a:pt x="15224" y="19875"/>
                </a:moveTo>
                <a:lnTo>
                  <a:pt x="15274" y="19875"/>
                </a:lnTo>
                <a:lnTo>
                  <a:pt x="15274" y="19978"/>
                </a:lnTo>
                <a:lnTo>
                  <a:pt x="15224" y="19978"/>
                </a:lnTo>
              </a:path>
              <a:path w="21600" h="21600">
                <a:moveTo>
                  <a:pt x="13714" y="19875"/>
                </a:moveTo>
                <a:lnTo>
                  <a:pt x="13764" y="19875"/>
                </a:lnTo>
                <a:lnTo>
                  <a:pt x="13764" y="19978"/>
                </a:lnTo>
                <a:lnTo>
                  <a:pt x="13714" y="19978"/>
                </a:lnTo>
              </a:path>
              <a:path w="21600" h="21600">
                <a:moveTo>
                  <a:pt x="13266" y="19875"/>
                </a:moveTo>
                <a:lnTo>
                  <a:pt x="13316" y="19875"/>
                </a:lnTo>
                <a:lnTo>
                  <a:pt x="13316" y="19978"/>
                </a:lnTo>
                <a:lnTo>
                  <a:pt x="13266" y="19978"/>
                </a:lnTo>
              </a:path>
              <a:path w="21600" h="21600">
                <a:moveTo>
                  <a:pt x="12964" y="19875"/>
                </a:moveTo>
                <a:lnTo>
                  <a:pt x="13014" y="19875"/>
                </a:lnTo>
                <a:lnTo>
                  <a:pt x="13014" y="19978"/>
                </a:lnTo>
                <a:lnTo>
                  <a:pt x="12964" y="19978"/>
                </a:lnTo>
              </a:path>
              <a:path w="21600" h="21600">
                <a:moveTo>
                  <a:pt x="12511" y="19875"/>
                </a:moveTo>
                <a:lnTo>
                  <a:pt x="12561" y="19875"/>
                </a:lnTo>
                <a:lnTo>
                  <a:pt x="12561" y="19978"/>
                </a:lnTo>
                <a:lnTo>
                  <a:pt x="12511" y="19978"/>
                </a:lnTo>
              </a:path>
              <a:path w="21600" h="21600">
                <a:moveTo>
                  <a:pt x="11001" y="19875"/>
                </a:moveTo>
                <a:lnTo>
                  <a:pt x="11051" y="19875"/>
                </a:lnTo>
                <a:lnTo>
                  <a:pt x="11051" y="19978"/>
                </a:lnTo>
                <a:lnTo>
                  <a:pt x="11001" y="19978"/>
                </a:lnTo>
              </a:path>
              <a:path w="21600" h="21600">
                <a:moveTo>
                  <a:pt x="9038" y="19875"/>
                </a:moveTo>
                <a:lnTo>
                  <a:pt x="9088" y="19875"/>
                </a:lnTo>
                <a:lnTo>
                  <a:pt x="9088" y="19978"/>
                </a:lnTo>
                <a:lnTo>
                  <a:pt x="9038" y="19978"/>
                </a:lnTo>
              </a:path>
              <a:path w="21600" h="21600">
                <a:moveTo>
                  <a:pt x="8585" y="19875"/>
                </a:moveTo>
                <a:lnTo>
                  <a:pt x="8635" y="19875"/>
                </a:lnTo>
                <a:lnTo>
                  <a:pt x="8635" y="19978"/>
                </a:lnTo>
                <a:lnTo>
                  <a:pt x="8585" y="19978"/>
                </a:lnTo>
              </a:path>
              <a:path w="21600" h="21600">
                <a:moveTo>
                  <a:pt x="8283" y="19875"/>
                </a:moveTo>
                <a:lnTo>
                  <a:pt x="8333" y="19875"/>
                </a:lnTo>
                <a:lnTo>
                  <a:pt x="8333" y="19978"/>
                </a:lnTo>
                <a:lnTo>
                  <a:pt x="8283" y="19978"/>
                </a:lnTo>
              </a:path>
              <a:path w="21600" h="21600">
                <a:moveTo>
                  <a:pt x="7834" y="19875"/>
                </a:moveTo>
                <a:lnTo>
                  <a:pt x="7884" y="19875"/>
                </a:lnTo>
                <a:lnTo>
                  <a:pt x="7884" y="19978"/>
                </a:lnTo>
                <a:lnTo>
                  <a:pt x="7834" y="19978"/>
                </a:lnTo>
              </a:path>
              <a:path w="21600" h="21600">
                <a:moveTo>
                  <a:pt x="6325" y="19875"/>
                </a:moveTo>
                <a:lnTo>
                  <a:pt x="6375" y="19875"/>
                </a:lnTo>
                <a:lnTo>
                  <a:pt x="6375" y="19978"/>
                </a:lnTo>
                <a:lnTo>
                  <a:pt x="6325" y="19978"/>
                </a:lnTo>
              </a:path>
              <a:path w="21600" h="21600">
                <a:moveTo>
                  <a:pt x="5872" y="19875"/>
                </a:moveTo>
                <a:lnTo>
                  <a:pt x="5922" y="19875"/>
                </a:lnTo>
                <a:lnTo>
                  <a:pt x="5922" y="19978"/>
                </a:lnTo>
                <a:lnTo>
                  <a:pt x="5872" y="19978"/>
                </a:lnTo>
              </a:path>
              <a:path w="21600" h="21600">
                <a:moveTo>
                  <a:pt x="5570" y="19875"/>
                </a:moveTo>
                <a:lnTo>
                  <a:pt x="5620" y="19875"/>
                </a:lnTo>
                <a:lnTo>
                  <a:pt x="5620" y="19978"/>
                </a:lnTo>
                <a:lnTo>
                  <a:pt x="5570" y="19978"/>
                </a:lnTo>
              </a:path>
              <a:path w="21600" h="21600">
                <a:moveTo>
                  <a:pt x="5129" y="19875"/>
                </a:moveTo>
                <a:lnTo>
                  <a:pt x="5179" y="19875"/>
                </a:lnTo>
                <a:lnTo>
                  <a:pt x="5179" y="19978"/>
                </a:lnTo>
                <a:lnTo>
                  <a:pt x="5129" y="19978"/>
                </a:lnTo>
              </a:path>
              <a:path w="21600" h="21600">
                <a:moveTo>
                  <a:pt x="2415" y="19875"/>
                </a:moveTo>
                <a:lnTo>
                  <a:pt x="2466" y="19875"/>
                </a:lnTo>
                <a:lnTo>
                  <a:pt x="2466" y="19978"/>
                </a:lnTo>
                <a:lnTo>
                  <a:pt x="2415" y="19978"/>
                </a:lnTo>
              </a:path>
              <a:path w="21600" h="21600">
                <a:moveTo>
                  <a:pt x="906" y="19875"/>
                </a:moveTo>
                <a:lnTo>
                  <a:pt x="956" y="19875"/>
                </a:lnTo>
                <a:lnTo>
                  <a:pt x="956" y="19978"/>
                </a:lnTo>
                <a:lnTo>
                  <a:pt x="906" y="19978"/>
                </a:lnTo>
              </a:path>
              <a:path w="21600" h="21600">
                <a:moveTo>
                  <a:pt x="453" y="19875"/>
                </a:moveTo>
                <a:lnTo>
                  <a:pt x="503" y="19875"/>
                </a:lnTo>
                <a:lnTo>
                  <a:pt x="503" y="19978"/>
                </a:lnTo>
                <a:lnTo>
                  <a:pt x="453" y="19978"/>
                </a:lnTo>
              </a:path>
              <a:path w="21600" h="21600">
                <a:moveTo>
                  <a:pt x="151" y="19875"/>
                </a:moveTo>
                <a:lnTo>
                  <a:pt x="201" y="19875"/>
                </a:lnTo>
                <a:lnTo>
                  <a:pt x="201" y="19978"/>
                </a:lnTo>
                <a:lnTo>
                  <a:pt x="151" y="19978"/>
                </a:lnTo>
              </a:path>
              <a:path w="21600" h="21600">
                <a:moveTo>
                  <a:pt x="2861" y="19866"/>
                </a:moveTo>
                <a:lnTo>
                  <a:pt x="2917" y="19866"/>
                </a:lnTo>
                <a:lnTo>
                  <a:pt x="2917" y="19979"/>
                </a:lnTo>
                <a:lnTo>
                  <a:pt x="2861" y="19979"/>
                </a:lnTo>
              </a:path>
              <a:path w="21600" h="21600">
                <a:moveTo>
                  <a:pt x="17181" y="19866"/>
                </a:moveTo>
                <a:lnTo>
                  <a:pt x="17219" y="19866"/>
                </a:lnTo>
                <a:lnTo>
                  <a:pt x="17219" y="19943"/>
                </a:lnTo>
                <a:lnTo>
                  <a:pt x="17181" y="19943"/>
                </a:lnTo>
              </a:path>
              <a:path w="21600" h="21600">
                <a:moveTo>
                  <a:pt x="16271" y="19857"/>
                </a:moveTo>
                <a:lnTo>
                  <a:pt x="16317" y="19857"/>
                </a:lnTo>
                <a:lnTo>
                  <a:pt x="16317" y="19952"/>
                </a:lnTo>
                <a:lnTo>
                  <a:pt x="16271" y="19952"/>
                </a:lnTo>
              </a:path>
              <a:path w="21600" h="21600">
                <a:moveTo>
                  <a:pt x="5281" y="19857"/>
                </a:moveTo>
                <a:lnTo>
                  <a:pt x="5328" y="19857"/>
                </a:lnTo>
                <a:lnTo>
                  <a:pt x="5328" y="19952"/>
                </a:lnTo>
                <a:lnTo>
                  <a:pt x="5281" y="19952"/>
                </a:lnTo>
              </a:path>
              <a:path w="21600" h="21600">
                <a:moveTo>
                  <a:pt x="15379" y="19856"/>
                </a:moveTo>
                <a:lnTo>
                  <a:pt x="15422" y="19856"/>
                </a:lnTo>
                <a:lnTo>
                  <a:pt x="15422" y="19944"/>
                </a:lnTo>
                <a:lnTo>
                  <a:pt x="15379" y="19944"/>
                </a:lnTo>
              </a:path>
              <a:path w="21600" h="21600">
                <a:moveTo>
                  <a:pt x="17026" y="19848"/>
                </a:moveTo>
                <a:lnTo>
                  <a:pt x="17072" y="19848"/>
                </a:lnTo>
                <a:lnTo>
                  <a:pt x="17072" y="19943"/>
                </a:lnTo>
                <a:lnTo>
                  <a:pt x="17026" y="19943"/>
                </a:lnTo>
              </a:path>
              <a:path w="21600" h="21600">
                <a:moveTo>
                  <a:pt x="11607" y="19848"/>
                </a:moveTo>
                <a:lnTo>
                  <a:pt x="11653" y="19848"/>
                </a:lnTo>
                <a:lnTo>
                  <a:pt x="11653" y="19943"/>
                </a:lnTo>
                <a:lnTo>
                  <a:pt x="11607" y="19943"/>
                </a:lnTo>
              </a:path>
              <a:path w="21600" h="21600">
                <a:moveTo>
                  <a:pt x="9945" y="19848"/>
                </a:moveTo>
                <a:lnTo>
                  <a:pt x="9992" y="19848"/>
                </a:lnTo>
                <a:lnTo>
                  <a:pt x="9992" y="19943"/>
                </a:lnTo>
                <a:lnTo>
                  <a:pt x="9945" y="19943"/>
                </a:lnTo>
              </a:path>
              <a:path w="21600" h="21600">
                <a:moveTo>
                  <a:pt x="4526" y="19848"/>
                </a:moveTo>
                <a:lnTo>
                  <a:pt x="4573" y="19848"/>
                </a:lnTo>
                <a:lnTo>
                  <a:pt x="4573" y="19943"/>
                </a:lnTo>
                <a:lnTo>
                  <a:pt x="4526" y="19943"/>
                </a:lnTo>
              </a:path>
              <a:path w="21600" h="21600">
                <a:moveTo>
                  <a:pt x="1659" y="19848"/>
                </a:moveTo>
                <a:lnTo>
                  <a:pt x="1712" y="19848"/>
                </a:lnTo>
                <a:lnTo>
                  <a:pt x="1712" y="19958"/>
                </a:lnTo>
                <a:lnTo>
                  <a:pt x="1659" y="19958"/>
                </a:lnTo>
              </a:path>
              <a:path w="21600" h="21600">
                <a:moveTo>
                  <a:pt x="19743" y="19844"/>
                </a:moveTo>
                <a:lnTo>
                  <a:pt x="19781" y="19844"/>
                </a:lnTo>
                <a:lnTo>
                  <a:pt x="19781" y="19921"/>
                </a:lnTo>
                <a:lnTo>
                  <a:pt x="19743" y="19921"/>
                </a:lnTo>
              </a:path>
              <a:path w="21600" h="21600">
                <a:moveTo>
                  <a:pt x="18989" y="19844"/>
                </a:moveTo>
                <a:lnTo>
                  <a:pt x="19026" y="19844"/>
                </a:lnTo>
                <a:lnTo>
                  <a:pt x="19026" y="19921"/>
                </a:lnTo>
                <a:lnTo>
                  <a:pt x="18989" y="19921"/>
                </a:lnTo>
              </a:path>
              <a:path w="21600" h="21600">
                <a:moveTo>
                  <a:pt x="14324" y="19844"/>
                </a:moveTo>
                <a:lnTo>
                  <a:pt x="14362" y="19844"/>
                </a:lnTo>
                <a:lnTo>
                  <a:pt x="14362" y="19921"/>
                </a:lnTo>
                <a:lnTo>
                  <a:pt x="14324" y="19921"/>
                </a:lnTo>
              </a:path>
              <a:path w="21600" h="21600">
                <a:moveTo>
                  <a:pt x="13570" y="19844"/>
                </a:moveTo>
                <a:lnTo>
                  <a:pt x="13607" y="19844"/>
                </a:lnTo>
                <a:lnTo>
                  <a:pt x="13607" y="19921"/>
                </a:lnTo>
                <a:lnTo>
                  <a:pt x="13570" y="19921"/>
                </a:lnTo>
              </a:path>
              <a:path w="21600" h="21600">
                <a:moveTo>
                  <a:pt x="1818" y="19844"/>
                </a:moveTo>
                <a:lnTo>
                  <a:pt x="1856" y="19844"/>
                </a:lnTo>
                <a:lnTo>
                  <a:pt x="1856" y="19921"/>
                </a:lnTo>
                <a:lnTo>
                  <a:pt x="1818" y="19921"/>
                </a:lnTo>
              </a:path>
              <a:path w="21600" h="21600">
                <a:moveTo>
                  <a:pt x="21246" y="19823"/>
                </a:moveTo>
                <a:lnTo>
                  <a:pt x="21298" y="19823"/>
                </a:lnTo>
                <a:lnTo>
                  <a:pt x="21298" y="19929"/>
                </a:lnTo>
                <a:lnTo>
                  <a:pt x="21246" y="19929"/>
                </a:lnTo>
              </a:path>
              <a:path w="21600" h="21600">
                <a:moveTo>
                  <a:pt x="18533" y="19823"/>
                </a:moveTo>
                <a:lnTo>
                  <a:pt x="18585" y="19823"/>
                </a:lnTo>
                <a:lnTo>
                  <a:pt x="18585" y="19929"/>
                </a:lnTo>
                <a:lnTo>
                  <a:pt x="18533" y="19929"/>
                </a:lnTo>
              </a:path>
              <a:path w="21600" h="21600">
                <a:moveTo>
                  <a:pt x="15827" y="19823"/>
                </a:moveTo>
                <a:lnTo>
                  <a:pt x="15879" y="19823"/>
                </a:lnTo>
                <a:lnTo>
                  <a:pt x="15879" y="19929"/>
                </a:lnTo>
                <a:lnTo>
                  <a:pt x="15827" y="19929"/>
                </a:lnTo>
              </a:path>
              <a:path w="21600" h="21600">
                <a:moveTo>
                  <a:pt x="13114" y="19823"/>
                </a:moveTo>
                <a:lnTo>
                  <a:pt x="13166" y="19823"/>
                </a:lnTo>
                <a:lnTo>
                  <a:pt x="13166" y="19929"/>
                </a:lnTo>
                <a:lnTo>
                  <a:pt x="13114" y="19929"/>
                </a:lnTo>
              </a:path>
              <a:path w="21600" h="21600">
                <a:moveTo>
                  <a:pt x="8433" y="19823"/>
                </a:moveTo>
                <a:lnTo>
                  <a:pt x="8485" y="19823"/>
                </a:lnTo>
                <a:lnTo>
                  <a:pt x="8485" y="19929"/>
                </a:lnTo>
                <a:lnTo>
                  <a:pt x="8433" y="19929"/>
                </a:lnTo>
              </a:path>
              <a:path w="21600" h="21600">
                <a:moveTo>
                  <a:pt x="3014" y="19823"/>
                </a:moveTo>
                <a:lnTo>
                  <a:pt x="3066" y="19823"/>
                </a:lnTo>
                <a:lnTo>
                  <a:pt x="3066" y="19929"/>
                </a:lnTo>
                <a:lnTo>
                  <a:pt x="3014" y="19929"/>
                </a:lnTo>
              </a:path>
              <a:path w="21600" h="21600">
                <a:moveTo>
                  <a:pt x="301" y="19823"/>
                </a:moveTo>
                <a:lnTo>
                  <a:pt x="353" y="19823"/>
                </a:lnTo>
                <a:lnTo>
                  <a:pt x="353" y="19929"/>
                </a:lnTo>
                <a:lnTo>
                  <a:pt x="301" y="19929"/>
                </a:lnTo>
              </a:path>
              <a:path w="21600" h="21600">
                <a:moveTo>
                  <a:pt x="1365" y="19809"/>
                </a:moveTo>
                <a:lnTo>
                  <a:pt x="1403" y="19809"/>
                </a:lnTo>
                <a:lnTo>
                  <a:pt x="1403" y="19887"/>
                </a:lnTo>
                <a:lnTo>
                  <a:pt x="1365" y="19887"/>
                </a:lnTo>
              </a:path>
              <a:path w="21600" h="21600">
                <a:moveTo>
                  <a:pt x="20350" y="19805"/>
                </a:moveTo>
                <a:lnTo>
                  <a:pt x="20383" y="19805"/>
                </a:lnTo>
                <a:lnTo>
                  <a:pt x="20383" y="19872"/>
                </a:lnTo>
                <a:lnTo>
                  <a:pt x="20350" y="19872"/>
                </a:lnTo>
              </a:path>
              <a:path w="21600" h="21600">
                <a:moveTo>
                  <a:pt x="10552" y="19802"/>
                </a:moveTo>
                <a:lnTo>
                  <a:pt x="10593" y="19802"/>
                </a:lnTo>
                <a:lnTo>
                  <a:pt x="10593" y="19887"/>
                </a:lnTo>
                <a:lnTo>
                  <a:pt x="10552" y="19887"/>
                </a:lnTo>
              </a:path>
              <a:path w="21600" h="21600">
                <a:moveTo>
                  <a:pt x="1053" y="19802"/>
                </a:moveTo>
                <a:lnTo>
                  <a:pt x="1110" y="19802"/>
                </a:lnTo>
                <a:lnTo>
                  <a:pt x="1110" y="19919"/>
                </a:lnTo>
                <a:lnTo>
                  <a:pt x="1053" y="19919"/>
                </a:lnTo>
              </a:path>
              <a:path w="21600" h="21600">
                <a:moveTo>
                  <a:pt x="19443" y="19799"/>
                </a:moveTo>
                <a:lnTo>
                  <a:pt x="19478" y="19799"/>
                </a:lnTo>
                <a:lnTo>
                  <a:pt x="19478" y="19870"/>
                </a:lnTo>
                <a:lnTo>
                  <a:pt x="19443" y="19870"/>
                </a:lnTo>
              </a:path>
              <a:path w="21600" h="21600">
                <a:moveTo>
                  <a:pt x="20949" y="19799"/>
                </a:moveTo>
                <a:lnTo>
                  <a:pt x="20992" y="19799"/>
                </a:lnTo>
                <a:lnTo>
                  <a:pt x="20992" y="19887"/>
                </a:lnTo>
                <a:lnTo>
                  <a:pt x="20949" y="19887"/>
                </a:lnTo>
              </a:path>
              <a:path w="21600" h="21600">
                <a:moveTo>
                  <a:pt x="18235" y="19799"/>
                </a:moveTo>
                <a:lnTo>
                  <a:pt x="18279" y="19799"/>
                </a:lnTo>
                <a:lnTo>
                  <a:pt x="18279" y="19887"/>
                </a:lnTo>
                <a:lnTo>
                  <a:pt x="18235" y="19887"/>
                </a:lnTo>
              </a:path>
              <a:path w="21600" h="21600">
                <a:moveTo>
                  <a:pt x="15530" y="19799"/>
                </a:moveTo>
                <a:lnTo>
                  <a:pt x="15573" y="19799"/>
                </a:lnTo>
                <a:lnTo>
                  <a:pt x="15573" y="19887"/>
                </a:lnTo>
                <a:lnTo>
                  <a:pt x="15530" y="19887"/>
                </a:lnTo>
              </a:path>
              <a:path w="21600" h="21600">
                <a:moveTo>
                  <a:pt x="12816" y="19799"/>
                </a:moveTo>
                <a:lnTo>
                  <a:pt x="12860" y="19799"/>
                </a:lnTo>
                <a:lnTo>
                  <a:pt x="12860" y="19887"/>
                </a:lnTo>
                <a:lnTo>
                  <a:pt x="12816" y="19887"/>
                </a:lnTo>
              </a:path>
              <a:path w="21600" h="21600">
                <a:moveTo>
                  <a:pt x="6026" y="19799"/>
                </a:moveTo>
                <a:lnTo>
                  <a:pt x="6069" y="19799"/>
                </a:lnTo>
                <a:lnTo>
                  <a:pt x="6069" y="19887"/>
                </a:lnTo>
                <a:lnTo>
                  <a:pt x="6026" y="19887"/>
                </a:lnTo>
              </a:path>
              <a:path w="21600" h="21600">
                <a:moveTo>
                  <a:pt x="3320" y="19799"/>
                </a:moveTo>
                <a:lnTo>
                  <a:pt x="3363" y="19799"/>
                </a:lnTo>
                <a:lnTo>
                  <a:pt x="3363" y="19887"/>
                </a:lnTo>
                <a:lnTo>
                  <a:pt x="3320" y="19887"/>
                </a:lnTo>
              </a:path>
              <a:path w="21600" h="21600">
                <a:moveTo>
                  <a:pt x="607" y="19799"/>
                </a:moveTo>
                <a:lnTo>
                  <a:pt x="650" y="19799"/>
                </a:lnTo>
                <a:lnTo>
                  <a:pt x="650" y="19887"/>
                </a:lnTo>
                <a:lnTo>
                  <a:pt x="607" y="19887"/>
                </a:lnTo>
              </a:path>
              <a:path w="21600" h="21600">
                <a:moveTo>
                  <a:pt x="21403" y="19799"/>
                </a:moveTo>
                <a:lnTo>
                  <a:pt x="21443" y="19799"/>
                </a:lnTo>
                <a:lnTo>
                  <a:pt x="21443" y="19880"/>
                </a:lnTo>
                <a:lnTo>
                  <a:pt x="21403" y="19880"/>
                </a:lnTo>
              </a:path>
              <a:path w="21600" h="21600">
                <a:moveTo>
                  <a:pt x="19586" y="19787"/>
                </a:moveTo>
                <a:lnTo>
                  <a:pt x="19637" y="19787"/>
                </a:lnTo>
                <a:lnTo>
                  <a:pt x="19637" y="19893"/>
                </a:lnTo>
                <a:lnTo>
                  <a:pt x="19586" y="19893"/>
                </a:lnTo>
              </a:path>
              <a:path w="21600" h="21600">
                <a:moveTo>
                  <a:pt x="16872" y="19787"/>
                </a:moveTo>
                <a:lnTo>
                  <a:pt x="16924" y="19787"/>
                </a:lnTo>
                <a:lnTo>
                  <a:pt x="16924" y="19893"/>
                </a:lnTo>
                <a:lnTo>
                  <a:pt x="16872" y="19893"/>
                </a:lnTo>
              </a:path>
              <a:path w="21600" h="21600">
                <a:moveTo>
                  <a:pt x="7380" y="19787"/>
                </a:moveTo>
                <a:lnTo>
                  <a:pt x="7432" y="19787"/>
                </a:lnTo>
                <a:lnTo>
                  <a:pt x="7432" y="19893"/>
                </a:lnTo>
                <a:lnTo>
                  <a:pt x="7380" y="19893"/>
                </a:lnTo>
              </a:path>
              <a:path w="21600" h="21600">
                <a:moveTo>
                  <a:pt x="4675" y="19787"/>
                </a:moveTo>
                <a:lnTo>
                  <a:pt x="4727" y="19787"/>
                </a:lnTo>
                <a:lnTo>
                  <a:pt x="4727" y="19893"/>
                </a:lnTo>
                <a:lnTo>
                  <a:pt x="4675" y="19893"/>
                </a:lnTo>
              </a:path>
              <a:path w="21600" h="21600">
                <a:moveTo>
                  <a:pt x="1962" y="19787"/>
                </a:moveTo>
                <a:lnTo>
                  <a:pt x="2013" y="19787"/>
                </a:lnTo>
                <a:lnTo>
                  <a:pt x="2013" y="19893"/>
                </a:lnTo>
                <a:lnTo>
                  <a:pt x="1962" y="19893"/>
                </a:lnTo>
              </a:path>
              <a:path w="21600" h="21600">
                <a:moveTo>
                  <a:pt x="8748" y="19779"/>
                </a:moveTo>
                <a:lnTo>
                  <a:pt x="8774" y="19779"/>
                </a:lnTo>
                <a:lnTo>
                  <a:pt x="8774" y="19831"/>
                </a:lnTo>
                <a:lnTo>
                  <a:pt x="8748" y="19831"/>
                </a:lnTo>
              </a:path>
              <a:path w="21600" h="21600">
                <a:moveTo>
                  <a:pt x="16724" y="19777"/>
                </a:moveTo>
                <a:lnTo>
                  <a:pt x="16770" y="19777"/>
                </a:lnTo>
                <a:lnTo>
                  <a:pt x="16770" y="19872"/>
                </a:lnTo>
                <a:lnTo>
                  <a:pt x="16724" y="19872"/>
                </a:lnTo>
              </a:path>
              <a:path w="21600" h="21600">
                <a:moveTo>
                  <a:pt x="14018" y="19777"/>
                </a:moveTo>
                <a:lnTo>
                  <a:pt x="14065" y="19777"/>
                </a:lnTo>
                <a:lnTo>
                  <a:pt x="14065" y="19872"/>
                </a:lnTo>
                <a:lnTo>
                  <a:pt x="14018" y="19872"/>
                </a:lnTo>
              </a:path>
              <a:path w="21600" h="21600">
                <a:moveTo>
                  <a:pt x="11305" y="19777"/>
                </a:moveTo>
                <a:lnTo>
                  <a:pt x="11351" y="19777"/>
                </a:lnTo>
                <a:lnTo>
                  <a:pt x="11351" y="19872"/>
                </a:lnTo>
                <a:lnTo>
                  <a:pt x="11305" y="19872"/>
                </a:lnTo>
              </a:path>
              <a:path w="21600" h="21600">
                <a:moveTo>
                  <a:pt x="10247" y="19777"/>
                </a:moveTo>
                <a:lnTo>
                  <a:pt x="10294" y="19777"/>
                </a:lnTo>
                <a:lnTo>
                  <a:pt x="10294" y="19872"/>
                </a:lnTo>
                <a:lnTo>
                  <a:pt x="10247" y="19872"/>
                </a:lnTo>
              </a:path>
              <a:path w="21600" h="21600">
                <a:moveTo>
                  <a:pt x="7534" y="19777"/>
                </a:moveTo>
                <a:lnTo>
                  <a:pt x="7581" y="19777"/>
                </a:lnTo>
                <a:lnTo>
                  <a:pt x="7581" y="19872"/>
                </a:lnTo>
                <a:lnTo>
                  <a:pt x="7534" y="19872"/>
                </a:lnTo>
              </a:path>
              <a:path w="21600" h="21600">
                <a:moveTo>
                  <a:pt x="4828" y="19777"/>
                </a:moveTo>
                <a:lnTo>
                  <a:pt x="4875" y="19777"/>
                </a:lnTo>
                <a:lnTo>
                  <a:pt x="4875" y="19872"/>
                </a:lnTo>
                <a:lnTo>
                  <a:pt x="4828" y="19872"/>
                </a:lnTo>
              </a:path>
              <a:path w="21600" h="21600">
                <a:moveTo>
                  <a:pt x="2115" y="19777"/>
                </a:moveTo>
                <a:lnTo>
                  <a:pt x="2162" y="19777"/>
                </a:lnTo>
                <a:lnTo>
                  <a:pt x="2162" y="19872"/>
                </a:lnTo>
                <a:lnTo>
                  <a:pt x="2115" y="19872"/>
                </a:lnTo>
              </a:path>
              <a:path w="21600" h="21600">
                <a:moveTo>
                  <a:pt x="18088" y="19769"/>
                </a:moveTo>
                <a:lnTo>
                  <a:pt x="18124" y="19769"/>
                </a:lnTo>
                <a:lnTo>
                  <a:pt x="18124" y="19843"/>
                </a:lnTo>
                <a:lnTo>
                  <a:pt x="18088" y="19843"/>
                </a:lnTo>
              </a:path>
              <a:path w="21600" h="21600">
                <a:moveTo>
                  <a:pt x="13408" y="19768"/>
                </a:moveTo>
                <a:lnTo>
                  <a:pt x="13467" y="19768"/>
                </a:lnTo>
                <a:lnTo>
                  <a:pt x="13467" y="19890"/>
                </a:lnTo>
                <a:lnTo>
                  <a:pt x="13408" y="19890"/>
                </a:lnTo>
              </a:path>
              <a:path w="21600" h="21600">
                <a:moveTo>
                  <a:pt x="8131" y="19768"/>
                </a:moveTo>
                <a:lnTo>
                  <a:pt x="8191" y="19768"/>
                </a:lnTo>
                <a:lnTo>
                  <a:pt x="8191" y="19890"/>
                </a:lnTo>
                <a:lnTo>
                  <a:pt x="8131" y="19890"/>
                </a:lnTo>
              </a:path>
              <a:path w="21600" h="21600">
                <a:moveTo>
                  <a:pt x="21547" y="19762"/>
                </a:moveTo>
                <a:lnTo>
                  <a:pt x="21592" y="19762"/>
                </a:lnTo>
                <a:lnTo>
                  <a:pt x="21592" y="19855"/>
                </a:lnTo>
                <a:lnTo>
                  <a:pt x="21547" y="19855"/>
                </a:lnTo>
              </a:path>
              <a:path w="21600" h="21600">
                <a:moveTo>
                  <a:pt x="7" y="19762"/>
                </a:moveTo>
                <a:lnTo>
                  <a:pt x="52" y="19762"/>
                </a:lnTo>
                <a:lnTo>
                  <a:pt x="52" y="19855"/>
                </a:lnTo>
                <a:lnTo>
                  <a:pt x="7" y="19855"/>
                </a:lnTo>
              </a:path>
              <a:path w="21600" h="21600">
                <a:moveTo>
                  <a:pt x="11160" y="19761"/>
                </a:moveTo>
                <a:lnTo>
                  <a:pt x="11194" y="19761"/>
                </a:lnTo>
                <a:lnTo>
                  <a:pt x="11194" y="19831"/>
                </a:lnTo>
                <a:lnTo>
                  <a:pt x="11160" y="19831"/>
                </a:lnTo>
              </a:path>
              <a:path w="21600" h="21600">
                <a:moveTo>
                  <a:pt x="20190" y="19759"/>
                </a:moveTo>
                <a:lnTo>
                  <a:pt x="20240" y="19759"/>
                </a:lnTo>
                <a:lnTo>
                  <a:pt x="20240" y="19862"/>
                </a:lnTo>
                <a:lnTo>
                  <a:pt x="20190" y="19862"/>
                </a:lnTo>
              </a:path>
              <a:path w="21600" h="21600">
                <a:moveTo>
                  <a:pt x="14771" y="19759"/>
                </a:moveTo>
                <a:lnTo>
                  <a:pt x="14821" y="19759"/>
                </a:lnTo>
                <a:lnTo>
                  <a:pt x="14821" y="19862"/>
                </a:lnTo>
                <a:lnTo>
                  <a:pt x="14771" y="19862"/>
                </a:lnTo>
              </a:path>
              <a:path w="21600" h="21600">
                <a:moveTo>
                  <a:pt x="9491" y="19759"/>
                </a:moveTo>
                <a:lnTo>
                  <a:pt x="9541" y="19759"/>
                </a:lnTo>
                <a:lnTo>
                  <a:pt x="9541" y="19862"/>
                </a:lnTo>
                <a:lnTo>
                  <a:pt x="9491" y="19862"/>
                </a:lnTo>
              </a:path>
              <a:path w="21600" h="21600">
                <a:moveTo>
                  <a:pt x="6777" y="19759"/>
                </a:moveTo>
                <a:lnTo>
                  <a:pt x="6828" y="19759"/>
                </a:lnTo>
                <a:lnTo>
                  <a:pt x="6828" y="19862"/>
                </a:lnTo>
                <a:lnTo>
                  <a:pt x="6777" y="19862"/>
                </a:lnTo>
              </a:path>
              <a:path w="21600" h="21600">
                <a:moveTo>
                  <a:pt x="4072" y="19759"/>
                </a:moveTo>
                <a:lnTo>
                  <a:pt x="4122" y="19759"/>
                </a:lnTo>
                <a:lnTo>
                  <a:pt x="4122" y="19862"/>
                </a:lnTo>
                <a:lnTo>
                  <a:pt x="4072" y="19862"/>
                </a:lnTo>
              </a:path>
              <a:path w="21600" h="21600">
                <a:moveTo>
                  <a:pt x="21101" y="19757"/>
                </a:moveTo>
                <a:lnTo>
                  <a:pt x="21141" y="19757"/>
                </a:lnTo>
                <a:lnTo>
                  <a:pt x="21141" y="19838"/>
                </a:lnTo>
                <a:lnTo>
                  <a:pt x="21101" y="19838"/>
                </a:lnTo>
              </a:path>
              <a:path w="21600" h="21600">
                <a:moveTo>
                  <a:pt x="3624" y="19757"/>
                </a:moveTo>
                <a:lnTo>
                  <a:pt x="3664" y="19757"/>
                </a:lnTo>
                <a:lnTo>
                  <a:pt x="3664" y="19838"/>
                </a:lnTo>
                <a:lnTo>
                  <a:pt x="3624" y="19838"/>
                </a:lnTo>
              </a:path>
              <a:path w="21600" h="21600">
                <a:moveTo>
                  <a:pt x="10401" y="19748"/>
                </a:moveTo>
                <a:lnTo>
                  <a:pt x="10442" y="19748"/>
                </a:lnTo>
                <a:lnTo>
                  <a:pt x="10442" y="19833"/>
                </a:lnTo>
                <a:lnTo>
                  <a:pt x="10401" y="19833"/>
                </a:lnTo>
              </a:path>
              <a:path w="21600" h="21600">
                <a:moveTo>
                  <a:pt x="17491" y="19748"/>
                </a:moveTo>
                <a:lnTo>
                  <a:pt x="17513" y="19748"/>
                </a:lnTo>
                <a:lnTo>
                  <a:pt x="17513" y="19793"/>
                </a:lnTo>
                <a:lnTo>
                  <a:pt x="17491" y="19793"/>
                </a:lnTo>
              </a:path>
              <a:path w="21600" h="21600">
                <a:moveTo>
                  <a:pt x="757" y="19748"/>
                </a:moveTo>
                <a:lnTo>
                  <a:pt x="802" y="19748"/>
                </a:lnTo>
                <a:lnTo>
                  <a:pt x="802" y="19840"/>
                </a:lnTo>
                <a:lnTo>
                  <a:pt x="757" y="19840"/>
                </a:lnTo>
              </a:path>
              <a:path w="21600" h="21600">
                <a:moveTo>
                  <a:pt x="20793" y="19741"/>
                </a:moveTo>
                <a:lnTo>
                  <a:pt x="20846" y="19741"/>
                </a:lnTo>
                <a:lnTo>
                  <a:pt x="20846" y="19851"/>
                </a:lnTo>
                <a:lnTo>
                  <a:pt x="20793" y="19851"/>
                </a:lnTo>
              </a:path>
              <a:path w="21600" h="21600">
                <a:moveTo>
                  <a:pt x="17631" y="19741"/>
                </a:moveTo>
                <a:lnTo>
                  <a:pt x="17675" y="19741"/>
                </a:lnTo>
                <a:lnTo>
                  <a:pt x="17675" y="19833"/>
                </a:lnTo>
                <a:lnTo>
                  <a:pt x="17631" y="19833"/>
                </a:lnTo>
              </a:path>
              <a:path w="21600" h="21600">
                <a:moveTo>
                  <a:pt x="14925" y="19741"/>
                </a:moveTo>
                <a:lnTo>
                  <a:pt x="14970" y="19741"/>
                </a:lnTo>
                <a:lnTo>
                  <a:pt x="14970" y="19833"/>
                </a:lnTo>
                <a:lnTo>
                  <a:pt x="14925" y="19833"/>
                </a:lnTo>
              </a:path>
              <a:path w="21600" h="21600">
                <a:moveTo>
                  <a:pt x="12212" y="19741"/>
                </a:moveTo>
                <a:lnTo>
                  <a:pt x="12256" y="19741"/>
                </a:lnTo>
                <a:lnTo>
                  <a:pt x="12256" y="19833"/>
                </a:lnTo>
                <a:lnTo>
                  <a:pt x="12212" y="19833"/>
                </a:lnTo>
              </a:path>
              <a:path w="21600" h="21600">
                <a:moveTo>
                  <a:pt x="9342" y="19741"/>
                </a:moveTo>
                <a:lnTo>
                  <a:pt x="9387" y="19741"/>
                </a:lnTo>
                <a:lnTo>
                  <a:pt x="9387" y="19833"/>
                </a:lnTo>
                <a:lnTo>
                  <a:pt x="9342" y="19833"/>
                </a:lnTo>
              </a:path>
              <a:path w="21600" h="21600">
                <a:moveTo>
                  <a:pt x="3923" y="19741"/>
                </a:moveTo>
                <a:lnTo>
                  <a:pt x="3968" y="19741"/>
                </a:lnTo>
                <a:lnTo>
                  <a:pt x="3968" y="19833"/>
                </a:lnTo>
                <a:lnTo>
                  <a:pt x="3923" y="19833"/>
                </a:lnTo>
              </a:path>
              <a:path w="21600" h="21600">
                <a:moveTo>
                  <a:pt x="1210" y="19741"/>
                </a:moveTo>
                <a:lnTo>
                  <a:pt x="1255" y="19741"/>
                </a:lnTo>
                <a:lnTo>
                  <a:pt x="1255" y="19833"/>
                </a:lnTo>
                <a:lnTo>
                  <a:pt x="1210" y="19833"/>
                </a:lnTo>
              </a:path>
              <a:path w="21600" h="21600">
                <a:moveTo>
                  <a:pt x="11754" y="19736"/>
                </a:moveTo>
                <a:lnTo>
                  <a:pt x="11808" y="19736"/>
                </a:lnTo>
                <a:lnTo>
                  <a:pt x="11808" y="19846"/>
                </a:lnTo>
                <a:lnTo>
                  <a:pt x="11754" y="19846"/>
                </a:lnTo>
              </a:path>
              <a:path w="21600" h="21600">
                <a:moveTo>
                  <a:pt x="9791" y="19736"/>
                </a:moveTo>
                <a:lnTo>
                  <a:pt x="9844" y="19736"/>
                </a:lnTo>
                <a:lnTo>
                  <a:pt x="9844" y="19846"/>
                </a:lnTo>
                <a:lnTo>
                  <a:pt x="9791" y="19846"/>
                </a:lnTo>
              </a:path>
              <a:path w="21600" h="21600">
                <a:moveTo>
                  <a:pt x="20042" y="19731"/>
                </a:moveTo>
                <a:lnTo>
                  <a:pt x="20087" y="19731"/>
                </a:lnTo>
                <a:lnTo>
                  <a:pt x="20087" y="19823"/>
                </a:lnTo>
                <a:lnTo>
                  <a:pt x="20042" y="19823"/>
                </a:lnTo>
              </a:path>
              <a:path w="21600" h="21600">
                <a:moveTo>
                  <a:pt x="17329" y="19731"/>
                </a:moveTo>
                <a:lnTo>
                  <a:pt x="17374" y="19731"/>
                </a:lnTo>
                <a:lnTo>
                  <a:pt x="17374" y="19823"/>
                </a:lnTo>
                <a:lnTo>
                  <a:pt x="17329" y="19823"/>
                </a:lnTo>
              </a:path>
              <a:path w="21600" h="21600">
                <a:moveTo>
                  <a:pt x="11910" y="19731"/>
                </a:moveTo>
                <a:lnTo>
                  <a:pt x="11954" y="19731"/>
                </a:lnTo>
                <a:lnTo>
                  <a:pt x="11954" y="19823"/>
                </a:lnTo>
                <a:lnTo>
                  <a:pt x="11910" y="19823"/>
                </a:lnTo>
              </a:path>
              <a:path w="21600" h="21600">
                <a:moveTo>
                  <a:pt x="9644" y="19731"/>
                </a:moveTo>
                <a:lnTo>
                  <a:pt x="9689" y="19731"/>
                </a:lnTo>
                <a:lnTo>
                  <a:pt x="9689" y="19823"/>
                </a:lnTo>
                <a:lnTo>
                  <a:pt x="9644" y="19823"/>
                </a:lnTo>
              </a:path>
              <a:path w="21600" h="21600">
                <a:moveTo>
                  <a:pt x="6931" y="19731"/>
                </a:moveTo>
                <a:lnTo>
                  <a:pt x="6976" y="19731"/>
                </a:lnTo>
                <a:lnTo>
                  <a:pt x="6976" y="19823"/>
                </a:lnTo>
                <a:lnTo>
                  <a:pt x="6931" y="19823"/>
                </a:lnTo>
              </a:path>
              <a:path w="21600" h="21600">
                <a:moveTo>
                  <a:pt x="4225" y="19731"/>
                </a:moveTo>
                <a:lnTo>
                  <a:pt x="4270" y="19731"/>
                </a:lnTo>
                <a:lnTo>
                  <a:pt x="4270" y="19823"/>
                </a:lnTo>
                <a:lnTo>
                  <a:pt x="4225" y="19823"/>
                </a:lnTo>
              </a:path>
              <a:path w="21600" h="21600">
                <a:moveTo>
                  <a:pt x="1512" y="19731"/>
                </a:moveTo>
                <a:lnTo>
                  <a:pt x="1557" y="19731"/>
                </a:lnTo>
                <a:lnTo>
                  <a:pt x="1557" y="19823"/>
                </a:lnTo>
                <a:lnTo>
                  <a:pt x="1512" y="19823"/>
                </a:lnTo>
              </a:path>
              <a:path w="21600" h="21600">
                <a:moveTo>
                  <a:pt x="5724" y="19729"/>
                </a:moveTo>
                <a:lnTo>
                  <a:pt x="5767" y="19729"/>
                </a:lnTo>
                <a:lnTo>
                  <a:pt x="5767" y="19817"/>
                </a:lnTo>
                <a:lnTo>
                  <a:pt x="5724" y="19817"/>
                </a:lnTo>
              </a:path>
              <a:path w="21600" h="21600">
                <a:moveTo>
                  <a:pt x="11451" y="19711"/>
                </a:moveTo>
                <a:lnTo>
                  <a:pt x="11507" y="19711"/>
                </a:lnTo>
                <a:lnTo>
                  <a:pt x="11507" y="19824"/>
                </a:lnTo>
                <a:lnTo>
                  <a:pt x="11451" y="19824"/>
                </a:lnTo>
              </a:path>
              <a:path w="21600" h="21600">
                <a:moveTo>
                  <a:pt x="6635" y="19695"/>
                </a:moveTo>
                <a:lnTo>
                  <a:pt x="6668" y="19695"/>
                </a:lnTo>
                <a:lnTo>
                  <a:pt x="6668" y="19762"/>
                </a:lnTo>
                <a:lnTo>
                  <a:pt x="6635" y="19762"/>
                </a:lnTo>
              </a:path>
              <a:path w="21600" h="21600">
                <a:moveTo>
                  <a:pt x="19744" y="19695"/>
                </a:moveTo>
                <a:lnTo>
                  <a:pt x="19780" y="19695"/>
                </a:lnTo>
                <a:lnTo>
                  <a:pt x="19780" y="19769"/>
                </a:lnTo>
                <a:lnTo>
                  <a:pt x="19744" y="19769"/>
                </a:lnTo>
              </a:path>
              <a:path w="21600" h="21600">
                <a:moveTo>
                  <a:pt x="18989" y="19695"/>
                </a:moveTo>
                <a:lnTo>
                  <a:pt x="19026" y="19695"/>
                </a:lnTo>
                <a:lnTo>
                  <a:pt x="19026" y="19769"/>
                </a:lnTo>
                <a:lnTo>
                  <a:pt x="18989" y="19769"/>
                </a:lnTo>
              </a:path>
              <a:path w="21600" h="21600">
                <a:moveTo>
                  <a:pt x="14325" y="19695"/>
                </a:moveTo>
                <a:lnTo>
                  <a:pt x="14361" y="19695"/>
                </a:lnTo>
                <a:lnTo>
                  <a:pt x="14361" y="19769"/>
                </a:lnTo>
                <a:lnTo>
                  <a:pt x="14325" y="19769"/>
                </a:lnTo>
              </a:path>
              <a:path w="21600" h="21600">
                <a:moveTo>
                  <a:pt x="13570" y="19695"/>
                </a:moveTo>
                <a:lnTo>
                  <a:pt x="13607" y="19695"/>
                </a:lnTo>
                <a:lnTo>
                  <a:pt x="13607" y="19769"/>
                </a:lnTo>
                <a:lnTo>
                  <a:pt x="13570" y="19769"/>
                </a:lnTo>
              </a:path>
              <a:path w="21600" h="21600">
                <a:moveTo>
                  <a:pt x="1819" y="19695"/>
                </a:moveTo>
                <a:lnTo>
                  <a:pt x="1855" y="19695"/>
                </a:lnTo>
                <a:lnTo>
                  <a:pt x="1855" y="19769"/>
                </a:lnTo>
                <a:lnTo>
                  <a:pt x="1819" y="19769"/>
                </a:lnTo>
              </a:path>
              <a:path w="21600" h="21600">
                <a:moveTo>
                  <a:pt x="14173" y="19653"/>
                </a:moveTo>
                <a:lnTo>
                  <a:pt x="14211" y="19653"/>
                </a:lnTo>
                <a:lnTo>
                  <a:pt x="14211" y="19731"/>
                </a:lnTo>
                <a:lnTo>
                  <a:pt x="14173" y="19731"/>
                </a:lnTo>
              </a:path>
              <a:path w="21600" h="21600">
                <a:moveTo>
                  <a:pt x="12664" y="19644"/>
                </a:moveTo>
                <a:lnTo>
                  <a:pt x="12710" y="19644"/>
                </a:lnTo>
                <a:lnTo>
                  <a:pt x="12710" y="19739"/>
                </a:lnTo>
                <a:lnTo>
                  <a:pt x="12664" y="19739"/>
                </a:lnTo>
              </a:path>
              <a:path w="21600" h="21600">
                <a:moveTo>
                  <a:pt x="8888" y="19644"/>
                </a:moveTo>
                <a:lnTo>
                  <a:pt x="8935" y="19644"/>
                </a:lnTo>
                <a:lnTo>
                  <a:pt x="8935" y="19739"/>
                </a:lnTo>
                <a:lnTo>
                  <a:pt x="8888" y="19739"/>
                </a:lnTo>
              </a:path>
              <a:path w="21600" h="21600">
                <a:moveTo>
                  <a:pt x="3470" y="19644"/>
                </a:moveTo>
                <a:lnTo>
                  <a:pt x="3516" y="19644"/>
                </a:lnTo>
                <a:lnTo>
                  <a:pt x="3516" y="19739"/>
                </a:lnTo>
                <a:lnTo>
                  <a:pt x="3470" y="19739"/>
                </a:lnTo>
              </a:path>
              <a:path w="21600" h="21600">
                <a:moveTo>
                  <a:pt x="16272" y="19641"/>
                </a:moveTo>
                <a:lnTo>
                  <a:pt x="16317" y="19641"/>
                </a:lnTo>
                <a:lnTo>
                  <a:pt x="16317" y="19733"/>
                </a:lnTo>
                <a:lnTo>
                  <a:pt x="16272" y="19733"/>
                </a:lnTo>
              </a:path>
              <a:path w="21600" h="21600">
                <a:moveTo>
                  <a:pt x="5282" y="19641"/>
                </a:moveTo>
                <a:lnTo>
                  <a:pt x="5327" y="19641"/>
                </a:lnTo>
                <a:lnTo>
                  <a:pt x="5327" y="19733"/>
                </a:lnTo>
                <a:lnTo>
                  <a:pt x="5282" y="19733"/>
                </a:lnTo>
              </a:path>
              <a:path w="21600" h="21600">
                <a:moveTo>
                  <a:pt x="19284" y="19641"/>
                </a:moveTo>
                <a:lnTo>
                  <a:pt x="19334" y="19641"/>
                </a:lnTo>
                <a:lnTo>
                  <a:pt x="19334" y="19744"/>
                </a:lnTo>
                <a:lnTo>
                  <a:pt x="19284" y="19744"/>
                </a:lnTo>
              </a:path>
              <a:path w="21600" h="21600">
                <a:moveTo>
                  <a:pt x="13865" y="19641"/>
                </a:moveTo>
                <a:lnTo>
                  <a:pt x="13915" y="19641"/>
                </a:lnTo>
                <a:lnTo>
                  <a:pt x="13915" y="19744"/>
                </a:lnTo>
                <a:lnTo>
                  <a:pt x="13865" y="19744"/>
                </a:lnTo>
              </a:path>
              <a:path w="21600" h="21600">
                <a:moveTo>
                  <a:pt x="7683" y="19641"/>
                </a:moveTo>
                <a:lnTo>
                  <a:pt x="7733" y="19641"/>
                </a:lnTo>
                <a:lnTo>
                  <a:pt x="7733" y="19744"/>
                </a:lnTo>
                <a:lnTo>
                  <a:pt x="7683" y="19744"/>
                </a:lnTo>
              </a:path>
              <a:path w="21600" h="21600">
                <a:moveTo>
                  <a:pt x="2265" y="19641"/>
                </a:moveTo>
                <a:lnTo>
                  <a:pt x="2315" y="19641"/>
                </a:lnTo>
                <a:lnTo>
                  <a:pt x="2315" y="19744"/>
                </a:lnTo>
                <a:lnTo>
                  <a:pt x="2265" y="19744"/>
                </a:lnTo>
              </a:path>
              <a:path w="21600" h="21600">
                <a:moveTo>
                  <a:pt x="17027" y="19632"/>
                </a:moveTo>
                <a:lnTo>
                  <a:pt x="17072" y="19632"/>
                </a:lnTo>
                <a:lnTo>
                  <a:pt x="17072" y="19723"/>
                </a:lnTo>
                <a:lnTo>
                  <a:pt x="17027" y="19723"/>
                </a:lnTo>
              </a:path>
              <a:path w="21600" h="21600">
                <a:moveTo>
                  <a:pt x="11608" y="19632"/>
                </a:moveTo>
                <a:lnTo>
                  <a:pt x="11652" y="19632"/>
                </a:lnTo>
                <a:lnTo>
                  <a:pt x="11652" y="19723"/>
                </a:lnTo>
                <a:lnTo>
                  <a:pt x="11608" y="19723"/>
                </a:lnTo>
              </a:path>
              <a:path w="21600" h="21600">
                <a:moveTo>
                  <a:pt x="9946" y="19632"/>
                </a:moveTo>
                <a:lnTo>
                  <a:pt x="9991" y="19632"/>
                </a:lnTo>
                <a:lnTo>
                  <a:pt x="9991" y="19723"/>
                </a:lnTo>
                <a:lnTo>
                  <a:pt x="9946" y="19723"/>
                </a:lnTo>
              </a:path>
              <a:path w="21600" h="21600">
                <a:moveTo>
                  <a:pt x="4527" y="19632"/>
                </a:moveTo>
                <a:lnTo>
                  <a:pt x="4572" y="19632"/>
                </a:lnTo>
                <a:lnTo>
                  <a:pt x="4572" y="19723"/>
                </a:lnTo>
                <a:lnTo>
                  <a:pt x="4527" y="19723"/>
                </a:lnTo>
              </a:path>
              <a:path w="21600" h="21600">
                <a:moveTo>
                  <a:pt x="4375" y="19630"/>
                </a:moveTo>
                <a:lnTo>
                  <a:pt x="4423" y="19630"/>
                </a:lnTo>
                <a:lnTo>
                  <a:pt x="4423" y="19729"/>
                </a:lnTo>
                <a:lnTo>
                  <a:pt x="4375" y="19729"/>
                </a:lnTo>
              </a:path>
              <a:path w="21600" h="21600">
                <a:moveTo>
                  <a:pt x="10101" y="19626"/>
                </a:moveTo>
                <a:lnTo>
                  <a:pt x="10138" y="19626"/>
                </a:lnTo>
                <a:lnTo>
                  <a:pt x="10138" y="19704"/>
                </a:lnTo>
                <a:lnTo>
                  <a:pt x="10101" y="19704"/>
                </a:lnTo>
              </a:path>
              <a:path w="21600" h="21600">
                <a:moveTo>
                  <a:pt x="11161" y="19624"/>
                </a:moveTo>
                <a:lnTo>
                  <a:pt x="11193" y="19624"/>
                </a:lnTo>
                <a:lnTo>
                  <a:pt x="11193" y="19691"/>
                </a:lnTo>
                <a:lnTo>
                  <a:pt x="11161" y="19691"/>
                </a:lnTo>
              </a:path>
              <a:path w="21600" h="21600">
                <a:moveTo>
                  <a:pt x="3173" y="19621"/>
                </a:moveTo>
                <a:lnTo>
                  <a:pt x="3209" y="19621"/>
                </a:lnTo>
                <a:lnTo>
                  <a:pt x="3209" y="19695"/>
                </a:lnTo>
                <a:lnTo>
                  <a:pt x="3173" y="19695"/>
                </a:lnTo>
              </a:path>
              <a:path w="21600" h="21600">
                <a:moveTo>
                  <a:pt x="20491" y="19616"/>
                </a:moveTo>
                <a:lnTo>
                  <a:pt x="20543" y="19616"/>
                </a:lnTo>
                <a:lnTo>
                  <a:pt x="20543" y="19722"/>
                </a:lnTo>
                <a:lnTo>
                  <a:pt x="20491" y="19722"/>
                </a:lnTo>
              </a:path>
              <a:path w="21600" h="21600">
                <a:moveTo>
                  <a:pt x="15072" y="19616"/>
                </a:moveTo>
                <a:lnTo>
                  <a:pt x="15124" y="19616"/>
                </a:lnTo>
                <a:lnTo>
                  <a:pt x="15124" y="19722"/>
                </a:lnTo>
                <a:lnTo>
                  <a:pt x="15072" y="19722"/>
                </a:lnTo>
              </a:path>
              <a:path w="21600" h="21600">
                <a:moveTo>
                  <a:pt x="12068" y="19616"/>
                </a:moveTo>
                <a:lnTo>
                  <a:pt x="12098" y="19616"/>
                </a:lnTo>
                <a:lnTo>
                  <a:pt x="12098" y="19676"/>
                </a:lnTo>
                <a:lnTo>
                  <a:pt x="12068" y="19676"/>
                </a:lnTo>
              </a:path>
              <a:path w="21600" h="21600">
                <a:moveTo>
                  <a:pt x="6475" y="19616"/>
                </a:moveTo>
                <a:lnTo>
                  <a:pt x="6526" y="19616"/>
                </a:lnTo>
                <a:lnTo>
                  <a:pt x="6526" y="19722"/>
                </a:lnTo>
                <a:lnTo>
                  <a:pt x="6475" y="19722"/>
                </a:lnTo>
              </a:path>
              <a:path w="21600" h="21600">
                <a:moveTo>
                  <a:pt x="20644" y="19614"/>
                </a:moveTo>
                <a:lnTo>
                  <a:pt x="20692" y="19614"/>
                </a:lnTo>
                <a:lnTo>
                  <a:pt x="20692" y="19713"/>
                </a:lnTo>
                <a:lnTo>
                  <a:pt x="20644" y="19713"/>
                </a:lnTo>
              </a:path>
              <a:path w="21600" h="21600">
                <a:moveTo>
                  <a:pt x="19134" y="19614"/>
                </a:moveTo>
                <a:lnTo>
                  <a:pt x="19183" y="19614"/>
                </a:lnTo>
                <a:lnTo>
                  <a:pt x="19183" y="19713"/>
                </a:lnTo>
                <a:lnTo>
                  <a:pt x="19134" y="19713"/>
                </a:lnTo>
              </a:path>
              <a:path w="21600" h="21600">
                <a:moveTo>
                  <a:pt x="18686" y="19614"/>
                </a:moveTo>
                <a:lnTo>
                  <a:pt x="18734" y="19614"/>
                </a:lnTo>
                <a:lnTo>
                  <a:pt x="18734" y="19713"/>
                </a:lnTo>
                <a:lnTo>
                  <a:pt x="18686" y="19713"/>
                </a:lnTo>
              </a:path>
              <a:path w="21600" h="21600">
                <a:moveTo>
                  <a:pt x="18384" y="19614"/>
                </a:moveTo>
                <a:lnTo>
                  <a:pt x="18432" y="19614"/>
                </a:lnTo>
                <a:lnTo>
                  <a:pt x="18432" y="19713"/>
                </a:lnTo>
                <a:lnTo>
                  <a:pt x="18384" y="19713"/>
                </a:lnTo>
              </a:path>
              <a:path w="21600" h="21600">
                <a:moveTo>
                  <a:pt x="17931" y="19614"/>
                </a:moveTo>
                <a:lnTo>
                  <a:pt x="17979" y="19614"/>
                </a:lnTo>
                <a:lnTo>
                  <a:pt x="17979" y="19713"/>
                </a:lnTo>
                <a:lnTo>
                  <a:pt x="17931" y="19713"/>
                </a:lnTo>
              </a:path>
              <a:path w="21600" h="21600">
                <a:moveTo>
                  <a:pt x="16421" y="19614"/>
                </a:moveTo>
                <a:lnTo>
                  <a:pt x="16469" y="19614"/>
                </a:lnTo>
                <a:lnTo>
                  <a:pt x="16469" y="19713"/>
                </a:lnTo>
                <a:lnTo>
                  <a:pt x="16421" y="19713"/>
                </a:lnTo>
              </a:path>
              <a:path w="21600" h="21600">
                <a:moveTo>
                  <a:pt x="15980" y="19614"/>
                </a:moveTo>
                <a:lnTo>
                  <a:pt x="16028" y="19614"/>
                </a:lnTo>
                <a:lnTo>
                  <a:pt x="16028" y="19713"/>
                </a:lnTo>
                <a:lnTo>
                  <a:pt x="15980" y="19713"/>
                </a:lnTo>
              </a:path>
              <a:path w="21600" h="21600">
                <a:moveTo>
                  <a:pt x="15678" y="19614"/>
                </a:moveTo>
                <a:lnTo>
                  <a:pt x="15726" y="19614"/>
                </a:lnTo>
                <a:lnTo>
                  <a:pt x="15726" y="19713"/>
                </a:lnTo>
                <a:lnTo>
                  <a:pt x="15678" y="19713"/>
                </a:lnTo>
              </a:path>
              <a:path w="21600" h="21600">
                <a:moveTo>
                  <a:pt x="15225" y="19614"/>
                </a:moveTo>
                <a:lnTo>
                  <a:pt x="15273" y="19614"/>
                </a:lnTo>
                <a:lnTo>
                  <a:pt x="15273" y="19713"/>
                </a:lnTo>
                <a:lnTo>
                  <a:pt x="15225" y="19713"/>
                </a:lnTo>
              </a:path>
              <a:path w="21600" h="21600">
                <a:moveTo>
                  <a:pt x="13715" y="19614"/>
                </a:moveTo>
                <a:lnTo>
                  <a:pt x="13764" y="19614"/>
                </a:lnTo>
                <a:lnTo>
                  <a:pt x="13764" y="19713"/>
                </a:lnTo>
                <a:lnTo>
                  <a:pt x="13715" y="19713"/>
                </a:lnTo>
              </a:path>
              <a:path w="21600" h="21600">
                <a:moveTo>
                  <a:pt x="13267" y="19614"/>
                </a:moveTo>
                <a:lnTo>
                  <a:pt x="13315" y="19614"/>
                </a:lnTo>
                <a:lnTo>
                  <a:pt x="13315" y="19713"/>
                </a:lnTo>
                <a:lnTo>
                  <a:pt x="13267" y="19713"/>
                </a:lnTo>
              </a:path>
              <a:path w="21600" h="21600">
                <a:moveTo>
                  <a:pt x="12965" y="19614"/>
                </a:moveTo>
                <a:lnTo>
                  <a:pt x="13013" y="19614"/>
                </a:lnTo>
                <a:lnTo>
                  <a:pt x="13013" y="19713"/>
                </a:lnTo>
                <a:lnTo>
                  <a:pt x="12965" y="19713"/>
                </a:lnTo>
              </a:path>
              <a:path w="21600" h="21600">
                <a:moveTo>
                  <a:pt x="12512" y="19614"/>
                </a:moveTo>
                <a:lnTo>
                  <a:pt x="12560" y="19614"/>
                </a:lnTo>
                <a:lnTo>
                  <a:pt x="12560" y="19713"/>
                </a:lnTo>
                <a:lnTo>
                  <a:pt x="12512" y="19713"/>
                </a:lnTo>
              </a:path>
              <a:path w="21600" h="21600">
                <a:moveTo>
                  <a:pt x="11002" y="19614"/>
                </a:moveTo>
                <a:lnTo>
                  <a:pt x="11050" y="19614"/>
                </a:lnTo>
                <a:lnTo>
                  <a:pt x="11050" y="19713"/>
                </a:lnTo>
                <a:lnTo>
                  <a:pt x="11002" y="19713"/>
                </a:lnTo>
              </a:path>
              <a:path w="21600" h="21600">
                <a:moveTo>
                  <a:pt x="9039" y="19614"/>
                </a:moveTo>
                <a:lnTo>
                  <a:pt x="9087" y="19614"/>
                </a:lnTo>
                <a:lnTo>
                  <a:pt x="9087" y="19713"/>
                </a:lnTo>
                <a:lnTo>
                  <a:pt x="9039" y="19713"/>
                </a:lnTo>
              </a:path>
              <a:path w="21600" h="21600">
                <a:moveTo>
                  <a:pt x="8585" y="19614"/>
                </a:moveTo>
                <a:lnTo>
                  <a:pt x="8634" y="19614"/>
                </a:lnTo>
                <a:lnTo>
                  <a:pt x="8634" y="19713"/>
                </a:lnTo>
                <a:lnTo>
                  <a:pt x="8585" y="19713"/>
                </a:lnTo>
              </a:path>
              <a:path w="21600" h="21600">
                <a:moveTo>
                  <a:pt x="8284" y="19614"/>
                </a:moveTo>
                <a:lnTo>
                  <a:pt x="8332" y="19614"/>
                </a:lnTo>
                <a:lnTo>
                  <a:pt x="8332" y="19713"/>
                </a:lnTo>
                <a:lnTo>
                  <a:pt x="8284" y="19713"/>
                </a:lnTo>
              </a:path>
              <a:path w="21600" h="21600">
                <a:moveTo>
                  <a:pt x="7835" y="19614"/>
                </a:moveTo>
                <a:lnTo>
                  <a:pt x="7883" y="19614"/>
                </a:lnTo>
                <a:lnTo>
                  <a:pt x="7883" y="19713"/>
                </a:lnTo>
                <a:lnTo>
                  <a:pt x="7835" y="19713"/>
                </a:lnTo>
              </a:path>
              <a:path w="21600" h="21600">
                <a:moveTo>
                  <a:pt x="6325" y="19614"/>
                </a:moveTo>
                <a:lnTo>
                  <a:pt x="6374" y="19614"/>
                </a:lnTo>
                <a:lnTo>
                  <a:pt x="6374" y="19713"/>
                </a:lnTo>
                <a:lnTo>
                  <a:pt x="6325" y="19713"/>
                </a:lnTo>
              </a:path>
              <a:path w="21600" h="21600">
                <a:moveTo>
                  <a:pt x="5872" y="19614"/>
                </a:moveTo>
                <a:lnTo>
                  <a:pt x="5921" y="19614"/>
                </a:lnTo>
                <a:lnTo>
                  <a:pt x="5921" y="19713"/>
                </a:lnTo>
                <a:lnTo>
                  <a:pt x="5872" y="19713"/>
                </a:lnTo>
              </a:path>
              <a:path w="21600" h="21600">
                <a:moveTo>
                  <a:pt x="5570" y="19614"/>
                </a:moveTo>
                <a:lnTo>
                  <a:pt x="5619" y="19614"/>
                </a:lnTo>
                <a:lnTo>
                  <a:pt x="5619" y="19713"/>
                </a:lnTo>
                <a:lnTo>
                  <a:pt x="5570" y="19713"/>
                </a:lnTo>
              </a:path>
              <a:path w="21600" h="21600">
                <a:moveTo>
                  <a:pt x="5130" y="19614"/>
                </a:moveTo>
                <a:lnTo>
                  <a:pt x="5178" y="19614"/>
                </a:lnTo>
                <a:lnTo>
                  <a:pt x="5178" y="19713"/>
                </a:lnTo>
                <a:lnTo>
                  <a:pt x="5130" y="19713"/>
                </a:lnTo>
              </a:path>
              <a:path w="21600" h="21600">
                <a:moveTo>
                  <a:pt x="2416" y="19614"/>
                </a:moveTo>
                <a:lnTo>
                  <a:pt x="2465" y="19614"/>
                </a:lnTo>
                <a:lnTo>
                  <a:pt x="2465" y="19713"/>
                </a:lnTo>
                <a:lnTo>
                  <a:pt x="2416" y="19713"/>
                </a:lnTo>
              </a:path>
              <a:path w="21600" h="21600">
                <a:moveTo>
                  <a:pt x="907" y="19614"/>
                </a:moveTo>
                <a:lnTo>
                  <a:pt x="955" y="19614"/>
                </a:lnTo>
                <a:lnTo>
                  <a:pt x="955" y="19713"/>
                </a:lnTo>
                <a:lnTo>
                  <a:pt x="907" y="19713"/>
                </a:lnTo>
              </a:path>
              <a:path w="21600" h="21600">
                <a:moveTo>
                  <a:pt x="454" y="19614"/>
                </a:moveTo>
                <a:lnTo>
                  <a:pt x="502" y="19614"/>
                </a:lnTo>
                <a:lnTo>
                  <a:pt x="502" y="19713"/>
                </a:lnTo>
                <a:lnTo>
                  <a:pt x="454" y="19713"/>
                </a:lnTo>
              </a:path>
              <a:path w="21600" h="21600">
                <a:moveTo>
                  <a:pt x="152" y="19614"/>
                </a:moveTo>
                <a:lnTo>
                  <a:pt x="200" y="19614"/>
                </a:lnTo>
                <a:lnTo>
                  <a:pt x="200" y="19713"/>
                </a:lnTo>
                <a:lnTo>
                  <a:pt x="152" y="19713"/>
                </a:lnTo>
              </a:path>
              <a:path w="21600" h="21600">
                <a:moveTo>
                  <a:pt x="20950" y="19612"/>
                </a:moveTo>
                <a:lnTo>
                  <a:pt x="20991" y="19612"/>
                </a:lnTo>
                <a:lnTo>
                  <a:pt x="20991" y="19697"/>
                </a:lnTo>
                <a:lnTo>
                  <a:pt x="20950" y="19697"/>
                </a:lnTo>
              </a:path>
              <a:path w="21600" h="21600">
                <a:moveTo>
                  <a:pt x="18236" y="19612"/>
                </a:moveTo>
                <a:lnTo>
                  <a:pt x="18278" y="19612"/>
                </a:lnTo>
                <a:lnTo>
                  <a:pt x="18278" y="19697"/>
                </a:lnTo>
                <a:lnTo>
                  <a:pt x="18236" y="19697"/>
                </a:lnTo>
              </a:path>
              <a:path w="21600" h="21600">
                <a:moveTo>
                  <a:pt x="15531" y="19612"/>
                </a:moveTo>
                <a:lnTo>
                  <a:pt x="15572" y="19612"/>
                </a:lnTo>
                <a:lnTo>
                  <a:pt x="15572" y="19697"/>
                </a:lnTo>
                <a:lnTo>
                  <a:pt x="15531" y="19697"/>
                </a:lnTo>
              </a:path>
              <a:path w="21600" h="21600">
                <a:moveTo>
                  <a:pt x="12817" y="19612"/>
                </a:moveTo>
                <a:lnTo>
                  <a:pt x="12859" y="19612"/>
                </a:lnTo>
                <a:lnTo>
                  <a:pt x="12859" y="19697"/>
                </a:lnTo>
                <a:lnTo>
                  <a:pt x="12817" y="19697"/>
                </a:lnTo>
              </a:path>
              <a:path w="21600" h="21600">
                <a:moveTo>
                  <a:pt x="6027" y="19612"/>
                </a:moveTo>
                <a:lnTo>
                  <a:pt x="6068" y="19612"/>
                </a:lnTo>
                <a:lnTo>
                  <a:pt x="6068" y="19697"/>
                </a:lnTo>
                <a:lnTo>
                  <a:pt x="6027" y="19697"/>
                </a:lnTo>
              </a:path>
              <a:path w="21600" h="21600">
                <a:moveTo>
                  <a:pt x="3321" y="19612"/>
                </a:moveTo>
                <a:lnTo>
                  <a:pt x="3363" y="19612"/>
                </a:lnTo>
                <a:lnTo>
                  <a:pt x="3363" y="19697"/>
                </a:lnTo>
                <a:lnTo>
                  <a:pt x="3321" y="19697"/>
                </a:lnTo>
              </a:path>
              <a:path w="21600" h="21600">
                <a:moveTo>
                  <a:pt x="608" y="19612"/>
                </a:moveTo>
                <a:lnTo>
                  <a:pt x="649" y="19612"/>
                </a:lnTo>
                <a:lnTo>
                  <a:pt x="649" y="19697"/>
                </a:lnTo>
                <a:lnTo>
                  <a:pt x="608" y="19697"/>
                </a:lnTo>
              </a:path>
              <a:path w="21600" h="21600">
                <a:moveTo>
                  <a:pt x="14467" y="19611"/>
                </a:moveTo>
                <a:lnTo>
                  <a:pt x="14522" y="19611"/>
                </a:lnTo>
                <a:lnTo>
                  <a:pt x="14522" y="19725"/>
                </a:lnTo>
                <a:lnTo>
                  <a:pt x="14467" y="19725"/>
                </a:lnTo>
              </a:path>
              <a:path w="21600" h="21600">
                <a:moveTo>
                  <a:pt x="7077" y="19611"/>
                </a:moveTo>
                <a:lnTo>
                  <a:pt x="7132" y="19611"/>
                </a:lnTo>
                <a:lnTo>
                  <a:pt x="7132" y="19725"/>
                </a:lnTo>
                <a:lnTo>
                  <a:pt x="7077" y="19725"/>
                </a:lnTo>
              </a:path>
              <a:path w="21600" h="21600">
                <a:moveTo>
                  <a:pt x="10849" y="19609"/>
                </a:moveTo>
                <a:lnTo>
                  <a:pt x="10901" y="19609"/>
                </a:lnTo>
                <a:lnTo>
                  <a:pt x="10901" y="19716"/>
                </a:lnTo>
                <a:lnTo>
                  <a:pt x="10849" y="19716"/>
                </a:lnTo>
              </a:path>
              <a:path w="21600" h="21600">
                <a:moveTo>
                  <a:pt x="17182" y="19606"/>
                </a:moveTo>
                <a:lnTo>
                  <a:pt x="17218" y="19606"/>
                </a:lnTo>
                <a:lnTo>
                  <a:pt x="17218" y="19680"/>
                </a:lnTo>
                <a:lnTo>
                  <a:pt x="17182" y="19680"/>
                </a:lnTo>
              </a:path>
              <a:path w="21600" h="21600">
                <a:moveTo>
                  <a:pt x="2862" y="19605"/>
                </a:moveTo>
                <a:lnTo>
                  <a:pt x="2916" y="19605"/>
                </a:lnTo>
                <a:lnTo>
                  <a:pt x="2916" y="19714"/>
                </a:lnTo>
                <a:lnTo>
                  <a:pt x="2862" y="19714"/>
                </a:lnTo>
              </a:path>
              <a:path w="21600" h="21600">
                <a:moveTo>
                  <a:pt x="20351" y="19598"/>
                </a:moveTo>
                <a:lnTo>
                  <a:pt x="20382" y="19598"/>
                </a:lnTo>
                <a:lnTo>
                  <a:pt x="20382" y="19661"/>
                </a:lnTo>
                <a:lnTo>
                  <a:pt x="20351" y="19661"/>
                </a:lnTo>
              </a:path>
              <a:path w="21600" h="21600">
                <a:moveTo>
                  <a:pt x="8749" y="19592"/>
                </a:moveTo>
                <a:lnTo>
                  <a:pt x="8773" y="19592"/>
                </a:lnTo>
                <a:lnTo>
                  <a:pt x="8773" y="19641"/>
                </a:lnTo>
                <a:lnTo>
                  <a:pt x="8749" y="19641"/>
                </a:lnTo>
              </a:path>
              <a:path w="21600" h="21600">
                <a:moveTo>
                  <a:pt x="19444" y="19577"/>
                </a:moveTo>
                <a:lnTo>
                  <a:pt x="19477" y="19577"/>
                </a:lnTo>
                <a:lnTo>
                  <a:pt x="19477" y="19644"/>
                </a:lnTo>
                <a:lnTo>
                  <a:pt x="19444" y="19644"/>
                </a:lnTo>
              </a:path>
              <a:path w="21600" h="21600">
                <a:moveTo>
                  <a:pt x="21548" y="19572"/>
                </a:moveTo>
                <a:lnTo>
                  <a:pt x="21592" y="19572"/>
                </a:lnTo>
                <a:lnTo>
                  <a:pt x="21592" y="19662"/>
                </a:lnTo>
                <a:lnTo>
                  <a:pt x="21548" y="19662"/>
                </a:lnTo>
              </a:path>
              <a:path w="21600" h="21600">
                <a:moveTo>
                  <a:pt x="7" y="19572"/>
                </a:moveTo>
                <a:lnTo>
                  <a:pt x="51" y="19572"/>
                </a:lnTo>
                <a:lnTo>
                  <a:pt x="51" y="19662"/>
                </a:lnTo>
                <a:lnTo>
                  <a:pt x="7" y="19662"/>
                </a:lnTo>
              </a:path>
              <a:path w="21600" h="21600">
                <a:moveTo>
                  <a:pt x="10402" y="19571"/>
                </a:moveTo>
                <a:lnTo>
                  <a:pt x="10441" y="19571"/>
                </a:lnTo>
                <a:lnTo>
                  <a:pt x="10441" y="19652"/>
                </a:lnTo>
                <a:lnTo>
                  <a:pt x="10402" y="19652"/>
                </a:lnTo>
              </a:path>
              <a:path w="21600" h="21600">
                <a:moveTo>
                  <a:pt x="16725" y="19554"/>
                </a:moveTo>
                <a:lnTo>
                  <a:pt x="16770" y="19554"/>
                </a:lnTo>
                <a:lnTo>
                  <a:pt x="16770" y="19646"/>
                </a:lnTo>
                <a:lnTo>
                  <a:pt x="16725" y="19646"/>
                </a:lnTo>
              </a:path>
              <a:path w="21600" h="21600">
                <a:moveTo>
                  <a:pt x="14019" y="19554"/>
                </a:moveTo>
                <a:lnTo>
                  <a:pt x="14064" y="19554"/>
                </a:lnTo>
                <a:lnTo>
                  <a:pt x="14064" y="19646"/>
                </a:lnTo>
                <a:lnTo>
                  <a:pt x="14019" y="19646"/>
                </a:lnTo>
              </a:path>
              <a:path w="21600" h="21600">
                <a:moveTo>
                  <a:pt x="11306" y="19554"/>
                </a:moveTo>
                <a:lnTo>
                  <a:pt x="11350" y="19554"/>
                </a:lnTo>
                <a:lnTo>
                  <a:pt x="11350" y="19646"/>
                </a:lnTo>
                <a:lnTo>
                  <a:pt x="11306" y="19646"/>
                </a:lnTo>
              </a:path>
              <a:path w="21600" h="21600">
                <a:moveTo>
                  <a:pt x="10248" y="19554"/>
                </a:moveTo>
                <a:lnTo>
                  <a:pt x="10293" y="19554"/>
                </a:lnTo>
                <a:lnTo>
                  <a:pt x="10293" y="19646"/>
                </a:lnTo>
                <a:lnTo>
                  <a:pt x="10248" y="19646"/>
                </a:lnTo>
              </a:path>
              <a:path w="21600" h="21600">
                <a:moveTo>
                  <a:pt x="7535" y="19554"/>
                </a:moveTo>
                <a:lnTo>
                  <a:pt x="7580" y="19554"/>
                </a:lnTo>
                <a:lnTo>
                  <a:pt x="7580" y="19646"/>
                </a:lnTo>
                <a:lnTo>
                  <a:pt x="7535" y="19646"/>
                </a:lnTo>
              </a:path>
              <a:path w="21600" h="21600">
                <a:moveTo>
                  <a:pt x="4829" y="19554"/>
                </a:moveTo>
                <a:lnTo>
                  <a:pt x="4874" y="19554"/>
                </a:lnTo>
                <a:lnTo>
                  <a:pt x="4874" y="19646"/>
                </a:lnTo>
                <a:lnTo>
                  <a:pt x="4829" y="19646"/>
                </a:lnTo>
              </a:path>
              <a:path w="21600" h="21600">
                <a:moveTo>
                  <a:pt x="2116" y="19554"/>
                </a:moveTo>
                <a:lnTo>
                  <a:pt x="2161" y="19554"/>
                </a:lnTo>
                <a:lnTo>
                  <a:pt x="2161" y="19646"/>
                </a:lnTo>
                <a:lnTo>
                  <a:pt x="2116" y="19646"/>
                </a:lnTo>
              </a:path>
              <a:path w="21600" h="21600">
                <a:moveTo>
                  <a:pt x="19745" y="19546"/>
                </a:moveTo>
                <a:lnTo>
                  <a:pt x="19780" y="19546"/>
                </a:lnTo>
                <a:lnTo>
                  <a:pt x="19780" y="19617"/>
                </a:lnTo>
                <a:lnTo>
                  <a:pt x="19745" y="19617"/>
                </a:lnTo>
              </a:path>
              <a:path w="21600" h="21600">
                <a:moveTo>
                  <a:pt x="18990" y="19546"/>
                </a:moveTo>
                <a:lnTo>
                  <a:pt x="19025" y="19546"/>
                </a:lnTo>
                <a:lnTo>
                  <a:pt x="19025" y="19617"/>
                </a:lnTo>
                <a:lnTo>
                  <a:pt x="18990" y="19617"/>
                </a:lnTo>
              </a:path>
              <a:path w="21600" h="21600">
                <a:moveTo>
                  <a:pt x="14326" y="19546"/>
                </a:moveTo>
                <a:lnTo>
                  <a:pt x="14361" y="19546"/>
                </a:lnTo>
                <a:lnTo>
                  <a:pt x="14361" y="19617"/>
                </a:lnTo>
                <a:lnTo>
                  <a:pt x="14326" y="19617"/>
                </a:lnTo>
              </a:path>
              <a:path w="21600" h="21600">
                <a:moveTo>
                  <a:pt x="13571" y="19546"/>
                </a:moveTo>
                <a:lnTo>
                  <a:pt x="13606" y="19546"/>
                </a:lnTo>
                <a:lnTo>
                  <a:pt x="13606" y="19617"/>
                </a:lnTo>
                <a:lnTo>
                  <a:pt x="13571" y="19617"/>
                </a:lnTo>
              </a:path>
              <a:path w="21600" h="21600">
                <a:moveTo>
                  <a:pt x="1819" y="19546"/>
                </a:moveTo>
                <a:lnTo>
                  <a:pt x="1854" y="19546"/>
                </a:lnTo>
                <a:lnTo>
                  <a:pt x="1854" y="19617"/>
                </a:lnTo>
                <a:lnTo>
                  <a:pt x="1819" y="19617"/>
                </a:lnTo>
              </a:path>
              <a:path w="21600" h="21600">
                <a:moveTo>
                  <a:pt x="10553" y="19541"/>
                </a:moveTo>
                <a:lnTo>
                  <a:pt x="10592" y="19541"/>
                </a:lnTo>
                <a:lnTo>
                  <a:pt x="10592" y="19622"/>
                </a:lnTo>
                <a:lnTo>
                  <a:pt x="10553" y="19622"/>
                </a:lnTo>
              </a:path>
              <a:path w="21600" h="21600">
                <a:moveTo>
                  <a:pt x="21404" y="19537"/>
                </a:moveTo>
                <a:lnTo>
                  <a:pt x="21442" y="19537"/>
                </a:lnTo>
                <a:lnTo>
                  <a:pt x="21442" y="19615"/>
                </a:lnTo>
                <a:lnTo>
                  <a:pt x="21404" y="19615"/>
                </a:lnTo>
              </a:path>
              <a:path w="21600" h="21600">
                <a:moveTo>
                  <a:pt x="1366" y="19535"/>
                </a:moveTo>
                <a:lnTo>
                  <a:pt x="1402" y="19535"/>
                </a:lnTo>
                <a:lnTo>
                  <a:pt x="1402" y="19609"/>
                </a:lnTo>
                <a:lnTo>
                  <a:pt x="1366" y="19609"/>
                </a:lnTo>
              </a:path>
              <a:path w="21600" h="21600">
                <a:moveTo>
                  <a:pt x="18089" y="19534"/>
                </a:moveTo>
                <a:lnTo>
                  <a:pt x="18123" y="19534"/>
                </a:lnTo>
                <a:lnTo>
                  <a:pt x="18123" y="19604"/>
                </a:lnTo>
                <a:lnTo>
                  <a:pt x="18089" y="19604"/>
                </a:lnTo>
              </a:path>
              <a:path w="21600" h="21600">
                <a:moveTo>
                  <a:pt x="17632" y="19534"/>
                </a:moveTo>
                <a:lnTo>
                  <a:pt x="17675" y="19534"/>
                </a:lnTo>
                <a:lnTo>
                  <a:pt x="17675" y="19622"/>
                </a:lnTo>
                <a:lnTo>
                  <a:pt x="17632" y="19622"/>
                </a:lnTo>
              </a:path>
              <a:path w="21600" h="21600">
                <a:moveTo>
                  <a:pt x="14926" y="19534"/>
                </a:moveTo>
                <a:lnTo>
                  <a:pt x="14969" y="19534"/>
                </a:lnTo>
                <a:lnTo>
                  <a:pt x="14969" y="19622"/>
                </a:lnTo>
                <a:lnTo>
                  <a:pt x="14926" y="19622"/>
                </a:lnTo>
              </a:path>
              <a:path w="21600" h="21600">
                <a:moveTo>
                  <a:pt x="12212" y="19534"/>
                </a:moveTo>
                <a:lnTo>
                  <a:pt x="12256" y="19534"/>
                </a:lnTo>
                <a:lnTo>
                  <a:pt x="12256" y="19622"/>
                </a:lnTo>
                <a:lnTo>
                  <a:pt x="12212" y="19622"/>
                </a:lnTo>
              </a:path>
              <a:path w="21600" h="21600">
                <a:moveTo>
                  <a:pt x="9343" y="19534"/>
                </a:moveTo>
                <a:lnTo>
                  <a:pt x="9386" y="19534"/>
                </a:lnTo>
                <a:lnTo>
                  <a:pt x="9386" y="19622"/>
                </a:lnTo>
                <a:lnTo>
                  <a:pt x="9343" y="19622"/>
                </a:lnTo>
              </a:path>
              <a:path w="21600" h="21600">
                <a:moveTo>
                  <a:pt x="3924" y="19534"/>
                </a:moveTo>
                <a:lnTo>
                  <a:pt x="3967" y="19534"/>
                </a:lnTo>
                <a:lnTo>
                  <a:pt x="3967" y="19622"/>
                </a:lnTo>
                <a:lnTo>
                  <a:pt x="3924" y="19622"/>
                </a:lnTo>
              </a:path>
              <a:path w="21600" h="21600">
                <a:moveTo>
                  <a:pt x="1211" y="19534"/>
                </a:moveTo>
                <a:lnTo>
                  <a:pt x="1254" y="19534"/>
                </a:lnTo>
                <a:lnTo>
                  <a:pt x="1254" y="19622"/>
                </a:lnTo>
                <a:lnTo>
                  <a:pt x="1211" y="19622"/>
                </a:lnTo>
              </a:path>
              <a:path w="21600" h="21600">
                <a:moveTo>
                  <a:pt x="16569" y="19533"/>
                </a:moveTo>
                <a:lnTo>
                  <a:pt x="16623" y="19533"/>
                </a:lnTo>
                <a:lnTo>
                  <a:pt x="16623" y="19643"/>
                </a:lnTo>
                <a:lnTo>
                  <a:pt x="16569" y="19643"/>
                </a:lnTo>
              </a:path>
              <a:path w="21600" h="21600">
                <a:moveTo>
                  <a:pt x="4976" y="19533"/>
                </a:moveTo>
                <a:lnTo>
                  <a:pt x="5030" y="19533"/>
                </a:lnTo>
                <a:lnTo>
                  <a:pt x="5030" y="19643"/>
                </a:lnTo>
                <a:lnTo>
                  <a:pt x="4976" y="19643"/>
                </a:lnTo>
              </a:path>
              <a:path w="21600" h="21600">
                <a:moveTo>
                  <a:pt x="20043" y="19523"/>
                </a:moveTo>
                <a:lnTo>
                  <a:pt x="20086" y="19523"/>
                </a:lnTo>
                <a:lnTo>
                  <a:pt x="20086" y="19611"/>
                </a:lnTo>
                <a:lnTo>
                  <a:pt x="20043" y="19611"/>
                </a:lnTo>
              </a:path>
              <a:path w="21600" h="21600">
                <a:moveTo>
                  <a:pt x="17330" y="19523"/>
                </a:moveTo>
                <a:lnTo>
                  <a:pt x="17373" y="19523"/>
                </a:lnTo>
                <a:lnTo>
                  <a:pt x="17373" y="19611"/>
                </a:lnTo>
                <a:lnTo>
                  <a:pt x="17330" y="19611"/>
                </a:lnTo>
              </a:path>
              <a:path w="21600" h="21600">
                <a:moveTo>
                  <a:pt x="11910" y="19523"/>
                </a:moveTo>
                <a:lnTo>
                  <a:pt x="11954" y="19523"/>
                </a:lnTo>
                <a:lnTo>
                  <a:pt x="11954" y="19611"/>
                </a:lnTo>
                <a:lnTo>
                  <a:pt x="11910" y="19611"/>
                </a:lnTo>
              </a:path>
              <a:path w="21600" h="21600">
                <a:moveTo>
                  <a:pt x="9645" y="19523"/>
                </a:moveTo>
                <a:lnTo>
                  <a:pt x="9688" y="19523"/>
                </a:lnTo>
                <a:lnTo>
                  <a:pt x="9688" y="19611"/>
                </a:lnTo>
                <a:lnTo>
                  <a:pt x="9645" y="19611"/>
                </a:lnTo>
              </a:path>
              <a:path w="21600" h="21600">
                <a:moveTo>
                  <a:pt x="6932" y="19523"/>
                </a:moveTo>
                <a:lnTo>
                  <a:pt x="6975" y="19523"/>
                </a:lnTo>
                <a:lnTo>
                  <a:pt x="6975" y="19611"/>
                </a:lnTo>
                <a:lnTo>
                  <a:pt x="6932" y="19611"/>
                </a:lnTo>
              </a:path>
              <a:path w="21600" h="21600">
                <a:moveTo>
                  <a:pt x="4226" y="19523"/>
                </a:moveTo>
                <a:lnTo>
                  <a:pt x="4269" y="19523"/>
                </a:lnTo>
                <a:lnTo>
                  <a:pt x="4269" y="19611"/>
                </a:lnTo>
                <a:lnTo>
                  <a:pt x="4226" y="19611"/>
                </a:lnTo>
              </a:path>
              <a:path w="21600" h="21600">
                <a:moveTo>
                  <a:pt x="1513" y="19523"/>
                </a:moveTo>
                <a:lnTo>
                  <a:pt x="1556" y="19523"/>
                </a:lnTo>
                <a:lnTo>
                  <a:pt x="1556" y="19611"/>
                </a:lnTo>
                <a:lnTo>
                  <a:pt x="1513" y="19611"/>
                </a:lnTo>
              </a:path>
              <a:path w="21600" h="21600">
                <a:moveTo>
                  <a:pt x="21247" y="19523"/>
                </a:moveTo>
                <a:lnTo>
                  <a:pt x="21297" y="19523"/>
                </a:lnTo>
                <a:lnTo>
                  <a:pt x="21297" y="19625"/>
                </a:lnTo>
                <a:lnTo>
                  <a:pt x="21247" y="19625"/>
                </a:lnTo>
              </a:path>
              <a:path w="21600" h="21600">
                <a:moveTo>
                  <a:pt x="18534" y="19523"/>
                </a:moveTo>
                <a:lnTo>
                  <a:pt x="18584" y="19523"/>
                </a:lnTo>
                <a:lnTo>
                  <a:pt x="18584" y="19625"/>
                </a:lnTo>
                <a:lnTo>
                  <a:pt x="18534" y="19625"/>
                </a:lnTo>
              </a:path>
              <a:path w="21600" h="21600">
                <a:moveTo>
                  <a:pt x="15828" y="19523"/>
                </a:moveTo>
                <a:lnTo>
                  <a:pt x="15878" y="19523"/>
                </a:lnTo>
                <a:lnTo>
                  <a:pt x="15878" y="19625"/>
                </a:lnTo>
                <a:lnTo>
                  <a:pt x="15828" y="19625"/>
                </a:lnTo>
              </a:path>
              <a:path w="21600" h="21600">
                <a:moveTo>
                  <a:pt x="13115" y="19523"/>
                </a:moveTo>
                <a:lnTo>
                  <a:pt x="13165" y="19523"/>
                </a:lnTo>
                <a:lnTo>
                  <a:pt x="13165" y="19625"/>
                </a:lnTo>
                <a:lnTo>
                  <a:pt x="13115" y="19625"/>
                </a:lnTo>
              </a:path>
              <a:path w="21600" h="21600">
                <a:moveTo>
                  <a:pt x="8434" y="19523"/>
                </a:moveTo>
                <a:lnTo>
                  <a:pt x="8484" y="19523"/>
                </a:lnTo>
                <a:lnTo>
                  <a:pt x="8484" y="19625"/>
                </a:lnTo>
                <a:lnTo>
                  <a:pt x="8434" y="19625"/>
                </a:lnTo>
              </a:path>
              <a:path w="21600" h="21600">
                <a:moveTo>
                  <a:pt x="3015" y="19523"/>
                </a:moveTo>
                <a:lnTo>
                  <a:pt x="3065" y="19523"/>
                </a:lnTo>
                <a:lnTo>
                  <a:pt x="3065" y="19625"/>
                </a:lnTo>
                <a:lnTo>
                  <a:pt x="3015" y="19625"/>
                </a:lnTo>
              </a:path>
              <a:path w="21600" h="21600">
                <a:moveTo>
                  <a:pt x="302" y="19523"/>
                </a:moveTo>
                <a:lnTo>
                  <a:pt x="352" y="19523"/>
                </a:lnTo>
                <a:lnTo>
                  <a:pt x="352" y="19625"/>
                </a:lnTo>
                <a:lnTo>
                  <a:pt x="302" y="19625"/>
                </a:lnTo>
              </a:path>
              <a:path w="21600" h="21600">
                <a:moveTo>
                  <a:pt x="12357" y="19518"/>
                </a:moveTo>
                <a:lnTo>
                  <a:pt x="12413" y="19518"/>
                </a:lnTo>
                <a:lnTo>
                  <a:pt x="12413" y="19631"/>
                </a:lnTo>
                <a:lnTo>
                  <a:pt x="12357" y="19631"/>
                </a:lnTo>
              </a:path>
              <a:path w="21600" h="21600">
                <a:moveTo>
                  <a:pt x="9186" y="19518"/>
                </a:moveTo>
                <a:lnTo>
                  <a:pt x="9241" y="19518"/>
                </a:lnTo>
                <a:lnTo>
                  <a:pt x="9241" y="19631"/>
                </a:lnTo>
                <a:lnTo>
                  <a:pt x="9186" y="19631"/>
                </a:lnTo>
              </a:path>
              <a:path w="21600" h="21600">
                <a:moveTo>
                  <a:pt x="2714" y="19509"/>
                </a:moveTo>
                <a:lnTo>
                  <a:pt x="2770" y="19509"/>
                </a:lnTo>
                <a:lnTo>
                  <a:pt x="2770" y="19624"/>
                </a:lnTo>
                <a:lnTo>
                  <a:pt x="2714" y="19624"/>
                </a:lnTo>
              </a:path>
              <a:path w="21600" h="21600">
                <a:moveTo>
                  <a:pt x="1660" y="19508"/>
                </a:moveTo>
                <a:lnTo>
                  <a:pt x="1712" y="19508"/>
                </a:lnTo>
                <a:lnTo>
                  <a:pt x="1712" y="19614"/>
                </a:lnTo>
                <a:lnTo>
                  <a:pt x="1660" y="19614"/>
                </a:lnTo>
              </a:path>
              <a:path w="21600" h="21600">
                <a:moveTo>
                  <a:pt x="21102" y="19495"/>
                </a:moveTo>
                <a:lnTo>
                  <a:pt x="21140" y="19495"/>
                </a:lnTo>
                <a:lnTo>
                  <a:pt x="21140" y="19573"/>
                </a:lnTo>
                <a:lnTo>
                  <a:pt x="21102" y="19573"/>
                </a:lnTo>
              </a:path>
              <a:path w="21600" h="21600">
                <a:moveTo>
                  <a:pt x="3625" y="19495"/>
                </a:moveTo>
                <a:lnTo>
                  <a:pt x="3663" y="19495"/>
                </a:lnTo>
                <a:lnTo>
                  <a:pt x="3663" y="19573"/>
                </a:lnTo>
                <a:lnTo>
                  <a:pt x="3625" y="19573"/>
                </a:lnTo>
              </a:path>
              <a:path w="21600" h="21600">
                <a:moveTo>
                  <a:pt x="6636" y="19488"/>
                </a:moveTo>
                <a:lnTo>
                  <a:pt x="6667" y="19488"/>
                </a:lnTo>
                <a:lnTo>
                  <a:pt x="6667" y="19551"/>
                </a:lnTo>
                <a:lnTo>
                  <a:pt x="6636" y="19551"/>
                </a:lnTo>
              </a:path>
              <a:path w="21600" h="21600">
                <a:moveTo>
                  <a:pt x="11162" y="19487"/>
                </a:moveTo>
                <a:lnTo>
                  <a:pt x="11193" y="19487"/>
                </a:lnTo>
                <a:lnTo>
                  <a:pt x="11193" y="19550"/>
                </a:lnTo>
                <a:lnTo>
                  <a:pt x="11162" y="19550"/>
                </a:lnTo>
              </a:path>
              <a:path w="21600" h="21600">
                <a:moveTo>
                  <a:pt x="20191" y="19485"/>
                </a:moveTo>
                <a:lnTo>
                  <a:pt x="20240" y="19485"/>
                </a:lnTo>
                <a:lnTo>
                  <a:pt x="20240" y="19584"/>
                </a:lnTo>
                <a:lnTo>
                  <a:pt x="20191" y="19584"/>
                </a:lnTo>
              </a:path>
              <a:path w="21600" h="21600">
                <a:moveTo>
                  <a:pt x="14772" y="19485"/>
                </a:moveTo>
                <a:lnTo>
                  <a:pt x="14820" y="19485"/>
                </a:lnTo>
                <a:lnTo>
                  <a:pt x="14820" y="19584"/>
                </a:lnTo>
                <a:lnTo>
                  <a:pt x="14772" y="19584"/>
                </a:lnTo>
              </a:path>
              <a:path w="21600" h="21600">
                <a:moveTo>
                  <a:pt x="9491" y="19485"/>
                </a:moveTo>
                <a:lnTo>
                  <a:pt x="9540" y="19485"/>
                </a:lnTo>
                <a:lnTo>
                  <a:pt x="9540" y="19584"/>
                </a:lnTo>
                <a:lnTo>
                  <a:pt x="9491" y="19584"/>
                </a:lnTo>
              </a:path>
              <a:path w="21600" h="21600">
                <a:moveTo>
                  <a:pt x="6778" y="19485"/>
                </a:moveTo>
                <a:lnTo>
                  <a:pt x="6827" y="19485"/>
                </a:lnTo>
                <a:lnTo>
                  <a:pt x="6827" y="19584"/>
                </a:lnTo>
                <a:lnTo>
                  <a:pt x="6778" y="19584"/>
                </a:lnTo>
              </a:path>
              <a:path w="21600" h="21600">
                <a:moveTo>
                  <a:pt x="4073" y="19485"/>
                </a:moveTo>
                <a:lnTo>
                  <a:pt x="4121" y="19485"/>
                </a:lnTo>
                <a:lnTo>
                  <a:pt x="4121" y="19584"/>
                </a:lnTo>
                <a:lnTo>
                  <a:pt x="4073" y="19584"/>
                </a:lnTo>
              </a:path>
              <a:path w="21600" h="21600">
                <a:moveTo>
                  <a:pt x="19586" y="19482"/>
                </a:moveTo>
                <a:lnTo>
                  <a:pt x="19636" y="19482"/>
                </a:lnTo>
                <a:lnTo>
                  <a:pt x="19636" y="19585"/>
                </a:lnTo>
                <a:lnTo>
                  <a:pt x="19586" y="19585"/>
                </a:lnTo>
              </a:path>
              <a:path w="21600" h="21600">
                <a:moveTo>
                  <a:pt x="16873" y="19482"/>
                </a:moveTo>
                <a:lnTo>
                  <a:pt x="16923" y="19482"/>
                </a:lnTo>
                <a:lnTo>
                  <a:pt x="16923" y="19585"/>
                </a:lnTo>
                <a:lnTo>
                  <a:pt x="16873" y="19585"/>
                </a:lnTo>
              </a:path>
              <a:path w="21600" h="21600">
                <a:moveTo>
                  <a:pt x="7381" y="19482"/>
                </a:moveTo>
                <a:lnTo>
                  <a:pt x="7431" y="19482"/>
                </a:lnTo>
                <a:lnTo>
                  <a:pt x="7431" y="19585"/>
                </a:lnTo>
                <a:lnTo>
                  <a:pt x="7381" y="19585"/>
                </a:lnTo>
              </a:path>
              <a:path w="21600" h="21600">
                <a:moveTo>
                  <a:pt x="4676" y="19482"/>
                </a:moveTo>
                <a:lnTo>
                  <a:pt x="4726" y="19482"/>
                </a:lnTo>
                <a:lnTo>
                  <a:pt x="4726" y="19585"/>
                </a:lnTo>
                <a:lnTo>
                  <a:pt x="4676" y="19585"/>
                </a:lnTo>
              </a:path>
              <a:path w="21600" h="21600">
                <a:moveTo>
                  <a:pt x="1963" y="19482"/>
                </a:moveTo>
                <a:lnTo>
                  <a:pt x="2013" y="19482"/>
                </a:lnTo>
                <a:lnTo>
                  <a:pt x="2013" y="19585"/>
                </a:lnTo>
                <a:lnTo>
                  <a:pt x="1963" y="19585"/>
                </a:lnTo>
              </a:path>
              <a:path w="21600" h="21600">
                <a:moveTo>
                  <a:pt x="1054" y="19476"/>
                </a:moveTo>
                <a:lnTo>
                  <a:pt x="1109" y="19476"/>
                </a:lnTo>
                <a:lnTo>
                  <a:pt x="1109" y="19589"/>
                </a:lnTo>
                <a:lnTo>
                  <a:pt x="1054" y="19589"/>
                </a:lnTo>
              </a:path>
              <a:path w="21600" h="21600">
                <a:moveTo>
                  <a:pt x="17492" y="19474"/>
                </a:moveTo>
                <a:lnTo>
                  <a:pt x="17512" y="19474"/>
                </a:lnTo>
                <a:lnTo>
                  <a:pt x="17512" y="19516"/>
                </a:lnTo>
                <a:lnTo>
                  <a:pt x="17492" y="19516"/>
                </a:lnTo>
              </a:path>
              <a:path w="21600" h="21600">
                <a:moveTo>
                  <a:pt x="5725" y="19428"/>
                </a:moveTo>
                <a:lnTo>
                  <a:pt x="5766" y="19428"/>
                </a:lnTo>
                <a:lnTo>
                  <a:pt x="5766" y="19513"/>
                </a:lnTo>
                <a:lnTo>
                  <a:pt x="5725" y="19513"/>
                </a:lnTo>
              </a:path>
              <a:path w="21600" h="21600">
                <a:moveTo>
                  <a:pt x="16273" y="19426"/>
                </a:moveTo>
                <a:lnTo>
                  <a:pt x="16316" y="19426"/>
                </a:lnTo>
                <a:lnTo>
                  <a:pt x="16316" y="19514"/>
                </a:lnTo>
                <a:lnTo>
                  <a:pt x="16273" y="19514"/>
                </a:lnTo>
              </a:path>
              <a:path w="21600" h="21600">
                <a:moveTo>
                  <a:pt x="5283" y="19426"/>
                </a:moveTo>
                <a:lnTo>
                  <a:pt x="5326" y="19426"/>
                </a:lnTo>
                <a:lnTo>
                  <a:pt x="5326" y="19514"/>
                </a:lnTo>
                <a:lnTo>
                  <a:pt x="5283" y="19514"/>
                </a:lnTo>
              </a:path>
              <a:path w="21600" h="21600">
                <a:moveTo>
                  <a:pt x="20951" y="19425"/>
                </a:moveTo>
                <a:lnTo>
                  <a:pt x="20990" y="19425"/>
                </a:lnTo>
                <a:lnTo>
                  <a:pt x="20990" y="19506"/>
                </a:lnTo>
                <a:lnTo>
                  <a:pt x="20951" y="19506"/>
                </a:lnTo>
              </a:path>
              <a:path w="21600" h="21600">
                <a:moveTo>
                  <a:pt x="18237" y="19425"/>
                </a:moveTo>
                <a:lnTo>
                  <a:pt x="18277" y="19425"/>
                </a:lnTo>
                <a:lnTo>
                  <a:pt x="18277" y="19506"/>
                </a:lnTo>
                <a:lnTo>
                  <a:pt x="18237" y="19506"/>
                </a:lnTo>
              </a:path>
              <a:path w="21600" h="21600">
                <a:moveTo>
                  <a:pt x="15531" y="19425"/>
                </a:moveTo>
                <a:lnTo>
                  <a:pt x="15571" y="19425"/>
                </a:lnTo>
                <a:lnTo>
                  <a:pt x="15571" y="19506"/>
                </a:lnTo>
                <a:lnTo>
                  <a:pt x="15531" y="19506"/>
                </a:lnTo>
              </a:path>
              <a:path w="21600" h="21600">
                <a:moveTo>
                  <a:pt x="12818" y="19425"/>
                </a:moveTo>
                <a:lnTo>
                  <a:pt x="12858" y="19425"/>
                </a:lnTo>
                <a:lnTo>
                  <a:pt x="12858" y="19506"/>
                </a:lnTo>
                <a:lnTo>
                  <a:pt x="12818" y="19506"/>
                </a:lnTo>
              </a:path>
              <a:path w="21600" h="21600">
                <a:moveTo>
                  <a:pt x="6028" y="19425"/>
                </a:moveTo>
                <a:lnTo>
                  <a:pt x="6067" y="19425"/>
                </a:lnTo>
                <a:lnTo>
                  <a:pt x="6067" y="19506"/>
                </a:lnTo>
                <a:lnTo>
                  <a:pt x="6028" y="19506"/>
                </a:lnTo>
              </a:path>
              <a:path w="21600" h="21600">
                <a:moveTo>
                  <a:pt x="3322" y="19425"/>
                </a:moveTo>
                <a:lnTo>
                  <a:pt x="3362" y="19425"/>
                </a:lnTo>
                <a:lnTo>
                  <a:pt x="3362" y="19506"/>
                </a:lnTo>
                <a:lnTo>
                  <a:pt x="3322" y="19506"/>
                </a:lnTo>
              </a:path>
              <a:path w="21600" h="21600">
                <a:moveTo>
                  <a:pt x="609" y="19425"/>
                </a:moveTo>
                <a:lnTo>
                  <a:pt x="649" y="19425"/>
                </a:lnTo>
                <a:lnTo>
                  <a:pt x="649" y="19506"/>
                </a:lnTo>
                <a:lnTo>
                  <a:pt x="609" y="19506"/>
                </a:lnTo>
              </a:path>
              <a:path w="21600" h="21600">
                <a:moveTo>
                  <a:pt x="17776" y="19425"/>
                </a:moveTo>
                <a:lnTo>
                  <a:pt x="17832" y="19425"/>
                </a:lnTo>
                <a:lnTo>
                  <a:pt x="17832" y="19538"/>
                </a:lnTo>
                <a:lnTo>
                  <a:pt x="17776" y="19538"/>
                </a:lnTo>
              </a:path>
              <a:path w="21600" h="21600">
                <a:moveTo>
                  <a:pt x="3767" y="19425"/>
                </a:moveTo>
                <a:lnTo>
                  <a:pt x="3823" y="19425"/>
                </a:lnTo>
                <a:lnTo>
                  <a:pt x="3823" y="19538"/>
                </a:lnTo>
                <a:lnTo>
                  <a:pt x="3767" y="19538"/>
                </a:lnTo>
              </a:path>
              <a:path w="21600" h="21600">
                <a:moveTo>
                  <a:pt x="17028" y="19415"/>
                </a:moveTo>
                <a:lnTo>
                  <a:pt x="17071" y="19415"/>
                </a:lnTo>
                <a:lnTo>
                  <a:pt x="17071" y="19504"/>
                </a:lnTo>
                <a:lnTo>
                  <a:pt x="17028" y="19504"/>
                </a:lnTo>
              </a:path>
              <a:path w="21600" h="21600">
                <a:moveTo>
                  <a:pt x="11608" y="19415"/>
                </a:moveTo>
                <a:lnTo>
                  <a:pt x="11652" y="19415"/>
                </a:lnTo>
                <a:lnTo>
                  <a:pt x="11652" y="19504"/>
                </a:lnTo>
                <a:lnTo>
                  <a:pt x="11608" y="19504"/>
                </a:lnTo>
              </a:path>
              <a:path w="21600" h="21600">
                <a:moveTo>
                  <a:pt x="9947" y="19415"/>
                </a:moveTo>
                <a:lnTo>
                  <a:pt x="9990" y="19415"/>
                </a:lnTo>
                <a:lnTo>
                  <a:pt x="9990" y="19504"/>
                </a:lnTo>
                <a:lnTo>
                  <a:pt x="9947" y="19504"/>
                </a:lnTo>
              </a:path>
              <a:path w="21600" h="21600">
                <a:moveTo>
                  <a:pt x="4528" y="19415"/>
                </a:moveTo>
                <a:lnTo>
                  <a:pt x="4571" y="19415"/>
                </a:lnTo>
                <a:lnTo>
                  <a:pt x="4571" y="19504"/>
                </a:lnTo>
                <a:lnTo>
                  <a:pt x="4528" y="19504"/>
                </a:lnTo>
              </a:path>
              <a:path w="21600" h="21600">
                <a:moveTo>
                  <a:pt x="12665" y="19409"/>
                </a:moveTo>
                <a:lnTo>
                  <a:pt x="12709" y="19409"/>
                </a:lnTo>
                <a:lnTo>
                  <a:pt x="12709" y="19501"/>
                </a:lnTo>
                <a:lnTo>
                  <a:pt x="12665" y="19501"/>
                </a:lnTo>
              </a:path>
              <a:path w="21600" h="21600">
                <a:moveTo>
                  <a:pt x="8889" y="19409"/>
                </a:moveTo>
                <a:lnTo>
                  <a:pt x="8934" y="19409"/>
                </a:lnTo>
                <a:lnTo>
                  <a:pt x="8934" y="19501"/>
                </a:lnTo>
                <a:lnTo>
                  <a:pt x="8889" y="19501"/>
                </a:lnTo>
              </a:path>
              <a:path w="21600" h="21600">
                <a:moveTo>
                  <a:pt x="3470" y="19409"/>
                </a:moveTo>
                <a:lnTo>
                  <a:pt x="3515" y="19409"/>
                </a:lnTo>
                <a:lnTo>
                  <a:pt x="3515" y="19501"/>
                </a:lnTo>
                <a:lnTo>
                  <a:pt x="3470" y="19501"/>
                </a:lnTo>
              </a:path>
              <a:path w="21600" h="21600">
                <a:moveTo>
                  <a:pt x="8750" y="19405"/>
                </a:moveTo>
                <a:lnTo>
                  <a:pt x="8772" y="19405"/>
                </a:lnTo>
                <a:lnTo>
                  <a:pt x="8772" y="19451"/>
                </a:lnTo>
                <a:lnTo>
                  <a:pt x="8750" y="19451"/>
                </a:lnTo>
              </a:path>
              <a:path w="21600" h="21600">
                <a:moveTo>
                  <a:pt x="19746" y="19397"/>
                </a:moveTo>
                <a:lnTo>
                  <a:pt x="19779" y="19397"/>
                </a:lnTo>
                <a:lnTo>
                  <a:pt x="19779" y="19464"/>
                </a:lnTo>
                <a:lnTo>
                  <a:pt x="19746" y="19464"/>
                </a:lnTo>
              </a:path>
              <a:path w="21600" h="21600">
                <a:moveTo>
                  <a:pt x="18991" y="19397"/>
                </a:moveTo>
                <a:lnTo>
                  <a:pt x="19024" y="19397"/>
                </a:lnTo>
                <a:lnTo>
                  <a:pt x="19024" y="19464"/>
                </a:lnTo>
                <a:lnTo>
                  <a:pt x="18991" y="19464"/>
                </a:lnTo>
              </a:path>
              <a:path w="21600" h="21600">
                <a:moveTo>
                  <a:pt x="14327" y="19397"/>
                </a:moveTo>
                <a:lnTo>
                  <a:pt x="14360" y="19397"/>
                </a:lnTo>
                <a:lnTo>
                  <a:pt x="14360" y="19464"/>
                </a:lnTo>
                <a:lnTo>
                  <a:pt x="14327" y="19464"/>
                </a:lnTo>
              </a:path>
              <a:path w="21600" h="21600">
                <a:moveTo>
                  <a:pt x="13572" y="19397"/>
                </a:moveTo>
                <a:lnTo>
                  <a:pt x="13605" y="19397"/>
                </a:lnTo>
                <a:lnTo>
                  <a:pt x="13605" y="19464"/>
                </a:lnTo>
                <a:lnTo>
                  <a:pt x="13572" y="19464"/>
                </a:lnTo>
              </a:path>
              <a:path w="21600" h="21600">
                <a:moveTo>
                  <a:pt x="1820" y="19397"/>
                </a:moveTo>
                <a:lnTo>
                  <a:pt x="1853" y="19397"/>
                </a:lnTo>
                <a:lnTo>
                  <a:pt x="1853" y="19464"/>
                </a:lnTo>
                <a:lnTo>
                  <a:pt x="1820" y="19464"/>
                </a:lnTo>
              </a:path>
              <a:path w="21600" h="21600">
                <a:moveTo>
                  <a:pt x="10403" y="19394"/>
                </a:moveTo>
                <a:lnTo>
                  <a:pt x="10440" y="19394"/>
                </a:lnTo>
                <a:lnTo>
                  <a:pt x="10440" y="19472"/>
                </a:lnTo>
                <a:lnTo>
                  <a:pt x="10403" y="19472"/>
                </a:lnTo>
              </a:path>
              <a:path w="21600" h="21600">
                <a:moveTo>
                  <a:pt x="758" y="19393"/>
                </a:moveTo>
                <a:lnTo>
                  <a:pt x="801" y="19393"/>
                </a:lnTo>
                <a:lnTo>
                  <a:pt x="801" y="19481"/>
                </a:lnTo>
                <a:lnTo>
                  <a:pt x="758" y="19481"/>
                </a:lnTo>
              </a:path>
              <a:path w="21600" h="21600">
                <a:moveTo>
                  <a:pt x="20352" y="19390"/>
                </a:moveTo>
                <a:lnTo>
                  <a:pt x="20381" y="19390"/>
                </a:lnTo>
                <a:lnTo>
                  <a:pt x="20381" y="19450"/>
                </a:lnTo>
                <a:lnTo>
                  <a:pt x="20352" y="19450"/>
                </a:lnTo>
              </a:path>
              <a:path w="21600" h="21600">
                <a:moveTo>
                  <a:pt x="20793" y="19387"/>
                </a:moveTo>
                <a:lnTo>
                  <a:pt x="20845" y="19387"/>
                </a:lnTo>
                <a:lnTo>
                  <a:pt x="20845" y="19493"/>
                </a:lnTo>
                <a:lnTo>
                  <a:pt x="20793" y="19493"/>
                </a:lnTo>
              </a:path>
              <a:path w="21600" h="21600">
                <a:moveTo>
                  <a:pt x="21549" y="19383"/>
                </a:moveTo>
                <a:lnTo>
                  <a:pt x="21591" y="19383"/>
                </a:lnTo>
                <a:lnTo>
                  <a:pt x="21591" y="19469"/>
                </a:lnTo>
                <a:lnTo>
                  <a:pt x="21549" y="19469"/>
                </a:lnTo>
              </a:path>
              <a:path w="21600" h="21600">
                <a:moveTo>
                  <a:pt x="8" y="19383"/>
                </a:moveTo>
                <a:lnTo>
                  <a:pt x="50" y="19383"/>
                </a:lnTo>
                <a:lnTo>
                  <a:pt x="50" y="19469"/>
                </a:lnTo>
                <a:lnTo>
                  <a:pt x="8" y="19469"/>
                </a:lnTo>
              </a:path>
              <a:path w="21600" h="21600">
                <a:moveTo>
                  <a:pt x="11755" y="19380"/>
                </a:moveTo>
                <a:lnTo>
                  <a:pt x="11807" y="19380"/>
                </a:lnTo>
                <a:lnTo>
                  <a:pt x="11807" y="19486"/>
                </a:lnTo>
                <a:lnTo>
                  <a:pt x="11755" y="19486"/>
                </a:lnTo>
              </a:path>
              <a:path w="21600" h="21600">
                <a:moveTo>
                  <a:pt x="9792" y="19380"/>
                </a:moveTo>
                <a:lnTo>
                  <a:pt x="9843" y="19380"/>
                </a:lnTo>
                <a:lnTo>
                  <a:pt x="9843" y="19486"/>
                </a:lnTo>
                <a:lnTo>
                  <a:pt x="9792" y="19486"/>
                </a:lnTo>
              </a:path>
              <a:path w="21600" h="21600">
                <a:moveTo>
                  <a:pt x="4376" y="19370"/>
                </a:moveTo>
                <a:lnTo>
                  <a:pt x="4422" y="19370"/>
                </a:lnTo>
                <a:lnTo>
                  <a:pt x="4422" y="19466"/>
                </a:lnTo>
                <a:lnTo>
                  <a:pt x="4376" y="19466"/>
                </a:lnTo>
              </a:path>
              <a:path w="21600" h="21600">
                <a:moveTo>
                  <a:pt x="3174" y="19360"/>
                </a:moveTo>
                <a:lnTo>
                  <a:pt x="3208" y="19360"/>
                </a:lnTo>
                <a:lnTo>
                  <a:pt x="3208" y="19430"/>
                </a:lnTo>
                <a:lnTo>
                  <a:pt x="3174" y="19430"/>
                </a:lnTo>
              </a:path>
              <a:path w="21600" h="21600">
                <a:moveTo>
                  <a:pt x="15380" y="19359"/>
                </a:moveTo>
                <a:lnTo>
                  <a:pt x="15421" y="19359"/>
                </a:lnTo>
                <a:lnTo>
                  <a:pt x="15421" y="19443"/>
                </a:lnTo>
                <a:lnTo>
                  <a:pt x="15380" y="19443"/>
                </a:lnTo>
              </a:path>
              <a:path w="21600" h="21600">
                <a:moveTo>
                  <a:pt x="19445" y="19354"/>
                </a:moveTo>
                <a:lnTo>
                  <a:pt x="19476" y="19354"/>
                </a:lnTo>
                <a:lnTo>
                  <a:pt x="19476" y="19417"/>
                </a:lnTo>
                <a:lnTo>
                  <a:pt x="19445" y="19417"/>
                </a:lnTo>
              </a:path>
              <a:path w="21600" h="21600">
                <a:moveTo>
                  <a:pt x="19285" y="19354"/>
                </a:moveTo>
                <a:lnTo>
                  <a:pt x="19334" y="19354"/>
                </a:lnTo>
                <a:lnTo>
                  <a:pt x="19334" y="19453"/>
                </a:lnTo>
                <a:lnTo>
                  <a:pt x="19285" y="19453"/>
                </a:lnTo>
              </a:path>
              <a:path w="21600" h="21600">
                <a:moveTo>
                  <a:pt x="13866" y="19354"/>
                </a:moveTo>
                <a:lnTo>
                  <a:pt x="13915" y="19354"/>
                </a:lnTo>
                <a:lnTo>
                  <a:pt x="13915" y="19453"/>
                </a:lnTo>
                <a:lnTo>
                  <a:pt x="13866" y="19453"/>
                </a:lnTo>
              </a:path>
              <a:path w="21600" h="21600">
                <a:moveTo>
                  <a:pt x="7684" y="19354"/>
                </a:moveTo>
                <a:lnTo>
                  <a:pt x="7732" y="19354"/>
                </a:lnTo>
                <a:lnTo>
                  <a:pt x="7732" y="19453"/>
                </a:lnTo>
                <a:lnTo>
                  <a:pt x="7684" y="19453"/>
                </a:lnTo>
              </a:path>
              <a:path w="21600" h="21600">
                <a:moveTo>
                  <a:pt x="2265" y="19354"/>
                </a:moveTo>
                <a:lnTo>
                  <a:pt x="2314" y="19354"/>
                </a:lnTo>
                <a:lnTo>
                  <a:pt x="2314" y="19453"/>
                </a:lnTo>
                <a:lnTo>
                  <a:pt x="2265" y="19453"/>
                </a:lnTo>
              </a:path>
              <a:path w="21600" h="21600">
                <a:moveTo>
                  <a:pt x="20645" y="19353"/>
                </a:moveTo>
                <a:lnTo>
                  <a:pt x="20692" y="19353"/>
                </a:lnTo>
                <a:lnTo>
                  <a:pt x="20692" y="19448"/>
                </a:lnTo>
                <a:lnTo>
                  <a:pt x="20645" y="19448"/>
                </a:lnTo>
              </a:path>
              <a:path w="21600" h="21600">
                <a:moveTo>
                  <a:pt x="19135" y="19353"/>
                </a:moveTo>
                <a:lnTo>
                  <a:pt x="19182" y="19353"/>
                </a:lnTo>
                <a:lnTo>
                  <a:pt x="19182" y="19448"/>
                </a:lnTo>
                <a:lnTo>
                  <a:pt x="19135" y="19448"/>
                </a:lnTo>
              </a:path>
              <a:path w="21600" h="21600">
                <a:moveTo>
                  <a:pt x="18687" y="19353"/>
                </a:moveTo>
                <a:lnTo>
                  <a:pt x="18733" y="19353"/>
                </a:lnTo>
                <a:lnTo>
                  <a:pt x="18733" y="19448"/>
                </a:lnTo>
                <a:lnTo>
                  <a:pt x="18687" y="19448"/>
                </a:lnTo>
              </a:path>
              <a:path w="21600" h="21600">
                <a:moveTo>
                  <a:pt x="18385" y="19353"/>
                </a:moveTo>
                <a:lnTo>
                  <a:pt x="18431" y="19353"/>
                </a:lnTo>
                <a:lnTo>
                  <a:pt x="18431" y="19448"/>
                </a:lnTo>
                <a:lnTo>
                  <a:pt x="18385" y="19448"/>
                </a:lnTo>
              </a:path>
              <a:path w="21600" h="21600">
                <a:moveTo>
                  <a:pt x="17932" y="19353"/>
                </a:moveTo>
                <a:lnTo>
                  <a:pt x="17978" y="19353"/>
                </a:lnTo>
                <a:lnTo>
                  <a:pt x="17978" y="19448"/>
                </a:lnTo>
                <a:lnTo>
                  <a:pt x="17932" y="19448"/>
                </a:lnTo>
              </a:path>
              <a:path w="21600" h="21600">
                <a:moveTo>
                  <a:pt x="16422" y="19353"/>
                </a:moveTo>
                <a:lnTo>
                  <a:pt x="16468" y="19353"/>
                </a:lnTo>
                <a:lnTo>
                  <a:pt x="16468" y="19448"/>
                </a:lnTo>
                <a:lnTo>
                  <a:pt x="16422" y="19448"/>
                </a:lnTo>
              </a:path>
              <a:path w="21600" h="21600">
                <a:moveTo>
                  <a:pt x="15981" y="19353"/>
                </a:moveTo>
                <a:lnTo>
                  <a:pt x="16028" y="19353"/>
                </a:lnTo>
                <a:lnTo>
                  <a:pt x="16028" y="19448"/>
                </a:lnTo>
                <a:lnTo>
                  <a:pt x="15981" y="19448"/>
                </a:lnTo>
              </a:path>
              <a:path w="21600" h="21600">
                <a:moveTo>
                  <a:pt x="15679" y="19353"/>
                </a:moveTo>
                <a:lnTo>
                  <a:pt x="15726" y="19353"/>
                </a:lnTo>
                <a:lnTo>
                  <a:pt x="15726" y="19448"/>
                </a:lnTo>
                <a:lnTo>
                  <a:pt x="15679" y="19448"/>
                </a:lnTo>
              </a:path>
              <a:path w="21600" h="21600">
                <a:moveTo>
                  <a:pt x="15226" y="19353"/>
                </a:moveTo>
                <a:lnTo>
                  <a:pt x="15273" y="19353"/>
                </a:lnTo>
                <a:lnTo>
                  <a:pt x="15273" y="19448"/>
                </a:lnTo>
                <a:lnTo>
                  <a:pt x="15226" y="19448"/>
                </a:lnTo>
              </a:path>
              <a:path w="21600" h="21600">
                <a:moveTo>
                  <a:pt x="13716" y="19353"/>
                </a:moveTo>
                <a:lnTo>
                  <a:pt x="13763" y="19353"/>
                </a:lnTo>
                <a:lnTo>
                  <a:pt x="13763" y="19448"/>
                </a:lnTo>
                <a:lnTo>
                  <a:pt x="13716" y="19448"/>
                </a:lnTo>
              </a:path>
              <a:path w="21600" h="21600">
                <a:moveTo>
                  <a:pt x="13268" y="19353"/>
                </a:moveTo>
                <a:lnTo>
                  <a:pt x="13314" y="19353"/>
                </a:lnTo>
                <a:lnTo>
                  <a:pt x="13314" y="19448"/>
                </a:lnTo>
                <a:lnTo>
                  <a:pt x="13268" y="19448"/>
                </a:lnTo>
              </a:path>
              <a:path w="21600" h="21600">
                <a:moveTo>
                  <a:pt x="12966" y="19353"/>
                </a:moveTo>
                <a:lnTo>
                  <a:pt x="13012" y="19353"/>
                </a:lnTo>
                <a:lnTo>
                  <a:pt x="13012" y="19448"/>
                </a:lnTo>
                <a:lnTo>
                  <a:pt x="12966" y="19448"/>
                </a:lnTo>
              </a:path>
              <a:path w="21600" h="21600">
                <a:moveTo>
                  <a:pt x="12513" y="19353"/>
                </a:moveTo>
                <a:lnTo>
                  <a:pt x="12559" y="19353"/>
                </a:lnTo>
                <a:lnTo>
                  <a:pt x="12559" y="19448"/>
                </a:lnTo>
                <a:lnTo>
                  <a:pt x="12513" y="19448"/>
                </a:lnTo>
              </a:path>
              <a:path w="21600" h="21600">
                <a:moveTo>
                  <a:pt x="11003" y="19353"/>
                </a:moveTo>
                <a:lnTo>
                  <a:pt x="11049" y="19353"/>
                </a:lnTo>
                <a:lnTo>
                  <a:pt x="11049" y="19448"/>
                </a:lnTo>
                <a:lnTo>
                  <a:pt x="11003" y="19448"/>
                </a:lnTo>
              </a:path>
              <a:path w="21600" h="21600">
                <a:moveTo>
                  <a:pt x="9039" y="19353"/>
                </a:moveTo>
                <a:lnTo>
                  <a:pt x="9086" y="19353"/>
                </a:lnTo>
                <a:lnTo>
                  <a:pt x="9086" y="19448"/>
                </a:lnTo>
                <a:lnTo>
                  <a:pt x="9039" y="19448"/>
                </a:lnTo>
              </a:path>
              <a:path w="21600" h="21600">
                <a:moveTo>
                  <a:pt x="8586" y="19353"/>
                </a:moveTo>
                <a:lnTo>
                  <a:pt x="8633" y="19353"/>
                </a:lnTo>
                <a:lnTo>
                  <a:pt x="8633" y="19448"/>
                </a:lnTo>
                <a:lnTo>
                  <a:pt x="8586" y="19448"/>
                </a:lnTo>
              </a:path>
              <a:path w="21600" h="21600">
                <a:moveTo>
                  <a:pt x="8284" y="19353"/>
                </a:moveTo>
                <a:lnTo>
                  <a:pt x="8331" y="19353"/>
                </a:lnTo>
                <a:lnTo>
                  <a:pt x="8331" y="19448"/>
                </a:lnTo>
                <a:lnTo>
                  <a:pt x="8284" y="19448"/>
                </a:lnTo>
              </a:path>
              <a:path w="21600" h="21600">
                <a:moveTo>
                  <a:pt x="7836" y="19353"/>
                </a:moveTo>
                <a:lnTo>
                  <a:pt x="7883" y="19353"/>
                </a:lnTo>
                <a:lnTo>
                  <a:pt x="7883" y="19448"/>
                </a:lnTo>
                <a:lnTo>
                  <a:pt x="7836" y="19448"/>
                </a:lnTo>
              </a:path>
              <a:path w="21600" h="21600">
                <a:moveTo>
                  <a:pt x="6326" y="19353"/>
                </a:moveTo>
                <a:lnTo>
                  <a:pt x="6373" y="19353"/>
                </a:lnTo>
                <a:lnTo>
                  <a:pt x="6373" y="19448"/>
                </a:lnTo>
                <a:lnTo>
                  <a:pt x="6326" y="19448"/>
                </a:lnTo>
              </a:path>
              <a:path w="21600" h="21600">
                <a:moveTo>
                  <a:pt x="5873" y="19353"/>
                </a:moveTo>
                <a:lnTo>
                  <a:pt x="5920" y="19353"/>
                </a:lnTo>
                <a:lnTo>
                  <a:pt x="5920" y="19448"/>
                </a:lnTo>
                <a:lnTo>
                  <a:pt x="5873" y="19448"/>
                </a:lnTo>
              </a:path>
              <a:path w="21600" h="21600">
                <a:moveTo>
                  <a:pt x="5571" y="19353"/>
                </a:moveTo>
                <a:lnTo>
                  <a:pt x="5618" y="19353"/>
                </a:lnTo>
                <a:lnTo>
                  <a:pt x="5618" y="19448"/>
                </a:lnTo>
                <a:lnTo>
                  <a:pt x="5571" y="19448"/>
                </a:lnTo>
              </a:path>
              <a:path w="21600" h="21600">
                <a:moveTo>
                  <a:pt x="5130" y="19353"/>
                </a:moveTo>
                <a:lnTo>
                  <a:pt x="5177" y="19353"/>
                </a:lnTo>
                <a:lnTo>
                  <a:pt x="5177" y="19448"/>
                </a:lnTo>
                <a:lnTo>
                  <a:pt x="5130" y="19448"/>
                </a:lnTo>
              </a:path>
              <a:path w="21600" h="21600">
                <a:moveTo>
                  <a:pt x="2417" y="19353"/>
                </a:moveTo>
                <a:lnTo>
                  <a:pt x="2464" y="19353"/>
                </a:lnTo>
                <a:lnTo>
                  <a:pt x="2464" y="19448"/>
                </a:lnTo>
                <a:lnTo>
                  <a:pt x="2417" y="19448"/>
                </a:lnTo>
              </a:path>
              <a:path w="21600" h="21600">
                <a:moveTo>
                  <a:pt x="907" y="19353"/>
                </a:moveTo>
                <a:lnTo>
                  <a:pt x="954" y="19353"/>
                </a:lnTo>
                <a:lnTo>
                  <a:pt x="954" y="19448"/>
                </a:lnTo>
                <a:lnTo>
                  <a:pt x="907" y="19448"/>
                </a:lnTo>
              </a:path>
              <a:path w="21600" h="21600">
                <a:moveTo>
                  <a:pt x="454" y="19353"/>
                </a:moveTo>
                <a:lnTo>
                  <a:pt x="501" y="19353"/>
                </a:lnTo>
                <a:lnTo>
                  <a:pt x="501" y="19448"/>
                </a:lnTo>
                <a:lnTo>
                  <a:pt x="454" y="19448"/>
                </a:lnTo>
              </a:path>
              <a:path w="21600" h="21600">
                <a:moveTo>
                  <a:pt x="153" y="19353"/>
                </a:moveTo>
                <a:lnTo>
                  <a:pt x="199" y="19353"/>
                </a:lnTo>
                <a:lnTo>
                  <a:pt x="199" y="19448"/>
                </a:lnTo>
                <a:lnTo>
                  <a:pt x="153" y="19448"/>
                </a:lnTo>
              </a:path>
              <a:path w="21600" h="21600">
                <a:moveTo>
                  <a:pt x="11163" y="19350"/>
                </a:moveTo>
                <a:lnTo>
                  <a:pt x="11192" y="19350"/>
                </a:lnTo>
                <a:lnTo>
                  <a:pt x="11192" y="19409"/>
                </a:lnTo>
                <a:lnTo>
                  <a:pt x="11163" y="19409"/>
                </a:lnTo>
              </a:path>
              <a:path w="21600" h="21600">
                <a:moveTo>
                  <a:pt x="14174" y="19349"/>
                </a:moveTo>
                <a:lnTo>
                  <a:pt x="14210" y="19349"/>
                </a:lnTo>
                <a:lnTo>
                  <a:pt x="14210" y="19423"/>
                </a:lnTo>
                <a:lnTo>
                  <a:pt x="14174" y="19423"/>
                </a:lnTo>
              </a:path>
              <a:path w="21600" h="21600">
                <a:moveTo>
                  <a:pt x="17183" y="19347"/>
                </a:moveTo>
                <a:lnTo>
                  <a:pt x="17217" y="19347"/>
                </a:lnTo>
                <a:lnTo>
                  <a:pt x="17217" y="19417"/>
                </a:lnTo>
                <a:lnTo>
                  <a:pt x="17183" y="19417"/>
                </a:lnTo>
              </a:path>
              <a:path w="21600" h="21600">
                <a:moveTo>
                  <a:pt x="2863" y="19344"/>
                </a:moveTo>
                <a:lnTo>
                  <a:pt x="2915" y="19344"/>
                </a:lnTo>
                <a:lnTo>
                  <a:pt x="2915" y="19450"/>
                </a:lnTo>
                <a:lnTo>
                  <a:pt x="2863" y="19450"/>
                </a:lnTo>
              </a:path>
              <a:path w="21600" h="21600">
                <a:moveTo>
                  <a:pt x="12069" y="19342"/>
                </a:moveTo>
                <a:lnTo>
                  <a:pt x="12097" y="19342"/>
                </a:lnTo>
                <a:lnTo>
                  <a:pt x="12097" y="19398"/>
                </a:lnTo>
                <a:lnTo>
                  <a:pt x="12069" y="19398"/>
                </a:lnTo>
              </a:path>
              <a:path w="21600" h="21600">
                <a:moveTo>
                  <a:pt x="16726" y="19332"/>
                </a:moveTo>
                <a:lnTo>
                  <a:pt x="16769" y="19332"/>
                </a:lnTo>
                <a:lnTo>
                  <a:pt x="16769" y="19420"/>
                </a:lnTo>
                <a:lnTo>
                  <a:pt x="16726" y="19420"/>
                </a:lnTo>
              </a:path>
              <a:path w="21600" h="21600">
                <a:moveTo>
                  <a:pt x="14020" y="19332"/>
                </a:moveTo>
                <a:lnTo>
                  <a:pt x="14063" y="19332"/>
                </a:lnTo>
                <a:lnTo>
                  <a:pt x="14063" y="19420"/>
                </a:lnTo>
                <a:lnTo>
                  <a:pt x="14020" y="19420"/>
                </a:lnTo>
              </a:path>
              <a:path w="21600" h="21600">
                <a:moveTo>
                  <a:pt x="11307" y="19332"/>
                </a:moveTo>
                <a:lnTo>
                  <a:pt x="11350" y="19332"/>
                </a:lnTo>
                <a:lnTo>
                  <a:pt x="11350" y="19420"/>
                </a:lnTo>
                <a:lnTo>
                  <a:pt x="11307" y="19420"/>
                </a:lnTo>
              </a:path>
              <a:path w="21600" h="21600">
                <a:moveTo>
                  <a:pt x="10249" y="19332"/>
                </a:moveTo>
                <a:lnTo>
                  <a:pt x="10292" y="19332"/>
                </a:lnTo>
                <a:lnTo>
                  <a:pt x="10292" y="19420"/>
                </a:lnTo>
                <a:lnTo>
                  <a:pt x="10249" y="19420"/>
                </a:lnTo>
              </a:path>
              <a:path w="21600" h="21600">
                <a:moveTo>
                  <a:pt x="7536" y="19332"/>
                </a:moveTo>
                <a:lnTo>
                  <a:pt x="7579" y="19332"/>
                </a:lnTo>
                <a:lnTo>
                  <a:pt x="7579" y="19420"/>
                </a:lnTo>
                <a:lnTo>
                  <a:pt x="7536" y="19420"/>
                </a:lnTo>
              </a:path>
              <a:path w="21600" h="21600">
                <a:moveTo>
                  <a:pt x="4830" y="19332"/>
                </a:moveTo>
                <a:lnTo>
                  <a:pt x="4873" y="19332"/>
                </a:lnTo>
                <a:lnTo>
                  <a:pt x="4873" y="19420"/>
                </a:lnTo>
                <a:lnTo>
                  <a:pt x="4830" y="19420"/>
                </a:lnTo>
              </a:path>
              <a:path w="21600" h="21600">
                <a:moveTo>
                  <a:pt x="2117" y="19332"/>
                </a:moveTo>
                <a:lnTo>
                  <a:pt x="2160" y="19332"/>
                </a:lnTo>
                <a:lnTo>
                  <a:pt x="2160" y="19420"/>
                </a:lnTo>
                <a:lnTo>
                  <a:pt x="2117" y="19420"/>
                </a:lnTo>
              </a:path>
              <a:path w="21600" h="21600">
                <a:moveTo>
                  <a:pt x="17632" y="19327"/>
                </a:moveTo>
                <a:lnTo>
                  <a:pt x="17674" y="19327"/>
                </a:lnTo>
                <a:lnTo>
                  <a:pt x="17674" y="19411"/>
                </a:lnTo>
                <a:lnTo>
                  <a:pt x="17632" y="19411"/>
                </a:lnTo>
              </a:path>
              <a:path w="21600" h="21600">
                <a:moveTo>
                  <a:pt x="14927" y="19327"/>
                </a:moveTo>
                <a:lnTo>
                  <a:pt x="14968" y="19327"/>
                </a:lnTo>
                <a:lnTo>
                  <a:pt x="14968" y="19411"/>
                </a:lnTo>
                <a:lnTo>
                  <a:pt x="14927" y="19411"/>
                </a:lnTo>
              </a:path>
              <a:path w="21600" h="21600">
                <a:moveTo>
                  <a:pt x="12213" y="19327"/>
                </a:moveTo>
                <a:lnTo>
                  <a:pt x="12255" y="19327"/>
                </a:lnTo>
                <a:lnTo>
                  <a:pt x="12255" y="19411"/>
                </a:lnTo>
                <a:lnTo>
                  <a:pt x="12213" y="19411"/>
                </a:lnTo>
              </a:path>
              <a:path w="21600" h="21600">
                <a:moveTo>
                  <a:pt x="9344" y="19327"/>
                </a:moveTo>
                <a:lnTo>
                  <a:pt x="9385" y="19327"/>
                </a:lnTo>
                <a:lnTo>
                  <a:pt x="9385" y="19411"/>
                </a:lnTo>
                <a:lnTo>
                  <a:pt x="9344" y="19411"/>
                </a:lnTo>
              </a:path>
              <a:path w="21600" h="21600">
                <a:moveTo>
                  <a:pt x="3925" y="19327"/>
                </a:moveTo>
                <a:lnTo>
                  <a:pt x="3967" y="19327"/>
                </a:lnTo>
                <a:lnTo>
                  <a:pt x="3967" y="19411"/>
                </a:lnTo>
                <a:lnTo>
                  <a:pt x="3925" y="19411"/>
                </a:lnTo>
              </a:path>
              <a:path w="21600" h="21600">
                <a:moveTo>
                  <a:pt x="1212" y="19327"/>
                </a:moveTo>
                <a:lnTo>
                  <a:pt x="1253" y="19327"/>
                </a:lnTo>
                <a:lnTo>
                  <a:pt x="1253" y="19411"/>
                </a:lnTo>
                <a:lnTo>
                  <a:pt x="1212" y="19411"/>
                </a:lnTo>
              </a:path>
              <a:path w="21600" h="21600">
                <a:moveTo>
                  <a:pt x="20044" y="19315"/>
                </a:moveTo>
                <a:lnTo>
                  <a:pt x="20085" y="19315"/>
                </a:lnTo>
                <a:lnTo>
                  <a:pt x="20085" y="19400"/>
                </a:lnTo>
                <a:lnTo>
                  <a:pt x="20044" y="19400"/>
                </a:lnTo>
              </a:path>
              <a:path w="21600" h="21600">
                <a:moveTo>
                  <a:pt x="17330" y="19315"/>
                </a:moveTo>
                <a:lnTo>
                  <a:pt x="17372" y="19315"/>
                </a:lnTo>
                <a:lnTo>
                  <a:pt x="17372" y="19400"/>
                </a:lnTo>
                <a:lnTo>
                  <a:pt x="17330" y="19400"/>
                </a:lnTo>
              </a:path>
              <a:path w="21600" h="21600">
                <a:moveTo>
                  <a:pt x="11911" y="19315"/>
                </a:moveTo>
                <a:lnTo>
                  <a:pt x="11953" y="19315"/>
                </a:lnTo>
                <a:lnTo>
                  <a:pt x="11953" y="19400"/>
                </a:lnTo>
                <a:lnTo>
                  <a:pt x="11911" y="19400"/>
                </a:lnTo>
              </a:path>
              <a:path w="21600" h="21600">
                <a:moveTo>
                  <a:pt x="9646" y="19315"/>
                </a:moveTo>
                <a:lnTo>
                  <a:pt x="9687" y="19315"/>
                </a:lnTo>
                <a:lnTo>
                  <a:pt x="9687" y="19400"/>
                </a:lnTo>
                <a:lnTo>
                  <a:pt x="9646" y="19400"/>
                </a:lnTo>
              </a:path>
              <a:path w="21600" h="21600">
                <a:moveTo>
                  <a:pt x="6933" y="19315"/>
                </a:moveTo>
                <a:lnTo>
                  <a:pt x="6974" y="19315"/>
                </a:lnTo>
                <a:lnTo>
                  <a:pt x="6974" y="19400"/>
                </a:lnTo>
                <a:lnTo>
                  <a:pt x="6933" y="19400"/>
                </a:lnTo>
              </a:path>
              <a:path w="21600" h="21600">
                <a:moveTo>
                  <a:pt x="4227" y="19315"/>
                </a:moveTo>
                <a:lnTo>
                  <a:pt x="4268" y="19315"/>
                </a:lnTo>
                <a:lnTo>
                  <a:pt x="4268" y="19400"/>
                </a:lnTo>
                <a:lnTo>
                  <a:pt x="4227" y="19400"/>
                </a:lnTo>
              </a:path>
              <a:path w="21600" h="21600">
                <a:moveTo>
                  <a:pt x="1514" y="19315"/>
                </a:moveTo>
                <a:lnTo>
                  <a:pt x="1555" y="19315"/>
                </a:lnTo>
                <a:lnTo>
                  <a:pt x="1555" y="19400"/>
                </a:lnTo>
                <a:lnTo>
                  <a:pt x="1514" y="19400"/>
                </a:lnTo>
              </a:path>
              <a:path w="21600" h="21600">
                <a:moveTo>
                  <a:pt x="18090" y="19299"/>
                </a:moveTo>
                <a:lnTo>
                  <a:pt x="18122" y="19299"/>
                </a:lnTo>
                <a:lnTo>
                  <a:pt x="18122" y="19366"/>
                </a:lnTo>
                <a:lnTo>
                  <a:pt x="18090" y="19366"/>
                </a:lnTo>
              </a:path>
              <a:path w="21600" h="21600">
                <a:moveTo>
                  <a:pt x="11452" y="19292"/>
                </a:moveTo>
                <a:lnTo>
                  <a:pt x="11506" y="19292"/>
                </a:lnTo>
                <a:lnTo>
                  <a:pt x="11506" y="19401"/>
                </a:lnTo>
                <a:lnTo>
                  <a:pt x="11452" y="19401"/>
                </a:lnTo>
              </a:path>
              <a:path w="21600" h="21600">
                <a:moveTo>
                  <a:pt x="20492" y="19290"/>
                </a:moveTo>
                <a:lnTo>
                  <a:pt x="20542" y="19290"/>
                </a:lnTo>
                <a:lnTo>
                  <a:pt x="20542" y="19392"/>
                </a:lnTo>
                <a:lnTo>
                  <a:pt x="20492" y="19392"/>
                </a:lnTo>
              </a:path>
              <a:path w="21600" h="21600">
                <a:moveTo>
                  <a:pt x="15073" y="19290"/>
                </a:moveTo>
                <a:lnTo>
                  <a:pt x="15123" y="19290"/>
                </a:lnTo>
                <a:lnTo>
                  <a:pt x="15123" y="19392"/>
                </a:lnTo>
                <a:lnTo>
                  <a:pt x="15073" y="19392"/>
                </a:lnTo>
              </a:path>
              <a:path w="21600" h="21600">
                <a:moveTo>
                  <a:pt x="6475" y="19290"/>
                </a:moveTo>
                <a:lnTo>
                  <a:pt x="6526" y="19290"/>
                </a:lnTo>
                <a:lnTo>
                  <a:pt x="6526" y="19392"/>
                </a:lnTo>
                <a:lnTo>
                  <a:pt x="6475" y="19392"/>
                </a:lnTo>
              </a:path>
              <a:path w="21600" h="21600">
                <a:moveTo>
                  <a:pt x="10850" y="19282"/>
                </a:moveTo>
                <a:lnTo>
                  <a:pt x="10900" y="19282"/>
                </a:lnTo>
                <a:lnTo>
                  <a:pt x="10900" y="19385"/>
                </a:lnTo>
                <a:lnTo>
                  <a:pt x="10850" y="19385"/>
                </a:lnTo>
              </a:path>
              <a:path w="21600" h="21600">
                <a:moveTo>
                  <a:pt x="6637" y="19281"/>
                </a:moveTo>
                <a:lnTo>
                  <a:pt x="6666" y="19281"/>
                </a:lnTo>
                <a:lnTo>
                  <a:pt x="6666" y="19341"/>
                </a:lnTo>
                <a:lnTo>
                  <a:pt x="6637" y="19341"/>
                </a:lnTo>
              </a:path>
              <a:path w="21600" h="21600">
                <a:moveTo>
                  <a:pt x="10554" y="19280"/>
                </a:moveTo>
                <a:lnTo>
                  <a:pt x="10591" y="19280"/>
                </a:lnTo>
                <a:lnTo>
                  <a:pt x="10591" y="19357"/>
                </a:lnTo>
                <a:lnTo>
                  <a:pt x="10554" y="19357"/>
                </a:lnTo>
              </a:path>
              <a:path w="21600" h="21600">
                <a:moveTo>
                  <a:pt x="21405" y="19276"/>
                </a:moveTo>
                <a:lnTo>
                  <a:pt x="21441" y="19276"/>
                </a:lnTo>
                <a:lnTo>
                  <a:pt x="21441" y="19350"/>
                </a:lnTo>
                <a:lnTo>
                  <a:pt x="21405" y="19350"/>
                </a:lnTo>
              </a:path>
              <a:path w="21600" h="21600">
                <a:moveTo>
                  <a:pt x="1366" y="19261"/>
                </a:moveTo>
                <a:lnTo>
                  <a:pt x="1401" y="19261"/>
                </a:lnTo>
                <a:lnTo>
                  <a:pt x="1401" y="19332"/>
                </a:lnTo>
                <a:lnTo>
                  <a:pt x="1366" y="19332"/>
                </a:lnTo>
              </a:path>
              <a:path w="21600" h="21600">
                <a:moveTo>
                  <a:pt x="19747" y="19248"/>
                </a:moveTo>
                <a:lnTo>
                  <a:pt x="19778" y="19248"/>
                </a:lnTo>
                <a:lnTo>
                  <a:pt x="19778" y="19312"/>
                </a:lnTo>
                <a:lnTo>
                  <a:pt x="19747" y="19312"/>
                </a:lnTo>
              </a:path>
              <a:path w="21600" h="21600">
                <a:moveTo>
                  <a:pt x="18992" y="19248"/>
                </a:moveTo>
                <a:lnTo>
                  <a:pt x="19023" y="19248"/>
                </a:lnTo>
                <a:lnTo>
                  <a:pt x="19023" y="19312"/>
                </a:lnTo>
                <a:lnTo>
                  <a:pt x="18992" y="19312"/>
                </a:lnTo>
              </a:path>
              <a:path w="21600" h="21600">
                <a:moveTo>
                  <a:pt x="14328" y="19248"/>
                </a:moveTo>
                <a:lnTo>
                  <a:pt x="14359" y="19248"/>
                </a:lnTo>
                <a:lnTo>
                  <a:pt x="14359" y="19312"/>
                </a:lnTo>
                <a:lnTo>
                  <a:pt x="14328" y="19312"/>
                </a:lnTo>
              </a:path>
              <a:path w="21600" h="21600">
                <a:moveTo>
                  <a:pt x="13573" y="19248"/>
                </a:moveTo>
                <a:lnTo>
                  <a:pt x="13604" y="19248"/>
                </a:lnTo>
                <a:lnTo>
                  <a:pt x="13604" y="19312"/>
                </a:lnTo>
                <a:lnTo>
                  <a:pt x="13573" y="19312"/>
                </a:lnTo>
              </a:path>
              <a:path w="21600" h="21600">
                <a:moveTo>
                  <a:pt x="1821" y="19248"/>
                </a:moveTo>
                <a:lnTo>
                  <a:pt x="1852" y="19248"/>
                </a:lnTo>
                <a:lnTo>
                  <a:pt x="1852" y="19312"/>
                </a:lnTo>
                <a:lnTo>
                  <a:pt x="1821" y="19312"/>
                </a:lnTo>
              </a:path>
              <a:path w="21600" h="21600">
                <a:moveTo>
                  <a:pt x="20951" y="19238"/>
                </a:moveTo>
                <a:lnTo>
                  <a:pt x="20989" y="19238"/>
                </a:lnTo>
                <a:lnTo>
                  <a:pt x="20989" y="19316"/>
                </a:lnTo>
                <a:lnTo>
                  <a:pt x="20951" y="19316"/>
                </a:lnTo>
              </a:path>
              <a:path w="21600" h="21600">
                <a:moveTo>
                  <a:pt x="18238" y="19238"/>
                </a:moveTo>
                <a:lnTo>
                  <a:pt x="18276" y="19238"/>
                </a:lnTo>
                <a:lnTo>
                  <a:pt x="18276" y="19316"/>
                </a:lnTo>
                <a:lnTo>
                  <a:pt x="18238" y="19316"/>
                </a:lnTo>
              </a:path>
              <a:path w="21600" h="21600">
                <a:moveTo>
                  <a:pt x="15532" y="19238"/>
                </a:moveTo>
                <a:lnTo>
                  <a:pt x="15570" y="19238"/>
                </a:lnTo>
                <a:lnTo>
                  <a:pt x="15570" y="19316"/>
                </a:lnTo>
                <a:lnTo>
                  <a:pt x="15532" y="19316"/>
                </a:lnTo>
              </a:path>
              <a:path w="21600" h="21600">
                <a:moveTo>
                  <a:pt x="12819" y="19238"/>
                </a:moveTo>
                <a:lnTo>
                  <a:pt x="12857" y="19238"/>
                </a:lnTo>
                <a:lnTo>
                  <a:pt x="12857" y="19316"/>
                </a:lnTo>
                <a:lnTo>
                  <a:pt x="12819" y="19316"/>
                </a:lnTo>
              </a:path>
              <a:path w="21600" h="21600">
                <a:moveTo>
                  <a:pt x="6029" y="19238"/>
                </a:moveTo>
                <a:lnTo>
                  <a:pt x="6067" y="19238"/>
                </a:lnTo>
                <a:lnTo>
                  <a:pt x="6067" y="19316"/>
                </a:lnTo>
                <a:lnTo>
                  <a:pt x="6029" y="19316"/>
                </a:lnTo>
              </a:path>
              <a:path w="21600" h="21600">
                <a:moveTo>
                  <a:pt x="3323" y="19238"/>
                </a:moveTo>
                <a:lnTo>
                  <a:pt x="3361" y="19238"/>
                </a:lnTo>
                <a:lnTo>
                  <a:pt x="3361" y="19316"/>
                </a:lnTo>
                <a:lnTo>
                  <a:pt x="3323" y="19316"/>
                </a:lnTo>
              </a:path>
              <a:path w="21600" h="21600">
                <a:moveTo>
                  <a:pt x="610" y="19238"/>
                </a:moveTo>
                <a:lnTo>
                  <a:pt x="648" y="19238"/>
                </a:lnTo>
                <a:lnTo>
                  <a:pt x="648" y="19316"/>
                </a:lnTo>
                <a:lnTo>
                  <a:pt x="610" y="19316"/>
                </a:lnTo>
              </a:path>
              <a:path w="21600" h="21600">
                <a:moveTo>
                  <a:pt x="21103" y="19234"/>
                </a:moveTo>
                <a:lnTo>
                  <a:pt x="21139" y="19234"/>
                </a:lnTo>
                <a:lnTo>
                  <a:pt x="21139" y="19308"/>
                </a:lnTo>
                <a:lnTo>
                  <a:pt x="21103" y="19308"/>
                </a:lnTo>
              </a:path>
              <a:path w="21600" h="21600">
                <a:moveTo>
                  <a:pt x="3626" y="19234"/>
                </a:moveTo>
                <a:lnTo>
                  <a:pt x="3662" y="19234"/>
                </a:lnTo>
                <a:lnTo>
                  <a:pt x="3662" y="19308"/>
                </a:lnTo>
                <a:lnTo>
                  <a:pt x="3626" y="19308"/>
                </a:lnTo>
              </a:path>
              <a:path w="21600" h="21600">
                <a:moveTo>
                  <a:pt x="21248" y="19222"/>
                </a:moveTo>
                <a:lnTo>
                  <a:pt x="21296" y="19222"/>
                </a:lnTo>
                <a:lnTo>
                  <a:pt x="21296" y="19321"/>
                </a:lnTo>
                <a:lnTo>
                  <a:pt x="21248" y="19321"/>
                </a:lnTo>
              </a:path>
              <a:path w="21600" h="21600">
                <a:moveTo>
                  <a:pt x="18535" y="19222"/>
                </a:moveTo>
                <a:lnTo>
                  <a:pt x="18583" y="19222"/>
                </a:lnTo>
                <a:lnTo>
                  <a:pt x="18583" y="19321"/>
                </a:lnTo>
                <a:lnTo>
                  <a:pt x="18535" y="19321"/>
                </a:lnTo>
              </a:path>
              <a:path w="21600" h="21600">
                <a:moveTo>
                  <a:pt x="15829" y="19222"/>
                </a:moveTo>
                <a:lnTo>
                  <a:pt x="15877" y="19222"/>
                </a:lnTo>
                <a:lnTo>
                  <a:pt x="15877" y="19321"/>
                </a:lnTo>
                <a:lnTo>
                  <a:pt x="15829" y="19321"/>
                </a:lnTo>
              </a:path>
              <a:path w="21600" h="21600">
                <a:moveTo>
                  <a:pt x="13116" y="19222"/>
                </a:moveTo>
                <a:lnTo>
                  <a:pt x="13164" y="19222"/>
                </a:lnTo>
                <a:lnTo>
                  <a:pt x="13164" y="19321"/>
                </a:lnTo>
                <a:lnTo>
                  <a:pt x="13116" y="19321"/>
                </a:lnTo>
              </a:path>
              <a:path w="21600" h="21600">
                <a:moveTo>
                  <a:pt x="8435" y="19222"/>
                </a:moveTo>
                <a:lnTo>
                  <a:pt x="8483" y="19222"/>
                </a:lnTo>
                <a:lnTo>
                  <a:pt x="8483" y="19321"/>
                </a:lnTo>
                <a:lnTo>
                  <a:pt x="8435" y="19321"/>
                </a:lnTo>
              </a:path>
              <a:path w="21600" h="21600">
                <a:moveTo>
                  <a:pt x="3016" y="19222"/>
                </a:moveTo>
                <a:lnTo>
                  <a:pt x="3064" y="19222"/>
                </a:lnTo>
                <a:lnTo>
                  <a:pt x="3064" y="19321"/>
                </a:lnTo>
                <a:lnTo>
                  <a:pt x="3016" y="19321"/>
                </a:lnTo>
              </a:path>
              <a:path w="21600" h="21600">
                <a:moveTo>
                  <a:pt x="303" y="19222"/>
                </a:moveTo>
                <a:lnTo>
                  <a:pt x="351" y="19222"/>
                </a:lnTo>
                <a:lnTo>
                  <a:pt x="351" y="19321"/>
                </a:lnTo>
                <a:lnTo>
                  <a:pt x="303" y="19321"/>
                </a:lnTo>
              </a:path>
              <a:path w="21600" h="21600">
                <a:moveTo>
                  <a:pt x="8750" y="19219"/>
                </a:moveTo>
                <a:lnTo>
                  <a:pt x="8771" y="19219"/>
                </a:lnTo>
                <a:lnTo>
                  <a:pt x="8771" y="19261"/>
                </a:lnTo>
                <a:lnTo>
                  <a:pt x="8750" y="19261"/>
                </a:lnTo>
              </a:path>
              <a:path w="21600" h="21600">
                <a:moveTo>
                  <a:pt x="10403" y="19217"/>
                </a:moveTo>
                <a:lnTo>
                  <a:pt x="10440" y="19217"/>
                </a:lnTo>
                <a:lnTo>
                  <a:pt x="10440" y="19291"/>
                </a:lnTo>
                <a:lnTo>
                  <a:pt x="10403" y="19291"/>
                </a:lnTo>
              </a:path>
              <a:path w="21600" h="21600">
                <a:moveTo>
                  <a:pt x="11163" y="19213"/>
                </a:moveTo>
                <a:lnTo>
                  <a:pt x="11191" y="19213"/>
                </a:lnTo>
                <a:lnTo>
                  <a:pt x="11191" y="19269"/>
                </a:lnTo>
                <a:lnTo>
                  <a:pt x="11163" y="19269"/>
                </a:lnTo>
              </a:path>
              <a:path w="21600" h="21600">
                <a:moveTo>
                  <a:pt x="20192" y="19211"/>
                </a:moveTo>
                <a:lnTo>
                  <a:pt x="20239" y="19211"/>
                </a:lnTo>
                <a:lnTo>
                  <a:pt x="20239" y="19306"/>
                </a:lnTo>
                <a:lnTo>
                  <a:pt x="20192" y="19306"/>
                </a:lnTo>
              </a:path>
              <a:path w="21600" h="21600">
                <a:moveTo>
                  <a:pt x="14773" y="19211"/>
                </a:moveTo>
                <a:lnTo>
                  <a:pt x="14820" y="19211"/>
                </a:lnTo>
                <a:lnTo>
                  <a:pt x="14820" y="19306"/>
                </a:lnTo>
                <a:lnTo>
                  <a:pt x="14773" y="19306"/>
                </a:lnTo>
              </a:path>
              <a:path w="21600" h="21600">
                <a:moveTo>
                  <a:pt x="9492" y="19211"/>
                </a:moveTo>
                <a:lnTo>
                  <a:pt x="9539" y="19211"/>
                </a:lnTo>
                <a:lnTo>
                  <a:pt x="9539" y="19306"/>
                </a:lnTo>
                <a:lnTo>
                  <a:pt x="9492" y="19306"/>
                </a:lnTo>
              </a:path>
              <a:path w="21600" h="21600">
                <a:moveTo>
                  <a:pt x="6779" y="19211"/>
                </a:moveTo>
                <a:lnTo>
                  <a:pt x="6826" y="19211"/>
                </a:lnTo>
                <a:lnTo>
                  <a:pt x="6826" y="19306"/>
                </a:lnTo>
                <a:lnTo>
                  <a:pt x="6779" y="19306"/>
                </a:lnTo>
              </a:path>
              <a:path w="21600" h="21600">
                <a:moveTo>
                  <a:pt x="4074" y="19211"/>
                </a:moveTo>
                <a:lnTo>
                  <a:pt x="4120" y="19211"/>
                </a:lnTo>
                <a:lnTo>
                  <a:pt x="4120" y="19306"/>
                </a:lnTo>
                <a:lnTo>
                  <a:pt x="4074" y="19306"/>
                </a:lnTo>
              </a:path>
              <a:path w="21600" h="21600">
                <a:moveTo>
                  <a:pt x="16274" y="19211"/>
                </a:moveTo>
                <a:lnTo>
                  <a:pt x="16315" y="19211"/>
                </a:lnTo>
                <a:lnTo>
                  <a:pt x="16315" y="19295"/>
                </a:lnTo>
                <a:lnTo>
                  <a:pt x="16274" y="19295"/>
                </a:lnTo>
              </a:path>
              <a:path w="21600" h="21600">
                <a:moveTo>
                  <a:pt x="5284" y="19211"/>
                </a:moveTo>
                <a:lnTo>
                  <a:pt x="5325" y="19211"/>
                </a:lnTo>
                <a:lnTo>
                  <a:pt x="5325" y="19295"/>
                </a:lnTo>
                <a:lnTo>
                  <a:pt x="5284" y="19295"/>
                </a:lnTo>
              </a:path>
              <a:path w="21600" h="21600">
                <a:moveTo>
                  <a:pt x="10101" y="19207"/>
                </a:moveTo>
                <a:lnTo>
                  <a:pt x="10138" y="19207"/>
                </a:lnTo>
                <a:lnTo>
                  <a:pt x="10138" y="19281"/>
                </a:lnTo>
                <a:lnTo>
                  <a:pt x="10101" y="19281"/>
                </a:lnTo>
              </a:path>
              <a:path w="21600" h="21600">
                <a:moveTo>
                  <a:pt x="17028" y="19199"/>
                </a:moveTo>
                <a:lnTo>
                  <a:pt x="17070" y="19199"/>
                </a:lnTo>
                <a:lnTo>
                  <a:pt x="17070" y="19284"/>
                </a:lnTo>
                <a:lnTo>
                  <a:pt x="17028" y="19284"/>
                </a:lnTo>
              </a:path>
              <a:path w="21600" h="21600">
                <a:moveTo>
                  <a:pt x="11609" y="19199"/>
                </a:moveTo>
                <a:lnTo>
                  <a:pt x="11651" y="19199"/>
                </a:lnTo>
                <a:lnTo>
                  <a:pt x="11651" y="19284"/>
                </a:lnTo>
                <a:lnTo>
                  <a:pt x="11609" y="19284"/>
                </a:lnTo>
              </a:path>
              <a:path w="21600" h="21600">
                <a:moveTo>
                  <a:pt x="9948" y="19199"/>
                </a:moveTo>
                <a:lnTo>
                  <a:pt x="9989" y="19199"/>
                </a:lnTo>
                <a:lnTo>
                  <a:pt x="9989" y="19284"/>
                </a:lnTo>
                <a:lnTo>
                  <a:pt x="9948" y="19284"/>
                </a:lnTo>
              </a:path>
              <a:path w="21600" h="21600">
                <a:moveTo>
                  <a:pt x="4529" y="19199"/>
                </a:moveTo>
                <a:lnTo>
                  <a:pt x="4570" y="19199"/>
                </a:lnTo>
                <a:lnTo>
                  <a:pt x="4570" y="19284"/>
                </a:lnTo>
                <a:lnTo>
                  <a:pt x="4529" y="19284"/>
                </a:lnTo>
              </a:path>
              <a:path w="21600" h="21600">
                <a:moveTo>
                  <a:pt x="21549" y="19193"/>
                </a:moveTo>
                <a:lnTo>
                  <a:pt x="21590" y="19193"/>
                </a:lnTo>
                <a:lnTo>
                  <a:pt x="21590" y="19276"/>
                </a:lnTo>
                <a:lnTo>
                  <a:pt x="21549" y="19276"/>
                </a:lnTo>
              </a:path>
              <a:path w="21600" h="21600">
                <a:moveTo>
                  <a:pt x="9" y="19193"/>
                </a:moveTo>
                <a:lnTo>
                  <a:pt x="50" y="19193"/>
                </a:lnTo>
                <a:lnTo>
                  <a:pt x="50" y="19276"/>
                </a:lnTo>
                <a:lnTo>
                  <a:pt x="9" y="19276"/>
                </a:lnTo>
              </a:path>
              <a:path w="21600" h="21600">
                <a:moveTo>
                  <a:pt x="20353" y="19183"/>
                </a:moveTo>
                <a:lnTo>
                  <a:pt x="20380" y="19183"/>
                </a:lnTo>
                <a:lnTo>
                  <a:pt x="20380" y="19240"/>
                </a:lnTo>
                <a:lnTo>
                  <a:pt x="20353" y="19240"/>
                </a:lnTo>
              </a:path>
              <a:path w="21600" h="21600">
                <a:moveTo>
                  <a:pt x="19587" y="19177"/>
                </a:moveTo>
                <a:lnTo>
                  <a:pt x="19636" y="19177"/>
                </a:lnTo>
                <a:lnTo>
                  <a:pt x="19636" y="19277"/>
                </a:lnTo>
                <a:lnTo>
                  <a:pt x="19587" y="19277"/>
                </a:lnTo>
              </a:path>
              <a:path w="21600" h="21600">
                <a:moveTo>
                  <a:pt x="16874" y="19177"/>
                </a:moveTo>
                <a:lnTo>
                  <a:pt x="16922" y="19177"/>
                </a:lnTo>
                <a:lnTo>
                  <a:pt x="16922" y="19277"/>
                </a:lnTo>
                <a:lnTo>
                  <a:pt x="16874" y="19277"/>
                </a:lnTo>
              </a:path>
              <a:path w="21600" h="21600">
                <a:moveTo>
                  <a:pt x="7382" y="19177"/>
                </a:moveTo>
                <a:lnTo>
                  <a:pt x="7430" y="19177"/>
                </a:lnTo>
                <a:lnTo>
                  <a:pt x="7430" y="19277"/>
                </a:lnTo>
                <a:lnTo>
                  <a:pt x="7382" y="19277"/>
                </a:lnTo>
              </a:path>
              <a:path w="21600" h="21600">
                <a:moveTo>
                  <a:pt x="4677" y="19177"/>
                </a:moveTo>
                <a:lnTo>
                  <a:pt x="4725" y="19177"/>
                </a:lnTo>
                <a:lnTo>
                  <a:pt x="4725" y="19277"/>
                </a:lnTo>
                <a:lnTo>
                  <a:pt x="4677" y="19277"/>
                </a:lnTo>
              </a:path>
              <a:path w="21600" h="21600">
                <a:moveTo>
                  <a:pt x="1963" y="19177"/>
                </a:moveTo>
                <a:lnTo>
                  <a:pt x="2012" y="19177"/>
                </a:lnTo>
                <a:lnTo>
                  <a:pt x="2012" y="19277"/>
                </a:lnTo>
                <a:lnTo>
                  <a:pt x="1963" y="19277"/>
                </a:lnTo>
              </a:path>
              <a:path w="21600" h="21600">
                <a:moveTo>
                  <a:pt x="14468" y="19176"/>
                </a:moveTo>
                <a:lnTo>
                  <a:pt x="14521" y="19176"/>
                </a:lnTo>
                <a:lnTo>
                  <a:pt x="14521" y="19285"/>
                </a:lnTo>
                <a:lnTo>
                  <a:pt x="14468" y="19285"/>
                </a:lnTo>
              </a:path>
              <a:path w="21600" h="21600">
                <a:moveTo>
                  <a:pt x="7078" y="19176"/>
                </a:moveTo>
                <a:lnTo>
                  <a:pt x="7131" y="19176"/>
                </a:lnTo>
                <a:lnTo>
                  <a:pt x="7131" y="19285"/>
                </a:lnTo>
                <a:lnTo>
                  <a:pt x="7078" y="19285"/>
                </a:lnTo>
              </a:path>
              <a:path w="21600" h="21600">
                <a:moveTo>
                  <a:pt x="12665" y="19174"/>
                </a:moveTo>
                <a:lnTo>
                  <a:pt x="12709" y="19174"/>
                </a:lnTo>
                <a:lnTo>
                  <a:pt x="12709" y="19263"/>
                </a:lnTo>
                <a:lnTo>
                  <a:pt x="12665" y="19263"/>
                </a:lnTo>
              </a:path>
              <a:path w="21600" h="21600">
                <a:moveTo>
                  <a:pt x="8890" y="19174"/>
                </a:moveTo>
                <a:lnTo>
                  <a:pt x="8933" y="19174"/>
                </a:lnTo>
                <a:lnTo>
                  <a:pt x="8933" y="19263"/>
                </a:lnTo>
                <a:lnTo>
                  <a:pt x="8890" y="19263"/>
                </a:lnTo>
              </a:path>
              <a:path w="21600" h="21600">
                <a:moveTo>
                  <a:pt x="3471" y="19174"/>
                </a:moveTo>
                <a:lnTo>
                  <a:pt x="3514" y="19174"/>
                </a:lnTo>
                <a:lnTo>
                  <a:pt x="3514" y="19263"/>
                </a:lnTo>
                <a:lnTo>
                  <a:pt x="3471" y="19263"/>
                </a:lnTo>
              </a:path>
              <a:path w="21600" h="21600">
                <a:moveTo>
                  <a:pt x="1661" y="19168"/>
                </a:moveTo>
                <a:lnTo>
                  <a:pt x="1711" y="19168"/>
                </a:lnTo>
                <a:lnTo>
                  <a:pt x="1711" y="19271"/>
                </a:lnTo>
                <a:lnTo>
                  <a:pt x="1661" y="19271"/>
                </a:lnTo>
              </a:path>
              <a:path w="21600" h="21600">
                <a:moveTo>
                  <a:pt x="13408" y="19153"/>
                </a:moveTo>
                <a:lnTo>
                  <a:pt x="13466" y="19153"/>
                </a:lnTo>
                <a:lnTo>
                  <a:pt x="13466" y="19272"/>
                </a:lnTo>
                <a:lnTo>
                  <a:pt x="13408" y="19272"/>
                </a:lnTo>
              </a:path>
              <a:path w="21600" h="21600">
                <a:moveTo>
                  <a:pt x="8132" y="19153"/>
                </a:moveTo>
                <a:lnTo>
                  <a:pt x="8190" y="19153"/>
                </a:lnTo>
                <a:lnTo>
                  <a:pt x="8190" y="19272"/>
                </a:lnTo>
                <a:lnTo>
                  <a:pt x="8132" y="19272"/>
                </a:lnTo>
              </a:path>
              <a:path w="21600" h="21600">
                <a:moveTo>
                  <a:pt x="1055" y="19149"/>
                </a:moveTo>
                <a:lnTo>
                  <a:pt x="1108" y="19149"/>
                </a:lnTo>
                <a:lnTo>
                  <a:pt x="1108" y="19259"/>
                </a:lnTo>
                <a:lnTo>
                  <a:pt x="1055" y="19259"/>
                </a:lnTo>
              </a:path>
              <a:path w="21600" h="21600">
                <a:moveTo>
                  <a:pt x="16570" y="19149"/>
                </a:moveTo>
                <a:lnTo>
                  <a:pt x="16622" y="19149"/>
                </a:lnTo>
                <a:lnTo>
                  <a:pt x="16622" y="19255"/>
                </a:lnTo>
                <a:lnTo>
                  <a:pt x="16570" y="19255"/>
                </a:lnTo>
              </a:path>
              <a:path w="21600" h="21600">
                <a:moveTo>
                  <a:pt x="4977" y="19149"/>
                </a:moveTo>
                <a:lnTo>
                  <a:pt x="5029" y="19149"/>
                </a:lnTo>
                <a:lnTo>
                  <a:pt x="5029" y="19255"/>
                </a:lnTo>
                <a:lnTo>
                  <a:pt x="4977" y="19255"/>
                </a:lnTo>
              </a:path>
              <a:path w="21600" h="21600">
                <a:moveTo>
                  <a:pt x="19446" y="19131"/>
                </a:moveTo>
                <a:lnTo>
                  <a:pt x="19475" y="19131"/>
                </a:lnTo>
                <a:lnTo>
                  <a:pt x="19475" y="19191"/>
                </a:lnTo>
                <a:lnTo>
                  <a:pt x="19446" y="19191"/>
                </a:lnTo>
              </a:path>
              <a:path w="21600" h="21600">
                <a:moveTo>
                  <a:pt x="5726" y="19128"/>
                </a:moveTo>
                <a:lnTo>
                  <a:pt x="5765" y="19128"/>
                </a:lnTo>
                <a:lnTo>
                  <a:pt x="5765" y="19209"/>
                </a:lnTo>
                <a:lnTo>
                  <a:pt x="5726" y="19209"/>
                </a:lnTo>
              </a:path>
              <a:path w="21600" h="21600">
                <a:moveTo>
                  <a:pt x="17633" y="19119"/>
                </a:moveTo>
                <a:lnTo>
                  <a:pt x="17673" y="19119"/>
                </a:lnTo>
                <a:lnTo>
                  <a:pt x="17673" y="19201"/>
                </a:lnTo>
                <a:lnTo>
                  <a:pt x="17633" y="19201"/>
                </a:lnTo>
              </a:path>
              <a:path w="21600" h="21600">
                <a:moveTo>
                  <a:pt x="14927" y="19119"/>
                </a:moveTo>
                <a:lnTo>
                  <a:pt x="14967" y="19119"/>
                </a:lnTo>
                <a:lnTo>
                  <a:pt x="14967" y="19201"/>
                </a:lnTo>
                <a:lnTo>
                  <a:pt x="14927" y="19201"/>
                </a:lnTo>
              </a:path>
              <a:path w="21600" h="21600">
                <a:moveTo>
                  <a:pt x="12214" y="19119"/>
                </a:moveTo>
                <a:lnTo>
                  <a:pt x="12254" y="19119"/>
                </a:lnTo>
                <a:lnTo>
                  <a:pt x="12254" y="19201"/>
                </a:lnTo>
                <a:lnTo>
                  <a:pt x="12214" y="19201"/>
                </a:lnTo>
              </a:path>
              <a:path w="21600" h="21600">
                <a:moveTo>
                  <a:pt x="9345" y="19119"/>
                </a:moveTo>
                <a:lnTo>
                  <a:pt x="9384" y="19119"/>
                </a:lnTo>
                <a:lnTo>
                  <a:pt x="9384" y="19201"/>
                </a:lnTo>
                <a:lnTo>
                  <a:pt x="9345" y="19201"/>
                </a:lnTo>
              </a:path>
              <a:path w="21600" h="21600">
                <a:moveTo>
                  <a:pt x="3926" y="19119"/>
                </a:moveTo>
                <a:lnTo>
                  <a:pt x="3966" y="19119"/>
                </a:lnTo>
                <a:lnTo>
                  <a:pt x="3966" y="19201"/>
                </a:lnTo>
                <a:lnTo>
                  <a:pt x="3926" y="19201"/>
                </a:lnTo>
              </a:path>
              <a:path w="21600" h="21600">
                <a:moveTo>
                  <a:pt x="1213" y="19119"/>
                </a:moveTo>
                <a:lnTo>
                  <a:pt x="1253" y="19119"/>
                </a:lnTo>
                <a:lnTo>
                  <a:pt x="1253" y="19201"/>
                </a:lnTo>
                <a:lnTo>
                  <a:pt x="1213" y="19201"/>
                </a:lnTo>
              </a:path>
              <a:path w="21600" h="21600">
                <a:moveTo>
                  <a:pt x="4376" y="19111"/>
                </a:moveTo>
                <a:lnTo>
                  <a:pt x="4421" y="19111"/>
                </a:lnTo>
                <a:lnTo>
                  <a:pt x="4421" y="19202"/>
                </a:lnTo>
                <a:lnTo>
                  <a:pt x="4376" y="19202"/>
                </a:lnTo>
              </a:path>
              <a:path w="21600" h="21600">
                <a:moveTo>
                  <a:pt x="16726" y="19109"/>
                </a:moveTo>
                <a:lnTo>
                  <a:pt x="16768" y="19109"/>
                </a:lnTo>
                <a:lnTo>
                  <a:pt x="16768" y="19194"/>
                </a:lnTo>
                <a:lnTo>
                  <a:pt x="16726" y="19194"/>
                </a:lnTo>
              </a:path>
              <a:path w="21600" h="21600">
                <a:moveTo>
                  <a:pt x="14021" y="19109"/>
                </a:moveTo>
                <a:lnTo>
                  <a:pt x="14062" y="19109"/>
                </a:lnTo>
                <a:lnTo>
                  <a:pt x="14062" y="19194"/>
                </a:lnTo>
                <a:lnTo>
                  <a:pt x="14021" y="19194"/>
                </a:lnTo>
              </a:path>
              <a:path w="21600" h="21600">
                <a:moveTo>
                  <a:pt x="11307" y="19109"/>
                </a:moveTo>
                <a:lnTo>
                  <a:pt x="11349" y="19109"/>
                </a:lnTo>
                <a:lnTo>
                  <a:pt x="11349" y="19194"/>
                </a:lnTo>
                <a:lnTo>
                  <a:pt x="11307" y="19194"/>
                </a:lnTo>
              </a:path>
              <a:path w="21600" h="21600">
                <a:moveTo>
                  <a:pt x="10250" y="19109"/>
                </a:moveTo>
                <a:lnTo>
                  <a:pt x="10291" y="19109"/>
                </a:lnTo>
                <a:lnTo>
                  <a:pt x="10291" y="19194"/>
                </a:lnTo>
                <a:lnTo>
                  <a:pt x="10250" y="19194"/>
                </a:lnTo>
              </a:path>
              <a:path w="21600" h="21600">
                <a:moveTo>
                  <a:pt x="7537" y="19109"/>
                </a:moveTo>
                <a:lnTo>
                  <a:pt x="7578" y="19109"/>
                </a:lnTo>
                <a:lnTo>
                  <a:pt x="7578" y="19194"/>
                </a:lnTo>
                <a:lnTo>
                  <a:pt x="7537" y="19194"/>
                </a:lnTo>
              </a:path>
              <a:path w="21600" h="21600">
                <a:moveTo>
                  <a:pt x="4831" y="19109"/>
                </a:moveTo>
                <a:lnTo>
                  <a:pt x="4872" y="19109"/>
                </a:lnTo>
                <a:lnTo>
                  <a:pt x="4872" y="19194"/>
                </a:lnTo>
                <a:lnTo>
                  <a:pt x="4831" y="19194"/>
                </a:lnTo>
              </a:path>
              <a:path w="21600" h="21600">
                <a:moveTo>
                  <a:pt x="2118" y="19109"/>
                </a:moveTo>
                <a:lnTo>
                  <a:pt x="2159" y="19109"/>
                </a:lnTo>
                <a:lnTo>
                  <a:pt x="2159" y="19194"/>
                </a:lnTo>
                <a:lnTo>
                  <a:pt x="2118" y="19194"/>
                </a:lnTo>
              </a:path>
              <a:path w="21600" h="21600">
                <a:moveTo>
                  <a:pt x="20045" y="19107"/>
                </a:moveTo>
                <a:lnTo>
                  <a:pt x="20084" y="19107"/>
                </a:lnTo>
                <a:lnTo>
                  <a:pt x="20084" y="19188"/>
                </a:lnTo>
                <a:lnTo>
                  <a:pt x="20045" y="19188"/>
                </a:lnTo>
              </a:path>
              <a:path w="21600" h="21600">
                <a:moveTo>
                  <a:pt x="17331" y="19107"/>
                </a:moveTo>
                <a:lnTo>
                  <a:pt x="17371" y="19107"/>
                </a:lnTo>
                <a:lnTo>
                  <a:pt x="17371" y="19188"/>
                </a:lnTo>
                <a:lnTo>
                  <a:pt x="17331" y="19188"/>
                </a:lnTo>
              </a:path>
              <a:path w="21600" h="21600">
                <a:moveTo>
                  <a:pt x="11912" y="19107"/>
                </a:moveTo>
                <a:lnTo>
                  <a:pt x="11952" y="19107"/>
                </a:lnTo>
                <a:lnTo>
                  <a:pt x="11952" y="19188"/>
                </a:lnTo>
                <a:lnTo>
                  <a:pt x="11912" y="19188"/>
                </a:lnTo>
              </a:path>
              <a:path w="21600" h="21600">
                <a:moveTo>
                  <a:pt x="9647" y="19107"/>
                </a:moveTo>
                <a:lnTo>
                  <a:pt x="9686" y="19107"/>
                </a:lnTo>
                <a:lnTo>
                  <a:pt x="9686" y="19188"/>
                </a:lnTo>
                <a:lnTo>
                  <a:pt x="9647" y="19188"/>
                </a:lnTo>
              </a:path>
              <a:path w="21600" h="21600">
                <a:moveTo>
                  <a:pt x="6934" y="19107"/>
                </a:moveTo>
                <a:lnTo>
                  <a:pt x="6973" y="19107"/>
                </a:lnTo>
                <a:lnTo>
                  <a:pt x="6973" y="19188"/>
                </a:lnTo>
                <a:lnTo>
                  <a:pt x="6934" y="19188"/>
                </a:lnTo>
              </a:path>
              <a:path w="21600" h="21600">
                <a:moveTo>
                  <a:pt x="4228" y="19107"/>
                </a:moveTo>
                <a:lnTo>
                  <a:pt x="4268" y="19107"/>
                </a:lnTo>
                <a:lnTo>
                  <a:pt x="4268" y="19188"/>
                </a:lnTo>
                <a:lnTo>
                  <a:pt x="4228" y="19188"/>
                </a:lnTo>
              </a:path>
              <a:path w="21600" h="21600">
                <a:moveTo>
                  <a:pt x="1515" y="19107"/>
                </a:moveTo>
                <a:lnTo>
                  <a:pt x="1554" y="19107"/>
                </a:lnTo>
                <a:lnTo>
                  <a:pt x="1554" y="19188"/>
                </a:lnTo>
                <a:lnTo>
                  <a:pt x="1515" y="19188"/>
                </a:lnTo>
              </a:path>
              <a:path w="21600" h="21600">
                <a:moveTo>
                  <a:pt x="19748" y="19099"/>
                </a:moveTo>
                <a:lnTo>
                  <a:pt x="19777" y="19099"/>
                </a:lnTo>
                <a:lnTo>
                  <a:pt x="19777" y="19159"/>
                </a:lnTo>
                <a:lnTo>
                  <a:pt x="19748" y="19159"/>
                </a:lnTo>
              </a:path>
              <a:path w="21600" h="21600">
                <a:moveTo>
                  <a:pt x="18993" y="19099"/>
                </a:moveTo>
                <a:lnTo>
                  <a:pt x="19022" y="19099"/>
                </a:lnTo>
                <a:lnTo>
                  <a:pt x="19022" y="19159"/>
                </a:lnTo>
                <a:lnTo>
                  <a:pt x="18993" y="19159"/>
                </a:lnTo>
              </a:path>
              <a:path w="21600" h="21600">
                <a:moveTo>
                  <a:pt x="14329" y="19099"/>
                </a:moveTo>
                <a:lnTo>
                  <a:pt x="14358" y="19099"/>
                </a:lnTo>
                <a:lnTo>
                  <a:pt x="14358" y="19159"/>
                </a:lnTo>
                <a:lnTo>
                  <a:pt x="14329" y="19159"/>
                </a:lnTo>
              </a:path>
              <a:path w="21600" h="21600">
                <a:moveTo>
                  <a:pt x="13574" y="19099"/>
                </a:moveTo>
                <a:lnTo>
                  <a:pt x="13603" y="19099"/>
                </a:lnTo>
                <a:lnTo>
                  <a:pt x="13603" y="19159"/>
                </a:lnTo>
                <a:lnTo>
                  <a:pt x="13574" y="19159"/>
                </a:lnTo>
              </a:path>
              <a:path w="21600" h="21600">
                <a:moveTo>
                  <a:pt x="1822" y="19099"/>
                </a:moveTo>
                <a:lnTo>
                  <a:pt x="1851" y="19099"/>
                </a:lnTo>
                <a:lnTo>
                  <a:pt x="1851" y="19159"/>
                </a:lnTo>
                <a:lnTo>
                  <a:pt x="1822" y="19159"/>
                </a:lnTo>
              </a:path>
              <a:path w="21600" h="21600">
                <a:moveTo>
                  <a:pt x="3175" y="19098"/>
                </a:moveTo>
                <a:lnTo>
                  <a:pt x="3207" y="19098"/>
                </a:lnTo>
                <a:lnTo>
                  <a:pt x="3207" y="19165"/>
                </a:lnTo>
                <a:lnTo>
                  <a:pt x="3175" y="19165"/>
                </a:lnTo>
              </a:path>
              <a:path w="21600" h="21600">
                <a:moveTo>
                  <a:pt x="20646" y="19091"/>
                </a:moveTo>
                <a:lnTo>
                  <a:pt x="20691" y="19091"/>
                </a:lnTo>
                <a:lnTo>
                  <a:pt x="20691" y="19183"/>
                </a:lnTo>
                <a:lnTo>
                  <a:pt x="20646" y="19183"/>
                </a:lnTo>
              </a:path>
              <a:path w="21600" h="21600">
                <a:moveTo>
                  <a:pt x="19136" y="19091"/>
                </a:moveTo>
                <a:lnTo>
                  <a:pt x="19181" y="19091"/>
                </a:lnTo>
                <a:lnTo>
                  <a:pt x="19181" y="19183"/>
                </a:lnTo>
                <a:lnTo>
                  <a:pt x="19136" y="19183"/>
                </a:lnTo>
              </a:path>
              <a:path w="21600" h="21600">
                <a:moveTo>
                  <a:pt x="18688" y="19091"/>
                </a:moveTo>
                <a:lnTo>
                  <a:pt x="18732" y="19091"/>
                </a:lnTo>
                <a:lnTo>
                  <a:pt x="18732" y="19183"/>
                </a:lnTo>
                <a:lnTo>
                  <a:pt x="18688" y="19183"/>
                </a:lnTo>
              </a:path>
              <a:path w="21600" h="21600">
                <a:moveTo>
                  <a:pt x="18386" y="19091"/>
                </a:moveTo>
                <a:lnTo>
                  <a:pt x="18430" y="19091"/>
                </a:lnTo>
                <a:lnTo>
                  <a:pt x="18430" y="19183"/>
                </a:lnTo>
                <a:lnTo>
                  <a:pt x="18386" y="19183"/>
                </a:lnTo>
              </a:path>
              <a:path w="21600" h="21600">
                <a:moveTo>
                  <a:pt x="17933" y="19091"/>
                </a:moveTo>
                <a:lnTo>
                  <a:pt x="17977" y="19091"/>
                </a:lnTo>
                <a:lnTo>
                  <a:pt x="17977" y="19183"/>
                </a:lnTo>
                <a:lnTo>
                  <a:pt x="17933" y="19183"/>
                </a:lnTo>
              </a:path>
              <a:path w="21600" h="21600">
                <a:moveTo>
                  <a:pt x="16423" y="19091"/>
                </a:moveTo>
                <a:lnTo>
                  <a:pt x="16468" y="19091"/>
                </a:lnTo>
                <a:lnTo>
                  <a:pt x="16468" y="19183"/>
                </a:lnTo>
                <a:lnTo>
                  <a:pt x="16423" y="19183"/>
                </a:lnTo>
              </a:path>
              <a:path w="21600" h="21600">
                <a:moveTo>
                  <a:pt x="15982" y="19091"/>
                </a:moveTo>
                <a:lnTo>
                  <a:pt x="16027" y="19091"/>
                </a:lnTo>
                <a:lnTo>
                  <a:pt x="16027" y="19183"/>
                </a:lnTo>
                <a:lnTo>
                  <a:pt x="15982" y="19183"/>
                </a:lnTo>
              </a:path>
              <a:path w="21600" h="21600">
                <a:moveTo>
                  <a:pt x="15680" y="19091"/>
                </a:moveTo>
                <a:lnTo>
                  <a:pt x="15725" y="19091"/>
                </a:lnTo>
                <a:lnTo>
                  <a:pt x="15725" y="19183"/>
                </a:lnTo>
                <a:lnTo>
                  <a:pt x="15680" y="19183"/>
                </a:lnTo>
              </a:path>
              <a:path w="21600" h="21600">
                <a:moveTo>
                  <a:pt x="15227" y="19091"/>
                </a:moveTo>
                <a:lnTo>
                  <a:pt x="15272" y="19091"/>
                </a:lnTo>
                <a:lnTo>
                  <a:pt x="15272" y="19183"/>
                </a:lnTo>
                <a:lnTo>
                  <a:pt x="15227" y="19183"/>
                </a:lnTo>
              </a:path>
              <a:path w="21600" h="21600">
                <a:moveTo>
                  <a:pt x="13717" y="19091"/>
                </a:moveTo>
                <a:lnTo>
                  <a:pt x="13762" y="19091"/>
                </a:lnTo>
                <a:lnTo>
                  <a:pt x="13762" y="19183"/>
                </a:lnTo>
                <a:lnTo>
                  <a:pt x="13717" y="19183"/>
                </a:lnTo>
              </a:path>
              <a:path w="21600" h="21600">
                <a:moveTo>
                  <a:pt x="13269" y="19091"/>
                </a:moveTo>
                <a:lnTo>
                  <a:pt x="13313" y="19091"/>
                </a:lnTo>
                <a:lnTo>
                  <a:pt x="13313" y="19183"/>
                </a:lnTo>
                <a:lnTo>
                  <a:pt x="13269" y="19183"/>
                </a:lnTo>
              </a:path>
              <a:path w="21600" h="21600">
                <a:moveTo>
                  <a:pt x="12967" y="19091"/>
                </a:moveTo>
                <a:lnTo>
                  <a:pt x="13011" y="19091"/>
                </a:lnTo>
                <a:lnTo>
                  <a:pt x="13011" y="19183"/>
                </a:lnTo>
                <a:lnTo>
                  <a:pt x="12967" y="19183"/>
                </a:lnTo>
              </a:path>
              <a:path w="21600" h="21600">
                <a:moveTo>
                  <a:pt x="12514" y="19091"/>
                </a:moveTo>
                <a:lnTo>
                  <a:pt x="12558" y="19091"/>
                </a:lnTo>
                <a:lnTo>
                  <a:pt x="12558" y="19183"/>
                </a:lnTo>
                <a:lnTo>
                  <a:pt x="12514" y="19183"/>
                </a:lnTo>
              </a:path>
              <a:path w="21600" h="21600">
                <a:moveTo>
                  <a:pt x="11004" y="19091"/>
                </a:moveTo>
                <a:lnTo>
                  <a:pt x="11049" y="19091"/>
                </a:lnTo>
                <a:lnTo>
                  <a:pt x="11049" y="19183"/>
                </a:lnTo>
                <a:lnTo>
                  <a:pt x="11004" y="19183"/>
                </a:lnTo>
              </a:path>
              <a:path w="21600" h="21600">
                <a:moveTo>
                  <a:pt x="9040" y="19091"/>
                </a:moveTo>
                <a:lnTo>
                  <a:pt x="9085" y="19091"/>
                </a:lnTo>
                <a:lnTo>
                  <a:pt x="9085" y="19183"/>
                </a:lnTo>
                <a:lnTo>
                  <a:pt x="9040" y="19183"/>
                </a:lnTo>
              </a:path>
              <a:path w="21600" h="21600">
                <a:moveTo>
                  <a:pt x="8587" y="19091"/>
                </a:moveTo>
                <a:lnTo>
                  <a:pt x="8632" y="19091"/>
                </a:lnTo>
                <a:lnTo>
                  <a:pt x="8632" y="19183"/>
                </a:lnTo>
                <a:lnTo>
                  <a:pt x="8587" y="19183"/>
                </a:lnTo>
              </a:path>
              <a:path w="21600" h="21600">
                <a:moveTo>
                  <a:pt x="8285" y="19091"/>
                </a:moveTo>
                <a:lnTo>
                  <a:pt x="8330" y="19091"/>
                </a:lnTo>
                <a:lnTo>
                  <a:pt x="8330" y="19183"/>
                </a:lnTo>
                <a:lnTo>
                  <a:pt x="8285" y="19183"/>
                </a:lnTo>
              </a:path>
              <a:path w="21600" h="21600">
                <a:moveTo>
                  <a:pt x="7837" y="19091"/>
                </a:moveTo>
                <a:lnTo>
                  <a:pt x="7882" y="19091"/>
                </a:lnTo>
                <a:lnTo>
                  <a:pt x="7882" y="19183"/>
                </a:lnTo>
                <a:lnTo>
                  <a:pt x="7837" y="19183"/>
                </a:lnTo>
              </a:path>
              <a:path w="21600" h="21600">
                <a:moveTo>
                  <a:pt x="6327" y="19091"/>
                </a:moveTo>
                <a:lnTo>
                  <a:pt x="6372" y="19091"/>
                </a:lnTo>
                <a:lnTo>
                  <a:pt x="6372" y="19183"/>
                </a:lnTo>
                <a:lnTo>
                  <a:pt x="6327" y="19183"/>
                </a:lnTo>
              </a:path>
              <a:path w="21600" h="21600">
                <a:moveTo>
                  <a:pt x="5874" y="19091"/>
                </a:moveTo>
                <a:lnTo>
                  <a:pt x="5919" y="19091"/>
                </a:lnTo>
                <a:lnTo>
                  <a:pt x="5919" y="19183"/>
                </a:lnTo>
                <a:lnTo>
                  <a:pt x="5874" y="19183"/>
                </a:lnTo>
              </a:path>
              <a:path w="21600" h="21600">
                <a:moveTo>
                  <a:pt x="5572" y="19091"/>
                </a:moveTo>
                <a:lnTo>
                  <a:pt x="5617" y="19091"/>
                </a:lnTo>
                <a:lnTo>
                  <a:pt x="5617" y="19183"/>
                </a:lnTo>
                <a:lnTo>
                  <a:pt x="5572" y="19183"/>
                </a:lnTo>
              </a:path>
              <a:path w="21600" h="21600">
                <a:moveTo>
                  <a:pt x="5131" y="19091"/>
                </a:moveTo>
                <a:lnTo>
                  <a:pt x="5176" y="19091"/>
                </a:lnTo>
                <a:lnTo>
                  <a:pt x="5176" y="19183"/>
                </a:lnTo>
                <a:lnTo>
                  <a:pt x="5131" y="19183"/>
                </a:lnTo>
              </a:path>
              <a:path w="21600" h="21600">
                <a:moveTo>
                  <a:pt x="2418" y="19091"/>
                </a:moveTo>
                <a:lnTo>
                  <a:pt x="2463" y="19091"/>
                </a:lnTo>
                <a:lnTo>
                  <a:pt x="2463" y="19183"/>
                </a:lnTo>
                <a:lnTo>
                  <a:pt x="2418" y="19183"/>
                </a:lnTo>
              </a:path>
              <a:path w="21600" h="21600">
                <a:moveTo>
                  <a:pt x="908" y="19091"/>
                </a:moveTo>
                <a:lnTo>
                  <a:pt x="953" y="19091"/>
                </a:lnTo>
                <a:lnTo>
                  <a:pt x="953" y="19183"/>
                </a:lnTo>
                <a:lnTo>
                  <a:pt x="908" y="19183"/>
                </a:lnTo>
              </a:path>
              <a:path w="21600" h="21600">
                <a:moveTo>
                  <a:pt x="455" y="19091"/>
                </a:moveTo>
                <a:lnTo>
                  <a:pt x="500" y="19091"/>
                </a:lnTo>
                <a:lnTo>
                  <a:pt x="500" y="19183"/>
                </a:lnTo>
                <a:lnTo>
                  <a:pt x="455" y="19183"/>
                </a:lnTo>
              </a:path>
              <a:path w="21600" h="21600">
                <a:moveTo>
                  <a:pt x="153" y="19091"/>
                </a:moveTo>
                <a:lnTo>
                  <a:pt x="198" y="19091"/>
                </a:lnTo>
                <a:lnTo>
                  <a:pt x="198" y="19183"/>
                </a:lnTo>
                <a:lnTo>
                  <a:pt x="153" y="19183"/>
                </a:lnTo>
              </a:path>
              <a:path w="21600" h="21600">
                <a:moveTo>
                  <a:pt x="17184" y="19087"/>
                </a:moveTo>
                <a:lnTo>
                  <a:pt x="17216" y="19087"/>
                </a:lnTo>
                <a:lnTo>
                  <a:pt x="17216" y="19154"/>
                </a:lnTo>
                <a:lnTo>
                  <a:pt x="17184" y="19154"/>
                </a:lnTo>
              </a:path>
              <a:path w="21600" h="21600">
                <a:moveTo>
                  <a:pt x="2864" y="19082"/>
                </a:moveTo>
                <a:lnTo>
                  <a:pt x="2914" y="19082"/>
                </a:lnTo>
                <a:lnTo>
                  <a:pt x="2914" y="19185"/>
                </a:lnTo>
                <a:lnTo>
                  <a:pt x="2864" y="19185"/>
                </a:lnTo>
              </a:path>
              <a:path w="21600" h="21600">
                <a:moveTo>
                  <a:pt x="11164" y="19076"/>
                </a:moveTo>
                <a:lnTo>
                  <a:pt x="11190" y="19076"/>
                </a:lnTo>
                <a:lnTo>
                  <a:pt x="11190" y="19128"/>
                </a:lnTo>
                <a:lnTo>
                  <a:pt x="11164" y="19128"/>
                </a:lnTo>
              </a:path>
              <a:path w="21600" h="21600">
                <a:moveTo>
                  <a:pt x="6638" y="19074"/>
                </a:moveTo>
                <a:lnTo>
                  <a:pt x="6665" y="19074"/>
                </a:lnTo>
                <a:lnTo>
                  <a:pt x="6665" y="19130"/>
                </a:lnTo>
                <a:lnTo>
                  <a:pt x="6638" y="19130"/>
                </a:lnTo>
              </a:path>
              <a:path w="21600" h="21600">
                <a:moveTo>
                  <a:pt x="12070" y="19068"/>
                </a:moveTo>
                <a:lnTo>
                  <a:pt x="12096" y="19068"/>
                </a:lnTo>
                <a:lnTo>
                  <a:pt x="12096" y="19120"/>
                </a:lnTo>
                <a:lnTo>
                  <a:pt x="12070" y="19120"/>
                </a:lnTo>
              </a:path>
              <a:path w="21600" h="21600">
                <a:moveTo>
                  <a:pt x="12358" y="19067"/>
                </a:moveTo>
                <a:lnTo>
                  <a:pt x="12412" y="19067"/>
                </a:lnTo>
                <a:lnTo>
                  <a:pt x="12412" y="19177"/>
                </a:lnTo>
                <a:lnTo>
                  <a:pt x="12358" y="19177"/>
                </a:lnTo>
              </a:path>
              <a:path w="21600" h="21600">
                <a:moveTo>
                  <a:pt x="9187" y="19067"/>
                </a:moveTo>
                <a:lnTo>
                  <a:pt x="9240" y="19067"/>
                </a:lnTo>
                <a:lnTo>
                  <a:pt x="9240" y="19177"/>
                </a:lnTo>
                <a:lnTo>
                  <a:pt x="9187" y="19177"/>
                </a:lnTo>
              </a:path>
              <a:path w="21600" h="21600">
                <a:moveTo>
                  <a:pt x="19286" y="19066"/>
                </a:moveTo>
                <a:lnTo>
                  <a:pt x="19333" y="19066"/>
                </a:lnTo>
                <a:lnTo>
                  <a:pt x="19333" y="19162"/>
                </a:lnTo>
                <a:lnTo>
                  <a:pt x="19286" y="19162"/>
                </a:lnTo>
              </a:path>
              <a:path w="21600" h="21600">
                <a:moveTo>
                  <a:pt x="13867" y="19066"/>
                </a:moveTo>
                <a:lnTo>
                  <a:pt x="13914" y="19066"/>
                </a:lnTo>
                <a:lnTo>
                  <a:pt x="13914" y="19162"/>
                </a:lnTo>
                <a:lnTo>
                  <a:pt x="13867" y="19162"/>
                </a:lnTo>
              </a:path>
              <a:path w="21600" h="21600">
                <a:moveTo>
                  <a:pt x="7685" y="19066"/>
                </a:moveTo>
                <a:lnTo>
                  <a:pt x="7732" y="19066"/>
                </a:lnTo>
                <a:lnTo>
                  <a:pt x="7732" y="19162"/>
                </a:lnTo>
                <a:lnTo>
                  <a:pt x="7685" y="19162"/>
                </a:lnTo>
              </a:path>
              <a:path w="21600" h="21600">
                <a:moveTo>
                  <a:pt x="2266" y="19066"/>
                </a:moveTo>
                <a:lnTo>
                  <a:pt x="2313" y="19066"/>
                </a:lnTo>
                <a:lnTo>
                  <a:pt x="2313" y="19162"/>
                </a:lnTo>
                <a:lnTo>
                  <a:pt x="2266" y="19162"/>
                </a:lnTo>
              </a:path>
              <a:path w="21600" h="21600">
                <a:moveTo>
                  <a:pt x="18091" y="19064"/>
                </a:moveTo>
                <a:lnTo>
                  <a:pt x="18121" y="19064"/>
                </a:lnTo>
                <a:lnTo>
                  <a:pt x="18121" y="19128"/>
                </a:lnTo>
                <a:lnTo>
                  <a:pt x="18091" y="19128"/>
                </a:lnTo>
              </a:path>
              <a:path w="21600" h="21600">
                <a:moveTo>
                  <a:pt x="2715" y="19056"/>
                </a:moveTo>
                <a:lnTo>
                  <a:pt x="2770" y="19056"/>
                </a:lnTo>
                <a:lnTo>
                  <a:pt x="2770" y="19168"/>
                </a:lnTo>
                <a:lnTo>
                  <a:pt x="2715" y="19168"/>
                </a:lnTo>
              </a:path>
              <a:path w="21600" h="21600">
                <a:moveTo>
                  <a:pt x="20952" y="19052"/>
                </a:moveTo>
                <a:lnTo>
                  <a:pt x="20988" y="19052"/>
                </a:lnTo>
                <a:lnTo>
                  <a:pt x="20988" y="19126"/>
                </a:lnTo>
                <a:lnTo>
                  <a:pt x="20952" y="19126"/>
                </a:lnTo>
              </a:path>
              <a:path w="21600" h="21600">
                <a:moveTo>
                  <a:pt x="18239" y="19052"/>
                </a:moveTo>
                <a:lnTo>
                  <a:pt x="18275" y="19052"/>
                </a:lnTo>
                <a:lnTo>
                  <a:pt x="18275" y="19126"/>
                </a:lnTo>
                <a:lnTo>
                  <a:pt x="18239" y="19126"/>
                </a:lnTo>
              </a:path>
              <a:path w="21600" h="21600">
                <a:moveTo>
                  <a:pt x="15533" y="19052"/>
                </a:moveTo>
                <a:lnTo>
                  <a:pt x="15569" y="19052"/>
                </a:lnTo>
                <a:lnTo>
                  <a:pt x="15569" y="19126"/>
                </a:lnTo>
                <a:lnTo>
                  <a:pt x="15533" y="19126"/>
                </a:lnTo>
              </a:path>
              <a:path w="21600" h="21600">
                <a:moveTo>
                  <a:pt x="12820" y="19052"/>
                </a:moveTo>
                <a:lnTo>
                  <a:pt x="12856" y="19052"/>
                </a:lnTo>
                <a:lnTo>
                  <a:pt x="12856" y="19126"/>
                </a:lnTo>
                <a:lnTo>
                  <a:pt x="12820" y="19126"/>
                </a:lnTo>
              </a:path>
              <a:path w="21600" h="21600">
                <a:moveTo>
                  <a:pt x="6030" y="19052"/>
                </a:moveTo>
                <a:lnTo>
                  <a:pt x="6066" y="19052"/>
                </a:lnTo>
                <a:lnTo>
                  <a:pt x="6066" y="19126"/>
                </a:lnTo>
                <a:lnTo>
                  <a:pt x="6030" y="19126"/>
                </a:lnTo>
              </a:path>
              <a:path w="21600" h="21600">
                <a:moveTo>
                  <a:pt x="3324" y="19052"/>
                </a:moveTo>
                <a:lnTo>
                  <a:pt x="3360" y="19052"/>
                </a:lnTo>
                <a:lnTo>
                  <a:pt x="3360" y="19126"/>
                </a:lnTo>
                <a:lnTo>
                  <a:pt x="3324" y="19126"/>
                </a:lnTo>
              </a:path>
              <a:path w="21600" h="21600">
                <a:moveTo>
                  <a:pt x="611" y="19052"/>
                </a:moveTo>
                <a:lnTo>
                  <a:pt x="647" y="19052"/>
                </a:lnTo>
                <a:lnTo>
                  <a:pt x="647" y="19126"/>
                </a:lnTo>
                <a:lnTo>
                  <a:pt x="611" y="19126"/>
                </a:lnTo>
              </a:path>
              <a:path w="21600" h="21600">
                <a:moveTo>
                  <a:pt x="14175" y="19044"/>
                </a:moveTo>
                <a:lnTo>
                  <a:pt x="14210" y="19044"/>
                </a:lnTo>
                <a:lnTo>
                  <a:pt x="14210" y="19114"/>
                </a:lnTo>
                <a:lnTo>
                  <a:pt x="14175" y="19114"/>
                </a:lnTo>
              </a:path>
              <a:path w="21600" h="21600">
                <a:moveTo>
                  <a:pt x="10404" y="19040"/>
                </a:moveTo>
                <a:lnTo>
                  <a:pt x="10439" y="19040"/>
                </a:lnTo>
                <a:lnTo>
                  <a:pt x="10439" y="19111"/>
                </a:lnTo>
                <a:lnTo>
                  <a:pt x="10404" y="19111"/>
                </a:lnTo>
              </a:path>
              <a:path w="21600" h="21600">
                <a:moveTo>
                  <a:pt x="759" y="19038"/>
                </a:moveTo>
                <a:lnTo>
                  <a:pt x="800" y="19038"/>
                </a:lnTo>
                <a:lnTo>
                  <a:pt x="800" y="19123"/>
                </a:lnTo>
                <a:lnTo>
                  <a:pt x="759" y="19123"/>
                </a:lnTo>
              </a:path>
              <a:path w="21600" h="21600">
                <a:moveTo>
                  <a:pt x="20794" y="19031"/>
                </a:moveTo>
                <a:lnTo>
                  <a:pt x="20844" y="19031"/>
                </a:lnTo>
                <a:lnTo>
                  <a:pt x="20844" y="19134"/>
                </a:lnTo>
                <a:lnTo>
                  <a:pt x="20794" y="19134"/>
                </a:lnTo>
              </a:path>
              <a:path w="21600" h="21600">
                <a:moveTo>
                  <a:pt x="11756" y="19024"/>
                </a:moveTo>
                <a:lnTo>
                  <a:pt x="11806" y="19024"/>
                </a:lnTo>
                <a:lnTo>
                  <a:pt x="11806" y="19127"/>
                </a:lnTo>
                <a:lnTo>
                  <a:pt x="11756" y="19127"/>
                </a:lnTo>
              </a:path>
              <a:path w="21600" h="21600">
                <a:moveTo>
                  <a:pt x="9793" y="19024"/>
                </a:moveTo>
                <a:lnTo>
                  <a:pt x="9843" y="19024"/>
                </a:lnTo>
                <a:lnTo>
                  <a:pt x="9843" y="19127"/>
                </a:lnTo>
                <a:lnTo>
                  <a:pt x="9793" y="19127"/>
                </a:lnTo>
              </a:path>
              <a:path w="21600" h="21600">
                <a:moveTo>
                  <a:pt x="10554" y="19019"/>
                </a:moveTo>
                <a:lnTo>
                  <a:pt x="10591" y="19019"/>
                </a:lnTo>
                <a:lnTo>
                  <a:pt x="10591" y="19093"/>
                </a:lnTo>
                <a:lnTo>
                  <a:pt x="10554" y="19093"/>
                </a:lnTo>
              </a:path>
              <a:path w="21600" h="21600">
                <a:moveTo>
                  <a:pt x="21406" y="19015"/>
                </a:moveTo>
                <a:lnTo>
                  <a:pt x="21440" y="19015"/>
                </a:lnTo>
                <a:lnTo>
                  <a:pt x="21440" y="19085"/>
                </a:lnTo>
                <a:lnTo>
                  <a:pt x="21406" y="19085"/>
                </a:lnTo>
              </a:path>
              <a:path w="21600" h="21600">
                <a:moveTo>
                  <a:pt x="21550" y="19004"/>
                </a:moveTo>
                <a:lnTo>
                  <a:pt x="21589" y="19004"/>
                </a:lnTo>
                <a:lnTo>
                  <a:pt x="21589" y="19084"/>
                </a:lnTo>
                <a:lnTo>
                  <a:pt x="21550" y="19084"/>
                </a:lnTo>
              </a:path>
              <a:path w="21600" h="21600">
                <a:moveTo>
                  <a:pt x="10" y="19004"/>
                </a:moveTo>
                <a:lnTo>
                  <a:pt x="49" y="19004"/>
                </a:lnTo>
                <a:lnTo>
                  <a:pt x="49" y="19084"/>
                </a:lnTo>
                <a:lnTo>
                  <a:pt x="10" y="19084"/>
                </a:lnTo>
              </a:path>
              <a:path w="21600" h="21600">
                <a:moveTo>
                  <a:pt x="16274" y="18995"/>
                </a:moveTo>
                <a:lnTo>
                  <a:pt x="16314" y="18995"/>
                </a:lnTo>
                <a:lnTo>
                  <a:pt x="16314" y="19076"/>
                </a:lnTo>
                <a:lnTo>
                  <a:pt x="16274" y="19076"/>
                </a:lnTo>
              </a:path>
              <a:path w="21600" h="21600">
                <a:moveTo>
                  <a:pt x="5285" y="18995"/>
                </a:moveTo>
                <a:lnTo>
                  <a:pt x="5325" y="18995"/>
                </a:lnTo>
                <a:lnTo>
                  <a:pt x="5325" y="19076"/>
                </a:lnTo>
                <a:lnTo>
                  <a:pt x="5285" y="19076"/>
                </a:lnTo>
              </a:path>
              <a:path w="21600" h="21600">
                <a:moveTo>
                  <a:pt x="1367" y="18987"/>
                </a:moveTo>
                <a:lnTo>
                  <a:pt x="1400" y="18987"/>
                </a:lnTo>
                <a:lnTo>
                  <a:pt x="1400" y="19054"/>
                </a:lnTo>
                <a:lnTo>
                  <a:pt x="1367" y="19054"/>
                </a:lnTo>
              </a:path>
              <a:path w="21600" h="21600">
                <a:moveTo>
                  <a:pt x="17029" y="18983"/>
                </a:moveTo>
                <a:lnTo>
                  <a:pt x="17069" y="18983"/>
                </a:lnTo>
                <a:lnTo>
                  <a:pt x="17069" y="19064"/>
                </a:lnTo>
                <a:lnTo>
                  <a:pt x="17029" y="19064"/>
                </a:lnTo>
              </a:path>
              <a:path w="21600" h="21600">
                <a:moveTo>
                  <a:pt x="11610" y="18983"/>
                </a:moveTo>
                <a:lnTo>
                  <a:pt x="11650" y="18983"/>
                </a:lnTo>
                <a:lnTo>
                  <a:pt x="11650" y="19064"/>
                </a:lnTo>
                <a:lnTo>
                  <a:pt x="11610" y="19064"/>
                </a:lnTo>
              </a:path>
              <a:path w="21600" h="21600">
                <a:moveTo>
                  <a:pt x="9949" y="18983"/>
                </a:moveTo>
                <a:lnTo>
                  <a:pt x="9988" y="18983"/>
                </a:lnTo>
                <a:lnTo>
                  <a:pt x="9988" y="19064"/>
                </a:lnTo>
                <a:lnTo>
                  <a:pt x="9949" y="19064"/>
                </a:lnTo>
              </a:path>
              <a:path w="21600" h="21600">
                <a:moveTo>
                  <a:pt x="4530" y="18983"/>
                </a:moveTo>
                <a:lnTo>
                  <a:pt x="4570" y="18983"/>
                </a:lnTo>
                <a:lnTo>
                  <a:pt x="4570" y="19064"/>
                </a:lnTo>
                <a:lnTo>
                  <a:pt x="4530" y="19064"/>
                </a:lnTo>
              </a:path>
              <a:path w="21600" h="21600">
                <a:moveTo>
                  <a:pt x="20353" y="18976"/>
                </a:moveTo>
                <a:lnTo>
                  <a:pt x="20379" y="18976"/>
                </a:lnTo>
                <a:lnTo>
                  <a:pt x="20379" y="19029"/>
                </a:lnTo>
                <a:lnTo>
                  <a:pt x="20353" y="19029"/>
                </a:lnTo>
              </a:path>
              <a:path w="21600" h="21600">
                <a:moveTo>
                  <a:pt x="21104" y="18973"/>
                </a:moveTo>
                <a:lnTo>
                  <a:pt x="21138" y="18973"/>
                </a:lnTo>
                <a:lnTo>
                  <a:pt x="21138" y="19043"/>
                </a:lnTo>
                <a:lnTo>
                  <a:pt x="21104" y="19043"/>
                </a:lnTo>
              </a:path>
              <a:path w="21600" h="21600">
                <a:moveTo>
                  <a:pt x="3627" y="18973"/>
                </a:moveTo>
                <a:lnTo>
                  <a:pt x="3661" y="18973"/>
                </a:lnTo>
                <a:lnTo>
                  <a:pt x="3661" y="19043"/>
                </a:lnTo>
                <a:lnTo>
                  <a:pt x="3627" y="19043"/>
                </a:lnTo>
              </a:path>
              <a:path w="21600" h="21600">
                <a:moveTo>
                  <a:pt x="20493" y="18963"/>
                </a:moveTo>
                <a:lnTo>
                  <a:pt x="20541" y="18963"/>
                </a:lnTo>
                <a:lnTo>
                  <a:pt x="20541" y="19062"/>
                </a:lnTo>
                <a:lnTo>
                  <a:pt x="20493" y="19062"/>
                </a:lnTo>
              </a:path>
              <a:path w="21600" h="21600">
                <a:moveTo>
                  <a:pt x="15074" y="18963"/>
                </a:moveTo>
                <a:lnTo>
                  <a:pt x="15122" y="18963"/>
                </a:lnTo>
                <a:lnTo>
                  <a:pt x="15122" y="19062"/>
                </a:lnTo>
                <a:lnTo>
                  <a:pt x="15074" y="19062"/>
                </a:lnTo>
              </a:path>
              <a:path w="21600" h="21600">
                <a:moveTo>
                  <a:pt x="6476" y="18963"/>
                </a:moveTo>
                <a:lnTo>
                  <a:pt x="6525" y="18963"/>
                </a:lnTo>
                <a:lnTo>
                  <a:pt x="6525" y="19062"/>
                </a:lnTo>
                <a:lnTo>
                  <a:pt x="6476" y="19062"/>
                </a:lnTo>
              </a:path>
              <a:path w="21600" h="21600">
                <a:moveTo>
                  <a:pt x="17777" y="18958"/>
                </a:moveTo>
                <a:lnTo>
                  <a:pt x="17831" y="18958"/>
                </a:lnTo>
                <a:lnTo>
                  <a:pt x="17831" y="19068"/>
                </a:lnTo>
                <a:lnTo>
                  <a:pt x="17777" y="19068"/>
                </a:lnTo>
              </a:path>
              <a:path w="21600" h="21600">
                <a:moveTo>
                  <a:pt x="3768" y="18958"/>
                </a:moveTo>
                <a:lnTo>
                  <a:pt x="3822" y="18958"/>
                </a:lnTo>
                <a:lnTo>
                  <a:pt x="3822" y="19068"/>
                </a:lnTo>
                <a:lnTo>
                  <a:pt x="3768" y="19068"/>
                </a:lnTo>
              </a:path>
              <a:path w="21600" h="21600">
                <a:moveTo>
                  <a:pt x="10851" y="18955"/>
                </a:moveTo>
                <a:lnTo>
                  <a:pt x="10899" y="18955"/>
                </a:lnTo>
                <a:lnTo>
                  <a:pt x="10899" y="19054"/>
                </a:lnTo>
                <a:lnTo>
                  <a:pt x="10851" y="19054"/>
                </a:lnTo>
              </a:path>
              <a:path w="21600" h="21600">
                <a:moveTo>
                  <a:pt x="19749" y="18951"/>
                </a:moveTo>
                <a:lnTo>
                  <a:pt x="19776" y="18951"/>
                </a:lnTo>
                <a:lnTo>
                  <a:pt x="19776" y="19007"/>
                </a:lnTo>
                <a:lnTo>
                  <a:pt x="19749" y="19007"/>
                </a:lnTo>
              </a:path>
              <a:path w="21600" h="21600">
                <a:moveTo>
                  <a:pt x="18994" y="18951"/>
                </a:moveTo>
                <a:lnTo>
                  <a:pt x="19021" y="18951"/>
                </a:lnTo>
                <a:lnTo>
                  <a:pt x="19021" y="19007"/>
                </a:lnTo>
                <a:lnTo>
                  <a:pt x="18994" y="19007"/>
                </a:lnTo>
              </a:path>
              <a:path w="21600" h="21600">
                <a:moveTo>
                  <a:pt x="14330" y="18951"/>
                </a:moveTo>
                <a:lnTo>
                  <a:pt x="14357" y="18951"/>
                </a:lnTo>
                <a:lnTo>
                  <a:pt x="14357" y="19007"/>
                </a:lnTo>
                <a:lnTo>
                  <a:pt x="14330" y="19007"/>
                </a:lnTo>
              </a:path>
              <a:path w="21600" h="21600">
                <a:moveTo>
                  <a:pt x="13575" y="18951"/>
                </a:moveTo>
                <a:lnTo>
                  <a:pt x="13602" y="18951"/>
                </a:lnTo>
                <a:lnTo>
                  <a:pt x="13602" y="19007"/>
                </a:lnTo>
                <a:lnTo>
                  <a:pt x="13575" y="19007"/>
                </a:lnTo>
              </a:path>
              <a:path w="21600" h="21600">
                <a:moveTo>
                  <a:pt x="1823" y="18951"/>
                </a:moveTo>
                <a:lnTo>
                  <a:pt x="1850" y="18951"/>
                </a:lnTo>
                <a:lnTo>
                  <a:pt x="1850" y="19007"/>
                </a:lnTo>
                <a:lnTo>
                  <a:pt x="1823" y="19007"/>
                </a:lnTo>
              </a:path>
              <a:path w="21600" h="21600">
                <a:moveTo>
                  <a:pt x="12666" y="18940"/>
                </a:moveTo>
                <a:lnTo>
                  <a:pt x="12708" y="18940"/>
                </a:lnTo>
                <a:lnTo>
                  <a:pt x="12708" y="19024"/>
                </a:lnTo>
                <a:lnTo>
                  <a:pt x="12666" y="19024"/>
                </a:lnTo>
              </a:path>
              <a:path w="21600" h="21600">
                <a:moveTo>
                  <a:pt x="8891" y="18940"/>
                </a:moveTo>
                <a:lnTo>
                  <a:pt x="8932" y="18940"/>
                </a:lnTo>
                <a:lnTo>
                  <a:pt x="8932" y="19024"/>
                </a:lnTo>
                <a:lnTo>
                  <a:pt x="8891" y="19024"/>
                </a:lnTo>
              </a:path>
              <a:path w="21600" h="21600">
                <a:moveTo>
                  <a:pt x="3472" y="18940"/>
                </a:moveTo>
                <a:lnTo>
                  <a:pt x="3514" y="18940"/>
                </a:lnTo>
                <a:lnTo>
                  <a:pt x="3514" y="19024"/>
                </a:lnTo>
                <a:lnTo>
                  <a:pt x="3472" y="19024"/>
                </a:lnTo>
              </a:path>
              <a:path w="21600" h="21600">
                <a:moveTo>
                  <a:pt x="11165" y="18939"/>
                </a:moveTo>
                <a:lnTo>
                  <a:pt x="11189" y="18939"/>
                </a:lnTo>
                <a:lnTo>
                  <a:pt x="11189" y="18988"/>
                </a:lnTo>
                <a:lnTo>
                  <a:pt x="11165" y="18988"/>
                </a:lnTo>
              </a:path>
              <a:path w="21600" h="21600">
                <a:moveTo>
                  <a:pt x="20193" y="18937"/>
                </a:moveTo>
                <a:lnTo>
                  <a:pt x="20238" y="18937"/>
                </a:lnTo>
                <a:lnTo>
                  <a:pt x="20238" y="19028"/>
                </a:lnTo>
                <a:lnTo>
                  <a:pt x="20193" y="19028"/>
                </a:lnTo>
              </a:path>
              <a:path w="21600" h="21600">
                <a:moveTo>
                  <a:pt x="14774" y="18937"/>
                </a:moveTo>
                <a:lnTo>
                  <a:pt x="14819" y="18937"/>
                </a:lnTo>
                <a:lnTo>
                  <a:pt x="14819" y="19028"/>
                </a:lnTo>
                <a:lnTo>
                  <a:pt x="14774" y="19028"/>
                </a:lnTo>
              </a:path>
              <a:path w="21600" h="21600">
                <a:moveTo>
                  <a:pt x="9493" y="18937"/>
                </a:moveTo>
                <a:lnTo>
                  <a:pt x="9538" y="18937"/>
                </a:lnTo>
                <a:lnTo>
                  <a:pt x="9538" y="19028"/>
                </a:lnTo>
                <a:lnTo>
                  <a:pt x="9493" y="19028"/>
                </a:lnTo>
              </a:path>
              <a:path w="21600" h="21600">
                <a:moveTo>
                  <a:pt x="6780" y="18937"/>
                </a:moveTo>
                <a:lnTo>
                  <a:pt x="6825" y="18937"/>
                </a:lnTo>
                <a:lnTo>
                  <a:pt x="6825" y="19028"/>
                </a:lnTo>
                <a:lnTo>
                  <a:pt x="6780" y="19028"/>
                </a:lnTo>
              </a:path>
              <a:path w="21600" h="21600">
                <a:moveTo>
                  <a:pt x="4074" y="18937"/>
                </a:moveTo>
                <a:lnTo>
                  <a:pt x="4119" y="18937"/>
                </a:lnTo>
                <a:lnTo>
                  <a:pt x="4119" y="19028"/>
                </a:lnTo>
                <a:lnTo>
                  <a:pt x="4074" y="19028"/>
                </a:lnTo>
              </a:path>
              <a:path w="21600" h="21600">
                <a:moveTo>
                  <a:pt x="21249" y="18922"/>
                </a:moveTo>
                <a:lnTo>
                  <a:pt x="21296" y="18922"/>
                </a:lnTo>
                <a:lnTo>
                  <a:pt x="21296" y="19017"/>
                </a:lnTo>
                <a:lnTo>
                  <a:pt x="21249" y="19017"/>
                </a:lnTo>
              </a:path>
              <a:path w="21600" h="21600">
                <a:moveTo>
                  <a:pt x="18536" y="18922"/>
                </a:moveTo>
                <a:lnTo>
                  <a:pt x="18582" y="18922"/>
                </a:lnTo>
                <a:lnTo>
                  <a:pt x="18582" y="19017"/>
                </a:lnTo>
                <a:lnTo>
                  <a:pt x="18536" y="19017"/>
                </a:lnTo>
              </a:path>
              <a:path w="21600" h="21600">
                <a:moveTo>
                  <a:pt x="15830" y="18922"/>
                </a:moveTo>
                <a:lnTo>
                  <a:pt x="15877" y="18922"/>
                </a:lnTo>
                <a:lnTo>
                  <a:pt x="15877" y="19017"/>
                </a:lnTo>
                <a:lnTo>
                  <a:pt x="15830" y="19017"/>
                </a:lnTo>
              </a:path>
              <a:path w="21600" h="21600">
                <a:moveTo>
                  <a:pt x="13117" y="18922"/>
                </a:moveTo>
                <a:lnTo>
                  <a:pt x="13163" y="18922"/>
                </a:lnTo>
                <a:lnTo>
                  <a:pt x="13163" y="19017"/>
                </a:lnTo>
                <a:lnTo>
                  <a:pt x="13117" y="19017"/>
                </a:lnTo>
              </a:path>
              <a:path w="21600" h="21600">
                <a:moveTo>
                  <a:pt x="8435" y="18922"/>
                </a:moveTo>
                <a:lnTo>
                  <a:pt x="8482" y="18922"/>
                </a:lnTo>
                <a:lnTo>
                  <a:pt x="8482" y="19017"/>
                </a:lnTo>
                <a:lnTo>
                  <a:pt x="8435" y="19017"/>
                </a:lnTo>
              </a:path>
              <a:path w="21600" h="21600">
                <a:moveTo>
                  <a:pt x="3017" y="18922"/>
                </a:moveTo>
                <a:lnTo>
                  <a:pt x="3063" y="18922"/>
                </a:lnTo>
                <a:lnTo>
                  <a:pt x="3063" y="19017"/>
                </a:lnTo>
                <a:lnTo>
                  <a:pt x="3017" y="19017"/>
                </a:lnTo>
              </a:path>
              <a:path w="21600" h="21600">
                <a:moveTo>
                  <a:pt x="304" y="18922"/>
                </a:moveTo>
                <a:lnTo>
                  <a:pt x="350" y="18922"/>
                </a:lnTo>
                <a:lnTo>
                  <a:pt x="350" y="19017"/>
                </a:lnTo>
                <a:lnTo>
                  <a:pt x="304" y="19017"/>
                </a:lnTo>
              </a:path>
              <a:path w="21600" h="21600">
                <a:moveTo>
                  <a:pt x="17634" y="18912"/>
                </a:moveTo>
                <a:lnTo>
                  <a:pt x="17672" y="18912"/>
                </a:lnTo>
                <a:lnTo>
                  <a:pt x="17672" y="18990"/>
                </a:lnTo>
                <a:lnTo>
                  <a:pt x="17634" y="18990"/>
                </a:lnTo>
              </a:path>
              <a:path w="21600" h="21600">
                <a:moveTo>
                  <a:pt x="14928" y="18912"/>
                </a:moveTo>
                <a:lnTo>
                  <a:pt x="14966" y="18912"/>
                </a:lnTo>
                <a:lnTo>
                  <a:pt x="14966" y="18990"/>
                </a:lnTo>
                <a:lnTo>
                  <a:pt x="14928" y="18990"/>
                </a:lnTo>
              </a:path>
              <a:path w="21600" h="21600">
                <a:moveTo>
                  <a:pt x="12215" y="18912"/>
                </a:moveTo>
                <a:lnTo>
                  <a:pt x="12253" y="18912"/>
                </a:lnTo>
                <a:lnTo>
                  <a:pt x="12253" y="18990"/>
                </a:lnTo>
                <a:lnTo>
                  <a:pt x="12215" y="18990"/>
                </a:lnTo>
              </a:path>
              <a:path w="21600" h="21600">
                <a:moveTo>
                  <a:pt x="9346" y="18912"/>
                </a:moveTo>
                <a:lnTo>
                  <a:pt x="9384" y="18912"/>
                </a:lnTo>
                <a:lnTo>
                  <a:pt x="9384" y="18990"/>
                </a:lnTo>
                <a:lnTo>
                  <a:pt x="9346" y="18990"/>
                </a:lnTo>
              </a:path>
              <a:path w="21600" h="21600">
                <a:moveTo>
                  <a:pt x="3927" y="18912"/>
                </a:moveTo>
                <a:lnTo>
                  <a:pt x="3965" y="18912"/>
                </a:lnTo>
                <a:lnTo>
                  <a:pt x="3965" y="18990"/>
                </a:lnTo>
                <a:lnTo>
                  <a:pt x="3927" y="18990"/>
                </a:lnTo>
              </a:path>
              <a:path w="21600" h="21600">
                <a:moveTo>
                  <a:pt x="1214" y="18912"/>
                </a:moveTo>
                <a:lnTo>
                  <a:pt x="1252" y="18912"/>
                </a:lnTo>
                <a:lnTo>
                  <a:pt x="1252" y="18990"/>
                </a:lnTo>
                <a:lnTo>
                  <a:pt x="1214" y="18990"/>
                </a:lnTo>
              </a:path>
              <a:path w="21600" h="21600">
                <a:moveTo>
                  <a:pt x="19447" y="18909"/>
                </a:moveTo>
                <a:lnTo>
                  <a:pt x="19474" y="18909"/>
                </a:lnTo>
                <a:lnTo>
                  <a:pt x="19474" y="18965"/>
                </a:lnTo>
                <a:lnTo>
                  <a:pt x="19447" y="18965"/>
                </a:lnTo>
              </a:path>
              <a:path w="21600" h="21600">
                <a:moveTo>
                  <a:pt x="20045" y="18899"/>
                </a:moveTo>
                <a:lnTo>
                  <a:pt x="20083" y="18899"/>
                </a:lnTo>
                <a:lnTo>
                  <a:pt x="20083" y="18977"/>
                </a:lnTo>
                <a:lnTo>
                  <a:pt x="20045" y="18977"/>
                </a:lnTo>
              </a:path>
              <a:path w="21600" h="21600">
                <a:moveTo>
                  <a:pt x="17332" y="18899"/>
                </a:moveTo>
                <a:lnTo>
                  <a:pt x="17370" y="18899"/>
                </a:lnTo>
                <a:lnTo>
                  <a:pt x="17370" y="18977"/>
                </a:lnTo>
                <a:lnTo>
                  <a:pt x="17332" y="18977"/>
                </a:lnTo>
              </a:path>
              <a:path w="21600" h="21600">
                <a:moveTo>
                  <a:pt x="11913" y="18899"/>
                </a:moveTo>
                <a:lnTo>
                  <a:pt x="11951" y="18899"/>
                </a:lnTo>
                <a:lnTo>
                  <a:pt x="11951" y="18977"/>
                </a:lnTo>
                <a:lnTo>
                  <a:pt x="11913" y="18977"/>
                </a:lnTo>
              </a:path>
              <a:path w="21600" h="21600">
                <a:moveTo>
                  <a:pt x="9648" y="18899"/>
                </a:moveTo>
                <a:lnTo>
                  <a:pt x="9686" y="18899"/>
                </a:lnTo>
                <a:lnTo>
                  <a:pt x="9686" y="18977"/>
                </a:lnTo>
                <a:lnTo>
                  <a:pt x="9648" y="18977"/>
                </a:lnTo>
              </a:path>
              <a:path w="21600" h="21600">
                <a:moveTo>
                  <a:pt x="6935" y="18899"/>
                </a:moveTo>
                <a:lnTo>
                  <a:pt x="6972" y="18899"/>
                </a:lnTo>
                <a:lnTo>
                  <a:pt x="6972" y="18977"/>
                </a:lnTo>
                <a:lnTo>
                  <a:pt x="6935" y="18977"/>
                </a:lnTo>
              </a:path>
              <a:path w="21600" h="21600">
                <a:moveTo>
                  <a:pt x="4229" y="18899"/>
                </a:moveTo>
                <a:lnTo>
                  <a:pt x="4267" y="18899"/>
                </a:lnTo>
                <a:lnTo>
                  <a:pt x="4267" y="18977"/>
                </a:lnTo>
                <a:lnTo>
                  <a:pt x="4229" y="18977"/>
                </a:lnTo>
              </a:path>
              <a:path w="21600" h="21600">
                <a:moveTo>
                  <a:pt x="1516" y="18899"/>
                </a:moveTo>
                <a:lnTo>
                  <a:pt x="1554" y="18899"/>
                </a:lnTo>
                <a:lnTo>
                  <a:pt x="1554" y="18977"/>
                </a:lnTo>
                <a:lnTo>
                  <a:pt x="1516" y="18977"/>
                </a:lnTo>
              </a:path>
              <a:path w="21600" h="21600">
                <a:moveTo>
                  <a:pt x="16727" y="18886"/>
                </a:moveTo>
                <a:lnTo>
                  <a:pt x="16767" y="18886"/>
                </a:lnTo>
                <a:lnTo>
                  <a:pt x="16767" y="18968"/>
                </a:lnTo>
                <a:lnTo>
                  <a:pt x="16727" y="18968"/>
                </a:lnTo>
              </a:path>
              <a:path w="21600" h="21600">
                <a:moveTo>
                  <a:pt x="14022" y="18886"/>
                </a:moveTo>
                <a:lnTo>
                  <a:pt x="14061" y="18886"/>
                </a:lnTo>
                <a:lnTo>
                  <a:pt x="14061" y="18968"/>
                </a:lnTo>
                <a:lnTo>
                  <a:pt x="14022" y="18968"/>
                </a:lnTo>
              </a:path>
              <a:path w="21600" h="21600">
                <a:moveTo>
                  <a:pt x="11308" y="18886"/>
                </a:moveTo>
                <a:lnTo>
                  <a:pt x="11348" y="18886"/>
                </a:lnTo>
                <a:lnTo>
                  <a:pt x="11348" y="18968"/>
                </a:lnTo>
                <a:lnTo>
                  <a:pt x="11308" y="18968"/>
                </a:lnTo>
              </a:path>
              <a:path w="21600" h="21600">
                <a:moveTo>
                  <a:pt x="10251" y="18886"/>
                </a:moveTo>
                <a:lnTo>
                  <a:pt x="10290" y="18886"/>
                </a:lnTo>
                <a:lnTo>
                  <a:pt x="10290" y="18968"/>
                </a:lnTo>
                <a:lnTo>
                  <a:pt x="10251" y="18968"/>
                </a:lnTo>
              </a:path>
              <a:path w="21600" h="21600">
                <a:moveTo>
                  <a:pt x="7537" y="18886"/>
                </a:moveTo>
                <a:lnTo>
                  <a:pt x="7577" y="18886"/>
                </a:lnTo>
                <a:lnTo>
                  <a:pt x="7577" y="18968"/>
                </a:lnTo>
                <a:lnTo>
                  <a:pt x="7537" y="18968"/>
                </a:lnTo>
              </a:path>
              <a:path w="21600" h="21600">
                <a:moveTo>
                  <a:pt x="4832" y="18886"/>
                </a:moveTo>
                <a:lnTo>
                  <a:pt x="4872" y="18886"/>
                </a:lnTo>
                <a:lnTo>
                  <a:pt x="4872" y="18968"/>
                </a:lnTo>
                <a:lnTo>
                  <a:pt x="4832" y="18968"/>
                </a:lnTo>
              </a:path>
              <a:path w="21600" h="21600">
                <a:moveTo>
                  <a:pt x="2119" y="18886"/>
                </a:moveTo>
                <a:lnTo>
                  <a:pt x="2158" y="18886"/>
                </a:lnTo>
                <a:lnTo>
                  <a:pt x="2158" y="18968"/>
                </a:lnTo>
                <a:lnTo>
                  <a:pt x="2119" y="18968"/>
                </a:lnTo>
              </a:path>
              <a:path w="21600" h="21600">
                <a:moveTo>
                  <a:pt x="19588" y="18873"/>
                </a:moveTo>
                <a:lnTo>
                  <a:pt x="19635" y="18873"/>
                </a:lnTo>
                <a:lnTo>
                  <a:pt x="19635" y="18968"/>
                </a:lnTo>
                <a:lnTo>
                  <a:pt x="19588" y="18968"/>
                </a:lnTo>
              </a:path>
              <a:path w="21600" h="21600">
                <a:moveTo>
                  <a:pt x="16875" y="18873"/>
                </a:moveTo>
                <a:lnTo>
                  <a:pt x="16921" y="18873"/>
                </a:lnTo>
                <a:lnTo>
                  <a:pt x="16921" y="18968"/>
                </a:lnTo>
                <a:lnTo>
                  <a:pt x="16875" y="18968"/>
                </a:lnTo>
              </a:path>
              <a:path w="21600" h="21600">
                <a:moveTo>
                  <a:pt x="7383" y="18873"/>
                </a:moveTo>
                <a:lnTo>
                  <a:pt x="7430" y="18873"/>
                </a:lnTo>
                <a:lnTo>
                  <a:pt x="7430" y="18968"/>
                </a:lnTo>
                <a:lnTo>
                  <a:pt x="7383" y="18968"/>
                </a:lnTo>
              </a:path>
              <a:path w="21600" h="21600">
                <a:moveTo>
                  <a:pt x="4677" y="18873"/>
                </a:moveTo>
                <a:lnTo>
                  <a:pt x="4724" y="18873"/>
                </a:lnTo>
                <a:lnTo>
                  <a:pt x="4724" y="18968"/>
                </a:lnTo>
                <a:lnTo>
                  <a:pt x="4677" y="18968"/>
                </a:lnTo>
              </a:path>
              <a:path w="21600" h="21600">
                <a:moveTo>
                  <a:pt x="1964" y="18873"/>
                </a:moveTo>
                <a:lnTo>
                  <a:pt x="2011" y="18873"/>
                </a:lnTo>
                <a:lnTo>
                  <a:pt x="2011" y="18968"/>
                </a:lnTo>
                <a:lnTo>
                  <a:pt x="1964" y="18968"/>
                </a:lnTo>
              </a:path>
              <a:path w="21600" h="21600">
                <a:moveTo>
                  <a:pt x="11453" y="18872"/>
                </a:moveTo>
                <a:lnTo>
                  <a:pt x="11505" y="18872"/>
                </a:lnTo>
                <a:lnTo>
                  <a:pt x="11505" y="18979"/>
                </a:lnTo>
                <a:lnTo>
                  <a:pt x="11453" y="18979"/>
                </a:lnTo>
              </a:path>
              <a:path w="21600" h="21600">
                <a:moveTo>
                  <a:pt x="6639" y="18867"/>
                </a:moveTo>
                <a:lnTo>
                  <a:pt x="6664" y="18867"/>
                </a:lnTo>
                <a:lnTo>
                  <a:pt x="6664" y="18919"/>
                </a:lnTo>
                <a:lnTo>
                  <a:pt x="6639" y="18919"/>
                </a:lnTo>
              </a:path>
              <a:path w="21600" h="21600">
                <a:moveTo>
                  <a:pt x="20953" y="18865"/>
                </a:moveTo>
                <a:lnTo>
                  <a:pt x="20987" y="18865"/>
                </a:lnTo>
                <a:lnTo>
                  <a:pt x="20987" y="18936"/>
                </a:lnTo>
                <a:lnTo>
                  <a:pt x="20953" y="18936"/>
                </a:lnTo>
              </a:path>
              <a:path w="21600" h="21600">
                <a:moveTo>
                  <a:pt x="18240" y="18865"/>
                </a:moveTo>
                <a:lnTo>
                  <a:pt x="18274" y="18865"/>
                </a:lnTo>
                <a:lnTo>
                  <a:pt x="18274" y="18936"/>
                </a:lnTo>
                <a:lnTo>
                  <a:pt x="18240" y="18936"/>
                </a:lnTo>
              </a:path>
              <a:path w="21600" h="21600">
                <a:moveTo>
                  <a:pt x="15534" y="18865"/>
                </a:moveTo>
                <a:lnTo>
                  <a:pt x="15568" y="18865"/>
                </a:lnTo>
                <a:lnTo>
                  <a:pt x="15568" y="18936"/>
                </a:lnTo>
                <a:lnTo>
                  <a:pt x="15534" y="18936"/>
                </a:lnTo>
              </a:path>
              <a:path w="21600" h="21600">
                <a:moveTo>
                  <a:pt x="12821" y="18865"/>
                </a:moveTo>
                <a:lnTo>
                  <a:pt x="12855" y="18865"/>
                </a:lnTo>
                <a:lnTo>
                  <a:pt x="12855" y="18936"/>
                </a:lnTo>
                <a:lnTo>
                  <a:pt x="12821" y="18936"/>
                </a:lnTo>
              </a:path>
              <a:path w="21600" h="21600">
                <a:moveTo>
                  <a:pt x="6030" y="18865"/>
                </a:moveTo>
                <a:lnTo>
                  <a:pt x="6065" y="18865"/>
                </a:lnTo>
                <a:lnTo>
                  <a:pt x="6065" y="18936"/>
                </a:lnTo>
                <a:lnTo>
                  <a:pt x="6030" y="18936"/>
                </a:lnTo>
              </a:path>
              <a:path w="21600" h="21600">
                <a:moveTo>
                  <a:pt x="3325" y="18865"/>
                </a:moveTo>
                <a:lnTo>
                  <a:pt x="3359" y="18865"/>
                </a:lnTo>
                <a:lnTo>
                  <a:pt x="3359" y="18936"/>
                </a:lnTo>
                <a:lnTo>
                  <a:pt x="3325" y="18936"/>
                </a:lnTo>
              </a:path>
              <a:path w="21600" h="21600">
                <a:moveTo>
                  <a:pt x="612" y="18865"/>
                </a:moveTo>
                <a:lnTo>
                  <a:pt x="646" y="18865"/>
                </a:lnTo>
                <a:lnTo>
                  <a:pt x="646" y="18936"/>
                </a:lnTo>
                <a:lnTo>
                  <a:pt x="612" y="18936"/>
                </a:lnTo>
              </a:path>
              <a:path w="21600" h="21600">
                <a:moveTo>
                  <a:pt x="10405" y="18863"/>
                </a:moveTo>
                <a:lnTo>
                  <a:pt x="10438" y="18863"/>
                </a:lnTo>
                <a:lnTo>
                  <a:pt x="10438" y="18930"/>
                </a:lnTo>
                <a:lnTo>
                  <a:pt x="10405" y="18930"/>
                </a:lnTo>
              </a:path>
              <a:path w="21600" h="21600">
                <a:moveTo>
                  <a:pt x="15380" y="18861"/>
                </a:moveTo>
                <a:lnTo>
                  <a:pt x="15420" y="18861"/>
                </a:lnTo>
                <a:lnTo>
                  <a:pt x="15420" y="18943"/>
                </a:lnTo>
                <a:lnTo>
                  <a:pt x="15380" y="18943"/>
                </a:lnTo>
              </a:path>
              <a:path w="21600" h="21600">
                <a:moveTo>
                  <a:pt x="4377" y="18851"/>
                </a:moveTo>
                <a:lnTo>
                  <a:pt x="4420" y="18851"/>
                </a:lnTo>
                <a:lnTo>
                  <a:pt x="4420" y="18939"/>
                </a:lnTo>
                <a:lnTo>
                  <a:pt x="4377" y="18939"/>
                </a:lnTo>
              </a:path>
              <a:path w="21600" h="21600">
                <a:moveTo>
                  <a:pt x="3175" y="18837"/>
                </a:moveTo>
                <a:lnTo>
                  <a:pt x="3206" y="18837"/>
                </a:lnTo>
                <a:lnTo>
                  <a:pt x="3206" y="18900"/>
                </a:lnTo>
                <a:lnTo>
                  <a:pt x="3175" y="18900"/>
                </a:lnTo>
              </a:path>
              <a:path w="21600" h="21600">
                <a:moveTo>
                  <a:pt x="20647" y="18830"/>
                </a:moveTo>
                <a:lnTo>
                  <a:pt x="20690" y="18830"/>
                </a:lnTo>
                <a:lnTo>
                  <a:pt x="20690" y="18918"/>
                </a:lnTo>
                <a:lnTo>
                  <a:pt x="20647" y="18918"/>
                </a:lnTo>
              </a:path>
              <a:path w="21600" h="21600">
                <a:moveTo>
                  <a:pt x="19137" y="18830"/>
                </a:moveTo>
                <a:lnTo>
                  <a:pt x="19180" y="18830"/>
                </a:lnTo>
                <a:lnTo>
                  <a:pt x="19180" y="18918"/>
                </a:lnTo>
                <a:lnTo>
                  <a:pt x="19137" y="18918"/>
                </a:lnTo>
              </a:path>
              <a:path w="21600" h="21600">
                <a:moveTo>
                  <a:pt x="18688" y="18830"/>
                </a:moveTo>
                <a:lnTo>
                  <a:pt x="18732" y="18830"/>
                </a:lnTo>
                <a:lnTo>
                  <a:pt x="18732" y="18918"/>
                </a:lnTo>
                <a:lnTo>
                  <a:pt x="18688" y="18918"/>
                </a:lnTo>
              </a:path>
              <a:path w="21600" h="21600">
                <a:moveTo>
                  <a:pt x="18386" y="18830"/>
                </a:moveTo>
                <a:lnTo>
                  <a:pt x="18430" y="18830"/>
                </a:lnTo>
                <a:lnTo>
                  <a:pt x="18430" y="18918"/>
                </a:lnTo>
                <a:lnTo>
                  <a:pt x="18386" y="18918"/>
                </a:lnTo>
              </a:path>
              <a:path w="21600" h="21600">
                <a:moveTo>
                  <a:pt x="17933" y="18830"/>
                </a:moveTo>
                <a:lnTo>
                  <a:pt x="17977" y="18830"/>
                </a:lnTo>
                <a:lnTo>
                  <a:pt x="17977" y="18918"/>
                </a:lnTo>
                <a:lnTo>
                  <a:pt x="17933" y="18918"/>
                </a:lnTo>
              </a:path>
              <a:path w="21600" h="21600">
                <a:moveTo>
                  <a:pt x="16424" y="18830"/>
                </a:moveTo>
                <a:lnTo>
                  <a:pt x="16467" y="18830"/>
                </a:lnTo>
                <a:lnTo>
                  <a:pt x="16467" y="18918"/>
                </a:lnTo>
                <a:lnTo>
                  <a:pt x="16424" y="18918"/>
                </a:lnTo>
              </a:path>
              <a:path w="21600" h="21600">
                <a:moveTo>
                  <a:pt x="15983" y="18830"/>
                </a:moveTo>
                <a:lnTo>
                  <a:pt x="16026" y="18830"/>
                </a:lnTo>
                <a:lnTo>
                  <a:pt x="16026" y="18918"/>
                </a:lnTo>
                <a:lnTo>
                  <a:pt x="15983" y="18918"/>
                </a:lnTo>
              </a:path>
              <a:path w="21600" h="21600">
                <a:moveTo>
                  <a:pt x="15681" y="18830"/>
                </a:moveTo>
                <a:lnTo>
                  <a:pt x="15724" y="18830"/>
                </a:lnTo>
                <a:lnTo>
                  <a:pt x="15724" y="18918"/>
                </a:lnTo>
                <a:lnTo>
                  <a:pt x="15681" y="18918"/>
                </a:lnTo>
              </a:path>
              <a:path w="21600" h="21600">
                <a:moveTo>
                  <a:pt x="15228" y="18830"/>
                </a:moveTo>
                <a:lnTo>
                  <a:pt x="15271" y="18830"/>
                </a:lnTo>
                <a:lnTo>
                  <a:pt x="15271" y="18918"/>
                </a:lnTo>
                <a:lnTo>
                  <a:pt x="15228" y="18918"/>
                </a:lnTo>
              </a:path>
              <a:path w="21600" h="21600">
                <a:moveTo>
                  <a:pt x="13718" y="18830"/>
                </a:moveTo>
                <a:lnTo>
                  <a:pt x="13761" y="18830"/>
                </a:lnTo>
                <a:lnTo>
                  <a:pt x="13761" y="18918"/>
                </a:lnTo>
                <a:lnTo>
                  <a:pt x="13718" y="18918"/>
                </a:lnTo>
              </a:path>
              <a:path w="21600" h="21600">
                <a:moveTo>
                  <a:pt x="13269" y="18830"/>
                </a:moveTo>
                <a:lnTo>
                  <a:pt x="13312" y="18830"/>
                </a:lnTo>
                <a:lnTo>
                  <a:pt x="13312" y="18918"/>
                </a:lnTo>
                <a:lnTo>
                  <a:pt x="13269" y="18918"/>
                </a:lnTo>
              </a:path>
              <a:path w="21600" h="21600">
                <a:moveTo>
                  <a:pt x="12967" y="18830"/>
                </a:moveTo>
                <a:lnTo>
                  <a:pt x="13010" y="18830"/>
                </a:lnTo>
                <a:lnTo>
                  <a:pt x="13010" y="18918"/>
                </a:lnTo>
                <a:lnTo>
                  <a:pt x="12967" y="18918"/>
                </a:lnTo>
              </a:path>
              <a:path w="21600" h="21600">
                <a:moveTo>
                  <a:pt x="12514" y="18830"/>
                </a:moveTo>
                <a:lnTo>
                  <a:pt x="12558" y="18830"/>
                </a:lnTo>
                <a:lnTo>
                  <a:pt x="12558" y="18918"/>
                </a:lnTo>
                <a:lnTo>
                  <a:pt x="12514" y="18918"/>
                </a:lnTo>
              </a:path>
              <a:path w="21600" h="21600">
                <a:moveTo>
                  <a:pt x="11005" y="18830"/>
                </a:moveTo>
                <a:lnTo>
                  <a:pt x="11048" y="18830"/>
                </a:lnTo>
                <a:lnTo>
                  <a:pt x="11048" y="18918"/>
                </a:lnTo>
                <a:lnTo>
                  <a:pt x="11005" y="18918"/>
                </a:lnTo>
              </a:path>
              <a:path w="21600" h="21600">
                <a:moveTo>
                  <a:pt x="9041" y="18830"/>
                </a:moveTo>
                <a:lnTo>
                  <a:pt x="9084" y="18830"/>
                </a:lnTo>
                <a:lnTo>
                  <a:pt x="9084" y="18918"/>
                </a:lnTo>
                <a:lnTo>
                  <a:pt x="9041" y="18918"/>
                </a:lnTo>
              </a:path>
              <a:path w="21600" h="21600">
                <a:moveTo>
                  <a:pt x="8588" y="18830"/>
                </a:moveTo>
                <a:lnTo>
                  <a:pt x="8631" y="18830"/>
                </a:lnTo>
                <a:lnTo>
                  <a:pt x="8631" y="18918"/>
                </a:lnTo>
                <a:lnTo>
                  <a:pt x="8588" y="18918"/>
                </a:lnTo>
              </a:path>
              <a:path w="21600" h="21600">
                <a:moveTo>
                  <a:pt x="8286" y="18830"/>
                </a:moveTo>
                <a:lnTo>
                  <a:pt x="8329" y="18830"/>
                </a:lnTo>
                <a:lnTo>
                  <a:pt x="8329" y="18918"/>
                </a:lnTo>
                <a:lnTo>
                  <a:pt x="8286" y="18918"/>
                </a:lnTo>
              </a:path>
              <a:path w="21600" h="21600">
                <a:moveTo>
                  <a:pt x="7838" y="18830"/>
                </a:moveTo>
                <a:lnTo>
                  <a:pt x="7881" y="18830"/>
                </a:lnTo>
                <a:lnTo>
                  <a:pt x="7881" y="18918"/>
                </a:lnTo>
                <a:lnTo>
                  <a:pt x="7838" y="18918"/>
                </a:lnTo>
              </a:path>
              <a:path w="21600" h="21600">
                <a:moveTo>
                  <a:pt x="6328" y="18830"/>
                </a:moveTo>
                <a:lnTo>
                  <a:pt x="6371" y="18830"/>
                </a:lnTo>
                <a:lnTo>
                  <a:pt x="6371" y="18918"/>
                </a:lnTo>
                <a:lnTo>
                  <a:pt x="6328" y="18918"/>
                </a:lnTo>
              </a:path>
              <a:path w="21600" h="21600">
                <a:moveTo>
                  <a:pt x="5875" y="18830"/>
                </a:moveTo>
                <a:lnTo>
                  <a:pt x="5918" y="18830"/>
                </a:lnTo>
                <a:lnTo>
                  <a:pt x="5918" y="18918"/>
                </a:lnTo>
                <a:lnTo>
                  <a:pt x="5875" y="18918"/>
                </a:lnTo>
              </a:path>
              <a:path w="21600" h="21600">
                <a:moveTo>
                  <a:pt x="5573" y="18830"/>
                </a:moveTo>
                <a:lnTo>
                  <a:pt x="5616" y="18830"/>
                </a:lnTo>
                <a:lnTo>
                  <a:pt x="5616" y="18918"/>
                </a:lnTo>
                <a:lnTo>
                  <a:pt x="5573" y="18918"/>
                </a:lnTo>
              </a:path>
              <a:path w="21600" h="21600">
                <a:moveTo>
                  <a:pt x="5132" y="18830"/>
                </a:moveTo>
                <a:lnTo>
                  <a:pt x="5175" y="18830"/>
                </a:lnTo>
                <a:lnTo>
                  <a:pt x="5175" y="18918"/>
                </a:lnTo>
                <a:lnTo>
                  <a:pt x="5132" y="18918"/>
                </a:lnTo>
              </a:path>
              <a:path w="21600" h="21600">
                <a:moveTo>
                  <a:pt x="2419" y="18830"/>
                </a:moveTo>
                <a:lnTo>
                  <a:pt x="2462" y="18830"/>
                </a:lnTo>
                <a:lnTo>
                  <a:pt x="2462" y="18918"/>
                </a:lnTo>
                <a:lnTo>
                  <a:pt x="2419" y="18918"/>
                </a:lnTo>
              </a:path>
              <a:path w="21600" h="21600">
                <a:moveTo>
                  <a:pt x="909" y="18830"/>
                </a:moveTo>
                <a:lnTo>
                  <a:pt x="952" y="18830"/>
                </a:lnTo>
                <a:lnTo>
                  <a:pt x="952" y="18918"/>
                </a:lnTo>
                <a:lnTo>
                  <a:pt x="909" y="18918"/>
                </a:lnTo>
              </a:path>
              <a:path w="21600" h="21600">
                <a:moveTo>
                  <a:pt x="456" y="18830"/>
                </a:moveTo>
                <a:lnTo>
                  <a:pt x="499" y="18830"/>
                </a:lnTo>
                <a:lnTo>
                  <a:pt x="499" y="18918"/>
                </a:lnTo>
                <a:lnTo>
                  <a:pt x="456" y="18918"/>
                </a:lnTo>
              </a:path>
              <a:path w="21600" h="21600">
                <a:moveTo>
                  <a:pt x="154" y="18830"/>
                </a:moveTo>
                <a:lnTo>
                  <a:pt x="197" y="18830"/>
                </a:lnTo>
                <a:lnTo>
                  <a:pt x="197" y="18918"/>
                </a:lnTo>
                <a:lnTo>
                  <a:pt x="154" y="18918"/>
                </a:lnTo>
              </a:path>
              <a:path w="21600" h="21600">
                <a:moveTo>
                  <a:pt x="18091" y="18830"/>
                </a:moveTo>
                <a:lnTo>
                  <a:pt x="18121" y="18830"/>
                </a:lnTo>
                <a:lnTo>
                  <a:pt x="18121" y="18889"/>
                </a:lnTo>
                <a:lnTo>
                  <a:pt x="18091" y="18889"/>
                </a:lnTo>
              </a:path>
              <a:path w="21600" h="21600">
                <a:moveTo>
                  <a:pt x="1661" y="18829"/>
                </a:moveTo>
                <a:lnTo>
                  <a:pt x="1710" y="18829"/>
                </a:lnTo>
                <a:lnTo>
                  <a:pt x="1710" y="18928"/>
                </a:lnTo>
                <a:lnTo>
                  <a:pt x="1661" y="18928"/>
                </a:lnTo>
              </a:path>
              <a:path w="21600" h="21600">
                <a:moveTo>
                  <a:pt x="5727" y="18828"/>
                </a:moveTo>
                <a:lnTo>
                  <a:pt x="5765" y="18828"/>
                </a:lnTo>
                <a:lnTo>
                  <a:pt x="5765" y="18905"/>
                </a:lnTo>
                <a:lnTo>
                  <a:pt x="5727" y="18905"/>
                </a:lnTo>
              </a:path>
              <a:path w="21600" h="21600">
                <a:moveTo>
                  <a:pt x="17185" y="18827"/>
                </a:moveTo>
                <a:lnTo>
                  <a:pt x="17216" y="18827"/>
                </a:lnTo>
                <a:lnTo>
                  <a:pt x="17216" y="18891"/>
                </a:lnTo>
                <a:lnTo>
                  <a:pt x="17185" y="18891"/>
                </a:lnTo>
              </a:path>
              <a:path w="21600" h="21600">
                <a:moveTo>
                  <a:pt x="1056" y="18823"/>
                </a:moveTo>
                <a:lnTo>
                  <a:pt x="1108" y="18823"/>
                </a:lnTo>
                <a:lnTo>
                  <a:pt x="1108" y="18929"/>
                </a:lnTo>
                <a:lnTo>
                  <a:pt x="1056" y="18929"/>
                </a:lnTo>
              </a:path>
              <a:path w="21600" h="21600">
                <a:moveTo>
                  <a:pt x="2865" y="18821"/>
                </a:moveTo>
                <a:lnTo>
                  <a:pt x="2913" y="18821"/>
                </a:lnTo>
                <a:lnTo>
                  <a:pt x="2913" y="18920"/>
                </a:lnTo>
                <a:lnTo>
                  <a:pt x="2865" y="18920"/>
                </a:lnTo>
              </a:path>
              <a:path w="21600" h="21600">
                <a:moveTo>
                  <a:pt x="21551" y="18814"/>
                </a:moveTo>
                <a:lnTo>
                  <a:pt x="21589" y="18814"/>
                </a:lnTo>
                <a:lnTo>
                  <a:pt x="21589" y="18891"/>
                </a:lnTo>
                <a:lnTo>
                  <a:pt x="21551" y="18891"/>
                </a:lnTo>
              </a:path>
              <a:path w="21600" h="21600">
                <a:moveTo>
                  <a:pt x="10" y="18814"/>
                </a:moveTo>
                <a:lnTo>
                  <a:pt x="48" y="18814"/>
                </a:lnTo>
                <a:lnTo>
                  <a:pt x="48" y="18891"/>
                </a:lnTo>
                <a:lnTo>
                  <a:pt x="10" y="18891"/>
                </a:lnTo>
              </a:path>
              <a:path w="21600" h="21600">
                <a:moveTo>
                  <a:pt x="11166" y="18802"/>
                </a:moveTo>
                <a:lnTo>
                  <a:pt x="11188" y="18802"/>
                </a:lnTo>
                <a:lnTo>
                  <a:pt x="11188" y="18847"/>
                </a:lnTo>
                <a:lnTo>
                  <a:pt x="11166" y="18847"/>
                </a:lnTo>
              </a:path>
              <a:path w="21600" h="21600">
                <a:moveTo>
                  <a:pt x="19750" y="18802"/>
                </a:moveTo>
                <a:lnTo>
                  <a:pt x="19775" y="18802"/>
                </a:lnTo>
                <a:lnTo>
                  <a:pt x="19775" y="18854"/>
                </a:lnTo>
                <a:lnTo>
                  <a:pt x="19750" y="18854"/>
                </a:lnTo>
              </a:path>
              <a:path w="21600" h="21600">
                <a:moveTo>
                  <a:pt x="18995" y="18802"/>
                </a:moveTo>
                <a:lnTo>
                  <a:pt x="19020" y="18802"/>
                </a:lnTo>
                <a:lnTo>
                  <a:pt x="19020" y="18854"/>
                </a:lnTo>
                <a:lnTo>
                  <a:pt x="18995" y="18854"/>
                </a:lnTo>
              </a:path>
              <a:path w="21600" h="21600">
                <a:moveTo>
                  <a:pt x="14331" y="18802"/>
                </a:moveTo>
                <a:lnTo>
                  <a:pt x="14356" y="18802"/>
                </a:lnTo>
                <a:lnTo>
                  <a:pt x="14356" y="18854"/>
                </a:lnTo>
                <a:lnTo>
                  <a:pt x="14331" y="18854"/>
                </a:lnTo>
              </a:path>
              <a:path w="21600" h="21600">
                <a:moveTo>
                  <a:pt x="13576" y="18802"/>
                </a:moveTo>
                <a:lnTo>
                  <a:pt x="13601" y="18802"/>
                </a:lnTo>
                <a:lnTo>
                  <a:pt x="13601" y="18854"/>
                </a:lnTo>
                <a:lnTo>
                  <a:pt x="13576" y="18854"/>
                </a:lnTo>
              </a:path>
              <a:path w="21600" h="21600">
                <a:moveTo>
                  <a:pt x="1824" y="18802"/>
                </a:moveTo>
                <a:lnTo>
                  <a:pt x="1849" y="18802"/>
                </a:lnTo>
                <a:lnTo>
                  <a:pt x="1849" y="18854"/>
                </a:lnTo>
                <a:lnTo>
                  <a:pt x="1824" y="18854"/>
                </a:lnTo>
              </a:path>
              <a:path w="21600" h="21600">
                <a:moveTo>
                  <a:pt x="12071" y="18794"/>
                </a:moveTo>
                <a:lnTo>
                  <a:pt x="12095" y="18794"/>
                </a:lnTo>
                <a:lnTo>
                  <a:pt x="12095" y="18843"/>
                </a:lnTo>
                <a:lnTo>
                  <a:pt x="12071" y="18843"/>
                </a:lnTo>
              </a:path>
              <a:path w="21600" h="21600">
                <a:moveTo>
                  <a:pt x="10102" y="18788"/>
                </a:moveTo>
                <a:lnTo>
                  <a:pt x="10137" y="18788"/>
                </a:lnTo>
                <a:lnTo>
                  <a:pt x="10137" y="18858"/>
                </a:lnTo>
                <a:lnTo>
                  <a:pt x="10102" y="18858"/>
                </a:lnTo>
              </a:path>
              <a:path w="21600" h="21600">
                <a:moveTo>
                  <a:pt x="16275" y="18780"/>
                </a:moveTo>
                <a:lnTo>
                  <a:pt x="16313" y="18780"/>
                </a:lnTo>
                <a:lnTo>
                  <a:pt x="16313" y="18857"/>
                </a:lnTo>
                <a:lnTo>
                  <a:pt x="16275" y="18857"/>
                </a:lnTo>
              </a:path>
              <a:path w="21600" h="21600">
                <a:moveTo>
                  <a:pt x="5286" y="18780"/>
                </a:moveTo>
                <a:lnTo>
                  <a:pt x="5324" y="18780"/>
                </a:lnTo>
                <a:lnTo>
                  <a:pt x="5324" y="18857"/>
                </a:lnTo>
                <a:lnTo>
                  <a:pt x="5286" y="18857"/>
                </a:lnTo>
              </a:path>
              <a:path w="21600" h="21600">
                <a:moveTo>
                  <a:pt x="19287" y="18779"/>
                </a:moveTo>
                <a:lnTo>
                  <a:pt x="19332" y="18779"/>
                </a:lnTo>
                <a:lnTo>
                  <a:pt x="19332" y="18871"/>
                </a:lnTo>
                <a:lnTo>
                  <a:pt x="19287" y="18871"/>
                </a:lnTo>
              </a:path>
              <a:path w="21600" h="21600">
                <a:moveTo>
                  <a:pt x="13868" y="18779"/>
                </a:moveTo>
                <a:lnTo>
                  <a:pt x="13913" y="18779"/>
                </a:lnTo>
                <a:lnTo>
                  <a:pt x="13913" y="18871"/>
                </a:lnTo>
                <a:lnTo>
                  <a:pt x="13868" y="18871"/>
                </a:lnTo>
              </a:path>
              <a:path w="21600" h="21600">
                <a:moveTo>
                  <a:pt x="7686" y="18779"/>
                </a:moveTo>
                <a:lnTo>
                  <a:pt x="7731" y="18779"/>
                </a:lnTo>
                <a:lnTo>
                  <a:pt x="7731" y="18871"/>
                </a:lnTo>
                <a:lnTo>
                  <a:pt x="7686" y="18871"/>
                </a:lnTo>
              </a:path>
              <a:path w="21600" h="21600">
                <a:moveTo>
                  <a:pt x="2267" y="18779"/>
                </a:moveTo>
                <a:lnTo>
                  <a:pt x="2312" y="18779"/>
                </a:lnTo>
                <a:lnTo>
                  <a:pt x="2312" y="18871"/>
                </a:lnTo>
                <a:lnTo>
                  <a:pt x="2267" y="18871"/>
                </a:lnTo>
              </a:path>
              <a:path w="21600" h="21600">
                <a:moveTo>
                  <a:pt x="20354" y="18769"/>
                </a:moveTo>
                <a:lnTo>
                  <a:pt x="20378" y="18769"/>
                </a:lnTo>
                <a:lnTo>
                  <a:pt x="20378" y="18818"/>
                </a:lnTo>
                <a:lnTo>
                  <a:pt x="20354" y="18818"/>
                </a:lnTo>
              </a:path>
              <a:path w="21600" h="21600">
                <a:moveTo>
                  <a:pt x="17030" y="18767"/>
                </a:moveTo>
                <a:lnTo>
                  <a:pt x="17068" y="18767"/>
                </a:lnTo>
                <a:lnTo>
                  <a:pt x="17068" y="18844"/>
                </a:lnTo>
                <a:lnTo>
                  <a:pt x="17030" y="18844"/>
                </a:lnTo>
              </a:path>
              <a:path w="21600" h="21600">
                <a:moveTo>
                  <a:pt x="11611" y="18767"/>
                </a:moveTo>
                <a:lnTo>
                  <a:pt x="11649" y="18767"/>
                </a:lnTo>
                <a:lnTo>
                  <a:pt x="11649" y="18844"/>
                </a:lnTo>
                <a:lnTo>
                  <a:pt x="11611" y="18844"/>
                </a:lnTo>
              </a:path>
              <a:path w="21600" h="21600">
                <a:moveTo>
                  <a:pt x="9950" y="18767"/>
                </a:moveTo>
                <a:lnTo>
                  <a:pt x="9987" y="18767"/>
                </a:lnTo>
                <a:lnTo>
                  <a:pt x="9987" y="18844"/>
                </a:lnTo>
                <a:lnTo>
                  <a:pt x="9950" y="18844"/>
                </a:lnTo>
              </a:path>
              <a:path w="21600" h="21600">
                <a:moveTo>
                  <a:pt x="4531" y="18767"/>
                </a:moveTo>
                <a:lnTo>
                  <a:pt x="4569" y="18767"/>
                </a:lnTo>
                <a:lnTo>
                  <a:pt x="4569" y="18844"/>
                </a:lnTo>
                <a:lnTo>
                  <a:pt x="4531" y="18844"/>
                </a:lnTo>
              </a:path>
              <a:path w="21600" h="21600">
                <a:moveTo>
                  <a:pt x="16571" y="18764"/>
                </a:moveTo>
                <a:lnTo>
                  <a:pt x="16621" y="18764"/>
                </a:lnTo>
                <a:lnTo>
                  <a:pt x="16621" y="18867"/>
                </a:lnTo>
                <a:lnTo>
                  <a:pt x="16571" y="18867"/>
                </a:lnTo>
              </a:path>
              <a:path w="21600" h="21600">
                <a:moveTo>
                  <a:pt x="4978" y="18764"/>
                </a:moveTo>
                <a:lnTo>
                  <a:pt x="5028" y="18764"/>
                </a:lnTo>
                <a:lnTo>
                  <a:pt x="5028" y="18867"/>
                </a:lnTo>
                <a:lnTo>
                  <a:pt x="4978" y="18867"/>
                </a:lnTo>
              </a:path>
              <a:path w="21600" h="21600">
                <a:moveTo>
                  <a:pt x="10555" y="18757"/>
                </a:moveTo>
                <a:lnTo>
                  <a:pt x="10590" y="18757"/>
                </a:lnTo>
                <a:lnTo>
                  <a:pt x="10590" y="18828"/>
                </a:lnTo>
                <a:lnTo>
                  <a:pt x="10555" y="18828"/>
                </a:lnTo>
              </a:path>
              <a:path w="21600" h="21600">
                <a:moveTo>
                  <a:pt x="21407" y="18754"/>
                </a:moveTo>
                <a:lnTo>
                  <a:pt x="21440" y="18754"/>
                </a:lnTo>
                <a:lnTo>
                  <a:pt x="21440" y="18821"/>
                </a:lnTo>
                <a:lnTo>
                  <a:pt x="21407" y="18821"/>
                </a:lnTo>
              </a:path>
              <a:path w="21600" h="21600">
                <a:moveTo>
                  <a:pt x="14468" y="18740"/>
                </a:moveTo>
                <a:lnTo>
                  <a:pt x="14520" y="18740"/>
                </a:lnTo>
                <a:lnTo>
                  <a:pt x="14520" y="18846"/>
                </a:lnTo>
                <a:lnTo>
                  <a:pt x="14468" y="18846"/>
                </a:lnTo>
              </a:path>
              <a:path w="21600" h="21600">
                <a:moveTo>
                  <a:pt x="7079" y="18740"/>
                </a:moveTo>
                <a:lnTo>
                  <a:pt x="7130" y="18740"/>
                </a:lnTo>
                <a:lnTo>
                  <a:pt x="7130" y="18846"/>
                </a:lnTo>
                <a:lnTo>
                  <a:pt x="7079" y="18846"/>
                </a:lnTo>
              </a:path>
              <a:path w="21600" h="21600">
                <a:moveTo>
                  <a:pt x="14176" y="18739"/>
                </a:moveTo>
                <a:lnTo>
                  <a:pt x="14209" y="18739"/>
                </a:lnTo>
                <a:lnTo>
                  <a:pt x="14209" y="18806"/>
                </a:lnTo>
                <a:lnTo>
                  <a:pt x="14176" y="18806"/>
                </a:lnTo>
              </a:path>
              <a:path w="21600" h="21600">
                <a:moveTo>
                  <a:pt x="1368" y="18713"/>
                </a:moveTo>
                <a:lnTo>
                  <a:pt x="1399" y="18713"/>
                </a:lnTo>
                <a:lnTo>
                  <a:pt x="1399" y="18776"/>
                </a:lnTo>
                <a:lnTo>
                  <a:pt x="1368" y="18776"/>
                </a:lnTo>
              </a:path>
              <a:path w="21600" h="21600">
                <a:moveTo>
                  <a:pt x="21105" y="18712"/>
                </a:moveTo>
                <a:lnTo>
                  <a:pt x="21138" y="18712"/>
                </a:lnTo>
                <a:lnTo>
                  <a:pt x="21138" y="18779"/>
                </a:lnTo>
                <a:lnTo>
                  <a:pt x="21105" y="18779"/>
                </a:lnTo>
              </a:path>
              <a:path w="21600" h="21600">
                <a:moveTo>
                  <a:pt x="3628" y="18712"/>
                </a:moveTo>
                <a:lnTo>
                  <a:pt x="3660" y="18712"/>
                </a:lnTo>
                <a:lnTo>
                  <a:pt x="3660" y="18779"/>
                </a:lnTo>
                <a:lnTo>
                  <a:pt x="3628" y="18779"/>
                </a:lnTo>
              </a:path>
              <a:path w="21600" h="21600">
                <a:moveTo>
                  <a:pt x="17635" y="18705"/>
                </a:moveTo>
                <a:lnTo>
                  <a:pt x="17671" y="18705"/>
                </a:lnTo>
                <a:lnTo>
                  <a:pt x="17671" y="18779"/>
                </a:lnTo>
                <a:lnTo>
                  <a:pt x="17635" y="18779"/>
                </a:lnTo>
              </a:path>
              <a:path w="21600" h="21600">
                <a:moveTo>
                  <a:pt x="14929" y="18705"/>
                </a:moveTo>
                <a:lnTo>
                  <a:pt x="14965" y="18705"/>
                </a:lnTo>
                <a:lnTo>
                  <a:pt x="14965" y="18779"/>
                </a:lnTo>
                <a:lnTo>
                  <a:pt x="14929" y="18779"/>
                </a:lnTo>
              </a:path>
              <a:path w="21600" h="21600">
                <a:moveTo>
                  <a:pt x="12216" y="18705"/>
                </a:moveTo>
                <a:lnTo>
                  <a:pt x="12252" y="18705"/>
                </a:lnTo>
                <a:lnTo>
                  <a:pt x="12252" y="18779"/>
                </a:lnTo>
                <a:lnTo>
                  <a:pt x="12216" y="18779"/>
                </a:lnTo>
              </a:path>
              <a:path w="21600" h="21600">
                <a:moveTo>
                  <a:pt x="9347" y="18705"/>
                </a:moveTo>
                <a:lnTo>
                  <a:pt x="9383" y="18705"/>
                </a:lnTo>
                <a:lnTo>
                  <a:pt x="9383" y="18779"/>
                </a:lnTo>
                <a:lnTo>
                  <a:pt x="9347" y="18779"/>
                </a:lnTo>
              </a:path>
              <a:path w="21600" h="21600">
                <a:moveTo>
                  <a:pt x="3928" y="18705"/>
                </a:moveTo>
                <a:lnTo>
                  <a:pt x="3964" y="18705"/>
                </a:lnTo>
                <a:lnTo>
                  <a:pt x="3964" y="18779"/>
                </a:lnTo>
                <a:lnTo>
                  <a:pt x="3928" y="18779"/>
                </a:lnTo>
              </a:path>
              <a:path w="21600" h="21600">
                <a:moveTo>
                  <a:pt x="1215" y="18705"/>
                </a:moveTo>
                <a:lnTo>
                  <a:pt x="1251" y="18705"/>
                </a:lnTo>
                <a:lnTo>
                  <a:pt x="1251" y="18779"/>
                </a:lnTo>
                <a:lnTo>
                  <a:pt x="1215" y="18779"/>
                </a:lnTo>
              </a:path>
              <a:path w="21600" h="21600">
                <a:moveTo>
                  <a:pt x="12667" y="18705"/>
                </a:moveTo>
                <a:lnTo>
                  <a:pt x="12707" y="18705"/>
                </a:lnTo>
                <a:lnTo>
                  <a:pt x="12707" y="18786"/>
                </a:lnTo>
                <a:lnTo>
                  <a:pt x="12667" y="18786"/>
                </a:lnTo>
              </a:path>
              <a:path w="21600" h="21600">
                <a:moveTo>
                  <a:pt x="8892" y="18705"/>
                </a:moveTo>
                <a:lnTo>
                  <a:pt x="8932" y="18705"/>
                </a:lnTo>
                <a:lnTo>
                  <a:pt x="8932" y="18786"/>
                </a:lnTo>
                <a:lnTo>
                  <a:pt x="8892" y="18786"/>
                </a:lnTo>
              </a:path>
              <a:path w="21600" h="21600">
                <a:moveTo>
                  <a:pt x="3473" y="18705"/>
                </a:moveTo>
                <a:lnTo>
                  <a:pt x="3513" y="18705"/>
                </a:lnTo>
                <a:lnTo>
                  <a:pt x="3513" y="18786"/>
                </a:lnTo>
                <a:lnTo>
                  <a:pt x="3473" y="18786"/>
                </a:lnTo>
              </a:path>
              <a:path w="21600" h="21600">
                <a:moveTo>
                  <a:pt x="20046" y="18692"/>
                </a:moveTo>
                <a:lnTo>
                  <a:pt x="20082" y="18692"/>
                </a:lnTo>
                <a:lnTo>
                  <a:pt x="20082" y="18766"/>
                </a:lnTo>
                <a:lnTo>
                  <a:pt x="20046" y="18766"/>
                </a:lnTo>
              </a:path>
              <a:path w="21600" h="21600">
                <a:moveTo>
                  <a:pt x="17333" y="18692"/>
                </a:moveTo>
                <a:lnTo>
                  <a:pt x="17369" y="18692"/>
                </a:lnTo>
                <a:lnTo>
                  <a:pt x="17369" y="18766"/>
                </a:lnTo>
                <a:lnTo>
                  <a:pt x="17333" y="18766"/>
                </a:lnTo>
              </a:path>
              <a:path w="21600" h="21600">
                <a:moveTo>
                  <a:pt x="11914" y="18692"/>
                </a:moveTo>
                <a:lnTo>
                  <a:pt x="11950" y="18692"/>
                </a:lnTo>
                <a:lnTo>
                  <a:pt x="11950" y="18766"/>
                </a:lnTo>
                <a:lnTo>
                  <a:pt x="11914" y="18766"/>
                </a:lnTo>
              </a:path>
              <a:path w="21600" h="21600">
                <a:moveTo>
                  <a:pt x="9649" y="18692"/>
                </a:moveTo>
                <a:lnTo>
                  <a:pt x="9685" y="18692"/>
                </a:lnTo>
                <a:lnTo>
                  <a:pt x="9685" y="18766"/>
                </a:lnTo>
                <a:lnTo>
                  <a:pt x="9649" y="18766"/>
                </a:lnTo>
              </a:path>
              <a:path w="21600" h="21600">
                <a:moveTo>
                  <a:pt x="6935" y="18692"/>
                </a:moveTo>
                <a:lnTo>
                  <a:pt x="6972" y="18692"/>
                </a:lnTo>
                <a:lnTo>
                  <a:pt x="6972" y="18766"/>
                </a:lnTo>
                <a:lnTo>
                  <a:pt x="6935" y="18766"/>
                </a:lnTo>
              </a:path>
              <a:path w="21600" h="21600">
                <a:moveTo>
                  <a:pt x="4230" y="18692"/>
                </a:moveTo>
                <a:lnTo>
                  <a:pt x="4266" y="18692"/>
                </a:lnTo>
                <a:lnTo>
                  <a:pt x="4266" y="18766"/>
                </a:lnTo>
                <a:lnTo>
                  <a:pt x="4230" y="18766"/>
                </a:lnTo>
              </a:path>
              <a:path w="21600" h="21600">
                <a:moveTo>
                  <a:pt x="1517" y="18692"/>
                </a:moveTo>
                <a:lnTo>
                  <a:pt x="1553" y="18692"/>
                </a:lnTo>
                <a:lnTo>
                  <a:pt x="1553" y="18766"/>
                </a:lnTo>
                <a:lnTo>
                  <a:pt x="1517" y="18766"/>
                </a:lnTo>
              </a:path>
              <a:path w="21600" h="21600">
                <a:moveTo>
                  <a:pt x="10406" y="18686"/>
                </a:moveTo>
                <a:lnTo>
                  <a:pt x="10437" y="18686"/>
                </a:lnTo>
                <a:lnTo>
                  <a:pt x="10437" y="18750"/>
                </a:lnTo>
                <a:lnTo>
                  <a:pt x="10406" y="18750"/>
                </a:lnTo>
              </a:path>
              <a:path w="21600" h="21600">
                <a:moveTo>
                  <a:pt x="19448" y="18686"/>
                </a:moveTo>
                <a:lnTo>
                  <a:pt x="19473" y="18686"/>
                </a:lnTo>
                <a:lnTo>
                  <a:pt x="19473" y="18739"/>
                </a:lnTo>
                <a:lnTo>
                  <a:pt x="19448" y="18739"/>
                </a:lnTo>
              </a:path>
              <a:path w="21600" h="21600">
                <a:moveTo>
                  <a:pt x="760" y="18683"/>
                </a:moveTo>
                <a:lnTo>
                  <a:pt x="800" y="18683"/>
                </a:lnTo>
                <a:lnTo>
                  <a:pt x="800" y="18764"/>
                </a:lnTo>
                <a:lnTo>
                  <a:pt x="760" y="18764"/>
                </a:lnTo>
              </a:path>
              <a:path w="21600" h="21600">
                <a:moveTo>
                  <a:pt x="20954" y="18678"/>
                </a:moveTo>
                <a:lnTo>
                  <a:pt x="20987" y="18678"/>
                </a:lnTo>
                <a:lnTo>
                  <a:pt x="20987" y="18745"/>
                </a:lnTo>
                <a:lnTo>
                  <a:pt x="20954" y="18745"/>
                </a:lnTo>
              </a:path>
              <a:path w="21600" h="21600">
                <a:moveTo>
                  <a:pt x="18241" y="18678"/>
                </a:moveTo>
                <a:lnTo>
                  <a:pt x="18273" y="18678"/>
                </a:lnTo>
                <a:lnTo>
                  <a:pt x="18273" y="18745"/>
                </a:lnTo>
                <a:lnTo>
                  <a:pt x="18241" y="18745"/>
                </a:lnTo>
              </a:path>
              <a:path w="21600" h="21600">
                <a:moveTo>
                  <a:pt x="15535" y="18678"/>
                </a:moveTo>
                <a:lnTo>
                  <a:pt x="15568" y="18678"/>
                </a:lnTo>
                <a:lnTo>
                  <a:pt x="15568" y="18745"/>
                </a:lnTo>
                <a:lnTo>
                  <a:pt x="15535" y="18745"/>
                </a:lnTo>
              </a:path>
              <a:path w="21600" h="21600">
                <a:moveTo>
                  <a:pt x="12822" y="18678"/>
                </a:moveTo>
                <a:lnTo>
                  <a:pt x="12854" y="18678"/>
                </a:lnTo>
                <a:lnTo>
                  <a:pt x="12854" y="18745"/>
                </a:lnTo>
                <a:lnTo>
                  <a:pt x="12822" y="18745"/>
                </a:lnTo>
              </a:path>
              <a:path w="21600" h="21600">
                <a:moveTo>
                  <a:pt x="6031" y="18678"/>
                </a:moveTo>
                <a:lnTo>
                  <a:pt x="6064" y="18678"/>
                </a:lnTo>
                <a:lnTo>
                  <a:pt x="6064" y="18745"/>
                </a:lnTo>
                <a:lnTo>
                  <a:pt x="6031" y="18745"/>
                </a:lnTo>
              </a:path>
              <a:path w="21600" h="21600">
                <a:moveTo>
                  <a:pt x="3326" y="18678"/>
                </a:moveTo>
                <a:lnTo>
                  <a:pt x="3358" y="18678"/>
                </a:lnTo>
                <a:lnTo>
                  <a:pt x="3358" y="18745"/>
                </a:lnTo>
                <a:lnTo>
                  <a:pt x="3326" y="18745"/>
                </a:lnTo>
              </a:path>
              <a:path w="21600" h="21600">
                <a:moveTo>
                  <a:pt x="612" y="18678"/>
                </a:moveTo>
                <a:lnTo>
                  <a:pt x="645" y="18678"/>
                </a:lnTo>
                <a:lnTo>
                  <a:pt x="645" y="18745"/>
                </a:lnTo>
                <a:lnTo>
                  <a:pt x="612" y="18745"/>
                </a:lnTo>
              </a:path>
              <a:path w="21600" h="21600">
                <a:moveTo>
                  <a:pt x="20795" y="18677"/>
                </a:moveTo>
                <a:lnTo>
                  <a:pt x="20843" y="18677"/>
                </a:lnTo>
                <a:lnTo>
                  <a:pt x="20843" y="18776"/>
                </a:lnTo>
                <a:lnTo>
                  <a:pt x="20795" y="18776"/>
                </a:lnTo>
              </a:path>
              <a:path w="21600" h="21600">
                <a:moveTo>
                  <a:pt x="11757" y="18669"/>
                </a:moveTo>
                <a:lnTo>
                  <a:pt x="11805" y="18669"/>
                </a:lnTo>
                <a:lnTo>
                  <a:pt x="11805" y="18768"/>
                </a:lnTo>
                <a:lnTo>
                  <a:pt x="11757" y="18768"/>
                </a:lnTo>
              </a:path>
              <a:path w="21600" h="21600">
                <a:moveTo>
                  <a:pt x="9793" y="18669"/>
                </a:moveTo>
                <a:lnTo>
                  <a:pt x="9842" y="18669"/>
                </a:lnTo>
                <a:lnTo>
                  <a:pt x="9842" y="18768"/>
                </a:lnTo>
                <a:lnTo>
                  <a:pt x="9793" y="18768"/>
                </a:lnTo>
              </a:path>
              <a:path w="21600" h="21600">
                <a:moveTo>
                  <a:pt x="11167" y="18665"/>
                </a:moveTo>
                <a:lnTo>
                  <a:pt x="11187" y="18665"/>
                </a:lnTo>
                <a:lnTo>
                  <a:pt x="11187" y="18707"/>
                </a:lnTo>
                <a:lnTo>
                  <a:pt x="11167" y="18707"/>
                </a:lnTo>
              </a:path>
              <a:path w="21600" h="21600">
                <a:moveTo>
                  <a:pt x="16728" y="18664"/>
                </a:moveTo>
                <a:lnTo>
                  <a:pt x="16766" y="18664"/>
                </a:lnTo>
                <a:lnTo>
                  <a:pt x="16766" y="18741"/>
                </a:lnTo>
                <a:lnTo>
                  <a:pt x="16728" y="18741"/>
                </a:lnTo>
              </a:path>
              <a:path w="21600" h="21600">
                <a:moveTo>
                  <a:pt x="14022" y="18664"/>
                </a:moveTo>
                <a:lnTo>
                  <a:pt x="14060" y="18664"/>
                </a:lnTo>
                <a:lnTo>
                  <a:pt x="14060" y="18741"/>
                </a:lnTo>
                <a:lnTo>
                  <a:pt x="14022" y="18741"/>
                </a:lnTo>
              </a:path>
              <a:path w="21600" h="21600">
                <a:moveTo>
                  <a:pt x="11309" y="18664"/>
                </a:moveTo>
                <a:lnTo>
                  <a:pt x="11347" y="18664"/>
                </a:lnTo>
                <a:lnTo>
                  <a:pt x="11347" y="18741"/>
                </a:lnTo>
                <a:lnTo>
                  <a:pt x="11309" y="18741"/>
                </a:lnTo>
              </a:path>
              <a:path w="21600" h="21600">
                <a:moveTo>
                  <a:pt x="10252" y="18664"/>
                </a:moveTo>
                <a:lnTo>
                  <a:pt x="10289" y="18664"/>
                </a:lnTo>
                <a:lnTo>
                  <a:pt x="10289" y="18741"/>
                </a:lnTo>
                <a:lnTo>
                  <a:pt x="10252" y="18741"/>
                </a:lnTo>
              </a:path>
              <a:path w="21600" h="21600">
                <a:moveTo>
                  <a:pt x="7538" y="18664"/>
                </a:moveTo>
                <a:lnTo>
                  <a:pt x="7576" y="18664"/>
                </a:lnTo>
                <a:lnTo>
                  <a:pt x="7576" y="18741"/>
                </a:lnTo>
                <a:lnTo>
                  <a:pt x="7538" y="18741"/>
                </a:lnTo>
              </a:path>
              <a:path w="21600" h="21600">
                <a:moveTo>
                  <a:pt x="4833" y="18664"/>
                </a:moveTo>
                <a:lnTo>
                  <a:pt x="4871" y="18664"/>
                </a:lnTo>
                <a:lnTo>
                  <a:pt x="4871" y="18741"/>
                </a:lnTo>
                <a:lnTo>
                  <a:pt x="4833" y="18741"/>
                </a:lnTo>
              </a:path>
              <a:path w="21600" h="21600">
                <a:moveTo>
                  <a:pt x="2120" y="18664"/>
                </a:moveTo>
                <a:lnTo>
                  <a:pt x="2157" y="18664"/>
                </a:lnTo>
                <a:lnTo>
                  <a:pt x="2157" y="18741"/>
                </a:lnTo>
                <a:lnTo>
                  <a:pt x="2120" y="18741"/>
                </a:lnTo>
              </a:path>
              <a:path w="21600" h="21600">
                <a:moveTo>
                  <a:pt x="20194" y="18663"/>
                </a:moveTo>
                <a:lnTo>
                  <a:pt x="20237" y="18663"/>
                </a:lnTo>
                <a:lnTo>
                  <a:pt x="20237" y="18751"/>
                </a:lnTo>
                <a:lnTo>
                  <a:pt x="20194" y="18751"/>
                </a:lnTo>
              </a:path>
              <a:path w="21600" h="21600">
                <a:moveTo>
                  <a:pt x="14775" y="18663"/>
                </a:moveTo>
                <a:lnTo>
                  <a:pt x="14818" y="18663"/>
                </a:lnTo>
                <a:lnTo>
                  <a:pt x="14818" y="18751"/>
                </a:lnTo>
                <a:lnTo>
                  <a:pt x="14775" y="18751"/>
                </a:lnTo>
              </a:path>
              <a:path w="21600" h="21600">
                <a:moveTo>
                  <a:pt x="9494" y="18663"/>
                </a:moveTo>
                <a:lnTo>
                  <a:pt x="9537" y="18663"/>
                </a:lnTo>
                <a:lnTo>
                  <a:pt x="9537" y="18751"/>
                </a:lnTo>
                <a:lnTo>
                  <a:pt x="9494" y="18751"/>
                </a:lnTo>
              </a:path>
              <a:path w="21600" h="21600">
                <a:moveTo>
                  <a:pt x="6781" y="18663"/>
                </a:moveTo>
                <a:lnTo>
                  <a:pt x="6824" y="18663"/>
                </a:lnTo>
                <a:lnTo>
                  <a:pt x="6824" y="18751"/>
                </a:lnTo>
                <a:lnTo>
                  <a:pt x="6781" y="18751"/>
                </a:lnTo>
              </a:path>
              <a:path w="21600" h="21600">
                <a:moveTo>
                  <a:pt x="4075" y="18663"/>
                </a:moveTo>
                <a:lnTo>
                  <a:pt x="4118" y="18663"/>
                </a:lnTo>
                <a:lnTo>
                  <a:pt x="4118" y="18751"/>
                </a:lnTo>
                <a:lnTo>
                  <a:pt x="4075" y="18751"/>
                </a:lnTo>
              </a:path>
              <a:path w="21600" h="21600">
                <a:moveTo>
                  <a:pt x="6639" y="18659"/>
                </a:moveTo>
                <a:lnTo>
                  <a:pt x="6663" y="18659"/>
                </a:lnTo>
                <a:lnTo>
                  <a:pt x="6663" y="18708"/>
                </a:lnTo>
                <a:lnTo>
                  <a:pt x="6639" y="18708"/>
                </a:lnTo>
              </a:path>
              <a:path w="21600" h="21600">
                <a:moveTo>
                  <a:pt x="19750" y="18653"/>
                </a:moveTo>
                <a:lnTo>
                  <a:pt x="19774" y="18653"/>
                </a:lnTo>
                <a:lnTo>
                  <a:pt x="19774" y="18702"/>
                </a:lnTo>
                <a:lnTo>
                  <a:pt x="19750" y="18702"/>
                </a:lnTo>
              </a:path>
              <a:path w="21600" h="21600">
                <a:moveTo>
                  <a:pt x="18995" y="18653"/>
                </a:moveTo>
                <a:lnTo>
                  <a:pt x="19019" y="18653"/>
                </a:lnTo>
                <a:lnTo>
                  <a:pt x="19019" y="18702"/>
                </a:lnTo>
                <a:lnTo>
                  <a:pt x="18995" y="18702"/>
                </a:lnTo>
              </a:path>
              <a:path w="21600" h="21600">
                <a:moveTo>
                  <a:pt x="14331" y="18653"/>
                </a:moveTo>
                <a:lnTo>
                  <a:pt x="14355" y="18653"/>
                </a:lnTo>
                <a:lnTo>
                  <a:pt x="14355" y="18702"/>
                </a:lnTo>
                <a:lnTo>
                  <a:pt x="14331" y="18702"/>
                </a:lnTo>
              </a:path>
              <a:path w="21600" h="21600">
                <a:moveTo>
                  <a:pt x="13576" y="18653"/>
                </a:moveTo>
                <a:lnTo>
                  <a:pt x="13600" y="18653"/>
                </a:lnTo>
                <a:lnTo>
                  <a:pt x="13600" y="18702"/>
                </a:lnTo>
                <a:lnTo>
                  <a:pt x="13576" y="18702"/>
                </a:lnTo>
              </a:path>
              <a:path w="21600" h="21600">
                <a:moveTo>
                  <a:pt x="1825" y="18653"/>
                </a:moveTo>
                <a:lnTo>
                  <a:pt x="1849" y="18653"/>
                </a:lnTo>
                <a:lnTo>
                  <a:pt x="1849" y="18702"/>
                </a:lnTo>
                <a:lnTo>
                  <a:pt x="1825" y="18702"/>
                </a:lnTo>
              </a:path>
              <a:path w="21600" h="21600">
                <a:moveTo>
                  <a:pt x="20494" y="18637"/>
                </a:moveTo>
                <a:lnTo>
                  <a:pt x="20541" y="18637"/>
                </a:lnTo>
                <a:lnTo>
                  <a:pt x="20541" y="18733"/>
                </a:lnTo>
                <a:lnTo>
                  <a:pt x="20494" y="18733"/>
                </a:lnTo>
              </a:path>
              <a:path w="21600" h="21600">
                <a:moveTo>
                  <a:pt x="15075" y="18637"/>
                </a:moveTo>
                <a:lnTo>
                  <a:pt x="15122" y="18637"/>
                </a:lnTo>
                <a:lnTo>
                  <a:pt x="15122" y="18733"/>
                </a:lnTo>
                <a:lnTo>
                  <a:pt x="15075" y="18733"/>
                </a:lnTo>
              </a:path>
              <a:path w="21600" h="21600">
                <a:moveTo>
                  <a:pt x="6477" y="18637"/>
                </a:moveTo>
                <a:lnTo>
                  <a:pt x="6524" y="18637"/>
                </a:lnTo>
                <a:lnTo>
                  <a:pt x="6524" y="18733"/>
                </a:lnTo>
                <a:lnTo>
                  <a:pt x="6477" y="18733"/>
                </a:lnTo>
              </a:path>
              <a:path w="21600" h="21600">
                <a:moveTo>
                  <a:pt x="10852" y="18628"/>
                </a:moveTo>
                <a:lnTo>
                  <a:pt x="10898" y="18628"/>
                </a:lnTo>
                <a:lnTo>
                  <a:pt x="10898" y="18724"/>
                </a:lnTo>
                <a:lnTo>
                  <a:pt x="10852" y="18724"/>
                </a:lnTo>
              </a:path>
              <a:path w="21600" h="21600">
                <a:moveTo>
                  <a:pt x="21552" y="18624"/>
                </a:moveTo>
                <a:lnTo>
                  <a:pt x="21588" y="18624"/>
                </a:lnTo>
                <a:lnTo>
                  <a:pt x="21588" y="18698"/>
                </a:lnTo>
                <a:lnTo>
                  <a:pt x="21552" y="18698"/>
                </a:lnTo>
              </a:path>
              <a:path w="21600" h="21600">
                <a:moveTo>
                  <a:pt x="11" y="18624"/>
                </a:moveTo>
                <a:lnTo>
                  <a:pt x="47" y="18624"/>
                </a:lnTo>
                <a:lnTo>
                  <a:pt x="47" y="18698"/>
                </a:lnTo>
                <a:lnTo>
                  <a:pt x="11" y="18698"/>
                </a:lnTo>
              </a:path>
              <a:path w="21600" h="21600">
                <a:moveTo>
                  <a:pt x="21250" y="18622"/>
                </a:moveTo>
                <a:lnTo>
                  <a:pt x="21295" y="18622"/>
                </a:lnTo>
                <a:lnTo>
                  <a:pt x="21295" y="18713"/>
                </a:lnTo>
                <a:lnTo>
                  <a:pt x="21250" y="18713"/>
                </a:lnTo>
              </a:path>
              <a:path w="21600" h="21600">
                <a:moveTo>
                  <a:pt x="18537" y="18622"/>
                </a:moveTo>
                <a:lnTo>
                  <a:pt x="18581" y="18622"/>
                </a:lnTo>
                <a:lnTo>
                  <a:pt x="18581" y="18713"/>
                </a:lnTo>
                <a:lnTo>
                  <a:pt x="18537" y="18713"/>
                </a:lnTo>
              </a:path>
              <a:path w="21600" h="21600">
                <a:moveTo>
                  <a:pt x="15831" y="18622"/>
                </a:moveTo>
                <a:lnTo>
                  <a:pt x="15876" y="18622"/>
                </a:lnTo>
                <a:lnTo>
                  <a:pt x="15876" y="18713"/>
                </a:lnTo>
                <a:lnTo>
                  <a:pt x="15831" y="18713"/>
                </a:lnTo>
              </a:path>
              <a:path w="21600" h="21600">
                <a:moveTo>
                  <a:pt x="13118" y="18622"/>
                </a:moveTo>
                <a:lnTo>
                  <a:pt x="13162" y="18622"/>
                </a:lnTo>
                <a:lnTo>
                  <a:pt x="13162" y="18713"/>
                </a:lnTo>
                <a:lnTo>
                  <a:pt x="13118" y="18713"/>
                </a:lnTo>
              </a:path>
              <a:path w="21600" h="21600">
                <a:moveTo>
                  <a:pt x="8436" y="18622"/>
                </a:moveTo>
                <a:lnTo>
                  <a:pt x="8481" y="18622"/>
                </a:lnTo>
                <a:lnTo>
                  <a:pt x="8481" y="18713"/>
                </a:lnTo>
                <a:lnTo>
                  <a:pt x="8436" y="18713"/>
                </a:lnTo>
              </a:path>
              <a:path w="21600" h="21600">
                <a:moveTo>
                  <a:pt x="3018" y="18622"/>
                </a:moveTo>
                <a:lnTo>
                  <a:pt x="3062" y="18622"/>
                </a:lnTo>
                <a:lnTo>
                  <a:pt x="3062" y="18713"/>
                </a:lnTo>
                <a:lnTo>
                  <a:pt x="3018" y="18713"/>
                </a:lnTo>
              </a:path>
              <a:path w="21600" h="21600">
                <a:moveTo>
                  <a:pt x="304" y="18622"/>
                </a:moveTo>
                <a:lnTo>
                  <a:pt x="349" y="18622"/>
                </a:lnTo>
                <a:lnTo>
                  <a:pt x="349" y="18713"/>
                </a:lnTo>
                <a:lnTo>
                  <a:pt x="304" y="18713"/>
                </a:lnTo>
              </a:path>
              <a:path w="21600" h="21600">
                <a:moveTo>
                  <a:pt x="12359" y="18616"/>
                </a:moveTo>
                <a:lnTo>
                  <a:pt x="12411" y="18616"/>
                </a:lnTo>
                <a:lnTo>
                  <a:pt x="12411" y="18722"/>
                </a:lnTo>
                <a:lnTo>
                  <a:pt x="12359" y="18722"/>
                </a:lnTo>
              </a:path>
              <a:path w="21600" h="21600">
                <a:moveTo>
                  <a:pt x="9188" y="18616"/>
                </a:moveTo>
                <a:lnTo>
                  <a:pt x="9240" y="18616"/>
                </a:lnTo>
                <a:lnTo>
                  <a:pt x="9240" y="18722"/>
                </a:lnTo>
                <a:lnTo>
                  <a:pt x="9188" y="18722"/>
                </a:lnTo>
              </a:path>
              <a:path w="21600" h="21600">
                <a:moveTo>
                  <a:pt x="2716" y="18603"/>
                </a:moveTo>
                <a:lnTo>
                  <a:pt x="2769" y="18603"/>
                </a:lnTo>
                <a:lnTo>
                  <a:pt x="2769" y="18712"/>
                </a:lnTo>
                <a:lnTo>
                  <a:pt x="2716" y="18712"/>
                </a:lnTo>
              </a:path>
              <a:path w="21600" h="21600">
                <a:moveTo>
                  <a:pt x="18092" y="18595"/>
                </a:moveTo>
                <a:lnTo>
                  <a:pt x="18120" y="18595"/>
                </a:lnTo>
                <a:lnTo>
                  <a:pt x="18120" y="18651"/>
                </a:lnTo>
                <a:lnTo>
                  <a:pt x="18092" y="18651"/>
                </a:lnTo>
              </a:path>
              <a:path w="21600" h="21600">
                <a:moveTo>
                  <a:pt x="4378" y="18592"/>
                </a:moveTo>
                <a:lnTo>
                  <a:pt x="4419" y="18592"/>
                </a:lnTo>
                <a:lnTo>
                  <a:pt x="4419" y="18676"/>
                </a:lnTo>
                <a:lnTo>
                  <a:pt x="4378" y="18676"/>
                </a:lnTo>
              </a:path>
              <a:path w="21600" h="21600">
                <a:moveTo>
                  <a:pt x="3176" y="18576"/>
                </a:moveTo>
                <a:lnTo>
                  <a:pt x="3206" y="18576"/>
                </a:lnTo>
                <a:lnTo>
                  <a:pt x="3206" y="18636"/>
                </a:lnTo>
                <a:lnTo>
                  <a:pt x="3176" y="18636"/>
                </a:lnTo>
              </a:path>
              <a:path w="21600" h="21600">
                <a:moveTo>
                  <a:pt x="20648" y="18569"/>
                </a:moveTo>
                <a:lnTo>
                  <a:pt x="20689" y="18569"/>
                </a:lnTo>
                <a:lnTo>
                  <a:pt x="20689" y="18654"/>
                </a:lnTo>
                <a:lnTo>
                  <a:pt x="20648" y="18654"/>
                </a:lnTo>
              </a:path>
              <a:path w="21600" h="21600">
                <a:moveTo>
                  <a:pt x="19138" y="18569"/>
                </a:moveTo>
                <a:lnTo>
                  <a:pt x="19179" y="18569"/>
                </a:lnTo>
                <a:lnTo>
                  <a:pt x="19179" y="18654"/>
                </a:lnTo>
                <a:lnTo>
                  <a:pt x="19138" y="18654"/>
                </a:lnTo>
              </a:path>
              <a:path w="21600" h="21600">
                <a:moveTo>
                  <a:pt x="18689" y="18569"/>
                </a:moveTo>
                <a:lnTo>
                  <a:pt x="18731" y="18569"/>
                </a:lnTo>
                <a:lnTo>
                  <a:pt x="18731" y="18654"/>
                </a:lnTo>
                <a:lnTo>
                  <a:pt x="18689" y="18654"/>
                </a:lnTo>
              </a:path>
              <a:path w="21600" h="21600">
                <a:moveTo>
                  <a:pt x="18387" y="18569"/>
                </a:moveTo>
                <a:lnTo>
                  <a:pt x="18429" y="18569"/>
                </a:lnTo>
                <a:lnTo>
                  <a:pt x="18429" y="18654"/>
                </a:lnTo>
                <a:lnTo>
                  <a:pt x="18387" y="18654"/>
                </a:lnTo>
              </a:path>
              <a:path w="21600" h="21600">
                <a:moveTo>
                  <a:pt x="17934" y="18569"/>
                </a:moveTo>
                <a:lnTo>
                  <a:pt x="17976" y="18569"/>
                </a:lnTo>
                <a:lnTo>
                  <a:pt x="17976" y="18654"/>
                </a:lnTo>
                <a:lnTo>
                  <a:pt x="17934" y="18654"/>
                </a:lnTo>
              </a:path>
              <a:path w="21600" h="21600">
                <a:moveTo>
                  <a:pt x="16425" y="18569"/>
                </a:moveTo>
                <a:lnTo>
                  <a:pt x="16466" y="18569"/>
                </a:lnTo>
                <a:lnTo>
                  <a:pt x="16466" y="18654"/>
                </a:lnTo>
                <a:lnTo>
                  <a:pt x="16425" y="18654"/>
                </a:lnTo>
              </a:path>
              <a:path w="21600" h="21600">
                <a:moveTo>
                  <a:pt x="15983" y="18569"/>
                </a:moveTo>
                <a:lnTo>
                  <a:pt x="16025" y="18569"/>
                </a:lnTo>
                <a:lnTo>
                  <a:pt x="16025" y="18654"/>
                </a:lnTo>
                <a:lnTo>
                  <a:pt x="15983" y="18654"/>
                </a:lnTo>
              </a:path>
              <a:path w="21600" h="21600">
                <a:moveTo>
                  <a:pt x="15682" y="18569"/>
                </a:moveTo>
                <a:lnTo>
                  <a:pt x="15723" y="18569"/>
                </a:lnTo>
                <a:lnTo>
                  <a:pt x="15723" y="18654"/>
                </a:lnTo>
                <a:lnTo>
                  <a:pt x="15682" y="18654"/>
                </a:lnTo>
              </a:path>
              <a:path w="21600" h="21600">
                <a:moveTo>
                  <a:pt x="15229" y="18569"/>
                </a:moveTo>
                <a:lnTo>
                  <a:pt x="15270" y="18569"/>
                </a:lnTo>
                <a:lnTo>
                  <a:pt x="15270" y="18654"/>
                </a:lnTo>
                <a:lnTo>
                  <a:pt x="15229" y="18654"/>
                </a:lnTo>
              </a:path>
              <a:path w="21600" h="21600">
                <a:moveTo>
                  <a:pt x="13719" y="18569"/>
                </a:moveTo>
                <a:lnTo>
                  <a:pt x="13760" y="18569"/>
                </a:lnTo>
                <a:lnTo>
                  <a:pt x="13760" y="18654"/>
                </a:lnTo>
                <a:lnTo>
                  <a:pt x="13719" y="18654"/>
                </a:lnTo>
              </a:path>
              <a:path w="21600" h="21600">
                <a:moveTo>
                  <a:pt x="13270" y="18569"/>
                </a:moveTo>
                <a:lnTo>
                  <a:pt x="13312" y="18569"/>
                </a:lnTo>
                <a:lnTo>
                  <a:pt x="13312" y="18654"/>
                </a:lnTo>
                <a:lnTo>
                  <a:pt x="13270" y="18654"/>
                </a:lnTo>
              </a:path>
              <a:path w="21600" h="21600">
                <a:moveTo>
                  <a:pt x="12968" y="18569"/>
                </a:moveTo>
                <a:lnTo>
                  <a:pt x="13010" y="18569"/>
                </a:lnTo>
                <a:lnTo>
                  <a:pt x="13010" y="18654"/>
                </a:lnTo>
                <a:lnTo>
                  <a:pt x="12968" y="18654"/>
                </a:lnTo>
              </a:path>
              <a:path w="21600" h="21600">
                <a:moveTo>
                  <a:pt x="12515" y="18569"/>
                </a:moveTo>
                <a:lnTo>
                  <a:pt x="12557" y="18569"/>
                </a:lnTo>
                <a:lnTo>
                  <a:pt x="12557" y="18654"/>
                </a:lnTo>
                <a:lnTo>
                  <a:pt x="12515" y="18654"/>
                </a:lnTo>
              </a:path>
              <a:path w="21600" h="21600">
                <a:moveTo>
                  <a:pt x="11005" y="18569"/>
                </a:moveTo>
                <a:lnTo>
                  <a:pt x="11047" y="18569"/>
                </a:lnTo>
                <a:lnTo>
                  <a:pt x="11047" y="18654"/>
                </a:lnTo>
                <a:lnTo>
                  <a:pt x="11005" y="18654"/>
                </a:lnTo>
              </a:path>
              <a:path w="21600" h="21600">
                <a:moveTo>
                  <a:pt x="9042" y="18569"/>
                </a:moveTo>
                <a:lnTo>
                  <a:pt x="9083" y="18569"/>
                </a:lnTo>
                <a:lnTo>
                  <a:pt x="9083" y="18654"/>
                </a:lnTo>
                <a:lnTo>
                  <a:pt x="9042" y="18654"/>
                </a:lnTo>
              </a:path>
              <a:path w="21600" h="21600">
                <a:moveTo>
                  <a:pt x="8589" y="18569"/>
                </a:moveTo>
                <a:lnTo>
                  <a:pt x="8630" y="18569"/>
                </a:lnTo>
                <a:lnTo>
                  <a:pt x="8630" y="18654"/>
                </a:lnTo>
                <a:lnTo>
                  <a:pt x="8589" y="18654"/>
                </a:lnTo>
              </a:path>
              <a:path w="21600" h="21600">
                <a:moveTo>
                  <a:pt x="8287" y="18569"/>
                </a:moveTo>
                <a:lnTo>
                  <a:pt x="8328" y="18569"/>
                </a:lnTo>
                <a:lnTo>
                  <a:pt x="8328" y="18654"/>
                </a:lnTo>
                <a:lnTo>
                  <a:pt x="8287" y="18654"/>
                </a:lnTo>
              </a:path>
              <a:path w="21600" h="21600">
                <a:moveTo>
                  <a:pt x="7839" y="18569"/>
                </a:moveTo>
                <a:lnTo>
                  <a:pt x="7880" y="18569"/>
                </a:lnTo>
                <a:lnTo>
                  <a:pt x="7880" y="18654"/>
                </a:lnTo>
                <a:lnTo>
                  <a:pt x="7839" y="18654"/>
                </a:lnTo>
              </a:path>
              <a:path w="21600" h="21600">
                <a:moveTo>
                  <a:pt x="6329" y="18569"/>
                </a:moveTo>
                <a:lnTo>
                  <a:pt x="6370" y="18569"/>
                </a:lnTo>
                <a:lnTo>
                  <a:pt x="6370" y="18654"/>
                </a:lnTo>
                <a:lnTo>
                  <a:pt x="6329" y="18654"/>
                </a:lnTo>
              </a:path>
              <a:path w="21600" h="21600">
                <a:moveTo>
                  <a:pt x="5876" y="18569"/>
                </a:moveTo>
                <a:lnTo>
                  <a:pt x="5917" y="18569"/>
                </a:lnTo>
                <a:lnTo>
                  <a:pt x="5917" y="18654"/>
                </a:lnTo>
                <a:lnTo>
                  <a:pt x="5876" y="18654"/>
                </a:lnTo>
              </a:path>
              <a:path w="21600" h="21600">
                <a:moveTo>
                  <a:pt x="5574" y="18569"/>
                </a:moveTo>
                <a:lnTo>
                  <a:pt x="5615" y="18569"/>
                </a:lnTo>
                <a:lnTo>
                  <a:pt x="5615" y="18654"/>
                </a:lnTo>
                <a:lnTo>
                  <a:pt x="5574" y="18654"/>
                </a:lnTo>
              </a:path>
              <a:path w="21600" h="21600">
                <a:moveTo>
                  <a:pt x="5133" y="18569"/>
                </a:moveTo>
                <a:lnTo>
                  <a:pt x="5174" y="18569"/>
                </a:lnTo>
                <a:lnTo>
                  <a:pt x="5174" y="18654"/>
                </a:lnTo>
                <a:lnTo>
                  <a:pt x="5133" y="18654"/>
                </a:lnTo>
              </a:path>
              <a:path w="21600" h="21600">
                <a:moveTo>
                  <a:pt x="2420" y="18569"/>
                </a:moveTo>
                <a:lnTo>
                  <a:pt x="2461" y="18569"/>
                </a:lnTo>
                <a:lnTo>
                  <a:pt x="2461" y="18654"/>
                </a:lnTo>
                <a:lnTo>
                  <a:pt x="2420" y="18654"/>
                </a:lnTo>
              </a:path>
              <a:path w="21600" h="21600">
                <a:moveTo>
                  <a:pt x="910" y="18569"/>
                </a:moveTo>
                <a:lnTo>
                  <a:pt x="951" y="18569"/>
                </a:lnTo>
                <a:lnTo>
                  <a:pt x="951" y="18654"/>
                </a:lnTo>
                <a:lnTo>
                  <a:pt x="910" y="18654"/>
                </a:lnTo>
              </a:path>
              <a:path w="21600" h="21600">
                <a:moveTo>
                  <a:pt x="457" y="18569"/>
                </a:moveTo>
                <a:lnTo>
                  <a:pt x="498" y="18569"/>
                </a:lnTo>
                <a:lnTo>
                  <a:pt x="498" y="18654"/>
                </a:lnTo>
                <a:lnTo>
                  <a:pt x="457" y="18654"/>
                </a:lnTo>
              </a:path>
              <a:path w="21600" h="21600">
                <a:moveTo>
                  <a:pt x="155" y="18569"/>
                </a:moveTo>
                <a:lnTo>
                  <a:pt x="196" y="18569"/>
                </a:lnTo>
                <a:lnTo>
                  <a:pt x="196" y="18654"/>
                </a:lnTo>
                <a:lnTo>
                  <a:pt x="155" y="18654"/>
                </a:lnTo>
              </a:path>
              <a:path w="21600" h="21600">
                <a:moveTo>
                  <a:pt x="17186" y="18568"/>
                </a:moveTo>
                <a:lnTo>
                  <a:pt x="17215" y="18568"/>
                </a:lnTo>
                <a:lnTo>
                  <a:pt x="17215" y="18628"/>
                </a:lnTo>
                <a:lnTo>
                  <a:pt x="17186" y="18628"/>
                </a:lnTo>
              </a:path>
              <a:path w="21600" h="21600">
                <a:moveTo>
                  <a:pt x="19589" y="18568"/>
                </a:moveTo>
                <a:lnTo>
                  <a:pt x="19634" y="18568"/>
                </a:lnTo>
                <a:lnTo>
                  <a:pt x="19634" y="18659"/>
                </a:lnTo>
                <a:lnTo>
                  <a:pt x="19589" y="18659"/>
                </a:lnTo>
              </a:path>
              <a:path w="21600" h="21600">
                <a:moveTo>
                  <a:pt x="16876" y="18568"/>
                </a:moveTo>
                <a:lnTo>
                  <a:pt x="16921" y="18568"/>
                </a:lnTo>
                <a:lnTo>
                  <a:pt x="16921" y="18659"/>
                </a:lnTo>
                <a:lnTo>
                  <a:pt x="16876" y="18659"/>
                </a:lnTo>
              </a:path>
              <a:path w="21600" h="21600">
                <a:moveTo>
                  <a:pt x="7384" y="18568"/>
                </a:moveTo>
                <a:lnTo>
                  <a:pt x="7429" y="18568"/>
                </a:lnTo>
                <a:lnTo>
                  <a:pt x="7429" y="18659"/>
                </a:lnTo>
                <a:lnTo>
                  <a:pt x="7384" y="18659"/>
                </a:lnTo>
              </a:path>
              <a:path w="21600" h="21600">
                <a:moveTo>
                  <a:pt x="4678" y="18568"/>
                </a:moveTo>
                <a:lnTo>
                  <a:pt x="4723" y="18568"/>
                </a:lnTo>
                <a:lnTo>
                  <a:pt x="4723" y="18659"/>
                </a:lnTo>
                <a:lnTo>
                  <a:pt x="4678" y="18659"/>
                </a:lnTo>
              </a:path>
              <a:path w="21600" h="21600">
                <a:moveTo>
                  <a:pt x="1965" y="18568"/>
                </a:moveTo>
                <a:lnTo>
                  <a:pt x="2010" y="18568"/>
                </a:lnTo>
                <a:lnTo>
                  <a:pt x="2010" y="18659"/>
                </a:lnTo>
                <a:lnTo>
                  <a:pt x="1965" y="18659"/>
                </a:lnTo>
              </a:path>
              <a:path w="21600" h="21600">
                <a:moveTo>
                  <a:pt x="16276" y="18564"/>
                </a:moveTo>
                <a:lnTo>
                  <a:pt x="16312" y="18564"/>
                </a:lnTo>
                <a:lnTo>
                  <a:pt x="16312" y="18638"/>
                </a:lnTo>
                <a:lnTo>
                  <a:pt x="16276" y="18638"/>
                </a:lnTo>
              </a:path>
              <a:path w="21600" h="21600">
                <a:moveTo>
                  <a:pt x="5287" y="18564"/>
                </a:moveTo>
                <a:lnTo>
                  <a:pt x="5323" y="18564"/>
                </a:lnTo>
                <a:lnTo>
                  <a:pt x="5323" y="18638"/>
                </a:lnTo>
                <a:lnTo>
                  <a:pt x="5287" y="18638"/>
                </a:lnTo>
              </a:path>
              <a:path w="21600" h="21600">
                <a:moveTo>
                  <a:pt x="20355" y="18562"/>
                </a:moveTo>
                <a:lnTo>
                  <a:pt x="20377" y="18562"/>
                </a:lnTo>
                <a:lnTo>
                  <a:pt x="20377" y="18607"/>
                </a:lnTo>
                <a:lnTo>
                  <a:pt x="20355" y="18607"/>
                </a:lnTo>
              </a:path>
              <a:path w="21600" h="21600">
                <a:moveTo>
                  <a:pt x="2866" y="18560"/>
                </a:moveTo>
                <a:lnTo>
                  <a:pt x="2912" y="18560"/>
                </a:lnTo>
                <a:lnTo>
                  <a:pt x="2912" y="18655"/>
                </a:lnTo>
                <a:lnTo>
                  <a:pt x="2866" y="18655"/>
                </a:lnTo>
              </a:path>
              <a:path w="21600" h="21600">
                <a:moveTo>
                  <a:pt x="17031" y="18551"/>
                </a:moveTo>
                <a:lnTo>
                  <a:pt x="17067" y="18551"/>
                </a:lnTo>
                <a:lnTo>
                  <a:pt x="17067" y="18625"/>
                </a:lnTo>
                <a:lnTo>
                  <a:pt x="17031" y="18625"/>
                </a:lnTo>
              </a:path>
              <a:path w="21600" h="21600">
                <a:moveTo>
                  <a:pt x="11612" y="18551"/>
                </a:moveTo>
                <a:lnTo>
                  <a:pt x="11648" y="18551"/>
                </a:lnTo>
                <a:lnTo>
                  <a:pt x="11648" y="18625"/>
                </a:lnTo>
                <a:lnTo>
                  <a:pt x="11612" y="18625"/>
                </a:lnTo>
              </a:path>
              <a:path w="21600" h="21600">
                <a:moveTo>
                  <a:pt x="9950" y="18551"/>
                </a:moveTo>
                <a:lnTo>
                  <a:pt x="9987" y="18551"/>
                </a:lnTo>
                <a:lnTo>
                  <a:pt x="9987" y="18625"/>
                </a:lnTo>
                <a:lnTo>
                  <a:pt x="9950" y="18625"/>
                </a:lnTo>
              </a:path>
              <a:path w="21600" h="21600">
                <a:moveTo>
                  <a:pt x="4532" y="18551"/>
                </a:moveTo>
                <a:lnTo>
                  <a:pt x="4568" y="18551"/>
                </a:lnTo>
                <a:lnTo>
                  <a:pt x="4568" y="18625"/>
                </a:lnTo>
                <a:lnTo>
                  <a:pt x="4532" y="18625"/>
                </a:lnTo>
              </a:path>
              <a:path w="21600" h="21600">
                <a:moveTo>
                  <a:pt x="13409" y="18539"/>
                </a:moveTo>
                <a:lnTo>
                  <a:pt x="13466" y="18539"/>
                </a:lnTo>
                <a:lnTo>
                  <a:pt x="13466" y="18654"/>
                </a:lnTo>
                <a:lnTo>
                  <a:pt x="13409" y="18654"/>
                </a:lnTo>
              </a:path>
              <a:path w="21600" h="21600">
                <a:moveTo>
                  <a:pt x="8133" y="18539"/>
                </a:moveTo>
                <a:lnTo>
                  <a:pt x="8189" y="18539"/>
                </a:lnTo>
                <a:lnTo>
                  <a:pt x="8189" y="18654"/>
                </a:lnTo>
                <a:lnTo>
                  <a:pt x="8133" y="18654"/>
                </a:lnTo>
              </a:path>
              <a:path w="21600" h="21600">
                <a:moveTo>
                  <a:pt x="5728" y="18527"/>
                </a:moveTo>
                <a:lnTo>
                  <a:pt x="5764" y="18527"/>
                </a:lnTo>
                <a:lnTo>
                  <a:pt x="5764" y="18601"/>
                </a:lnTo>
                <a:lnTo>
                  <a:pt x="5728" y="18601"/>
                </a:lnTo>
              </a:path>
              <a:path w="21600" h="21600">
                <a:moveTo>
                  <a:pt x="12072" y="18519"/>
                </a:moveTo>
                <a:lnTo>
                  <a:pt x="12094" y="18519"/>
                </a:lnTo>
                <a:lnTo>
                  <a:pt x="12094" y="18565"/>
                </a:lnTo>
                <a:lnTo>
                  <a:pt x="12072" y="18565"/>
                </a:lnTo>
              </a:path>
              <a:path w="21600" h="21600">
                <a:moveTo>
                  <a:pt x="10407" y="18509"/>
                </a:moveTo>
                <a:lnTo>
                  <a:pt x="10436" y="18509"/>
                </a:lnTo>
                <a:lnTo>
                  <a:pt x="10436" y="18569"/>
                </a:lnTo>
                <a:lnTo>
                  <a:pt x="10407" y="18569"/>
                </a:lnTo>
              </a:path>
              <a:path w="21600" h="21600">
                <a:moveTo>
                  <a:pt x="19751" y="18504"/>
                </a:moveTo>
                <a:lnTo>
                  <a:pt x="19774" y="18504"/>
                </a:lnTo>
                <a:lnTo>
                  <a:pt x="19774" y="18549"/>
                </a:lnTo>
                <a:lnTo>
                  <a:pt x="19751" y="18549"/>
                </a:lnTo>
              </a:path>
              <a:path w="21600" h="21600">
                <a:moveTo>
                  <a:pt x="18996" y="18504"/>
                </a:moveTo>
                <a:lnTo>
                  <a:pt x="19019" y="18504"/>
                </a:lnTo>
                <a:lnTo>
                  <a:pt x="19019" y="18549"/>
                </a:lnTo>
                <a:lnTo>
                  <a:pt x="18996" y="18549"/>
                </a:lnTo>
              </a:path>
              <a:path w="21600" h="21600">
                <a:moveTo>
                  <a:pt x="14332" y="18504"/>
                </a:moveTo>
                <a:lnTo>
                  <a:pt x="14354" y="18504"/>
                </a:lnTo>
                <a:lnTo>
                  <a:pt x="14354" y="18549"/>
                </a:lnTo>
                <a:lnTo>
                  <a:pt x="14332" y="18549"/>
                </a:lnTo>
              </a:path>
              <a:path w="21600" h="21600">
                <a:moveTo>
                  <a:pt x="13577" y="18504"/>
                </a:moveTo>
                <a:lnTo>
                  <a:pt x="13600" y="18504"/>
                </a:lnTo>
                <a:lnTo>
                  <a:pt x="13600" y="18549"/>
                </a:lnTo>
                <a:lnTo>
                  <a:pt x="13577" y="18549"/>
                </a:lnTo>
              </a:path>
              <a:path w="21600" h="21600">
                <a:moveTo>
                  <a:pt x="1825" y="18504"/>
                </a:moveTo>
                <a:lnTo>
                  <a:pt x="1848" y="18504"/>
                </a:lnTo>
                <a:lnTo>
                  <a:pt x="1848" y="18549"/>
                </a:lnTo>
                <a:lnTo>
                  <a:pt x="1825" y="18549"/>
                </a:lnTo>
              </a:path>
              <a:path w="21600" h="21600">
                <a:moveTo>
                  <a:pt x="17636" y="18498"/>
                </a:moveTo>
                <a:lnTo>
                  <a:pt x="17670" y="18498"/>
                </a:lnTo>
                <a:lnTo>
                  <a:pt x="17670" y="18569"/>
                </a:lnTo>
                <a:lnTo>
                  <a:pt x="17636" y="18569"/>
                </a:lnTo>
              </a:path>
              <a:path w="21600" h="21600">
                <a:moveTo>
                  <a:pt x="14930" y="18498"/>
                </a:moveTo>
                <a:lnTo>
                  <a:pt x="14964" y="18498"/>
                </a:lnTo>
                <a:lnTo>
                  <a:pt x="14964" y="18569"/>
                </a:lnTo>
                <a:lnTo>
                  <a:pt x="14930" y="18569"/>
                </a:lnTo>
              </a:path>
              <a:path w="21600" h="21600">
                <a:moveTo>
                  <a:pt x="12217" y="18498"/>
                </a:moveTo>
                <a:lnTo>
                  <a:pt x="12251" y="18498"/>
                </a:lnTo>
                <a:lnTo>
                  <a:pt x="12251" y="18569"/>
                </a:lnTo>
                <a:lnTo>
                  <a:pt x="12217" y="18569"/>
                </a:lnTo>
              </a:path>
              <a:path w="21600" h="21600">
                <a:moveTo>
                  <a:pt x="9347" y="18498"/>
                </a:moveTo>
                <a:lnTo>
                  <a:pt x="9382" y="18498"/>
                </a:lnTo>
                <a:lnTo>
                  <a:pt x="9382" y="18569"/>
                </a:lnTo>
                <a:lnTo>
                  <a:pt x="9347" y="18569"/>
                </a:lnTo>
              </a:path>
              <a:path w="21600" h="21600">
                <a:moveTo>
                  <a:pt x="3929" y="18498"/>
                </a:moveTo>
                <a:lnTo>
                  <a:pt x="3963" y="18498"/>
                </a:lnTo>
                <a:lnTo>
                  <a:pt x="3963" y="18569"/>
                </a:lnTo>
                <a:lnTo>
                  <a:pt x="3929" y="18569"/>
                </a:lnTo>
              </a:path>
              <a:path w="21600" h="21600">
                <a:moveTo>
                  <a:pt x="1216" y="18498"/>
                </a:moveTo>
                <a:lnTo>
                  <a:pt x="1250" y="18498"/>
                </a:lnTo>
                <a:lnTo>
                  <a:pt x="1250" y="18569"/>
                </a:lnTo>
                <a:lnTo>
                  <a:pt x="1216" y="18569"/>
                </a:lnTo>
              </a:path>
              <a:path w="21600" h="21600">
                <a:moveTo>
                  <a:pt x="1057" y="18497"/>
                </a:moveTo>
                <a:lnTo>
                  <a:pt x="1107" y="18497"/>
                </a:lnTo>
                <a:lnTo>
                  <a:pt x="1107" y="18599"/>
                </a:lnTo>
                <a:lnTo>
                  <a:pt x="1057" y="18599"/>
                </a:lnTo>
              </a:path>
              <a:path w="21600" h="21600">
                <a:moveTo>
                  <a:pt x="10556" y="18496"/>
                </a:moveTo>
                <a:lnTo>
                  <a:pt x="10589" y="18496"/>
                </a:lnTo>
                <a:lnTo>
                  <a:pt x="10589" y="18563"/>
                </a:lnTo>
                <a:lnTo>
                  <a:pt x="10556" y="18563"/>
                </a:lnTo>
              </a:path>
              <a:path w="21600" h="21600">
                <a:moveTo>
                  <a:pt x="21408" y="18493"/>
                </a:moveTo>
                <a:lnTo>
                  <a:pt x="21439" y="18493"/>
                </a:lnTo>
                <a:lnTo>
                  <a:pt x="21439" y="18556"/>
                </a:lnTo>
                <a:lnTo>
                  <a:pt x="21408" y="18556"/>
                </a:lnTo>
              </a:path>
              <a:path w="21600" h="21600">
                <a:moveTo>
                  <a:pt x="19288" y="18492"/>
                </a:moveTo>
                <a:lnTo>
                  <a:pt x="19331" y="18492"/>
                </a:lnTo>
                <a:lnTo>
                  <a:pt x="19331" y="18580"/>
                </a:lnTo>
                <a:lnTo>
                  <a:pt x="19288" y="18580"/>
                </a:lnTo>
              </a:path>
              <a:path w="21600" h="21600">
                <a:moveTo>
                  <a:pt x="13869" y="18492"/>
                </a:moveTo>
                <a:lnTo>
                  <a:pt x="13912" y="18492"/>
                </a:lnTo>
                <a:lnTo>
                  <a:pt x="13912" y="18580"/>
                </a:lnTo>
                <a:lnTo>
                  <a:pt x="13869" y="18580"/>
                </a:lnTo>
              </a:path>
              <a:path w="21600" h="21600">
                <a:moveTo>
                  <a:pt x="7687" y="18492"/>
                </a:moveTo>
                <a:lnTo>
                  <a:pt x="7730" y="18492"/>
                </a:lnTo>
                <a:lnTo>
                  <a:pt x="7730" y="18580"/>
                </a:lnTo>
                <a:lnTo>
                  <a:pt x="7687" y="18580"/>
                </a:lnTo>
              </a:path>
              <a:path w="21600" h="21600">
                <a:moveTo>
                  <a:pt x="2268" y="18492"/>
                </a:moveTo>
                <a:lnTo>
                  <a:pt x="2311" y="18492"/>
                </a:lnTo>
                <a:lnTo>
                  <a:pt x="2311" y="18580"/>
                </a:lnTo>
                <a:lnTo>
                  <a:pt x="2268" y="18580"/>
                </a:lnTo>
              </a:path>
              <a:path w="21600" h="21600">
                <a:moveTo>
                  <a:pt x="20955" y="18492"/>
                </a:moveTo>
                <a:lnTo>
                  <a:pt x="20986" y="18492"/>
                </a:lnTo>
                <a:lnTo>
                  <a:pt x="20986" y="18555"/>
                </a:lnTo>
                <a:lnTo>
                  <a:pt x="20955" y="18555"/>
                </a:lnTo>
              </a:path>
              <a:path w="21600" h="21600">
                <a:moveTo>
                  <a:pt x="18242" y="18492"/>
                </a:moveTo>
                <a:lnTo>
                  <a:pt x="18272" y="18492"/>
                </a:lnTo>
                <a:lnTo>
                  <a:pt x="18272" y="18555"/>
                </a:lnTo>
                <a:lnTo>
                  <a:pt x="18242" y="18555"/>
                </a:lnTo>
              </a:path>
              <a:path w="21600" h="21600">
                <a:moveTo>
                  <a:pt x="15536" y="18492"/>
                </a:moveTo>
                <a:lnTo>
                  <a:pt x="15567" y="18492"/>
                </a:lnTo>
                <a:lnTo>
                  <a:pt x="15567" y="18555"/>
                </a:lnTo>
                <a:lnTo>
                  <a:pt x="15536" y="18555"/>
                </a:lnTo>
              </a:path>
              <a:path w="21600" h="21600">
                <a:moveTo>
                  <a:pt x="12822" y="18492"/>
                </a:moveTo>
                <a:lnTo>
                  <a:pt x="12853" y="18492"/>
                </a:lnTo>
                <a:lnTo>
                  <a:pt x="12853" y="18555"/>
                </a:lnTo>
                <a:lnTo>
                  <a:pt x="12822" y="18555"/>
                </a:lnTo>
              </a:path>
              <a:path w="21600" h="21600">
                <a:moveTo>
                  <a:pt x="6032" y="18492"/>
                </a:moveTo>
                <a:lnTo>
                  <a:pt x="6063" y="18492"/>
                </a:lnTo>
                <a:lnTo>
                  <a:pt x="6063" y="18555"/>
                </a:lnTo>
                <a:lnTo>
                  <a:pt x="6032" y="18555"/>
                </a:lnTo>
              </a:path>
              <a:path w="21600" h="21600">
                <a:moveTo>
                  <a:pt x="3326" y="18492"/>
                </a:moveTo>
                <a:lnTo>
                  <a:pt x="3357" y="18492"/>
                </a:lnTo>
                <a:lnTo>
                  <a:pt x="3357" y="18555"/>
                </a:lnTo>
                <a:lnTo>
                  <a:pt x="3326" y="18555"/>
                </a:lnTo>
              </a:path>
              <a:path w="21600" h="21600">
                <a:moveTo>
                  <a:pt x="613" y="18492"/>
                </a:moveTo>
                <a:lnTo>
                  <a:pt x="644" y="18492"/>
                </a:lnTo>
                <a:lnTo>
                  <a:pt x="644" y="18555"/>
                </a:lnTo>
                <a:lnTo>
                  <a:pt x="613" y="18555"/>
                </a:lnTo>
              </a:path>
              <a:path w="21600" h="21600">
                <a:moveTo>
                  <a:pt x="17778" y="18491"/>
                </a:moveTo>
                <a:lnTo>
                  <a:pt x="17830" y="18491"/>
                </a:lnTo>
                <a:lnTo>
                  <a:pt x="17830" y="18597"/>
                </a:lnTo>
                <a:lnTo>
                  <a:pt x="17778" y="18597"/>
                </a:lnTo>
              </a:path>
              <a:path w="21600" h="21600">
                <a:moveTo>
                  <a:pt x="3769" y="18491"/>
                </a:moveTo>
                <a:lnTo>
                  <a:pt x="3821" y="18491"/>
                </a:lnTo>
                <a:lnTo>
                  <a:pt x="3821" y="18597"/>
                </a:lnTo>
                <a:lnTo>
                  <a:pt x="3769" y="18597"/>
                </a:lnTo>
              </a:path>
              <a:path w="21600" h="21600">
                <a:moveTo>
                  <a:pt x="1662" y="18489"/>
                </a:moveTo>
                <a:lnTo>
                  <a:pt x="1709" y="18489"/>
                </a:lnTo>
                <a:lnTo>
                  <a:pt x="1709" y="18584"/>
                </a:lnTo>
                <a:lnTo>
                  <a:pt x="1662" y="18584"/>
                </a:lnTo>
              </a:path>
              <a:path w="21600" h="21600">
                <a:moveTo>
                  <a:pt x="20047" y="18484"/>
                </a:moveTo>
                <a:lnTo>
                  <a:pt x="20082" y="18484"/>
                </a:lnTo>
                <a:lnTo>
                  <a:pt x="20082" y="18554"/>
                </a:lnTo>
                <a:lnTo>
                  <a:pt x="20047" y="18554"/>
                </a:lnTo>
              </a:path>
              <a:path w="21600" h="21600">
                <a:moveTo>
                  <a:pt x="17334" y="18484"/>
                </a:moveTo>
                <a:lnTo>
                  <a:pt x="17368" y="18484"/>
                </a:lnTo>
                <a:lnTo>
                  <a:pt x="17368" y="18554"/>
                </a:lnTo>
                <a:lnTo>
                  <a:pt x="17334" y="18554"/>
                </a:lnTo>
              </a:path>
              <a:path w="21600" h="21600">
                <a:moveTo>
                  <a:pt x="11915" y="18484"/>
                </a:moveTo>
                <a:lnTo>
                  <a:pt x="11949" y="18484"/>
                </a:lnTo>
                <a:lnTo>
                  <a:pt x="11949" y="18554"/>
                </a:lnTo>
                <a:lnTo>
                  <a:pt x="11915" y="18554"/>
                </a:lnTo>
              </a:path>
              <a:path w="21600" h="21600">
                <a:moveTo>
                  <a:pt x="9649" y="18484"/>
                </a:moveTo>
                <a:lnTo>
                  <a:pt x="9684" y="18484"/>
                </a:lnTo>
                <a:lnTo>
                  <a:pt x="9684" y="18554"/>
                </a:lnTo>
                <a:lnTo>
                  <a:pt x="9649" y="18554"/>
                </a:lnTo>
              </a:path>
              <a:path w="21600" h="21600">
                <a:moveTo>
                  <a:pt x="6936" y="18484"/>
                </a:moveTo>
                <a:lnTo>
                  <a:pt x="6971" y="18484"/>
                </a:lnTo>
                <a:lnTo>
                  <a:pt x="6971" y="18554"/>
                </a:lnTo>
                <a:lnTo>
                  <a:pt x="6936" y="18554"/>
                </a:lnTo>
              </a:path>
              <a:path w="21600" h="21600">
                <a:moveTo>
                  <a:pt x="4231" y="18484"/>
                </a:moveTo>
                <a:lnTo>
                  <a:pt x="4265" y="18484"/>
                </a:lnTo>
                <a:lnTo>
                  <a:pt x="4265" y="18554"/>
                </a:lnTo>
                <a:lnTo>
                  <a:pt x="4231" y="18554"/>
                </a:lnTo>
              </a:path>
              <a:path w="21600" h="21600">
                <a:moveTo>
                  <a:pt x="1517" y="18484"/>
                </a:moveTo>
                <a:lnTo>
                  <a:pt x="1552" y="18484"/>
                </a:lnTo>
                <a:lnTo>
                  <a:pt x="1552" y="18554"/>
                </a:lnTo>
                <a:lnTo>
                  <a:pt x="1517" y="18554"/>
                </a:lnTo>
              </a:path>
              <a:path w="21600" h="21600">
                <a:moveTo>
                  <a:pt x="12668" y="18470"/>
                </a:moveTo>
                <a:lnTo>
                  <a:pt x="12706" y="18470"/>
                </a:lnTo>
                <a:lnTo>
                  <a:pt x="12706" y="18548"/>
                </a:lnTo>
                <a:lnTo>
                  <a:pt x="12668" y="18548"/>
                </a:lnTo>
              </a:path>
              <a:path w="21600" h="21600">
                <a:moveTo>
                  <a:pt x="8893" y="18470"/>
                </a:moveTo>
                <a:lnTo>
                  <a:pt x="8931" y="18470"/>
                </a:lnTo>
                <a:lnTo>
                  <a:pt x="8931" y="18548"/>
                </a:lnTo>
                <a:lnTo>
                  <a:pt x="8893" y="18548"/>
                </a:lnTo>
              </a:path>
              <a:path w="21600" h="21600">
                <a:moveTo>
                  <a:pt x="3474" y="18470"/>
                </a:moveTo>
                <a:lnTo>
                  <a:pt x="3512" y="18470"/>
                </a:lnTo>
                <a:lnTo>
                  <a:pt x="3512" y="18548"/>
                </a:lnTo>
                <a:lnTo>
                  <a:pt x="3474" y="18548"/>
                </a:lnTo>
              </a:path>
              <a:path w="21600" h="21600">
                <a:moveTo>
                  <a:pt x="19448" y="18463"/>
                </a:moveTo>
                <a:lnTo>
                  <a:pt x="19472" y="18463"/>
                </a:lnTo>
                <a:lnTo>
                  <a:pt x="19472" y="18512"/>
                </a:lnTo>
                <a:lnTo>
                  <a:pt x="19448" y="18512"/>
                </a:lnTo>
              </a:path>
              <a:path w="21600" h="21600">
                <a:moveTo>
                  <a:pt x="11454" y="18453"/>
                </a:moveTo>
                <a:lnTo>
                  <a:pt x="11504" y="18453"/>
                </a:lnTo>
                <a:lnTo>
                  <a:pt x="11504" y="18556"/>
                </a:lnTo>
                <a:lnTo>
                  <a:pt x="11454" y="18556"/>
                </a:lnTo>
              </a:path>
              <a:path w="21600" h="21600">
                <a:moveTo>
                  <a:pt x="6640" y="18452"/>
                </a:moveTo>
                <a:lnTo>
                  <a:pt x="6663" y="18452"/>
                </a:lnTo>
                <a:lnTo>
                  <a:pt x="6663" y="18498"/>
                </a:lnTo>
                <a:lnTo>
                  <a:pt x="6640" y="18498"/>
                </a:lnTo>
              </a:path>
              <a:path w="21600" h="21600">
                <a:moveTo>
                  <a:pt x="21106" y="18451"/>
                </a:moveTo>
                <a:lnTo>
                  <a:pt x="21137" y="18451"/>
                </a:lnTo>
                <a:lnTo>
                  <a:pt x="21137" y="18514"/>
                </a:lnTo>
                <a:lnTo>
                  <a:pt x="21106" y="18514"/>
                </a:lnTo>
              </a:path>
              <a:path w="21600" h="21600">
                <a:moveTo>
                  <a:pt x="3628" y="18451"/>
                </a:moveTo>
                <a:lnTo>
                  <a:pt x="3659" y="18451"/>
                </a:lnTo>
                <a:lnTo>
                  <a:pt x="3659" y="18514"/>
                </a:lnTo>
                <a:lnTo>
                  <a:pt x="3628" y="18514"/>
                </a:lnTo>
              </a:path>
              <a:path w="21600" h="21600">
                <a:moveTo>
                  <a:pt x="16729" y="18441"/>
                </a:moveTo>
                <a:lnTo>
                  <a:pt x="16765" y="18441"/>
                </a:lnTo>
                <a:lnTo>
                  <a:pt x="16765" y="18515"/>
                </a:lnTo>
                <a:lnTo>
                  <a:pt x="16729" y="18515"/>
                </a:lnTo>
              </a:path>
              <a:path w="21600" h="21600">
                <a:moveTo>
                  <a:pt x="14023" y="18441"/>
                </a:moveTo>
                <a:lnTo>
                  <a:pt x="14059" y="18441"/>
                </a:lnTo>
                <a:lnTo>
                  <a:pt x="14059" y="18515"/>
                </a:lnTo>
                <a:lnTo>
                  <a:pt x="14023" y="18515"/>
                </a:lnTo>
              </a:path>
              <a:path w="21600" h="21600">
                <a:moveTo>
                  <a:pt x="11310" y="18441"/>
                </a:moveTo>
                <a:lnTo>
                  <a:pt x="11346" y="18441"/>
                </a:lnTo>
                <a:lnTo>
                  <a:pt x="11346" y="18515"/>
                </a:lnTo>
                <a:lnTo>
                  <a:pt x="11310" y="18515"/>
                </a:lnTo>
              </a:path>
              <a:path w="21600" h="21600">
                <a:moveTo>
                  <a:pt x="10252" y="18441"/>
                </a:moveTo>
                <a:lnTo>
                  <a:pt x="10289" y="18441"/>
                </a:lnTo>
                <a:lnTo>
                  <a:pt x="10289" y="18515"/>
                </a:lnTo>
                <a:lnTo>
                  <a:pt x="10252" y="18515"/>
                </a:lnTo>
              </a:path>
              <a:path w="21600" h="21600">
                <a:moveTo>
                  <a:pt x="7539" y="18441"/>
                </a:moveTo>
                <a:lnTo>
                  <a:pt x="7575" y="18441"/>
                </a:lnTo>
                <a:lnTo>
                  <a:pt x="7575" y="18515"/>
                </a:lnTo>
                <a:lnTo>
                  <a:pt x="7539" y="18515"/>
                </a:lnTo>
              </a:path>
              <a:path w="21600" h="21600">
                <a:moveTo>
                  <a:pt x="4834" y="18441"/>
                </a:moveTo>
                <a:lnTo>
                  <a:pt x="4870" y="18441"/>
                </a:lnTo>
                <a:lnTo>
                  <a:pt x="4870" y="18515"/>
                </a:lnTo>
                <a:lnTo>
                  <a:pt x="4834" y="18515"/>
                </a:lnTo>
              </a:path>
              <a:path w="21600" h="21600">
                <a:moveTo>
                  <a:pt x="2120" y="18441"/>
                </a:moveTo>
                <a:lnTo>
                  <a:pt x="2157" y="18441"/>
                </a:lnTo>
                <a:lnTo>
                  <a:pt x="2157" y="18515"/>
                </a:lnTo>
                <a:lnTo>
                  <a:pt x="2120" y="18515"/>
                </a:lnTo>
              </a:path>
              <a:path w="21600" h="21600">
                <a:moveTo>
                  <a:pt x="1369" y="18439"/>
                </a:moveTo>
                <a:lnTo>
                  <a:pt x="1398" y="18439"/>
                </a:lnTo>
                <a:lnTo>
                  <a:pt x="1398" y="18499"/>
                </a:lnTo>
                <a:lnTo>
                  <a:pt x="1369" y="18499"/>
                </a:lnTo>
              </a:path>
              <a:path w="21600" h="21600">
                <a:moveTo>
                  <a:pt x="21553" y="18435"/>
                </a:moveTo>
                <a:lnTo>
                  <a:pt x="21587" y="18435"/>
                </a:lnTo>
                <a:lnTo>
                  <a:pt x="21587" y="18505"/>
                </a:lnTo>
                <a:lnTo>
                  <a:pt x="21553" y="18505"/>
                </a:lnTo>
              </a:path>
              <a:path w="21600" h="21600">
                <a:moveTo>
                  <a:pt x="12" y="18435"/>
                </a:moveTo>
                <a:lnTo>
                  <a:pt x="46" y="18435"/>
                </a:lnTo>
                <a:lnTo>
                  <a:pt x="46" y="18505"/>
                </a:lnTo>
                <a:lnTo>
                  <a:pt x="12" y="18505"/>
                </a:lnTo>
              </a:path>
              <a:path w="21600" h="21600">
                <a:moveTo>
                  <a:pt x="14177" y="18434"/>
                </a:moveTo>
                <a:lnTo>
                  <a:pt x="14208" y="18434"/>
                </a:lnTo>
                <a:lnTo>
                  <a:pt x="14208" y="18497"/>
                </a:lnTo>
                <a:lnTo>
                  <a:pt x="14177" y="18497"/>
                </a:lnTo>
              </a:path>
              <a:path w="21600" h="21600">
                <a:moveTo>
                  <a:pt x="20195" y="18388"/>
                </a:moveTo>
                <a:lnTo>
                  <a:pt x="20236" y="18388"/>
                </a:lnTo>
                <a:lnTo>
                  <a:pt x="20236" y="18473"/>
                </a:lnTo>
                <a:lnTo>
                  <a:pt x="20195" y="18473"/>
                </a:lnTo>
              </a:path>
              <a:path w="21600" h="21600">
                <a:moveTo>
                  <a:pt x="14776" y="18388"/>
                </a:moveTo>
                <a:lnTo>
                  <a:pt x="14817" y="18388"/>
                </a:lnTo>
                <a:lnTo>
                  <a:pt x="14817" y="18473"/>
                </a:lnTo>
                <a:lnTo>
                  <a:pt x="14776" y="18473"/>
                </a:lnTo>
              </a:path>
              <a:path w="21600" h="21600">
                <a:moveTo>
                  <a:pt x="9495" y="18388"/>
                </a:moveTo>
                <a:lnTo>
                  <a:pt x="9536" y="18388"/>
                </a:lnTo>
                <a:lnTo>
                  <a:pt x="9536" y="18473"/>
                </a:lnTo>
                <a:lnTo>
                  <a:pt x="9495" y="18473"/>
                </a:lnTo>
              </a:path>
              <a:path w="21600" h="21600">
                <a:moveTo>
                  <a:pt x="6782" y="18388"/>
                </a:moveTo>
                <a:lnTo>
                  <a:pt x="6823" y="18388"/>
                </a:lnTo>
                <a:lnTo>
                  <a:pt x="6823" y="18473"/>
                </a:lnTo>
                <a:lnTo>
                  <a:pt x="6782" y="18473"/>
                </a:lnTo>
              </a:path>
              <a:path w="21600" h="21600">
                <a:moveTo>
                  <a:pt x="4076" y="18388"/>
                </a:moveTo>
                <a:lnTo>
                  <a:pt x="4118" y="18388"/>
                </a:lnTo>
                <a:lnTo>
                  <a:pt x="4118" y="18473"/>
                </a:lnTo>
                <a:lnTo>
                  <a:pt x="4076" y="18473"/>
                </a:lnTo>
              </a:path>
              <a:path w="21600" h="21600">
                <a:moveTo>
                  <a:pt x="16572" y="18380"/>
                </a:moveTo>
                <a:lnTo>
                  <a:pt x="16620" y="18380"/>
                </a:lnTo>
                <a:lnTo>
                  <a:pt x="16620" y="18479"/>
                </a:lnTo>
                <a:lnTo>
                  <a:pt x="16572" y="18479"/>
                </a:lnTo>
              </a:path>
              <a:path w="21600" h="21600">
                <a:moveTo>
                  <a:pt x="4979" y="18380"/>
                </a:moveTo>
                <a:lnTo>
                  <a:pt x="5027" y="18380"/>
                </a:lnTo>
                <a:lnTo>
                  <a:pt x="5027" y="18479"/>
                </a:lnTo>
                <a:lnTo>
                  <a:pt x="4979" y="18479"/>
                </a:lnTo>
              </a:path>
              <a:path w="21600" h="21600">
                <a:moveTo>
                  <a:pt x="10103" y="18369"/>
                </a:moveTo>
                <a:lnTo>
                  <a:pt x="10136" y="18369"/>
                </a:lnTo>
                <a:lnTo>
                  <a:pt x="10136" y="18436"/>
                </a:lnTo>
                <a:lnTo>
                  <a:pt x="10103" y="18436"/>
                </a:lnTo>
              </a:path>
              <a:path w="21600" h="21600">
                <a:moveTo>
                  <a:pt x="15381" y="18364"/>
                </a:moveTo>
                <a:lnTo>
                  <a:pt x="15419" y="18364"/>
                </a:lnTo>
                <a:lnTo>
                  <a:pt x="15419" y="18442"/>
                </a:lnTo>
                <a:lnTo>
                  <a:pt x="15381" y="18442"/>
                </a:lnTo>
              </a:path>
              <a:path w="21600" h="21600">
                <a:moveTo>
                  <a:pt x="18093" y="18360"/>
                </a:moveTo>
                <a:lnTo>
                  <a:pt x="18119" y="18360"/>
                </a:lnTo>
                <a:lnTo>
                  <a:pt x="18119" y="18413"/>
                </a:lnTo>
                <a:lnTo>
                  <a:pt x="18093" y="18413"/>
                </a:lnTo>
              </a:path>
              <a:path w="21600" h="21600">
                <a:moveTo>
                  <a:pt x="20356" y="18355"/>
                </a:moveTo>
                <a:lnTo>
                  <a:pt x="20377" y="18355"/>
                </a:lnTo>
                <a:lnTo>
                  <a:pt x="20377" y="18397"/>
                </a:lnTo>
                <a:lnTo>
                  <a:pt x="20356" y="18397"/>
                </a:lnTo>
              </a:path>
              <a:path w="21600" h="21600">
                <a:moveTo>
                  <a:pt x="19752" y="18355"/>
                </a:moveTo>
                <a:lnTo>
                  <a:pt x="19773" y="18355"/>
                </a:lnTo>
                <a:lnTo>
                  <a:pt x="19773" y="18397"/>
                </a:lnTo>
                <a:lnTo>
                  <a:pt x="19752" y="18397"/>
                </a:lnTo>
              </a:path>
              <a:path w="21600" h="21600">
                <a:moveTo>
                  <a:pt x="18997" y="18355"/>
                </a:moveTo>
                <a:lnTo>
                  <a:pt x="19018" y="18355"/>
                </a:lnTo>
                <a:lnTo>
                  <a:pt x="19018" y="18397"/>
                </a:lnTo>
                <a:lnTo>
                  <a:pt x="18997" y="18397"/>
                </a:lnTo>
              </a:path>
              <a:path w="21600" h="21600">
                <a:moveTo>
                  <a:pt x="14333" y="18355"/>
                </a:moveTo>
                <a:lnTo>
                  <a:pt x="14354" y="18355"/>
                </a:lnTo>
                <a:lnTo>
                  <a:pt x="14354" y="18397"/>
                </a:lnTo>
                <a:lnTo>
                  <a:pt x="14333" y="18397"/>
                </a:lnTo>
              </a:path>
              <a:path w="21600" h="21600">
                <a:moveTo>
                  <a:pt x="13578" y="18355"/>
                </a:moveTo>
                <a:lnTo>
                  <a:pt x="13599" y="18355"/>
                </a:lnTo>
                <a:lnTo>
                  <a:pt x="13599" y="18397"/>
                </a:lnTo>
                <a:lnTo>
                  <a:pt x="13578" y="18397"/>
                </a:lnTo>
              </a:path>
              <a:path w="21600" h="21600">
                <a:moveTo>
                  <a:pt x="1826" y="18355"/>
                </a:moveTo>
                <a:lnTo>
                  <a:pt x="1847" y="18355"/>
                </a:lnTo>
                <a:lnTo>
                  <a:pt x="1847" y="18397"/>
                </a:lnTo>
                <a:lnTo>
                  <a:pt x="1826" y="18397"/>
                </a:lnTo>
              </a:path>
              <a:path w="21600" h="21600">
                <a:moveTo>
                  <a:pt x="16277" y="18349"/>
                </a:moveTo>
                <a:lnTo>
                  <a:pt x="16311" y="18349"/>
                </a:lnTo>
                <a:lnTo>
                  <a:pt x="16311" y="18419"/>
                </a:lnTo>
                <a:lnTo>
                  <a:pt x="16277" y="18419"/>
                </a:lnTo>
              </a:path>
              <a:path w="21600" h="21600">
                <a:moveTo>
                  <a:pt x="5287" y="18349"/>
                </a:moveTo>
                <a:lnTo>
                  <a:pt x="5322" y="18349"/>
                </a:lnTo>
                <a:lnTo>
                  <a:pt x="5322" y="18419"/>
                </a:lnTo>
                <a:lnTo>
                  <a:pt x="5287" y="18419"/>
                </a:lnTo>
              </a:path>
              <a:path w="21600" h="21600">
                <a:moveTo>
                  <a:pt x="17032" y="18334"/>
                </a:moveTo>
                <a:lnTo>
                  <a:pt x="17066" y="18334"/>
                </a:lnTo>
                <a:lnTo>
                  <a:pt x="17066" y="18405"/>
                </a:lnTo>
                <a:lnTo>
                  <a:pt x="17032" y="18405"/>
                </a:lnTo>
              </a:path>
              <a:path w="21600" h="21600">
                <a:moveTo>
                  <a:pt x="11613" y="18334"/>
                </a:moveTo>
                <a:lnTo>
                  <a:pt x="11647" y="18334"/>
                </a:lnTo>
                <a:lnTo>
                  <a:pt x="11647" y="18405"/>
                </a:lnTo>
                <a:lnTo>
                  <a:pt x="11613" y="18405"/>
                </a:lnTo>
              </a:path>
              <a:path w="21600" h="21600">
                <a:moveTo>
                  <a:pt x="9951" y="18334"/>
                </a:moveTo>
                <a:lnTo>
                  <a:pt x="9986" y="18334"/>
                </a:lnTo>
                <a:lnTo>
                  <a:pt x="9986" y="18405"/>
                </a:lnTo>
                <a:lnTo>
                  <a:pt x="9951" y="18405"/>
                </a:lnTo>
              </a:path>
              <a:path w="21600" h="21600">
                <a:moveTo>
                  <a:pt x="4533" y="18334"/>
                </a:moveTo>
                <a:lnTo>
                  <a:pt x="4567" y="18334"/>
                </a:lnTo>
                <a:lnTo>
                  <a:pt x="4567" y="18405"/>
                </a:lnTo>
                <a:lnTo>
                  <a:pt x="4533" y="18405"/>
                </a:lnTo>
              </a:path>
              <a:path w="21600" h="21600">
                <a:moveTo>
                  <a:pt x="10408" y="18332"/>
                </a:moveTo>
                <a:lnTo>
                  <a:pt x="10435" y="18332"/>
                </a:lnTo>
                <a:lnTo>
                  <a:pt x="10435" y="18389"/>
                </a:lnTo>
                <a:lnTo>
                  <a:pt x="10408" y="18389"/>
                </a:lnTo>
              </a:path>
              <a:path w="21600" h="21600">
                <a:moveTo>
                  <a:pt x="4379" y="18332"/>
                </a:moveTo>
                <a:lnTo>
                  <a:pt x="4419" y="18332"/>
                </a:lnTo>
                <a:lnTo>
                  <a:pt x="4419" y="18413"/>
                </a:lnTo>
                <a:lnTo>
                  <a:pt x="4379" y="18413"/>
                </a:lnTo>
              </a:path>
              <a:path w="21600" h="21600">
                <a:moveTo>
                  <a:pt x="761" y="18328"/>
                </a:moveTo>
                <a:lnTo>
                  <a:pt x="799" y="18328"/>
                </a:lnTo>
                <a:lnTo>
                  <a:pt x="799" y="18406"/>
                </a:lnTo>
                <a:lnTo>
                  <a:pt x="761" y="18406"/>
                </a:lnTo>
              </a:path>
              <a:path w="21600" h="21600">
                <a:moveTo>
                  <a:pt x="20796" y="18322"/>
                </a:moveTo>
                <a:lnTo>
                  <a:pt x="20843" y="18322"/>
                </a:lnTo>
                <a:lnTo>
                  <a:pt x="20843" y="18417"/>
                </a:lnTo>
                <a:lnTo>
                  <a:pt x="20796" y="18417"/>
                </a:lnTo>
              </a:path>
              <a:path w="21600" h="21600">
                <a:moveTo>
                  <a:pt x="21251" y="18321"/>
                </a:moveTo>
                <a:lnTo>
                  <a:pt x="21294" y="18321"/>
                </a:lnTo>
                <a:lnTo>
                  <a:pt x="21294" y="18409"/>
                </a:lnTo>
                <a:lnTo>
                  <a:pt x="21251" y="18409"/>
                </a:lnTo>
              </a:path>
              <a:path w="21600" h="21600">
                <a:moveTo>
                  <a:pt x="18537" y="18321"/>
                </a:moveTo>
                <a:lnTo>
                  <a:pt x="18581" y="18321"/>
                </a:lnTo>
                <a:lnTo>
                  <a:pt x="18581" y="18409"/>
                </a:lnTo>
                <a:lnTo>
                  <a:pt x="18537" y="18409"/>
                </a:lnTo>
              </a:path>
              <a:path w="21600" h="21600">
                <a:moveTo>
                  <a:pt x="15832" y="18321"/>
                </a:moveTo>
                <a:lnTo>
                  <a:pt x="15875" y="18321"/>
                </a:lnTo>
                <a:lnTo>
                  <a:pt x="15875" y="18409"/>
                </a:lnTo>
                <a:lnTo>
                  <a:pt x="15832" y="18409"/>
                </a:lnTo>
              </a:path>
              <a:path w="21600" h="21600">
                <a:moveTo>
                  <a:pt x="13118" y="18321"/>
                </a:moveTo>
                <a:lnTo>
                  <a:pt x="13161" y="18321"/>
                </a:lnTo>
                <a:lnTo>
                  <a:pt x="13161" y="18409"/>
                </a:lnTo>
                <a:lnTo>
                  <a:pt x="13118" y="18409"/>
                </a:lnTo>
              </a:path>
              <a:path w="21600" h="21600">
                <a:moveTo>
                  <a:pt x="8437" y="18321"/>
                </a:moveTo>
                <a:lnTo>
                  <a:pt x="8480" y="18321"/>
                </a:lnTo>
                <a:lnTo>
                  <a:pt x="8480" y="18409"/>
                </a:lnTo>
                <a:lnTo>
                  <a:pt x="8437" y="18409"/>
                </a:lnTo>
              </a:path>
              <a:path w="21600" h="21600">
                <a:moveTo>
                  <a:pt x="3018" y="18321"/>
                </a:moveTo>
                <a:lnTo>
                  <a:pt x="3061" y="18321"/>
                </a:lnTo>
                <a:lnTo>
                  <a:pt x="3061" y="18409"/>
                </a:lnTo>
                <a:lnTo>
                  <a:pt x="3018" y="18409"/>
                </a:lnTo>
              </a:path>
              <a:path w="21600" h="21600">
                <a:moveTo>
                  <a:pt x="305" y="18321"/>
                </a:moveTo>
                <a:lnTo>
                  <a:pt x="348" y="18321"/>
                </a:lnTo>
                <a:lnTo>
                  <a:pt x="348" y="18409"/>
                </a:lnTo>
                <a:lnTo>
                  <a:pt x="305" y="18409"/>
                </a:lnTo>
              </a:path>
              <a:path w="21600" h="21600">
                <a:moveTo>
                  <a:pt x="3177" y="18315"/>
                </a:moveTo>
                <a:lnTo>
                  <a:pt x="3205" y="18315"/>
                </a:lnTo>
                <a:lnTo>
                  <a:pt x="3205" y="18371"/>
                </a:lnTo>
                <a:lnTo>
                  <a:pt x="3177" y="18371"/>
                </a:lnTo>
              </a:path>
              <a:path w="21600" h="21600">
                <a:moveTo>
                  <a:pt x="11758" y="18313"/>
                </a:moveTo>
                <a:lnTo>
                  <a:pt x="11804" y="18313"/>
                </a:lnTo>
                <a:lnTo>
                  <a:pt x="11804" y="18408"/>
                </a:lnTo>
                <a:lnTo>
                  <a:pt x="11758" y="18408"/>
                </a:lnTo>
              </a:path>
              <a:path w="21600" h="21600">
                <a:moveTo>
                  <a:pt x="9794" y="18313"/>
                </a:moveTo>
                <a:lnTo>
                  <a:pt x="9841" y="18313"/>
                </a:lnTo>
                <a:lnTo>
                  <a:pt x="9841" y="18408"/>
                </a:lnTo>
                <a:lnTo>
                  <a:pt x="9794" y="18408"/>
                </a:lnTo>
              </a:path>
              <a:path w="21600" h="21600">
                <a:moveTo>
                  <a:pt x="20495" y="18311"/>
                </a:moveTo>
                <a:lnTo>
                  <a:pt x="20540" y="18311"/>
                </a:lnTo>
                <a:lnTo>
                  <a:pt x="20540" y="18403"/>
                </a:lnTo>
                <a:lnTo>
                  <a:pt x="20495" y="18403"/>
                </a:lnTo>
              </a:path>
              <a:path w="21600" h="21600">
                <a:moveTo>
                  <a:pt x="15076" y="18311"/>
                </a:moveTo>
                <a:lnTo>
                  <a:pt x="15121" y="18311"/>
                </a:lnTo>
                <a:lnTo>
                  <a:pt x="15121" y="18403"/>
                </a:lnTo>
                <a:lnTo>
                  <a:pt x="15076" y="18403"/>
                </a:lnTo>
              </a:path>
              <a:path w="21600" h="21600">
                <a:moveTo>
                  <a:pt x="6478" y="18311"/>
                </a:moveTo>
                <a:lnTo>
                  <a:pt x="6523" y="18311"/>
                </a:lnTo>
                <a:lnTo>
                  <a:pt x="6523" y="18403"/>
                </a:lnTo>
                <a:lnTo>
                  <a:pt x="6478" y="18403"/>
                </a:lnTo>
              </a:path>
              <a:path w="21600" h="21600">
                <a:moveTo>
                  <a:pt x="17186" y="18308"/>
                </a:moveTo>
                <a:lnTo>
                  <a:pt x="17214" y="18308"/>
                </a:lnTo>
                <a:lnTo>
                  <a:pt x="17214" y="18364"/>
                </a:lnTo>
                <a:lnTo>
                  <a:pt x="17186" y="18364"/>
                </a:lnTo>
              </a:path>
              <a:path w="21600" h="21600">
                <a:moveTo>
                  <a:pt x="20649" y="18308"/>
                </a:moveTo>
                <a:lnTo>
                  <a:pt x="20688" y="18308"/>
                </a:lnTo>
                <a:lnTo>
                  <a:pt x="20688" y="18389"/>
                </a:lnTo>
                <a:lnTo>
                  <a:pt x="20649" y="18389"/>
                </a:lnTo>
              </a:path>
              <a:path w="21600" h="21600">
                <a:moveTo>
                  <a:pt x="19139" y="18308"/>
                </a:moveTo>
                <a:lnTo>
                  <a:pt x="19178" y="18308"/>
                </a:lnTo>
                <a:lnTo>
                  <a:pt x="19178" y="18389"/>
                </a:lnTo>
                <a:lnTo>
                  <a:pt x="19139" y="18389"/>
                </a:lnTo>
              </a:path>
              <a:path w="21600" h="21600">
                <a:moveTo>
                  <a:pt x="18690" y="18308"/>
                </a:moveTo>
                <a:lnTo>
                  <a:pt x="18730" y="18308"/>
                </a:lnTo>
                <a:lnTo>
                  <a:pt x="18730" y="18389"/>
                </a:lnTo>
                <a:lnTo>
                  <a:pt x="18690" y="18389"/>
                </a:lnTo>
              </a:path>
              <a:path w="21600" h="21600">
                <a:moveTo>
                  <a:pt x="18388" y="18308"/>
                </a:moveTo>
                <a:lnTo>
                  <a:pt x="18428" y="18308"/>
                </a:lnTo>
                <a:lnTo>
                  <a:pt x="18428" y="18389"/>
                </a:lnTo>
                <a:lnTo>
                  <a:pt x="18388" y="18389"/>
                </a:lnTo>
              </a:path>
              <a:path w="21600" h="21600">
                <a:moveTo>
                  <a:pt x="17935" y="18308"/>
                </a:moveTo>
                <a:lnTo>
                  <a:pt x="17975" y="18308"/>
                </a:lnTo>
                <a:lnTo>
                  <a:pt x="17975" y="18389"/>
                </a:lnTo>
                <a:lnTo>
                  <a:pt x="17935" y="18389"/>
                </a:lnTo>
              </a:path>
              <a:path w="21600" h="21600">
                <a:moveTo>
                  <a:pt x="16425" y="18308"/>
                </a:moveTo>
                <a:lnTo>
                  <a:pt x="16465" y="18308"/>
                </a:lnTo>
                <a:lnTo>
                  <a:pt x="16465" y="18389"/>
                </a:lnTo>
                <a:lnTo>
                  <a:pt x="16425" y="18389"/>
                </a:lnTo>
              </a:path>
              <a:path w="21600" h="21600">
                <a:moveTo>
                  <a:pt x="15984" y="18308"/>
                </a:moveTo>
                <a:lnTo>
                  <a:pt x="16024" y="18308"/>
                </a:lnTo>
                <a:lnTo>
                  <a:pt x="16024" y="18389"/>
                </a:lnTo>
                <a:lnTo>
                  <a:pt x="15984" y="18389"/>
                </a:lnTo>
              </a:path>
              <a:path w="21600" h="21600">
                <a:moveTo>
                  <a:pt x="15682" y="18308"/>
                </a:moveTo>
                <a:lnTo>
                  <a:pt x="15722" y="18308"/>
                </a:lnTo>
                <a:lnTo>
                  <a:pt x="15722" y="18389"/>
                </a:lnTo>
                <a:lnTo>
                  <a:pt x="15682" y="18389"/>
                </a:lnTo>
              </a:path>
              <a:path w="21600" h="21600">
                <a:moveTo>
                  <a:pt x="15229" y="18308"/>
                </a:moveTo>
                <a:lnTo>
                  <a:pt x="15269" y="18308"/>
                </a:lnTo>
                <a:lnTo>
                  <a:pt x="15269" y="18389"/>
                </a:lnTo>
                <a:lnTo>
                  <a:pt x="15229" y="18389"/>
                </a:lnTo>
              </a:path>
              <a:path w="21600" h="21600">
                <a:moveTo>
                  <a:pt x="13720" y="18308"/>
                </a:moveTo>
                <a:lnTo>
                  <a:pt x="13759" y="18308"/>
                </a:lnTo>
                <a:lnTo>
                  <a:pt x="13759" y="18389"/>
                </a:lnTo>
                <a:lnTo>
                  <a:pt x="13720" y="18389"/>
                </a:lnTo>
              </a:path>
              <a:path w="21600" h="21600">
                <a:moveTo>
                  <a:pt x="13271" y="18308"/>
                </a:moveTo>
                <a:lnTo>
                  <a:pt x="13311" y="18308"/>
                </a:lnTo>
                <a:lnTo>
                  <a:pt x="13311" y="18389"/>
                </a:lnTo>
                <a:lnTo>
                  <a:pt x="13271" y="18389"/>
                </a:lnTo>
              </a:path>
              <a:path w="21600" h="21600">
                <a:moveTo>
                  <a:pt x="12969" y="18308"/>
                </a:moveTo>
                <a:lnTo>
                  <a:pt x="13009" y="18308"/>
                </a:lnTo>
                <a:lnTo>
                  <a:pt x="13009" y="18389"/>
                </a:lnTo>
                <a:lnTo>
                  <a:pt x="12969" y="18389"/>
                </a:lnTo>
              </a:path>
              <a:path w="21600" h="21600">
                <a:moveTo>
                  <a:pt x="12516" y="18308"/>
                </a:moveTo>
                <a:lnTo>
                  <a:pt x="12556" y="18308"/>
                </a:lnTo>
                <a:lnTo>
                  <a:pt x="12556" y="18389"/>
                </a:lnTo>
                <a:lnTo>
                  <a:pt x="12516" y="18389"/>
                </a:lnTo>
              </a:path>
              <a:path w="21600" h="21600">
                <a:moveTo>
                  <a:pt x="11006" y="18308"/>
                </a:moveTo>
                <a:lnTo>
                  <a:pt x="11046" y="18308"/>
                </a:lnTo>
                <a:lnTo>
                  <a:pt x="11046" y="18389"/>
                </a:lnTo>
                <a:lnTo>
                  <a:pt x="11006" y="18389"/>
                </a:lnTo>
              </a:path>
              <a:path w="21600" h="21600">
                <a:moveTo>
                  <a:pt x="9043" y="18308"/>
                </a:moveTo>
                <a:lnTo>
                  <a:pt x="9082" y="18308"/>
                </a:lnTo>
                <a:lnTo>
                  <a:pt x="9082" y="18389"/>
                </a:lnTo>
                <a:lnTo>
                  <a:pt x="9043" y="18389"/>
                </a:lnTo>
              </a:path>
              <a:path w="21600" h="21600">
                <a:moveTo>
                  <a:pt x="8590" y="18308"/>
                </a:moveTo>
                <a:lnTo>
                  <a:pt x="8629" y="18308"/>
                </a:lnTo>
                <a:lnTo>
                  <a:pt x="8629" y="18389"/>
                </a:lnTo>
                <a:lnTo>
                  <a:pt x="8590" y="18389"/>
                </a:lnTo>
              </a:path>
              <a:path w="21600" h="21600">
                <a:moveTo>
                  <a:pt x="8288" y="18308"/>
                </a:moveTo>
                <a:lnTo>
                  <a:pt x="8328" y="18308"/>
                </a:lnTo>
                <a:lnTo>
                  <a:pt x="8328" y="18389"/>
                </a:lnTo>
                <a:lnTo>
                  <a:pt x="8288" y="18389"/>
                </a:lnTo>
              </a:path>
              <a:path w="21600" h="21600">
                <a:moveTo>
                  <a:pt x="7839" y="18308"/>
                </a:moveTo>
                <a:lnTo>
                  <a:pt x="7879" y="18308"/>
                </a:lnTo>
                <a:lnTo>
                  <a:pt x="7879" y="18389"/>
                </a:lnTo>
                <a:lnTo>
                  <a:pt x="7839" y="18389"/>
                </a:lnTo>
              </a:path>
              <a:path w="21600" h="21600">
                <a:moveTo>
                  <a:pt x="6330" y="18308"/>
                </a:moveTo>
                <a:lnTo>
                  <a:pt x="6369" y="18308"/>
                </a:lnTo>
                <a:lnTo>
                  <a:pt x="6369" y="18389"/>
                </a:lnTo>
                <a:lnTo>
                  <a:pt x="6330" y="18389"/>
                </a:lnTo>
              </a:path>
              <a:path w="21600" h="21600">
                <a:moveTo>
                  <a:pt x="5877" y="18308"/>
                </a:moveTo>
                <a:lnTo>
                  <a:pt x="5916" y="18308"/>
                </a:lnTo>
                <a:lnTo>
                  <a:pt x="5916" y="18389"/>
                </a:lnTo>
                <a:lnTo>
                  <a:pt x="5877" y="18389"/>
                </a:lnTo>
              </a:path>
              <a:path w="21600" h="21600">
                <a:moveTo>
                  <a:pt x="5575" y="18308"/>
                </a:moveTo>
                <a:lnTo>
                  <a:pt x="5614" y="18308"/>
                </a:lnTo>
                <a:lnTo>
                  <a:pt x="5614" y="18389"/>
                </a:lnTo>
                <a:lnTo>
                  <a:pt x="5575" y="18389"/>
                </a:lnTo>
              </a:path>
              <a:path w="21600" h="21600">
                <a:moveTo>
                  <a:pt x="5134" y="18308"/>
                </a:moveTo>
                <a:lnTo>
                  <a:pt x="5174" y="18308"/>
                </a:lnTo>
                <a:lnTo>
                  <a:pt x="5174" y="18389"/>
                </a:lnTo>
                <a:lnTo>
                  <a:pt x="5134" y="18389"/>
                </a:lnTo>
              </a:path>
              <a:path w="21600" h="21600">
                <a:moveTo>
                  <a:pt x="2421" y="18308"/>
                </a:moveTo>
                <a:lnTo>
                  <a:pt x="2460" y="18308"/>
                </a:lnTo>
                <a:lnTo>
                  <a:pt x="2460" y="18389"/>
                </a:lnTo>
                <a:lnTo>
                  <a:pt x="2421" y="18389"/>
                </a:lnTo>
              </a:path>
              <a:path w="21600" h="21600">
                <a:moveTo>
                  <a:pt x="911" y="18308"/>
                </a:moveTo>
                <a:lnTo>
                  <a:pt x="951" y="18308"/>
                </a:lnTo>
                <a:lnTo>
                  <a:pt x="951" y="18389"/>
                </a:lnTo>
                <a:lnTo>
                  <a:pt x="911" y="18389"/>
                </a:lnTo>
              </a:path>
              <a:path w="21600" h="21600">
                <a:moveTo>
                  <a:pt x="458" y="18308"/>
                </a:moveTo>
                <a:lnTo>
                  <a:pt x="498" y="18308"/>
                </a:lnTo>
                <a:lnTo>
                  <a:pt x="498" y="18389"/>
                </a:lnTo>
                <a:lnTo>
                  <a:pt x="458" y="18389"/>
                </a:lnTo>
              </a:path>
              <a:path w="21600" h="21600">
                <a:moveTo>
                  <a:pt x="156" y="18308"/>
                </a:moveTo>
                <a:lnTo>
                  <a:pt x="196" y="18308"/>
                </a:lnTo>
                <a:lnTo>
                  <a:pt x="196" y="18389"/>
                </a:lnTo>
                <a:lnTo>
                  <a:pt x="156" y="18389"/>
                </a:lnTo>
              </a:path>
              <a:path w="21600" h="21600">
                <a:moveTo>
                  <a:pt x="20956" y="18305"/>
                </a:moveTo>
                <a:lnTo>
                  <a:pt x="20985" y="18305"/>
                </a:lnTo>
                <a:lnTo>
                  <a:pt x="20985" y="18365"/>
                </a:lnTo>
                <a:lnTo>
                  <a:pt x="20956" y="18365"/>
                </a:lnTo>
              </a:path>
              <a:path w="21600" h="21600">
                <a:moveTo>
                  <a:pt x="18242" y="18305"/>
                </a:moveTo>
                <a:lnTo>
                  <a:pt x="18272" y="18305"/>
                </a:lnTo>
                <a:lnTo>
                  <a:pt x="18272" y="18365"/>
                </a:lnTo>
                <a:lnTo>
                  <a:pt x="18242" y="18365"/>
                </a:lnTo>
              </a:path>
              <a:path w="21600" h="21600">
                <a:moveTo>
                  <a:pt x="15537" y="18305"/>
                </a:moveTo>
                <a:lnTo>
                  <a:pt x="15566" y="18305"/>
                </a:lnTo>
                <a:lnTo>
                  <a:pt x="15566" y="18365"/>
                </a:lnTo>
                <a:lnTo>
                  <a:pt x="15537" y="18365"/>
                </a:lnTo>
              </a:path>
              <a:path w="21600" h="21600">
                <a:moveTo>
                  <a:pt x="12823" y="18305"/>
                </a:moveTo>
                <a:lnTo>
                  <a:pt x="12853" y="18305"/>
                </a:lnTo>
                <a:lnTo>
                  <a:pt x="12853" y="18365"/>
                </a:lnTo>
                <a:lnTo>
                  <a:pt x="12823" y="18365"/>
                </a:lnTo>
              </a:path>
              <a:path w="21600" h="21600">
                <a:moveTo>
                  <a:pt x="6033" y="18305"/>
                </a:moveTo>
                <a:lnTo>
                  <a:pt x="6062" y="18305"/>
                </a:lnTo>
                <a:lnTo>
                  <a:pt x="6062" y="18365"/>
                </a:lnTo>
                <a:lnTo>
                  <a:pt x="6033" y="18365"/>
                </a:lnTo>
              </a:path>
              <a:path w="21600" h="21600">
                <a:moveTo>
                  <a:pt x="3327" y="18305"/>
                </a:moveTo>
                <a:lnTo>
                  <a:pt x="3356" y="18305"/>
                </a:lnTo>
                <a:lnTo>
                  <a:pt x="3356" y="18365"/>
                </a:lnTo>
                <a:lnTo>
                  <a:pt x="3327" y="18365"/>
                </a:lnTo>
              </a:path>
              <a:path w="21600" h="21600">
                <a:moveTo>
                  <a:pt x="614" y="18305"/>
                </a:moveTo>
                <a:lnTo>
                  <a:pt x="643" y="18305"/>
                </a:lnTo>
                <a:lnTo>
                  <a:pt x="643" y="18365"/>
                </a:lnTo>
                <a:lnTo>
                  <a:pt x="614" y="18365"/>
                </a:lnTo>
              </a:path>
              <a:path w="21600" h="21600">
                <a:moveTo>
                  <a:pt x="14469" y="18304"/>
                </a:moveTo>
                <a:lnTo>
                  <a:pt x="14519" y="18304"/>
                </a:lnTo>
                <a:lnTo>
                  <a:pt x="14519" y="18407"/>
                </a:lnTo>
                <a:lnTo>
                  <a:pt x="14469" y="18407"/>
                </a:lnTo>
              </a:path>
              <a:path w="21600" h="21600">
                <a:moveTo>
                  <a:pt x="7079" y="18304"/>
                </a:moveTo>
                <a:lnTo>
                  <a:pt x="7129" y="18304"/>
                </a:lnTo>
                <a:lnTo>
                  <a:pt x="7129" y="18407"/>
                </a:lnTo>
                <a:lnTo>
                  <a:pt x="7079" y="18407"/>
                </a:lnTo>
              </a:path>
              <a:path w="21600" h="21600">
                <a:moveTo>
                  <a:pt x="10853" y="18301"/>
                </a:moveTo>
                <a:lnTo>
                  <a:pt x="10898" y="18301"/>
                </a:lnTo>
                <a:lnTo>
                  <a:pt x="10898" y="18393"/>
                </a:lnTo>
                <a:lnTo>
                  <a:pt x="10853" y="18393"/>
                </a:lnTo>
              </a:path>
              <a:path w="21600" h="21600">
                <a:moveTo>
                  <a:pt x="2867" y="18299"/>
                </a:moveTo>
                <a:lnTo>
                  <a:pt x="2911" y="18299"/>
                </a:lnTo>
                <a:lnTo>
                  <a:pt x="2911" y="18391"/>
                </a:lnTo>
                <a:lnTo>
                  <a:pt x="2867" y="18391"/>
                </a:lnTo>
              </a:path>
              <a:path w="21600" h="21600">
                <a:moveTo>
                  <a:pt x="17637" y="18291"/>
                </a:moveTo>
                <a:lnTo>
                  <a:pt x="17669" y="18291"/>
                </a:lnTo>
                <a:lnTo>
                  <a:pt x="17669" y="18358"/>
                </a:lnTo>
                <a:lnTo>
                  <a:pt x="17637" y="18358"/>
                </a:lnTo>
              </a:path>
              <a:path w="21600" h="21600">
                <a:moveTo>
                  <a:pt x="14931" y="18291"/>
                </a:moveTo>
                <a:lnTo>
                  <a:pt x="14964" y="18291"/>
                </a:lnTo>
                <a:lnTo>
                  <a:pt x="14964" y="18358"/>
                </a:lnTo>
                <a:lnTo>
                  <a:pt x="14931" y="18358"/>
                </a:lnTo>
              </a:path>
              <a:path w="21600" h="21600">
                <a:moveTo>
                  <a:pt x="12218" y="18291"/>
                </a:moveTo>
                <a:lnTo>
                  <a:pt x="12250" y="18291"/>
                </a:lnTo>
                <a:lnTo>
                  <a:pt x="12250" y="18358"/>
                </a:lnTo>
                <a:lnTo>
                  <a:pt x="12218" y="18358"/>
                </a:lnTo>
              </a:path>
              <a:path w="21600" h="21600">
                <a:moveTo>
                  <a:pt x="9348" y="18291"/>
                </a:moveTo>
                <a:lnTo>
                  <a:pt x="9381" y="18291"/>
                </a:lnTo>
                <a:lnTo>
                  <a:pt x="9381" y="18358"/>
                </a:lnTo>
                <a:lnTo>
                  <a:pt x="9348" y="18358"/>
                </a:lnTo>
              </a:path>
              <a:path w="21600" h="21600">
                <a:moveTo>
                  <a:pt x="3930" y="18291"/>
                </a:moveTo>
                <a:lnTo>
                  <a:pt x="3962" y="18291"/>
                </a:lnTo>
                <a:lnTo>
                  <a:pt x="3962" y="18358"/>
                </a:lnTo>
                <a:lnTo>
                  <a:pt x="3930" y="18358"/>
                </a:lnTo>
              </a:path>
              <a:path w="21600" h="21600">
                <a:moveTo>
                  <a:pt x="1216" y="18291"/>
                </a:moveTo>
                <a:lnTo>
                  <a:pt x="1249" y="18291"/>
                </a:lnTo>
                <a:lnTo>
                  <a:pt x="1249" y="18358"/>
                </a:lnTo>
                <a:lnTo>
                  <a:pt x="1216" y="18358"/>
                </a:lnTo>
              </a:path>
              <a:path w="21600" h="21600">
                <a:moveTo>
                  <a:pt x="20048" y="18276"/>
                </a:moveTo>
                <a:lnTo>
                  <a:pt x="20081" y="18276"/>
                </a:lnTo>
                <a:lnTo>
                  <a:pt x="20081" y="18343"/>
                </a:lnTo>
                <a:lnTo>
                  <a:pt x="20048" y="18343"/>
                </a:lnTo>
              </a:path>
              <a:path w="21600" h="21600">
                <a:moveTo>
                  <a:pt x="17335" y="18276"/>
                </a:moveTo>
                <a:lnTo>
                  <a:pt x="17367" y="18276"/>
                </a:lnTo>
                <a:lnTo>
                  <a:pt x="17367" y="18343"/>
                </a:lnTo>
                <a:lnTo>
                  <a:pt x="17335" y="18343"/>
                </a:lnTo>
              </a:path>
              <a:path w="21600" h="21600">
                <a:moveTo>
                  <a:pt x="11916" y="18276"/>
                </a:moveTo>
                <a:lnTo>
                  <a:pt x="11948" y="18276"/>
                </a:lnTo>
                <a:lnTo>
                  <a:pt x="11948" y="18343"/>
                </a:lnTo>
                <a:lnTo>
                  <a:pt x="11916" y="18343"/>
                </a:lnTo>
              </a:path>
              <a:path w="21600" h="21600">
                <a:moveTo>
                  <a:pt x="9650" y="18276"/>
                </a:moveTo>
                <a:lnTo>
                  <a:pt x="9683" y="18276"/>
                </a:lnTo>
                <a:lnTo>
                  <a:pt x="9683" y="18343"/>
                </a:lnTo>
                <a:lnTo>
                  <a:pt x="9650" y="18343"/>
                </a:lnTo>
              </a:path>
              <a:path w="21600" h="21600">
                <a:moveTo>
                  <a:pt x="6937" y="18276"/>
                </a:moveTo>
                <a:lnTo>
                  <a:pt x="6970" y="18276"/>
                </a:lnTo>
                <a:lnTo>
                  <a:pt x="6970" y="18343"/>
                </a:lnTo>
                <a:lnTo>
                  <a:pt x="6937" y="18343"/>
                </a:lnTo>
              </a:path>
              <a:path w="21600" h="21600">
                <a:moveTo>
                  <a:pt x="4232" y="18276"/>
                </a:moveTo>
                <a:lnTo>
                  <a:pt x="4264" y="18276"/>
                </a:lnTo>
                <a:lnTo>
                  <a:pt x="4264" y="18343"/>
                </a:lnTo>
                <a:lnTo>
                  <a:pt x="4232" y="18343"/>
                </a:lnTo>
              </a:path>
              <a:path w="21600" h="21600">
                <a:moveTo>
                  <a:pt x="1518" y="18276"/>
                </a:moveTo>
                <a:lnTo>
                  <a:pt x="1551" y="18276"/>
                </a:lnTo>
                <a:lnTo>
                  <a:pt x="1551" y="18343"/>
                </a:lnTo>
                <a:lnTo>
                  <a:pt x="1518" y="18343"/>
                </a:lnTo>
              </a:path>
              <a:path w="21600" h="21600">
                <a:moveTo>
                  <a:pt x="19590" y="18263"/>
                </a:moveTo>
                <a:lnTo>
                  <a:pt x="19633" y="18263"/>
                </a:lnTo>
                <a:lnTo>
                  <a:pt x="19633" y="18351"/>
                </a:lnTo>
                <a:lnTo>
                  <a:pt x="19590" y="18351"/>
                </a:lnTo>
              </a:path>
              <a:path w="21600" h="21600">
                <a:moveTo>
                  <a:pt x="16877" y="18263"/>
                </a:moveTo>
                <a:lnTo>
                  <a:pt x="16920" y="18263"/>
                </a:lnTo>
                <a:lnTo>
                  <a:pt x="16920" y="18351"/>
                </a:lnTo>
                <a:lnTo>
                  <a:pt x="16877" y="18351"/>
                </a:lnTo>
              </a:path>
              <a:path w="21600" h="21600">
                <a:moveTo>
                  <a:pt x="7385" y="18263"/>
                </a:moveTo>
                <a:lnTo>
                  <a:pt x="7428" y="18263"/>
                </a:lnTo>
                <a:lnTo>
                  <a:pt x="7428" y="18351"/>
                </a:lnTo>
                <a:lnTo>
                  <a:pt x="7385" y="18351"/>
                </a:lnTo>
              </a:path>
              <a:path w="21600" h="21600">
                <a:moveTo>
                  <a:pt x="4679" y="18263"/>
                </a:moveTo>
                <a:lnTo>
                  <a:pt x="4722" y="18263"/>
                </a:lnTo>
                <a:lnTo>
                  <a:pt x="4722" y="18351"/>
                </a:lnTo>
                <a:lnTo>
                  <a:pt x="4679" y="18351"/>
                </a:lnTo>
              </a:path>
              <a:path w="21600" h="21600">
                <a:moveTo>
                  <a:pt x="1966" y="18263"/>
                </a:moveTo>
                <a:lnTo>
                  <a:pt x="2009" y="18263"/>
                </a:lnTo>
                <a:lnTo>
                  <a:pt x="2009" y="18351"/>
                </a:lnTo>
                <a:lnTo>
                  <a:pt x="1966" y="18351"/>
                </a:lnTo>
              </a:path>
              <a:path w="21600" h="21600">
                <a:moveTo>
                  <a:pt x="21553" y="18245"/>
                </a:moveTo>
                <a:lnTo>
                  <a:pt x="21586" y="18245"/>
                </a:lnTo>
                <a:lnTo>
                  <a:pt x="21586" y="18313"/>
                </a:lnTo>
                <a:lnTo>
                  <a:pt x="21553" y="18313"/>
                </a:lnTo>
              </a:path>
              <a:path w="21600" h="21600">
                <a:moveTo>
                  <a:pt x="12073" y="18245"/>
                </a:moveTo>
                <a:lnTo>
                  <a:pt x="12093" y="18245"/>
                </a:lnTo>
                <a:lnTo>
                  <a:pt x="12093" y="18287"/>
                </a:lnTo>
                <a:lnTo>
                  <a:pt x="12073" y="18287"/>
                </a:lnTo>
              </a:path>
              <a:path w="21600" h="21600">
                <a:moveTo>
                  <a:pt x="6641" y="18245"/>
                </a:moveTo>
                <a:lnTo>
                  <a:pt x="6662" y="18245"/>
                </a:lnTo>
                <a:lnTo>
                  <a:pt x="6662" y="18287"/>
                </a:lnTo>
                <a:lnTo>
                  <a:pt x="6641" y="18287"/>
                </a:lnTo>
              </a:path>
              <a:path w="21600" h="21600">
                <a:moveTo>
                  <a:pt x="13" y="18245"/>
                </a:moveTo>
                <a:lnTo>
                  <a:pt x="46" y="18245"/>
                </a:lnTo>
                <a:lnTo>
                  <a:pt x="46" y="18313"/>
                </a:lnTo>
                <a:lnTo>
                  <a:pt x="13" y="18313"/>
                </a:lnTo>
              </a:path>
              <a:path w="21600" h="21600">
                <a:moveTo>
                  <a:pt x="19449" y="18241"/>
                </a:moveTo>
                <a:lnTo>
                  <a:pt x="19472" y="18241"/>
                </a:lnTo>
                <a:lnTo>
                  <a:pt x="19472" y="18286"/>
                </a:lnTo>
                <a:lnTo>
                  <a:pt x="19449" y="18286"/>
                </a:lnTo>
              </a:path>
              <a:path w="21600" h="21600">
                <a:moveTo>
                  <a:pt x="12669" y="18236"/>
                </a:moveTo>
                <a:lnTo>
                  <a:pt x="12705" y="18236"/>
                </a:lnTo>
                <a:lnTo>
                  <a:pt x="12705" y="18310"/>
                </a:lnTo>
                <a:lnTo>
                  <a:pt x="12669" y="18310"/>
                </a:lnTo>
              </a:path>
              <a:path w="21600" h="21600">
                <a:moveTo>
                  <a:pt x="8894" y="18236"/>
                </a:moveTo>
                <a:lnTo>
                  <a:pt x="8930" y="18236"/>
                </a:lnTo>
                <a:lnTo>
                  <a:pt x="8930" y="18310"/>
                </a:lnTo>
                <a:lnTo>
                  <a:pt x="8894" y="18310"/>
                </a:lnTo>
              </a:path>
              <a:path w="21600" h="21600">
                <a:moveTo>
                  <a:pt x="3475" y="18236"/>
                </a:moveTo>
                <a:lnTo>
                  <a:pt x="3511" y="18236"/>
                </a:lnTo>
                <a:lnTo>
                  <a:pt x="3511" y="18310"/>
                </a:lnTo>
                <a:lnTo>
                  <a:pt x="3475" y="18310"/>
                </a:lnTo>
              </a:path>
              <a:path w="21600" h="21600">
                <a:moveTo>
                  <a:pt x="10557" y="18235"/>
                </a:moveTo>
                <a:lnTo>
                  <a:pt x="10588" y="18235"/>
                </a:lnTo>
                <a:lnTo>
                  <a:pt x="10588" y="18298"/>
                </a:lnTo>
                <a:lnTo>
                  <a:pt x="10557" y="18298"/>
                </a:lnTo>
              </a:path>
              <a:path w="21600" h="21600">
                <a:moveTo>
                  <a:pt x="21409" y="18231"/>
                </a:moveTo>
                <a:lnTo>
                  <a:pt x="21438" y="18231"/>
                </a:lnTo>
                <a:lnTo>
                  <a:pt x="21438" y="18291"/>
                </a:lnTo>
                <a:lnTo>
                  <a:pt x="21409" y="18291"/>
                </a:lnTo>
              </a:path>
              <a:path w="21600" h="21600">
                <a:moveTo>
                  <a:pt x="5728" y="18227"/>
                </a:moveTo>
                <a:lnTo>
                  <a:pt x="5763" y="18227"/>
                </a:lnTo>
                <a:lnTo>
                  <a:pt x="5763" y="18297"/>
                </a:lnTo>
                <a:lnTo>
                  <a:pt x="5728" y="18297"/>
                </a:lnTo>
              </a:path>
              <a:path w="21600" h="21600">
                <a:moveTo>
                  <a:pt x="16730" y="18218"/>
                </a:moveTo>
                <a:lnTo>
                  <a:pt x="16764" y="18218"/>
                </a:lnTo>
                <a:lnTo>
                  <a:pt x="16764" y="18289"/>
                </a:lnTo>
                <a:lnTo>
                  <a:pt x="16730" y="18289"/>
                </a:lnTo>
              </a:path>
              <a:path w="21600" h="21600">
                <a:moveTo>
                  <a:pt x="14024" y="18218"/>
                </a:moveTo>
                <a:lnTo>
                  <a:pt x="14059" y="18218"/>
                </a:lnTo>
                <a:lnTo>
                  <a:pt x="14059" y="18289"/>
                </a:lnTo>
                <a:lnTo>
                  <a:pt x="14024" y="18289"/>
                </a:lnTo>
              </a:path>
              <a:path w="21600" h="21600">
                <a:moveTo>
                  <a:pt x="11311" y="18218"/>
                </a:moveTo>
                <a:lnTo>
                  <a:pt x="11345" y="18218"/>
                </a:lnTo>
                <a:lnTo>
                  <a:pt x="11345" y="18289"/>
                </a:lnTo>
                <a:lnTo>
                  <a:pt x="11311" y="18289"/>
                </a:lnTo>
              </a:path>
              <a:path w="21600" h="21600">
                <a:moveTo>
                  <a:pt x="10253" y="18218"/>
                </a:moveTo>
                <a:lnTo>
                  <a:pt x="10288" y="18218"/>
                </a:lnTo>
                <a:lnTo>
                  <a:pt x="10288" y="18289"/>
                </a:lnTo>
                <a:lnTo>
                  <a:pt x="10253" y="18289"/>
                </a:lnTo>
              </a:path>
              <a:path w="21600" h="21600">
                <a:moveTo>
                  <a:pt x="7540" y="18218"/>
                </a:moveTo>
                <a:lnTo>
                  <a:pt x="7574" y="18218"/>
                </a:lnTo>
                <a:lnTo>
                  <a:pt x="7574" y="18289"/>
                </a:lnTo>
                <a:lnTo>
                  <a:pt x="7540" y="18289"/>
                </a:lnTo>
              </a:path>
              <a:path w="21600" h="21600">
                <a:moveTo>
                  <a:pt x="4835" y="18218"/>
                </a:moveTo>
                <a:lnTo>
                  <a:pt x="4869" y="18218"/>
                </a:lnTo>
                <a:lnTo>
                  <a:pt x="4869" y="18289"/>
                </a:lnTo>
                <a:lnTo>
                  <a:pt x="4835" y="18289"/>
                </a:lnTo>
              </a:path>
              <a:path w="21600" h="21600">
                <a:moveTo>
                  <a:pt x="2121" y="18218"/>
                </a:moveTo>
                <a:lnTo>
                  <a:pt x="2156" y="18218"/>
                </a:lnTo>
                <a:lnTo>
                  <a:pt x="2156" y="18289"/>
                </a:lnTo>
                <a:lnTo>
                  <a:pt x="2121" y="18289"/>
                </a:lnTo>
              </a:path>
              <a:path w="21600" h="21600">
                <a:moveTo>
                  <a:pt x="19289" y="18205"/>
                </a:moveTo>
                <a:lnTo>
                  <a:pt x="19330" y="18205"/>
                </a:lnTo>
                <a:lnTo>
                  <a:pt x="19330" y="18289"/>
                </a:lnTo>
                <a:lnTo>
                  <a:pt x="19289" y="18289"/>
                </a:lnTo>
              </a:path>
              <a:path w="21600" h="21600">
                <a:moveTo>
                  <a:pt x="13870" y="18205"/>
                </a:moveTo>
                <a:lnTo>
                  <a:pt x="13911" y="18205"/>
                </a:lnTo>
                <a:lnTo>
                  <a:pt x="13911" y="18289"/>
                </a:lnTo>
                <a:lnTo>
                  <a:pt x="13870" y="18289"/>
                </a:lnTo>
              </a:path>
              <a:path w="21600" h="21600">
                <a:moveTo>
                  <a:pt x="7688" y="18205"/>
                </a:moveTo>
                <a:lnTo>
                  <a:pt x="7729" y="18205"/>
                </a:lnTo>
                <a:lnTo>
                  <a:pt x="7729" y="18289"/>
                </a:lnTo>
                <a:lnTo>
                  <a:pt x="7688" y="18289"/>
                </a:lnTo>
              </a:path>
              <a:path w="21600" h="21600">
                <a:moveTo>
                  <a:pt x="2269" y="18205"/>
                </a:moveTo>
                <a:lnTo>
                  <a:pt x="2310" y="18205"/>
                </a:lnTo>
                <a:lnTo>
                  <a:pt x="2310" y="18289"/>
                </a:lnTo>
                <a:lnTo>
                  <a:pt x="2269" y="18289"/>
                </a:lnTo>
              </a:path>
              <a:path w="21600" h="21600">
                <a:moveTo>
                  <a:pt x="21107" y="18189"/>
                </a:moveTo>
                <a:lnTo>
                  <a:pt x="21136" y="18189"/>
                </a:lnTo>
                <a:lnTo>
                  <a:pt x="21136" y="18249"/>
                </a:lnTo>
                <a:lnTo>
                  <a:pt x="21107" y="18249"/>
                </a:lnTo>
              </a:path>
              <a:path w="21600" h="21600">
                <a:moveTo>
                  <a:pt x="3629" y="18189"/>
                </a:moveTo>
                <a:lnTo>
                  <a:pt x="3658" y="18189"/>
                </a:lnTo>
                <a:lnTo>
                  <a:pt x="3658" y="18249"/>
                </a:lnTo>
                <a:lnTo>
                  <a:pt x="3629" y="18249"/>
                </a:lnTo>
              </a:path>
              <a:path w="21600" h="21600">
                <a:moveTo>
                  <a:pt x="1058" y="18171"/>
                </a:moveTo>
                <a:lnTo>
                  <a:pt x="1106" y="18171"/>
                </a:lnTo>
                <a:lnTo>
                  <a:pt x="1106" y="18270"/>
                </a:lnTo>
                <a:lnTo>
                  <a:pt x="1058" y="18270"/>
                </a:lnTo>
              </a:path>
              <a:path w="21600" h="21600">
                <a:moveTo>
                  <a:pt x="1370" y="18165"/>
                </a:moveTo>
                <a:lnTo>
                  <a:pt x="1397" y="18165"/>
                </a:lnTo>
                <a:lnTo>
                  <a:pt x="1397" y="18221"/>
                </a:lnTo>
                <a:lnTo>
                  <a:pt x="1370" y="18221"/>
                </a:lnTo>
              </a:path>
              <a:path w="21600" h="21600">
                <a:moveTo>
                  <a:pt x="12360" y="18164"/>
                </a:moveTo>
                <a:lnTo>
                  <a:pt x="12410" y="18164"/>
                </a:lnTo>
                <a:lnTo>
                  <a:pt x="12410" y="18267"/>
                </a:lnTo>
                <a:lnTo>
                  <a:pt x="12360" y="18267"/>
                </a:lnTo>
              </a:path>
              <a:path w="21600" h="21600">
                <a:moveTo>
                  <a:pt x="9189" y="18164"/>
                </a:moveTo>
                <a:lnTo>
                  <a:pt x="9239" y="18164"/>
                </a:lnTo>
                <a:lnTo>
                  <a:pt x="9239" y="18267"/>
                </a:lnTo>
                <a:lnTo>
                  <a:pt x="9189" y="18267"/>
                </a:lnTo>
              </a:path>
              <a:path w="21600" h="21600">
                <a:moveTo>
                  <a:pt x="10409" y="18155"/>
                </a:moveTo>
                <a:lnTo>
                  <a:pt x="10434" y="18155"/>
                </a:lnTo>
                <a:lnTo>
                  <a:pt x="10434" y="18208"/>
                </a:lnTo>
                <a:lnTo>
                  <a:pt x="10409" y="18208"/>
                </a:lnTo>
              </a:path>
              <a:path w="21600" h="21600">
                <a:moveTo>
                  <a:pt x="2716" y="18150"/>
                </a:moveTo>
                <a:lnTo>
                  <a:pt x="2768" y="18150"/>
                </a:lnTo>
                <a:lnTo>
                  <a:pt x="2768" y="18256"/>
                </a:lnTo>
                <a:lnTo>
                  <a:pt x="2716" y="18256"/>
                </a:lnTo>
              </a:path>
              <a:path w="21600" h="21600">
                <a:moveTo>
                  <a:pt x="1663" y="18149"/>
                </a:moveTo>
                <a:lnTo>
                  <a:pt x="1708" y="18149"/>
                </a:lnTo>
                <a:lnTo>
                  <a:pt x="1708" y="18241"/>
                </a:lnTo>
                <a:lnTo>
                  <a:pt x="1663" y="18241"/>
                </a:lnTo>
              </a:path>
              <a:path w="21600" h="21600">
                <a:moveTo>
                  <a:pt x="16278" y="18134"/>
                </a:moveTo>
                <a:lnTo>
                  <a:pt x="16311" y="18134"/>
                </a:lnTo>
                <a:lnTo>
                  <a:pt x="16311" y="18200"/>
                </a:lnTo>
                <a:lnTo>
                  <a:pt x="16278" y="18200"/>
                </a:lnTo>
              </a:path>
              <a:path w="21600" h="21600">
                <a:moveTo>
                  <a:pt x="5288" y="18134"/>
                </a:moveTo>
                <a:lnTo>
                  <a:pt x="5321" y="18134"/>
                </a:lnTo>
                <a:lnTo>
                  <a:pt x="5321" y="18200"/>
                </a:lnTo>
                <a:lnTo>
                  <a:pt x="5288" y="18200"/>
                </a:lnTo>
              </a:path>
              <a:path w="21600" h="21600">
                <a:moveTo>
                  <a:pt x="14178" y="18129"/>
                </a:moveTo>
                <a:lnTo>
                  <a:pt x="14207" y="18129"/>
                </a:lnTo>
                <a:lnTo>
                  <a:pt x="14207" y="18189"/>
                </a:lnTo>
                <a:lnTo>
                  <a:pt x="14178" y="18189"/>
                </a:lnTo>
              </a:path>
              <a:path w="21600" h="21600">
                <a:moveTo>
                  <a:pt x="18094" y="18125"/>
                </a:moveTo>
                <a:lnTo>
                  <a:pt x="18118" y="18125"/>
                </a:lnTo>
                <a:lnTo>
                  <a:pt x="18118" y="18174"/>
                </a:lnTo>
                <a:lnTo>
                  <a:pt x="18094" y="18174"/>
                </a:lnTo>
              </a:path>
              <a:path w="21600" h="21600">
                <a:moveTo>
                  <a:pt x="17033" y="18118"/>
                </a:moveTo>
                <a:lnTo>
                  <a:pt x="17065" y="18118"/>
                </a:lnTo>
                <a:lnTo>
                  <a:pt x="17065" y="18185"/>
                </a:lnTo>
                <a:lnTo>
                  <a:pt x="17033" y="18185"/>
                </a:lnTo>
              </a:path>
              <a:path w="21600" h="21600">
                <a:moveTo>
                  <a:pt x="11614" y="18118"/>
                </a:moveTo>
                <a:lnTo>
                  <a:pt x="11646" y="18118"/>
                </a:lnTo>
                <a:lnTo>
                  <a:pt x="11646" y="18185"/>
                </a:lnTo>
                <a:lnTo>
                  <a:pt x="11614" y="18185"/>
                </a:lnTo>
              </a:path>
              <a:path w="21600" h="21600">
                <a:moveTo>
                  <a:pt x="9952" y="18118"/>
                </a:moveTo>
                <a:lnTo>
                  <a:pt x="9985" y="18118"/>
                </a:lnTo>
                <a:lnTo>
                  <a:pt x="9985" y="18185"/>
                </a:lnTo>
                <a:lnTo>
                  <a:pt x="9952" y="18185"/>
                </a:lnTo>
              </a:path>
              <a:path w="21600" h="21600">
                <a:moveTo>
                  <a:pt x="4533" y="18118"/>
                </a:moveTo>
                <a:lnTo>
                  <a:pt x="4566" y="18118"/>
                </a:lnTo>
                <a:lnTo>
                  <a:pt x="4566" y="18185"/>
                </a:lnTo>
                <a:lnTo>
                  <a:pt x="4533" y="18185"/>
                </a:lnTo>
              </a:path>
              <a:path w="21600" h="21600">
                <a:moveTo>
                  <a:pt x="20957" y="18118"/>
                </a:moveTo>
                <a:lnTo>
                  <a:pt x="20984" y="18118"/>
                </a:lnTo>
                <a:lnTo>
                  <a:pt x="20984" y="18174"/>
                </a:lnTo>
                <a:lnTo>
                  <a:pt x="20957" y="18174"/>
                </a:lnTo>
              </a:path>
              <a:path w="21600" h="21600">
                <a:moveTo>
                  <a:pt x="18243" y="18118"/>
                </a:moveTo>
                <a:lnTo>
                  <a:pt x="18271" y="18118"/>
                </a:lnTo>
                <a:lnTo>
                  <a:pt x="18271" y="18174"/>
                </a:lnTo>
                <a:lnTo>
                  <a:pt x="18243" y="18174"/>
                </a:lnTo>
              </a:path>
              <a:path w="21600" h="21600">
                <a:moveTo>
                  <a:pt x="15538" y="18118"/>
                </a:moveTo>
                <a:lnTo>
                  <a:pt x="15565" y="18118"/>
                </a:lnTo>
                <a:lnTo>
                  <a:pt x="15565" y="18174"/>
                </a:lnTo>
                <a:lnTo>
                  <a:pt x="15538" y="18174"/>
                </a:lnTo>
              </a:path>
              <a:path w="21600" h="21600">
                <a:moveTo>
                  <a:pt x="12824" y="18118"/>
                </a:moveTo>
                <a:lnTo>
                  <a:pt x="12852" y="18118"/>
                </a:lnTo>
                <a:lnTo>
                  <a:pt x="12852" y="18174"/>
                </a:lnTo>
                <a:lnTo>
                  <a:pt x="12824" y="18174"/>
                </a:lnTo>
              </a:path>
              <a:path w="21600" h="21600">
                <a:moveTo>
                  <a:pt x="6034" y="18118"/>
                </a:moveTo>
                <a:lnTo>
                  <a:pt x="6061" y="18118"/>
                </a:lnTo>
                <a:lnTo>
                  <a:pt x="6061" y="18174"/>
                </a:lnTo>
                <a:lnTo>
                  <a:pt x="6034" y="18174"/>
                </a:lnTo>
              </a:path>
              <a:path w="21600" h="21600">
                <a:moveTo>
                  <a:pt x="3328" y="18118"/>
                </a:moveTo>
                <a:lnTo>
                  <a:pt x="3356" y="18118"/>
                </a:lnTo>
                <a:lnTo>
                  <a:pt x="3356" y="18174"/>
                </a:lnTo>
                <a:lnTo>
                  <a:pt x="3328" y="18174"/>
                </a:lnTo>
              </a:path>
              <a:path w="21600" h="21600">
                <a:moveTo>
                  <a:pt x="615" y="18118"/>
                </a:moveTo>
                <a:lnTo>
                  <a:pt x="642" y="18118"/>
                </a:lnTo>
                <a:lnTo>
                  <a:pt x="642" y="18174"/>
                </a:lnTo>
                <a:lnTo>
                  <a:pt x="615" y="18174"/>
                </a:lnTo>
              </a:path>
              <a:path w="21600" h="21600">
                <a:moveTo>
                  <a:pt x="20196" y="18114"/>
                </a:moveTo>
                <a:lnTo>
                  <a:pt x="20235" y="18114"/>
                </a:lnTo>
                <a:lnTo>
                  <a:pt x="20235" y="18195"/>
                </a:lnTo>
                <a:lnTo>
                  <a:pt x="20196" y="18195"/>
                </a:lnTo>
              </a:path>
              <a:path w="21600" h="21600">
                <a:moveTo>
                  <a:pt x="14776" y="18114"/>
                </a:moveTo>
                <a:lnTo>
                  <a:pt x="14816" y="18114"/>
                </a:lnTo>
                <a:lnTo>
                  <a:pt x="14816" y="18195"/>
                </a:lnTo>
                <a:lnTo>
                  <a:pt x="14776" y="18195"/>
                </a:lnTo>
              </a:path>
              <a:path w="21600" h="21600">
                <a:moveTo>
                  <a:pt x="9496" y="18114"/>
                </a:moveTo>
                <a:lnTo>
                  <a:pt x="9535" y="18114"/>
                </a:lnTo>
                <a:lnTo>
                  <a:pt x="9535" y="18195"/>
                </a:lnTo>
                <a:lnTo>
                  <a:pt x="9496" y="18195"/>
                </a:lnTo>
              </a:path>
              <a:path w="21600" h="21600">
                <a:moveTo>
                  <a:pt x="6783" y="18114"/>
                </a:moveTo>
                <a:lnTo>
                  <a:pt x="6822" y="18114"/>
                </a:lnTo>
                <a:lnTo>
                  <a:pt x="6822" y="18195"/>
                </a:lnTo>
                <a:lnTo>
                  <a:pt x="6783" y="18195"/>
                </a:lnTo>
              </a:path>
              <a:path w="21600" h="21600">
                <a:moveTo>
                  <a:pt x="4077" y="18114"/>
                </a:moveTo>
                <a:lnTo>
                  <a:pt x="4117" y="18114"/>
                </a:lnTo>
                <a:lnTo>
                  <a:pt x="4117" y="18195"/>
                </a:lnTo>
                <a:lnTo>
                  <a:pt x="4077" y="18195"/>
                </a:lnTo>
              </a:path>
              <a:path w="21600" h="21600">
                <a:moveTo>
                  <a:pt x="17638" y="18084"/>
                </a:moveTo>
                <a:lnTo>
                  <a:pt x="17668" y="18084"/>
                </a:lnTo>
                <a:lnTo>
                  <a:pt x="17668" y="18147"/>
                </a:lnTo>
                <a:lnTo>
                  <a:pt x="17638" y="18147"/>
                </a:lnTo>
              </a:path>
              <a:path w="21600" h="21600">
                <a:moveTo>
                  <a:pt x="14932" y="18084"/>
                </a:moveTo>
                <a:lnTo>
                  <a:pt x="14963" y="18084"/>
                </a:lnTo>
                <a:lnTo>
                  <a:pt x="14963" y="18147"/>
                </a:lnTo>
                <a:lnTo>
                  <a:pt x="14932" y="18147"/>
                </a:lnTo>
              </a:path>
              <a:path w="21600" h="21600">
                <a:moveTo>
                  <a:pt x="12219" y="18084"/>
                </a:moveTo>
                <a:lnTo>
                  <a:pt x="12249" y="18084"/>
                </a:lnTo>
                <a:lnTo>
                  <a:pt x="12249" y="18147"/>
                </a:lnTo>
                <a:lnTo>
                  <a:pt x="12219" y="18147"/>
                </a:lnTo>
              </a:path>
              <a:path w="21600" h="21600">
                <a:moveTo>
                  <a:pt x="9349" y="18084"/>
                </a:moveTo>
                <a:lnTo>
                  <a:pt x="9380" y="18084"/>
                </a:lnTo>
                <a:lnTo>
                  <a:pt x="9380" y="18147"/>
                </a:lnTo>
                <a:lnTo>
                  <a:pt x="9349" y="18147"/>
                </a:lnTo>
              </a:path>
              <a:path w="21600" h="21600">
                <a:moveTo>
                  <a:pt x="3930" y="18084"/>
                </a:moveTo>
                <a:lnTo>
                  <a:pt x="3961" y="18084"/>
                </a:lnTo>
                <a:lnTo>
                  <a:pt x="3961" y="18147"/>
                </a:lnTo>
                <a:lnTo>
                  <a:pt x="3930" y="18147"/>
                </a:lnTo>
              </a:path>
              <a:path w="21600" h="21600">
                <a:moveTo>
                  <a:pt x="1217" y="18084"/>
                </a:moveTo>
                <a:lnTo>
                  <a:pt x="1248" y="18084"/>
                </a:lnTo>
                <a:lnTo>
                  <a:pt x="1248" y="18147"/>
                </a:lnTo>
                <a:lnTo>
                  <a:pt x="1217" y="18147"/>
                </a:lnTo>
              </a:path>
              <a:path w="21600" h="21600">
                <a:moveTo>
                  <a:pt x="4380" y="18072"/>
                </a:moveTo>
                <a:lnTo>
                  <a:pt x="4418" y="18072"/>
                </a:lnTo>
                <a:lnTo>
                  <a:pt x="4418" y="18150"/>
                </a:lnTo>
                <a:lnTo>
                  <a:pt x="4380" y="18150"/>
                </a:lnTo>
              </a:path>
              <a:path w="21600" h="21600">
                <a:moveTo>
                  <a:pt x="20049" y="18068"/>
                </a:moveTo>
                <a:lnTo>
                  <a:pt x="20080" y="18068"/>
                </a:lnTo>
                <a:lnTo>
                  <a:pt x="20080" y="18131"/>
                </a:lnTo>
                <a:lnTo>
                  <a:pt x="20049" y="18131"/>
                </a:lnTo>
              </a:path>
              <a:path w="21600" h="21600">
                <a:moveTo>
                  <a:pt x="17336" y="18068"/>
                </a:moveTo>
                <a:lnTo>
                  <a:pt x="17367" y="18068"/>
                </a:lnTo>
                <a:lnTo>
                  <a:pt x="17367" y="18131"/>
                </a:lnTo>
                <a:lnTo>
                  <a:pt x="17336" y="18131"/>
                </a:lnTo>
              </a:path>
              <a:path w="21600" h="21600">
                <a:moveTo>
                  <a:pt x="11917" y="18068"/>
                </a:moveTo>
                <a:lnTo>
                  <a:pt x="11947" y="18068"/>
                </a:lnTo>
                <a:lnTo>
                  <a:pt x="11947" y="18131"/>
                </a:lnTo>
                <a:lnTo>
                  <a:pt x="11917" y="18131"/>
                </a:lnTo>
              </a:path>
              <a:path w="21600" h="21600">
                <a:moveTo>
                  <a:pt x="9651" y="18068"/>
                </a:moveTo>
                <a:lnTo>
                  <a:pt x="9682" y="18068"/>
                </a:lnTo>
                <a:lnTo>
                  <a:pt x="9682" y="18131"/>
                </a:lnTo>
                <a:lnTo>
                  <a:pt x="9651" y="18131"/>
                </a:lnTo>
              </a:path>
              <a:path w="21600" h="21600">
                <a:moveTo>
                  <a:pt x="6938" y="18068"/>
                </a:moveTo>
                <a:lnTo>
                  <a:pt x="6969" y="18068"/>
                </a:lnTo>
                <a:lnTo>
                  <a:pt x="6969" y="18131"/>
                </a:lnTo>
                <a:lnTo>
                  <a:pt x="6938" y="18131"/>
                </a:lnTo>
              </a:path>
              <a:path w="21600" h="21600">
                <a:moveTo>
                  <a:pt x="4232" y="18068"/>
                </a:moveTo>
                <a:lnTo>
                  <a:pt x="4263" y="18068"/>
                </a:lnTo>
                <a:lnTo>
                  <a:pt x="4263" y="18131"/>
                </a:lnTo>
                <a:lnTo>
                  <a:pt x="4232" y="18131"/>
                </a:lnTo>
              </a:path>
              <a:path w="21600" h="21600">
                <a:moveTo>
                  <a:pt x="1519" y="18068"/>
                </a:moveTo>
                <a:lnTo>
                  <a:pt x="1550" y="18068"/>
                </a:lnTo>
                <a:lnTo>
                  <a:pt x="1550" y="18131"/>
                </a:lnTo>
                <a:lnTo>
                  <a:pt x="1519" y="18131"/>
                </a:lnTo>
              </a:path>
              <a:path w="21600" h="21600">
                <a:moveTo>
                  <a:pt x="3178" y="18053"/>
                </a:moveTo>
                <a:lnTo>
                  <a:pt x="3204" y="18053"/>
                </a:lnTo>
                <a:lnTo>
                  <a:pt x="3204" y="18106"/>
                </a:lnTo>
                <a:lnTo>
                  <a:pt x="3178" y="18106"/>
                </a:lnTo>
              </a:path>
              <a:path w="21600" h="21600">
                <a:moveTo>
                  <a:pt x="17187" y="18049"/>
                </a:moveTo>
                <a:lnTo>
                  <a:pt x="17213" y="18049"/>
                </a:lnTo>
                <a:lnTo>
                  <a:pt x="17213" y="18101"/>
                </a:lnTo>
                <a:lnTo>
                  <a:pt x="17187" y="18101"/>
                </a:lnTo>
              </a:path>
              <a:path w="21600" h="21600">
                <a:moveTo>
                  <a:pt x="20649" y="18046"/>
                </a:moveTo>
                <a:lnTo>
                  <a:pt x="20687" y="18046"/>
                </a:lnTo>
                <a:lnTo>
                  <a:pt x="20687" y="18124"/>
                </a:lnTo>
                <a:lnTo>
                  <a:pt x="20649" y="18124"/>
                </a:lnTo>
              </a:path>
              <a:path w="21600" h="21600">
                <a:moveTo>
                  <a:pt x="19139" y="18046"/>
                </a:moveTo>
                <a:lnTo>
                  <a:pt x="19177" y="18046"/>
                </a:lnTo>
                <a:lnTo>
                  <a:pt x="19177" y="18124"/>
                </a:lnTo>
                <a:lnTo>
                  <a:pt x="19139" y="18124"/>
                </a:lnTo>
              </a:path>
              <a:path w="21600" h="21600">
                <a:moveTo>
                  <a:pt x="18691" y="18046"/>
                </a:moveTo>
                <a:lnTo>
                  <a:pt x="18729" y="18046"/>
                </a:lnTo>
                <a:lnTo>
                  <a:pt x="18729" y="18124"/>
                </a:lnTo>
                <a:lnTo>
                  <a:pt x="18691" y="18124"/>
                </a:lnTo>
              </a:path>
              <a:path w="21600" h="21600">
                <a:moveTo>
                  <a:pt x="18389" y="18046"/>
                </a:moveTo>
                <a:lnTo>
                  <a:pt x="18427" y="18046"/>
                </a:lnTo>
                <a:lnTo>
                  <a:pt x="18427" y="18124"/>
                </a:lnTo>
                <a:lnTo>
                  <a:pt x="18389" y="18124"/>
                </a:lnTo>
              </a:path>
              <a:path w="21600" h="21600">
                <a:moveTo>
                  <a:pt x="17936" y="18046"/>
                </a:moveTo>
                <a:lnTo>
                  <a:pt x="17974" y="18046"/>
                </a:lnTo>
                <a:lnTo>
                  <a:pt x="17974" y="18124"/>
                </a:lnTo>
                <a:lnTo>
                  <a:pt x="17936" y="18124"/>
                </a:lnTo>
              </a:path>
              <a:path w="21600" h="21600">
                <a:moveTo>
                  <a:pt x="16426" y="18046"/>
                </a:moveTo>
                <a:lnTo>
                  <a:pt x="16464" y="18046"/>
                </a:lnTo>
                <a:lnTo>
                  <a:pt x="16464" y="18124"/>
                </a:lnTo>
                <a:lnTo>
                  <a:pt x="16426" y="18124"/>
                </a:lnTo>
              </a:path>
              <a:path w="21600" h="21600">
                <a:moveTo>
                  <a:pt x="15985" y="18046"/>
                </a:moveTo>
                <a:lnTo>
                  <a:pt x="16023" y="18046"/>
                </a:lnTo>
                <a:lnTo>
                  <a:pt x="16023" y="18124"/>
                </a:lnTo>
                <a:lnTo>
                  <a:pt x="15985" y="18124"/>
                </a:lnTo>
              </a:path>
              <a:path w="21600" h="21600">
                <a:moveTo>
                  <a:pt x="15683" y="18046"/>
                </a:moveTo>
                <a:lnTo>
                  <a:pt x="15721" y="18046"/>
                </a:lnTo>
                <a:lnTo>
                  <a:pt x="15721" y="18124"/>
                </a:lnTo>
                <a:lnTo>
                  <a:pt x="15683" y="18124"/>
                </a:lnTo>
              </a:path>
              <a:path w="21600" h="21600">
                <a:moveTo>
                  <a:pt x="15230" y="18046"/>
                </a:moveTo>
                <a:lnTo>
                  <a:pt x="15268" y="18046"/>
                </a:lnTo>
                <a:lnTo>
                  <a:pt x="15268" y="18124"/>
                </a:lnTo>
                <a:lnTo>
                  <a:pt x="15230" y="18124"/>
                </a:lnTo>
              </a:path>
              <a:path w="21600" h="21600">
                <a:moveTo>
                  <a:pt x="13720" y="18046"/>
                </a:moveTo>
                <a:lnTo>
                  <a:pt x="13758" y="18046"/>
                </a:lnTo>
                <a:lnTo>
                  <a:pt x="13758" y="18124"/>
                </a:lnTo>
                <a:lnTo>
                  <a:pt x="13720" y="18124"/>
                </a:lnTo>
              </a:path>
              <a:path w="21600" h="21600">
                <a:moveTo>
                  <a:pt x="13272" y="18046"/>
                </a:moveTo>
                <a:lnTo>
                  <a:pt x="13310" y="18046"/>
                </a:lnTo>
                <a:lnTo>
                  <a:pt x="13310" y="18124"/>
                </a:lnTo>
                <a:lnTo>
                  <a:pt x="13272" y="18124"/>
                </a:lnTo>
              </a:path>
              <a:path w="21600" h="21600">
                <a:moveTo>
                  <a:pt x="12970" y="18046"/>
                </a:moveTo>
                <a:lnTo>
                  <a:pt x="13008" y="18046"/>
                </a:lnTo>
                <a:lnTo>
                  <a:pt x="13008" y="18124"/>
                </a:lnTo>
                <a:lnTo>
                  <a:pt x="12970" y="18124"/>
                </a:lnTo>
              </a:path>
              <a:path w="21600" h="21600">
                <a:moveTo>
                  <a:pt x="12517" y="18046"/>
                </a:moveTo>
                <a:lnTo>
                  <a:pt x="12555" y="18046"/>
                </a:lnTo>
                <a:lnTo>
                  <a:pt x="12555" y="18124"/>
                </a:lnTo>
                <a:lnTo>
                  <a:pt x="12517" y="18124"/>
                </a:lnTo>
              </a:path>
              <a:path w="21600" h="21600">
                <a:moveTo>
                  <a:pt x="11007" y="18046"/>
                </a:moveTo>
                <a:lnTo>
                  <a:pt x="11045" y="18046"/>
                </a:lnTo>
                <a:lnTo>
                  <a:pt x="11045" y="18124"/>
                </a:lnTo>
                <a:lnTo>
                  <a:pt x="11007" y="18124"/>
                </a:lnTo>
              </a:path>
              <a:path w="21600" h="21600">
                <a:moveTo>
                  <a:pt x="9044" y="18046"/>
                </a:moveTo>
                <a:lnTo>
                  <a:pt x="9082" y="18046"/>
                </a:lnTo>
                <a:lnTo>
                  <a:pt x="9082" y="18124"/>
                </a:lnTo>
                <a:lnTo>
                  <a:pt x="9044" y="18124"/>
                </a:lnTo>
              </a:path>
              <a:path w="21600" h="21600">
                <a:moveTo>
                  <a:pt x="8591" y="18046"/>
                </a:moveTo>
                <a:lnTo>
                  <a:pt x="8629" y="18046"/>
                </a:lnTo>
                <a:lnTo>
                  <a:pt x="8629" y="18124"/>
                </a:lnTo>
                <a:lnTo>
                  <a:pt x="8591" y="18124"/>
                </a:lnTo>
              </a:path>
              <a:path w="21600" h="21600">
                <a:moveTo>
                  <a:pt x="8289" y="18046"/>
                </a:moveTo>
                <a:lnTo>
                  <a:pt x="8327" y="18046"/>
                </a:lnTo>
                <a:lnTo>
                  <a:pt x="8327" y="18124"/>
                </a:lnTo>
                <a:lnTo>
                  <a:pt x="8289" y="18124"/>
                </a:lnTo>
              </a:path>
              <a:path w="21600" h="21600">
                <a:moveTo>
                  <a:pt x="7840" y="18046"/>
                </a:moveTo>
                <a:lnTo>
                  <a:pt x="7878" y="18046"/>
                </a:lnTo>
                <a:lnTo>
                  <a:pt x="7878" y="18124"/>
                </a:lnTo>
                <a:lnTo>
                  <a:pt x="7840" y="18124"/>
                </a:lnTo>
              </a:path>
              <a:path w="21600" h="21600">
                <a:moveTo>
                  <a:pt x="6331" y="18046"/>
                </a:moveTo>
                <a:lnTo>
                  <a:pt x="6368" y="18046"/>
                </a:lnTo>
                <a:lnTo>
                  <a:pt x="6368" y="18124"/>
                </a:lnTo>
                <a:lnTo>
                  <a:pt x="6331" y="18124"/>
                </a:lnTo>
              </a:path>
              <a:path w="21600" h="21600">
                <a:moveTo>
                  <a:pt x="5878" y="18046"/>
                </a:moveTo>
                <a:lnTo>
                  <a:pt x="5916" y="18046"/>
                </a:lnTo>
                <a:lnTo>
                  <a:pt x="5916" y="18124"/>
                </a:lnTo>
                <a:lnTo>
                  <a:pt x="5878" y="18124"/>
                </a:lnTo>
              </a:path>
              <a:path w="21600" h="21600">
                <a:moveTo>
                  <a:pt x="5576" y="18046"/>
                </a:moveTo>
                <a:lnTo>
                  <a:pt x="5614" y="18046"/>
                </a:lnTo>
                <a:lnTo>
                  <a:pt x="5614" y="18124"/>
                </a:lnTo>
                <a:lnTo>
                  <a:pt x="5576" y="18124"/>
                </a:lnTo>
              </a:path>
              <a:path w="21600" h="21600">
                <a:moveTo>
                  <a:pt x="5135" y="18046"/>
                </a:moveTo>
                <a:lnTo>
                  <a:pt x="5173" y="18046"/>
                </a:lnTo>
                <a:lnTo>
                  <a:pt x="5173" y="18124"/>
                </a:lnTo>
                <a:lnTo>
                  <a:pt x="5135" y="18124"/>
                </a:lnTo>
              </a:path>
              <a:path w="21600" h="21600">
                <a:moveTo>
                  <a:pt x="2422" y="18046"/>
                </a:moveTo>
                <a:lnTo>
                  <a:pt x="2459" y="18046"/>
                </a:lnTo>
                <a:lnTo>
                  <a:pt x="2459" y="18124"/>
                </a:lnTo>
                <a:lnTo>
                  <a:pt x="2422" y="18124"/>
                </a:lnTo>
              </a:path>
              <a:path w="21600" h="21600">
                <a:moveTo>
                  <a:pt x="912" y="18046"/>
                </a:moveTo>
                <a:lnTo>
                  <a:pt x="950" y="18046"/>
                </a:lnTo>
                <a:lnTo>
                  <a:pt x="950" y="18124"/>
                </a:lnTo>
                <a:lnTo>
                  <a:pt x="912" y="18124"/>
                </a:lnTo>
              </a:path>
              <a:path w="21600" h="21600">
                <a:moveTo>
                  <a:pt x="459" y="18046"/>
                </a:moveTo>
                <a:lnTo>
                  <a:pt x="497" y="18046"/>
                </a:lnTo>
                <a:lnTo>
                  <a:pt x="497" y="18124"/>
                </a:lnTo>
                <a:lnTo>
                  <a:pt x="459" y="18124"/>
                </a:lnTo>
              </a:path>
              <a:path w="21600" h="21600">
                <a:moveTo>
                  <a:pt x="157" y="18046"/>
                </a:moveTo>
                <a:lnTo>
                  <a:pt x="195" y="18046"/>
                </a:lnTo>
                <a:lnTo>
                  <a:pt x="195" y="18124"/>
                </a:lnTo>
                <a:lnTo>
                  <a:pt x="157" y="18124"/>
                </a:lnTo>
              </a:path>
              <a:path w="21600" h="21600">
                <a:moveTo>
                  <a:pt x="2867" y="18037"/>
                </a:moveTo>
                <a:lnTo>
                  <a:pt x="2911" y="18037"/>
                </a:lnTo>
                <a:lnTo>
                  <a:pt x="2911" y="18126"/>
                </a:lnTo>
                <a:lnTo>
                  <a:pt x="2867" y="18126"/>
                </a:lnTo>
              </a:path>
              <a:path w="21600" h="21600">
                <a:moveTo>
                  <a:pt x="11455" y="18034"/>
                </a:moveTo>
                <a:lnTo>
                  <a:pt x="11503" y="18034"/>
                </a:lnTo>
                <a:lnTo>
                  <a:pt x="11503" y="18133"/>
                </a:lnTo>
                <a:lnTo>
                  <a:pt x="11455" y="18133"/>
                </a:lnTo>
              </a:path>
              <a:path w="21600" h="21600">
                <a:moveTo>
                  <a:pt x="17779" y="18024"/>
                </a:moveTo>
                <a:lnTo>
                  <a:pt x="17829" y="18024"/>
                </a:lnTo>
                <a:lnTo>
                  <a:pt x="17829" y="18127"/>
                </a:lnTo>
                <a:lnTo>
                  <a:pt x="17779" y="18127"/>
                </a:lnTo>
              </a:path>
              <a:path w="21600" h="21600">
                <a:moveTo>
                  <a:pt x="3770" y="18024"/>
                </a:moveTo>
                <a:lnTo>
                  <a:pt x="3820" y="18024"/>
                </a:lnTo>
                <a:lnTo>
                  <a:pt x="3820" y="18127"/>
                </a:lnTo>
                <a:lnTo>
                  <a:pt x="3770" y="18127"/>
                </a:lnTo>
              </a:path>
              <a:path w="21600" h="21600">
                <a:moveTo>
                  <a:pt x="21252" y="18021"/>
                </a:moveTo>
                <a:lnTo>
                  <a:pt x="21293" y="18021"/>
                </a:lnTo>
                <a:lnTo>
                  <a:pt x="21293" y="18106"/>
                </a:lnTo>
                <a:lnTo>
                  <a:pt x="21252" y="18106"/>
                </a:lnTo>
              </a:path>
              <a:path w="21600" h="21600">
                <a:moveTo>
                  <a:pt x="18538" y="18021"/>
                </a:moveTo>
                <a:lnTo>
                  <a:pt x="18580" y="18021"/>
                </a:lnTo>
                <a:lnTo>
                  <a:pt x="18580" y="18106"/>
                </a:lnTo>
                <a:lnTo>
                  <a:pt x="18538" y="18106"/>
                </a:lnTo>
              </a:path>
              <a:path w="21600" h="21600">
                <a:moveTo>
                  <a:pt x="15833" y="18021"/>
                </a:moveTo>
                <a:lnTo>
                  <a:pt x="15874" y="18021"/>
                </a:lnTo>
                <a:lnTo>
                  <a:pt x="15874" y="18106"/>
                </a:lnTo>
                <a:lnTo>
                  <a:pt x="15833" y="18106"/>
                </a:lnTo>
              </a:path>
              <a:path w="21600" h="21600">
                <a:moveTo>
                  <a:pt x="13119" y="18021"/>
                </a:moveTo>
                <a:lnTo>
                  <a:pt x="13161" y="18021"/>
                </a:lnTo>
                <a:lnTo>
                  <a:pt x="13161" y="18106"/>
                </a:lnTo>
                <a:lnTo>
                  <a:pt x="13119" y="18106"/>
                </a:lnTo>
              </a:path>
              <a:path w="21600" h="21600">
                <a:moveTo>
                  <a:pt x="8438" y="18021"/>
                </a:moveTo>
                <a:lnTo>
                  <a:pt x="8479" y="18021"/>
                </a:lnTo>
                <a:lnTo>
                  <a:pt x="8479" y="18106"/>
                </a:lnTo>
                <a:lnTo>
                  <a:pt x="8438" y="18106"/>
                </a:lnTo>
              </a:path>
              <a:path w="21600" h="21600">
                <a:moveTo>
                  <a:pt x="3019" y="18021"/>
                </a:moveTo>
                <a:lnTo>
                  <a:pt x="3061" y="18021"/>
                </a:lnTo>
                <a:lnTo>
                  <a:pt x="3061" y="18106"/>
                </a:lnTo>
                <a:lnTo>
                  <a:pt x="3019" y="18106"/>
                </a:lnTo>
              </a:path>
              <a:path w="21600" h="21600">
                <a:moveTo>
                  <a:pt x="306" y="18021"/>
                </a:moveTo>
                <a:lnTo>
                  <a:pt x="347" y="18021"/>
                </a:lnTo>
                <a:lnTo>
                  <a:pt x="347" y="18106"/>
                </a:lnTo>
                <a:lnTo>
                  <a:pt x="306" y="18106"/>
                </a:lnTo>
              </a:path>
              <a:path w="21600" h="21600">
                <a:moveTo>
                  <a:pt x="19450" y="18018"/>
                </a:moveTo>
                <a:lnTo>
                  <a:pt x="19471" y="18018"/>
                </a:lnTo>
                <a:lnTo>
                  <a:pt x="19471" y="18060"/>
                </a:lnTo>
                <a:lnTo>
                  <a:pt x="19450" y="18060"/>
                </a:lnTo>
              </a:path>
              <a:path w="21600" h="21600">
                <a:moveTo>
                  <a:pt x="12670" y="18001"/>
                </a:moveTo>
                <a:lnTo>
                  <a:pt x="12704" y="18001"/>
                </a:lnTo>
                <a:lnTo>
                  <a:pt x="12704" y="18071"/>
                </a:lnTo>
                <a:lnTo>
                  <a:pt x="12670" y="18071"/>
                </a:lnTo>
              </a:path>
              <a:path w="21600" h="21600">
                <a:moveTo>
                  <a:pt x="8895" y="18001"/>
                </a:moveTo>
                <a:lnTo>
                  <a:pt x="8929" y="18001"/>
                </a:lnTo>
                <a:lnTo>
                  <a:pt x="8929" y="18071"/>
                </a:lnTo>
                <a:lnTo>
                  <a:pt x="8895" y="18071"/>
                </a:lnTo>
              </a:path>
              <a:path w="21600" h="21600">
                <a:moveTo>
                  <a:pt x="3476" y="18001"/>
                </a:moveTo>
                <a:lnTo>
                  <a:pt x="3510" y="18001"/>
                </a:lnTo>
                <a:lnTo>
                  <a:pt x="3510" y="18071"/>
                </a:lnTo>
                <a:lnTo>
                  <a:pt x="3476" y="18071"/>
                </a:lnTo>
              </a:path>
              <a:path w="21600" h="21600">
                <a:moveTo>
                  <a:pt x="16731" y="17996"/>
                </a:moveTo>
                <a:lnTo>
                  <a:pt x="16764" y="17996"/>
                </a:lnTo>
                <a:lnTo>
                  <a:pt x="16764" y="18063"/>
                </a:lnTo>
                <a:lnTo>
                  <a:pt x="16731" y="18063"/>
                </a:lnTo>
              </a:path>
              <a:path w="21600" h="21600">
                <a:moveTo>
                  <a:pt x="14025" y="17996"/>
                </a:moveTo>
                <a:lnTo>
                  <a:pt x="14058" y="17996"/>
                </a:lnTo>
                <a:lnTo>
                  <a:pt x="14058" y="18063"/>
                </a:lnTo>
                <a:lnTo>
                  <a:pt x="14025" y="18063"/>
                </a:lnTo>
              </a:path>
              <a:path w="21600" h="21600">
                <a:moveTo>
                  <a:pt x="11312" y="17996"/>
                </a:moveTo>
                <a:lnTo>
                  <a:pt x="11344" y="17996"/>
                </a:lnTo>
                <a:lnTo>
                  <a:pt x="11344" y="18063"/>
                </a:lnTo>
                <a:lnTo>
                  <a:pt x="11312" y="18063"/>
                </a:lnTo>
              </a:path>
              <a:path w="21600" h="21600">
                <a:moveTo>
                  <a:pt x="10254" y="17996"/>
                </a:moveTo>
                <a:lnTo>
                  <a:pt x="10287" y="17996"/>
                </a:lnTo>
                <a:lnTo>
                  <a:pt x="10287" y="18063"/>
                </a:lnTo>
                <a:lnTo>
                  <a:pt x="10254" y="18063"/>
                </a:lnTo>
              </a:path>
              <a:path w="21600" h="21600">
                <a:moveTo>
                  <a:pt x="7541" y="17996"/>
                </a:moveTo>
                <a:lnTo>
                  <a:pt x="7574" y="17996"/>
                </a:lnTo>
                <a:lnTo>
                  <a:pt x="7574" y="18063"/>
                </a:lnTo>
                <a:lnTo>
                  <a:pt x="7541" y="18063"/>
                </a:lnTo>
              </a:path>
              <a:path w="21600" h="21600">
                <a:moveTo>
                  <a:pt x="4835" y="17996"/>
                </a:moveTo>
                <a:lnTo>
                  <a:pt x="4868" y="17996"/>
                </a:lnTo>
                <a:lnTo>
                  <a:pt x="4868" y="18063"/>
                </a:lnTo>
                <a:lnTo>
                  <a:pt x="4835" y="18063"/>
                </a:lnTo>
              </a:path>
              <a:path w="21600" h="21600">
                <a:moveTo>
                  <a:pt x="2122" y="17996"/>
                </a:moveTo>
                <a:lnTo>
                  <a:pt x="2155" y="17996"/>
                </a:lnTo>
                <a:lnTo>
                  <a:pt x="2155" y="18063"/>
                </a:lnTo>
                <a:lnTo>
                  <a:pt x="2122" y="18063"/>
                </a:lnTo>
              </a:path>
              <a:path w="21600" h="21600">
                <a:moveTo>
                  <a:pt x="16573" y="17995"/>
                </a:moveTo>
                <a:lnTo>
                  <a:pt x="16619" y="17995"/>
                </a:lnTo>
                <a:lnTo>
                  <a:pt x="16619" y="18090"/>
                </a:lnTo>
                <a:lnTo>
                  <a:pt x="16573" y="18090"/>
                </a:lnTo>
              </a:path>
              <a:path w="21600" h="21600">
                <a:moveTo>
                  <a:pt x="4979" y="17995"/>
                </a:moveTo>
                <a:lnTo>
                  <a:pt x="5026" y="17995"/>
                </a:lnTo>
                <a:lnTo>
                  <a:pt x="5026" y="18090"/>
                </a:lnTo>
                <a:lnTo>
                  <a:pt x="4979" y="18090"/>
                </a:lnTo>
              </a:path>
              <a:path w="21600" h="21600">
                <a:moveTo>
                  <a:pt x="20496" y="17984"/>
                </a:moveTo>
                <a:lnTo>
                  <a:pt x="20539" y="17984"/>
                </a:lnTo>
                <a:lnTo>
                  <a:pt x="20539" y="18073"/>
                </a:lnTo>
                <a:lnTo>
                  <a:pt x="20496" y="18073"/>
                </a:lnTo>
              </a:path>
              <a:path w="21600" h="21600">
                <a:moveTo>
                  <a:pt x="15077" y="17984"/>
                </a:moveTo>
                <a:lnTo>
                  <a:pt x="15120" y="17984"/>
                </a:lnTo>
                <a:lnTo>
                  <a:pt x="15120" y="18073"/>
                </a:lnTo>
                <a:lnTo>
                  <a:pt x="15077" y="18073"/>
                </a:lnTo>
              </a:path>
              <a:path w="21600" h="21600">
                <a:moveTo>
                  <a:pt x="6479" y="17984"/>
                </a:moveTo>
                <a:lnTo>
                  <a:pt x="6522" y="17984"/>
                </a:lnTo>
                <a:lnTo>
                  <a:pt x="6522" y="18073"/>
                </a:lnTo>
                <a:lnTo>
                  <a:pt x="6479" y="18073"/>
                </a:lnTo>
              </a:path>
              <a:path w="21600" h="21600">
                <a:moveTo>
                  <a:pt x="10409" y="17978"/>
                </a:moveTo>
                <a:lnTo>
                  <a:pt x="10433" y="17978"/>
                </a:lnTo>
                <a:lnTo>
                  <a:pt x="10433" y="18027"/>
                </a:lnTo>
                <a:lnTo>
                  <a:pt x="10409" y="18027"/>
                </a:lnTo>
              </a:path>
              <a:path w="21600" h="21600">
                <a:moveTo>
                  <a:pt x="10854" y="17974"/>
                </a:moveTo>
                <a:lnTo>
                  <a:pt x="10897" y="17974"/>
                </a:lnTo>
                <a:lnTo>
                  <a:pt x="10897" y="18062"/>
                </a:lnTo>
                <a:lnTo>
                  <a:pt x="10854" y="18062"/>
                </a:lnTo>
              </a:path>
              <a:path w="21600" h="21600">
                <a:moveTo>
                  <a:pt x="10558" y="17974"/>
                </a:moveTo>
                <a:lnTo>
                  <a:pt x="10587" y="17974"/>
                </a:lnTo>
                <a:lnTo>
                  <a:pt x="10587" y="18034"/>
                </a:lnTo>
                <a:lnTo>
                  <a:pt x="10558" y="18034"/>
                </a:lnTo>
              </a:path>
              <a:path w="21600" h="21600">
                <a:moveTo>
                  <a:pt x="762" y="17973"/>
                </a:moveTo>
                <a:lnTo>
                  <a:pt x="798" y="17973"/>
                </a:lnTo>
                <a:lnTo>
                  <a:pt x="798" y="18047"/>
                </a:lnTo>
                <a:lnTo>
                  <a:pt x="762" y="18047"/>
                </a:lnTo>
              </a:path>
              <a:path w="21600" h="21600">
                <a:moveTo>
                  <a:pt x="21410" y="17970"/>
                </a:moveTo>
                <a:lnTo>
                  <a:pt x="21437" y="17970"/>
                </a:lnTo>
                <a:lnTo>
                  <a:pt x="21437" y="18026"/>
                </a:lnTo>
                <a:lnTo>
                  <a:pt x="21410" y="18026"/>
                </a:lnTo>
              </a:path>
              <a:path w="21600" h="21600">
                <a:moveTo>
                  <a:pt x="20797" y="17967"/>
                </a:moveTo>
                <a:lnTo>
                  <a:pt x="20842" y="17967"/>
                </a:lnTo>
                <a:lnTo>
                  <a:pt x="20842" y="18059"/>
                </a:lnTo>
                <a:lnTo>
                  <a:pt x="20797" y="18059"/>
                </a:lnTo>
              </a:path>
              <a:path w="21600" h="21600">
                <a:moveTo>
                  <a:pt x="19591" y="17958"/>
                </a:moveTo>
                <a:lnTo>
                  <a:pt x="19632" y="17958"/>
                </a:lnTo>
                <a:lnTo>
                  <a:pt x="19632" y="18043"/>
                </a:lnTo>
                <a:lnTo>
                  <a:pt x="19591" y="18043"/>
                </a:lnTo>
              </a:path>
              <a:path w="21600" h="21600">
                <a:moveTo>
                  <a:pt x="16877" y="17958"/>
                </a:moveTo>
                <a:lnTo>
                  <a:pt x="16919" y="17958"/>
                </a:lnTo>
                <a:lnTo>
                  <a:pt x="16919" y="18043"/>
                </a:lnTo>
                <a:lnTo>
                  <a:pt x="16877" y="18043"/>
                </a:lnTo>
              </a:path>
              <a:path w="21600" h="21600">
                <a:moveTo>
                  <a:pt x="7386" y="17958"/>
                </a:moveTo>
                <a:lnTo>
                  <a:pt x="7427" y="17958"/>
                </a:lnTo>
                <a:lnTo>
                  <a:pt x="7427" y="18043"/>
                </a:lnTo>
                <a:lnTo>
                  <a:pt x="7386" y="18043"/>
                </a:lnTo>
              </a:path>
              <a:path w="21600" h="21600">
                <a:moveTo>
                  <a:pt x="4680" y="17958"/>
                </a:moveTo>
                <a:lnTo>
                  <a:pt x="4721" y="17958"/>
                </a:lnTo>
                <a:lnTo>
                  <a:pt x="4721" y="18043"/>
                </a:lnTo>
                <a:lnTo>
                  <a:pt x="4680" y="18043"/>
                </a:lnTo>
              </a:path>
              <a:path w="21600" h="21600">
                <a:moveTo>
                  <a:pt x="1967" y="17958"/>
                </a:moveTo>
                <a:lnTo>
                  <a:pt x="2008" y="17958"/>
                </a:lnTo>
                <a:lnTo>
                  <a:pt x="2008" y="18043"/>
                </a:lnTo>
                <a:lnTo>
                  <a:pt x="1967" y="18043"/>
                </a:lnTo>
              </a:path>
              <a:path w="21600" h="21600">
                <a:moveTo>
                  <a:pt x="11759" y="17957"/>
                </a:moveTo>
                <a:lnTo>
                  <a:pt x="11803" y="17957"/>
                </a:lnTo>
                <a:lnTo>
                  <a:pt x="11803" y="18049"/>
                </a:lnTo>
                <a:lnTo>
                  <a:pt x="11759" y="18049"/>
                </a:lnTo>
              </a:path>
              <a:path w="21600" h="21600">
                <a:moveTo>
                  <a:pt x="9795" y="17957"/>
                </a:moveTo>
                <a:lnTo>
                  <a:pt x="9840" y="17957"/>
                </a:lnTo>
                <a:lnTo>
                  <a:pt x="9840" y="18049"/>
                </a:lnTo>
                <a:lnTo>
                  <a:pt x="9795" y="18049"/>
                </a:lnTo>
              </a:path>
              <a:path w="21600" h="21600">
                <a:moveTo>
                  <a:pt x="10104" y="17950"/>
                </a:moveTo>
                <a:lnTo>
                  <a:pt x="10135" y="17950"/>
                </a:lnTo>
                <a:lnTo>
                  <a:pt x="10135" y="18013"/>
                </a:lnTo>
                <a:lnTo>
                  <a:pt x="10104" y="18013"/>
                </a:lnTo>
              </a:path>
              <a:path w="21600" h="21600">
                <a:moveTo>
                  <a:pt x="20957" y="17931"/>
                </a:moveTo>
                <a:lnTo>
                  <a:pt x="20983" y="17931"/>
                </a:lnTo>
                <a:lnTo>
                  <a:pt x="20983" y="17984"/>
                </a:lnTo>
                <a:lnTo>
                  <a:pt x="20957" y="17984"/>
                </a:lnTo>
              </a:path>
              <a:path w="21600" h="21600">
                <a:moveTo>
                  <a:pt x="18244" y="17931"/>
                </a:moveTo>
                <a:lnTo>
                  <a:pt x="18270" y="17931"/>
                </a:lnTo>
                <a:lnTo>
                  <a:pt x="18270" y="17984"/>
                </a:lnTo>
                <a:lnTo>
                  <a:pt x="18244" y="17984"/>
                </a:lnTo>
              </a:path>
              <a:path w="21600" h="21600">
                <a:moveTo>
                  <a:pt x="15538" y="17931"/>
                </a:moveTo>
                <a:lnTo>
                  <a:pt x="15564" y="17931"/>
                </a:lnTo>
                <a:lnTo>
                  <a:pt x="15564" y="17984"/>
                </a:lnTo>
                <a:lnTo>
                  <a:pt x="15538" y="17984"/>
                </a:lnTo>
              </a:path>
              <a:path w="21600" h="21600">
                <a:moveTo>
                  <a:pt x="12825" y="17931"/>
                </a:moveTo>
                <a:lnTo>
                  <a:pt x="12851" y="17931"/>
                </a:lnTo>
                <a:lnTo>
                  <a:pt x="12851" y="17984"/>
                </a:lnTo>
                <a:lnTo>
                  <a:pt x="12825" y="17984"/>
                </a:lnTo>
              </a:path>
              <a:path w="21600" h="21600">
                <a:moveTo>
                  <a:pt x="6035" y="17931"/>
                </a:moveTo>
                <a:lnTo>
                  <a:pt x="6060" y="17931"/>
                </a:lnTo>
                <a:lnTo>
                  <a:pt x="6060" y="17984"/>
                </a:lnTo>
                <a:lnTo>
                  <a:pt x="6035" y="17984"/>
                </a:lnTo>
              </a:path>
              <a:path w="21600" h="21600">
                <a:moveTo>
                  <a:pt x="3329" y="17931"/>
                </a:moveTo>
                <a:lnTo>
                  <a:pt x="3355" y="17931"/>
                </a:lnTo>
                <a:lnTo>
                  <a:pt x="3355" y="17984"/>
                </a:lnTo>
                <a:lnTo>
                  <a:pt x="3329" y="17984"/>
                </a:lnTo>
              </a:path>
              <a:path w="21600" h="21600">
                <a:moveTo>
                  <a:pt x="616" y="17931"/>
                </a:moveTo>
                <a:lnTo>
                  <a:pt x="642" y="17931"/>
                </a:lnTo>
                <a:lnTo>
                  <a:pt x="642" y="17984"/>
                </a:lnTo>
                <a:lnTo>
                  <a:pt x="616" y="17984"/>
                </a:lnTo>
              </a:path>
              <a:path w="21600" h="21600">
                <a:moveTo>
                  <a:pt x="21108" y="17928"/>
                </a:moveTo>
                <a:lnTo>
                  <a:pt x="21135" y="17928"/>
                </a:lnTo>
                <a:lnTo>
                  <a:pt x="21135" y="17984"/>
                </a:lnTo>
                <a:lnTo>
                  <a:pt x="21108" y="17984"/>
                </a:lnTo>
              </a:path>
              <a:path w="21600" h="21600">
                <a:moveTo>
                  <a:pt x="3630" y="17928"/>
                </a:moveTo>
                <a:lnTo>
                  <a:pt x="3658" y="17928"/>
                </a:lnTo>
                <a:lnTo>
                  <a:pt x="3658" y="17984"/>
                </a:lnTo>
                <a:lnTo>
                  <a:pt x="3630" y="17984"/>
                </a:lnTo>
              </a:path>
              <a:path w="21600" h="21600">
                <a:moveTo>
                  <a:pt x="5729" y="17926"/>
                </a:moveTo>
                <a:lnTo>
                  <a:pt x="5762" y="17926"/>
                </a:lnTo>
                <a:lnTo>
                  <a:pt x="5762" y="17993"/>
                </a:lnTo>
                <a:lnTo>
                  <a:pt x="5729" y="17993"/>
                </a:lnTo>
              </a:path>
              <a:path w="21600" h="21600">
                <a:moveTo>
                  <a:pt x="13410" y="17924"/>
                </a:moveTo>
                <a:lnTo>
                  <a:pt x="13465" y="17924"/>
                </a:lnTo>
                <a:lnTo>
                  <a:pt x="13465" y="18036"/>
                </a:lnTo>
                <a:lnTo>
                  <a:pt x="13410" y="18036"/>
                </a:lnTo>
              </a:path>
              <a:path w="21600" h="21600">
                <a:moveTo>
                  <a:pt x="8134" y="17924"/>
                </a:moveTo>
                <a:lnTo>
                  <a:pt x="8189" y="17924"/>
                </a:lnTo>
                <a:lnTo>
                  <a:pt x="8189" y="18036"/>
                </a:lnTo>
                <a:lnTo>
                  <a:pt x="8134" y="18036"/>
                </a:lnTo>
              </a:path>
              <a:path w="21600" h="21600">
                <a:moveTo>
                  <a:pt x="16279" y="17918"/>
                </a:moveTo>
                <a:lnTo>
                  <a:pt x="16310" y="17918"/>
                </a:lnTo>
                <a:lnTo>
                  <a:pt x="16310" y="17982"/>
                </a:lnTo>
                <a:lnTo>
                  <a:pt x="16279" y="17982"/>
                </a:lnTo>
              </a:path>
              <a:path w="21600" h="21600">
                <a:moveTo>
                  <a:pt x="5289" y="17918"/>
                </a:moveTo>
                <a:lnTo>
                  <a:pt x="5320" y="17918"/>
                </a:lnTo>
                <a:lnTo>
                  <a:pt x="5320" y="17982"/>
                </a:lnTo>
                <a:lnTo>
                  <a:pt x="5289" y="17982"/>
                </a:lnTo>
              </a:path>
              <a:path w="21600" h="21600">
                <a:moveTo>
                  <a:pt x="19290" y="17917"/>
                </a:moveTo>
                <a:lnTo>
                  <a:pt x="19329" y="17917"/>
                </a:lnTo>
                <a:lnTo>
                  <a:pt x="19329" y="17998"/>
                </a:lnTo>
                <a:lnTo>
                  <a:pt x="19290" y="17998"/>
                </a:lnTo>
              </a:path>
              <a:path w="21600" h="21600">
                <a:moveTo>
                  <a:pt x="13871" y="17917"/>
                </a:moveTo>
                <a:lnTo>
                  <a:pt x="13910" y="17917"/>
                </a:lnTo>
                <a:lnTo>
                  <a:pt x="13910" y="17998"/>
                </a:lnTo>
                <a:lnTo>
                  <a:pt x="13871" y="17998"/>
                </a:lnTo>
              </a:path>
              <a:path w="21600" h="21600">
                <a:moveTo>
                  <a:pt x="7688" y="17917"/>
                </a:moveTo>
                <a:lnTo>
                  <a:pt x="7728" y="17917"/>
                </a:lnTo>
                <a:lnTo>
                  <a:pt x="7728" y="17998"/>
                </a:lnTo>
                <a:lnTo>
                  <a:pt x="7688" y="17998"/>
                </a:lnTo>
              </a:path>
              <a:path w="21600" h="21600">
                <a:moveTo>
                  <a:pt x="2270" y="17917"/>
                </a:moveTo>
                <a:lnTo>
                  <a:pt x="2309" y="17917"/>
                </a:lnTo>
                <a:lnTo>
                  <a:pt x="2309" y="17998"/>
                </a:lnTo>
                <a:lnTo>
                  <a:pt x="2270" y="17998"/>
                </a:lnTo>
              </a:path>
              <a:path w="21600" h="21600">
                <a:moveTo>
                  <a:pt x="17034" y="17902"/>
                </a:moveTo>
                <a:lnTo>
                  <a:pt x="17065" y="17902"/>
                </a:lnTo>
                <a:lnTo>
                  <a:pt x="17065" y="17965"/>
                </a:lnTo>
                <a:lnTo>
                  <a:pt x="17034" y="17965"/>
                </a:lnTo>
              </a:path>
              <a:path w="21600" h="21600">
                <a:moveTo>
                  <a:pt x="11615" y="17902"/>
                </a:moveTo>
                <a:lnTo>
                  <a:pt x="11646" y="17902"/>
                </a:lnTo>
                <a:lnTo>
                  <a:pt x="11646" y="17965"/>
                </a:lnTo>
                <a:lnTo>
                  <a:pt x="11615" y="17965"/>
                </a:lnTo>
              </a:path>
              <a:path w="21600" h="21600">
                <a:moveTo>
                  <a:pt x="9953" y="17902"/>
                </a:moveTo>
                <a:lnTo>
                  <a:pt x="9984" y="17902"/>
                </a:lnTo>
                <a:lnTo>
                  <a:pt x="9984" y="17965"/>
                </a:lnTo>
                <a:lnTo>
                  <a:pt x="9953" y="17965"/>
                </a:lnTo>
              </a:path>
              <a:path w="21600" h="21600">
                <a:moveTo>
                  <a:pt x="4534" y="17902"/>
                </a:moveTo>
                <a:lnTo>
                  <a:pt x="4565" y="17902"/>
                </a:lnTo>
                <a:lnTo>
                  <a:pt x="4565" y="17965"/>
                </a:lnTo>
                <a:lnTo>
                  <a:pt x="4534" y="17965"/>
                </a:lnTo>
              </a:path>
              <a:path w="21600" h="21600">
                <a:moveTo>
                  <a:pt x="18095" y="17891"/>
                </a:moveTo>
                <a:lnTo>
                  <a:pt x="18117" y="17891"/>
                </a:lnTo>
                <a:lnTo>
                  <a:pt x="18117" y="17936"/>
                </a:lnTo>
                <a:lnTo>
                  <a:pt x="18095" y="17936"/>
                </a:lnTo>
              </a:path>
              <a:path w="21600" h="21600">
                <a:moveTo>
                  <a:pt x="1371" y="17891"/>
                </a:moveTo>
                <a:lnTo>
                  <a:pt x="1397" y="17891"/>
                </a:lnTo>
                <a:lnTo>
                  <a:pt x="1397" y="17943"/>
                </a:lnTo>
                <a:lnTo>
                  <a:pt x="1371" y="17943"/>
                </a:lnTo>
              </a:path>
              <a:path w="21600" h="21600">
                <a:moveTo>
                  <a:pt x="17639" y="17877"/>
                </a:moveTo>
                <a:lnTo>
                  <a:pt x="17668" y="17877"/>
                </a:lnTo>
                <a:lnTo>
                  <a:pt x="17668" y="17937"/>
                </a:lnTo>
                <a:lnTo>
                  <a:pt x="17639" y="17937"/>
                </a:lnTo>
              </a:path>
              <a:path w="21600" h="21600">
                <a:moveTo>
                  <a:pt x="14933" y="17877"/>
                </a:moveTo>
                <a:lnTo>
                  <a:pt x="14962" y="17877"/>
                </a:lnTo>
                <a:lnTo>
                  <a:pt x="14962" y="17937"/>
                </a:lnTo>
                <a:lnTo>
                  <a:pt x="14933" y="17937"/>
                </a:lnTo>
              </a:path>
              <a:path w="21600" h="21600">
                <a:moveTo>
                  <a:pt x="12219" y="17877"/>
                </a:moveTo>
                <a:lnTo>
                  <a:pt x="12249" y="17877"/>
                </a:lnTo>
                <a:lnTo>
                  <a:pt x="12249" y="17937"/>
                </a:lnTo>
                <a:lnTo>
                  <a:pt x="12219" y="17937"/>
                </a:lnTo>
              </a:path>
              <a:path w="21600" h="21600">
                <a:moveTo>
                  <a:pt x="9350" y="17877"/>
                </a:moveTo>
                <a:lnTo>
                  <a:pt x="9379" y="17877"/>
                </a:lnTo>
                <a:lnTo>
                  <a:pt x="9379" y="17937"/>
                </a:lnTo>
                <a:lnTo>
                  <a:pt x="9350" y="17937"/>
                </a:lnTo>
              </a:path>
              <a:path w="21600" h="21600">
                <a:moveTo>
                  <a:pt x="3931" y="17877"/>
                </a:moveTo>
                <a:lnTo>
                  <a:pt x="3960" y="17877"/>
                </a:lnTo>
                <a:lnTo>
                  <a:pt x="3960" y="17937"/>
                </a:lnTo>
                <a:lnTo>
                  <a:pt x="3931" y="17937"/>
                </a:lnTo>
              </a:path>
              <a:path w="21600" h="21600">
                <a:moveTo>
                  <a:pt x="1218" y="17877"/>
                </a:moveTo>
                <a:lnTo>
                  <a:pt x="1247" y="17877"/>
                </a:lnTo>
                <a:lnTo>
                  <a:pt x="1247" y="17937"/>
                </a:lnTo>
                <a:lnTo>
                  <a:pt x="1218" y="17937"/>
                </a:lnTo>
              </a:path>
              <a:path w="21600" h="21600">
                <a:moveTo>
                  <a:pt x="14470" y="17868"/>
                </a:moveTo>
                <a:lnTo>
                  <a:pt x="14518" y="17868"/>
                </a:lnTo>
                <a:lnTo>
                  <a:pt x="14518" y="17967"/>
                </a:lnTo>
                <a:lnTo>
                  <a:pt x="14470" y="17967"/>
                </a:lnTo>
              </a:path>
              <a:path w="21600" h="21600">
                <a:moveTo>
                  <a:pt x="7080" y="17868"/>
                </a:moveTo>
                <a:lnTo>
                  <a:pt x="7129" y="17868"/>
                </a:lnTo>
                <a:lnTo>
                  <a:pt x="7129" y="17967"/>
                </a:lnTo>
                <a:lnTo>
                  <a:pt x="7080" y="17967"/>
                </a:lnTo>
              </a:path>
              <a:path w="21600" h="21600">
                <a:moveTo>
                  <a:pt x="15382" y="17867"/>
                </a:moveTo>
                <a:lnTo>
                  <a:pt x="15418" y="17867"/>
                </a:lnTo>
                <a:lnTo>
                  <a:pt x="15418" y="17941"/>
                </a:lnTo>
                <a:lnTo>
                  <a:pt x="15382" y="17941"/>
                </a:lnTo>
              </a:path>
              <a:path w="21600" h="21600">
                <a:moveTo>
                  <a:pt x="20050" y="17860"/>
                </a:moveTo>
                <a:lnTo>
                  <a:pt x="20079" y="17860"/>
                </a:lnTo>
                <a:lnTo>
                  <a:pt x="20079" y="17920"/>
                </a:lnTo>
                <a:lnTo>
                  <a:pt x="20050" y="17920"/>
                </a:lnTo>
              </a:path>
              <a:path w="21600" h="21600">
                <a:moveTo>
                  <a:pt x="17337" y="17860"/>
                </a:moveTo>
                <a:lnTo>
                  <a:pt x="17366" y="17860"/>
                </a:lnTo>
                <a:lnTo>
                  <a:pt x="17366" y="17920"/>
                </a:lnTo>
                <a:lnTo>
                  <a:pt x="17337" y="17920"/>
                </a:lnTo>
              </a:path>
              <a:path w="21600" h="21600">
                <a:moveTo>
                  <a:pt x="11917" y="17860"/>
                </a:moveTo>
                <a:lnTo>
                  <a:pt x="11947" y="17860"/>
                </a:lnTo>
                <a:lnTo>
                  <a:pt x="11947" y="17920"/>
                </a:lnTo>
                <a:lnTo>
                  <a:pt x="11917" y="17920"/>
                </a:lnTo>
              </a:path>
              <a:path w="21600" h="21600">
                <a:moveTo>
                  <a:pt x="9652" y="17860"/>
                </a:moveTo>
                <a:lnTo>
                  <a:pt x="9681" y="17860"/>
                </a:lnTo>
                <a:lnTo>
                  <a:pt x="9681" y="17920"/>
                </a:lnTo>
                <a:lnTo>
                  <a:pt x="9652" y="17920"/>
                </a:lnTo>
              </a:path>
              <a:path w="21600" h="21600">
                <a:moveTo>
                  <a:pt x="6939" y="17860"/>
                </a:moveTo>
                <a:lnTo>
                  <a:pt x="6968" y="17860"/>
                </a:lnTo>
                <a:lnTo>
                  <a:pt x="6968" y="17920"/>
                </a:lnTo>
                <a:lnTo>
                  <a:pt x="6939" y="17920"/>
                </a:lnTo>
              </a:path>
              <a:path w="21600" h="21600">
                <a:moveTo>
                  <a:pt x="4233" y="17860"/>
                </a:moveTo>
                <a:lnTo>
                  <a:pt x="4262" y="17860"/>
                </a:lnTo>
                <a:lnTo>
                  <a:pt x="4262" y="17920"/>
                </a:lnTo>
                <a:lnTo>
                  <a:pt x="4233" y="17920"/>
                </a:lnTo>
              </a:path>
              <a:path w="21600" h="21600">
                <a:moveTo>
                  <a:pt x="1520" y="17860"/>
                </a:moveTo>
                <a:lnTo>
                  <a:pt x="1549" y="17860"/>
                </a:lnTo>
                <a:lnTo>
                  <a:pt x="1549" y="17920"/>
                </a:lnTo>
                <a:lnTo>
                  <a:pt x="1520" y="17920"/>
                </a:lnTo>
              </a:path>
              <a:path w="21600" h="21600">
                <a:moveTo>
                  <a:pt x="1058" y="17844"/>
                </a:moveTo>
                <a:lnTo>
                  <a:pt x="1105" y="17844"/>
                </a:lnTo>
                <a:lnTo>
                  <a:pt x="1105" y="17940"/>
                </a:lnTo>
                <a:lnTo>
                  <a:pt x="1058" y="17940"/>
                </a:lnTo>
              </a:path>
              <a:path w="21600" h="21600">
                <a:moveTo>
                  <a:pt x="20196" y="17840"/>
                </a:moveTo>
                <a:lnTo>
                  <a:pt x="20234" y="17840"/>
                </a:lnTo>
                <a:lnTo>
                  <a:pt x="20234" y="17918"/>
                </a:lnTo>
                <a:lnTo>
                  <a:pt x="20196" y="17918"/>
                </a:lnTo>
              </a:path>
              <a:path w="21600" h="21600">
                <a:moveTo>
                  <a:pt x="14777" y="17840"/>
                </a:moveTo>
                <a:lnTo>
                  <a:pt x="14815" y="17840"/>
                </a:lnTo>
                <a:lnTo>
                  <a:pt x="14815" y="17918"/>
                </a:lnTo>
                <a:lnTo>
                  <a:pt x="14777" y="17918"/>
                </a:lnTo>
              </a:path>
              <a:path w="21600" h="21600">
                <a:moveTo>
                  <a:pt x="9497" y="17840"/>
                </a:moveTo>
                <a:lnTo>
                  <a:pt x="9535" y="17840"/>
                </a:lnTo>
                <a:lnTo>
                  <a:pt x="9535" y="17918"/>
                </a:lnTo>
                <a:lnTo>
                  <a:pt x="9497" y="17918"/>
                </a:lnTo>
              </a:path>
              <a:path w="21600" h="21600">
                <a:moveTo>
                  <a:pt x="6784" y="17840"/>
                </a:moveTo>
                <a:lnTo>
                  <a:pt x="6821" y="17840"/>
                </a:lnTo>
                <a:lnTo>
                  <a:pt x="6821" y="17918"/>
                </a:lnTo>
                <a:lnTo>
                  <a:pt x="6784" y="17918"/>
                </a:lnTo>
              </a:path>
              <a:path w="21600" h="21600">
                <a:moveTo>
                  <a:pt x="4078" y="17840"/>
                </a:moveTo>
                <a:lnTo>
                  <a:pt x="4116" y="17840"/>
                </a:lnTo>
                <a:lnTo>
                  <a:pt x="4116" y="17918"/>
                </a:lnTo>
                <a:lnTo>
                  <a:pt x="4078" y="17918"/>
                </a:lnTo>
              </a:path>
              <a:path w="21600" h="21600">
                <a:moveTo>
                  <a:pt x="14179" y="17824"/>
                </a:moveTo>
                <a:lnTo>
                  <a:pt x="14206" y="17824"/>
                </a:lnTo>
                <a:lnTo>
                  <a:pt x="14206" y="17880"/>
                </a:lnTo>
                <a:lnTo>
                  <a:pt x="14179" y="17880"/>
                </a:lnTo>
              </a:path>
              <a:path w="21600" h="21600">
                <a:moveTo>
                  <a:pt x="4381" y="17813"/>
                </a:moveTo>
                <a:lnTo>
                  <a:pt x="4417" y="17813"/>
                </a:lnTo>
                <a:lnTo>
                  <a:pt x="4417" y="17887"/>
                </a:lnTo>
                <a:lnTo>
                  <a:pt x="4381" y="17887"/>
                </a:lnTo>
              </a:path>
              <a:path w="21600" h="21600">
                <a:moveTo>
                  <a:pt x="1664" y="17809"/>
                </a:moveTo>
                <a:lnTo>
                  <a:pt x="1707" y="17809"/>
                </a:lnTo>
                <a:lnTo>
                  <a:pt x="1707" y="17898"/>
                </a:lnTo>
                <a:lnTo>
                  <a:pt x="1664" y="17898"/>
                </a:lnTo>
              </a:path>
              <a:path w="21600" h="21600">
                <a:moveTo>
                  <a:pt x="10410" y="17801"/>
                </a:moveTo>
                <a:lnTo>
                  <a:pt x="10433" y="17801"/>
                </a:lnTo>
                <a:lnTo>
                  <a:pt x="10433" y="17847"/>
                </a:lnTo>
                <a:lnTo>
                  <a:pt x="10410" y="17847"/>
                </a:lnTo>
              </a:path>
              <a:path w="21600" h="21600">
                <a:moveTo>
                  <a:pt x="3179" y="17792"/>
                </a:moveTo>
                <a:lnTo>
                  <a:pt x="3203" y="17792"/>
                </a:lnTo>
                <a:lnTo>
                  <a:pt x="3203" y="17841"/>
                </a:lnTo>
                <a:lnTo>
                  <a:pt x="3179" y="17841"/>
                </a:lnTo>
              </a:path>
              <a:path w="21600" h="21600">
                <a:moveTo>
                  <a:pt x="17188" y="17789"/>
                </a:moveTo>
                <a:lnTo>
                  <a:pt x="17212" y="17789"/>
                </a:lnTo>
                <a:lnTo>
                  <a:pt x="17212" y="17838"/>
                </a:lnTo>
                <a:lnTo>
                  <a:pt x="17188" y="17838"/>
                </a:lnTo>
              </a:path>
              <a:path w="21600" h="21600">
                <a:moveTo>
                  <a:pt x="20650" y="17785"/>
                </a:moveTo>
                <a:lnTo>
                  <a:pt x="20686" y="17785"/>
                </a:lnTo>
                <a:lnTo>
                  <a:pt x="20686" y="17859"/>
                </a:lnTo>
                <a:lnTo>
                  <a:pt x="20650" y="17859"/>
                </a:lnTo>
              </a:path>
              <a:path w="21600" h="21600">
                <a:moveTo>
                  <a:pt x="19140" y="17785"/>
                </a:moveTo>
                <a:lnTo>
                  <a:pt x="19177" y="17785"/>
                </a:lnTo>
                <a:lnTo>
                  <a:pt x="19177" y="17859"/>
                </a:lnTo>
                <a:lnTo>
                  <a:pt x="19140" y="17859"/>
                </a:lnTo>
              </a:path>
              <a:path w="21600" h="21600">
                <a:moveTo>
                  <a:pt x="18692" y="17785"/>
                </a:moveTo>
                <a:lnTo>
                  <a:pt x="18728" y="17785"/>
                </a:lnTo>
                <a:lnTo>
                  <a:pt x="18728" y="17859"/>
                </a:lnTo>
                <a:lnTo>
                  <a:pt x="18692" y="17859"/>
                </a:lnTo>
              </a:path>
              <a:path w="21600" h="21600">
                <a:moveTo>
                  <a:pt x="18390" y="17785"/>
                </a:moveTo>
                <a:lnTo>
                  <a:pt x="18426" y="17785"/>
                </a:lnTo>
                <a:lnTo>
                  <a:pt x="18426" y="17859"/>
                </a:lnTo>
                <a:lnTo>
                  <a:pt x="18390" y="17859"/>
                </a:lnTo>
              </a:path>
              <a:path w="21600" h="21600">
                <a:moveTo>
                  <a:pt x="17937" y="17785"/>
                </a:moveTo>
                <a:lnTo>
                  <a:pt x="17973" y="17785"/>
                </a:lnTo>
                <a:lnTo>
                  <a:pt x="17973" y="17859"/>
                </a:lnTo>
                <a:lnTo>
                  <a:pt x="17937" y="17859"/>
                </a:lnTo>
              </a:path>
              <a:path w="21600" h="21600">
                <a:moveTo>
                  <a:pt x="16427" y="17785"/>
                </a:moveTo>
                <a:lnTo>
                  <a:pt x="16463" y="17785"/>
                </a:lnTo>
                <a:lnTo>
                  <a:pt x="16463" y="17859"/>
                </a:lnTo>
                <a:lnTo>
                  <a:pt x="16427" y="17859"/>
                </a:lnTo>
              </a:path>
              <a:path w="21600" h="21600">
                <a:moveTo>
                  <a:pt x="15986" y="17785"/>
                </a:moveTo>
                <a:lnTo>
                  <a:pt x="16022" y="17785"/>
                </a:lnTo>
                <a:lnTo>
                  <a:pt x="16022" y="17859"/>
                </a:lnTo>
                <a:lnTo>
                  <a:pt x="15986" y="17859"/>
                </a:lnTo>
              </a:path>
              <a:path w="21600" h="21600">
                <a:moveTo>
                  <a:pt x="15684" y="17785"/>
                </a:moveTo>
                <a:lnTo>
                  <a:pt x="15720" y="17785"/>
                </a:lnTo>
                <a:lnTo>
                  <a:pt x="15720" y="17859"/>
                </a:lnTo>
                <a:lnTo>
                  <a:pt x="15684" y="17859"/>
                </a:lnTo>
              </a:path>
              <a:path w="21600" h="21600">
                <a:moveTo>
                  <a:pt x="15231" y="17785"/>
                </a:moveTo>
                <a:lnTo>
                  <a:pt x="15267" y="17785"/>
                </a:lnTo>
                <a:lnTo>
                  <a:pt x="15267" y="17859"/>
                </a:lnTo>
                <a:lnTo>
                  <a:pt x="15231" y="17859"/>
                </a:lnTo>
              </a:path>
              <a:path w="21600" h="21600">
                <a:moveTo>
                  <a:pt x="13721" y="17785"/>
                </a:moveTo>
                <a:lnTo>
                  <a:pt x="13758" y="17785"/>
                </a:lnTo>
                <a:lnTo>
                  <a:pt x="13758" y="17859"/>
                </a:lnTo>
                <a:lnTo>
                  <a:pt x="13721" y="17859"/>
                </a:lnTo>
              </a:path>
              <a:path w="21600" h="21600">
                <a:moveTo>
                  <a:pt x="13273" y="17785"/>
                </a:moveTo>
                <a:lnTo>
                  <a:pt x="13309" y="17785"/>
                </a:lnTo>
                <a:lnTo>
                  <a:pt x="13309" y="17859"/>
                </a:lnTo>
                <a:lnTo>
                  <a:pt x="13273" y="17859"/>
                </a:lnTo>
              </a:path>
              <a:path w="21600" h="21600">
                <a:moveTo>
                  <a:pt x="12971" y="17785"/>
                </a:moveTo>
                <a:lnTo>
                  <a:pt x="13007" y="17785"/>
                </a:lnTo>
                <a:lnTo>
                  <a:pt x="13007" y="17859"/>
                </a:lnTo>
                <a:lnTo>
                  <a:pt x="12971" y="17859"/>
                </a:lnTo>
              </a:path>
              <a:path w="21600" h="21600">
                <a:moveTo>
                  <a:pt x="12518" y="17785"/>
                </a:moveTo>
                <a:lnTo>
                  <a:pt x="12554" y="17785"/>
                </a:lnTo>
                <a:lnTo>
                  <a:pt x="12554" y="17859"/>
                </a:lnTo>
                <a:lnTo>
                  <a:pt x="12518" y="17859"/>
                </a:lnTo>
              </a:path>
              <a:path w="21600" h="21600">
                <a:moveTo>
                  <a:pt x="11008" y="17785"/>
                </a:moveTo>
                <a:lnTo>
                  <a:pt x="11044" y="17785"/>
                </a:lnTo>
                <a:lnTo>
                  <a:pt x="11044" y="17859"/>
                </a:lnTo>
                <a:lnTo>
                  <a:pt x="11008" y="17859"/>
                </a:lnTo>
              </a:path>
              <a:path w="21600" h="21600">
                <a:moveTo>
                  <a:pt x="9045" y="17785"/>
                </a:moveTo>
                <a:lnTo>
                  <a:pt x="9081" y="17785"/>
                </a:lnTo>
                <a:lnTo>
                  <a:pt x="9081" y="17859"/>
                </a:lnTo>
                <a:lnTo>
                  <a:pt x="9045" y="17859"/>
                </a:lnTo>
              </a:path>
              <a:path w="21600" h="21600">
                <a:moveTo>
                  <a:pt x="8592" y="17785"/>
                </a:moveTo>
                <a:lnTo>
                  <a:pt x="8628" y="17785"/>
                </a:lnTo>
                <a:lnTo>
                  <a:pt x="8628" y="17859"/>
                </a:lnTo>
                <a:lnTo>
                  <a:pt x="8592" y="17859"/>
                </a:lnTo>
              </a:path>
              <a:path w="21600" h="21600">
                <a:moveTo>
                  <a:pt x="8290" y="17785"/>
                </a:moveTo>
                <a:lnTo>
                  <a:pt x="8326" y="17785"/>
                </a:lnTo>
                <a:lnTo>
                  <a:pt x="8326" y="17859"/>
                </a:lnTo>
                <a:lnTo>
                  <a:pt x="8290" y="17859"/>
                </a:lnTo>
              </a:path>
              <a:path w="21600" h="21600">
                <a:moveTo>
                  <a:pt x="7841" y="17785"/>
                </a:moveTo>
                <a:lnTo>
                  <a:pt x="7877" y="17785"/>
                </a:lnTo>
                <a:lnTo>
                  <a:pt x="7877" y="17859"/>
                </a:lnTo>
                <a:lnTo>
                  <a:pt x="7841" y="17859"/>
                </a:lnTo>
              </a:path>
              <a:path w="21600" h="21600">
                <a:moveTo>
                  <a:pt x="6331" y="17785"/>
                </a:moveTo>
                <a:lnTo>
                  <a:pt x="6368" y="17785"/>
                </a:lnTo>
                <a:lnTo>
                  <a:pt x="6368" y="17859"/>
                </a:lnTo>
                <a:lnTo>
                  <a:pt x="6331" y="17859"/>
                </a:lnTo>
              </a:path>
              <a:path w="21600" h="21600">
                <a:moveTo>
                  <a:pt x="5879" y="17785"/>
                </a:moveTo>
                <a:lnTo>
                  <a:pt x="5915" y="17785"/>
                </a:lnTo>
                <a:lnTo>
                  <a:pt x="5915" y="17859"/>
                </a:lnTo>
                <a:lnTo>
                  <a:pt x="5879" y="17859"/>
                </a:lnTo>
              </a:path>
              <a:path w="21600" h="21600">
                <a:moveTo>
                  <a:pt x="5577" y="17785"/>
                </a:moveTo>
                <a:lnTo>
                  <a:pt x="5613" y="17785"/>
                </a:lnTo>
                <a:lnTo>
                  <a:pt x="5613" y="17859"/>
                </a:lnTo>
                <a:lnTo>
                  <a:pt x="5577" y="17859"/>
                </a:lnTo>
              </a:path>
              <a:path w="21600" h="21600">
                <a:moveTo>
                  <a:pt x="5136" y="17785"/>
                </a:moveTo>
                <a:lnTo>
                  <a:pt x="5172" y="17785"/>
                </a:lnTo>
                <a:lnTo>
                  <a:pt x="5172" y="17859"/>
                </a:lnTo>
                <a:lnTo>
                  <a:pt x="5136" y="17859"/>
                </a:lnTo>
              </a:path>
              <a:path w="21600" h="21600">
                <a:moveTo>
                  <a:pt x="2422" y="17785"/>
                </a:moveTo>
                <a:lnTo>
                  <a:pt x="2459" y="17785"/>
                </a:lnTo>
                <a:lnTo>
                  <a:pt x="2459" y="17859"/>
                </a:lnTo>
                <a:lnTo>
                  <a:pt x="2422" y="17859"/>
                </a:lnTo>
              </a:path>
              <a:path w="21600" h="21600">
                <a:moveTo>
                  <a:pt x="913" y="17785"/>
                </a:moveTo>
                <a:lnTo>
                  <a:pt x="949" y="17785"/>
                </a:lnTo>
                <a:lnTo>
                  <a:pt x="949" y="17859"/>
                </a:lnTo>
                <a:lnTo>
                  <a:pt x="913" y="17859"/>
                </a:lnTo>
              </a:path>
              <a:path w="21600" h="21600">
                <a:moveTo>
                  <a:pt x="460" y="17785"/>
                </a:moveTo>
                <a:lnTo>
                  <a:pt x="496" y="17785"/>
                </a:lnTo>
                <a:lnTo>
                  <a:pt x="496" y="17859"/>
                </a:lnTo>
                <a:lnTo>
                  <a:pt x="460" y="17859"/>
                </a:lnTo>
              </a:path>
              <a:path w="21600" h="21600">
                <a:moveTo>
                  <a:pt x="158" y="17785"/>
                </a:moveTo>
                <a:lnTo>
                  <a:pt x="194" y="17785"/>
                </a:lnTo>
                <a:lnTo>
                  <a:pt x="194" y="17859"/>
                </a:lnTo>
                <a:lnTo>
                  <a:pt x="158" y="17859"/>
                </a:lnTo>
              </a:path>
              <a:path w="21600" h="21600">
                <a:moveTo>
                  <a:pt x="2868" y="17776"/>
                </a:moveTo>
                <a:lnTo>
                  <a:pt x="2910" y="17776"/>
                </a:lnTo>
                <a:lnTo>
                  <a:pt x="2910" y="17861"/>
                </a:lnTo>
                <a:lnTo>
                  <a:pt x="2868" y="17861"/>
                </a:lnTo>
              </a:path>
              <a:path w="21600" h="21600">
                <a:moveTo>
                  <a:pt x="16732" y="17773"/>
                </a:moveTo>
                <a:lnTo>
                  <a:pt x="16763" y="17773"/>
                </a:lnTo>
                <a:lnTo>
                  <a:pt x="16763" y="17836"/>
                </a:lnTo>
                <a:lnTo>
                  <a:pt x="16732" y="17836"/>
                </a:lnTo>
              </a:path>
              <a:path w="21600" h="21600">
                <a:moveTo>
                  <a:pt x="14026" y="17773"/>
                </a:moveTo>
                <a:lnTo>
                  <a:pt x="14057" y="17773"/>
                </a:lnTo>
                <a:lnTo>
                  <a:pt x="14057" y="17836"/>
                </a:lnTo>
                <a:lnTo>
                  <a:pt x="14026" y="17836"/>
                </a:lnTo>
              </a:path>
              <a:path w="21600" h="21600">
                <a:moveTo>
                  <a:pt x="11313" y="17773"/>
                </a:moveTo>
                <a:lnTo>
                  <a:pt x="11344" y="17773"/>
                </a:lnTo>
                <a:lnTo>
                  <a:pt x="11344" y="17836"/>
                </a:lnTo>
                <a:lnTo>
                  <a:pt x="11313" y="17836"/>
                </a:lnTo>
              </a:path>
              <a:path w="21600" h="21600">
                <a:moveTo>
                  <a:pt x="10255" y="17773"/>
                </a:moveTo>
                <a:lnTo>
                  <a:pt x="10286" y="17773"/>
                </a:lnTo>
                <a:lnTo>
                  <a:pt x="10286" y="17836"/>
                </a:lnTo>
                <a:lnTo>
                  <a:pt x="10255" y="17836"/>
                </a:lnTo>
              </a:path>
              <a:path w="21600" h="21600">
                <a:moveTo>
                  <a:pt x="7542" y="17773"/>
                </a:moveTo>
                <a:lnTo>
                  <a:pt x="7573" y="17773"/>
                </a:lnTo>
                <a:lnTo>
                  <a:pt x="7573" y="17836"/>
                </a:lnTo>
                <a:lnTo>
                  <a:pt x="7542" y="17836"/>
                </a:lnTo>
              </a:path>
              <a:path w="21600" h="21600">
                <a:moveTo>
                  <a:pt x="4836" y="17773"/>
                </a:moveTo>
                <a:lnTo>
                  <a:pt x="4867" y="17773"/>
                </a:lnTo>
                <a:lnTo>
                  <a:pt x="4867" y="17836"/>
                </a:lnTo>
                <a:lnTo>
                  <a:pt x="4836" y="17836"/>
                </a:lnTo>
              </a:path>
              <a:path w="21600" h="21600">
                <a:moveTo>
                  <a:pt x="2123" y="17773"/>
                </a:moveTo>
                <a:lnTo>
                  <a:pt x="2154" y="17773"/>
                </a:lnTo>
                <a:lnTo>
                  <a:pt x="2154" y="17836"/>
                </a:lnTo>
                <a:lnTo>
                  <a:pt x="2123" y="17836"/>
                </a:lnTo>
              </a:path>
              <a:path w="21600" h="21600">
                <a:moveTo>
                  <a:pt x="12671" y="17766"/>
                </a:moveTo>
                <a:lnTo>
                  <a:pt x="12703" y="17766"/>
                </a:lnTo>
                <a:lnTo>
                  <a:pt x="12703" y="17833"/>
                </a:lnTo>
                <a:lnTo>
                  <a:pt x="12671" y="17833"/>
                </a:lnTo>
              </a:path>
              <a:path w="21600" h="21600">
                <a:moveTo>
                  <a:pt x="8895" y="17766"/>
                </a:moveTo>
                <a:lnTo>
                  <a:pt x="8928" y="17766"/>
                </a:lnTo>
                <a:lnTo>
                  <a:pt x="8928" y="17833"/>
                </a:lnTo>
                <a:lnTo>
                  <a:pt x="8895" y="17833"/>
                </a:lnTo>
              </a:path>
              <a:path w="21600" h="21600">
                <a:moveTo>
                  <a:pt x="3477" y="17766"/>
                </a:moveTo>
                <a:lnTo>
                  <a:pt x="3509" y="17766"/>
                </a:lnTo>
                <a:lnTo>
                  <a:pt x="3509" y="17833"/>
                </a:lnTo>
                <a:lnTo>
                  <a:pt x="3477" y="17833"/>
                </a:lnTo>
              </a:path>
              <a:path w="21600" h="21600">
                <a:moveTo>
                  <a:pt x="20958" y="17745"/>
                </a:moveTo>
                <a:lnTo>
                  <a:pt x="20982" y="17745"/>
                </a:lnTo>
                <a:lnTo>
                  <a:pt x="20982" y="17794"/>
                </a:lnTo>
                <a:lnTo>
                  <a:pt x="20958" y="17794"/>
                </a:lnTo>
              </a:path>
              <a:path w="21600" h="21600">
                <a:moveTo>
                  <a:pt x="18245" y="17745"/>
                </a:moveTo>
                <a:lnTo>
                  <a:pt x="18269" y="17745"/>
                </a:lnTo>
                <a:lnTo>
                  <a:pt x="18269" y="17794"/>
                </a:lnTo>
                <a:lnTo>
                  <a:pt x="18245" y="17794"/>
                </a:lnTo>
              </a:path>
              <a:path w="21600" h="21600">
                <a:moveTo>
                  <a:pt x="15539" y="17745"/>
                </a:moveTo>
                <a:lnTo>
                  <a:pt x="15563" y="17745"/>
                </a:lnTo>
                <a:lnTo>
                  <a:pt x="15563" y="17794"/>
                </a:lnTo>
                <a:lnTo>
                  <a:pt x="15539" y="17794"/>
                </a:lnTo>
              </a:path>
              <a:path w="21600" h="21600">
                <a:moveTo>
                  <a:pt x="12826" y="17745"/>
                </a:moveTo>
                <a:lnTo>
                  <a:pt x="12850" y="17745"/>
                </a:lnTo>
                <a:lnTo>
                  <a:pt x="12850" y="17794"/>
                </a:lnTo>
                <a:lnTo>
                  <a:pt x="12826" y="17794"/>
                </a:lnTo>
              </a:path>
              <a:path w="21600" h="21600">
                <a:moveTo>
                  <a:pt x="6036" y="17745"/>
                </a:moveTo>
                <a:lnTo>
                  <a:pt x="6060" y="17745"/>
                </a:lnTo>
                <a:lnTo>
                  <a:pt x="6060" y="17794"/>
                </a:lnTo>
                <a:lnTo>
                  <a:pt x="6036" y="17794"/>
                </a:lnTo>
              </a:path>
              <a:path w="21600" h="21600">
                <a:moveTo>
                  <a:pt x="3330" y="17745"/>
                </a:moveTo>
                <a:lnTo>
                  <a:pt x="3354" y="17745"/>
                </a:lnTo>
                <a:lnTo>
                  <a:pt x="3354" y="17794"/>
                </a:lnTo>
                <a:lnTo>
                  <a:pt x="3330" y="17794"/>
                </a:lnTo>
              </a:path>
              <a:path w="21600" h="21600">
                <a:moveTo>
                  <a:pt x="617" y="17745"/>
                </a:moveTo>
                <a:lnTo>
                  <a:pt x="641" y="17745"/>
                </a:lnTo>
                <a:lnTo>
                  <a:pt x="641" y="17794"/>
                </a:lnTo>
                <a:lnTo>
                  <a:pt x="617" y="17794"/>
                </a:lnTo>
              </a:path>
              <a:path w="21600" h="21600">
                <a:moveTo>
                  <a:pt x="21252" y="17721"/>
                </a:moveTo>
                <a:lnTo>
                  <a:pt x="21292" y="17721"/>
                </a:lnTo>
                <a:lnTo>
                  <a:pt x="21292" y="17802"/>
                </a:lnTo>
                <a:lnTo>
                  <a:pt x="21252" y="17802"/>
                </a:lnTo>
              </a:path>
              <a:path w="21600" h="21600">
                <a:moveTo>
                  <a:pt x="18539" y="17721"/>
                </a:moveTo>
                <a:lnTo>
                  <a:pt x="18579" y="17721"/>
                </a:lnTo>
                <a:lnTo>
                  <a:pt x="18579" y="17802"/>
                </a:lnTo>
                <a:lnTo>
                  <a:pt x="18539" y="17802"/>
                </a:lnTo>
              </a:path>
              <a:path w="21600" h="21600">
                <a:moveTo>
                  <a:pt x="15833" y="17721"/>
                </a:moveTo>
                <a:lnTo>
                  <a:pt x="15873" y="17721"/>
                </a:lnTo>
                <a:lnTo>
                  <a:pt x="15873" y="17802"/>
                </a:lnTo>
                <a:lnTo>
                  <a:pt x="15833" y="17802"/>
                </a:lnTo>
              </a:path>
              <a:path w="21600" h="21600">
                <a:moveTo>
                  <a:pt x="13120" y="17721"/>
                </a:moveTo>
                <a:lnTo>
                  <a:pt x="13160" y="17721"/>
                </a:lnTo>
                <a:lnTo>
                  <a:pt x="13160" y="17802"/>
                </a:lnTo>
                <a:lnTo>
                  <a:pt x="13120" y="17802"/>
                </a:lnTo>
              </a:path>
              <a:path w="21600" h="21600">
                <a:moveTo>
                  <a:pt x="8439" y="17721"/>
                </a:moveTo>
                <a:lnTo>
                  <a:pt x="8479" y="17721"/>
                </a:lnTo>
                <a:lnTo>
                  <a:pt x="8479" y="17802"/>
                </a:lnTo>
                <a:lnTo>
                  <a:pt x="8439" y="17802"/>
                </a:lnTo>
              </a:path>
              <a:path w="21600" h="21600">
                <a:moveTo>
                  <a:pt x="3020" y="17721"/>
                </a:moveTo>
                <a:lnTo>
                  <a:pt x="3060" y="17721"/>
                </a:lnTo>
                <a:lnTo>
                  <a:pt x="3060" y="17802"/>
                </a:lnTo>
                <a:lnTo>
                  <a:pt x="3020" y="17802"/>
                </a:lnTo>
              </a:path>
              <a:path w="21600" h="21600">
                <a:moveTo>
                  <a:pt x="307" y="17721"/>
                </a:moveTo>
                <a:lnTo>
                  <a:pt x="347" y="17721"/>
                </a:lnTo>
                <a:lnTo>
                  <a:pt x="347" y="17802"/>
                </a:lnTo>
                <a:lnTo>
                  <a:pt x="307" y="17802"/>
                </a:lnTo>
              </a:path>
              <a:path w="21600" h="21600">
                <a:moveTo>
                  <a:pt x="12361" y="17713"/>
                </a:moveTo>
                <a:lnTo>
                  <a:pt x="12409" y="17713"/>
                </a:lnTo>
                <a:lnTo>
                  <a:pt x="12409" y="17812"/>
                </a:lnTo>
                <a:lnTo>
                  <a:pt x="12361" y="17812"/>
                </a:lnTo>
              </a:path>
              <a:path w="21600" h="21600">
                <a:moveTo>
                  <a:pt x="9189" y="17713"/>
                </a:moveTo>
                <a:lnTo>
                  <a:pt x="9238" y="17713"/>
                </a:lnTo>
                <a:lnTo>
                  <a:pt x="9238" y="17812"/>
                </a:lnTo>
                <a:lnTo>
                  <a:pt x="9189" y="17812"/>
                </a:lnTo>
              </a:path>
              <a:path w="21600" h="21600">
                <a:moveTo>
                  <a:pt x="10559" y="17713"/>
                </a:moveTo>
                <a:lnTo>
                  <a:pt x="10586" y="17713"/>
                </a:lnTo>
                <a:lnTo>
                  <a:pt x="10586" y="17769"/>
                </a:lnTo>
                <a:lnTo>
                  <a:pt x="10559" y="17769"/>
                </a:lnTo>
              </a:path>
              <a:path w="21600" h="21600">
                <a:moveTo>
                  <a:pt x="21410" y="17709"/>
                </a:moveTo>
                <a:lnTo>
                  <a:pt x="21436" y="17709"/>
                </a:lnTo>
                <a:lnTo>
                  <a:pt x="21436" y="17762"/>
                </a:lnTo>
                <a:lnTo>
                  <a:pt x="21410" y="17762"/>
                </a:lnTo>
              </a:path>
              <a:path w="21600" h="21600">
                <a:moveTo>
                  <a:pt x="16280" y="17703"/>
                </a:moveTo>
                <a:lnTo>
                  <a:pt x="16309" y="17703"/>
                </a:lnTo>
                <a:lnTo>
                  <a:pt x="16309" y="17763"/>
                </a:lnTo>
                <a:lnTo>
                  <a:pt x="16280" y="17763"/>
                </a:lnTo>
              </a:path>
              <a:path w="21600" h="21600">
                <a:moveTo>
                  <a:pt x="5290" y="17703"/>
                </a:moveTo>
                <a:lnTo>
                  <a:pt x="5319" y="17703"/>
                </a:lnTo>
                <a:lnTo>
                  <a:pt x="5319" y="17763"/>
                </a:lnTo>
                <a:lnTo>
                  <a:pt x="5290" y="17763"/>
                </a:lnTo>
              </a:path>
              <a:path w="21600" h="21600">
                <a:moveTo>
                  <a:pt x="2717" y="17697"/>
                </a:moveTo>
                <a:lnTo>
                  <a:pt x="2767" y="17697"/>
                </a:lnTo>
                <a:lnTo>
                  <a:pt x="2767" y="17800"/>
                </a:lnTo>
                <a:lnTo>
                  <a:pt x="2717" y="17800"/>
                </a:lnTo>
              </a:path>
              <a:path w="21600" h="21600">
                <a:moveTo>
                  <a:pt x="17035" y="17686"/>
                </a:moveTo>
                <a:lnTo>
                  <a:pt x="17064" y="17686"/>
                </a:lnTo>
                <a:lnTo>
                  <a:pt x="17064" y="17746"/>
                </a:lnTo>
                <a:lnTo>
                  <a:pt x="17035" y="17746"/>
                </a:lnTo>
              </a:path>
              <a:path w="21600" h="21600">
                <a:moveTo>
                  <a:pt x="11615" y="17686"/>
                </a:moveTo>
                <a:lnTo>
                  <a:pt x="11645" y="17686"/>
                </a:lnTo>
                <a:lnTo>
                  <a:pt x="11645" y="17746"/>
                </a:lnTo>
                <a:lnTo>
                  <a:pt x="11615" y="17746"/>
                </a:lnTo>
              </a:path>
              <a:path w="21600" h="21600">
                <a:moveTo>
                  <a:pt x="9954" y="17686"/>
                </a:moveTo>
                <a:lnTo>
                  <a:pt x="9983" y="17686"/>
                </a:lnTo>
                <a:lnTo>
                  <a:pt x="9983" y="17746"/>
                </a:lnTo>
                <a:lnTo>
                  <a:pt x="9954" y="17746"/>
                </a:lnTo>
              </a:path>
              <a:path w="21600" h="21600">
                <a:moveTo>
                  <a:pt x="4535" y="17686"/>
                </a:moveTo>
                <a:lnTo>
                  <a:pt x="4564" y="17686"/>
                </a:lnTo>
                <a:lnTo>
                  <a:pt x="4564" y="17746"/>
                </a:lnTo>
                <a:lnTo>
                  <a:pt x="4535" y="17746"/>
                </a:lnTo>
              </a:path>
              <a:path w="21600" h="21600">
                <a:moveTo>
                  <a:pt x="17639" y="17670"/>
                </a:moveTo>
                <a:lnTo>
                  <a:pt x="17667" y="17670"/>
                </a:lnTo>
                <a:lnTo>
                  <a:pt x="17667" y="17726"/>
                </a:lnTo>
                <a:lnTo>
                  <a:pt x="17639" y="17726"/>
                </a:lnTo>
              </a:path>
              <a:path w="21600" h="21600">
                <a:moveTo>
                  <a:pt x="14934" y="17670"/>
                </a:moveTo>
                <a:lnTo>
                  <a:pt x="14961" y="17670"/>
                </a:lnTo>
                <a:lnTo>
                  <a:pt x="14961" y="17726"/>
                </a:lnTo>
                <a:lnTo>
                  <a:pt x="14934" y="17726"/>
                </a:lnTo>
              </a:path>
              <a:path w="21600" h="21600">
                <a:moveTo>
                  <a:pt x="12220" y="17670"/>
                </a:moveTo>
                <a:lnTo>
                  <a:pt x="12248" y="17670"/>
                </a:lnTo>
                <a:lnTo>
                  <a:pt x="12248" y="17726"/>
                </a:lnTo>
                <a:lnTo>
                  <a:pt x="12220" y="17726"/>
                </a:lnTo>
              </a:path>
              <a:path w="21600" h="21600">
                <a:moveTo>
                  <a:pt x="9351" y="17670"/>
                </a:moveTo>
                <a:lnTo>
                  <a:pt x="9378" y="17670"/>
                </a:lnTo>
                <a:lnTo>
                  <a:pt x="9378" y="17726"/>
                </a:lnTo>
                <a:lnTo>
                  <a:pt x="9351" y="17726"/>
                </a:lnTo>
              </a:path>
              <a:path w="21600" h="21600">
                <a:moveTo>
                  <a:pt x="3932" y="17670"/>
                </a:moveTo>
                <a:lnTo>
                  <a:pt x="3960" y="17670"/>
                </a:lnTo>
                <a:lnTo>
                  <a:pt x="3960" y="17726"/>
                </a:lnTo>
                <a:lnTo>
                  <a:pt x="3932" y="17726"/>
                </a:lnTo>
              </a:path>
              <a:path w="21600" h="21600">
                <a:moveTo>
                  <a:pt x="1219" y="17670"/>
                </a:moveTo>
                <a:lnTo>
                  <a:pt x="1246" y="17670"/>
                </a:lnTo>
                <a:lnTo>
                  <a:pt x="1246" y="17726"/>
                </a:lnTo>
                <a:lnTo>
                  <a:pt x="1219" y="17726"/>
                </a:lnTo>
              </a:path>
              <a:path w="21600" h="21600">
                <a:moveTo>
                  <a:pt x="21108" y="17667"/>
                </a:moveTo>
                <a:lnTo>
                  <a:pt x="21134" y="17667"/>
                </a:lnTo>
                <a:lnTo>
                  <a:pt x="21134" y="17720"/>
                </a:lnTo>
                <a:lnTo>
                  <a:pt x="21108" y="17720"/>
                </a:lnTo>
              </a:path>
              <a:path w="21600" h="21600">
                <a:moveTo>
                  <a:pt x="3631" y="17667"/>
                </a:moveTo>
                <a:lnTo>
                  <a:pt x="3657" y="17667"/>
                </a:lnTo>
                <a:lnTo>
                  <a:pt x="3657" y="17720"/>
                </a:lnTo>
                <a:lnTo>
                  <a:pt x="3631" y="17720"/>
                </a:lnTo>
              </a:path>
              <a:path w="21600" h="21600">
                <a:moveTo>
                  <a:pt x="20497" y="17658"/>
                </a:moveTo>
                <a:lnTo>
                  <a:pt x="20538" y="17658"/>
                </a:lnTo>
                <a:lnTo>
                  <a:pt x="20538" y="17743"/>
                </a:lnTo>
                <a:lnTo>
                  <a:pt x="20497" y="17743"/>
                </a:lnTo>
              </a:path>
              <a:path w="21600" h="21600">
                <a:moveTo>
                  <a:pt x="15078" y="17658"/>
                </a:moveTo>
                <a:lnTo>
                  <a:pt x="15119" y="17658"/>
                </a:lnTo>
                <a:lnTo>
                  <a:pt x="15119" y="17743"/>
                </a:lnTo>
                <a:lnTo>
                  <a:pt x="15078" y="17743"/>
                </a:lnTo>
              </a:path>
              <a:path w="21600" h="21600">
                <a:moveTo>
                  <a:pt x="6480" y="17658"/>
                </a:moveTo>
                <a:lnTo>
                  <a:pt x="6521" y="17658"/>
                </a:lnTo>
                <a:lnTo>
                  <a:pt x="6521" y="17743"/>
                </a:lnTo>
                <a:lnTo>
                  <a:pt x="6480" y="17743"/>
                </a:lnTo>
              </a:path>
              <a:path w="21600" h="21600">
                <a:moveTo>
                  <a:pt x="18096" y="17656"/>
                </a:moveTo>
                <a:lnTo>
                  <a:pt x="18116" y="17656"/>
                </a:lnTo>
                <a:lnTo>
                  <a:pt x="18116" y="17698"/>
                </a:lnTo>
                <a:lnTo>
                  <a:pt x="18096" y="17698"/>
                </a:lnTo>
              </a:path>
              <a:path w="21600" h="21600">
                <a:moveTo>
                  <a:pt x="19592" y="17653"/>
                </a:moveTo>
                <a:lnTo>
                  <a:pt x="19631" y="17653"/>
                </a:lnTo>
                <a:lnTo>
                  <a:pt x="19631" y="17734"/>
                </a:lnTo>
                <a:lnTo>
                  <a:pt x="19592" y="17734"/>
                </a:lnTo>
              </a:path>
              <a:path w="21600" h="21600">
                <a:moveTo>
                  <a:pt x="16878" y="17653"/>
                </a:moveTo>
                <a:lnTo>
                  <a:pt x="16918" y="17653"/>
                </a:lnTo>
                <a:lnTo>
                  <a:pt x="16918" y="17734"/>
                </a:lnTo>
                <a:lnTo>
                  <a:pt x="16878" y="17734"/>
                </a:lnTo>
              </a:path>
              <a:path w="21600" h="21600">
                <a:moveTo>
                  <a:pt x="7387" y="17653"/>
                </a:moveTo>
                <a:lnTo>
                  <a:pt x="7426" y="17653"/>
                </a:lnTo>
                <a:lnTo>
                  <a:pt x="7426" y="17734"/>
                </a:lnTo>
                <a:lnTo>
                  <a:pt x="7387" y="17734"/>
                </a:lnTo>
              </a:path>
              <a:path w="21600" h="21600">
                <a:moveTo>
                  <a:pt x="4681" y="17653"/>
                </a:moveTo>
                <a:lnTo>
                  <a:pt x="4721" y="17653"/>
                </a:lnTo>
                <a:lnTo>
                  <a:pt x="4721" y="17734"/>
                </a:lnTo>
                <a:lnTo>
                  <a:pt x="4681" y="17734"/>
                </a:lnTo>
              </a:path>
              <a:path w="21600" h="21600">
                <a:moveTo>
                  <a:pt x="1968" y="17653"/>
                </a:moveTo>
                <a:lnTo>
                  <a:pt x="2007" y="17653"/>
                </a:lnTo>
                <a:lnTo>
                  <a:pt x="2007" y="17734"/>
                </a:lnTo>
                <a:lnTo>
                  <a:pt x="1968" y="17734"/>
                </a:lnTo>
              </a:path>
              <a:path w="21600" h="21600">
                <a:moveTo>
                  <a:pt x="20051" y="17652"/>
                </a:moveTo>
                <a:lnTo>
                  <a:pt x="20078" y="17652"/>
                </a:lnTo>
                <a:lnTo>
                  <a:pt x="20078" y="17708"/>
                </a:lnTo>
                <a:lnTo>
                  <a:pt x="20051" y="17708"/>
                </a:lnTo>
              </a:path>
              <a:path w="21600" h="21600">
                <a:moveTo>
                  <a:pt x="17337" y="17652"/>
                </a:moveTo>
                <a:lnTo>
                  <a:pt x="17365" y="17652"/>
                </a:lnTo>
                <a:lnTo>
                  <a:pt x="17365" y="17708"/>
                </a:lnTo>
                <a:lnTo>
                  <a:pt x="17337" y="17708"/>
                </a:lnTo>
              </a:path>
              <a:path w="21600" h="21600">
                <a:moveTo>
                  <a:pt x="11918" y="17652"/>
                </a:moveTo>
                <a:lnTo>
                  <a:pt x="11946" y="17652"/>
                </a:lnTo>
                <a:lnTo>
                  <a:pt x="11946" y="17708"/>
                </a:lnTo>
                <a:lnTo>
                  <a:pt x="11918" y="17708"/>
                </a:lnTo>
              </a:path>
              <a:path w="21600" h="21600">
                <a:moveTo>
                  <a:pt x="9653" y="17652"/>
                </a:moveTo>
                <a:lnTo>
                  <a:pt x="9680" y="17652"/>
                </a:lnTo>
                <a:lnTo>
                  <a:pt x="9680" y="17708"/>
                </a:lnTo>
                <a:lnTo>
                  <a:pt x="9653" y="17708"/>
                </a:lnTo>
              </a:path>
              <a:path w="21600" h="21600">
                <a:moveTo>
                  <a:pt x="6940" y="17652"/>
                </a:moveTo>
                <a:lnTo>
                  <a:pt x="6967" y="17652"/>
                </a:lnTo>
                <a:lnTo>
                  <a:pt x="6967" y="17708"/>
                </a:lnTo>
                <a:lnTo>
                  <a:pt x="6940" y="17708"/>
                </a:lnTo>
              </a:path>
              <a:path w="21600" h="21600">
                <a:moveTo>
                  <a:pt x="4234" y="17652"/>
                </a:moveTo>
                <a:lnTo>
                  <a:pt x="4262" y="17652"/>
                </a:lnTo>
                <a:lnTo>
                  <a:pt x="4262" y="17708"/>
                </a:lnTo>
                <a:lnTo>
                  <a:pt x="4234" y="17708"/>
                </a:lnTo>
              </a:path>
              <a:path w="21600" h="21600">
                <a:moveTo>
                  <a:pt x="1521" y="17652"/>
                </a:moveTo>
                <a:lnTo>
                  <a:pt x="1548" y="17652"/>
                </a:lnTo>
                <a:lnTo>
                  <a:pt x="1548" y="17708"/>
                </a:lnTo>
                <a:lnTo>
                  <a:pt x="1521" y="17708"/>
                </a:lnTo>
              </a:path>
              <a:path w="21600" h="21600">
                <a:moveTo>
                  <a:pt x="10854" y="17647"/>
                </a:moveTo>
                <a:lnTo>
                  <a:pt x="10896" y="17647"/>
                </a:lnTo>
                <a:lnTo>
                  <a:pt x="10896" y="17732"/>
                </a:lnTo>
                <a:lnTo>
                  <a:pt x="10854" y="17732"/>
                </a:lnTo>
              </a:path>
              <a:path w="21600" h="21600">
                <a:moveTo>
                  <a:pt x="19290" y="17630"/>
                </a:moveTo>
                <a:lnTo>
                  <a:pt x="19328" y="17630"/>
                </a:lnTo>
                <a:lnTo>
                  <a:pt x="19328" y="17708"/>
                </a:lnTo>
                <a:lnTo>
                  <a:pt x="19290" y="17708"/>
                </a:lnTo>
              </a:path>
              <a:path w="21600" h="21600">
                <a:moveTo>
                  <a:pt x="13871" y="17630"/>
                </a:moveTo>
                <a:lnTo>
                  <a:pt x="13909" y="17630"/>
                </a:lnTo>
                <a:lnTo>
                  <a:pt x="13909" y="17708"/>
                </a:lnTo>
                <a:lnTo>
                  <a:pt x="13871" y="17708"/>
                </a:lnTo>
              </a:path>
              <a:path w="21600" h="21600">
                <a:moveTo>
                  <a:pt x="7689" y="17630"/>
                </a:moveTo>
                <a:lnTo>
                  <a:pt x="7727" y="17630"/>
                </a:lnTo>
                <a:lnTo>
                  <a:pt x="7727" y="17708"/>
                </a:lnTo>
                <a:lnTo>
                  <a:pt x="7689" y="17708"/>
                </a:lnTo>
              </a:path>
              <a:path w="21600" h="21600">
                <a:moveTo>
                  <a:pt x="2271" y="17630"/>
                </a:moveTo>
                <a:lnTo>
                  <a:pt x="2308" y="17630"/>
                </a:lnTo>
                <a:lnTo>
                  <a:pt x="2308" y="17708"/>
                </a:lnTo>
                <a:lnTo>
                  <a:pt x="2271" y="17708"/>
                </a:lnTo>
              </a:path>
              <a:path w="21600" h="21600">
                <a:moveTo>
                  <a:pt x="5730" y="17626"/>
                </a:moveTo>
                <a:lnTo>
                  <a:pt x="5761" y="17626"/>
                </a:lnTo>
                <a:lnTo>
                  <a:pt x="5761" y="17689"/>
                </a:lnTo>
                <a:lnTo>
                  <a:pt x="5730" y="17689"/>
                </a:lnTo>
              </a:path>
              <a:path w="21600" h="21600">
                <a:moveTo>
                  <a:pt x="10411" y="17625"/>
                </a:moveTo>
                <a:lnTo>
                  <a:pt x="10432" y="17625"/>
                </a:lnTo>
                <a:lnTo>
                  <a:pt x="10432" y="17666"/>
                </a:lnTo>
                <a:lnTo>
                  <a:pt x="10411" y="17666"/>
                </a:lnTo>
              </a:path>
              <a:path w="21600" h="21600">
                <a:moveTo>
                  <a:pt x="763" y="17618"/>
                </a:moveTo>
                <a:lnTo>
                  <a:pt x="797" y="17618"/>
                </a:lnTo>
                <a:lnTo>
                  <a:pt x="797" y="17689"/>
                </a:lnTo>
                <a:lnTo>
                  <a:pt x="763" y="17689"/>
                </a:lnTo>
              </a:path>
              <a:path w="21600" h="21600">
                <a:moveTo>
                  <a:pt x="1372" y="17616"/>
                </a:moveTo>
                <a:lnTo>
                  <a:pt x="1396" y="17616"/>
                </a:lnTo>
                <a:lnTo>
                  <a:pt x="1396" y="17665"/>
                </a:lnTo>
                <a:lnTo>
                  <a:pt x="1372" y="17665"/>
                </a:lnTo>
              </a:path>
              <a:path w="21600" h="21600">
                <a:moveTo>
                  <a:pt x="11456" y="17615"/>
                </a:moveTo>
                <a:lnTo>
                  <a:pt x="11502" y="17615"/>
                </a:lnTo>
                <a:lnTo>
                  <a:pt x="11502" y="17710"/>
                </a:lnTo>
                <a:lnTo>
                  <a:pt x="11456" y="17710"/>
                </a:lnTo>
              </a:path>
              <a:path w="21600" h="21600">
                <a:moveTo>
                  <a:pt x="20798" y="17612"/>
                </a:moveTo>
                <a:lnTo>
                  <a:pt x="20841" y="17612"/>
                </a:lnTo>
                <a:lnTo>
                  <a:pt x="20841" y="17700"/>
                </a:lnTo>
                <a:lnTo>
                  <a:pt x="20798" y="17700"/>
                </a:lnTo>
              </a:path>
              <a:path w="21600" h="21600">
                <a:moveTo>
                  <a:pt x="16574" y="17610"/>
                </a:moveTo>
                <a:lnTo>
                  <a:pt x="16619" y="17610"/>
                </a:lnTo>
                <a:lnTo>
                  <a:pt x="16619" y="17702"/>
                </a:lnTo>
                <a:lnTo>
                  <a:pt x="16574" y="17702"/>
                </a:lnTo>
              </a:path>
              <a:path w="21600" h="21600">
                <a:moveTo>
                  <a:pt x="4980" y="17610"/>
                </a:moveTo>
                <a:lnTo>
                  <a:pt x="5025" y="17610"/>
                </a:lnTo>
                <a:lnTo>
                  <a:pt x="5025" y="17702"/>
                </a:lnTo>
                <a:lnTo>
                  <a:pt x="4980" y="17702"/>
                </a:lnTo>
              </a:path>
              <a:path w="21600" h="21600">
                <a:moveTo>
                  <a:pt x="11759" y="17601"/>
                </a:moveTo>
                <a:lnTo>
                  <a:pt x="11803" y="17601"/>
                </a:lnTo>
                <a:lnTo>
                  <a:pt x="11803" y="17689"/>
                </a:lnTo>
                <a:lnTo>
                  <a:pt x="11759" y="17689"/>
                </a:lnTo>
              </a:path>
              <a:path w="21600" h="21600">
                <a:moveTo>
                  <a:pt x="9796" y="17601"/>
                </a:moveTo>
                <a:lnTo>
                  <a:pt x="9839" y="17601"/>
                </a:lnTo>
                <a:lnTo>
                  <a:pt x="9839" y="17689"/>
                </a:lnTo>
                <a:lnTo>
                  <a:pt x="9796" y="17689"/>
                </a:lnTo>
              </a:path>
              <a:path w="21600" h="21600">
                <a:moveTo>
                  <a:pt x="20197" y="17566"/>
                </a:moveTo>
                <a:lnTo>
                  <a:pt x="20233" y="17566"/>
                </a:lnTo>
                <a:lnTo>
                  <a:pt x="20233" y="17640"/>
                </a:lnTo>
                <a:lnTo>
                  <a:pt x="20197" y="17640"/>
                </a:lnTo>
              </a:path>
              <a:path w="21600" h="21600">
                <a:moveTo>
                  <a:pt x="14778" y="17566"/>
                </a:moveTo>
                <a:lnTo>
                  <a:pt x="14814" y="17566"/>
                </a:lnTo>
                <a:lnTo>
                  <a:pt x="14814" y="17640"/>
                </a:lnTo>
                <a:lnTo>
                  <a:pt x="14778" y="17640"/>
                </a:lnTo>
              </a:path>
              <a:path w="21600" h="21600">
                <a:moveTo>
                  <a:pt x="9498" y="17566"/>
                </a:moveTo>
                <a:lnTo>
                  <a:pt x="9534" y="17566"/>
                </a:lnTo>
                <a:lnTo>
                  <a:pt x="9534" y="17640"/>
                </a:lnTo>
                <a:lnTo>
                  <a:pt x="9498" y="17640"/>
                </a:lnTo>
              </a:path>
              <a:path w="21600" h="21600">
                <a:moveTo>
                  <a:pt x="6784" y="17566"/>
                </a:moveTo>
                <a:lnTo>
                  <a:pt x="6821" y="17566"/>
                </a:lnTo>
                <a:lnTo>
                  <a:pt x="6821" y="17640"/>
                </a:lnTo>
                <a:lnTo>
                  <a:pt x="6784" y="17640"/>
                </a:lnTo>
              </a:path>
              <a:path w="21600" h="21600">
                <a:moveTo>
                  <a:pt x="4079" y="17566"/>
                </a:moveTo>
                <a:lnTo>
                  <a:pt x="4115" y="17566"/>
                </a:lnTo>
                <a:lnTo>
                  <a:pt x="4115" y="17640"/>
                </a:lnTo>
                <a:lnTo>
                  <a:pt x="4079" y="17640"/>
                </a:lnTo>
              </a:path>
              <a:path w="21600" h="21600">
                <a:moveTo>
                  <a:pt x="20959" y="17558"/>
                </a:moveTo>
                <a:lnTo>
                  <a:pt x="20981" y="17558"/>
                </a:lnTo>
                <a:lnTo>
                  <a:pt x="20981" y="17603"/>
                </a:lnTo>
                <a:lnTo>
                  <a:pt x="20959" y="17603"/>
                </a:lnTo>
              </a:path>
              <a:path w="21600" h="21600">
                <a:moveTo>
                  <a:pt x="18246" y="17558"/>
                </a:moveTo>
                <a:lnTo>
                  <a:pt x="18268" y="17558"/>
                </a:lnTo>
                <a:lnTo>
                  <a:pt x="18268" y="17603"/>
                </a:lnTo>
                <a:lnTo>
                  <a:pt x="18246" y="17603"/>
                </a:lnTo>
              </a:path>
              <a:path w="21600" h="21600">
                <a:moveTo>
                  <a:pt x="15540" y="17558"/>
                </a:moveTo>
                <a:lnTo>
                  <a:pt x="15562" y="17558"/>
                </a:lnTo>
                <a:lnTo>
                  <a:pt x="15562" y="17603"/>
                </a:lnTo>
                <a:lnTo>
                  <a:pt x="15540" y="17603"/>
                </a:lnTo>
              </a:path>
              <a:path w="21600" h="21600">
                <a:moveTo>
                  <a:pt x="12827" y="17558"/>
                </a:moveTo>
                <a:lnTo>
                  <a:pt x="12849" y="17558"/>
                </a:lnTo>
                <a:lnTo>
                  <a:pt x="12849" y="17603"/>
                </a:lnTo>
                <a:lnTo>
                  <a:pt x="12827" y="17603"/>
                </a:lnTo>
              </a:path>
              <a:path w="21600" h="21600">
                <a:moveTo>
                  <a:pt x="6037" y="17558"/>
                </a:moveTo>
                <a:lnTo>
                  <a:pt x="6059" y="17558"/>
                </a:lnTo>
                <a:lnTo>
                  <a:pt x="6059" y="17603"/>
                </a:lnTo>
                <a:lnTo>
                  <a:pt x="6037" y="17603"/>
                </a:lnTo>
              </a:path>
              <a:path w="21600" h="21600">
                <a:moveTo>
                  <a:pt x="3331" y="17558"/>
                </a:moveTo>
                <a:lnTo>
                  <a:pt x="3353" y="17558"/>
                </a:lnTo>
                <a:lnTo>
                  <a:pt x="3353" y="17603"/>
                </a:lnTo>
                <a:lnTo>
                  <a:pt x="3331" y="17603"/>
                </a:lnTo>
              </a:path>
              <a:path w="21600" h="21600">
                <a:moveTo>
                  <a:pt x="618" y="17558"/>
                </a:moveTo>
                <a:lnTo>
                  <a:pt x="640" y="17558"/>
                </a:lnTo>
                <a:lnTo>
                  <a:pt x="640" y="17603"/>
                </a:lnTo>
                <a:lnTo>
                  <a:pt x="618" y="17603"/>
                </a:lnTo>
              </a:path>
              <a:path w="21600" h="21600">
                <a:moveTo>
                  <a:pt x="17780" y="17557"/>
                </a:moveTo>
                <a:lnTo>
                  <a:pt x="17828" y="17557"/>
                </a:lnTo>
                <a:lnTo>
                  <a:pt x="17828" y="17657"/>
                </a:lnTo>
                <a:lnTo>
                  <a:pt x="17780" y="17657"/>
                </a:lnTo>
              </a:path>
              <a:path w="21600" h="21600">
                <a:moveTo>
                  <a:pt x="3771" y="17557"/>
                </a:moveTo>
                <a:lnTo>
                  <a:pt x="3819" y="17557"/>
                </a:lnTo>
                <a:lnTo>
                  <a:pt x="3819" y="17657"/>
                </a:lnTo>
                <a:lnTo>
                  <a:pt x="3771" y="17657"/>
                </a:lnTo>
              </a:path>
              <a:path w="21600" h="21600">
                <a:moveTo>
                  <a:pt x="4382" y="17553"/>
                </a:moveTo>
                <a:lnTo>
                  <a:pt x="4416" y="17553"/>
                </a:lnTo>
                <a:lnTo>
                  <a:pt x="4416" y="17624"/>
                </a:lnTo>
                <a:lnTo>
                  <a:pt x="4382" y="17624"/>
                </a:lnTo>
              </a:path>
              <a:path w="21600" h="21600">
                <a:moveTo>
                  <a:pt x="16733" y="17550"/>
                </a:moveTo>
                <a:lnTo>
                  <a:pt x="16762" y="17550"/>
                </a:lnTo>
                <a:lnTo>
                  <a:pt x="16762" y="17610"/>
                </a:lnTo>
                <a:lnTo>
                  <a:pt x="16733" y="17610"/>
                </a:lnTo>
              </a:path>
              <a:path w="21600" h="21600">
                <a:moveTo>
                  <a:pt x="14027" y="17550"/>
                </a:moveTo>
                <a:lnTo>
                  <a:pt x="14056" y="17550"/>
                </a:lnTo>
                <a:lnTo>
                  <a:pt x="14056" y="17610"/>
                </a:lnTo>
                <a:lnTo>
                  <a:pt x="14027" y="17610"/>
                </a:lnTo>
              </a:path>
              <a:path w="21600" h="21600">
                <a:moveTo>
                  <a:pt x="11313" y="17550"/>
                </a:moveTo>
                <a:lnTo>
                  <a:pt x="11343" y="17550"/>
                </a:lnTo>
                <a:lnTo>
                  <a:pt x="11343" y="17610"/>
                </a:lnTo>
                <a:lnTo>
                  <a:pt x="11313" y="17610"/>
                </a:lnTo>
              </a:path>
              <a:path w="21600" h="21600">
                <a:moveTo>
                  <a:pt x="10256" y="17550"/>
                </a:moveTo>
                <a:lnTo>
                  <a:pt x="10285" y="17550"/>
                </a:lnTo>
                <a:lnTo>
                  <a:pt x="10285" y="17610"/>
                </a:lnTo>
                <a:lnTo>
                  <a:pt x="10256" y="17610"/>
                </a:lnTo>
              </a:path>
              <a:path w="21600" h="21600">
                <a:moveTo>
                  <a:pt x="7543" y="17550"/>
                </a:moveTo>
                <a:lnTo>
                  <a:pt x="7572" y="17550"/>
                </a:lnTo>
                <a:lnTo>
                  <a:pt x="7572" y="17610"/>
                </a:lnTo>
                <a:lnTo>
                  <a:pt x="7543" y="17610"/>
                </a:lnTo>
              </a:path>
              <a:path w="21600" h="21600">
                <a:moveTo>
                  <a:pt x="4837" y="17550"/>
                </a:moveTo>
                <a:lnTo>
                  <a:pt x="4866" y="17550"/>
                </a:lnTo>
                <a:lnTo>
                  <a:pt x="4866" y="17610"/>
                </a:lnTo>
                <a:lnTo>
                  <a:pt x="4837" y="17610"/>
                </a:lnTo>
              </a:path>
              <a:path w="21600" h="21600">
                <a:moveTo>
                  <a:pt x="2124" y="17550"/>
                </a:moveTo>
                <a:lnTo>
                  <a:pt x="2153" y="17550"/>
                </a:lnTo>
                <a:lnTo>
                  <a:pt x="2153" y="17610"/>
                </a:lnTo>
                <a:lnTo>
                  <a:pt x="2124" y="17610"/>
                </a:lnTo>
              </a:path>
              <a:path w="21600" h="21600">
                <a:moveTo>
                  <a:pt x="12671" y="17531"/>
                </a:moveTo>
                <a:lnTo>
                  <a:pt x="12702" y="17531"/>
                </a:lnTo>
                <a:lnTo>
                  <a:pt x="12702" y="17595"/>
                </a:lnTo>
                <a:lnTo>
                  <a:pt x="12671" y="17595"/>
                </a:lnTo>
              </a:path>
              <a:path w="21600" h="21600">
                <a:moveTo>
                  <a:pt x="8896" y="17531"/>
                </a:moveTo>
                <a:lnTo>
                  <a:pt x="8927" y="17531"/>
                </a:lnTo>
                <a:lnTo>
                  <a:pt x="8927" y="17595"/>
                </a:lnTo>
                <a:lnTo>
                  <a:pt x="8896" y="17595"/>
                </a:lnTo>
              </a:path>
              <a:path w="21600" h="21600">
                <a:moveTo>
                  <a:pt x="3477" y="17531"/>
                </a:moveTo>
                <a:lnTo>
                  <a:pt x="3508" y="17531"/>
                </a:lnTo>
                <a:lnTo>
                  <a:pt x="3508" y="17595"/>
                </a:lnTo>
                <a:lnTo>
                  <a:pt x="3477" y="17595"/>
                </a:lnTo>
              </a:path>
              <a:path w="21600" h="21600">
                <a:moveTo>
                  <a:pt x="3180" y="17531"/>
                </a:moveTo>
                <a:lnTo>
                  <a:pt x="3202" y="17531"/>
                </a:lnTo>
                <a:lnTo>
                  <a:pt x="3202" y="17576"/>
                </a:lnTo>
                <a:lnTo>
                  <a:pt x="3180" y="17576"/>
                </a:lnTo>
              </a:path>
              <a:path w="21600" h="21600">
                <a:moveTo>
                  <a:pt x="10105" y="17530"/>
                </a:moveTo>
                <a:lnTo>
                  <a:pt x="10134" y="17530"/>
                </a:lnTo>
                <a:lnTo>
                  <a:pt x="10134" y="17590"/>
                </a:lnTo>
                <a:lnTo>
                  <a:pt x="10105" y="17590"/>
                </a:lnTo>
              </a:path>
              <a:path w="21600" h="21600">
                <a:moveTo>
                  <a:pt x="17189" y="17529"/>
                </a:moveTo>
                <a:lnTo>
                  <a:pt x="17211" y="17529"/>
                </a:lnTo>
                <a:lnTo>
                  <a:pt x="17211" y="17575"/>
                </a:lnTo>
                <a:lnTo>
                  <a:pt x="17189" y="17575"/>
                </a:lnTo>
              </a:path>
              <a:path w="21600" h="21600">
                <a:moveTo>
                  <a:pt x="20651" y="17524"/>
                </a:moveTo>
                <a:lnTo>
                  <a:pt x="20686" y="17524"/>
                </a:lnTo>
                <a:lnTo>
                  <a:pt x="20686" y="17595"/>
                </a:lnTo>
                <a:lnTo>
                  <a:pt x="20651" y="17595"/>
                </a:lnTo>
              </a:path>
              <a:path w="21600" h="21600">
                <a:moveTo>
                  <a:pt x="19141" y="17524"/>
                </a:moveTo>
                <a:lnTo>
                  <a:pt x="19176" y="17524"/>
                </a:lnTo>
                <a:lnTo>
                  <a:pt x="19176" y="17595"/>
                </a:lnTo>
                <a:lnTo>
                  <a:pt x="19141" y="17595"/>
                </a:lnTo>
              </a:path>
              <a:path w="21600" h="21600">
                <a:moveTo>
                  <a:pt x="18693" y="17524"/>
                </a:moveTo>
                <a:lnTo>
                  <a:pt x="18727" y="17524"/>
                </a:lnTo>
                <a:lnTo>
                  <a:pt x="18727" y="17595"/>
                </a:lnTo>
                <a:lnTo>
                  <a:pt x="18693" y="17595"/>
                </a:lnTo>
              </a:path>
              <a:path w="21600" h="21600">
                <a:moveTo>
                  <a:pt x="18391" y="17524"/>
                </a:moveTo>
                <a:lnTo>
                  <a:pt x="18425" y="17524"/>
                </a:lnTo>
                <a:lnTo>
                  <a:pt x="18425" y="17595"/>
                </a:lnTo>
                <a:lnTo>
                  <a:pt x="18391" y="17595"/>
                </a:lnTo>
              </a:path>
              <a:path w="21600" h="21600">
                <a:moveTo>
                  <a:pt x="17938" y="17524"/>
                </a:moveTo>
                <a:lnTo>
                  <a:pt x="17972" y="17524"/>
                </a:lnTo>
                <a:lnTo>
                  <a:pt x="17972" y="17595"/>
                </a:lnTo>
                <a:lnTo>
                  <a:pt x="17938" y="17595"/>
                </a:lnTo>
              </a:path>
              <a:path w="21600" h="21600">
                <a:moveTo>
                  <a:pt x="16428" y="17524"/>
                </a:moveTo>
                <a:lnTo>
                  <a:pt x="16462" y="17524"/>
                </a:lnTo>
                <a:lnTo>
                  <a:pt x="16462" y="17595"/>
                </a:lnTo>
                <a:lnTo>
                  <a:pt x="16428" y="17595"/>
                </a:lnTo>
              </a:path>
              <a:path w="21600" h="21600">
                <a:moveTo>
                  <a:pt x="15987" y="17524"/>
                </a:moveTo>
                <a:lnTo>
                  <a:pt x="16021" y="17524"/>
                </a:lnTo>
                <a:lnTo>
                  <a:pt x="16021" y="17595"/>
                </a:lnTo>
                <a:lnTo>
                  <a:pt x="15987" y="17595"/>
                </a:lnTo>
              </a:path>
              <a:path w="21600" h="21600">
                <a:moveTo>
                  <a:pt x="15685" y="17524"/>
                </a:moveTo>
                <a:lnTo>
                  <a:pt x="15719" y="17524"/>
                </a:lnTo>
                <a:lnTo>
                  <a:pt x="15719" y="17595"/>
                </a:lnTo>
                <a:lnTo>
                  <a:pt x="15685" y="17595"/>
                </a:lnTo>
              </a:path>
              <a:path w="21600" h="21600">
                <a:moveTo>
                  <a:pt x="15232" y="17524"/>
                </a:moveTo>
                <a:lnTo>
                  <a:pt x="15266" y="17524"/>
                </a:lnTo>
                <a:lnTo>
                  <a:pt x="15266" y="17595"/>
                </a:lnTo>
                <a:lnTo>
                  <a:pt x="15232" y="17595"/>
                </a:lnTo>
              </a:path>
              <a:path w="21600" h="21600">
                <a:moveTo>
                  <a:pt x="13722" y="17524"/>
                </a:moveTo>
                <a:lnTo>
                  <a:pt x="13757" y="17524"/>
                </a:lnTo>
                <a:lnTo>
                  <a:pt x="13757" y="17595"/>
                </a:lnTo>
                <a:lnTo>
                  <a:pt x="13722" y="17595"/>
                </a:lnTo>
              </a:path>
              <a:path w="21600" h="21600">
                <a:moveTo>
                  <a:pt x="13274" y="17524"/>
                </a:moveTo>
                <a:lnTo>
                  <a:pt x="13308" y="17524"/>
                </a:lnTo>
                <a:lnTo>
                  <a:pt x="13308" y="17595"/>
                </a:lnTo>
                <a:lnTo>
                  <a:pt x="13274" y="17595"/>
                </a:lnTo>
              </a:path>
              <a:path w="21600" h="21600">
                <a:moveTo>
                  <a:pt x="12972" y="17524"/>
                </a:moveTo>
                <a:lnTo>
                  <a:pt x="13006" y="17524"/>
                </a:lnTo>
                <a:lnTo>
                  <a:pt x="13006" y="17595"/>
                </a:lnTo>
                <a:lnTo>
                  <a:pt x="12972" y="17595"/>
                </a:lnTo>
              </a:path>
              <a:path w="21600" h="21600">
                <a:moveTo>
                  <a:pt x="12519" y="17524"/>
                </a:moveTo>
                <a:lnTo>
                  <a:pt x="12553" y="17524"/>
                </a:lnTo>
                <a:lnTo>
                  <a:pt x="12553" y="17595"/>
                </a:lnTo>
                <a:lnTo>
                  <a:pt x="12519" y="17595"/>
                </a:lnTo>
              </a:path>
              <a:path w="21600" h="21600">
                <a:moveTo>
                  <a:pt x="11009" y="17524"/>
                </a:moveTo>
                <a:lnTo>
                  <a:pt x="11043" y="17524"/>
                </a:lnTo>
                <a:lnTo>
                  <a:pt x="11043" y="17595"/>
                </a:lnTo>
                <a:lnTo>
                  <a:pt x="11009" y="17595"/>
                </a:lnTo>
              </a:path>
              <a:path w="21600" h="21600">
                <a:moveTo>
                  <a:pt x="9045" y="17524"/>
                </a:moveTo>
                <a:lnTo>
                  <a:pt x="9080" y="17524"/>
                </a:lnTo>
                <a:lnTo>
                  <a:pt x="9080" y="17595"/>
                </a:lnTo>
                <a:lnTo>
                  <a:pt x="9045" y="17595"/>
                </a:lnTo>
              </a:path>
              <a:path w="21600" h="21600">
                <a:moveTo>
                  <a:pt x="8592" y="17524"/>
                </a:moveTo>
                <a:lnTo>
                  <a:pt x="8627" y="17524"/>
                </a:lnTo>
                <a:lnTo>
                  <a:pt x="8627" y="17595"/>
                </a:lnTo>
                <a:lnTo>
                  <a:pt x="8592" y="17595"/>
                </a:lnTo>
              </a:path>
              <a:path w="21600" h="21600">
                <a:moveTo>
                  <a:pt x="8290" y="17524"/>
                </a:moveTo>
                <a:lnTo>
                  <a:pt x="8325" y="17524"/>
                </a:lnTo>
                <a:lnTo>
                  <a:pt x="8325" y="17595"/>
                </a:lnTo>
                <a:lnTo>
                  <a:pt x="8290" y="17595"/>
                </a:lnTo>
              </a:path>
              <a:path w="21600" h="21600">
                <a:moveTo>
                  <a:pt x="7842" y="17524"/>
                </a:moveTo>
                <a:lnTo>
                  <a:pt x="7876" y="17524"/>
                </a:lnTo>
                <a:lnTo>
                  <a:pt x="7876" y="17595"/>
                </a:lnTo>
                <a:lnTo>
                  <a:pt x="7842" y="17595"/>
                </a:lnTo>
              </a:path>
              <a:path w="21600" h="21600">
                <a:moveTo>
                  <a:pt x="6332" y="17524"/>
                </a:moveTo>
                <a:lnTo>
                  <a:pt x="6367" y="17524"/>
                </a:lnTo>
                <a:lnTo>
                  <a:pt x="6367" y="17595"/>
                </a:lnTo>
                <a:lnTo>
                  <a:pt x="6332" y="17595"/>
                </a:lnTo>
              </a:path>
              <a:path w="21600" h="21600">
                <a:moveTo>
                  <a:pt x="5879" y="17524"/>
                </a:moveTo>
                <a:lnTo>
                  <a:pt x="5914" y="17524"/>
                </a:lnTo>
                <a:lnTo>
                  <a:pt x="5914" y="17595"/>
                </a:lnTo>
                <a:lnTo>
                  <a:pt x="5879" y="17595"/>
                </a:lnTo>
              </a:path>
              <a:path w="21600" h="21600">
                <a:moveTo>
                  <a:pt x="5577" y="17524"/>
                </a:moveTo>
                <a:lnTo>
                  <a:pt x="5612" y="17524"/>
                </a:lnTo>
                <a:lnTo>
                  <a:pt x="5612" y="17595"/>
                </a:lnTo>
                <a:lnTo>
                  <a:pt x="5577" y="17595"/>
                </a:lnTo>
              </a:path>
              <a:path w="21600" h="21600">
                <a:moveTo>
                  <a:pt x="5137" y="17524"/>
                </a:moveTo>
                <a:lnTo>
                  <a:pt x="5171" y="17524"/>
                </a:lnTo>
                <a:lnTo>
                  <a:pt x="5171" y="17595"/>
                </a:lnTo>
                <a:lnTo>
                  <a:pt x="5137" y="17595"/>
                </a:lnTo>
              </a:path>
              <a:path w="21600" h="21600">
                <a:moveTo>
                  <a:pt x="2423" y="17524"/>
                </a:moveTo>
                <a:lnTo>
                  <a:pt x="2458" y="17524"/>
                </a:lnTo>
                <a:lnTo>
                  <a:pt x="2458" y="17595"/>
                </a:lnTo>
                <a:lnTo>
                  <a:pt x="2423" y="17595"/>
                </a:lnTo>
              </a:path>
              <a:path w="21600" h="21600">
                <a:moveTo>
                  <a:pt x="914" y="17524"/>
                </a:moveTo>
                <a:lnTo>
                  <a:pt x="948" y="17524"/>
                </a:lnTo>
                <a:lnTo>
                  <a:pt x="948" y="17595"/>
                </a:lnTo>
                <a:lnTo>
                  <a:pt x="914" y="17595"/>
                </a:lnTo>
              </a:path>
              <a:path w="21600" h="21600">
                <a:moveTo>
                  <a:pt x="461" y="17524"/>
                </a:moveTo>
                <a:lnTo>
                  <a:pt x="495" y="17524"/>
                </a:lnTo>
                <a:lnTo>
                  <a:pt x="495" y="17595"/>
                </a:lnTo>
                <a:lnTo>
                  <a:pt x="461" y="17595"/>
                </a:lnTo>
              </a:path>
              <a:path w="21600" h="21600">
                <a:moveTo>
                  <a:pt x="159" y="17524"/>
                </a:moveTo>
                <a:lnTo>
                  <a:pt x="193" y="17524"/>
                </a:lnTo>
                <a:lnTo>
                  <a:pt x="193" y="17595"/>
                </a:lnTo>
                <a:lnTo>
                  <a:pt x="159" y="17595"/>
                </a:lnTo>
              </a:path>
              <a:path w="21600" h="21600">
                <a:moveTo>
                  <a:pt x="14180" y="17519"/>
                </a:moveTo>
                <a:lnTo>
                  <a:pt x="14205" y="17519"/>
                </a:lnTo>
                <a:lnTo>
                  <a:pt x="14205" y="17572"/>
                </a:lnTo>
                <a:lnTo>
                  <a:pt x="14180" y="17572"/>
                </a:lnTo>
              </a:path>
              <a:path w="21600" h="21600">
                <a:moveTo>
                  <a:pt x="1059" y="17518"/>
                </a:moveTo>
                <a:lnTo>
                  <a:pt x="1104" y="17518"/>
                </a:lnTo>
                <a:lnTo>
                  <a:pt x="1104" y="17610"/>
                </a:lnTo>
                <a:lnTo>
                  <a:pt x="1059" y="17610"/>
                </a:lnTo>
              </a:path>
              <a:path w="21600" h="21600">
                <a:moveTo>
                  <a:pt x="2869" y="17515"/>
                </a:moveTo>
                <a:lnTo>
                  <a:pt x="2909" y="17515"/>
                </a:lnTo>
                <a:lnTo>
                  <a:pt x="2909" y="17596"/>
                </a:lnTo>
                <a:lnTo>
                  <a:pt x="2869" y="17596"/>
                </a:lnTo>
              </a:path>
              <a:path w="21600" h="21600">
                <a:moveTo>
                  <a:pt x="16280" y="17487"/>
                </a:moveTo>
                <a:lnTo>
                  <a:pt x="16308" y="17487"/>
                </a:lnTo>
                <a:lnTo>
                  <a:pt x="16308" y="17544"/>
                </a:lnTo>
                <a:lnTo>
                  <a:pt x="16280" y="17544"/>
                </a:lnTo>
              </a:path>
              <a:path w="21600" h="21600">
                <a:moveTo>
                  <a:pt x="5291" y="17487"/>
                </a:moveTo>
                <a:lnTo>
                  <a:pt x="5318" y="17487"/>
                </a:lnTo>
                <a:lnTo>
                  <a:pt x="5318" y="17544"/>
                </a:lnTo>
                <a:lnTo>
                  <a:pt x="5291" y="17544"/>
                </a:lnTo>
              </a:path>
              <a:path w="21600" h="21600">
                <a:moveTo>
                  <a:pt x="17035" y="17470"/>
                </a:moveTo>
                <a:lnTo>
                  <a:pt x="17063" y="17470"/>
                </a:lnTo>
                <a:lnTo>
                  <a:pt x="17063" y="17526"/>
                </a:lnTo>
                <a:lnTo>
                  <a:pt x="17035" y="17526"/>
                </a:lnTo>
              </a:path>
              <a:path w="21600" h="21600">
                <a:moveTo>
                  <a:pt x="11616" y="17470"/>
                </a:moveTo>
                <a:lnTo>
                  <a:pt x="11644" y="17470"/>
                </a:lnTo>
                <a:lnTo>
                  <a:pt x="11644" y="17526"/>
                </a:lnTo>
                <a:lnTo>
                  <a:pt x="11616" y="17526"/>
                </a:lnTo>
              </a:path>
              <a:path w="21600" h="21600">
                <a:moveTo>
                  <a:pt x="9955" y="17470"/>
                </a:moveTo>
                <a:lnTo>
                  <a:pt x="9982" y="17470"/>
                </a:lnTo>
                <a:lnTo>
                  <a:pt x="9982" y="17526"/>
                </a:lnTo>
                <a:lnTo>
                  <a:pt x="9955" y="17526"/>
                </a:lnTo>
              </a:path>
              <a:path w="21600" h="21600">
                <a:moveTo>
                  <a:pt x="4536" y="17470"/>
                </a:moveTo>
                <a:lnTo>
                  <a:pt x="4563" y="17470"/>
                </a:lnTo>
                <a:lnTo>
                  <a:pt x="4563" y="17526"/>
                </a:lnTo>
                <a:lnTo>
                  <a:pt x="4536" y="17526"/>
                </a:lnTo>
              </a:path>
              <a:path w="21600" h="21600">
                <a:moveTo>
                  <a:pt x="1665" y="17470"/>
                </a:moveTo>
                <a:lnTo>
                  <a:pt x="1706" y="17470"/>
                </a:lnTo>
                <a:lnTo>
                  <a:pt x="1706" y="17554"/>
                </a:lnTo>
                <a:lnTo>
                  <a:pt x="1665" y="17554"/>
                </a:lnTo>
              </a:path>
              <a:path w="21600" h="21600">
                <a:moveTo>
                  <a:pt x="19881" y="17470"/>
                </a:moveTo>
                <a:lnTo>
                  <a:pt x="19946" y="17470"/>
                </a:lnTo>
                <a:lnTo>
                  <a:pt x="19946" y="17604"/>
                </a:lnTo>
                <a:lnTo>
                  <a:pt x="19881" y="17604"/>
                </a:lnTo>
              </a:path>
              <a:path w="21600" h="21600">
                <a:moveTo>
                  <a:pt x="17640" y="17463"/>
                </a:moveTo>
                <a:lnTo>
                  <a:pt x="17666" y="17463"/>
                </a:lnTo>
                <a:lnTo>
                  <a:pt x="17666" y="17515"/>
                </a:lnTo>
                <a:lnTo>
                  <a:pt x="17640" y="17515"/>
                </a:lnTo>
              </a:path>
              <a:path w="21600" h="21600">
                <a:moveTo>
                  <a:pt x="14934" y="17463"/>
                </a:moveTo>
                <a:lnTo>
                  <a:pt x="14960" y="17463"/>
                </a:lnTo>
                <a:lnTo>
                  <a:pt x="14960" y="17515"/>
                </a:lnTo>
                <a:lnTo>
                  <a:pt x="14934" y="17515"/>
                </a:lnTo>
              </a:path>
              <a:path w="21600" h="21600">
                <a:moveTo>
                  <a:pt x="12221" y="17463"/>
                </a:moveTo>
                <a:lnTo>
                  <a:pt x="12247" y="17463"/>
                </a:lnTo>
                <a:lnTo>
                  <a:pt x="12247" y="17515"/>
                </a:lnTo>
                <a:lnTo>
                  <a:pt x="12221" y="17515"/>
                </a:lnTo>
              </a:path>
              <a:path w="21600" h="21600">
                <a:moveTo>
                  <a:pt x="9352" y="17463"/>
                </a:moveTo>
                <a:lnTo>
                  <a:pt x="9377" y="17463"/>
                </a:lnTo>
                <a:lnTo>
                  <a:pt x="9377" y="17515"/>
                </a:lnTo>
                <a:lnTo>
                  <a:pt x="9352" y="17515"/>
                </a:lnTo>
              </a:path>
              <a:path w="21600" h="21600">
                <a:moveTo>
                  <a:pt x="3933" y="17463"/>
                </a:moveTo>
                <a:lnTo>
                  <a:pt x="3959" y="17463"/>
                </a:lnTo>
                <a:lnTo>
                  <a:pt x="3959" y="17515"/>
                </a:lnTo>
                <a:lnTo>
                  <a:pt x="3933" y="17515"/>
                </a:lnTo>
              </a:path>
              <a:path w="21600" h="21600">
                <a:moveTo>
                  <a:pt x="1220" y="17463"/>
                </a:moveTo>
                <a:lnTo>
                  <a:pt x="1246" y="17463"/>
                </a:lnTo>
                <a:lnTo>
                  <a:pt x="1246" y="17515"/>
                </a:lnTo>
                <a:lnTo>
                  <a:pt x="1220" y="17515"/>
                </a:lnTo>
              </a:path>
              <a:path w="21600" h="21600">
                <a:moveTo>
                  <a:pt x="10560" y="17451"/>
                </a:moveTo>
                <a:lnTo>
                  <a:pt x="10585" y="17451"/>
                </a:lnTo>
                <a:lnTo>
                  <a:pt x="10585" y="17504"/>
                </a:lnTo>
                <a:lnTo>
                  <a:pt x="10560" y="17504"/>
                </a:lnTo>
              </a:path>
              <a:path w="21600" h="21600">
                <a:moveTo>
                  <a:pt x="21411" y="17448"/>
                </a:moveTo>
                <a:lnTo>
                  <a:pt x="21435" y="17448"/>
                </a:lnTo>
                <a:lnTo>
                  <a:pt x="21435" y="17497"/>
                </a:lnTo>
                <a:lnTo>
                  <a:pt x="21411" y="17497"/>
                </a:lnTo>
              </a:path>
              <a:path w="21600" h="21600">
                <a:moveTo>
                  <a:pt x="20052" y="17444"/>
                </a:moveTo>
                <a:lnTo>
                  <a:pt x="20077" y="17444"/>
                </a:lnTo>
                <a:lnTo>
                  <a:pt x="20077" y="17497"/>
                </a:lnTo>
                <a:lnTo>
                  <a:pt x="20052" y="17497"/>
                </a:lnTo>
              </a:path>
              <a:path w="21600" h="21600">
                <a:moveTo>
                  <a:pt x="17338" y="17444"/>
                </a:moveTo>
                <a:lnTo>
                  <a:pt x="17364" y="17444"/>
                </a:lnTo>
                <a:lnTo>
                  <a:pt x="17364" y="17497"/>
                </a:lnTo>
                <a:lnTo>
                  <a:pt x="17338" y="17497"/>
                </a:lnTo>
              </a:path>
              <a:path w="21600" h="21600">
                <a:moveTo>
                  <a:pt x="11919" y="17444"/>
                </a:moveTo>
                <a:lnTo>
                  <a:pt x="11945" y="17444"/>
                </a:lnTo>
                <a:lnTo>
                  <a:pt x="11945" y="17497"/>
                </a:lnTo>
                <a:lnTo>
                  <a:pt x="11919" y="17497"/>
                </a:lnTo>
              </a:path>
              <a:path w="21600" h="21600">
                <a:moveTo>
                  <a:pt x="9654" y="17444"/>
                </a:moveTo>
                <a:lnTo>
                  <a:pt x="9679" y="17444"/>
                </a:lnTo>
                <a:lnTo>
                  <a:pt x="9679" y="17497"/>
                </a:lnTo>
                <a:lnTo>
                  <a:pt x="9654" y="17497"/>
                </a:lnTo>
              </a:path>
              <a:path w="21600" h="21600">
                <a:moveTo>
                  <a:pt x="6941" y="17444"/>
                </a:moveTo>
                <a:lnTo>
                  <a:pt x="6966" y="17444"/>
                </a:lnTo>
                <a:lnTo>
                  <a:pt x="6966" y="17497"/>
                </a:lnTo>
                <a:lnTo>
                  <a:pt x="6941" y="17497"/>
                </a:lnTo>
              </a:path>
              <a:path w="21600" h="21600">
                <a:moveTo>
                  <a:pt x="4235" y="17444"/>
                </a:moveTo>
                <a:lnTo>
                  <a:pt x="4261" y="17444"/>
                </a:lnTo>
                <a:lnTo>
                  <a:pt x="4261" y="17497"/>
                </a:lnTo>
                <a:lnTo>
                  <a:pt x="4235" y="17497"/>
                </a:lnTo>
              </a:path>
              <a:path w="21600" h="21600">
                <a:moveTo>
                  <a:pt x="1522" y="17444"/>
                </a:moveTo>
                <a:lnTo>
                  <a:pt x="1548" y="17444"/>
                </a:lnTo>
                <a:lnTo>
                  <a:pt x="1548" y="17497"/>
                </a:lnTo>
                <a:lnTo>
                  <a:pt x="1522" y="17497"/>
                </a:lnTo>
              </a:path>
              <a:path w="21600" h="21600">
                <a:moveTo>
                  <a:pt x="14471" y="17433"/>
                </a:moveTo>
                <a:lnTo>
                  <a:pt x="14518" y="17433"/>
                </a:lnTo>
                <a:lnTo>
                  <a:pt x="14518" y="17528"/>
                </a:lnTo>
                <a:lnTo>
                  <a:pt x="14471" y="17528"/>
                </a:lnTo>
              </a:path>
              <a:path w="21600" h="21600">
                <a:moveTo>
                  <a:pt x="7081" y="17433"/>
                </a:moveTo>
                <a:lnTo>
                  <a:pt x="7128" y="17433"/>
                </a:lnTo>
                <a:lnTo>
                  <a:pt x="7128" y="17528"/>
                </a:lnTo>
                <a:lnTo>
                  <a:pt x="7081" y="17528"/>
                </a:lnTo>
              </a:path>
              <a:path w="21600" h="21600">
                <a:moveTo>
                  <a:pt x="9181" y="17426"/>
                </a:moveTo>
                <a:lnTo>
                  <a:pt x="9246" y="17426"/>
                </a:lnTo>
                <a:lnTo>
                  <a:pt x="9246" y="17560"/>
                </a:lnTo>
                <a:lnTo>
                  <a:pt x="9181" y="17560"/>
                </a:lnTo>
              </a:path>
              <a:path w="21600" h="21600">
                <a:moveTo>
                  <a:pt x="21253" y="17420"/>
                </a:moveTo>
                <a:lnTo>
                  <a:pt x="21291" y="17420"/>
                </a:lnTo>
                <a:lnTo>
                  <a:pt x="21291" y="17498"/>
                </a:lnTo>
                <a:lnTo>
                  <a:pt x="21253" y="17498"/>
                </a:lnTo>
              </a:path>
              <a:path w="21600" h="21600">
                <a:moveTo>
                  <a:pt x="18540" y="17420"/>
                </a:moveTo>
                <a:lnTo>
                  <a:pt x="18578" y="17420"/>
                </a:lnTo>
                <a:lnTo>
                  <a:pt x="18578" y="17498"/>
                </a:lnTo>
                <a:lnTo>
                  <a:pt x="18540" y="17498"/>
                </a:lnTo>
              </a:path>
              <a:path w="21600" h="21600">
                <a:moveTo>
                  <a:pt x="15834" y="17420"/>
                </a:moveTo>
                <a:lnTo>
                  <a:pt x="15872" y="17420"/>
                </a:lnTo>
                <a:lnTo>
                  <a:pt x="15872" y="17498"/>
                </a:lnTo>
                <a:lnTo>
                  <a:pt x="15834" y="17498"/>
                </a:lnTo>
              </a:path>
              <a:path w="21600" h="21600">
                <a:moveTo>
                  <a:pt x="13121" y="17420"/>
                </a:moveTo>
                <a:lnTo>
                  <a:pt x="13159" y="17420"/>
                </a:lnTo>
                <a:lnTo>
                  <a:pt x="13159" y="17498"/>
                </a:lnTo>
                <a:lnTo>
                  <a:pt x="13121" y="17498"/>
                </a:lnTo>
              </a:path>
              <a:path w="21600" h="21600">
                <a:moveTo>
                  <a:pt x="8440" y="17420"/>
                </a:moveTo>
                <a:lnTo>
                  <a:pt x="8478" y="17420"/>
                </a:lnTo>
                <a:lnTo>
                  <a:pt x="8478" y="17498"/>
                </a:lnTo>
                <a:lnTo>
                  <a:pt x="8440" y="17498"/>
                </a:lnTo>
              </a:path>
              <a:path w="21600" h="21600">
                <a:moveTo>
                  <a:pt x="3021" y="17420"/>
                </a:moveTo>
                <a:lnTo>
                  <a:pt x="3059" y="17420"/>
                </a:lnTo>
                <a:lnTo>
                  <a:pt x="3059" y="17498"/>
                </a:lnTo>
                <a:lnTo>
                  <a:pt x="3021" y="17498"/>
                </a:lnTo>
              </a:path>
              <a:path w="21600" h="21600">
                <a:moveTo>
                  <a:pt x="308" y="17420"/>
                </a:moveTo>
                <a:lnTo>
                  <a:pt x="346" y="17420"/>
                </a:lnTo>
                <a:lnTo>
                  <a:pt x="346" y="17498"/>
                </a:lnTo>
                <a:lnTo>
                  <a:pt x="308" y="17498"/>
                </a:lnTo>
              </a:path>
              <a:path w="21600" h="21600">
                <a:moveTo>
                  <a:pt x="21109" y="17406"/>
                </a:moveTo>
                <a:lnTo>
                  <a:pt x="21133" y="17406"/>
                </a:lnTo>
                <a:lnTo>
                  <a:pt x="21133" y="17455"/>
                </a:lnTo>
                <a:lnTo>
                  <a:pt x="21109" y="17455"/>
                </a:lnTo>
              </a:path>
              <a:path w="21600" h="21600">
                <a:moveTo>
                  <a:pt x="3632" y="17406"/>
                </a:moveTo>
                <a:lnTo>
                  <a:pt x="3656" y="17406"/>
                </a:lnTo>
                <a:lnTo>
                  <a:pt x="3656" y="17455"/>
                </a:lnTo>
                <a:lnTo>
                  <a:pt x="3632" y="17455"/>
                </a:lnTo>
              </a:path>
              <a:path w="21600" h="21600">
                <a:moveTo>
                  <a:pt x="20960" y="17371"/>
                </a:moveTo>
                <a:lnTo>
                  <a:pt x="20980" y="17371"/>
                </a:lnTo>
                <a:lnTo>
                  <a:pt x="20980" y="17413"/>
                </a:lnTo>
                <a:lnTo>
                  <a:pt x="20960" y="17413"/>
                </a:lnTo>
              </a:path>
              <a:path w="21600" h="21600">
                <a:moveTo>
                  <a:pt x="18247" y="17371"/>
                </a:moveTo>
                <a:lnTo>
                  <a:pt x="18267" y="17371"/>
                </a:lnTo>
                <a:lnTo>
                  <a:pt x="18267" y="17413"/>
                </a:lnTo>
                <a:lnTo>
                  <a:pt x="18247" y="17413"/>
                </a:lnTo>
              </a:path>
              <a:path w="21600" h="21600">
                <a:moveTo>
                  <a:pt x="15541" y="17371"/>
                </a:moveTo>
                <a:lnTo>
                  <a:pt x="15561" y="17371"/>
                </a:lnTo>
                <a:lnTo>
                  <a:pt x="15561" y="17413"/>
                </a:lnTo>
                <a:lnTo>
                  <a:pt x="15541" y="17413"/>
                </a:lnTo>
              </a:path>
              <a:path w="21600" h="21600">
                <a:moveTo>
                  <a:pt x="12828" y="17371"/>
                </a:moveTo>
                <a:lnTo>
                  <a:pt x="12848" y="17371"/>
                </a:lnTo>
                <a:lnTo>
                  <a:pt x="12848" y="17413"/>
                </a:lnTo>
                <a:lnTo>
                  <a:pt x="12828" y="17413"/>
                </a:lnTo>
              </a:path>
              <a:path w="21600" h="21600">
                <a:moveTo>
                  <a:pt x="6037" y="17371"/>
                </a:moveTo>
                <a:lnTo>
                  <a:pt x="6058" y="17371"/>
                </a:lnTo>
                <a:lnTo>
                  <a:pt x="6058" y="17413"/>
                </a:lnTo>
                <a:lnTo>
                  <a:pt x="6037" y="17413"/>
                </a:lnTo>
              </a:path>
              <a:path w="21600" h="21600">
                <a:moveTo>
                  <a:pt x="3332" y="17371"/>
                </a:moveTo>
                <a:lnTo>
                  <a:pt x="3352" y="17371"/>
                </a:lnTo>
                <a:lnTo>
                  <a:pt x="3352" y="17413"/>
                </a:lnTo>
                <a:lnTo>
                  <a:pt x="3332" y="17413"/>
                </a:lnTo>
              </a:path>
              <a:path w="21600" h="21600">
                <a:moveTo>
                  <a:pt x="619" y="17371"/>
                </a:moveTo>
                <a:lnTo>
                  <a:pt x="639" y="17371"/>
                </a:lnTo>
                <a:lnTo>
                  <a:pt x="639" y="17413"/>
                </a:lnTo>
                <a:lnTo>
                  <a:pt x="619" y="17413"/>
                </a:lnTo>
              </a:path>
              <a:path w="21600" h="21600">
                <a:moveTo>
                  <a:pt x="15383" y="17370"/>
                </a:moveTo>
                <a:lnTo>
                  <a:pt x="15417" y="17370"/>
                </a:lnTo>
                <a:lnTo>
                  <a:pt x="15417" y="17440"/>
                </a:lnTo>
                <a:lnTo>
                  <a:pt x="15383" y="17440"/>
                </a:lnTo>
              </a:path>
              <a:path w="21600" h="21600">
                <a:moveTo>
                  <a:pt x="19592" y="17348"/>
                </a:moveTo>
                <a:lnTo>
                  <a:pt x="19630" y="17348"/>
                </a:lnTo>
                <a:lnTo>
                  <a:pt x="19630" y="17426"/>
                </a:lnTo>
                <a:lnTo>
                  <a:pt x="19592" y="17426"/>
                </a:lnTo>
              </a:path>
              <a:path w="21600" h="21600">
                <a:moveTo>
                  <a:pt x="16879" y="17348"/>
                </a:moveTo>
                <a:lnTo>
                  <a:pt x="16917" y="17348"/>
                </a:lnTo>
                <a:lnTo>
                  <a:pt x="16917" y="17426"/>
                </a:lnTo>
                <a:lnTo>
                  <a:pt x="16879" y="17426"/>
                </a:lnTo>
              </a:path>
              <a:path w="21600" h="21600">
                <a:moveTo>
                  <a:pt x="7387" y="17348"/>
                </a:moveTo>
                <a:lnTo>
                  <a:pt x="7425" y="17348"/>
                </a:lnTo>
                <a:lnTo>
                  <a:pt x="7425" y="17426"/>
                </a:lnTo>
                <a:lnTo>
                  <a:pt x="7387" y="17426"/>
                </a:lnTo>
              </a:path>
              <a:path w="21600" h="21600">
                <a:moveTo>
                  <a:pt x="4682" y="17348"/>
                </a:moveTo>
                <a:lnTo>
                  <a:pt x="4720" y="17348"/>
                </a:lnTo>
                <a:lnTo>
                  <a:pt x="4720" y="17426"/>
                </a:lnTo>
                <a:lnTo>
                  <a:pt x="4682" y="17426"/>
                </a:lnTo>
              </a:path>
              <a:path w="21600" h="21600">
                <a:moveTo>
                  <a:pt x="1969" y="17348"/>
                </a:moveTo>
                <a:lnTo>
                  <a:pt x="2007" y="17348"/>
                </a:lnTo>
                <a:lnTo>
                  <a:pt x="2007" y="17426"/>
                </a:lnTo>
                <a:lnTo>
                  <a:pt x="1969" y="17426"/>
                </a:lnTo>
              </a:path>
              <a:path w="21600" h="21600">
                <a:moveTo>
                  <a:pt x="19291" y="17343"/>
                </a:moveTo>
                <a:lnTo>
                  <a:pt x="19328" y="17343"/>
                </a:lnTo>
                <a:lnTo>
                  <a:pt x="19328" y="17417"/>
                </a:lnTo>
                <a:lnTo>
                  <a:pt x="19291" y="17417"/>
                </a:lnTo>
              </a:path>
              <a:path w="21600" h="21600">
                <a:moveTo>
                  <a:pt x="13872" y="17343"/>
                </a:moveTo>
                <a:lnTo>
                  <a:pt x="13909" y="17343"/>
                </a:lnTo>
                <a:lnTo>
                  <a:pt x="13909" y="17417"/>
                </a:lnTo>
                <a:lnTo>
                  <a:pt x="13872" y="17417"/>
                </a:lnTo>
              </a:path>
              <a:path w="21600" h="21600">
                <a:moveTo>
                  <a:pt x="7690" y="17343"/>
                </a:moveTo>
                <a:lnTo>
                  <a:pt x="7726" y="17343"/>
                </a:lnTo>
                <a:lnTo>
                  <a:pt x="7726" y="17417"/>
                </a:lnTo>
                <a:lnTo>
                  <a:pt x="7690" y="17417"/>
                </a:lnTo>
              </a:path>
              <a:path w="21600" h="21600">
                <a:moveTo>
                  <a:pt x="2271" y="17343"/>
                </a:moveTo>
                <a:lnTo>
                  <a:pt x="2308" y="17343"/>
                </a:lnTo>
                <a:lnTo>
                  <a:pt x="2308" y="17417"/>
                </a:lnTo>
                <a:lnTo>
                  <a:pt x="2271" y="17417"/>
                </a:lnTo>
              </a:path>
              <a:path w="21600" h="21600">
                <a:moveTo>
                  <a:pt x="1373" y="17342"/>
                </a:moveTo>
                <a:lnTo>
                  <a:pt x="1395" y="17342"/>
                </a:lnTo>
                <a:lnTo>
                  <a:pt x="1395" y="17388"/>
                </a:lnTo>
                <a:lnTo>
                  <a:pt x="1373" y="17388"/>
                </a:lnTo>
              </a:path>
              <a:path w="21600" h="21600">
                <a:moveTo>
                  <a:pt x="20498" y="17332"/>
                </a:moveTo>
                <a:lnTo>
                  <a:pt x="20537" y="17332"/>
                </a:lnTo>
                <a:lnTo>
                  <a:pt x="20537" y="17413"/>
                </a:lnTo>
                <a:lnTo>
                  <a:pt x="20498" y="17413"/>
                </a:lnTo>
              </a:path>
              <a:path w="21600" h="21600">
                <a:moveTo>
                  <a:pt x="15078" y="17332"/>
                </a:moveTo>
                <a:lnTo>
                  <a:pt x="15118" y="17332"/>
                </a:lnTo>
                <a:lnTo>
                  <a:pt x="15118" y="17413"/>
                </a:lnTo>
                <a:lnTo>
                  <a:pt x="15078" y="17413"/>
                </a:lnTo>
              </a:path>
              <a:path w="21600" h="21600">
                <a:moveTo>
                  <a:pt x="6481" y="17332"/>
                </a:moveTo>
                <a:lnTo>
                  <a:pt x="6520" y="17332"/>
                </a:lnTo>
                <a:lnTo>
                  <a:pt x="6520" y="17413"/>
                </a:lnTo>
                <a:lnTo>
                  <a:pt x="6481" y="17413"/>
                </a:lnTo>
              </a:path>
              <a:path w="21600" h="21600">
                <a:moveTo>
                  <a:pt x="16733" y="17328"/>
                </a:moveTo>
                <a:lnTo>
                  <a:pt x="16761" y="17328"/>
                </a:lnTo>
                <a:lnTo>
                  <a:pt x="16761" y="17384"/>
                </a:lnTo>
                <a:lnTo>
                  <a:pt x="16733" y="17384"/>
                </a:lnTo>
              </a:path>
              <a:path w="21600" h="21600">
                <a:moveTo>
                  <a:pt x="14028" y="17328"/>
                </a:moveTo>
                <a:lnTo>
                  <a:pt x="14055" y="17328"/>
                </a:lnTo>
                <a:lnTo>
                  <a:pt x="14055" y="17384"/>
                </a:lnTo>
                <a:lnTo>
                  <a:pt x="14028" y="17384"/>
                </a:lnTo>
              </a:path>
              <a:path w="21600" h="21600">
                <a:moveTo>
                  <a:pt x="11314" y="17328"/>
                </a:moveTo>
                <a:lnTo>
                  <a:pt x="11342" y="17328"/>
                </a:lnTo>
                <a:lnTo>
                  <a:pt x="11342" y="17384"/>
                </a:lnTo>
                <a:lnTo>
                  <a:pt x="11314" y="17384"/>
                </a:lnTo>
              </a:path>
              <a:path w="21600" h="21600">
                <a:moveTo>
                  <a:pt x="10257" y="17328"/>
                </a:moveTo>
                <a:lnTo>
                  <a:pt x="10284" y="17328"/>
                </a:lnTo>
                <a:lnTo>
                  <a:pt x="10284" y="17384"/>
                </a:lnTo>
                <a:lnTo>
                  <a:pt x="10257" y="17384"/>
                </a:lnTo>
              </a:path>
              <a:path w="21600" h="21600">
                <a:moveTo>
                  <a:pt x="7544" y="17328"/>
                </a:moveTo>
                <a:lnTo>
                  <a:pt x="7571" y="17328"/>
                </a:lnTo>
                <a:lnTo>
                  <a:pt x="7571" y="17384"/>
                </a:lnTo>
                <a:lnTo>
                  <a:pt x="7544" y="17384"/>
                </a:lnTo>
              </a:path>
              <a:path w="21600" h="21600">
                <a:moveTo>
                  <a:pt x="4838" y="17328"/>
                </a:moveTo>
                <a:lnTo>
                  <a:pt x="4865" y="17328"/>
                </a:lnTo>
                <a:lnTo>
                  <a:pt x="4865" y="17384"/>
                </a:lnTo>
                <a:lnTo>
                  <a:pt x="4838" y="17384"/>
                </a:lnTo>
              </a:path>
              <a:path w="21600" h="21600">
                <a:moveTo>
                  <a:pt x="2125" y="17328"/>
                </a:moveTo>
                <a:lnTo>
                  <a:pt x="2152" y="17328"/>
                </a:lnTo>
                <a:lnTo>
                  <a:pt x="2152" y="17384"/>
                </a:lnTo>
                <a:lnTo>
                  <a:pt x="2125" y="17384"/>
                </a:lnTo>
              </a:path>
              <a:path w="21600" h="21600">
                <a:moveTo>
                  <a:pt x="5731" y="17326"/>
                </a:moveTo>
                <a:lnTo>
                  <a:pt x="5760" y="17326"/>
                </a:lnTo>
                <a:lnTo>
                  <a:pt x="5760" y="17385"/>
                </a:lnTo>
                <a:lnTo>
                  <a:pt x="5731" y="17385"/>
                </a:lnTo>
              </a:path>
              <a:path w="21600" h="21600">
                <a:moveTo>
                  <a:pt x="10855" y="17320"/>
                </a:moveTo>
                <a:lnTo>
                  <a:pt x="10895" y="17320"/>
                </a:lnTo>
                <a:lnTo>
                  <a:pt x="10895" y="17401"/>
                </a:lnTo>
                <a:lnTo>
                  <a:pt x="10855" y="17401"/>
                </a:lnTo>
              </a:path>
              <a:path w="21600" h="21600">
                <a:moveTo>
                  <a:pt x="13411" y="17310"/>
                </a:moveTo>
                <a:lnTo>
                  <a:pt x="13464" y="17310"/>
                </a:lnTo>
                <a:lnTo>
                  <a:pt x="13464" y="17419"/>
                </a:lnTo>
                <a:lnTo>
                  <a:pt x="13411" y="17419"/>
                </a:lnTo>
              </a:path>
              <a:path w="21600" h="21600">
                <a:moveTo>
                  <a:pt x="8135" y="17310"/>
                </a:moveTo>
                <a:lnTo>
                  <a:pt x="8188" y="17310"/>
                </a:lnTo>
                <a:lnTo>
                  <a:pt x="8188" y="17419"/>
                </a:lnTo>
                <a:lnTo>
                  <a:pt x="8135" y="17419"/>
                </a:lnTo>
              </a:path>
              <a:path w="21600" h="21600">
                <a:moveTo>
                  <a:pt x="12672" y="17297"/>
                </a:moveTo>
                <a:lnTo>
                  <a:pt x="12702" y="17297"/>
                </a:lnTo>
                <a:lnTo>
                  <a:pt x="12702" y="17356"/>
                </a:lnTo>
                <a:lnTo>
                  <a:pt x="12672" y="17356"/>
                </a:lnTo>
              </a:path>
              <a:path w="21600" h="21600">
                <a:moveTo>
                  <a:pt x="8897" y="17297"/>
                </a:moveTo>
                <a:lnTo>
                  <a:pt x="8926" y="17297"/>
                </a:lnTo>
                <a:lnTo>
                  <a:pt x="8926" y="17356"/>
                </a:lnTo>
                <a:lnTo>
                  <a:pt x="8897" y="17356"/>
                </a:lnTo>
              </a:path>
              <a:path w="21600" h="21600">
                <a:moveTo>
                  <a:pt x="3478" y="17297"/>
                </a:moveTo>
                <a:lnTo>
                  <a:pt x="3507" y="17297"/>
                </a:lnTo>
                <a:lnTo>
                  <a:pt x="3507" y="17356"/>
                </a:lnTo>
                <a:lnTo>
                  <a:pt x="3478" y="17356"/>
                </a:lnTo>
              </a:path>
              <a:path w="21600" h="21600">
                <a:moveTo>
                  <a:pt x="4383" y="17294"/>
                </a:moveTo>
                <a:lnTo>
                  <a:pt x="4415" y="17294"/>
                </a:lnTo>
                <a:lnTo>
                  <a:pt x="4415" y="17360"/>
                </a:lnTo>
                <a:lnTo>
                  <a:pt x="4383" y="17360"/>
                </a:lnTo>
              </a:path>
              <a:path w="21600" h="21600">
                <a:moveTo>
                  <a:pt x="20198" y="17292"/>
                </a:moveTo>
                <a:lnTo>
                  <a:pt x="20233" y="17292"/>
                </a:lnTo>
                <a:lnTo>
                  <a:pt x="20233" y="17362"/>
                </a:lnTo>
                <a:lnTo>
                  <a:pt x="20198" y="17362"/>
                </a:lnTo>
              </a:path>
              <a:path w="21600" h="21600">
                <a:moveTo>
                  <a:pt x="14779" y="17292"/>
                </a:moveTo>
                <a:lnTo>
                  <a:pt x="14813" y="17292"/>
                </a:lnTo>
                <a:lnTo>
                  <a:pt x="14813" y="17362"/>
                </a:lnTo>
                <a:lnTo>
                  <a:pt x="14779" y="17362"/>
                </a:lnTo>
              </a:path>
              <a:path w="21600" h="21600">
                <a:moveTo>
                  <a:pt x="9498" y="17292"/>
                </a:moveTo>
                <a:lnTo>
                  <a:pt x="9533" y="17292"/>
                </a:lnTo>
                <a:lnTo>
                  <a:pt x="9533" y="17362"/>
                </a:lnTo>
                <a:lnTo>
                  <a:pt x="9498" y="17362"/>
                </a:lnTo>
              </a:path>
              <a:path w="21600" h="21600">
                <a:moveTo>
                  <a:pt x="6785" y="17292"/>
                </a:moveTo>
                <a:lnTo>
                  <a:pt x="6820" y="17292"/>
                </a:lnTo>
                <a:lnTo>
                  <a:pt x="6820" y="17362"/>
                </a:lnTo>
                <a:lnTo>
                  <a:pt x="6785" y="17362"/>
                </a:lnTo>
              </a:path>
              <a:path w="21600" h="21600">
                <a:moveTo>
                  <a:pt x="4080" y="17292"/>
                </a:moveTo>
                <a:lnTo>
                  <a:pt x="4114" y="17292"/>
                </a:lnTo>
                <a:lnTo>
                  <a:pt x="4114" y="17362"/>
                </a:lnTo>
                <a:lnTo>
                  <a:pt x="4080" y="17362"/>
                </a:lnTo>
              </a:path>
              <a:path w="21600" h="21600">
                <a:moveTo>
                  <a:pt x="16281" y="17272"/>
                </a:moveTo>
                <a:lnTo>
                  <a:pt x="16307" y="17272"/>
                </a:lnTo>
                <a:lnTo>
                  <a:pt x="16307" y="17325"/>
                </a:lnTo>
                <a:lnTo>
                  <a:pt x="16281" y="17325"/>
                </a:lnTo>
              </a:path>
              <a:path w="21600" h="21600">
                <a:moveTo>
                  <a:pt x="5292" y="17272"/>
                </a:moveTo>
                <a:lnTo>
                  <a:pt x="5318" y="17272"/>
                </a:lnTo>
                <a:lnTo>
                  <a:pt x="5318" y="17325"/>
                </a:lnTo>
                <a:lnTo>
                  <a:pt x="5292" y="17325"/>
                </a:lnTo>
              </a:path>
              <a:path w="21600" h="21600">
                <a:moveTo>
                  <a:pt x="17190" y="17270"/>
                </a:moveTo>
                <a:lnTo>
                  <a:pt x="17210" y="17270"/>
                </a:lnTo>
                <a:lnTo>
                  <a:pt x="17210" y="17312"/>
                </a:lnTo>
                <a:lnTo>
                  <a:pt x="17190" y="17312"/>
                </a:lnTo>
              </a:path>
              <a:path w="21600" h="21600">
                <a:moveTo>
                  <a:pt x="3181" y="17270"/>
                </a:moveTo>
                <a:lnTo>
                  <a:pt x="3201" y="17270"/>
                </a:lnTo>
                <a:lnTo>
                  <a:pt x="3201" y="17312"/>
                </a:lnTo>
                <a:lnTo>
                  <a:pt x="3181" y="17312"/>
                </a:lnTo>
              </a:path>
              <a:path w="21600" h="21600">
                <a:moveTo>
                  <a:pt x="763" y="17263"/>
                </a:moveTo>
                <a:lnTo>
                  <a:pt x="796" y="17263"/>
                </a:lnTo>
                <a:lnTo>
                  <a:pt x="796" y="17330"/>
                </a:lnTo>
                <a:lnTo>
                  <a:pt x="763" y="17330"/>
                </a:lnTo>
              </a:path>
              <a:path w="21600" h="21600">
                <a:moveTo>
                  <a:pt x="20652" y="17263"/>
                </a:moveTo>
                <a:lnTo>
                  <a:pt x="20685" y="17263"/>
                </a:lnTo>
                <a:lnTo>
                  <a:pt x="20685" y="17330"/>
                </a:lnTo>
                <a:lnTo>
                  <a:pt x="20652" y="17330"/>
                </a:lnTo>
              </a:path>
              <a:path w="21600" h="21600">
                <a:moveTo>
                  <a:pt x="19142" y="17263"/>
                </a:moveTo>
                <a:lnTo>
                  <a:pt x="19175" y="17263"/>
                </a:lnTo>
                <a:lnTo>
                  <a:pt x="19175" y="17330"/>
                </a:lnTo>
                <a:lnTo>
                  <a:pt x="19142" y="17330"/>
                </a:lnTo>
              </a:path>
              <a:path w="21600" h="21600">
                <a:moveTo>
                  <a:pt x="18694" y="17263"/>
                </a:moveTo>
                <a:lnTo>
                  <a:pt x="18726" y="17263"/>
                </a:lnTo>
                <a:lnTo>
                  <a:pt x="18726" y="17330"/>
                </a:lnTo>
                <a:lnTo>
                  <a:pt x="18694" y="17330"/>
                </a:lnTo>
              </a:path>
              <a:path w="21600" h="21600">
                <a:moveTo>
                  <a:pt x="18392" y="17263"/>
                </a:moveTo>
                <a:lnTo>
                  <a:pt x="18424" y="17263"/>
                </a:lnTo>
                <a:lnTo>
                  <a:pt x="18424" y="17330"/>
                </a:lnTo>
                <a:lnTo>
                  <a:pt x="18392" y="17330"/>
                </a:lnTo>
              </a:path>
              <a:path w="21600" h="21600">
                <a:moveTo>
                  <a:pt x="17939" y="17263"/>
                </a:moveTo>
                <a:lnTo>
                  <a:pt x="17971" y="17263"/>
                </a:lnTo>
                <a:lnTo>
                  <a:pt x="17971" y="17330"/>
                </a:lnTo>
                <a:lnTo>
                  <a:pt x="17939" y="17330"/>
                </a:lnTo>
              </a:path>
              <a:path w="21600" h="21600">
                <a:moveTo>
                  <a:pt x="16429" y="17263"/>
                </a:moveTo>
                <a:lnTo>
                  <a:pt x="16462" y="17263"/>
                </a:lnTo>
                <a:lnTo>
                  <a:pt x="16462" y="17330"/>
                </a:lnTo>
                <a:lnTo>
                  <a:pt x="16429" y="17330"/>
                </a:lnTo>
              </a:path>
              <a:path w="21600" h="21600">
                <a:moveTo>
                  <a:pt x="15988" y="17263"/>
                </a:moveTo>
                <a:lnTo>
                  <a:pt x="16021" y="17263"/>
                </a:lnTo>
                <a:lnTo>
                  <a:pt x="16021" y="17330"/>
                </a:lnTo>
                <a:lnTo>
                  <a:pt x="15988" y="17330"/>
                </a:lnTo>
              </a:path>
              <a:path w="21600" h="21600">
                <a:moveTo>
                  <a:pt x="15686" y="17263"/>
                </a:moveTo>
                <a:lnTo>
                  <a:pt x="15719" y="17263"/>
                </a:lnTo>
                <a:lnTo>
                  <a:pt x="15719" y="17330"/>
                </a:lnTo>
                <a:lnTo>
                  <a:pt x="15686" y="17330"/>
                </a:lnTo>
              </a:path>
              <a:path w="21600" h="21600">
                <a:moveTo>
                  <a:pt x="15233" y="17263"/>
                </a:moveTo>
                <a:lnTo>
                  <a:pt x="15266" y="17263"/>
                </a:lnTo>
                <a:lnTo>
                  <a:pt x="15266" y="17330"/>
                </a:lnTo>
                <a:lnTo>
                  <a:pt x="15233" y="17330"/>
                </a:lnTo>
              </a:path>
              <a:path w="21600" h="21600">
                <a:moveTo>
                  <a:pt x="13723" y="17263"/>
                </a:moveTo>
                <a:lnTo>
                  <a:pt x="13756" y="17263"/>
                </a:lnTo>
                <a:lnTo>
                  <a:pt x="13756" y="17330"/>
                </a:lnTo>
                <a:lnTo>
                  <a:pt x="13723" y="17330"/>
                </a:lnTo>
              </a:path>
              <a:path w="21600" h="21600">
                <a:moveTo>
                  <a:pt x="13275" y="17263"/>
                </a:moveTo>
                <a:lnTo>
                  <a:pt x="13307" y="17263"/>
                </a:lnTo>
                <a:lnTo>
                  <a:pt x="13307" y="17330"/>
                </a:lnTo>
                <a:lnTo>
                  <a:pt x="13275" y="17330"/>
                </a:lnTo>
              </a:path>
              <a:path w="21600" h="21600">
                <a:moveTo>
                  <a:pt x="12973" y="17263"/>
                </a:moveTo>
                <a:lnTo>
                  <a:pt x="13005" y="17263"/>
                </a:lnTo>
                <a:lnTo>
                  <a:pt x="13005" y="17330"/>
                </a:lnTo>
                <a:lnTo>
                  <a:pt x="12973" y="17330"/>
                </a:lnTo>
              </a:path>
              <a:path w="21600" h="21600">
                <a:moveTo>
                  <a:pt x="12520" y="17263"/>
                </a:moveTo>
                <a:lnTo>
                  <a:pt x="12552" y="17263"/>
                </a:lnTo>
                <a:lnTo>
                  <a:pt x="12552" y="17330"/>
                </a:lnTo>
                <a:lnTo>
                  <a:pt x="12520" y="17330"/>
                </a:lnTo>
              </a:path>
              <a:path w="21600" h="21600">
                <a:moveTo>
                  <a:pt x="11010" y="17263"/>
                </a:moveTo>
                <a:lnTo>
                  <a:pt x="11042" y="17263"/>
                </a:lnTo>
                <a:lnTo>
                  <a:pt x="11042" y="17330"/>
                </a:lnTo>
                <a:lnTo>
                  <a:pt x="11010" y="17330"/>
                </a:lnTo>
              </a:path>
              <a:path w="21600" h="21600">
                <a:moveTo>
                  <a:pt x="9046" y="17263"/>
                </a:moveTo>
                <a:lnTo>
                  <a:pt x="9079" y="17263"/>
                </a:lnTo>
                <a:lnTo>
                  <a:pt x="9079" y="17330"/>
                </a:lnTo>
                <a:lnTo>
                  <a:pt x="9046" y="17330"/>
                </a:lnTo>
              </a:path>
              <a:path w="21600" h="21600">
                <a:moveTo>
                  <a:pt x="8593" y="17263"/>
                </a:moveTo>
                <a:lnTo>
                  <a:pt x="8626" y="17263"/>
                </a:lnTo>
                <a:lnTo>
                  <a:pt x="8626" y="17330"/>
                </a:lnTo>
                <a:lnTo>
                  <a:pt x="8593" y="17330"/>
                </a:lnTo>
              </a:path>
              <a:path w="21600" h="21600">
                <a:moveTo>
                  <a:pt x="8291" y="17263"/>
                </a:moveTo>
                <a:lnTo>
                  <a:pt x="8324" y="17263"/>
                </a:lnTo>
                <a:lnTo>
                  <a:pt x="8324" y="17330"/>
                </a:lnTo>
                <a:lnTo>
                  <a:pt x="8291" y="17330"/>
                </a:lnTo>
              </a:path>
              <a:path w="21600" h="21600">
                <a:moveTo>
                  <a:pt x="7843" y="17263"/>
                </a:moveTo>
                <a:lnTo>
                  <a:pt x="7876" y="17263"/>
                </a:lnTo>
                <a:lnTo>
                  <a:pt x="7876" y="17330"/>
                </a:lnTo>
                <a:lnTo>
                  <a:pt x="7843" y="17330"/>
                </a:lnTo>
              </a:path>
              <a:path w="21600" h="21600">
                <a:moveTo>
                  <a:pt x="6333" y="17263"/>
                </a:moveTo>
                <a:lnTo>
                  <a:pt x="6366" y="17263"/>
                </a:lnTo>
                <a:lnTo>
                  <a:pt x="6366" y="17330"/>
                </a:lnTo>
                <a:lnTo>
                  <a:pt x="6333" y="17330"/>
                </a:lnTo>
              </a:path>
              <a:path w="21600" h="21600">
                <a:moveTo>
                  <a:pt x="5880" y="17263"/>
                </a:moveTo>
                <a:lnTo>
                  <a:pt x="5913" y="17263"/>
                </a:lnTo>
                <a:lnTo>
                  <a:pt x="5913" y="17330"/>
                </a:lnTo>
                <a:lnTo>
                  <a:pt x="5880" y="17330"/>
                </a:lnTo>
              </a:path>
              <a:path w="21600" h="21600">
                <a:moveTo>
                  <a:pt x="5578" y="17263"/>
                </a:moveTo>
                <a:lnTo>
                  <a:pt x="5611" y="17263"/>
                </a:lnTo>
                <a:lnTo>
                  <a:pt x="5611" y="17330"/>
                </a:lnTo>
                <a:lnTo>
                  <a:pt x="5578" y="17330"/>
                </a:lnTo>
              </a:path>
              <a:path w="21600" h="21600">
                <a:moveTo>
                  <a:pt x="5137" y="17263"/>
                </a:moveTo>
                <a:lnTo>
                  <a:pt x="5170" y="17263"/>
                </a:lnTo>
                <a:lnTo>
                  <a:pt x="5170" y="17330"/>
                </a:lnTo>
                <a:lnTo>
                  <a:pt x="5137" y="17330"/>
                </a:lnTo>
              </a:path>
              <a:path w="21600" h="21600">
                <a:moveTo>
                  <a:pt x="2424" y="17263"/>
                </a:moveTo>
                <a:lnTo>
                  <a:pt x="2457" y="17263"/>
                </a:lnTo>
                <a:lnTo>
                  <a:pt x="2457" y="17330"/>
                </a:lnTo>
                <a:lnTo>
                  <a:pt x="2424" y="17330"/>
                </a:lnTo>
              </a:path>
              <a:path w="21600" h="21600">
                <a:moveTo>
                  <a:pt x="914" y="17263"/>
                </a:moveTo>
                <a:lnTo>
                  <a:pt x="947" y="17263"/>
                </a:lnTo>
                <a:lnTo>
                  <a:pt x="947" y="17330"/>
                </a:lnTo>
                <a:lnTo>
                  <a:pt x="914" y="17330"/>
                </a:lnTo>
              </a:path>
              <a:path w="21600" h="21600">
                <a:moveTo>
                  <a:pt x="461" y="17263"/>
                </a:moveTo>
                <a:lnTo>
                  <a:pt x="494" y="17263"/>
                </a:lnTo>
                <a:lnTo>
                  <a:pt x="494" y="17330"/>
                </a:lnTo>
                <a:lnTo>
                  <a:pt x="461" y="17330"/>
                </a:lnTo>
              </a:path>
              <a:path w="21600" h="21600">
                <a:moveTo>
                  <a:pt x="160" y="17263"/>
                </a:moveTo>
                <a:lnTo>
                  <a:pt x="192" y="17263"/>
                </a:lnTo>
                <a:lnTo>
                  <a:pt x="192" y="17330"/>
                </a:lnTo>
                <a:lnTo>
                  <a:pt x="160" y="17330"/>
                </a:lnTo>
              </a:path>
              <a:path w="21600" h="21600">
                <a:moveTo>
                  <a:pt x="12362" y="17262"/>
                </a:moveTo>
                <a:lnTo>
                  <a:pt x="12408" y="17262"/>
                </a:lnTo>
                <a:lnTo>
                  <a:pt x="12408" y="17357"/>
                </a:lnTo>
                <a:lnTo>
                  <a:pt x="12362" y="17357"/>
                </a:lnTo>
              </a:path>
              <a:path w="21600" h="21600">
                <a:moveTo>
                  <a:pt x="9190" y="17262"/>
                </a:moveTo>
                <a:lnTo>
                  <a:pt x="9237" y="17262"/>
                </a:lnTo>
                <a:lnTo>
                  <a:pt x="9237" y="17357"/>
                </a:lnTo>
                <a:lnTo>
                  <a:pt x="9190" y="17357"/>
                </a:lnTo>
              </a:path>
              <a:path w="21600" h="21600">
                <a:moveTo>
                  <a:pt x="20799" y="17257"/>
                </a:moveTo>
                <a:lnTo>
                  <a:pt x="20840" y="17257"/>
                </a:lnTo>
                <a:lnTo>
                  <a:pt x="20840" y="17342"/>
                </a:lnTo>
                <a:lnTo>
                  <a:pt x="20799" y="17342"/>
                </a:lnTo>
              </a:path>
              <a:path w="21600" h="21600">
                <a:moveTo>
                  <a:pt x="17641" y="17256"/>
                </a:moveTo>
                <a:lnTo>
                  <a:pt x="17665" y="17256"/>
                </a:lnTo>
                <a:lnTo>
                  <a:pt x="17665" y="17305"/>
                </a:lnTo>
                <a:lnTo>
                  <a:pt x="17641" y="17305"/>
                </a:lnTo>
              </a:path>
              <a:path w="21600" h="21600">
                <a:moveTo>
                  <a:pt x="14935" y="17256"/>
                </a:moveTo>
                <a:lnTo>
                  <a:pt x="14959" y="17256"/>
                </a:lnTo>
                <a:lnTo>
                  <a:pt x="14959" y="17305"/>
                </a:lnTo>
                <a:lnTo>
                  <a:pt x="14935" y="17305"/>
                </a:lnTo>
              </a:path>
              <a:path w="21600" h="21600">
                <a:moveTo>
                  <a:pt x="12222" y="17256"/>
                </a:moveTo>
                <a:lnTo>
                  <a:pt x="12246" y="17256"/>
                </a:lnTo>
                <a:lnTo>
                  <a:pt x="12246" y="17305"/>
                </a:lnTo>
                <a:lnTo>
                  <a:pt x="12222" y="17305"/>
                </a:lnTo>
              </a:path>
              <a:path w="21600" h="21600">
                <a:moveTo>
                  <a:pt x="9353" y="17256"/>
                </a:moveTo>
                <a:lnTo>
                  <a:pt x="9377" y="17256"/>
                </a:lnTo>
                <a:lnTo>
                  <a:pt x="9377" y="17305"/>
                </a:lnTo>
                <a:lnTo>
                  <a:pt x="9353" y="17305"/>
                </a:lnTo>
              </a:path>
              <a:path w="21600" h="21600">
                <a:moveTo>
                  <a:pt x="3934" y="17256"/>
                </a:moveTo>
                <a:lnTo>
                  <a:pt x="3958" y="17256"/>
                </a:lnTo>
                <a:lnTo>
                  <a:pt x="3958" y="17305"/>
                </a:lnTo>
                <a:lnTo>
                  <a:pt x="3934" y="17305"/>
                </a:lnTo>
              </a:path>
              <a:path w="21600" h="21600">
                <a:moveTo>
                  <a:pt x="1221" y="17256"/>
                </a:moveTo>
                <a:lnTo>
                  <a:pt x="1245" y="17256"/>
                </a:lnTo>
                <a:lnTo>
                  <a:pt x="1245" y="17305"/>
                </a:lnTo>
                <a:lnTo>
                  <a:pt x="1221" y="17305"/>
                </a:lnTo>
              </a:path>
              <a:path w="21600" h="21600">
                <a:moveTo>
                  <a:pt x="2870" y="17254"/>
                </a:moveTo>
                <a:lnTo>
                  <a:pt x="2908" y="17254"/>
                </a:lnTo>
                <a:lnTo>
                  <a:pt x="2908" y="17331"/>
                </a:lnTo>
                <a:lnTo>
                  <a:pt x="2870" y="17331"/>
                </a:lnTo>
              </a:path>
              <a:path w="21600" h="21600">
                <a:moveTo>
                  <a:pt x="17036" y="17253"/>
                </a:moveTo>
                <a:lnTo>
                  <a:pt x="17062" y="17253"/>
                </a:lnTo>
                <a:lnTo>
                  <a:pt x="17062" y="17306"/>
                </a:lnTo>
                <a:lnTo>
                  <a:pt x="17036" y="17306"/>
                </a:lnTo>
              </a:path>
              <a:path w="21600" h="21600">
                <a:moveTo>
                  <a:pt x="11617" y="17253"/>
                </a:moveTo>
                <a:lnTo>
                  <a:pt x="11643" y="17253"/>
                </a:lnTo>
                <a:lnTo>
                  <a:pt x="11643" y="17306"/>
                </a:lnTo>
                <a:lnTo>
                  <a:pt x="11617" y="17306"/>
                </a:lnTo>
              </a:path>
              <a:path w="21600" h="21600">
                <a:moveTo>
                  <a:pt x="9956" y="17253"/>
                </a:moveTo>
                <a:lnTo>
                  <a:pt x="9981" y="17253"/>
                </a:lnTo>
                <a:lnTo>
                  <a:pt x="9981" y="17306"/>
                </a:lnTo>
                <a:lnTo>
                  <a:pt x="9956" y="17306"/>
                </a:lnTo>
              </a:path>
              <a:path w="21600" h="21600">
                <a:moveTo>
                  <a:pt x="4537" y="17253"/>
                </a:moveTo>
                <a:lnTo>
                  <a:pt x="4563" y="17253"/>
                </a:lnTo>
                <a:lnTo>
                  <a:pt x="4563" y="17306"/>
                </a:lnTo>
                <a:lnTo>
                  <a:pt x="4537" y="17306"/>
                </a:lnTo>
              </a:path>
              <a:path w="21600" h="21600">
                <a:moveTo>
                  <a:pt x="11760" y="17246"/>
                </a:moveTo>
                <a:lnTo>
                  <a:pt x="11802" y="17246"/>
                </a:lnTo>
                <a:lnTo>
                  <a:pt x="11802" y="17330"/>
                </a:lnTo>
                <a:lnTo>
                  <a:pt x="11760" y="17330"/>
                </a:lnTo>
              </a:path>
              <a:path w="21600" h="21600">
                <a:moveTo>
                  <a:pt x="9797" y="17246"/>
                </a:moveTo>
                <a:lnTo>
                  <a:pt x="9838" y="17246"/>
                </a:lnTo>
                <a:lnTo>
                  <a:pt x="9838" y="17330"/>
                </a:lnTo>
                <a:lnTo>
                  <a:pt x="9797" y="17330"/>
                </a:lnTo>
              </a:path>
              <a:path w="21600" h="21600">
                <a:moveTo>
                  <a:pt x="2718" y="17244"/>
                </a:moveTo>
                <a:lnTo>
                  <a:pt x="2767" y="17244"/>
                </a:lnTo>
                <a:lnTo>
                  <a:pt x="2767" y="17344"/>
                </a:lnTo>
                <a:lnTo>
                  <a:pt x="2718" y="17344"/>
                </a:lnTo>
              </a:path>
              <a:path w="21600" h="21600">
                <a:moveTo>
                  <a:pt x="20052" y="17236"/>
                </a:moveTo>
                <a:lnTo>
                  <a:pt x="20076" y="17236"/>
                </a:lnTo>
                <a:lnTo>
                  <a:pt x="20076" y="17285"/>
                </a:lnTo>
                <a:lnTo>
                  <a:pt x="20052" y="17285"/>
                </a:lnTo>
              </a:path>
              <a:path w="21600" h="21600">
                <a:moveTo>
                  <a:pt x="17339" y="17236"/>
                </a:moveTo>
                <a:lnTo>
                  <a:pt x="17363" y="17236"/>
                </a:lnTo>
                <a:lnTo>
                  <a:pt x="17363" y="17285"/>
                </a:lnTo>
                <a:lnTo>
                  <a:pt x="17339" y="17285"/>
                </a:lnTo>
              </a:path>
              <a:path w="21600" h="21600">
                <a:moveTo>
                  <a:pt x="11920" y="17236"/>
                </a:moveTo>
                <a:lnTo>
                  <a:pt x="11944" y="17236"/>
                </a:lnTo>
                <a:lnTo>
                  <a:pt x="11944" y="17285"/>
                </a:lnTo>
                <a:lnTo>
                  <a:pt x="11920" y="17285"/>
                </a:lnTo>
              </a:path>
              <a:path w="21600" h="21600">
                <a:moveTo>
                  <a:pt x="9655" y="17236"/>
                </a:moveTo>
                <a:lnTo>
                  <a:pt x="9679" y="17236"/>
                </a:lnTo>
                <a:lnTo>
                  <a:pt x="9679" y="17285"/>
                </a:lnTo>
                <a:lnTo>
                  <a:pt x="9655" y="17285"/>
                </a:lnTo>
              </a:path>
              <a:path w="21600" h="21600">
                <a:moveTo>
                  <a:pt x="6941" y="17236"/>
                </a:moveTo>
                <a:lnTo>
                  <a:pt x="6965" y="17236"/>
                </a:lnTo>
                <a:lnTo>
                  <a:pt x="6965" y="17285"/>
                </a:lnTo>
                <a:lnTo>
                  <a:pt x="6941" y="17285"/>
                </a:lnTo>
              </a:path>
              <a:path w="21600" h="21600">
                <a:moveTo>
                  <a:pt x="4236" y="17236"/>
                </a:moveTo>
                <a:lnTo>
                  <a:pt x="4260" y="17236"/>
                </a:lnTo>
                <a:lnTo>
                  <a:pt x="4260" y="17285"/>
                </a:lnTo>
                <a:lnTo>
                  <a:pt x="4236" y="17285"/>
                </a:lnTo>
              </a:path>
              <a:path w="21600" h="21600">
                <a:moveTo>
                  <a:pt x="1523" y="17236"/>
                </a:moveTo>
                <a:lnTo>
                  <a:pt x="1547" y="17236"/>
                </a:lnTo>
                <a:lnTo>
                  <a:pt x="1547" y="17285"/>
                </a:lnTo>
                <a:lnTo>
                  <a:pt x="1523" y="17285"/>
                </a:lnTo>
              </a:path>
              <a:path w="21600" h="21600">
                <a:moveTo>
                  <a:pt x="16575" y="17226"/>
                </a:moveTo>
                <a:lnTo>
                  <a:pt x="16618" y="17226"/>
                </a:lnTo>
                <a:lnTo>
                  <a:pt x="16618" y="17314"/>
                </a:lnTo>
                <a:lnTo>
                  <a:pt x="16575" y="17314"/>
                </a:lnTo>
              </a:path>
              <a:path w="21600" h="21600">
                <a:moveTo>
                  <a:pt x="4981" y="17226"/>
                </a:moveTo>
                <a:lnTo>
                  <a:pt x="5024" y="17226"/>
                </a:lnTo>
                <a:lnTo>
                  <a:pt x="5024" y="17314"/>
                </a:lnTo>
                <a:lnTo>
                  <a:pt x="4981" y="17314"/>
                </a:lnTo>
              </a:path>
              <a:path w="21600" h="21600">
                <a:moveTo>
                  <a:pt x="14180" y="17215"/>
                </a:moveTo>
                <a:lnTo>
                  <a:pt x="14204" y="17215"/>
                </a:lnTo>
                <a:lnTo>
                  <a:pt x="14204" y="17263"/>
                </a:lnTo>
                <a:lnTo>
                  <a:pt x="14180" y="17263"/>
                </a:lnTo>
              </a:path>
              <a:path w="21600" h="21600">
                <a:moveTo>
                  <a:pt x="11457" y="17196"/>
                </a:moveTo>
                <a:lnTo>
                  <a:pt x="11501" y="17196"/>
                </a:lnTo>
                <a:lnTo>
                  <a:pt x="11501" y="17288"/>
                </a:lnTo>
                <a:lnTo>
                  <a:pt x="11457" y="17288"/>
                </a:lnTo>
              </a:path>
              <a:path w="21600" h="21600">
                <a:moveTo>
                  <a:pt x="1060" y="17192"/>
                </a:moveTo>
                <a:lnTo>
                  <a:pt x="1103" y="17192"/>
                </a:lnTo>
                <a:lnTo>
                  <a:pt x="1103" y="17280"/>
                </a:lnTo>
                <a:lnTo>
                  <a:pt x="1060" y="17280"/>
                </a:lnTo>
              </a:path>
              <a:path w="21600" h="21600">
                <a:moveTo>
                  <a:pt x="10560" y="17190"/>
                </a:moveTo>
                <a:lnTo>
                  <a:pt x="10584" y="17190"/>
                </a:lnTo>
                <a:lnTo>
                  <a:pt x="10584" y="17239"/>
                </a:lnTo>
                <a:lnTo>
                  <a:pt x="10560" y="17239"/>
                </a:lnTo>
              </a:path>
              <a:path w="21600" h="21600">
                <a:moveTo>
                  <a:pt x="21412" y="17186"/>
                </a:moveTo>
                <a:lnTo>
                  <a:pt x="21434" y="17186"/>
                </a:lnTo>
                <a:lnTo>
                  <a:pt x="21434" y="17232"/>
                </a:lnTo>
                <a:lnTo>
                  <a:pt x="21412" y="17232"/>
                </a:lnTo>
              </a:path>
              <a:path w="21600" h="21600">
                <a:moveTo>
                  <a:pt x="21110" y="17145"/>
                </a:moveTo>
                <a:lnTo>
                  <a:pt x="21132" y="17145"/>
                </a:lnTo>
                <a:lnTo>
                  <a:pt x="21132" y="17190"/>
                </a:lnTo>
                <a:lnTo>
                  <a:pt x="21110" y="17190"/>
                </a:lnTo>
              </a:path>
              <a:path w="21600" h="21600">
                <a:moveTo>
                  <a:pt x="3633" y="17145"/>
                </a:moveTo>
                <a:lnTo>
                  <a:pt x="3655" y="17145"/>
                </a:lnTo>
                <a:lnTo>
                  <a:pt x="3655" y="17190"/>
                </a:lnTo>
                <a:lnTo>
                  <a:pt x="3633" y="17190"/>
                </a:lnTo>
              </a:path>
              <a:path w="21600" h="21600">
                <a:moveTo>
                  <a:pt x="19881" y="17130"/>
                </a:moveTo>
                <a:lnTo>
                  <a:pt x="19945" y="17130"/>
                </a:lnTo>
                <a:lnTo>
                  <a:pt x="19945" y="17261"/>
                </a:lnTo>
                <a:lnTo>
                  <a:pt x="19881" y="17261"/>
                </a:lnTo>
              </a:path>
              <a:path w="21600" h="21600">
                <a:moveTo>
                  <a:pt x="1666" y="17130"/>
                </a:moveTo>
                <a:lnTo>
                  <a:pt x="1705" y="17130"/>
                </a:lnTo>
                <a:lnTo>
                  <a:pt x="1705" y="17211"/>
                </a:lnTo>
                <a:lnTo>
                  <a:pt x="1666" y="17211"/>
                </a:lnTo>
              </a:path>
              <a:path w="21600" h="21600">
                <a:moveTo>
                  <a:pt x="21254" y="17120"/>
                </a:moveTo>
                <a:lnTo>
                  <a:pt x="21290" y="17120"/>
                </a:lnTo>
                <a:lnTo>
                  <a:pt x="21290" y="17194"/>
                </a:lnTo>
                <a:lnTo>
                  <a:pt x="21254" y="17194"/>
                </a:lnTo>
              </a:path>
              <a:path w="21600" h="21600">
                <a:moveTo>
                  <a:pt x="18541" y="17120"/>
                </a:moveTo>
                <a:lnTo>
                  <a:pt x="18577" y="17120"/>
                </a:lnTo>
                <a:lnTo>
                  <a:pt x="18577" y="17194"/>
                </a:lnTo>
                <a:lnTo>
                  <a:pt x="18541" y="17194"/>
                </a:lnTo>
              </a:path>
              <a:path w="21600" h="21600">
                <a:moveTo>
                  <a:pt x="15835" y="17120"/>
                </a:moveTo>
                <a:lnTo>
                  <a:pt x="15871" y="17120"/>
                </a:lnTo>
                <a:lnTo>
                  <a:pt x="15871" y="17194"/>
                </a:lnTo>
                <a:lnTo>
                  <a:pt x="15835" y="17194"/>
                </a:lnTo>
              </a:path>
              <a:path w="21600" h="21600">
                <a:moveTo>
                  <a:pt x="13122" y="17120"/>
                </a:moveTo>
                <a:lnTo>
                  <a:pt x="13158" y="17120"/>
                </a:lnTo>
                <a:lnTo>
                  <a:pt x="13158" y="17194"/>
                </a:lnTo>
                <a:lnTo>
                  <a:pt x="13122" y="17194"/>
                </a:lnTo>
              </a:path>
              <a:path w="21600" h="21600">
                <a:moveTo>
                  <a:pt x="8441" y="17120"/>
                </a:moveTo>
                <a:lnTo>
                  <a:pt x="8477" y="17120"/>
                </a:lnTo>
                <a:lnTo>
                  <a:pt x="8477" y="17194"/>
                </a:lnTo>
                <a:lnTo>
                  <a:pt x="8441" y="17194"/>
                </a:lnTo>
              </a:path>
              <a:path w="21600" h="21600">
                <a:moveTo>
                  <a:pt x="3022" y="17120"/>
                </a:moveTo>
                <a:lnTo>
                  <a:pt x="3058" y="17120"/>
                </a:lnTo>
                <a:lnTo>
                  <a:pt x="3058" y="17194"/>
                </a:lnTo>
                <a:lnTo>
                  <a:pt x="3022" y="17194"/>
                </a:lnTo>
              </a:path>
              <a:path w="21600" h="21600">
                <a:moveTo>
                  <a:pt x="309" y="17120"/>
                </a:moveTo>
                <a:lnTo>
                  <a:pt x="345" y="17120"/>
                </a:lnTo>
                <a:lnTo>
                  <a:pt x="345" y="17194"/>
                </a:lnTo>
                <a:lnTo>
                  <a:pt x="309" y="17194"/>
                </a:lnTo>
              </a:path>
              <a:path w="21600" h="21600">
                <a:moveTo>
                  <a:pt x="10106" y="17111"/>
                </a:moveTo>
                <a:lnTo>
                  <a:pt x="10133" y="17111"/>
                </a:lnTo>
                <a:lnTo>
                  <a:pt x="10133" y="17167"/>
                </a:lnTo>
                <a:lnTo>
                  <a:pt x="10106" y="17167"/>
                </a:lnTo>
              </a:path>
              <a:path w="21600" h="21600">
                <a:moveTo>
                  <a:pt x="16734" y="17105"/>
                </a:moveTo>
                <a:lnTo>
                  <a:pt x="16760" y="17105"/>
                </a:lnTo>
                <a:lnTo>
                  <a:pt x="16760" y="17158"/>
                </a:lnTo>
                <a:lnTo>
                  <a:pt x="16734" y="17158"/>
                </a:lnTo>
              </a:path>
              <a:path w="21600" h="21600">
                <a:moveTo>
                  <a:pt x="14029" y="17105"/>
                </a:moveTo>
                <a:lnTo>
                  <a:pt x="14054" y="17105"/>
                </a:lnTo>
                <a:lnTo>
                  <a:pt x="14054" y="17158"/>
                </a:lnTo>
                <a:lnTo>
                  <a:pt x="14029" y="17158"/>
                </a:lnTo>
              </a:path>
              <a:path w="21600" h="21600">
                <a:moveTo>
                  <a:pt x="11315" y="17105"/>
                </a:moveTo>
                <a:lnTo>
                  <a:pt x="11341" y="17105"/>
                </a:lnTo>
                <a:lnTo>
                  <a:pt x="11341" y="17158"/>
                </a:lnTo>
                <a:lnTo>
                  <a:pt x="11315" y="17158"/>
                </a:lnTo>
              </a:path>
              <a:path w="21600" h="21600">
                <a:moveTo>
                  <a:pt x="10258" y="17105"/>
                </a:moveTo>
                <a:lnTo>
                  <a:pt x="10283" y="17105"/>
                </a:lnTo>
                <a:lnTo>
                  <a:pt x="10283" y="17158"/>
                </a:lnTo>
                <a:lnTo>
                  <a:pt x="10258" y="17158"/>
                </a:lnTo>
              </a:path>
              <a:path w="21600" h="21600">
                <a:moveTo>
                  <a:pt x="7544" y="17105"/>
                </a:moveTo>
                <a:lnTo>
                  <a:pt x="7570" y="17105"/>
                </a:lnTo>
                <a:lnTo>
                  <a:pt x="7570" y="17158"/>
                </a:lnTo>
                <a:lnTo>
                  <a:pt x="7544" y="17158"/>
                </a:lnTo>
              </a:path>
              <a:path w="21600" h="21600">
                <a:moveTo>
                  <a:pt x="4839" y="17105"/>
                </a:moveTo>
                <a:lnTo>
                  <a:pt x="4865" y="17105"/>
                </a:lnTo>
                <a:lnTo>
                  <a:pt x="4865" y="17158"/>
                </a:lnTo>
                <a:lnTo>
                  <a:pt x="4839" y="17158"/>
                </a:lnTo>
              </a:path>
              <a:path w="21600" h="21600">
                <a:moveTo>
                  <a:pt x="2126" y="17105"/>
                </a:moveTo>
                <a:lnTo>
                  <a:pt x="2151" y="17105"/>
                </a:lnTo>
                <a:lnTo>
                  <a:pt x="2151" y="17158"/>
                </a:lnTo>
                <a:lnTo>
                  <a:pt x="2126" y="17158"/>
                </a:lnTo>
              </a:path>
              <a:path w="21600" h="21600">
                <a:moveTo>
                  <a:pt x="17781" y="17091"/>
                </a:moveTo>
                <a:lnTo>
                  <a:pt x="17827" y="17091"/>
                </a:lnTo>
                <a:lnTo>
                  <a:pt x="17827" y="17186"/>
                </a:lnTo>
                <a:lnTo>
                  <a:pt x="17781" y="17186"/>
                </a:lnTo>
              </a:path>
              <a:path w="21600" h="21600">
                <a:moveTo>
                  <a:pt x="3772" y="17091"/>
                </a:moveTo>
                <a:lnTo>
                  <a:pt x="3818" y="17091"/>
                </a:lnTo>
                <a:lnTo>
                  <a:pt x="3818" y="17186"/>
                </a:lnTo>
                <a:lnTo>
                  <a:pt x="3772" y="17186"/>
                </a:lnTo>
              </a:path>
              <a:path w="21600" h="21600">
                <a:moveTo>
                  <a:pt x="1373" y="17068"/>
                </a:moveTo>
                <a:lnTo>
                  <a:pt x="1394" y="17068"/>
                </a:lnTo>
                <a:lnTo>
                  <a:pt x="1394" y="17110"/>
                </a:lnTo>
                <a:lnTo>
                  <a:pt x="1373" y="17110"/>
                </a:lnTo>
              </a:path>
              <a:path w="21600" h="21600">
                <a:moveTo>
                  <a:pt x="12673" y="17062"/>
                </a:moveTo>
                <a:lnTo>
                  <a:pt x="12701" y="17062"/>
                </a:lnTo>
                <a:lnTo>
                  <a:pt x="12701" y="17118"/>
                </a:lnTo>
                <a:lnTo>
                  <a:pt x="12673" y="17118"/>
                </a:lnTo>
              </a:path>
              <a:path w="21600" h="21600">
                <a:moveTo>
                  <a:pt x="8898" y="17062"/>
                </a:moveTo>
                <a:lnTo>
                  <a:pt x="8925" y="17062"/>
                </a:lnTo>
                <a:lnTo>
                  <a:pt x="8925" y="17118"/>
                </a:lnTo>
                <a:lnTo>
                  <a:pt x="8898" y="17118"/>
                </a:lnTo>
              </a:path>
              <a:path w="21600" h="21600">
                <a:moveTo>
                  <a:pt x="3479" y="17062"/>
                </a:moveTo>
                <a:lnTo>
                  <a:pt x="3507" y="17062"/>
                </a:lnTo>
                <a:lnTo>
                  <a:pt x="3507" y="17118"/>
                </a:lnTo>
                <a:lnTo>
                  <a:pt x="3479" y="17118"/>
                </a:lnTo>
              </a:path>
              <a:path w="21600" h="21600">
                <a:moveTo>
                  <a:pt x="16282" y="17057"/>
                </a:moveTo>
                <a:lnTo>
                  <a:pt x="16306" y="17057"/>
                </a:lnTo>
                <a:lnTo>
                  <a:pt x="16306" y="17106"/>
                </a:lnTo>
                <a:lnTo>
                  <a:pt x="16282" y="17106"/>
                </a:lnTo>
              </a:path>
              <a:path w="21600" h="21600">
                <a:moveTo>
                  <a:pt x="5293" y="17057"/>
                </a:moveTo>
                <a:lnTo>
                  <a:pt x="5317" y="17057"/>
                </a:lnTo>
                <a:lnTo>
                  <a:pt x="5317" y="17106"/>
                </a:lnTo>
                <a:lnTo>
                  <a:pt x="5293" y="17106"/>
                </a:lnTo>
              </a:path>
              <a:path w="21600" h="21600">
                <a:moveTo>
                  <a:pt x="19292" y="17056"/>
                </a:moveTo>
                <a:lnTo>
                  <a:pt x="19327" y="17056"/>
                </a:lnTo>
                <a:lnTo>
                  <a:pt x="19327" y="17126"/>
                </a:lnTo>
                <a:lnTo>
                  <a:pt x="19292" y="17126"/>
                </a:lnTo>
              </a:path>
              <a:path w="21600" h="21600">
                <a:moveTo>
                  <a:pt x="13873" y="17056"/>
                </a:moveTo>
                <a:lnTo>
                  <a:pt x="13908" y="17056"/>
                </a:lnTo>
                <a:lnTo>
                  <a:pt x="13908" y="17126"/>
                </a:lnTo>
                <a:lnTo>
                  <a:pt x="13873" y="17126"/>
                </a:lnTo>
              </a:path>
              <a:path w="21600" h="21600">
                <a:moveTo>
                  <a:pt x="7691" y="17056"/>
                </a:moveTo>
                <a:lnTo>
                  <a:pt x="7725" y="17056"/>
                </a:lnTo>
                <a:lnTo>
                  <a:pt x="7725" y="17126"/>
                </a:lnTo>
                <a:lnTo>
                  <a:pt x="7691" y="17126"/>
                </a:lnTo>
              </a:path>
              <a:path w="21600" h="21600">
                <a:moveTo>
                  <a:pt x="2272" y="17056"/>
                </a:moveTo>
                <a:lnTo>
                  <a:pt x="2307" y="17056"/>
                </a:lnTo>
                <a:lnTo>
                  <a:pt x="2307" y="17126"/>
                </a:lnTo>
                <a:lnTo>
                  <a:pt x="2272" y="17126"/>
                </a:lnTo>
              </a:path>
              <a:path w="21600" h="21600">
                <a:moveTo>
                  <a:pt x="17642" y="17048"/>
                </a:moveTo>
                <a:lnTo>
                  <a:pt x="17664" y="17048"/>
                </a:lnTo>
                <a:lnTo>
                  <a:pt x="17664" y="17094"/>
                </a:lnTo>
                <a:lnTo>
                  <a:pt x="17642" y="17094"/>
                </a:lnTo>
              </a:path>
              <a:path w="21600" h="21600">
                <a:moveTo>
                  <a:pt x="14936" y="17048"/>
                </a:moveTo>
                <a:lnTo>
                  <a:pt x="14958" y="17048"/>
                </a:lnTo>
                <a:lnTo>
                  <a:pt x="14958" y="17094"/>
                </a:lnTo>
                <a:lnTo>
                  <a:pt x="14936" y="17094"/>
                </a:lnTo>
              </a:path>
              <a:path w="21600" h="21600">
                <a:moveTo>
                  <a:pt x="12223" y="17048"/>
                </a:moveTo>
                <a:lnTo>
                  <a:pt x="12245" y="17048"/>
                </a:lnTo>
                <a:lnTo>
                  <a:pt x="12245" y="17094"/>
                </a:lnTo>
                <a:lnTo>
                  <a:pt x="12223" y="17094"/>
                </a:lnTo>
              </a:path>
              <a:path w="21600" h="21600">
                <a:moveTo>
                  <a:pt x="9354" y="17048"/>
                </a:moveTo>
                <a:lnTo>
                  <a:pt x="9376" y="17048"/>
                </a:lnTo>
                <a:lnTo>
                  <a:pt x="9376" y="17094"/>
                </a:lnTo>
                <a:lnTo>
                  <a:pt x="9354" y="17094"/>
                </a:lnTo>
              </a:path>
              <a:path w="21600" h="21600">
                <a:moveTo>
                  <a:pt x="3935" y="17048"/>
                </a:moveTo>
                <a:lnTo>
                  <a:pt x="3957" y="17048"/>
                </a:lnTo>
                <a:lnTo>
                  <a:pt x="3957" y="17094"/>
                </a:lnTo>
                <a:lnTo>
                  <a:pt x="3935" y="17094"/>
                </a:lnTo>
              </a:path>
              <a:path w="21600" h="21600">
                <a:moveTo>
                  <a:pt x="1222" y="17048"/>
                </a:moveTo>
                <a:lnTo>
                  <a:pt x="1244" y="17048"/>
                </a:lnTo>
                <a:lnTo>
                  <a:pt x="1244" y="17094"/>
                </a:lnTo>
                <a:lnTo>
                  <a:pt x="1222" y="17094"/>
                </a:lnTo>
              </a:path>
              <a:path w="21600" h="21600">
                <a:moveTo>
                  <a:pt x="19593" y="17044"/>
                </a:moveTo>
                <a:lnTo>
                  <a:pt x="19629" y="17044"/>
                </a:lnTo>
                <a:lnTo>
                  <a:pt x="19629" y="17118"/>
                </a:lnTo>
                <a:lnTo>
                  <a:pt x="19593" y="17118"/>
                </a:lnTo>
              </a:path>
              <a:path w="21600" h="21600">
                <a:moveTo>
                  <a:pt x="16880" y="17044"/>
                </a:moveTo>
                <a:lnTo>
                  <a:pt x="16916" y="17044"/>
                </a:lnTo>
                <a:lnTo>
                  <a:pt x="16916" y="17118"/>
                </a:lnTo>
                <a:lnTo>
                  <a:pt x="16880" y="17118"/>
                </a:lnTo>
              </a:path>
              <a:path w="21600" h="21600">
                <a:moveTo>
                  <a:pt x="7388" y="17044"/>
                </a:moveTo>
                <a:lnTo>
                  <a:pt x="7424" y="17044"/>
                </a:lnTo>
                <a:lnTo>
                  <a:pt x="7424" y="17118"/>
                </a:lnTo>
                <a:lnTo>
                  <a:pt x="7388" y="17118"/>
                </a:lnTo>
              </a:path>
              <a:path w="21600" h="21600">
                <a:moveTo>
                  <a:pt x="4683" y="17044"/>
                </a:moveTo>
                <a:lnTo>
                  <a:pt x="4719" y="17044"/>
                </a:lnTo>
                <a:lnTo>
                  <a:pt x="4719" y="17118"/>
                </a:lnTo>
                <a:lnTo>
                  <a:pt x="4683" y="17118"/>
                </a:lnTo>
              </a:path>
              <a:path w="21600" h="21600">
                <a:moveTo>
                  <a:pt x="1970" y="17044"/>
                </a:moveTo>
                <a:lnTo>
                  <a:pt x="2006" y="17044"/>
                </a:lnTo>
                <a:lnTo>
                  <a:pt x="2006" y="17118"/>
                </a:lnTo>
                <a:lnTo>
                  <a:pt x="1970" y="17118"/>
                </a:lnTo>
              </a:path>
              <a:path w="21600" h="21600">
                <a:moveTo>
                  <a:pt x="17037" y="17037"/>
                </a:moveTo>
                <a:lnTo>
                  <a:pt x="17061" y="17037"/>
                </a:lnTo>
                <a:lnTo>
                  <a:pt x="17061" y="17086"/>
                </a:lnTo>
                <a:lnTo>
                  <a:pt x="17037" y="17086"/>
                </a:lnTo>
              </a:path>
              <a:path w="21600" h="21600">
                <a:moveTo>
                  <a:pt x="11618" y="17037"/>
                </a:moveTo>
                <a:lnTo>
                  <a:pt x="11642" y="17037"/>
                </a:lnTo>
                <a:lnTo>
                  <a:pt x="11642" y="17086"/>
                </a:lnTo>
                <a:lnTo>
                  <a:pt x="11618" y="17086"/>
                </a:lnTo>
              </a:path>
              <a:path w="21600" h="21600">
                <a:moveTo>
                  <a:pt x="9957" y="17037"/>
                </a:moveTo>
                <a:lnTo>
                  <a:pt x="9980" y="17037"/>
                </a:lnTo>
                <a:lnTo>
                  <a:pt x="9980" y="17086"/>
                </a:lnTo>
                <a:lnTo>
                  <a:pt x="9957" y="17086"/>
                </a:lnTo>
              </a:path>
              <a:path w="21600" h="21600">
                <a:moveTo>
                  <a:pt x="4538" y="17037"/>
                </a:moveTo>
                <a:lnTo>
                  <a:pt x="4562" y="17037"/>
                </a:lnTo>
                <a:lnTo>
                  <a:pt x="4562" y="17086"/>
                </a:lnTo>
                <a:lnTo>
                  <a:pt x="4538" y="17086"/>
                </a:lnTo>
              </a:path>
              <a:path w="21600" h="21600">
                <a:moveTo>
                  <a:pt x="4383" y="17034"/>
                </a:moveTo>
                <a:lnTo>
                  <a:pt x="4414" y="17034"/>
                </a:lnTo>
                <a:lnTo>
                  <a:pt x="4414" y="17097"/>
                </a:lnTo>
                <a:lnTo>
                  <a:pt x="4383" y="17097"/>
                </a:lnTo>
              </a:path>
              <a:path w="21600" h="21600">
                <a:moveTo>
                  <a:pt x="20053" y="17028"/>
                </a:moveTo>
                <a:lnTo>
                  <a:pt x="20075" y="17028"/>
                </a:lnTo>
                <a:lnTo>
                  <a:pt x="20075" y="17074"/>
                </a:lnTo>
                <a:lnTo>
                  <a:pt x="20053" y="17074"/>
                </a:lnTo>
              </a:path>
              <a:path w="21600" h="21600">
                <a:moveTo>
                  <a:pt x="17340" y="17028"/>
                </a:moveTo>
                <a:lnTo>
                  <a:pt x="17362" y="17028"/>
                </a:lnTo>
                <a:lnTo>
                  <a:pt x="17362" y="17074"/>
                </a:lnTo>
                <a:lnTo>
                  <a:pt x="17340" y="17074"/>
                </a:lnTo>
              </a:path>
              <a:path w="21600" h="21600">
                <a:moveTo>
                  <a:pt x="11921" y="17028"/>
                </a:moveTo>
                <a:lnTo>
                  <a:pt x="11943" y="17028"/>
                </a:lnTo>
                <a:lnTo>
                  <a:pt x="11943" y="17074"/>
                </a:lnTo>
                <a:lnTo>
                  <a:pt x="11921" y="17074"/>
                </a:lnTo>
              </a:path>
              <a:path w="21600" h="21600">
                <a:moveTo>
                  <a:pt x="9655" y="17028"/>
                </a:moveTo>
                <a:lnTo>
                  <a:pt x="9678" y="17028"/>
                </a:lnTo>
                <a:lnTo>
                  <a:pt x="9678" y="17074"/>
                </a:lnTo>
                <a:lnTo>
                  <a:pt x="9655" y="17074"/>
                </a:lnTo>
              </a:path>
              <a:path w="21600" h="21600">
                <a:moveTo>
                  <a:pt x="6942" y="17028"/>
                </a:moveTo>
                <a:lnTo>
                  <a:pt x="6965" y="17028"/>
                </a:lnTo>
                <a:lnTo>
                  <a:pt x="6965" y="17074"/>
                </a:lnTo>
                <a:lnTo>
                  <a:pt x="6942" y="17074"/>
                </a:lnTo>
              </a:path>
              <a:path w="21600" h="21600">
                <a:moveTo>
                  <a:pt x="4237" y="17028"/>
                </a:moveTo>
                <a:lnTo>
                  <a:pt x="4259" y="17028"/>
                </a:lnTo>
                <a:lnTo>
                  <a:pt x="4259" y="17074"/>
                </a:lnTo>
                <a:lnTo>
                  <a:pt x="4237" y="17074"/>
                </a:lnTo>
              </a:path>
              <a:path w="21600" h="21600">
                <a:moveTo>
                  <a:pt x="1524" y="17028"/>
                </a:moveTo>
                <a:lnTo>
                  <a:pt x="1546" y="17028"/>
                </a:lnTo>
                <a:lnTo>
                  <a:pt x="1546" y="17074"/>
                </a:lnTo>
                <a:lnTo>
                  <a:pt x="1524" y="17074"/>
                </a:lnTo>
              </a:path>
              <a:path w="21600" h="21600">
                <a:moveTo>
                  <a:pt x="5732" y="17025"/>
                </a:moveTo>
                <a:lnTo>
                  <a:pt x="5759" y="17025"/>
                </a:lnTo>
                <a:lnTo>
                  <a:pt x="5759" y="17081"/>
                </a:lnTo>
                <a:lnTo>
                  <a:pt x="5732" y="17081"/>
                </a:lnTo>
              </a:path>
              <a:path w="21600" h="21600">
                <a:moveTo>
                  <a:pt x="20199" y="17018"/>
                </a:moveTo>
                <a:lnTo>
                  <a:pt x="20232" y="17018"/>
                </a:lnTo>
                <a:lnTo>
                  <a:pt x="20232" y="17085"/>
                </a:lnTo>
                <a:lnTo>
                  <a:pt x="20199" y="17085"/>
                </a:lnTo>
              </a:path>
              <a:path w="21600" h="21600">
                <a:moveTo>
                  <a:pt x="14780" y="17018"/>
                </a:moveTo>
                <a:lnTo>
                  <a:pt x="14813" y="17018"/>
                </a:lnTo>
                <a:lnTo>
                  <a:pt x="14813" y="17085"/>
                </a:lnTo>
                <a:lnTo>
                  <a:pt x="14780" y="17085"/>
                </a:lnTo>
              </a:path>
              <a:path w="21600" h="21600">
                <a:moveTo>
                  <a:pt x="9499" y="17018"/>
                </a:moveTo>
                <a:lnTo>
                  <a:pt x="9532" y="17018"/>
                </a:lnTo>
                <a:lnTo>
                  <a:pt x="9532" y="17085"/>
                </a:lnTo>
                <a:lnTo>
                  <a:pt x="9499" y="17085"/>
                </a:lnTo>
              </a:path>
              <a:path w="21600" h="21600">
                <a:moveTo>
                  <a:pt x="6786" y="17018"/>
                </a:moveTo>
                <a:lnTo>
                  <a:pt x="6819" y="17018"/>
                </a:lnTo>
                <a:lnTo>
                  <a:pt x="6819" y="17085"/>
                </a:lnTo>
                <a:lnTo>
                  <a:pt x="6786" y="17085"/>
                </a:lnTo>
              </a:path>
              <a:path w="21600" h="21600">
                <a:moveTo>
                  <a:pt x="4081" y="17018"/>
                </a:moveTo>
                <a:lnTo>
                  <a:pt x="4113" y="17018"/>
                </a:lnTo>
                <a:lnTo>
                  <a:pt x="4113" y="17085"/>
                </a:lnTo>
                <a:lnTo>
                  <a:pt x="4081" y="17085"/>
                </a:lnTo>
              </a:path>
              <a:path w="21600" h="21600">
                <a:moveTo>
                  <a:pt x="20498" y="17006"/>
                </a:moveTo>
                <a:lnTo>
                  <a:pt x="20536" y="17006"/>
                </a:lnTo>
                <a:lnTo>
                  <a:pt x="20536" y="17083"/>
                </a:lnTo>
                <a:lnTo>
                  <a:pt x="20498" y="17083"/>
                </a:lnTo>
              </a:path>
              <a:path w="21600" h="21600">
                <a:moveTo>
                  <a:pt x="15079" y="17006"/>
                </a:moveTo>
                <a:lnTo>
                  <a:pt x="15117" y="17006"/>
                </a:lnTo>
                <a:lnTo>
                  <a:pt x="15117" y="17083"/>
                </a:lnTo>
                <a:lnTo>
                  <a:pt x="15079" y="17083"/>
                </a:lnTo>
              </a:path>
              <a:path w="21600" h="21600">
                <a:moveTo>
                  <a:pt x="6482" y="17006"/>
                </a:moveTo>
                <a:lnTo>
                  <a:pt x="6519" y="17006"/>
                </a:lnTo>
                <a:lnTo>
                  <a:pt x="6519" y="17083"/>
                </a:lnTo>
                <a:lnTo>
                  <a:pt x="6482" y="17083"/>
                </a:lnTo>
              </a:path>
              <a:path w="21600" h="21600">
                <a:moveTo>
                  <a:pt x="20653" y="17002"/>
                </a:moveTo>
                <a:lnTo>
                  <a:pt x="20684" y="17002"/>
                </a:lnTo>
                <a:lnTo>
                  <a:pt x="20684" y="17065"/>
                </a:lnTo>
                <a:lnTo>
                  <a:pt x="20653" y="17065"/>
                </a:lnTo>
              </a:path>
              <a:path w="21600" h="21600">
                <a:moveTo>
                  <a:pt x="19143" y="17002"/>
                </a:moveTo>
                <a:lnTo>
                  <a:pt x="19174" y="17002"/>
                </a:lnTo>
                <a:lnTo>
                  <a:pt x="19174" y="17065"/>
                </a:lnTo>
                <a:lnTo>
                  <a:pt x="19143" y="17065"/>
                </a:lnTo>
              </a:path>
              <a:path w="21600" h="21600">
                <a:moveTo>
                  <a:pt x="18695" y="17002"/>
                </a:moveTo>
                <a:lnTo>
                  <a:pt x="18725" y="17002"/>
                </a:lnTo>
                <a:lnTo>
                  <a:pt x="18725" y="17065"/>
                </a:lnTo>
                <a:lnTo>
                  <a:pt x="18695" y="17065"/>
                </a:lnTo>
              </a:path>
              <a:path w="21600" h="21600">
                <a:moveTo>
                  <a:pt x="18393" y="17002"/>
                </a:moveTo>
                <a:lnTo>
                  <a:pt x="18423" y="17002"/>
                </a:lnTo>
                <a:lnTo>
                  <a:pt x="18423" y="17065"/>
                </a:lnTo>
                <a:lnTo>
                  <a:pt x="18393" y="17065"/>
                </a:lnTo>
              </a:path>
              <a:path w="21600" h="21600">
                <a:moveTo>
                  <a:pt x="17940" y="17002"/>
                </a:moveTo>
                <a:lnTo>
                  <a:pt x="17970" y="17002"/>
                </a:lnTo>
                <a:lnTo>
                  <a:pt x="17970" y="17065"/>
                </a:lnTo>
                <a:lnTo>
                  <a:pt x="17940" y="17065"/>
                </a:lnTo>
              </a:path>
              <a:path w="21600" h="21600">
                <a:moveTo>
                  <a:pt x="16430" y="17002"/>
                </a:moveTo>
                <a:lnTo>
                  <a:pt x="16461" y="17002"/>
                </a:lnTo>
                <a:lnTo>
                  <a:pt x="16461" y="17065"/>
                </a:lnTo>
                <a:lnTo>
                  <a:pt x="16430" y="17065"/>
                </a:lnTo>
              </a:path>
              <a:path w="21600" h="21600">
                <a:moveTo>
                  <a:pt x="15989" y="17002"/>
                </a:moveTo>
                <a:lnTo>
                  <a:pt x="16020" y="17002"/>
                </a:lnTo>
                <a:lnTo>
                  <a:pt x="16020" y="17065"/>
                </a:lnTo>
                <a:lnTo>
                  <a:pt x="15989" y="17065"/>
                </a:lnTo>
              </a:path>
              <a:path w="21600" h="21600">
                <a:moveTo>
                  <a:pt x="15687" y="17002"/>
                </a:moveTo>
                <a:lnTo>
                  <a:pt x="15718" y="17002"/>
                </a:lnTo>
                <a:lnTo>
                  <a:pt x="15718" y="17065"/>
                </a:lnTo>
                <a:lnTo>
                  <a:pt x="15687" y="17065"/>
                </a:lnTo>
              </a:path>
              <a:path w="21600" h="21600">
                <a:moveTo>
                  <a:pt x="15234" y="17002"/>
                </a:moveTo>
                <a:lnTo>
                  <a:pt x="15265" y="17002"/>
                </a:lnTo>
                <a:lnTo>
                  <a:pt x="15265" y="17065"/>
                </a:lnTo>
                <a:lnTo>
                  <a:pt x="15234" y="17065"/>
                </a:lnTo>
              </a:path>
              <a:path w="21600" h="21600">
                <a:moveTo>
                  <a:pt x="13724" y="17002"/>
                </a:moveTo>
                <a:lnTo>
                  <a:pt x="13755" y="17002"/>
                </a:lnTo>
                <a:lnTo>
                  <a:pt x="13755" y="17065"/>
                </a:lnTo>
                <a:lnTo>
                  <a:pt x="13724" y="17065"/>
                </a:lnTo>
              </a:path>
              <a:path w="21600" h="21600">
                <a:moveTo>
                  <a:pt x="13275" y="17002"/>
                </a:moveTo>
                <a:lnTo>
                  <a:pt x="13306" y="17002"/>
                </a:lnTo>
                <a:lnTo>
                  <a:pt x="13306" y="17065"/>
                </a:lnTo>
                <a:lnTo>
                  <a:pt x="13275" y="17065"/>
                </a:lnTo>
              </a:path>
              <a:path w="21600" h="21600">
                <a:moveTo>
                  <a:pt x="12973" y="17002"/>
                </a:moveTo>
                <a:lnTo>
                  <a:pt x="13004" y="17002"/>
                </a:lnTo>
                <a:lnTo>
                  <a:pt x="13004" y="17065"/>
                </a:lnTo>
                <a:lnTo>
                  <a:pt x="12973" y="17065"/>
                </a:lnTo>
              </a:path>
              <a:path w="21600" h="21600">
                <a:moveTo>
                  <a:pt x="12521" y="17002"/>
                </a:moveTo>
                <a:lnTo>
                  <a:pt x="12551" y="17002"/>
                </a:lnTo>
                <a:lnTo>
                  <a:pt x="12551" y="17065"/>
                </a:lnTo>
                <a:lnTo>
                  <a:pt x="12521" y="17065"/>
                </a:lnTo>
              </a:path>
              <a:path w="21600" h="21600">
                <a:moveTo>
                  <a:pt x="11011" y="17002"/>
                </a:moveTo>
                <a:lnTo>
                  <a:pt x="11042" y="17002"/>
                </a:lnTo>
                <a:lnTo>
                  <a:pt x="11042" y="17065"/>
                </a:lnTo>
                <a:lnTo>
                  <a:pt x="11011" y="17065"/>
                </a:lnTo>
              </a:path>
              <a:path w="21600" h="21600">
                <a:moveTo>
                  <a:pt x="9047" y="17002"/>
                </a:moveTo>
                <a:lnTo>
                  <a:pt x="9078" y="17002"/>
                </a:lnTo>
                <a:lnTo>
                  <a:pt x="9078" y="17065"/>
                </a:lnTo>
                <a:lnTo>
                  <a:pt x="9047" y="17065"/>
                </a:lnTo>
              </a:path>
              <a:path w="21600" h="21600">
                <a:moveTo>
                  <a:pt x="8594" y="17002"/>
                </a:moveTo>
                <a:lnTo>
                  <a:pt x="8625" y="17002"/>
                </a:lnTo>
                <a:lnTo>
                  <a:pt x="8625" y="17065"/>
                </a:lnTo>
                <a:lnTo>
                  <a:pt x="8594" y="17065"/>
                </a:lnTo>
              </a:path>
              <a:path w="21600" h="21600">
                <a:moveTo>
                  <a:pt x="8292" y="17002"/>
                </a:moveTo>
                <a:lnTo>
                  <a:pt x="8323" y="17002"/>
                </a:lnTo>
                <a:lnTo>
                  <a:pt x="8323" y="17065"/>
                </a:lnTo>
                <a:lnTo>
                  <a:pt x="8292" y="17065"/>
                </a:lnTo>
              </a:path>
              <a:path w="21600" h="21600">
                <a:moveTo>
                  <a:pt x="7844" y="17002"/>
                </a:moveTo>
                <a:lnTo>
                  <a:pt x="7875" y="17002"/>
                </a:lnTo>
                <a:lnTo>
                  <a:pt x="7875" y="17065"/>
                </a:lnTo>
                <a:lnTo>
                  <a:pt x="7844" y="17065"/>
                </a:lnTo>
              </a:path>
              <a:path w="21600" h="21600">
                <a:moveTo>
                  <a:pt x="6334" y="17002"/>
                </a:moveTo>
                <a:lnTo>
                  <a:pt x="6365" y="17002"/>
                </a:lnTo>
                <a:lnTo>
                  <a:pt x="6365" y="17065"/>
                </a:lnTo>
                <a:lnTo>
                  <a:pt x="6334" y="17065"/>
                </a:lnTo>
              </a:path>
              <a:path w="21600" h="21600">
                <a:moveTo>
                  <a:pt x="5881" y="17002"/>
                </a:moveTo>
                <a:lnTo>
                  <a:pt x="5912" y="17002"/>
                </a:lnTo>
                <a:lnTo>
                  <a:pt x="5912" y="17065"/>
                </a:lnTo>
                <a:lnTo>
                  <a:pt x="5881" y="17065"/>
                </a:lnTo>
              </a:path>
              <a:path w="21600" h="21600">
                <a:moveTo>
                  <a:pt x="5579" y="17002"/>
                </a:moveTo>
                <a:lnTo>
                  <a:pt x="5610" y="17002"/>
                </a:lnTo>
                <a:lnTo>
                  <a:pt x="5610" y="17065"/>
                </a:lnTo>
                <a:lnTo>
                  <a:pt x="5579" y="17065"/>
                </a:lnTo>
              </a:path>
              <a:path w="21600" h="21600">
                <a:moveTo>
                  <a:pt x="5138" y="17002"/>
                </a:moveTo>
                <a:lnTo>
                  <a:pt x="5169" y="17002"/>
                </a:lnTo>
                <a:lnTo>
                  <a:pt x="5169" y="17065"/>
                </a:lnTo>
                <a:lnTo>
                  <a:pt x="5138" y="17065"/>
                </a:lnTo>
              </a:path>
              <a:path w="21600" h="21600">
                <a:moveTo>
                  <a:pt x="2425" y="17002"/>
                </a:moveTo>
                <a:lnTo>
                  <a:pt x="2456" y="17002"/>
                </a:lnTo>
                <a:lnTo>
                  <a:pt x="2456" y="17065"/>
                </a:lnTo>
                <a:lnTo>
                  <a:pt x="2425" y="17065"/>
                </a:lnTo>
              </a:path>
              <a:path w="21600" h="21600">
                <a:moveTo>
                  <a:pt x="915" y="17002"/>
                </a:moveTo>
                <a:lnTo>
                  <a:pt x="946" y="17002"/>
                </a:lnTo>
                <a:lnTo>
                  <a:pt x="946" y="17065"/>
                </a:lnTo>
                <a:lnTo>
                  <a:pt x="915" y="17065"/>
                </a:lnTo>
              </a:path>
              <a:path w="21600" h="21600">
                <a:moveTo>
                  <a:pt x="462" y="17002"/>
                </a:moveTo>
                <a:lnTo>
                  <a:pt x="493" y="17002"/>
                </a:lnTo>
                <a:lnTo>
                  <a:pt x="493" y="17065"/>
                </a:lnTo>
                <a:lnTo>
                  <a:pt x="462" y="17065"/>
                </a:lnTo>
              </a:path>
              <a:path w="21600" h="21600">
                <a:moveTo>
                  <a:pt x="160" y="17002"/>
                </a:moveTo>
                <a:lnTo>
                  <a:pt x="191" y="17002"/>
                </a:lnTo>
                <a:lnTo>
                  <a:pt x="191" y="17065"/>
                </a:lnTo>
                <a:lnTo>
                  <a:pt x="160" y="17065"/>
                </a:lnTo>
              </a:path>
              <a:path w="21600" h="21600">
                <a:moveTo>
                  <a:pt x="14472" y="16997"/>
                </a:moveTo>
                <a:lnTo>
                  <a:pt x="14517" y="16997"/>
                </a:lnTo>
                <a:lnTo>
                  <a:pt x="14517" y="17089"/>
                </a:lnTo>
                <a:lnTo>
                  <a:pt x="14472" y="17089"/>
                </a:lnTo>
              </a:path>
              <a:path w="21600" h="21600">
                <a:moveTo>
                  <a:pt x="7082" y="16997"/>
                </a:moveTo>
                <a:lnTo>
                  <a:pt x="7127" y="16997"/>
                </a:lnTo>
                <a:lnTo>
                  <a:pt x="7127" y="17089"/>
                </a:lnTo>
                <a:lnTo>
                  <a:pt x="7082" y="17089"/>
                </a:lnTo>
              </a:path>
              <a:path w="21600" h="21600">
                <a:moveTo>
                  <a:pt x="10856" y="16993"/>
                </a:moveTo>
                <a:lnTo>
                  <a:pt x="10894" y="16993"/>
                </a:lnTo>
                <a:lnTo>
                  <a:pt x="10894" y="17070"/>
                </a:lnTo>
                <a:lnTo>
                  <a:pt x="10856" y="17070"/>
                </a:lnTo>
              </a:path>
              <a:path w="21600" h="21600">
                <a:moveTo>
                  <a:pt x="2871" y="16993"/>
                </a:moveTo>
                <a:lnTo>
                  <a:pt x="2907" y="16993"/>
                </a:lnTo>
                <a:lnTo>
                  <a:pt x="2907" y="17067"/>
                </a:lnTo>
                <a:lnTo>
                  <a:pt x="2871" y="17067"/>
                </a:lnTo>
              </a:path>
              <a:path w="21600" h="21600">
                <a:moveTo>
                  <a:pt x="9182" y="16975"/>
                </a:moveTo>
                <a:lnTo>
                  <a:pt x="9246" y="16975"/>
                </a:lnTo>
                <a:lnTo>
                  <a:pt x="9246" y="17106"/>
                </a:lnTo>
                <a:lnTo>
                  <a:pt x="9182" y="17106"/>
                </a:lnTo>
              </a:path>
              <a:path w="21600" h="21600">
                <a:moveTo>
                  <a:pt x="10561" y="16929"/>
                </a:moveTo>
                <a:lnTo>
                  <a:pt x="10584" y="16929"/>
                </a:lnTo>
                <a:lnTo>
                  <a:pt x="10584" y="16974"/>
                </a:lnTo>
                <a:lnTo>
                  <a:pt x="10561" y="16974"/>
                </a:lnTo>
              </a:path>
              <a:path w="21600" h="21600">
                <a:moveTo>
                  <a:pt x="21413" y="16925"/>
                </a:moveTo>
                <a:lnTo>
                  <a:pt x="21433" y="16925"/>
                </a:lnTo>
                <a:lnTo>
                  <a:pt x="21433" y="16967"/>
                </a:lnTo>
                <a:lnTo>
                  <a:pt x="21413" y="16967"/>
                </a:lnTo>
              </a:path>
              <a:path w="21600" h="21600">
                <a:moveTo>
                  <a:pt x="14181" y="16910"/>
                </a:moveTo>
                <a:lnTo>
                  <a:pt x="14203" y="16910"/>
                </a:lnTo>
                <a:lnTo>
                  <a:pt x="14203" y="16955"/>
                </a:lnTo>
                <a:lnTo>
                  <a:pt x="14181" y="16955"/>
                </a:lnTo>
              </a:path>
              <a:path w="21600" h="21600">
                <a:moveTo>
                  <a:pt x="764" y="16908"/>
                </a:moveTo>
                <a:lnTo>
                  <a:pt x="795" y="16908"/>
                </a:lnTo>
                <a:lnTo>
                  <a:pt x="795" y="16972"/>
                </a:lnTo>
                <a:lnTo>
                  <a:pt x="764" y="16972"/>
                </a:lnTo>
              </a:path>
              <a:path w="21600" h="21600">
                <a:moveTo>
                  <a:pt x="20800" y="16902"/>
                </a:moveTo>
                <a:lnTo>
                  <a:pt x="20839" y="16902"/>
                </a:lnTo>
                <a:lnTo>
                  <a:pt x="20839" y="16983"/>
                </a:lnTo>
                <a:lnTo>
                  <a:pt x="20800" y="16983"/>
                </a:lnTo>
              </a:path>
              <a:path w="21600" h="21600">
                <a:moveTo>
                  <a:pt x="11761" y="16890"/>
                </a:moveTo>
                <a:lnTo>
                  <a:pt x="11801" y="16890"/>
                </a:lnTo>
                <a:lnTo>
                  <a:pt x="11801" y="16971"/>
                </a:lnTo>
                <a:lnTo>
                  <a:pt x="11761" y="16971"/>
                </a:lnTo>
              </a:path>
              <a:path w="21600" h="21600">
                <a:moveTo>
                  <a:pt x="9798" y="16890"/>
                </a:moveTo>
                <a:lnTo>
                  <a:pt x="9837" y="16890"/>
                </a:lnTo>
                <a:lnTo>
                  <a:pt x="9837" y="16971"/>
                </a:lnTo>
                <a:lnTo>
                  <a:pt x="9798" y="16971"/>
                </a:lnTo>
              </a:path>
              <a:path w="21600" h="21600">
                <a:moveTo>
                  <a:pt x="21111" y="16883"/>
                </a:moveTo>
                <a:lnTo>
                  <a:pt x="21131" y="16883"/>
                </a:lnTo>
                <a:lnTo>
                  <a:pt x="21131" y="16925"/>
                </a:lnTo>
                <a:lnTo>
                  <a:pt x="21111" y="16925"/>
                </a:lnTo>
              </a:path>
              <a:path w="21600" h="21600">
                <a:moveTo>
                  <a:pt x="3634" y="16883"/>
                </a:moveTo>
                <a:lnTo>
                  <a:pt x="3654" y="16883"/>
                </a:lnTo>
                <a:lnTo>
                  <a:pt x="3654" y="16925"/>
                </a:lnTo>
                <a:lnTo>
                  <a:pt x="3634" y="16925"/>
                </a:lnTo>
              </a:path>
              <a:path w="21600" h="21600">
                <a:moveTo>
                  <a:pt x="16735" y="16883"/>
                </a:moveTo>
                <a:lnTo>
                  <a:pt x="16759" y="16883"/>
                </a:lnTo>
                <a:lnTo>
                  <a:pt x="16759" y="16932"/>
                </a:lnTo>
                <a:lnTo>
                  <a:pt x="16735" y="16932"/>
                </a:lnTo>
              </a:path>
              <a:path w="21600" h="21600">
                <a:moveTo>
                  <a:pt x="14029" y="16883"/>
                </a:moveTo>
                <a:lnTo>
                  <a:pt x="14053" y="16883"/>
                </a:lnTo>
                <a:lnTo>
                  <a:pt x="14053" y="16932"/>
                </a:lnTo>
                <a:lnTo>
                  <a:pt x="14029" y="16932"/>
                </a:lnTo>
              </a:path>
              <a:path w="21600" h="21600">
                <a:moveTo>
                  <a:pt x="11316" y="16883"/>
                </a:moveTo>
                <a:lnTo>
                  <a:pt x="11340" y="16883"/>
                </a:lnTo>
                <a:lnTo>
                  <a:pt x="11340" y="16932"/>
                </a:lnTo>
                <a:lnTo>
                  <a:pt x="11316" y="16932"/>
                </a:lnTo>
              </a:path>
              <a:path w="21600" h="21600">
                <a:moveTo>
                  <a:pt x="10259" y="16883"/>
                </a:moveTo>
                <a:lnTo>
                  <a:pt x="10282" y="16883"/>
                </a:lnTo>
                <a:lnTo>
                  <a:pt x="10282" y="16932"/>
                </a:lnTo>
                <a:lnTo>
                  <a:pt x="10259" y="16932"/>
                </a:lnTo>
              </a:path>
              <a:path w="21600" h="21600">
                <a:moveTo>
                  <a:pt x="7545" y="16883"/>
                </a:moveTo>
                <a:lnTo>
                  <a:pt x="7569" y="16883"/>
                </a:lnTo>
                <a:lnTo>
                  <a:pt x="7569" y="16932"/>
                </a:lnTo>
                <a:lnTo>
                  <a:pt x="7545" y="16932"/>
                </a:lnTo>
              </a:path>
              <a:path w="21600" h="21600">
                <a:moveTo>
                  <a:pt x="4840" y="16883"/>
                </a:moveTo>
                <a:lnTo>
                  <a:pt x="4864" y="16883"/>
                </a:lnTo>
                <a:lnTo>
                  <a:pt x="4864" y="16932"/>
                </a:lnTo>
                <a:lnTo>
                  <a:pt x="4840" y="16932"/>
                </a:lnTo>
              </a:path>
              <a:path w="21600" h="21600">
                <a:moveTo>
                  <a:pt x="2127" y="16883"/>
                </a:moveTo>
                <a:lnTo>
                  <a:pt x="2150" y="16883"/>
                </a:lnTo>
                <a:lnTo>
                  <a:pt x="2150" y="16932"/>
                </a:lnTo>
                <a:lnTo>
                  <a:pt x="2127" y="16932"/>
                </a:lnTo>
              </a:path>
              <a:path w="21600" h="21600">
                <a:moveTo>
                  <a:pt x="15384" y="16873"/>
                </a:moveTo>
                <a:lnTo>
                  <a:pt x="15417" y="16873"/>
                </a:lnTo>
                <a:lnTo>
                  <a:pt x="15417" y="16940"/>
                </a:lnTo>
                <a:lnTo>
                  <a:pt x="15384" y="16940"/>
                </a:lnTo>
              </a:path>
              <a:path w="21600" h="21600">
                <a:moveTo>
                  <a:pt x="1061" y="16866"/>
                </a:moveTo>
                <a:lnTo>
                  <a:pt x="1102" y="16866"/>
                </a:lnTo>
                <a:lnTo>
                  <a:pt x="1102" y="16950"/>
                </a:lnTo>
                <a:lnTo>
                  <a:pt x="1061" y="16950"/>
                </a:lnTo>
              </a:path>
              <a:path w="21600" h="21600">
                <a:moveTo>
                  <a:pt x="17643" y="16841"/>
                </a:moveTo>
                <a:lnTo>
                  <a:pt x="17663" y="16841"/>
                </a:lnTo>
                <a:lnTo>
                  <a:pt x="17663" y="16883"/>
                </a:lnTo>
                <a:lnTo>
                  <a:pt x="17643" y="16883"/>
                </a:lnTo>
              </a:path>
              <a:path w="21600" h="21600">
                <a:moveTo>
                  <a:pt x="14937" y="16841"/>
                </a:moveTo>
                <a:lnTo>
                  <a:pt x="14958" y="16841"/>
                </a:lnTo>
                <a:lnTo>
                  <a:pt x="14958" y="16883"/>
                </a:lnTo>
                <a:lnTo>
                  <a:pt x="14937" y="16883"/>
                </a:lnTo>
              </a:path>
              <a:path w="21600" h="21600">
                <a:moveTo>
                  <a:pt x="12224" y="16841"/>
                </a:moveTo>
                <a:lnTo>
                  <a:pt x="12244" y="16841"/>
                </a:lnTo>
                <a:lnTo>
                  <a:pt x="12244" y="16883"/>
                </a:lnTo>
                <a:lnTo>
                  <a:pt x="12224" y="16883"/>
                </a:lnTo>
              </a:path>
              <a:path w="21600" h="21600">
                <a:moveTo>
                  <a:pt x="9354" y="16841"/>
                </a:moveTo>
                <a:lnTo>
                  <a:pt x="9375" y="16841"/>
                </a:lnTo>
                <a:lnTo>
                  <a:pt x="9375" y="16883"/>
                </a:lnTo>
                <a:lnTo>
                  <a:pt x="9354" y="16883"/>
                </a:lnTo>
              </a:path>
              <a:path w="21600" h="21600">
                <a:moveTo>
                  <a:pt x="3936" y="16841"/>
                </a:moveTo>
                <a:lnTo>
                  <a:pt x="3956" y="16841"/>
                </a:lnTo>
                <a:lnTo>
                  <a:pt x="3956" y="16883"/>
                </a:lnTo>
                <a:lnTo>
                  <a:pt x="3936" y="16883"/>
                </a:lnTo>
              </a:path>
              <a:path w="21600" h="21600">
                <a:moveTo>
                  <a:pt x="1222" y="16841"/>
                </a:moveTo>
                <a:lnTo>
                  <a:pt x="1243" y="16841"/>
                </a:lnTo>
                <a:lnTo>
                  <a:pt x="1243" y="16883"/>
                </a:lnTo>
                <a:lnTo>
                  <a:pt x="1222" y="16883"/>
                </a:lnTo>
              </a:path>
              <a:path w="21600" h="21600">
                <a:moveTo>
                  <a:pt x="16283" y="16841"/>
                </a:moveTo>
                <a:lnTo>
                  <a:pt x="16305" y="16841"/>
                </a:lnTo>
                <a:lnTo>
                  <a:pt x="16305" y="16887"/>
                </a:lnTo>
                <a:lnTo>
                  <a:pt x="16283" y="16887"/>
                </a:lnTo>
              </a:path>
              <a:path w="21600" h="21600">
                <a:moveTo>
                  <a:pt x="5294" y="16841"/>
                </a:moveTo>
                <a:lnTo>
                  <a:pt x="5316" y="16841"/>
                </a:lnTo>
                <a:lnTo>
                  <a:pt x="5316" y="16887"/>
                </a:lnTo>
                <a:lnTo>
                  <a:pt x="5294" y="16887"/>
                </a:lnTo>
              </a:path>
              <a:path w="21600" h="21600">
                <a:moveTo>
                  <a:pt x="16576" y="16841"/>
                </a:moveTo>
                <a:lnTo>
                  <a:pt x="16617" y="16841"/>
                </a:lnTo>
                <a:lnTo>
                  <a:pt x="16617" y="16926"/>
                </a:lnTo>
                <a:lnTo>
                  <a:pt x="16576" y="16926"/>
                </a:lnTo>
              </a:path>
              <a:path w="21600" h="21600">
                <a:moveTo>
                  <a:pt x="4982" y="16841"/>
                </a:moveTo>
                <a:lnTo>
                  <a:pt x="5023" y="16841"/>
                </a:lnTo>
                <a:lnTo>
                  <a:pt x="5023" y="16926"/>
                </a:lnTo>
                <a:lnTo>
                  <a:pt x="4982" y="16926"/>
                </a:lnTo>
              </a:path>
              <a:path w="21600" h="21600">
                <a:moveTo>
                  <a:pt x="12674" y="16827"/>
                </a:moveTo>
                <a:lnTo>
                  <a:pt x="12700" y="16827"/>
                </a:lnTo>
                <a:lnTo>
                  <a:pt x="12700" y="16880"/>
                </a:lnTo>
                <a:lnTo>
                  <a:pt x="12674" y="16880"/>
                </a:lnTo>
              </a:path>
              <a:path w="21600" h="21600">
                <a:moveTo>
                  <a:pt x="8899" y="16827"/>
                </a:moveTo>
                <a:lnTo>
                  <a:pt x="8925" y="16827"/>
                </a:lnTo>
                <a:lnTo>
                  <a:pt x="8925" y="16880"/>
                </a:lnTo>
                <a:lnTo>
                  <a:pt x="8899" y="16880"/>
                </a:lnTo>
              </a:path>
              <a:path w="21600" h="21600">
                <a:moveTo>
                  <a:pt x="3480" y="16827"/>
                </a:moveTo>
                <a:lnTo>
                  <a:pt x="3506" y="16827"/>
                </a:lnTo>
                <a:lnTo>
                  <a:pt x="3506" y="16880"/>
                </a:lnTo>
                <a:lnTo>
                  <a:pt x="3480" y="16880"/>
                </a:lnTo>
              </a:path>
              <a:path w="21600" h="21600">
                <a:moveTo>
                  <a:pt x="17038" y="16821"/>
                </a:moveTo>
                <a:lnTo>
                  <a:pt x="17060" y="16821"/>
                </a:lnTo>
                <a:lnTo>
                  <a:pt x="17060" y="16866"/>
                </a:lnTo>
                <a:lnTo>
                  <a:pt x="17038" y="16866"/>
                </a:lnTo>
              </a:path>
              <a:path w="21600" h="21600">
                <a:moveTo>
                  <a:pt x="11619" y="16821"/>
                </a:moveTo>
                <a:lnTo>
                  <a:pt x="11641" y="16821"/>
                </a:lnTo>
                <a:lnTo>
                  <a:pt x="11641" y="16866"/>
                </a:lnTo>
                <a:lnTo>
                  <a:pt x="11619" y="16866"/>
                </a:lnTo>
              </a:path>
              <a:path w="21600" h="21600">
                <a:moveTo>
                  <a:pt x="9957" y="16821"/>
                </a:moveTo>
                <a:lnTo>
                  <a:pt x="9980" y="16821"/>
                </a:lnTo>
                <a:lnTo>
                  <a:pt x="9980" y="16866"/>
                </a:lnTo>
                <a:lnTo>
                  <a:pt x="9957" y="16866"/>
                </a:lnTo>
              </a:path>
              <a:path w="21600" h="21600">
                <a:moveTo>
                  <a:pt x="4539" y="16821"/>
                </a:moveTo>
                <a:lnTo>
                  <a:pt x="4561" y="16821"/>
                </a:lnTo>
                <a:lnTo>
                  <a:pt x="4561" y="16866"/>
                </a:lnTo>
                <a:lnTo>
                  <a:pt x="4539" y="16866"/>
                </a:lnTo>
              </a:path>
              <a:path w="21600" h="21600">
                <a:moveTo>
                  <a:pt x="20054" y="16820"/>
                </a:moveTo>
                <a:lnTo>
                  <a:pt x="20075" y="16820"/>
                </a:lnTo>
                <a:lnTo>
                  <a:pt x="20075" y="16862"/>
                </a:lnTo>
                <a:lnTo>
                  <a:pt x="20054" y="16862"/>
                </a:lnTo>
              </a:path>
              <a:path w="21600" h="21600">
                <a:moveTo>
                  <a:pt x="17341" y="16820"/>
                </a:moveTo>
                <a:lnTo>
                  <a:pt x="17361" y="16820"/>
                </a:lnTo>
                <a:lnTo>
                  <a:pt x="17361" y="16862"/>
                </a:lnTo>
                <a:lnTo>
                  <a:pt x="17341" y="16862"/>
                </a:lnTo>
              </a:path>
              <a:path w="21600" h="21600">
                <a:moveTo>
                  <a:pt x="11922" y="16820"/>
                </a:moveTo>
                <a:lnTo>
                  <a:pt x="11942" y="16820"/>
                </a:lnTo>
                <a:lnTo>
                  <a:pt x="11942" y="16862"/>
                </a:lnTo>
                <a:lnTo>
                  <a:pt x="11922" y="16862"/>
                </a:lnTo>
              </a:path>
              <a:path w="21600" h="21600">
                <a:moveTo>
                  <a:pt x="9656" y="16820"/>
                </a:moveTo>
                <a:lnTo>
                  <a:pt x="9677" y="16820"/>
                </a:lnTo>
                <a:lnTo>
                  <a:pt x="9677" y="16862"/>
                </a:lnTo>
                <a:lnTo>
                  <a:pt x="9656" y="16862"/>
                </a:lnTo>
              </a:path>
              <a:path w="21600" h="21600">
                <a:moveTo>
                  <a:pt x="6943" y="16820"/>
                </a:moveTo>
                <a:lnTo>
                  <a:pt x="6964" y="16820"/>
                </a:lnTo>
                <a:lnTo>
                  <a:pt x="6964" y="16862"/>
                </a:lnTo>
                <a:lnTo>
                  <a:pt x="6943" y="16862"/>
                </a:lnTo>
              </a:path>
              <a:path w="21600" h="21600">
                <a:moveTo>
                  <a:pt x="4238" y="16820"/>
                </a:moveTo>
                <a:lnTo>
                  <a:pt x="4258" y="16820"/>
                </a:lnTo>
                <a:lnTo>
                  <a:pt x="4258" y="16862"/>
                </a:lnTo>
                <a:lnTo>
                  <a:pt x="4238" y="16862"/>
                </a:lnTo>
              </a:path>
              <a:path w="21600" h="21600">
                <a:moveTo>
                  <a:pt x="1524" y="16820"/>
                </a:moveTo>
                <a:lnTo>
                  <a:pt x="1545" y="16820"/>
                </a:lnTo>
                <a:lnTo>
                  <a:pt x="1545" y="16862"/>
                </a:lnTo>
                <a:lnTo>
                  <a:pt x="1524" y="16862"/>
                </a:lnTo>
              </a:path>
              <a:path w="21600" h="21600">
                <a:moveTo>
                  <a:pt x="21255" y="16820"/>
                </a:moveTo>
                <a:lnTo>
                  <a:pt x="21289" y="16820"/>
                </a:lnTo>
                <a:lnTo>
                  <a:pt x="21289" y="16890"/>
                </a:lnTo>
                <a:lnTo>
                  <a:pt x="21255" y="16890"/>
                </a:lnTo>
              </a:path>
              <a:path w="21600" h="21600">
                <a:moveTo>
                  <a:pt x="18542" y="16820"/>
                </a:moveTo>
                <a:lnTo>
                  <a:pt x="18576" y="16820"/>
                </a:lnTo>
                <a:lnTo>
                  <a:pt x="18576" y="16890"/>
                </a:lnTo>
                <a:lnTo>
                  <a:pt x="18542" y="16890"/>
                </a:lnTo>
              </a:path>
              <a:path w="21600" h="21600">
                <a:moveTo>
                  <a:pt x="15836" y="16820"/>
                </a:moveTo>
                <a:lnTo>
                  <a:pt x="15870" y="16820"/>
                </a:lnTo>
                <a:lnTo>
                  <a:pt x="15870" y="16890"/>
                </a:lnTo>
                <a:lnTo>
                  <a:pt x="15836" y="16890"/>
                </a:lnTo>
              </a:path>
              <a:path w="21600" h="21600">
                <a:moveTo>
                  <a:pt x="13123" y="16820"/>
                </a:moveTo>
                <a:lnTo>
                  <a:pt x="13157" y="16820"/>
                </a:lnTo>
                <a:lnTo>
                  <a:pt x="13157" y="16890"/>
                </a:lnTo>
                <a:lnTo>
                  <a:pt x="13123" y="16890"/>
                </a:lnTo>
              </a:path>
              <a:path w="21600" h="21600">
                <a:moveTo>
                  <a:pt x="8441" y="16820"/>
                </a:moveTo>
                <a:lnTo>
                  <a:pt x="8476" y="16820"/>
                </a:lnTo>
                <a:lnTo>
                  <a:pt x="8476" y="16890"/>
                </a:lnTo>
                <a:lnTo>
                  <a:pt x="8441" y="16890"/>
                </a:lnTo>
              </a:path>
              <a:path w="21600" h="21600">
                <a:moveTo>
                  <a:pt x="3023" y="16820"/>
                </a:moveTo>
                <a:lnTo>
                  <a:pt x="3057" y="16820"/>
                </a:lnTo>
                <a:lnTo>
                  <a:pt x="3057" y="16890"/>
                </a:lnTo>
                <a:lnTo>
                  <a:pt x="3023" y="16890"/>
                </a:lnTo>
              </a:path>
              <a:path w="21600" h="21600">
                <a:moveTo>
                  <a:pt x="310" y="16820"/>
                </a:moveTo>
                <a:lnTo>
                  <a:pt x="344" y="16820"/>
                </a:lnTo>
                <a:lnTo>
                  <a:pt x="344" y="16890"/>
                </a:lnTo>
                <a:lnTo>
                  <a:pt x="310" y="16890"/>
                </a:lnTo>
              </a:path>
              <a:path w="21600" h="21600">
                <a:moveTo>
                  <a:pt x="12363" y="16810"/>
                </a:moveTo>
                <a:lnTo>
                  <a:pt x="12407" y="16810"/>
                </a:lnTo>
                <a:lnTo>
                  <a:pt x="12407" y="16902"/>
                </a:lnTo>
                <a:lnTo>
                  <a:pt x="12363" y="16902"/>
                </a:lnTo>
              </a:path>
              <a:path w="21600" h="21600">
                <a:moveTo>
                  <a:pt x="9191" y="16810"/>
                </a:moveTo>
                <a:lnTo>
                  <a:pt x="9236" y="16810"/>
                </a:lnTo>
                <a:lnTo>
                  <a:pt x="9236" y="16902"/>
                </a:lnTo>
                <a:lnTo>
                  <a:pt x="9191" y="16902"/>
                </a:lnTo>
              </a:path>
              <a:path w="21600" h="21600">
                <a:moveTo>
                  <a:pt x="2719" y="16791"/>
                </a:moveTo>
                <a:lnTo>
                  <a:pt x="2766" y="16791"/>
                </a:lnTo>
                <a:lnTo>
                  <a:pt x="2766" y="16888"/>
                </a:lnTo>
                <a:lnTo>
                  <a:pt x="2719" y="16888"/>
                </a:lnTo>
              </a:path>
              <a:path w="21600" h="21600">
                <a:moveTo>
                  <a:pt x="19882" y="16790"/>
                </a:moveTo>
                <a:lnTo>
                  <a:pt x="19944" y="16790"/>
                </a:lnTo>
                <a:lnTo>
                  <a:pt x="19944" y="16918"/>
                </a:lnTo>
                <a:lnTo>
                  <a:pt x="19882" y="16918"/>
                </a:lnTo>
              </a:path>
              <a:path w="21600" h="21600">
                <a:moveTo>
                  <a:pt x="1667" y="16790"/>
                </a:moveTo>
                <a:lnTo>
                  <a:pt x="1705" y="16790"/>
                </a:lnTo>
                <a:lnTo>
                  <a:pt x="1705" y="16868"/>
                </a:lnTo>
                <a:lnTo>
                  <a:pt x="1667" y="16868"/>
                </a:lnTo>
              </a:path>
              <a:path w="21600" h="21600">
                <a:moveTo>
                  <a:pt x="11458" y="16777"/>
                </a:moveTo>
                <a:lnTo>
                  <a:pt x="11501" y="16777"/>
                </a:lnTo>
                <a:lnTo>
                  <a:pt x="11501" y="16865"/>
                </a:lnTo>
                <a:lnTo>
                  <a:pt x="11458" y="16865"/>
                </a:lnTo>
              </a:path>
              <a:path w="21600" h="21600">
                <a:moveTo>
                  <a:pt x="4384" y="16774"/>
                </a:moveTo>
                <a:lnTo>
                  <a:pt x="4413" y="16774"/>
                </a:lnTo>
                <a:lnTo>
                  <a:pt x="4413" y="16834"/>
                </a:lnTo>
                <a:lnTo>
                  <a:pt x="4384" y="16834"/>
                </a:lnTo>
              </a:path>
              <a:path w="21600" h="21600">
                <a:moveTo>
                  <a:pt x="19293" y="16768"/>
                </a:moveTo>
                <a:lnTo>
                  <a:pt x="19326" y="16768"/>
                </a:lnTo>
                <a:lnTo>
                  <a:pt x="19326" y="16835"/>
                </a:lnTo>
                <a:lnTo>
                  <a:pt x="19293" y="16835"/>
                </a:lnTo>
              </a:path>
              <a:path w="21600" h="21600">
                <a:moveTo>
                  <a:pt x="13874" y="16768"/>
                </a:moveTo>
                <a:lnTo>
                  <a:pt x="13907" y="16768"/>
                </a:lnTo>
                <a:lnTo>
                  <a:pt x="13907" y="16835"/>
                </a:lnTo>
                <a:lnTo>
                  <a:pt x="13874" y="16835"/>
                </a:lnTo>
              </a:path>
              <a:path w="21600" h="21600">
                <a:moveTo>
                  <a:pt x="7692" y="16768"/>
                </a:moveTo>
                <a:lnTo>
                  <a:pt x="7725" y="16768"/>
                </a:lnTo>
                <a:lnTo>
                  <a:pt x="7725" y="16835"/>
                </a:lnTo>
                <a:lnTo>
                  <a:pt x="7692" y="16835"/>
                </a:lnTo>
              </a:path>
              <a:path w="21600" h="21600">
                <a:moveTo>
                  <a:pt x="2273" y="16768"/>
                </a:moveTo>
                <a:lnTo>
                  <a:pt x="2306" y="16768"/>
                </a:lnTo>
                <a:lnTo>
                  <a:pt x="2306" y="16835"/>
                </a:lnTo>
                <a:lnTo>
                  <a:pt x="2273" y="16835"/>
                </a:lnTo>
              </a:path>
              <a:path w="21600" h="21600">
                <a:moveTo>
                  <a:pt x="20200" y="16744"/>
                </a:moveTo>
                <a:lnTo>
                  <a:pt x="20231" y="16744"/>
                </a:lnTo>
                <a:lnTo>
                  <a:pt x="20231" y="16807"/>
                </a:lnTo>
                <a:lnTo>
                  <a:pt x="20200" y="16807"/>
                </a:lnTo>
              </a:path>
              <a:path w="21600" h="21600">
                <a:moveTo>
                  <a:pt x="14781" y="16744"/>
                </a:moveTo>
                <a:lnTo>
                  <a:pt x="14812" y="16744"/>
                </a:lnTo>
                <a:lnTo>
                  <a:pt x="14812" y="16807"/>
                </a:lnTo>
                <a:lnTo>
                  <a:pt x="14781" y="16807"/>
                </a:lnTo>
              </a:path>
              <a:path w="21600" h="21600">
                <a:moveTo>
                  <a:pt x="9500" y="16744"/>
                </a:moveTo>
                <a:lnTo>
                  <a:pt x="9531" y="16744"/>
                </a:lnTo>
                <a:lnTo>
                  <a:pt x="9531" y="16807"/>
                </a:lnTo>
                <a:lnTo>
                  <a:pt x="9500" y="16807"/>
                </a:lnTo>
              </a:path>
              <a:path w="21600" h="21600">
                <a:moveTo>
                  <a:pt x="6787" y="16744"/>
                </a:moveTo>
                <a:lnTo>
                  <a:pt x="6818" y="16744"/>
                </a:lnTo>
                <a:lnTo>
                  <a:pt x="6818" y="16807"/>
                </a:lnTo>
                <a:lnTo>
                  <a:pt x="6787" y="16807"/>
                </a:lnTo>
              </a:path>
              <a:path w="21600" h="21600">
                <a:moveTo>
                  <a:pt x="4081" y="16744"/>
                </a:moveTo>
                <a:lnTo>
                  <a:pt x="4112" y="16744"/>
                </a:lnTo>
                <a:lnTo>
                  <a:pt x="4112" y="16807"/>
                </a:lnTo>
                <a:lnTo>
                  <a:pt x="4081" y="16807"/>
                </a:lnTo>
              </a:path>
              <a:path w="21600" h="21600">
                <a:moveTo>
                  <a:pt x="20654" y="16740"/>
                </a:moveTo>
                <a:lnTo>
                  <a:pt x="20683" y="16740"/>
                </a:lnTo>
                <a:lnTo>
                  <a:pt x="20683" y="16800"/>
                </a:lnTo>
                <a:lnTo>
                  <a:pt x="20654" y="16800"/>
                </a:lnTo>
              </a:path>
              <a:path w="21600" h="21600">
                <a:moveTo>
                  <a:pt x="19144" y="16740"/>
                </a:moveTo>
                <a:lnTo>
                  <a:pt x="19173" y="16740"/>
                </a:lnTo>
                <a:lnTo>
                  <a:pt x="19173" y="16800"/>
                </a:lnTo>
                <a:lnTo>
                  <a:pt x="19144" y="16800"/>
                </a:lnTo>
              </a:path>
              <a:path w="21600" h="21600">
                <a:moveTo>
                  <a:pt x="18695" y="16740"/>
                </a:moveTo>
                <a:lnTo>
                  <a:pt x="18725" y="16740"/>
                </a:lnTo>
                <a:lnTo>
                  <a:pt x="18725" y="16800"/>
                </a:lnTo>
                <a:lnTo>
                  <a:pt x="18695" y="16800"/>
                </a:lnTo>
              </a:path>
              <a:path w="21600" h="21600">
                <a:moveTo>
                  <a:pt x="18393" y="16740"/>
                </a:moveTo>
                <a:lnTo>
                  <a:pt x="18423" y="16740"/>
                </a:lnTo>
                <a:lnTo>
                  <a:pt x="18423" y="16800"/>
                </a:lnTo>
                <a:lnTo>
                  <a:pt x="18393" y="16800"/>
                </a:lnTo>
              </a:path>
              <a:path w="21600" h="21600">
                <a:moveTo>
                  <a:pt x="17940" y="16740"/>
                </a:moveTo>
                <a:lnTo>
                  <a:pt x="17970" y="16740"/>
                </a:lnTo>
                <a:lnTo>
                  <a:pt x="17970" y="16800"/>
                </a:lnTo>
                <a:lnTo>
                  <a:pt x="17940" y="16800"/>
                </a:lnTo>
              </a:path>
              <a:path w="21600" h="21600">
                <a:moveTo>
                  <a:pt x="16431" y="16740"/>
                </a:moveTo>
                <a:lnTo>
                  <a:pt x="16460" y="16740"/>
                </a:lnTo>
                <a:lnTo>
                  <a:pt x="16460" y="16800"/>
                </a:lnTo>
                <a:lnTo>
                  <a:pt x="16431" y="16800"/>
                </a:lnTo>
              </a:path>
              <a:path w="21600" h="21600">
                <a:moveTo>
                  <a:pt x="15990" y="16740"/>
                </a:moveTo>
                <a:lnTo>
                  <a:pt x="16019" y="16740"/>
                </a:lnTo>
                <a:lnTo>
                  <a:pt x="16019" y="16800"/>
                </a:lnTo>
                <a:lnTo>
                  <a:pt x="15990" y="16800"/>
                </a:lnTo>
              </a:path>
              <a:path w="21600" h="21600">
                <a:moveTo>
                  <a:pt x="15688" y="16740"/>
                </a:moveTo>
                <a:lnTo>
                  <a:pt x="15717" y="16740"/>
                </a:lnTo>
                <a:lnTo>
                  <a:pt x="15717" y="16800"/>
                </a:lnTo>
                <a:lnTo>
                  <a:pt x="15688" y="16800"/>
                </a:lnTo>
              </a:path>
              <a:path w="21600" h="21600">
                <a:moveTo>
                  <a:pt x="15235" y="16740"/>
                </a:moveTo>
                <a:lnTo>
                  <a:pt x="15264" y="16740"/>
                </a:lnTo>
                <a:lnTo>
                  <a:pt x="15264" y="16800"/>
                </a:lnTo>
                <a:lnTo>
                  <a:pt x="15235" y="16800"/>
                </a:lnTo>
              </a:path>
              <a:path w="21600" h="21600">
                <a:moveTo>
                  <a:pt x="13725" y="16740"/>
                </a:moveTo>
                <a:lnTo>
                  <a:pt x="13754" y="16740"/>
                </a:lnTo>
                <a:lnTo>
                  <a:pt x="13754" y="16800"/>
                </a:lnTo>
                <a:lnTo>
                  <a:pt x="13725" y="16800"/>
                </a:lnTo>
              </a:path>
              <a:path w="21600" h="21600">
                <a:moveTo>
                  <a:pt x="13276" y="16740"/>
                </a:moveTo>
                <a:lnTo>
                  <a:pt x="13306" y="16740"/>
                </a:lnTo>
                <a:lnTo>
                  <a:pt x="13306" y="16800"/>
                </a:lnTo>
                <a:lnTo>
                  <a:pt x="13276" y="16800"/>
                </a:lnTo>
              </a:path>
              <a:path w="21600" h="21600">
                <a:moveTo>
                  <a:pt x="12974" y="16740"/>
                </a:moveTo>
                <a:lnTo>
                  <a:pt x="13004" y="16740"/>
                </a:lnTo>
                <a:lnTo>
                  <a:pt x="13004" y="16800"/>
                </a:lnTo>
                <a:lnTo>
                  <a:pt x="12974" y="16800"/>
                </a:lnTo>
              </a:path>
              <a:path w="21600" h="21600">
                <a:moveTo>
                  <a:pt x="12521" y="16740"/>
                </a:moveTo>
                <a:lnTo>
                  <a:pt x="12551" y="16740"/>
                </a:lnTo>
                <a:lnTo>
                  <a:pt x="12551" y="16800"/>
                </a:lnTo>
                <a:lnTo>
                  <a:pt x="12521" y="16800"/>
                </a:lnTo>
              </a:path>
              <a:path w="21600" h="21600">
                <a:moveTo>
                  <a:pt x="11012" y="16740"/>
                </a:moveTo>
                <a:lnTo>
                  <a:pt x="11041" y="16740"/>
                </a:lnTo>
                <a:lnTo>
                  <a:pt x="11041" y="16800"/>
                </a:lnTo>
                <a:lnTo>
                  <a:pt x="11012" y="16800"/>
                </a:lnTo>
              </a:path>
              <a:path w="21600" h="21600">
                <a:moveTo>
                  <a:pt x="9048" y="16740"/>
                </a:moveTo>
                <a:lnTo>
                  <a:pt x="9077" y="16740"/>
                </a:lnTo>
                <a:lnTo>
                  <a:pt x="9077" y="16800"/>
                </a:lnTo>
                <a:lnTo>
                  <a:pt x="9048" y="16800"/>
                </a:lnTo>
              </a:path>
              <a:path w="21600" h="21600">
                <a:moveTo>
                  <a:pt x="8595" y="16740"/>
                </a:moveTo>
                <a:lnTo>
                  <a:pt x="8624" y="16740"/>
                </a:lnTo>
                <a:lnTo>
                  <a:pt x="8624" y="16800"/>
                </a:lnTo>
                <a:lnTo>
                  <a:pt x="8595" y="16800"/>
                </a:lnTo>
              </a:path>
              <a:path w="21600" h="21600">
                <a:moveTo>
                  <a:pt x="8293" y="16740"/>
                </a:moveTo>
                <a:lnTo>
                  <a:pt x="8322" y="16740"/>
                </a:lnTo>
                <a:lnTo>
                  <a:pt x="8322" y="16800"/>
                </a:lnTo>
                <a:lnTo>
                  <a:pt x="8293" y="16800"/>
                </a:lnTo>
              </a:path>
              <a:path w="21600" h="21600">
                <a:moveTo>
                  <a:pt x="7845" y="16740"/>
                </a:moveTo>
                <a:lnTo>
                  <a:pt x="7874" y="16740"/>
                </a:lnTo>
                <a:lnTo>
                  <a:pt x="7874" y="16800"/>
                </a:lnTo>
                <a:lnTo>
                  <a:pt x="7845" y="16800"/>
                </a:lnTo>
              </a:path>
              <a:path w="21600" h="21600">
                <a:moveTo>
                  <a:pt x="6335" y="16740"/>
                </a:moveTo>
                <a:lnTo>
                  <a:pt x="6364" y="16740"/>
                </a:lnTo>
                <a:lnTo>
                  <a:pt x="6364" y="16800"/>
                </a:lnTo>
                <a:lnTo>
                  <a:pt x="6335" y="16800"/>
                </a:lnTo>
              </a:path>
              <a:path w="21600" h="21600">
                <a:moveTo>
                  <a:pt x="5882" y="16740"/>
                </a:moveTo>
                <a:lnTo>
                  <a:pt x="5911" y="16740"/>
                </a:lnTo>
                <a:lnTo>
                  <a:pt x="5911" y="16800"/>
                </a:lnTo>
                <a:lnTo>
                  <a:pt x="5882" y="16800"/>
                </a:lnTo>
              </a:path>
              <a:path w="21600" h="21600">
                <a:moveTo>
                  <a:pt x="5580" y="16740"/>
                </a:moveTo>
                <a:lnTo>
                  <a:pt x="5609" y="16740"/>
                </a:lnTo>
                <a:lnTo>
                  <a:pt x="5609" y="16800"/>
                </a:lnTo>
                <a:lnTo>
                  <a:pt x="5580" y="16800"/>
                </a:lnTo>
              </a:path>
              <a:path w="21600" h="21600">
                <a:moveTo>
                  <a:pt x="5139" y="16740"/>
                </a:moveTo>
                <a:lnTo>
                  <a:pt x="5168" y="16740"/>
                </a:lnTo>
                <a:lnTo>
                  <a:pt x="5168" y="16800"/>
                </a:lnTo>
                <a:lnTo>
                  <a:pt x="5139" y="16800"/>
                </a:lnTo>
              </a:path>
              <a:path w="21600" h="21600">
                <a:moveTo>
                  <a:pt x="2426" y="16740"/>
                </a:moveTo>
                <a:lnTo>
                  <a:pt x="2455" y="16740"/>
                </a:lnTo>
                <a:lnTo>
                  <a:pt x="2455" y="16800"/>
                </a:lnTo>
                <a:lnTo>
                  <a:pt x="2426" y="16800"/>
                </a:lnTo>
              </a:path>
              <a:path w="21600" h="21600">
                <a:moveTo>
                  <a:pt x="916" y="16740"/>
                </a:moveTo>
                <a:lnTo>
                  <a:pt x="945" y="16740"/>
                </a:lnTo>
                <a:lnTo>
                  <a:pt x="945" y="16800"/>
                </a:lnTo>
                <a:lnTo>
                  <a:pt x="916" y="16800"/>
                </a:lnTo>
              </a:path>
              <a:path w="21600" h="21600">
                <a:moveTo>
                  <a:pt x="463" y="16740"/>
                </a:moveTo>
                <a:lnTo>
                  <a:pt x="492" y="16740"/>
                </a:lnTo>
                <a:lnTo>
                  <a:pt x="492" y="16800"/>
                </a:lnTo>
                <a:lnTo>
                  <a:pt x="463" y="16800"/>
                </a:lnTo>
              </a:path>
              <a:path w="21600" h="21600">
                <a:moveTo>
                  <a:pt x="161" y="16740"/>
                </a:moveTo>
                <a:lnTo>
                  <a:pt x="190" y="16740"/>
                </a:lnTo>
                <a:lnTo>
                  <a:pt x="190" y="16800"/>
                </a:lnTo>
                <a:lnTo>
                  <a:pt x="161" y="16800"/>
                </a:lnTo>
              </a:path>
              <a:path w="21600" h="21600">
                <a:moveTo>
                  <a:pt x="19594" y="16739"/>
                </a:moveTo>
                <a:lnTo>
                  <a:pt x="19629" y="16739"/>
                </a:lnTo>
                <a:lnTo>
                  <a:pt x="19629" y="16809"/>
                </a:lnTo>
                <a:lnTo>
                  <a:pt x="19594" y="16809"/>
                </a:lnTo>
              </a:path>
              <a:path w="21600" h="21600">
                <a:moveTo>
                  <a:pt x="16881" y="16739"/>
                </a:moveTo>
                <a:lnTo>
                  <a:pt x="16915" y="16739"/>
                </a:lnTo>
                <a:lnTo>
                  <a:pt x="16915" y="16809"/>
                </a:lnTo>
                <a:lnTo>
                  <a:pt x="16881" y="16809"/>
                </a:lnTo>
              </a:path>
              <a:path w="21600" h="21600">
                <a:moveTo>
                  <a:pt x="7389" y="16739"/>
                </a:moveTo>
                <a:lnTo>
                  <a:pt x="7423" y="16739"/>
                </a:lnTo>
                <a:lnTo>
                  <a:pt x="7423" y="16809"/>
                </a:lnTo>
                <a:lnTo>
                  <a:pt x="7389" y="16809"/>
                </a:lnTo>
              </a:path>
              <a:path w="21600" h="21600">
                <a:moveTo>
                  <a:pt x="4684" y="16739"/>
                </a:moveTo>
                <a:lnTo>
                  <a:pt x="4718" y="16739"/>
                </a:lnTo>
                <a:lnTo>
                  <a:pt x="4718" y="16809"/>
                </a:lnTo>
                <a:lnTo>
                  <a:pt x="4684" y="16809"/>
                </a:lnTo>
              </a:path>
              <a:path w="21600" h="21600">
                <a:moveTo>
                  <a:pt x="1970" y="16739"/>
                </a:moveTo>
                <a:lnTo>
                  <a:pt x="2005" y="16739"/>
                </a:lnTo>
                <a:lnTo>
                  <a:pt x="2005" y="16809"/>
                </a:lnTo>
                <a:lnTo>
                  <a:pt x="1970" y="16809"/>
                </a:lnTo>
              </a:path>
              <a:path w="21600" h="21600">
                <a:moveTo>
                  <a:pt x="2872" y="16731"/>
                </a:moveTo>
                <a:lnTo>
                  <a:pt x="2906" y="16731"/>
                </a:lnTo>
                <a:lnTo>
                  <a:pt x="2906" y="16802"/>
                </a:lnTo>
                <a:lnTo>
                  <a:pt x="2872" y="16802"/>
                </a:lnTo>
              </a:path>
              <a:path w="21600" h="21600">
                <a:moveTo>
                  <a:pt x="5733" y="16725"/>
                </a:moveTo>
                <a:lnTo>
                  <a:pt x="5758" y="16725"/>
                </a:lnTo>
                <a:lnTo>
                  <a:pt x="5758" y="16778"/>
                </a:lnTo>
                <a:lnTo>
                  <a:pt x="5733" y="16778"/>
                </a:lnTo>
              </a:path>
              <a:path w="21600" h="21600">
                <a:moveTo>
                  <a:pt x="13412" y="16695"/>
                </a:moveTo>
                <a:lnTo>
                  <a:pt x="13463" y="16695"/>
                </a:lnTo>
                <a:lnTo>
                  <a:pt x="13463" y="16801"/>
                </a:lnTo>
                <a:lnTo>
                  <a:pt x="13412" y="16801"/>
                </a:lnTo>
              </a:path>
              <a:path w="21600" h="21600">
                <a:moveTo>
                  <a:pt x="8135" y="16695"/>
                </a:moveTo>
                <a:lnTo>
                  <a:pt x="8187" y="16695"/>
                </a:lnTo>
                <a:lnTo>
                  <a:pt x="8187" y="16801"/>
                </a:lnTo>
                <a:lnTo>
                  <a:pt x="8135" y="16801"/>
                </a:lnTo>
              </a:path>
              <a:path w="21600" h="21600">
                <a:moveTo>
                  <a:pt x="10107" y="16692"/>
                </a:moveTo>
                <a:lnTo>
                  <a:pt x="10132" y="16692"/>
                </a:lnTo>
                <a:lnTo>
                  <a:pt x="10132" y="16745"/>
                </a:lnTo>
                <a:lnTo>
                  <a:pt x="10107" y="16745"/>
                </a:lnTo>
              </a:path>
              <a:path w="21600" h="21600">
                <a:moveTo>
                  <a:pt x="20499" y="16679"/>
                </a:moveTo>
                <a:lnTo>
                  <a:pt x="20535" y="16679"/>
                </a:lnTo>
                <a:lnTo>
                  <a:pt x="20535" y="16753"/>
                </a:lnTo>
                <a:lnTo>
                  <a:pt x="20499" y="16753"/>
                </a:lnTo>
              </a:path>
              <a:path w="21600" h="21600">
                <a:moveTo>
                  <a:pt x="15080" y="16679"/>
                </a:moveTo>
                <a:lnTo>
                  <a:pt x="15116" y="16679"/>
                </a:lnTo>
                <a:lnTo>
                  <a:pt x="15116" y="16753"/>
                </a:lnTo>
                <a:lnTo>
                  <a:pt x="15080" y="16753"/>
                </a:lnTo>
              </a:path>
              <a:path w="21600" h="21600">
                <a:moveTo>
                  <a:pt x="6482" y="16679"/>
                </a:moveTo>
                <a:lnTo>
                  <a:pt x="6519" y="16679"/>
                </a:lnTo>
                <a:lnTo>
                  <a:pt x="6519" y="16753"/>
                </a:lnTo>
                <a:lnTo>
                  <a:pt x="6482" y="16753"/>
                </a:lnTo>
              </a:path>
              <a:path w="21600" h="21600">
                <a:moveTo>
                  <a:pt x="10562" y="16668"/>
                </a:moveTo>
                <a:lnTo>
                  <a:pt x="10583" y="16668"/>
                </a:lnTo>
                <a:lnTo>
                  <a:pt x="10583" y="16710"/>
                </a:lnTo>
                <a:lnTo>
                  <a:pt x="10562" y="16710"/>
                </a:lnTo>
              </a:path>
              <a:path w="21600" h="21600">
                <a:moveTo>
                  <a:pt x="10857" y="16666"/>
                </a:moveTo>
                <a:lnTo>
                  <a:pt x="10893" y="16666"/>
                </a:lnTo>
                <a:lnTo>
                  <a:pt x="10893" y="16740"/>
                </a:lnTo>
                <a:lnTo>
                  <a:pt x="10857" y="16740"/>
                </a:lnTo>
              </a:path>
              <a:path w="21600" h="21600">
                <a:moveTo>
                  <a:pt x="16736" y="16660"/>
                </a:moveTo>
                <a:lnTo>
                  <a:pt x="16758" y="16660"/>
                </a:lnTo>
                <a:lnTo>
                  <a:pt x="16758" y="16705"/>
                </a:lnTo>
                <a:lnTo>
                  <a:pt x="16736" y="16705"/>
                </a:lnTo>
              </a:path>
              <a:path w="21600" h="21600">
                <a:moveTo>
                  <a:pt x="14030" y="16660"/>
                </a:moveTo>
                <a:lnTo>
                  <a:pt x="14052" y="16660"/>
                </a:lnTo>
                <a:lnTo>
                  <a:pt x="14052" y="16705"/>
                </a:lnTo>
                <a:lnTo>
                  <a:pt x="14030" y="16705"/>
                </a:lnTo>
              </a:path>
              <a:path w="21600" h="21600">
                <a:moveTo>
                  <a:pt x="11317" y="16660"/>
                </a:moveTo>
                <a:lnTo>
                  <a:pt x="11339" y="16660"/>
                </a:lnTo>
                <a:lnTo>
                  <a:pt x="11339" y="16705"/>
                </a:lnTo>
                <a:lnTo>
                  <a:pt x="11317" y="16705"/>
                </a:lnTo>
              </a:path>
              <a:path w="21600" h="21600">
                <a:moveTo>
                  <a:pt x="10259" y="16660"/>
                </a:moveTo>
                <a:lnTo>
                  <a:pt x="10282" y="16660"/>
                </a:lnTo>
                <a:lnTo>
                  <a:pt x="10282" y="16705"/>
                </a:lnTo>
                <a:lnTo>
                  <a:pt x="10259" y="16705"/>
                </a:lnTo>
              </a:path>
              <a:path w="21600" h="21600">
                <a:moveTo>
                  <a:pt x="7546" y="16660"/>
                </a:moveTo>
                <a:lnTo>
                  <a:pt x="7568" y="16660"/>
                </a:lnTo>
                <a:lnTo>
                  <a:pt x="7568" y="16705"/>
                </a:lnTo>
                <a:lnTo>
                  <a:pt x="7546" y="16705"/>
                </a:lnTo>
              </a:path>
              <a:path w="21600" h="21600">
                <a:moveTo>
                  <a:pt x="4841" y="16660"/>
                </a:moveTo>
                <a:lnTo>
                  <a:pt x="4863" y="16660"/>
                </a:lnTo>
                <a:lnTo>
                  <a:pt x="4863" y="16705"/>
                </a:lnTo>
                <a:lnTo>
                  <a:pt x="4841" y="16705"/>
                </a:lnTo>
              </a:path>
              <a:path w="21600" h="21600">
                <a:moveTo>
                  <a:pt x="2127" y="16660"/>
                </a:moveTo>
                <a:lnTo>
                  <a:pt x="2150" y="16660"/>
                </a:lnTo>
                <a:lnTo>
                  <a:pt x="2150" y="16705"/>
                </a:lnTo>
                <a:lnTo>
                  <a:pt x="2127" y="16705"/>
                </a:lnTo>
              </a:path>
              <a:path w="21600" h="21600">
                <a:moveTo>
                  <a:pt x="16284" y="16626"/>
                </a:moveTo>
                <a:lnTo>
                  <a:pt x="16304" y="16626"/>
                </a:lnTo>
                <a:lnTo>
                  <a:pt x="16304" y="16668"/>
                </a:lnTo>
                <a:lnTo>
                  <a:pt x="16284" y="16668"/>
                </a:lnTo>
              </a:path>
              <a:path w="21600" h="21600">
                <a:moveTo>
                  <a:pt x="5294" y="16626"/>
                </a:moveTo>
                <a:lnTo>
                  <a:pt x="5315" y="16626"/>
                </a:lnTo>
                <a:lnTo>
                  <a:pt x="5315" y="16668"/>
                </a:lnTo>
                <a:lnTo>
                  <a:pt x="5294" y="16668"/>
                </a:lnTo>
              </a:path>
              <a:path w="21600" h="21600">
                <a:moveTo>
                  <a:pt x="17782" y="16624"/>
                </a:moveTo>
                <a:lnTo>
                  <a:pt x="17826" y="16624"/>
                </a:lnTo>
                <a:lnTo>
                  <a:pt x="17826" y="16716"/>
                </a:lnTo>
                <a:lnTo>
                  <a:pt x="17782" y="16716"/>
                </a:lnTo>
              </a:path>
              <a:path w="21600" h="21600">
                <a:moveTo>
                  <a:pt x="3772" y="16624"/>
                </a:moveTo>
                <a:lnTo>
                  <a:pt x="3817" y="16624"/>
                </a:lnTo>
                <a:lnTo>
                  <a:pt x="3817" y="16716"/>
                </a:lnTo>
                <a:lnTo>
                  <a:pt x="3772" y="16716"/>
                </a:lnTo>
              </a:path>
              <a:path w="21600" h="21600">
                <a:moveTo>
                  <a:pt x="17039" y="16605"/>
                </a:moveTo>
                <a:lnTo>
                  <a:pt x="17059" y="16605"/>
                </a:lnTo>
                <a:lnTo>
                  <a:pt x="17059" y="16647"/>
                </a:lnTo>
                <a:lnTo>
                  <a:pt x="17039" y="16647"/>
                </a:lnTo>
              </a:path>
              <a:path w="21600" h="21600">
                <a:moveTo>
                  <a:pt x="14182" y="16605"/>
                </a:moveTo>
                <a:lnTo>
                  <a:pt x="14203" y="16605"/>
                </a:lnTo>
                <a:lnTo>
                  <a:pt x="14203" y="16647"/>
                </a:lnTo>
                <a:lnTo>
                  <a:pt x="14182" y="16647"/>
                </a:lnTo>
              </a:path>
              <a:path w="21600" h="21600">
                <a:moveTo>
                  <a:pt x="11620" y="16605"/>
                </a:moveTo>
                <a:lnTo>
                  <a:pt x="11640" y="16605"/>
                </a:lnTo>
                <a:lnTo>
                  <a:pt x="11640" y="16647"/>
                </a:lnTo>
                <a:lnTo>
                  <a:pt x="11620" y="16647"/>
                </a:lnTo>
              </a:path>
              <a:path w="21600" h="21600">
                <a:moveTo>
                  <a:pt x="9958" y="16605"/>
                </a:moveTo>
                <a:lnTo>
                  <a:pt x="9979" y="16605"/>
                </a:lnTo>
                <a:lnTo>
                  <a:pt x="9979" y="16647"/>
                </a:lnTo>
                <a:lnTo>
                  <a:pt x="9958" y="16647"/>
                </a:lnTo>
              </a:path>
              <a:path w="21600" h="21600">
                <a:moveTo>
                  <a:pt x="4540" y="16605"/>
                </a:moveTo>
                <a:lnTo>
                  <a:pt x="4560" y="16605"/>
                </a:lnTo>
                <a:lnTo>
                  <a:pt x="4560" y="16647"/>
                </a:lnTo>
                <a:lnTo>
                  <a:pt x="4540" y="16647"/>
                </a:lnTo>
              </a:path>
              <a:path w="21600" h="21600">
                <a:moveTo>
                  <a:pt x="12675" y="16592"/>
                </a:moveTo>
                <a:lnTo>
                  <a:pt x="12699" y="16592"/>
                </a:lnTo>
                <a:lnTo>
                  <a:pt x="12699" y="16641"/>
                </a:lnTo>
                <a:lnTo>
                  <a:pt x="12675" y="16641"/>
                </a:lnTo>
              </a:path>
              <a:path w="21600" h="21600">
                <a:moveTo>
                  <a:pt x="8900" y="16592"/>
                </a:moveTo>
                <a:lnTo>
                  <a:pt x="8924" y="16592"/>
                </a:lnTo>
                <a:lnTo>
                  <a:pt x="8924" y="16641"/>
                </a:lnTo>
                <a:lnTo>
                  <a:pt x="8900" y="16641"/>
                </a:lnTo>
              </a:path>
              <a:path w="21600" h="21600">
                <a:moveTo>
                  <a:pt x="3481" y="16592"/>
                </a:moveTo>
                <a:lnTo>
                  <a:pt x="3505" y="16592"/>
                </a:lnTo>
                <a:lnTo>
                  <a:pt x="3505" y="16641"/>
                </a:lnTo>
                <a:lnTo>
                  <a:pt x="3481" y="16641"/>
                </a:lnTo>
              </a:path>
              <a:path w="21600" h="21600">
                <a:moveTo>
                  <a:pt x="14473" y="16561"/>
                </a:moveTo>
                <a:lnTo>
                  <a:pt x="14516" y="16561"/>
                </a:lnTo>
                <a:lnTo>
                  <a:pt x="14516" y="16649"/>
                </a:lnTo>
                <a:lnTo>
                  <a:pt x="14473" y="16649"/>
                </a:lnTo>
              </a:path>
              <a:path w="21600" h="21600">
                <a:moveTo>
                  <a:pt x="7083" y="16561"/>
                </a:moveTo>
                <a:lnTo>
                  <a:pt x="7126" y="16561"/>
                </a:lnTo>
                <a:lnTo>
                  <a:pt x="7126" y="16649"/>
                </a:lnTo>
                <a:lnTo>
                  <a:pt x="7083" y="16649"/>
                </a:lnTo>
              </a:path>
              <a:path w="21600" h="21600">
                <a:moveTo>
                  <a:pt x="765" y="16554"/>
                </a:moveTo>
                <a:lnTo>
                  <a:pt x="794" y="16554"/>
                </a:lnTo>
                <a:lnTo>
                  <a:pt x="794" y="16613"/>
                </a:lnTo>
                <a:lnTo>
                  <a:pt x="765" y="16613"/>
                </a:lnTo>
              </a:path>
              <a:path w="21600" h="21600">
                <a:moveTo>
                  <a:pt x="10691" y="16549"/>
                </a:moveTo>
                <a:lnTo>
                  <a:pt x="10756" y="16549"/>
                </a:lnTo>
                <a:lnTo>
                  <a:pt x="10756" y="16683"/>
                </a:lnTo>
                <a:lnTo>
                  <a:pt x="10691" y="16683"/>
                </a:lnTo>
              </a:path>
              <a:path w="21600" h="21600">
                <a:moveTo>
                  <a:pt x="20800" y="16547"/>
                </a:moveTo>
                <a:lnTo>
                  <a:pt x="20838" y="16547"/>
                </a:lnTo>
                <a:lnTo>
                  <a:pt x="20838" y="16625"/>
                </a:lnTo>
                <a:lnTo>
                  <a:pt x="20800" y="16625"/>
                </a:lnTo>
              </a:path>
              <a:path w="21600" h="21600">
                <a:moveTo>
                  <a:pt x="1062" y="16539"/>
                </a:moveTo>
                <a:lnTo>
                  <a:pt x="1102" y="16539"/>
                </a:lnTo>
                <a:lnTo>
                  <a:pt x="1102" y="16620"/>
                </a:lnTo>
                <a:lnTo>
                  <a:pt x="1062" y="16620"/>
                </a:lnTo>
              </a:path>
              <a:path w="21600" h="21600">
                <a:moveTo>
                  <a:pt x="11762" y="16534"/>
                </a:moveTo>
                <a:lnTo>
                  <a:pt x="11800" y="16534"/>
                </a:lnTo>
                <a:lnTo>
                  <a:pt x="11800" y="16612"/>
                </a:lnTo>
                <a:lnTo>
                  <a:pt x="11762" y="16612"/>
                </a:lnTo>
              </a:path>
              <a:path w="21600" h="21600">
                <a:moveTo>
                  <a:pt x="9799" y="16534"/>
                </a:moveTo>
                <a:lnTo>
                  <a:pt x="9837" y="16534"/>
                </a:lnTo>
                <a:lnTo>
                  <a:pt x="9837" y="16612"/>
                </a:lnTo>
                <a:lnTo>
                  <a:pt x="9799" y="16612"/>
                </a:lnTo>
              </a:path>
              <a:path w="21600" h="21600">
                <a:moveTo>
                  <a:pt x="9183" y="16523"/>
                </a:moveTo>
                <a:lnTo>
                  <a:pt x="9245" y="16523"/>
                </a:lnTo>
                <a:lnTo>
                  <a:pt x="9245" y="16651"/>
                </a:lnTo>
                <a:lnTo>
                  <a:pt x="9183" y="16651"/>
                </a:lnTo>
              </a:path>
              <a:path w="21600" h="21600">
                <a:moveTo>
                  <a:pt x="21256" y="16519"/>
                </a:moveTo>
                <a:lnTo>
                  <a:pt x="21289" y="16519"/>
                </a:lnTo>
                <a:lnTo>
                  <a:pt x="21289" y="16586"/>
                </a:lnTo>
                <a:lnTo>
                  <a:pt x="21256" y="16586"/>
                </a:lnTo>
              </a:path>
              <a:path w="21600" h="21600">
                <a:moveTo>
                  <a:pt x="18543" y="16519"/>
                </a:moveTo>
                <a:lnTo>
                  <a:pt x="18575" y="16519"/>
                </a:lnTo>
                <a:lnTo>
                  <a:pt x="18575" y="16586"/>
                </a:lnTo>
                <a:lnTo>
                  <a:pt x="18543" y="16586"/>
                </a:lnTo>
              </a:path>
              <a:path w="21600" h="21600">
                <a:moveTo>
                  <a:pt x="15837" y="16519"/>
                </a:moveTo>
                <a:lnTo>
                  <a:pt x="15870" y="16519"/>
                </a:lnTo>
                <a:lnTo>
                  <a:pt x="15870" y="16586"/>
                </a:lnTo>
                <a:lnTo>
                  <a:pt x="15837" y="16586"/>
                </a:lnTo>
              </a:path>
              <a:path w="21600" h="21600">
                <a:moveTo>
                  <a:pt x="13124" y="16519"/>
                </a:moveTo>
                <a:lnTo>
                  <a:pt x="13156" y="16519"/>
                </a:lnTo>
                <a:lnTo>
                  <a:pt x="13156" y="16586"/>
                </a:lnTo>
                <a:lnTo>
                  <a:pt x="13124" y="16586"/>
                </a:lnTo>
              </a:path>
              <a:path w="21600" h="21600">
                <a:moveTo>
                  <a:pt x="8442" y="16519"/>
                </a:moveTo>
                <a:lnTo>
                  <a:pt x="8475" y="16519"/>
                </a:lnTo>
                <a:lnTo>
                  <a:pt x="8475" y="16586"/>
                </a:lnTo>
                <a:lnTo>
                  <a:pt x="8442" y="16586"/>
                </a:lnTo>
              </a:path>
              <a:path w="21600" h="21600">
                <a:moveTo>
                  <a:pt x="3024" y="16519"/>
                </a:moveTo>
                <a:lnTo>
                  <a:pt x="3056" y="16519"/>
                </a:lnTo>
                <a:lnTo>
                  <a:pt x="3056" y="16586"/>
                </a:lnTo>
                <a:lnTo>
                  <a:pt x="3024" y="16586"/>
                </a:lnTo>
              </a:path>
              <a:path w="21600" h="21600">
                <a:moveTo>
                  <a:pt x="311" y="16519"/>
                </a:moveTo>
                <a:lnTo>
                  <a:pt x="343" y="16519"/>
                </a:lnTo>
                <a:lnTo>
                  <a:pt x="343" y="16586"/>
                </a:lnTo>
                <a:lnTo>
                  <a:pt x="311" y="16586"/>
                </a:lnTo>
              </a:path>
              <a:path w="21600" h="21600">
                <a:moveTo>
                  <a:pt x="4385" y="16515"/>
                </a:moveTo>
                <a:lnTo>
                  <a:pt x="4412" y="16515"/>
                </a:lnTo>
                <a:lnTo>
                  <a:pt x="4412" y="16571"/>
                </a:lnTo>
                <a:lnTo>
                  <a:pt x="4385" y="16571"/>
                </a:lnTo>
              </a:path>
              <a:path w="21600" h="21600">
                <a:moveTo>
                  <a:pt x="19294" y="16481"/>
                </a:moveTo>
                <a:lnTo>
                  <a:pt x="19325" y="16481"/>
                </a:lnTo>
                <a:lnTo>
                  <a:pt x="19325" y="16545"/>
                </a:lnTo>
                <a:lnTo>
                  <a:pt x="19294" y="16545"/>
                </a:lnTo>
              </a:path>
              <a:path w="21600" h="21600">
                <a:moveTo>
                  <a:pt x="13875" y="16481"/>
                </a:moveTo>
                <a:lnTo>
                  <a:pt x="13906" y="16481"/>
                </a:lnTo>
                <a:lnTo>
                  <a:pt x="13906" y="16545"/>
                </a:lnTo>
                <a:lnTo>
                  <a:pt x="13875" y="16545"/>
                </a:lnTo>
              </a:path>
              <a:path w="21600" h="21600">
                <a:moveTo>
                  <a:pt x="7693" y="16481"/>
                </a:moveTo>
                <a:lnTo>
                  <a:pt x="7724" y="16481"/>
                </a:lnTo>
                <a:lnTo>
                  <a:pt x="7724" y="16545"/>
                </a:lnTo>
                <a:lnTo>
                  <a:pt x="7693" y="16545"/>
                </a:lnTo>
              </a:path>
              <a:path w="21600" h="21600">
                <a:moveTo>
                  <a:pt x="2274" y="16481"/>
                </a:moveTo>
                <a:lnTo>
                  <a:pt x="2305" y="16481"/>
                </a:lnTo>
                <a:lnTo>
                  <a:pt x="2305" y="16545"/>
                </a:lnTo>
                <a:lnTo>
                  <a:pt x="2274" y="16545"/>
                </a:lnTo>
              </a:path>
              <a:path w="21600" h="21600">
                <a:moveTo>
                  <a:pt x="20655" y="16479"/>
                </a:moveTo>
                <a:lnTo>
                  <a:pt x="20682" y="16479"/>
                </a:lnTo>
                <a:lnTo>
                  <a:pt x="20682" y="16535"/>
                </a:lnTo>
                <a:lnTo>
                  <a:pt x="20655" y="16535"/>
                </a:lnTo>
              </a:path>
              <a:path w="21600" h="21600">
                <a:moveTo>
                  <a:pt x="19145" y="16479"/>
                </a:moveTo>
                <a:lnTo>
                  <a:pt x="19172" y="16479"/>
                </a:lnTo>
                <a:lnTo>
                  <a:pt x="19172" y="16535"/>
                </a:lnTo>
                <a:lnTo>
                  <a:pt x="19145" y="16535"/>
                </a:lnTo>
              </a:path>
              <a:path w="21600" h="21600">
                <a:moveTo>
                  <a:pt x="18696" y="16479"/>
                </a:moveTo>
                <a:lnTo>
                  <a:pt x="18724" y="16479"/>
                </a:lnTo>
                <a:lnTo>
                  <a:pt x="18724" y="16535"/>
                </a:lnTo>
                <a:lnTo>
                  <a:pt x="18696" y="16535"/>
                </a:lnTo>
              </a:path>
              <a:path w="21600" h="21600">
                <a:moveTo>
                  <a:pt x="18394" y="16479"/>
                </a:moveTo>
                <a:lnTo>
                  <a:pt x="18422" y="16479"/>
                </a:lnTo>
                <a:lnTo>
                  <a:pt x="18422" y="16535"/>
                </a:lnTo>
                <a:lnTo>
                  <a:pt x="18394" y="16535"/>
                </a:lnTo>
              </a:path>
              <a:path w="21600" h="21600">
                <a:moveTo>
                  <a:pt x="17941" y="16479"/>
                </a:moveTo>
                <a:lnTo>
                  <a:pt x="17969" y="16479"/>
                </a:lnTo>
                <a:lnTo>
                  <a:pt x="17969" y="16535"/>
                </a:lnTo>
                <a:lnTo>
                  <a:pt x="17941" y="16535"/>
                </a:lnTo>
              </a:path>
              <a:path w="21600" h="21600">
                <a:moveTo>
                  <a:pt x="16431" y="16479"/>
                </a:moveTo>
                <a:lnTo>
                  <a:pt x="16459" y="16479"/>
                </a:lnTo>
                <a:lnTo>
                  <a:pt x="16459" y="16535"/>
                </a:lnTo>
                <a:lnTo>
                  <a:pt x="16431" y="16535"/>
                </a:lnTo>
              </a:path>
              <a:path w="21600" h="21600">
                <a:moveTo>
                  <a:pt x="15990" y="16479"/>
                </a:moveTo>
                <a:lnTo>
                  <a:pt x="16018" y="16479"/>
                </a:lnTo>
                <a:lnTo>
                  <a:pt x="16018" y="16535"/>
                </a:lnTo>
                <a:lnTo>
                  <a:pt x="15990" y="16535"/>
                </a:lnTo>
              </a:path>
              <a:path w="21600" h="21600">
                <a:moveTo>
                  <a:pt x="15688" y="16479"/>
                </a:moveTo>
                <a:lnTo>
                  <a:pt x="15716" y="16479"/>
                </a:lnTo>
                <a:lnTo>
                  <a:pt x="15716" y="16535"/>
                </a:lnTo>
                <a:lnTo>
                  <a:pt x="15688" y="16535"/>
                </a:lnTo>
              </a:path>
              <a:path w="21600" h="21600">
                <a:moveTo>
                  <a:pt x="15236" y="16479"/>
                </a:moveTo>
                <a:lnTo>
                  <a:pt x="15263" y="16479"/>
                </a:lnTo>
                <a:lnTo>
                  <a:pt x="15263" y="16535"/>
                </a:lnTo>
                <a:lnTo>
                  <a:pt x="15236" y="16535"/>
                </a:lnTo>
              </a:path>
              <a:path w="21600" h="21600">
                <a:moveTo>
                  <a:pt x="13726" y="16479"/>
                </a:moveTo>
                <a:lnTo>
                  <a:pt x="13753" y="16479"/>
                </a:lnTo>
                <a:lnTo>
                  <a:pt x="13753" y="16535"/>
                </a:lnTo>
                <a:lnTo>
                  <a:pt x="13726" y="16535"/>
                </a:lnTo>
              </a:path>
              <a:path w="21600" h="21600">
                <a:moveTo>
                  <a:pt x="13277" y="16479"/>
                </a:moveTo>
                <a:lnTo>
                  <a:pt x="13305" y="16479"/>
                </a:lnTo>
                <a:lnTo>
                  <a:pt x="13305" y="16535"/>
                </a:lnTo>
                <a:lnTo>
                  <a:pt x="13277" y="16535"/>
                </a:lnTo>
              </a:path>
              <a:path w="21600" h="21600">
                <a:moveTo>
                  <a:pt x="12975" y="16479"/>
                </a:moveTo>
                <a:lnTo>
                  <a:pt x="13003" y="16479"/>
                </a:lnTo>
                <a:lnTo>
                  <a:pt x="13003" y="16535"/>
                </a:lnTo>
                <a:lnTo>
                  <a:pt x="12975" y="16535"/>
                </a:lnTo>
              </a:path>
              <a:path w="21600" h="21600">
                <a:moveTo>
                  <a:pt x="12522" y="16479"/>
                </a:moveTo>
                <a:lnTo>
                  <a:pt x="12550" y="16479"/>
                </a:lnTo>
                <a:lnTo>
                  <a:pt x="12550" y="16535"/>
                </a:lnTo>
                <a:lnTo>
                  <a:pt x="12522" y="16535"/>
                </a:lnTo>
              </a:path>
              <a:path w="21600" h="21600">
                <a:moveTo>
                  <a:pt x="11012" y="16479"/>
                </a:moveTo>
                <a:lnTo>
                  <a:pt x="11040" y="16479"/>
                </a:lnTo>
                <a:lnTo>
                  <a:pt x="11040" y="16535"/>
                </a:lnTo>
                <a:lnTo>
                  <a:pt x="11012" y="16535"/>
                </a:lnTo>
              </a:path>
              <a:path w="21600" h="21600">
                <a:moveTo>
                  <a:pt x="9049" y="16479"/>
                </a:moveTo>
                <a:lnTo>
                  <a:pt x="9076" y="16479"/>
                </a:lnTo>
                <a:lnTo>
                  <a:pt x="9076" y="16535"/>
                </a:lnTo>
                <a:lnTo>
                  <a:pt x="9049" y="16535"/>
                </a:lnTo>
              </a:path>
              <a:path w="21600" h="21600">
                <a:moveTo>
                  <a:pt x="8596" y="16479"/>
                </a:moveTo>
                <a:lnTo>
                  <a:pt x="8623" y="16479"/>
                </a:lnTo>
                <a:lnTo>
                  <a:pt x="8623" y="16535"/>
                </a:lnTo>
                <a:lnTo>
                  <a:pt x="8596" y="16535"/>
                </a:lnTo>
              </a:path>
              <a:path w="21600" h="21600">
                <a:moveTo>
                  <a:pt x="8294" y="16479"/>
                </a:moveTo>
                <a:lnTo>
                  <a:pt x="8321" y="16479"/>
                </a:lnTo>
                <a:lnTo>
                  <a:pt x="8321" y="16535"/>
                </a:lnTo>
                <a:lnTo>
                  <a:pt x="8294" y="16535"/>
                </a:lnTo>
              </a:path>
              <a:path w="21600" h="21600">
                <a:moveTo>
                  <a:pt x="7846" y="16479"/>
                </a:moveTo>
                <a:lnTo>
                  <a:pt x="7873" y="16479"/>
                </a:lnTo>
                <a:lnTo>
                  <a:pt x="7873" y="16535"/>
                </a:lnTo>
                <a:lnTo>
                  <a:pt x="7846" y="16535"/>
                </a:lnTo>
              </a:path>
              <a:path w="21600" h="21600">
                <a:moveTo>
                  <a:pt x="6336" y="16479"/>
                </a:moveTo>
                <a:lnTo>
                  <a:pt x="6363" y="16479"/>
                </a:lnTo>
                <a:lnTo>
                  <a:pt x="6363" y="16535"/>
                </a:lnTo>
                <a:lnTo>
                  <a:pt x="6336" y="16535"/>
                </a:lnTo>
              </a:path>
              <a:path w="21600" h="21600">
                <a:moveTo>
                  <a:pt x="5883" y="16479"/>
                </a:moveTo>
                <a:lnTo>
                  <a:pt x="5910" y="16479"/>
                </a:lnTo>
                <a:lnTo>
                  <a:pt x="5910" y="16535"/>
                </a:lnTo>
                <a:lnTo>
                  <a:pt x="5883" y="16535"/>
                </a:lnTo>
              </a:path>
              <a:path w="21600" h="21600">
                <a:moveTo>
                  <a:pt x="5581" y="16479"/>
                </a:moveTo>
                <a:lnTo>
                  <a:pt x="5608" y="16479"/>
                </a:lnTo>
                <a:lnTo>
                  <a:pt x="5608" y="16535"/>
                </a:lnTo>
                <a:lnTo>
                  <a:pt x="5581" y="16535"/>
                </a:lnTo>
              </a:path>
              <a:path w="21600" h="21600">
                <a:moveTo>
                  <a:pt x="5140" y="16479"/>
                </a:moveTo>
                <a:lnTo>
                  <a:pt x="5167" y="16479"/>
                </a:lnTo>
                <a:lnTo>
                  <a:pt x="5167" y="16535"/>
                </a:lnTo>
                <a:lnTo>
                  <a:pt x="5140" y="16535"/>
                </a:lnTo>
              </a:path>
              <a:path w="21600" h="21600">
                <a:moveTo>
                  <a:pt x="2427" y="16479"/>
                </a:moveTo>
                <a:lnTo>
                  <a:pt x="2454" y="16479"/>
                </a:lnTo>
                <a:lnTo>
                  <a:pt x="2454" y="16535"/>
                </a:lnTo>
                <a:lnTo>
                  <a:pt x="2427" y="16535"/>
                </a:lnTo>
              </a:path>
              <a:path w="21600" h="21600">
                <a:moveTo>
                  <a:pt x="917" y="16479"/>
                </a:moveTo>
                <a:lnTo>
                  <a:pt x="944" y="16479"/>
                </a:lnTo>
                <a:lnTo>
                  <a:pt x="944" y="16535"/>
                </a:lnTo>
                <a:lnTo>
                  <a:pt x="917" y="16535"/>
                </a:lnTo>
              </a:path>
              <a:path w="21600" h="21600">
                <a:moveTo>
                  <a:pt x="464" y="16479"/>
                </a:moveTo>
                <a:lnTo>
                  <a:pt x="491" y="16479"/>
                </a:lnTo>
                <a:lnTo>
                  <a:pt x="491" y="16535"/>
                </a:lnTo>
                <a:lnTo>
                  <a:pt x="464" y="16535"/>
                </a:lnTo>
              </a:path>
              <a:path w="21600" h="21600">
                <a:moveTo>
                  <a:pt x="162" y="16479"/>
                </a:moveTo>
                <a:lnTo>
                  <a:pt x="190" y="16479"/>
                </a:lnTo>
                <a:lnTo>
                  <a:pt x="190" y="16535"/>
                </a:lnTo>
                <a:lnTo>
                  <a:pt x="162" y="16535"/>
                </a:lnTo>
              </a:path>
              <a:path w="21600" h="21600">
                <a:moveTo>
                  <a:pt x="2873" y="16470"/>
                </a:moveTo>
                <a:lnTo>
                  <a:pt x="2905" y="16470"/>
                </a:lnTo>
                <a:lnTo>
                  <a:pt x="2905" y="16537"/>
                </a:lnTo>
                <a:lnTo>
                  <a:pt x="2873" y="16537"/>
                </a:lnTo>
              </a:path>
              <a:path w="21600" h="21600">
                <a:moveTo>
                  <a:pt x="20201" y="16470"/>
                </a:moveTo>
                <a:lnTo>
                  <a:pt x="20230" y="16470"/>
                </a:lnTo>
                <a:lnTo>
                  <a:pt x="20230" y="16529"/>
                </a:lnTo>
                <a:lnTo>
                  <a:pt x="20201" y="16529"/>
                </a:lnTo>
              </a:path>
              <a:path w="21600" h="21600">
                <a:moveTo>
                  <a:pt x="14782" y="16470"/>
                </a:moveTo>
                <a:lnTo>
                  <a:pt x="14811" y="16470"/>
                </a:lnTo>
                <a:lnTo>
                  <a:pt x="14811" y="16529"/>
                </a:lnTo>
                <a:lnTo>
                  <a:pt x="14782" y="16529"/>
                </a:lnTo>
              </a:path>
              <a:path w="21600" h="21600">
                <a:moveTo>
                  <a:pt x="9501" y="16470"/>
                </a:moveTo>
                <a:lnTo>
                  <a:pt x="9530" y="16470"/>
                </a:lnTo>
                <a:lnTo>
                  <a:pt x="9530" y="16529"/>
                </a:lnTo>
                <a:lnTo>
                  <a:pt x="9501" y="16529"/>
                </a:lnTo>
              </a:path>
              <a:path w="21600" h="21600">
                <a:moveTo>
                  <a:pt x="6788" y="16470"/>
                </a:moveTo>
                <a:lnTo>
                  <a:pt x="6817" y="16470"/>
                </a:lnTo>
                <a:lnTo>
                  <a:pt x="6817" y="16529"/>
                </a:lnTo>
                <a:lnTo>
                  <a:pt x="6788" y="16529"/>
                </a:lnTo>
              </a:path>
              <a:path w="21600" h="21600">
                <a:moveTo>
                  <a:pt x="4082" y="16470"/>
                </a:moveTo>
                <a:lnTo>
                  <a:pt x="4111" y="16470"/>
                </a:lnTo>
                <a:lnTo>
                  <a:pt x="4111" y="16529"/>
                </a:lnTo>
                <a:lnTo>
                  <a:pt x="4082" y="16529"/>
                </a:lnTo>
              </a:path>
              <a:path w="21600" h="21600">
                <a:moveTo>
                  <a:pt x="16576" y="16456"/>
                </a:moveTo>
                <a:lnTo>
                  <a:pt x="16616" y="16456"/>
                </a:lnTo>
                <a:lnTo>
                  <a:pt x="16616" y="16538"/>
                </a:lnTo>
                <a:lnTo>
                  <a:pt x="16576" y="16538"/>
                </a:lnTo>
              </a:path>
              <a:path w="21600" h="21600">
                <a:moveTo>
                  <a:pt x="4983" y="16456"/>
                </a:moveTo>
                <a:lnTo>
                  <a:pt x="5023" y="16456"/>
                </a:lnTo>
                <a:lnTo>
                  <a:pt x="5023" y="16538"/>
                </a:lnTo>
                <a:lnTo>
                  <a:pt x="4983" y="16538"/>
                </a:lnTo>
              </a:path>
              <a:path w="21600" h="21600">
                <a:moveTo>
                  <a:pt x="19883" y="16450"/>
                </a:moveTo>
                <a:lnTo>
                  <a:pt x="19944" y="16450"/>
                </a:lnTo>
                <a:lnTo>
                  <a:pt x="19944" y="16574"/>
                </a:lnTo>
                <a:lnTo>
                  <a:pt x="19883" y="16574"/>
                </a:lnTo>
              </a:path>
              <a:path w="21600" h="21600">
                <a:moveTo>
                  <a:pt x="1668" y="16450"/>
                </a:moveTo>
                <a:lnTo>
                  <a:pt x="1704" y="16450"/>
                </a:lnTo>
                <a:lnTo>
                  <a:pt x="1704" y="16524"/>
                </a:lnTo>
                <a:lnTo>
                  <a:pt x="1668" y="16524"/>
                </a:lnTo>
              </a:path>
              <a:path w="21600" h="21600">
                <a:moveTo>
                  <a:pt x="16737" y="16437"/>
                </a:moveTo>
                <a:lnTo>
                  <a:pt x="16757" y="16437"/>
                </a:lnTo>
                <a:lnTo>
                  <a:pt x="16757" y="16479"/>
                </a:lnTo>
                <a:lnTo>
                  <a:pt x="16737" y="16479"/>
                </a:lnTo>
              </a:path>
              <a:path w="21600" h="21600">
                <a:moveTo>
                  <a:pt x="14031" y="16437"/>
                </a:moveTo>
                <a:lnTo>
                  <a:pt x="14052" y="16437"/>
                </a:lnTo>
                <a:lnTo>
                  <a:pt x="14052" y="16479"/>
                </a:lnTo>
                <a:lnTo>
                  <a:pt x="14031" y="16479"/>
                </a:lnTo>
              </a:path>
              <a:path w="21600" h="21600">
                <a:moveTo>
                  <a:pt x="11318" y="16437"/>
                </a:moveTo>
                <a:lnTo>
                  <a:pt x="11338" y="16437"/>
                </a:lnTo>
                <a:lnTo>
                  <a:pt x="11338" y="16479"/>
                </a:lnTo>
                <a:lnTo>
                  <a:pt x="11318" y="16479"/>
                </a:lnTo>
              </a:path>
              <a:path w="21600" h="21600">
                <a:moveTo>
                  <a:pt x="10260" y="16437"/>
                </a:moveTo>
                <a:lnTo>
                  <a:pt x="10281" y="16437"/>
                </a:lnTo>
                <a:lnTo>
                  <a:pt x="10281" y="16479"/>
                </a:lnTo>
                <a:lnTo>
                  <a:pt x="10260" y="16479"/>
                </a:lnTo>
              </a:path>
              <a:path w="21600" h="21600">
                <a:moveTo>
                  <a:pt x="7547" y="16437"/>
                </a:moveTo>
                <a:lnTo>
                  <a:pt x="7567" y="16437"/>
                </a:lnTo>
                <a:lnTo>
                  <a:pt x="7567" y="16479"/>
                </a:lnTo>
                <a:lnTo>
                  <a:pt x="7547" y="16479"/>
                </a:lnTo>
              </a:path>
              <a:path w="21600" h="21600">
                <a:moveTo>
                  <a:pt x="4842" y="16437"/>
                </a:moveTo>
                <a:lnTo>
                  <a:pt x="4862" y="16437"/>
                </a:lnTo>
                <a:lnTo>
                  <a:pt x="4862" y="16479"/>
                </a:lnTo>
                <a:lnTo>
                  <a:pt x="4842" y="16479"/>
                </a:lnTo>
              </a:path>
              <a:path w="21600" h="21600">
                <a:moveTo>
                  <a:pt x="2128" y="16437"/>
                </a:moveTo>
                <a:lnTo>
                  <a:pt x="2149" y="16437"/>
                </a:lnTo>
                <a:lnTo>
                  <a:pt x="2149" y="16479"/>
                </a:lnTo>
                <a:lnTo>
                  <a:pt x="2128" y="16479"/>
                </a:lnTo>
              </a:path>
              <a:path w="21600" h="21600">
                <a:moveTo>
                  <a:pt x="19595" y="16434"/>
                </a:moveTo>
                <a:lnTo>
                  <a:pt x="19628" y="16434"/>
                </a:lnTo>
                <a:lnTo>
                  <a:pt x="19628" y="16501"/>
                </a:lnTo>
                <a:lnTo>
                  <a:pt x="19595" y="16501"/>
                </a:lnTo>
              </a:path>
              <a:path w="21600" h="21600">
                <a:moveTo>
                  <a:pt x="16882" y="16434"/>
                </a:moveTo>
                <a:lnTo>
                  <a:pt x="16915" y="16434"/>
                </a:lnTo>
                <a:lnTo>
                  <a:pt x="16915" y="16501"/>
                </a:lnTo>
                <a:lnTo>
                  <a:pt x="16882" y="16501"/>
                </a:lnTo>
              </a:path>
              <a:path w="21600" h="21600">
                <a:moveTo>
                  <a:pt x="7390" y="16434"/>
                </a:moveTo>
                <a:lnTo>
                  <a:pt x="7423" y="16434"/>
                </a:lnTo>
                <a:lnTo>
                  <a:pt x="7423" y="16501"/>
                </a:lnTo>
                <a:lnTo>
                  <a:pt x="7390" y="16501"/>
                </a:lnTo>
              </a:path>
              <a:path w="21600" h="21600">
                <a:moveTo>
                  <a:pt x="4684" y="16434"/>
                </a:moveTo>
                <a:lnTo>
                  <a:pt x="4717" y="16434"/>
                </a:lnTo>
                <a:lnTo>
                  <a:pt x="4717" y="16501"/>
                </a:lnTo>
                <a:lnTo>
                  <a:pt x="4684" y="16501"/>
                </a:lnTo>
              </a:path>
              <a:path w="21600" h="21600">
                <a:moveTo>
                  <a:pt x="1971" y="16434"/>
                </a:moveTo>
                <a:lnTo>
                  <a:pt x="2004" y="16434"/>
                </a:lnTo>
                <a:lnTo>
                  <a:pt x="2004" y="16501"/>
                </a:lnTo>
                <a:lnTo>
                  <a:pt x="1971" y="16501"/>
                </a:lnTo>
              </a:path>
              <a:path w="21600" h="21600">
                <a:moveTo>
                  <a:pt x="5734" y="16425"/>
                </a:moveTo>
                <a:lnTo>
                  <a:pt x="5758" y="16425"/>
                </a:lnTo>
                <a:lnTo>
                  <a:pt x="5758" y="16474"/>
                </a:lnTo>
                <a:lnTo>
                  <a:pt x="5734" y="16474"/>
                </a:lnTo>
              </a:path>
              <a:path w="21600" h="21600">
                <a:moveTo>
                  <a:pt x="15385" y="16376"/>
                </a:moveTo>
                <a:lnTo>
                  <a:pt x="15416" y="16376"/>
                </a:lnTo>
                <a:lnTo>
                  <a:pt x="15416" y="16439"/>
                </a:lnTo>
                <a:lnTo>
                  <a:pt x="15385" y="16439"/>
                </a:lnTo>
              </a:path>
              <a:path w="21600" h="21600">
                <a:moveTo>
                  <a:pt x="12363" y="16359"/>
                </a:moveTo>
                <a:lnTo>
                  <a:pt x="12407" y="16359"/>
                </a:lnTo>
                <a:lnTo>
                  <a:pt x="12407" y="16447"/>
                </a:lnTo>
                <a:lnTo>
                  <a:pt x="12363" y="16447"/>
                </a:lnTo>
              </a:path>
              <a:path w="21600" h="21600">
                <a:moveTo>
                  <a:pt x="9192" y="16359"/>
                </a:moveTo>
                <a:lnTo>
                  <a:pt x="9235" y="16359"/>
                </a:lnTo>
                <a:lnTo>
                  <a:pt x="9235" y="16447"/>
                </a:lnTo>
                <a:lnTo>
                  <a:pt x="9192" y="16447"/>
                </a:lnTo>
              </a:path>
              <a:path w="21600" h="21600">
                <a:moveTo>
                  <a:pt x="12676" y="16358"/>
                </a:moveTo>
                <a:lnTo>
                  <a:pt x="12698" y="16358"/>
                </a:lnTo>
                <a:lnTo>
                  <a:pt x="12698" y="16403"/>
                </a:lnTo>
                <a:lnTo>
                  <a:pt x="12676" y="16403"/>
                </a:lnTo>
              </a:path>
              <a:path w="21600" h="21600">
                <a:moveTo>
                  <a:pt x="8901" y="16358"/>
                </a:moveTo>
                <a:lnTo>
                  <a:pt x="8923" y="16358"/>
                </a:lnTo>
                <a:lnTo>
                  <a:pt x="8923" y="16403"/>
                </a:lnTo>
                <a:lnTo>
                  <a:pt x="8901" y="16403"/>
                </a:lnTo>
              </a:path>
              <a:path w="21600" h="21600">
                <a:moveTo>
                  <a:pt x="3482" y="16358"/>
                </a:moveTo>
                <a:lnTo>
                  <a:pt x="3504" y="16358"/>
                </a:lnTo>
                <a:lnTo>
                  <a:pt x="3504" y="16403"/>
                </a:lnTo>
                <a:lnTo>
                  <a:pt x="3482" y="16403"/>
                </a:lnTo>
              </a:path>
              <a:path w="21600" h="21600">
                <a:moveTo>
                  <a:pt x="11458" y="16357"/>
                </a:moveTo>
                <a:lnTo>
                  <a:pt x="11500" y="16357"/>
                </a:lnTo>
                <a:lnTo>
                  <a:pt x="11500" y="16442"/>
                </a:lnTo>
                <a:lnTo>
                  <a:pt x="11458" y="16442"/>
                </a:lnTo>
              </a:path>
              <a:path w="21600" h="21600">
                <a:moveTo>
                  <a:pt x="20500" y="16353"/>
                </a:moveTo>
                <a:lnTo>
                  <a:pt x="20535" y="16353"/>
                </a:lnTo>
                <a:lnTo>
                  <a:pt x="20535" y="16424"/>
                </a:lnTo>
                <a:lnTo>
                  <a:pt x="20500" y="16424"/>
                </a:lnTo>
              </a:path>
              <a:path w="21600" h="21600">
                <a:moveTo>
                  <a:pt x="15081" y="16353"/>
                </a:moveTo>
                <a:lnTo>
                  <a:pt x="15115" y="16353"/>
                </a:lnTo>
                <a:lnTo>
                  <a:pt x="15115" y="16424"/>
                </a:lnTo>
                <a:lnTo>
                  <a:pt x="15081" y="16424"/>
                </a:lnTo>
              </a:path>
              <a:path w="21600" h="21600">
                <a:moveTo>
                  <a:pt x="6483" y="16353"/>
                </a:moveTo>
                <a:lnTo>
                  <a:pt x="6518" y="16353"/>
                </a:lnTo>
                <a:lnTo>
                  <a:pt x="6518" y="16424"/>
                </a:lnTo>
                <a:lnTo>
                  <a:pt x="6483" y="16424"/>
                </a:lnTo>
              </a:path>
              <a:path w="21600" h="21600">
                <a:moveTo>
                  <a:pt x="10858" y="16339"/>
                </a:moveTo>
                <a:lnTo>
                  <a:pt x="10892" y="16339"/>
                </a:lnTo>
                <a:lnTo>
                  <a:pt x="10892" y="16409"/>
                </a:lnTo>
                <a:lnTo>
                  <a:pt x="10858" y="16409"/>
                </a:lnTo>
              </a:path>
              <a:path w="21600" h="21600">
                <a:moveTo>
                  <a:pt x="2720" y="16339"/>
                </a:moveTo>
                <a:lnTo>
                  <a:pt x="2765" y="16339"/>
                </a:lnTo>
                <a:lnTo>
                  <a:pt x="2765" y="16431"/>
                </a:lnTo>
                <a:lnTo>
                  <a:pt x="2720" y="16431"/>
                </a:lnTo>
              </a:path>
              <a:path w="21600" h="21600">
                <a:moveTo>
                  <a:pt x="10108" y="16273"/>
                </a:moveTo>
                <a:lnTo>
                  <a:pt x="10131" y="16273"/>
                </a:lnTo>
                <a:lnTo>
                  <a:pt x="10131" y="16322"/>
                </a:lnTo>
                <a:lnTo>
                  <a:pt x="10108" y="16322"/>
                </a:lnTo>
              </a:path>
              <a:path w="21600" h="21600">
                <a:moveTo>
                  <a:pt x="4386" y="16255"/>
                </a:moveTo>
                <a:lnTo>
                  <a:pt x="4412" y="16255"/>
                </a:lnTo>
                <a:lnTo>
                  <a:pt x="4412" y="16308"/>
                </a:lnTo>
                <a:lnTo>
                  <a:pt x="4386" y="16308"/>
                </a:lnTo>
              </a:path>
              <a:path w="21600" h="21600">
                <a:moveTo>
                  <a:pt x="21257" y="16219"/>
                </a:moveTo>
                <a:lnTo>
                  <a:pt x="21288" y="16219"/>
                </a:lnTo>
                <a:lnTo>
                  <a:pt x="21288" y="16282"/>
                </a:lnTo>
                <a:lnTo>
                  <a:pt x="21257" y="16282"/>
                </a:lnTo>
              </a:path>
              <a:path w="21600" h="21600">
                <a:moveTo>
                  <a:pt x="18544" y="16219"/>
                </a:moveTo>
                <a:lnTo>
                  <a:pt x="18574" y="16219"/>
                </a:lnTo>
                <a:lnTo>
                  <a:pt x="18574" y="16282"/>
                </a:lnTo>
                <a:lnTo>
                  <a:pt x="18544" y="16282"/>
                </a:lnTo>
              </a:path>
              <a:path w="21600" h="21600">
                <a:moveTo>
                  <a:pt x="15838" y="16219"/>
                </a:moveTo>
                <a:lnTo>
                  <a:pt x="15869" y="16219"/>
                </a:lnTo>
                <a:lnTo>
                  <a:pt x="15869" y="16282"/>
                </a:lnTo>
                <a:lnTo>
                  <a:pt x="15838" y="16282"/>
                </a:lnTo>
              </a:path>
              <a:path w="21600" h="21600">
                <a:moveTo>
                  <a:pt x="13124" y="16219"/>
                </a:moveTo>
                <a:lnTo>
                  <a:pt x="13155" y="16219"/>
                </a:lnTo>
                <a:lnTo>
                  <a:pt x="13155" y="16282"/>
                </a:lnTo>
                <a:lnTo>
                  <a:pt x="13124" y="16282"/>
                </a:lnTo>
              </a:path>
              <a:path w="21600" h="21600">
                <a:moveTo>
                  <a:pt x="8443" y="16219"/>
                </a:moveTo>
                <a:lnTo>
                  <a:pt x="8474" y="16219"/>
                </a:lnTo>
                <a:lnTo>
                  <a:pt x="8474" y="16282"/>
                </a:lnTo>
                <a:lnTo>
                  <a:pt x="8443" y="16282"/>
                </a:lnTo>
              </a:path>
              <a:path w="21600" h="21600">
                <a:moveTo>
                  <a:pt x="3024" y="16219"/>
                </a:moveTo>
                <a:lnTo>
                  <a:pt x="3055" y="16219"/>
                </a:lnTo>
                <a:lnTo>
                  <a:pt x="3055" y="16282"/>
                </a:lnTo>
                <a:lnTo>
                  <a:pt x="3024" y="16282"/>
                </a:lnTo>
              </a:path>
              <a:path w="21600" h="21600">
                <a:moveTo>
                  <a:pt x="311" y="16219"/>
                </a:moveTo>
                <a:lnTo>
                  <a:pt x="342" y="16219"/>
                </a:lnTo>
                <a:lnTo>
                  <a:pt x="342" y="16282"/>
                </a:lnTo>
                <a:lnTo>
                  <a:pt x="311" y="16282"/>
                </a:lnTo>
              </a:path>
              <a:path w="21600" h="21600">
                <a:moveTo>
                  <a:pt x="20655" y="16218"/>
                </a:moveTo>
                <a:lnTo>
                  <a:pt x="20681" y="16218"/>
                </a:lnTo>
                <a:lnTo>
                  <a:pt x="20681" y="16271"/>
                </a:lnTo>
                <a:lnTo>
                  <a:pt x="20655" y="16271"/>
                </a:lnTo>
              </a:path>
              <a:path w="21600" h="21600">
                <a:moveTo>
                  <a:pt x="19146" y="16218"/>
                </a:moveTo>
                <a:lnTo>
                  <a:pt x="19171" y="16218"/>
                </a:lnTo>
                <a:lnTo>
                  <a:pt x="19171" y="16271"/>
                </a:lnTo>
                <a:lnTo>
                  <a:pt x="19146" y="16271"/>
                </a:lnTo>
              </a:path>
              <a:path w="21600" h="21600">
                <a:moveTo>
                  <a:pt x="18697" y="16218"/>
                </a:moveTo>
                <a:lnTo>
                  <a:pt x="18723" y="16218"/>
                </a:lnTo>
                <a:lnTo>
                  <a:pt x="18723" y="16271"/>
                </a:lnTo>
                <a:lnTo>
                  <a:pt x="18697" y="16271"/>
                </a:lnTo>
              </a:path>
              <a:path w="21600" h="21600">
                <a:moveTo>
                  <a:pt x="18395" y="16218"/>
                </a:moveTo>
                <a:lnTo>
                  <a:pt x="18421" y="16218"/>
                </a:lnTo>
                <a:lnTo>
                  <a:pt x="18421" y="16271"/>
                </a:lnTo>
                <a:lnTo>
                  <a:pt x="18395" y="16271"/>
                </a:lnTo>
              </a:path>
              <a:path w="21600" h="21600">
                <a:moveTo>
                  <a:pt x="17942" y="16218"/>
                </a:moveTo>
                <a:lnTo>
                  <a:pt x="17968" y="16218"/>
                </a:lnTo>
                <a:lnTo>
                  <a:pt x="17968" y="16271"/>
                </a:lnTo>
                <a:lnTo>
                  <a:pt x="17942" y="16271"/>
                </a:lnTo>
              </a:path>
              <a:path w="21600" h="21600">
                <a:moveTo>
                  <a:pt x="16432" y="16218"/>
                </a:moveTo>
                <a:lnTo>
                  <a:pt x="16458" y="16218"/>
                </a:lnTo>
                <a:lnTo>
                  <a:pt x="16458" y="16271"/>
                </a:lnTo>
                <a:lnTo>
                  <a:pt x="16432" y="16271"/>
                </a:lnTo>
              </a:path>
              <a:path w="21600" h="21600">
                <a:moveTo>
                  <a:pt x="15991" y="16218"/>
                </a:moveTo>
                <a:lnTo>
                  <a:pt x="16017" y="16218"/>
                </a:lnTo>
                <a:lnTo>
                  <a:pt x="16017" y="16271"/>
                </a:lnTo>
                <a:lnTo>
                  <a:pt x="15991" y="16271"/>
                </a:lnTo>
              </a:path>
              <a:path w="21600" h="21600">
                <a:moveTo>
                  <a:pt x="15689" y="16218"/>
                </a:moveTo>
                <a:lnTo>
                  <a:pt x="15715" y="16218"/>
                </a:lnTo>
                <a:lnTo>
                  <a:pt x="15715" y="16271"/>
                </a:lnTo>
                <a:lnTo>
                  <a:pt x="15689" y="16271"/>
                </a:lnTo>
              </a:path>
              <a:path w="21600" h="21600">
                <a:moveTo>
                  <a:pt x="15236" y="16218"/>
                </a:moveTo>
                <a:lnTo>
                  <a:pt x="15262" y="16218"/>
                </a:lnTo>
                <a:lnTo>
                  <a:pt x="15262" y="16271"/>
                </a:lnTo>
                <a:lnTo>
                  <a:pt x="15236" y="16271"/>
                </a:lnTo>
              </a:path>
              <a:path w="21600" h="21600">
                <a:moveTo>
                  <a:pt x="13727" y="16218"/>
                </a:moveTo>
                <a:lnTo>
                  <a:pt x="13752" y="16218"/>
                </a:lnTo>
                <a:lnTo>
                  <a:pt x="13752" y="16271"/>
                </a:lnTo>
                <a:lnTo>
                  <a:pt x="13727" y="16271"/>
                </a:lnTo>
              </a:path>
              <a:path w="21600" h="21600">
                <a:moveTo>
                  <a:pt x="13278" y="16218"/>
                </a:moveTo>
                <a:lnTo>
                  <a:pt x="13304" y="16218"/>
                </a:lnTo>
                <a:lnTo>
                  <a:pt x="13304" y="16271"/>
                </a:lnTo>
                <a:lnTo>
                  <a:pt x="13278" y="16271"/>
                </a:lnTo>
              </a:path>
              <a:path w="21600" h="21600">
                <a:moveTo>
                  <a:pt x="12976" y="16218"/>
                </a:moveTo>
                <a:lnTo>
                  <a:pt x="13002" y="16218"/>
                </a:lnTo>
                <a:lnTo>
                  <a:pt x="13002" y="16271"/>
                </a:lnTo>
                <a:lnTo>
                  <a:pt x="12976" y="16271"/>
                </a:lnTo>
              </a:path>
              <a:path w="21600" h="21600">
                <a:moveTo>
                  <a:pt x="12523" y="16218"/>
                </a:moveTo>
                <a:lnTo>
                  <a:pt x="12549" y="16218"/>
                </a:lnTo>
                <a:lnTo>
                  <a:pt x="12549" y="16271"/>
                </a:lnTo>
                <a:lnTo>
                  <a:pt x="12523" y="16271"/>
                </a:lnTo>
              </a:path>
              <a:path w="21600" h="21600">
                <a:moveTo>
                  <a:pt x="11013" y="16218"/>
                </a:moveTo>
                <a:lnTo>
                  <a:pt x="11039" y="16218"/>
                </a:lnTo>
                <a:lnTo>
                  <a:pt x="11039" y="16271"/>
                </a:lnTo>
                <a:lnTo>
                  <a:pt x="11013" y="16271"/>
                </a:lnTo>
              </a:path>
              <a:path w="21600" h="21600">
                <a:moveTo>
                  <a:pt x="9050" y="16218"/>
                </a:moveTo>
                <a:lnTo>
                  <a:pt x="9076" y="16218"/>
                </a:lnTo>
                <a:lnTo>
                  <a:pt x="9076" y="16271"/>
                </a:lnTo>
                <a:lnTo>
                  <a:pt x="9050" y="16271"/>
                </a:lnTo>
              </a:path>
              <a:path w="21600" h="21600">
                <a:moveTo>
                  <a:pt x="8597" y="16218"/>
                </a:moveTo>
                <a:lnTo>
                  <a:pt x="8622" y="16218"/>
                </a:lnTo>
                <a:lnTo>
                  <a:pt x="8622" y="16271"/>
                </a:lnTo>
                <a:lnTo>
                  <a:pt x="8597" y="16271"/>
                </a:lnTo>
              </a:path>
              <a:path w="21600" h="21600">
                <a:moveTo>
                  <a:pt x="8295" y="16218"/>
                </a:moveTo>
                <a:lnTo>
                  <a:pt x="8321" y="16218"/>
                </a:lnTo>
                <a:lnTo>
                  <a:pt x="8321" y="16271"/>
                </a:lnTo>
                <a:lnTo>
                  <a:pt x="8295" y="16271"/>
                </a:lnTo>
              </a:path>
              <a:path w="21600" h="21600">
                <a:moveTo>
                  <a:pt x="7846" y="16218"/>
                </a:moveTo>
                <a:lnTo>
                  <a:pt x="7872" y="16218"/>
                </a:lnTo>
                <a:lnTo>
                  <a:pt x="7872" y="16271"/>
                </a:lnTo>
                <a:lnTo>
                  <a:pt x="7846" y="16271"/>
                </a:lnTo>
              </a:path>
              <a:path w="21600" h="21600">
                <a:moveTo>
                  <a:pt x="6337" y="16218"/>
                </a:moveTo>
                <a:lnTo>
                  <a:pt x="6362" y="16218"/>
                </a:lnTo>
                <a:lnTo>
                  <a:pt x="6362" y="16271"/>
                </a:lnTo>
                <a:lnTo>
                  <a:pt x="6337" y="16271"/>
                </a:lnTo>
              </a:path>
              <a:path w="21600" h="21600">
                <a:moveTo>
                  <a:pt x="5884" y="16218"/>
                </a:moveTo>
                <a:lnTo>
                  <a:pt x="5909" y="16218"/>
                </a:lnTo>
                <a:lnTo>
                  <a:pt x="5909" y="16271"/>
                </a:lnTo>
                <a:lnTo>
                  <a:pt x="5884" y="16271"/>
                </a:lnTo>
              </a:path>
              <a:path w="21600" h="21600">
                <a:moveTo>
                  <a:pt x="5582" y="16218"/>
                </a:moveTo>
                <a:lnTo>
                  <a:pt x="5607" y="16218"/>
                </a:lnTo>
                <a:lnTo>
                  <a:pt x="5607" y="16271"/>
                </a:lnTo>
                <a:lnTo>
                  <a:pt x="5582" y="16271"/>
                </a:lnTo>
              </a:path>
              <a:path w="21600" h="21600">
                <a:moveTo>
                  <a:pt x="5141" y="16218"/>
                </a:moveTo>
                <a:lnTo>
                  <a:pt x="5167" y="16218"/>
                </a:lnTo>
                <a:lnTo>
                  <a:pt x="5167" y="16271"/>
                </a:lnTo>
                <a:lnTo>
                  <a:pt x="5141" y="16271"/>
                </a:lnTo>
              </a:path>
              <a:path w="21600" h="21600">
                <a:moveTo>
                  <a:pt x="2428" y="16218"/>
                </a:moveTo>
                <a:lnTo>
                  <a:pt x="2453" y="16218"/>
                </a:lnTo>
                <a:lnTo>
                  <a:pt x="2453" y="16271"/>
                </a:lnTo>
                <a:lnTo>
                  <a:pt x="2428" y="16271"/>
                </a:lnTo>
              </a:path>
              <a:path w="21600" h="21600">
                <a:moveTo>
                  <a:pt x="918" y="16218"/>
                </a:moveTo>
                <a:lnTo>
                  <a:pt x="944" y="16218"/>
                </a:lnTo>
                <a:lnTo>
                  <a:pt x="944" y="16271"/>
                </a:lnTo>
                <a:lnTo>
                  <a:pt x="918" y="16271"/>
                </a:lnTo>
              </a:path>
              <a:path w="21600" h="21600">
                <a:moveTo>
                  <a:pt x="465" y="16218"/>
                </a:moveTo>
                <a:lnTo>
                  <a:pt x="491" y="16218"/>
                </a:lnTo>
                <a:lnTo>
                  <a:pt x="491" y="16271"/>
                </a:lnTo>
                <a:lnTo>
                  <a:pt x="465" y="16271"/>
                </a:lnTo>
              </a:path>
              <a:path w="21600" h="21600">
                <a:moveTo>
                  <a:pt x="163" y="16218"/>
                </a:moveTo>
                <a:lnTo>
                  <a:pt x="189" y="16218"/>
                </a:lnTo>
                <a:lnTo>
                  <a:pt x="189" y="16271"/>
                </a:lnTo>
                <a:lnTo>
                  <a:pt x="163" y="16271"/>
                </a:lnTo>
              </a:path>
              <a:path w="21600" h="21600">
                <a:moveTo>
                  <a:pt x="1063" y="16213"/>
                </a:moveTo>
                <a:lnTo>
                  <a:pt x="1101" y="16213"/>
                </a:lnTo>
                <a:lnTo>
                  <a:pt x="1101" y="16291"/>
                </a:lnTo>
                <a:lnTo>
                  <a:pt x="1063" y="16291"/>
                </a:lnTo>
              </a:path>
              <a:path w="21600" h="21600">
                <a:moveTo>
                  <a:pt x="2874" y="16209"/>
                </a:moveTo>
                <a:lnTo>
                  <a:pt x="2904" y="16209"/>
                </a:lnTo>
                <a:lnTo>
                  <a:pt x="2904" y="16272"/>
                </a:lnTo>
                <a:lnTo>
                  <a:pt x="2874" y="16272"/>
                </a:lnTo>
              </a:path>
              <a:path w="21600" h="21600">
                <a:moveTo>
                  <a:pt x="766" y="16198"/>
                </a:moveTo>
                <a:lnTo>
                  <a:pt x="793" y="16198"/>
                </a:lnTo>
                <a:lnTo>
                  <a:pt x="793" y="16255"/>
                </a:lnTo>
                <a:lnTo>
                  <a:pt x="766" y="16255"/>
                </a:lnTo>
              </a:path>
              <a:path w="21600" h="21600">
                <a:moveTo>
                  <a:pt x="20202" y="16196"/>
                </a:moveTo>
                <a:lnTo>
                  <a:pt x="20229" y="16196"/>
                </a:lnTo>
                <a:lnTo>
                  <a:pt x="20229" y="16252"/>
                </a:lnTo>
                <a:lnTo>
                  <a:pt x="20202" y="16252"/>
                </a:lnTo>
              </a:path>
              <a:path w="21600" h="21600">
                <a:moveTo>
                  <a:pt x="14783" y="16196"/>
                </a:moveTo>
                <a:lnTo>
                  <a:pt x="14810" y="16196"/>
                </a:lnTo>
                <a:lnTo>
                  <a:pt x="14810" y="16252"/>
                </a:lnTo>
                <a:lnTo>
                  <a:pt x="14783" y="16252"/>
                </a:lnTo>
              </a:path>
              <a:path w="21600" h="21600">
                <a:moveTo>
                  <a:pt x="9502" y="16196"/>
                </a:moveTo>
                <a:lnTo>
                  <a:pt x="9529" y="16196"/>
                </a:lnTo>
                <a:lnTo>
                  <a:pt x="9529" y="16252"/>
                </a:lnTo>
                <a:lnTo>
                  <a:pt x="9502" y="16252"/>
                </a:lnTo>
              </a:path>
              <a:path w="21600" h="21600">
                <a:moveTo>
                  <a:pt x="6789" y="16196"/>
                </a:moveTo>
                <a:lnTo>
                  <a:pt x="6816" y="16196"/>
                </a:lnTo>
                <a:lnTo>
                  <a:pt x="6816" y="16252"/>
                </a:lnTo>
                <a:lnTo>
                  <a:pt x="6789" y="16252"/>
                </a:lnTo>
              </a:path>
              <a:path w="21600" h="21600">
                <a:moveTo>
                  <a:pt x="4083" y="16196"/>
                </a:moveTo>
                <a:lnTo>
                  <a:pt x="4111" y="16196"/>
                </a:lnTo>
                <a:lnTo>
                  <a:pt x="4111" y="16252"/>
                </a:lnTo>
                <a:lnTo>
                  <a:pt x="4083" y="16252"/>
                </a:lnTo>
              </a:path>
              <a:path w="21600" h="21600">
                <a:moveTo>
                  <a:pt x="19295" y="16194"/>
                </a:moveTo>
                <a:lnTo>
                  <a:pt x="19324" y="16194"/>
                </a:lnTo>
                <a:lnTo>
                  <a:pt x="19324" y="16254"/>
                </a:lnTo>
                <a:lnTo>
                  <a:pt x="19295" y="16254"/>
                </a:lnTo>
              </a:path>
              <a:path w="21600" h="21600">
                <a:moveTo>
                  <a:pt x="13876" y="16194"/>
                </a:moveTo>
                <a:lnTo>
                  <a:pt x="13905" y="16194"/>
                </a:lnTo>
                <a:lnTo>
                  <a:pt x="13905" y="16254"/>
                </a:lnTo>
                <a:lnTo>
                  <a:pt x="13876" y="16254"/>
                </a:lnTo>
              </a:path>
              <a:path w="21600" h="21600">
                <a:moveTo>
                  <a:pt x="7694" y="16194"/>
                </a:moveTo>
                <a:lnTo>
                  <a:pt x="7723" y="16194"/>
                </a:lnTo>
                <a:lnTo>
                  <a:pt x="7723" y="16254"/>
                </a:lnTo>
                <a:lnTo>
                  <a:pt x="7694" y="16254"/>
                </a:lnTo>
              </a:path>
              <a:path w="21600" h="21600">
                <a:moveTo>
                  <a:pt x="2275" y="16194"/>
                </a:moveTo>
                <a:lnTo>
                  <a:pt x="2304" y="16194"/>
                </a:lnTo>
                <a:lnTo>
                  <a:pt x="2304" y="16254"/>
                </a:lnTo>
                <a:lnTo>
                  <a:pt x="2275" y="16254"/>
                </a:lnTo>
              </a:path>
              <a:path w="21600" h="21600">
                <a:moveTo>
                  <a:pt x="20801" y="16192"/>
                </a:moveTo>
                <a:lnTo>
                  <a:pt x="20837" y="16192"/>
                </a:lnTo>
                <a:lnTo>
                  <a:pt x="20837" y="16266"/>
                </a:lnTo>
                <a:lnTo>
                  <a:pt x="20801" y="16266"/>
                </a:lnTo>
              </a:path>
              <a:path w="21600" h="21600">
                <a:moveTo>
                  <a:pt x="11763" y="16178"/>
                </a:moveTo>
                <a:lnTo>
                  <a:pt x="11799" y="16178"/>
                </a:lnTo>
                <a:lnTo>
                  <a:pt x="11799" y="16252"/>
                </a:lnTo>
                <a:lnTo>
                  <a:pt x="11763" y="16252"/>
                </a:lnTo>
              </a:path>
              <a:path w="21600" h="21600">
                <a:moveTo>
                  <a:pt x="9799" y="16178"/>
                </a:moveTo>
                <a:lnTo>
                  <a:pt x="9836" y="16178"/>
                </a:lnTo>
                <a:lnTo>
                  <a:pt x="9836" y="16252"/>
                </a:lnTo>
                <a:lnTo>
                  <a:pt x="9799" y="16252"/>
                </a:lnTo>
              </a:path>
              <a:path w="21600" h="21600">
                <a:moveTo>
                  <a:pt x="17782" y="16157"/>
                </a:moveTo>
                <a:lnTo>
                  <a:pt x="17826" y="16157"/>
                </a:lnTo>
                <a:lnTo>
                  <a:pt x="17826" y="16245"/>
                </a:lnTo>
                <a:lnTo>
                  <a:pt x="17782" y="16245"/>
                </a:lnTo>
              </a:path>
              <a:path w="21600" h="21600">
                <a:moveTo>
                  <a:pt x="3773" y="16157"/>
                </a:moveTo>
                <a:lnTo>
                  <a:pt x="3817" y="16157"/>
                </a:lnTo>
                <a:lnTo>
                  <a:pt x="3817" y="16245"/>
                </a:lnTo>
                <a:lnTo>
                  <a:pt x="3773" y="16245"/>
                </a:lnTo>
              </a:path>
              <a:path w="21600" h="21600">
                <a:moveTo>
                  <a:pt x="10691" y="16130"/>
                </a:moveTo>
                <a:lnTo>
                  <a:pt x="10755" y="16130"/>
                </a:lnTo>
                <a:lnTo>
                  <a:pt x="10755" y="16261"/>
                </a:lnTo>
                <a:lnTo>
                  <a:pt x="10691" y="16261"/>
                </a:lnTo>
              </a:path>
              <a:path w="21600" h="21600">
                <a:moveTo>
                  <a:pt x="19596" y="16129"/>
                </a:moveTo>
                <a:lnTo>
                  <a:pt x="19627" y="16129"/>
                </a:lnTo>
                <a:lnTo>
                  <a:pt x="19627" y="16192"/>
                </a:lnTo>
                <a:lnTo>
                  <a:pt x="19596" y="16192"/>
                </a:lnTo>
              </a:path>
              <a:path w="21600" h="21600">
                <a:moveTo>
                  <a:pt x="16883" y="16129"/>
                </a:moveTo>
                <a:lnTo>
                  <a:pt x="16914" y="16129"/>
                </a:lnTo>
                <a:lnTo>
                  <a:pt x="16914" y="16192"/>
                </a:lnTo>
                <a:lnTo>
                  <a:pt x="16883" y="16192"/>
                </a:lnTo>
              </a:path>
              <a:path w="21600" h="21600">
                <a:moveTo>
                  <a:pt x="7391" y="16129"/>
                </a:moveTo>
                <a:lnTo>
                  <a:pt x="7422" y="16129"/>
                </a:lnTo>
                <a:lnTo>
                  <a:pt x="7422" y="16192"/>
                </a:lnTo>
                <a:lnTo>
                  <a:pt x="7391" y="16192"/>
                </a:lnTo>
              </a:path>
              <a:path w="21600" h="21600">
                <a:moveTo>
                  <a:pt x="4685" y="16129"/>
                </a:moveTo>
                <a:lnTo>
                  <a:pt x="4716" y="16129"/>
                </a:lnTo>
                <a:lnTo>
                  <a:pt x="4716" y="16192"/>
                </a:lnTo>
                <a:lnTo>
                  <a:pt x="4685" y="16192"/>
                </a:lnTo>
              </a:path>
              <a:path w="21600" h="21600">
                <a:moveTo>
                  <a:pt x="1972" y="16129"/>
                </a:moveTo>
                <a:lnTo>
                  <a:pt x="2003" y="16129"/>
                </a:lnTo>
                <a:lnTo>
                  <a:pt x="2003" y="16192"/>
                </a:lnTo>
                <a:lnTo>
                  <a:pt x="1972" y="16192"/>
                </a:lnTo>
              </a:path>
              <a:path w="21600" h="21600">
                <a:moveTo>
                  <a:pt x="14474" y="16125"/>
                </a:moveTo>
                <a:lnTo>
                  <a:pt x="14515" y="16125"/>
                </a:lnTo>
                <a:lnTo>
                  <a:pt x="14515" y="16210"/>
                </a:lnTo>
                <a:lnTo>
                  <a:pt x="14474" y="16210"/>
                </a:lnTo>
              </a:path>
              <a:path w="21600" h="21600">
                <a:moveTo>
                  <a:pt x="7084" y="16125"/>
                </a:moveTo>
                <a:lnTo>
                  <a:pt x="7125" y="16125"/>
                </a:lnTo>
                <a:lnTo>
                  <a:pt x="7125" y="16210"/>
                </a:lnTo>
                <a:lnTo>
                  <a:pt x="7084" y="16210"/>
                </a:lnTo>
              </a:path>
              <a:path w="21600" h="21600">
                <a:moveTo>
                  <a:pt x="5735" y="16124"/>
                </a:moveTo>
                <a:lnTo>
                  <a:pt x="5757" y="16124"/>
                </a:lnTo>
                <a:lnTo>
                  <a:pt x="5757" y="16170"/>
                </a:lnTo>
                <a:lnTo>
                  <a:pt x="5735" y="16170"/>
                </a:lnTo>
              </a:path>
              <a:path w="21600" h="21600">
                <a:moveTo>
                  <a:pt x="12677" y="16123"/>
                </a:moveTo>
                <a:lnTo>
                  <a:pt x="12697" y="16123"/>
                </a:lnTo>
                <a:lnTo>
                  <a:pt x="12697" y="16165"/>
                </a:lnTo>
                <a:lnTo>
                  <a:pt x="12677" y="16165"/>
                </a:lnTo>
              </a:path>
              <a:path w="21600" h="21600">
                <a:moveTo>
                  <a:pt x="8901" y="16123"/>
                </a:moveTo>
                <a:lnTo>
                  <a:pt x="8922" y="16123"/>
                </a:lnTo>
                <a:lnTo>
                  <a:pt x="8922" y="16165"/>
                </a:lnTo>
                <a:lnTo>
                  <a:pt x="8901" y="16165"/>
                </a:lnTo>
              </a:path>
              <a:path w="21600" h="21600">
                <a:moveTo>
                  <a:pt x="3483" y="16123"/>
                </a:moveTo>
                <a:lnTo>
                  <a:pt x="3503" y="16123"/>
                </a:lnTo>
                <a:lnTo>
                  <a:pt x="3503" y="16165"/>
                </a:lnTo>
                <a:lnTo>
                  <a:pt x="3483" y="16165"/>
                </a:lnTo>
              </a:path>
              <a:path w="21600" h="21600">
                <a:moveTo>
                  <a:pt x="1668" y="16111"/>
                </a:moveTo>
                <a:lnTo>
                  <a:pt x="1703" y="16111"/>
                </a:lnTo>
                <a:lnTo>
                  <a:pt x="1703" y="16181"/>
                </a:lnTo>
                <a:lnTo>
                  <a:pt x="1668" y="16181"/>
                </a:lnTo>
              </a:path>
              <a:path w="21600" h="21600">
                <a:moveTo>
                  <a:pt x="19884" y="16111"/>
                </a:moveTo>
                <a:lnTo>
                  <a:pt x="19943" y="16111"/>
                </a:lnTo>
                <a:lnTo>
                  <a:pt x="19943" y="16231"/>
                </a:lnTo>
                <a:lnTo>
                  <a:pt x="19884" y="16231"/>
                </a:lnTo>
              </a:path>
              <a:path w="21600" h="21600">
                <a:moveTo>
                  <a:pt x="13412" y="16081"/>
                </a:moveTo>
                <a:lnTo>
                  <a:pt x="13462" y="16081"/>
                </a:lnTo>
                <a:lnTo>
                  <a:pt x="13462" y="16183"/>
                </a:lnTo>
                <a:lnTo>
                  <a:pt x="13412" y="16183"/>
                </a:lnTo>
              </a:path>
              <a:path w="21600" h="21600">
                <a:moveTo>
                  <a:pt x="8136" y="16081"/>
                </a:moveTo>
                <a:lnTo>
                  <a:pt x="8186" y="16081"/>
                </a:lnTo>
                <a:lnTo>
                  <a:pt x="8186" y="16183"/>
                </a:lnTo>
                <a:lnTo>
                  <a:pt x="8136" y="16183"/>
                </a:lnTo>
              </a:path>
              <a:path w="21600" h="21600">
                <a:moveTo>
                  <a:pt x="9183" y="16072"/>
                </a:moveTo>
                <a:lnTo>
                  <a:pt x="9244" y="16072"/>
                </a:lnTo>
                <a:lnTo>
                  <a:pt x="9244" y="16196"/>
                </a:lnTo>
                <a:lnTo>
                  <a:pt x="9183" y="16196"/>
                </a:lnTo>
              </a:path>
              <a:path w="21600" h="21600">
                <a:moveTo>
                  <a:pt x="16577" y="16072"/>
                </a:moveTo>
                <a:lnTo>
                  <a:pt x="16615" y="16072"/>
                </a:lnTo>
                <a:lnTo>
                  <a:pt x="16615" y="16149"/>
                </a:lnTo>
                <a:lnTo>
                  <a:pt x="16577" y="16149"/>
                </a:lnTo>
              </a:path>
              <a:path w="21600" h="21600">
                <a:moveTo>
                  <a:pt x="4984" y="16072"/>
                </a:moveTo>
                <a:lnTo>
                  <a:pt x="5022" y="16072"/>
                </a:lnTo>
                <a:lnTo>
                  <a:pt x="5022" y="16149"/>
                </a:lnTo>
                <a:lnTo>
                  <a:pt x="4984" y="16149"/>
                </a:lnTo>
              </a:path>
              <a:path w="21600" h="21600">
                <a:moveTo>
                  <a:pt x="20501" y="16027"/>
                </a:moveTo>
                <a:lnTo>
                  <a:pt x="20534" y="16027"/>
                </a:lnTo>
                <a:lnTo>
                  <a:pt x="20534" y="16094"/>
                </a:lnTo>
                <a:lnTo>
                  <a:pt x="20501" y="16094"/>
                </a:lnTo>
              </a:path>
              <a:path w="21600" h="21600">
                <a:moveTo>
                  <a:pt x="15082" y="16027"/>
                </a:moveTo>
                <a:lnTo>
                  <a:pt x="15115" y="16027"/>
                </a:lnTo>
                <a:lnTo>
                  <a:pt x="15115" y="16094"/>
                </a:lnTo>
                <a:lnTo>
                  <a:pt x="15082" y="16094"/>
                </a:lnTo>
              </a:path>
              <a:path w="21600" h="21600">
                <a:moveTo>
                  <a:pt x="6484" y="16027"/>
                </a:moveTo>
                <a:lnTo>
                  <a:pt x="6517" y="16027"/>
                </a:lnTo>
                <a:lnTo>
                  <a:pt x="6517" y="16094"/>
                </a:lnTo>
                <a:lnTo>
                  <a:pt x="6484" y="16094"/>
                </a:lnTo>
              </a:path>
              <a:path w="21600" h="21600">
                <a:moveTo>
                  <a:pt x="10859" y="16012"/>
                </a:moveTo>
                <a:lnTo>
                  <a:pt x="10891" y="16012"/>
                </a:lnTo>
                <a:lnTo>
                  <a:pt x="10891" y="16079"/>
                </a:lnTo>
                <a:lnTo>
                  <a:pt x="10859" y="16079"/>
                </a:lnTo>
              </a:path>
              <a:path w="21600" h="21600">
                <a:moveTo>
                  <a:pt x="4387" y="15995"/>
                </a:moveTo>
                <a:lnTo>
                  <a:pt x="4411" y="15995"/>
                </a:lnTo>
                <a:lnTo>
                  <a:pt x="4411" y="16044"/>
                </a:lnTo>
                <a:lnTo>
                  <a:pt x="4387" y="16044"/>
                </a:lnTo>
              </a:path>
              <a:path w="21600" h="21600">
                <a:moveTo>
                  <a:pt x="20656" y="15957"/>
                </a:moveTo>
                <a:lnTo>
                  <a:pt x="20680" y="15957"/>
                </a:lnTo>
                <a:lnTo>
                  <a:pt x="20680" y="16006"/>
                </a:lnTo>
                <a:lnTo>
                  <a:pt x="20656" y="16006"/>
                </a:lnTo>
              </a:path>
              <a:path w="21600" h="21600">
                <a:moveTo>
                  <a:pt x="19146" y="15957"/>
                </a:moveTo>
                <a:lnTo>
                  <a:pt x="19170" y="15957"/>
                </a:lnTo>
                <a:lnTo>
                  <a:pt x="19170" y="16006"/>
                </a:lnTo>
                <a:lnTo>
                  <a:pt x="19146" y="16006"/>
                </a:lnTo>
              </a:path>
              <a:path w="21600" h="21600">
                <a:moveTo>
                  <a:pt x="18698" y="15957"/>
                </a:moveTo>
                <a:lnTo>
                  <a:pt x="18722" y="15957"/>
                </a:lnTo>
                <a:lnTo>
                  <a:pt x="18722" y="16006"/>
                </a:lnTo>
                <a:lnTo>
                  <a:pt x="18698" y="16006"/>
                </a:lnTo>
              </a:path>
              <a:path w="21600" h="21600">
                <a:moveTo>
                  <a:pt x="18396" y="15957"/>
                </a:moveTo>
                <a:lnTo>
                  <a:pt x="18420" y="15957"/>
                </a:lnTo>
                <a:lnTo>
                  <a:pt x="18420" y="16006"/>
                </a:lnTo>
                <a:lnTo>
                  <a:pt x="18396" y="16006"/>
                </a:lnTo>
              </a:path>
              <a:path w="21600" h="21600">
                <a:moveTo>
                  <a:pt x="17943" y="15957"/>
                </a:moveTo>
                <a:lnTo>
                  <a:pt x="17967" y="15957"/>
                </a:lnTo>
                <a:lnTo>
                  <a:pt x="17967" y="16006"/>
                </a:lnTo>
                <a:lnTo>
                  <a:pt x="17943" y="16006"/>
                </a:lnTo>
              </a:path>
              <a:path w="21600" h="21600">
                <a:moveTo>
                  <a:pt x="16433" y="15957"/>
                </a:moveTo>
                <a:lnTo>
                  <a:pt x="16457" y="15957"/>
                </a:lnTo>
                <a:lnTo>
                  <a:pt x="16457" y="16006"/>
                </a:lnTo>
                <a:lnTo>
                  <a:pt x="16433" y="16006"/>
                </a:lnTo>
              </a:path>
              <a:path w="21600" h="21600">
                <a:moveTo>
                  <a:pt x="15992" y="15957"/>
                </a:moveTo>
                <a:lnTo>
                  <a:pt x="16016" y="15957"/>
                </a:lnTo>
                <a:lnTo>
                  <a:pt x="16016" y="16006"/>
                </a:lnTo>
                <a:lnTo>
                  <a:pt x="15992" y="16006"/>
                </a:lnTo>
              </a:path>
              <a:path w="21600" h="21600">
                <a:moveTo>
                  <a:pt x="15690" y="15957"/>
                </a:moveTo>
                <a:lnTo>
                  <a:pt x="15714" y="15957"/>
                </a:lnTo>
                <a:lnTo>
                  <a:pt x="15714" y="16006"/>
                </a:lnTo>
                <a:lnTo>
                  <a:pt x="15690" y="16006"/>
                </a:lnTo>
              </a:path>
              <a:path w="21600" h="21600">
                <a:moveTo>
                  <a:pt x="15237" y="15957"/>
                </a:moveTo>
                <a:lnTo>
                  <a:pt x="15261" y="15957"/>
                </a:lnTo>
                <a:lnTo>
                  <a:pt x="15261" y="16006"/>
                </a:lnTo>
                <a:lnTo>
                  <a:pt x="15237" y="16006"/>
                </a:lnTo>
              </a:path>
              <a:path w="21600" h="21600">
                <a:moveTo>
                  <a:pt x="13727" y="15957"/>
                </a:moveTo>
                <a:lnTo>
                  <a:pt x="13751" y="15957"/>
                </a:lnTo>
                <a:lnTo>
                  <a:pt x="13751" y="16006"/>
                </a:lnTo>
                <a:lnTo>
                  <a:pt x="13727" y="16006"/>
                </a:lnTo>
              </a:path>
              <a:path w="21600" h="21600">
                <a:moveTo>
                  <a:pt x="13279" y="15957"/>
                </a:moveTo>
                <a:lnTo>
                  <a:pt x="13303" y="15957"/>
                </a:lnTo>
                <a:lnTo>
                  <a:pt x="13303" y="16006"/>
                </a:lnTo>
                <a:lnTo>
                  <a:pt x="13279" y="16006"/>
                </a:lnTo>
              </a:path>
              <a:path w="21600" h="21600">
                <a:moveTo>
                  <a:pt x="12977" y="15957"/>
                </a:moveTo>
                <a:lnTo>
                  <a:pt x="13001" y="15957"/>
                </a:lnTo>
                <a:lnTo>
                  <a:pt x="13001" y="16006"/>
                </a:lnTo>
                <a:lnTo>
                  <a:pt x="12977" y="16006"/>
                </a:lnTo>
              </a:path>
              <a:path w="21600" h="21600">
                <a:moveTo>
                  <a:pt x="12524" y="15957"/>
                </a:moveTo>
                <a:lnTo>
                  <a:pt x="12548" y="15957"/>
                </a:lnTo>
                <a:lnTo>
                  <a:pt x="12548" y="16006"/>
                </a:lnTo>
                <a:lnTo>
                  <a:pt x="12524" y="16006"/>
                </a:lnTo>
              </a:path>
              <a:path w="21600" h="21600">
                <a:moveTo>
                  <a:pt x="11014" y="15957"/>
                </a:moveTo>
                <a:lnTo>
                  <a:pt x="11038" y="15957"/>
                </a:lnTo>
                <a:lnTo>
                  <a:pt x="11038" y="16006"/>
                </a:lnTo>
                <a:lnTo>
                  <a:pt x="11014" y="16006"/>
                </a:lnTo>
              </a:path>
              <a:path w="21600" h="21600">
                <a:moveTo>
                  <a:pt x="9051" y="15957"/>
                </a:moveTo>
                <a:lnTo>
                  <a:pt x="9075" y="15957"/>
                </a:lnTo>
                <a:lnTo>
                  <a:pt x="9075" y="16006"/>
                </a:lnTo>
                <a:lnTo>
                  <a:pt x="9051" y="16006"/>
                </a:lnTo>
              </a:path>
              <a:path w="21600" h="21600">
                <a:moveTo>
                  <a:pt x="8598" y="15957"/>
                </a:moveTo>
                <a:lnTo>
                  <a:pt x="8622" y="15957"/>
                </a:lnTo>
                <a:lnTo>
                  <a:pt x="8622" y="16006"/>
                </a:lnTo>
                <a:lnTo>
                  <a:pt x="8598" y="16006"/>
                </a:lnTo>
              </a:path>
              <a:path w="21600" h="21600">
                <a:moveTo>
                  <a:pt x="8296" y="15957"/>
                </a:moveTo>
                <a:lnTo>
                  <a:pt x="8320" y="15957"/>
                </a:lnTo>
                <a:lnTo>
                  <a:pt x="8320" y="16006"/>
                </a:lnTo>
                <a:lnTo>
                  <a:pt x="8296" y="16006"/>
                </a:lnTo>
              </a:path>
              <a:path w="21600" h="21600">
                <a:moveTo>
                  <a:pt x="7847" y="15957"/>
                </a:moveTo>
                <a:lnTo>
                  <a:pt x="7871" y="15957"/>
                </a:lnTo>
                <a:lnTo>
                  <a:pt x="7871" y="16006"/>
                </a:lnTo>
                <a:lnTo>
                  <a:pt x="7847" y="16006"/>
                </a:lnTo>
              </a:path>
              <a:path w="21600" h="21600">
                <a:moveTo>
                  <a:pt x="6338" y="15957"/>
                </a:moveTo>
                <a:lnTo>
                  <a:pt x="6361" y="15957"/>
                </a:lnTo>
                <a:lnTo>
                  <a:pt x="6361" y="16006"/>
                </a:lnTo>
                <a:lnTo>
                  <a:pt x="6338" y="16006"/>
                </a:lnTo>
              </a:path>
              <a:path w="21600" h="21600">
                <a:moveTo>
                  <a:pt x="5885" y="15957"/>
                </a:moveTo>
                <a:lnTo>
                  <a:pt x="5909" y="15957"/>
                </a:lnTo>
                <a:lnTo>
                  <a:pt x="5909" y="16006"/>
                </a:lnTo>
                <a:lnTo>
                  <a:pt x="5885" y="16006"/>
                </a:lnTo>
              </a:path>
              <a:path w="21600" h="21600">
                <a:moveTo>
                  <a:pt x="5583" y="15957"/>
                </a:moveTo>
                <a:lnTo>
                  <a:pt x="5607" y="15957"/>
                </a:lnTo>
                <a:lnTo>
                  <a:pt x="5607" y="16006"/>
                </a:lnTo>
                <a:lnTo>
                  <a:pt x="5583" y="16006"/>
                </a:lnTo>
              </a:path>
              <a:path w="21600" h="21600">
                <a:moveTo>
                  <a:pt x="5142" y="15957"/>
                </a:moveTo>
                <a:lnTo>
                  <a:pt x="5166" y="15957"/>
                </a:lnTo>
                <a:lnTo>
                  <a:pt x="5166" y="16006"/>
                </a:lnTo>
                <a:lnTo>
                  <a:pt x="5142" y="16006"/>
                </a:lnTo>
              </a:path>
              <a:path w="21600" h="21600">
                <a:moveTo>
                  <a:pt x="2428" y="15957"/>
                </a:moveTo>
                <a:lnTo>
                  <a:pt x="2452" y="15957"/>
                </a:lnTo>
                <a:lnTo>
                  <a:pt x="2452" y="16006"/>
                </a:lnTo>
                <a:lnTo>
                  <a:pt x="2428" y="16006"/>
                </a:lnTo>
              </a:path>
              <a:path w="21600" h="21600">
                <a:moveTo>
                  <a:pt x="919" y="15957"/>
                </a:moveTo>
                <a:lnTo>
                  <a:pt x="943" y="15957"/>
                </a:lnTo>
                <a:lnTo>
                  <a:pt x="943" y="16006"/>
                </a:lnTo>
                <a:lnTo>
                  <a:pt x="919" y="16006"/>
                </a:lnTo>
              </a:path>
              <a:path w="21600" h="21600">
                <a:moveTo>
                  <a:pt x="466" y="15957"/>
                </a:moveTo>
                <a:lnTo>
                  <a:pt x="490" y="15957"/>
                </a:lnTo>
                <a:lnTo>
                  <a:pt x="490" y="16006"/>
                </a:lnTo>
                <a:lnTo>
                  <a:pt x="466" y="16006"/>
                </a:lnTo>
              </a:path>
              <a:path w="21600" h="21600">
                <a:moveTo>
                  <a:pt x="164" y="15957"/>
                </a:moveTo>
                <a:lnTo>
                  <a:pt x="188" y="15957"/>
                </a:lnTo>
                <a:lnTo>
                  <a:pt x="188" y="16006"/>
                </a:lnTo>
                <a:lnTo>
                  <a:pt x="164" y="16006"/>
                </a:lnTo>
              </a:path>
              <a:path w="21600" h="21600">
                <a:moveTo>
                  <a:pt x="2874" y="15948"/>
                </a:moveTo>
                <a:lnTo>
                  <a:pt x="2904" y="15948"/>
                </a:lnTo>
                <a:lnTo>
                  <a:pt x="2904" y="16008"/>
                </a:lnTo>
                <a:lnTo>
                  <a:pt x="2874" y="16008"/>
                </a:lnTo>
              </a:path>
              <a:path w="21600" h="21600">
                <a:moveTo>
                  <a:pt x="11459" y="15938"/>
                </a:moveTo>
                <a:lnTo>
                  <a:pt x="11499" y="15938"/>
                </a:lnTo>
                <a:lnTo>
                  <a:pt x="11499" y="16019"/>
                </a:lnTo>
                <a:lnTo>
                  <a:pt x="11459" y="16019"/>
                </a:lnTo>
              </a:path>
              <a:path w="21600" h="21600">
                <a:moveTo>
                  <a:pt x="20203" y="15921"/>
                </a:moveTo>
                <a:lnTo>
                  <a:pt x="20228" y="15921"/>
                </a:lnTo>
                <a:lnTo>
                  <a:pt x="20228" y="15974"/>
                </a:lnTo>
                <a:lnTo>
                  <a:pt x="20203" y="15974"/>
                </a:lnTo>
              </a:path>
              <a:path w="21600" h="21600">
                <a:moveTo>
                  <a:pt x="14783" y="15921"/>
                </a:moveTo>
                <a:lnTo>
                  <a:pt x="14809" y="15921"/>
                </a:lnTo>
                <a:lnTo>
                  <a:pt x="14809" y="15974"/>
                </a:lnTo>
                <a:lnTo>
                  <a:pt x="14783" y="15974"/>
                </a:lnTo>
              </a:path>
              <a:path w="21600" h="21600">
                <a:moveTo>
                  <a:pt x="9503" y="15921"/>
                </a:moveTo>
                <a:lnTo>
                  <a:pt x="9528" y="15921"/>
                </a:lnTo>
                <a:lnTo>
                  <a:pt x="9528" y="15974"/>
                </a:lnTo>
                <a:lnTo>
                  <a:pt x="9503" y="15974"/>
                </a:lnTo>
              </a:path>
              <a:path w="21600" h="21600">
                <a:moveTo>
                  <a:pt x="6790" y="15921"/>
                </a:moveTo>
                <a:lnTo>
                  <a:pt x="6815" y="15921"/>
                </a:lnTo>
                <a:lnTo>
                  <a:pt x="6815" y="15974"/>
                </a:lnTo>
                <a:lnTo>
                  <a:pt x="6790" y="15974"/>
                </a:lnTo>
              </a:path>
              <a:path w="21600" h="21600">
                <a:moveTo>
                  <a:pt x="4084" y="15921"/>
                </a:moveTo>
                <a:lnTo>
                  <a:pt x="4110" y="15921"/>
                </a:lnTo>
                <a:lnTo>
                  <a:pt x="4110" y="15974"/>
                </a:lnTo>
                <a:lnTo>
                  <a:pt x="4084" y="15974"/>
                </a:lnTo>
              </a:path>
              <a:path w="21600" h="21600">
                <a:moveTo>
                  <a:pt x="21258" y="15918"/>
                </a:moveTo>
                <a:lnTo>
                  <a:pt x="21287" y="15918"/>
                </a:lnTo>
                <a:lnTo>
                  <a:pt x="21287" y="15978"/>
                </a:lnTo>
                <a:lnTo>
                  <a:pt x="21258" y="15978"/>
                </a:lnTo>
              </a:path>
              <a:path w="21600" h="21600">
                <a:moveTo>
                  <a:pt x="18544" y="15918"/>
                </a:moveTo>
                <a:lnTo>
                  <a:pt x="18574" y="15918"/>
                </a:lnTo>
                <a:lnTo>
                  <a:pt x="18574" y="15978"/>
                </a:lnTo>
                <a:lnTo>
                  <a:pt x="18544" y="15978"/>
                </a:lnTo>
              </a:path>
              <a:path w="21600" h="21600">
                <a:moveTo>
                  <a:pt x="15839" y="15918"/>
                </a:moveTo>
                <a:lnTo>
                  <a:pt x="15868" y="15918"/>
                </a:lnTo>
                <a:lnTo>
                  <a:pt x="15868" y="15978"/>
                </a:lnTo>
                <a:lnTo>
                  <a:pt x="15839" y="15978"/>
                </a:lnTo>
              </a:path>
              <a:path w="21600" h="21600">
                <a:moveTo>
                  <a:pt x="13125" y="15918"/>
                </a:moveTo>
                <a:lnTo>
                  <a:pt x="13155" y="15918"/>
                </a:lnTo>
                <a:lnTo>
                  <a:pt x="13155" y="15978"/>
                </a:lnTo>
                <a:lnTo>
                  <a:pt x="13125" y="15978"/>
                </a:lnTo>
              </a:path>
              <a:path w="21600" h="21600">
                <a:moveTo>
                  <a:pt x="8444" y="15918"/>
                </a:moveTo>
                <a:lnTo>
                  <a:pt x="8473" y="15918"/>
                </a:lnTo>
                <a:lnTo>
                  <a:pt x="8473" y="15978"/>
                </a:lnTo>
                <a:lnTo>
                  <a:pt x="8444" y="15978"/>
                </a:lnTo>
              </a:path>
              <a:path w="21600" h="21600">
                <a:moveTo>
                  <a:pt x="3025" y="15918"/>
                </a:moveTo>
                <a:lnTo>
                  <a:pt x="3055" y="15918"/>
                </a:lnTo>
                <a:lnTo>
                  <a:pt x="3055" y="15978"/>
                </a:lnTo>
                <a:lnTo>
                  <a:pt x="3025" y="15978"/>
                </a:lnTo>
              </a:path>
              <a:path w="21600" h="21600">
                <a:moveTo>
                  <a:pt x="312" y="15918"/>
                </a:moveTo>
                <a:lnTo>
                  <a:pt x="341" y="15918"/>
                </a:lnTo>
                <a:lnTo>
                  <a:pt x="341" y="15978"/>
                </a:lnTo>
                <a:lnTo>
                  <a:pt x="312" y="15978"/>
                </a:lnTo>
              </a:path>
              <a:path w="21600" h="21600">
                <a:moveTo>
                  <a:pt x="12364" y="15908"/>
                </a:moveTo>
                <a:lnTo>
                  <a:pt x="12406" y="15908"/>
                </a:lnTo>
                <a:lnTo>
                  <a:pt x="12406" y="15992"/>
                </a:lnTo>
                <a:lnTo>
                  <a:pt x="12364" y="15992"/>
                </a:lnTo>
              </a:path>
              <a:path w="21600" h="21600">
                <a:moveTo>
                  <a:pt x="9193" y="15908"/>
                </a:moveTo>
                <a:lnTo>
                  <a:pt x="9234" y="15908"/>
                </a:lnTo>
                <a:lnTo>
                  <a:pt x="9234" y="15992"/>
                </a:lnTo>
                <a:lnTo>
                  <a:pt x="9193" y="15992"/>
                </a:lnTo>
              </a:path>
              <a:path w="21600" h="21600">
                <a:moveTo>
                  <a:pt x="19296" y="15907"/>
                </a:moveTo>
                <a:lnTo>
                  <a:pt x="19323" y="15907"/>
                </a:lnTo>
                <a:lnTo>
                  <a:pt x="19323" y="15963"/>
                </a:lnTo>
                <a:lnTo>
                  <a:pt x="19296" y="15963"/>
                </a:lnTo>
              </a:path>
              <a:path w="21600" h="21600">
                <a:moveTo>
                  <a:pt x="13877" y="15907"/>
                </a:moveTo>
                <a:lnTo>
                  <a:pt x="13904" y="15907"/>
                </a:lnTo>
                <a:lnTo>
                  <a:pt x="13904" y="15963"/>
                </a:lnTo>
                <a:lnTo>
                  <a:pt x="13877" y="15963"/>
                </a:lnTo>
              </a:path>
              <a:path w="21600" h="21600">
                <a:moveTo>
                  <a:pt x="7695" y="15907"/>
                </a:moveTo>
                <a:lnTo>
                  <a:pt x="7722" y="15907"/>
                </a:lnTo>
                <a:lnTo>
                  <a:pt x="7722" y="15963"/>
                </a:lnTo>
                <a:lnTo>
                  <a:pt x="7695" y="15963"/>
                </a:lnTo>
              </a:path>
              <a:path w="21600" h="21600">
                <a:moveTo>
                  <a:pt x="2276" y="15907"/>
                </a:moveTo>
                <a:lnTo>
                  <a:pt x="2303" y="15907"/>
                </a:lnTo>
                <a:lnTo>
                  <a:pt x="2303" y="15963"/>
                </a:lnTo>
                <a:lnTo>
                  <a:pt x="2276" y="15963"/>
                </a:lnTo>
              </a:path>
              <a:path w="21600" h="21600">
                <a:moveTo>
                  <a:pt x="1064" y="15887"/>
                </a:moveTo>
                <a:lnTo>
                  <a:pt x="1100" y="15887"/>
                </a:lnTo>
                <a:lnTo>
                  <a:pt x="1100" y="15961"/>
                </a:lnTo>
                <a:lnTo>
                  <a:pt x="1064" y="15961"/>
                </a:lnTo>
              </a:path>
              <a:path w="21600" h="21600">
                <a:moveTo>
                  <a:pt x="2720" y="15886"/>
                </a:moveTo>
                <a:lnTo>
                  <a:pt x="2764" y="15886"/>
                </a:lnTo>
                <a:lnTo>
                  <a:pt x="2764" y="15975"/>
                </a:lnTo>
                <a:lnTo>
                  <a:pt x="2720" y="15975"/>
                </a:lnTo>
              </a:path>
              <a:path w="21600" h="21600">
                <a:moveTo>
                  <a:pt x="15386" y="15879"/>
                </a:moveTo>
                <a:lnTo>
                  <a:pt x="15415" y="15879"/>
                </a:lnTo>
                <a:lnTo>
                  <a:pt x="15415" y="15938"/>
                </a:lnTo>
                <a:lnTo>
                  <a:pt x="15386" y="15938"/>
                </a:lnTo>
              </a:path>
              <a:path w="21600" h="21600">
                <a:moveTo>
                  <a:pt x="10108" y="15854"/>
                </a:moveTo>
                <a:lnTo>
                  <a:pt x="10131" y="15854"/>
                </a:lnTo>
                <a:lnTo>
                  <a:pt x="10131" y="15899"/>
                </a:lnTo>
                <a:lnTo>
                  <a:pt x="10108" y="15899"/>
                </a:lnTo>
              </a:path>
              <a:path w="21600" h="21600">
                <a:moveTo>
                  <a:pt x="767" y="15844"/>
                </a:moveTo>
                <a:lnTo>
                  <a:pt x="793" y="15844"/>
                </a:lnTo>
                <a:lnTo>
                  <a:pt x="793" y="15896"/>
                </a:lnTo>
                <a:lnTo>
                  <a:pt x="767" y="15896"/>
                </a:lnTo>
              </a:path>
              <a:path w="21600" h="21600">
                <a:moveTo>
                  <a:pt x="20802" y="15837"/>
                </a:moveTo>
                <a:lnTo>
                  <a:pt x="20836" y="15837"/>
                </a:lnTo>
                <a:lnTo>
                  <a:pt x="20836" y="15908"/>
                </a:lnTo>
                <a:lnTo>
                  <a:pt x="20802" y="15908"/>
                </a:lnTo>
              </a:path>
              <a:path w="21600" h="21600">
                <a:moveTo>
                  <a:pt x="19597" y="15824"/>
                </a:moveTo>
                <a:lnTo>
                  <a:pt x="19626" y="15824"/>
                </a:lnTo>
                <a:lnTo>
                  <a:pt x="19626" y="15884"/>
                </a:lnTo>
                <a:lnTo>
                  <a:pt x="19597" y="15884"/>
                </a:lnTo>
              </a:path>
              <a:path w="21600" h="21600">
                <a:moveTo>
                  <a:pt x="16884" y="15824"/>
                </a:moveTo>
                <a:lnTo>
                  <a:pt x="16913" y="15824"/>
                </a:lnTo>
                <a:lnTo>
                  <a:pt x="16913" y="15884"/>
                </a:lnTo>
                <a:lnTo>
                  <a:pt x="16884" y="15884"/>
                </a:lnTo>
              </a:path>
              <a:path w="21600" h="21600">
                <a:moveTo>
                  <a:pt x="7392" y="15824"/>
                </a:moveTo>
                <a:lnTo>
                  <a:pt x="7421" y="15824"/>
                </a:lnTo>
                <a:lnTo>
                  <a:pt x="7421" y="15884"/>
                </a:lnTo>
                <a:lnTo>
                  <a:pt x="7392" y="15884"/>
                </a:lnTo>
              </a:path>
              <a:path w="21600" h="21600">
                <a:moveTo>
                  <a:pt x="4686" y="15824"/>
                </a:moveTo>
                <a:lnTo>
                  <a:pt x="4715" y="15824"/>
                </a:lnTo>
                <a:lnTo>
                  <a:pt x="4715" y="15884"/>
                </a:lnTo>
                <a:lnTo>
                  <a:pt x="4686" y="15884"/>
                </a:lnTo>
              </a:path>
              <a:path w="21600" h="21600">
                <a:moveTo>
                  <a:pt x="1973" y="15824"/>
                </a:moveTo>
                <a:lnTo>
                  <a:pt x="2002" y="15824"/>
                </a:lnTo>
                <a:lnTo>
                  <a:pt x="2002" y="15884"/>
                </a:lnTo>
                <a:lnTo>
                  <a:pt x="1973" y="15884"/>
                </a:lnTo>
              </a:path>
              <a:path w="21600" h="21600">
                <a:moveTo>
                  <a:pt x="5735" y="15824"/>
                </a:moveTo>
                <a:lnTo>
                  <a:pt x="5756" y="15824"/>
                </a:lnTo>
                <a:lnTo>
                  <a:pt x="5756" y="15866"/>
                </a:lnTo>
                <a:lnTo>
                  <a:pt x="5735" y="15866"/>
                </a:lnTo>
              </a:path>
              <a:path w="21600" h="21600">
                <a:moveTo>
                  <a:pt x="11764" y="15823"/>
                </a:moveTo>
                <a:lnTo>
                  <a:pt x="11798" y="15823"/>
                </a:lnTo>
                <a:lnTo>
                  <a:pt x="11798" y="15893"/>
                </a:lnTo>
                <a:lnTo>
                  <a:pt x="11764" y="15893"/>
                </a:lnTo>
              </a:path>
              <a:path w="21600" h="21600">
                <a:moveTo>
                  <a:pt x="9800" y="15823"/>
                </a:moveTo>
                <a:lnTo>
                  <a:pt x="9835" y="15823"/>
                </a:lnTo>
                <a:lnTo>
                  <a:pt x="9835" y="15893"/>
                </a:lnTo>
                <a:lnTo>
                  <a:pt x="9800" y="15893"/>
                </a:lnTo>
              </a:path>
              <a:path w="21600" h="21600">
                <a:moveTo>
                  <a:pt x="1669" y="15771"/>
                </a:moveTo>
                <a:lnTo>
                  <a:pt x="1702" y="15771"/>
                </a:lnTo>
                <a:lnTo>
                  <a:pt x="1702" y="15838"/>
                </a:lnTo>
                <a:lnTo>
                  <a:pt x="1669" y="15838"/>
                </a:lnTo>
              </a:path>
              <a:path w="21600" h="21600">
                <a:moveTo>
                  <a:pt x="19885" y="15771"/>
                </a:moveTo>
                <a:lnTo>
                  <a:pt x="19942" y="15771"/>
                </a:lnTo>
                <a:lnTo>
                  <a:pt x="19942" y="15888"/>
                </a:lnTo>
                <a:lnTo>
                  <a:pt x="19885" y="15888"/>
                </a:lnTo>
              </a:path>
              <a:path w="21600" h="21600">
                <a:moveTo>
                  <a:pt x="4388" y="15736"/>
                </a:moveTo>
                <a:lnTo>
                  <a:pt x="4410" y="15736"/>
                </a:lnTo>
                <a:lnTo>
                  <a:pt x="4410" y="15781"/>
                </a:lnTo>
                <a:lnTo>
                  <a:pt x="4388" y="15781"/>
                </a:lnTo>
              </a:path>
              <a:path w="21600" h="21600">
                <a:moveTo>
                  <a:pt x="10692" y="15712"/>
                </a:moveTo>
                <a:lnTo>
                  <a:pt x="10755" y="15712"/>
                </a:lnTo>
                <a:lnTo>
                  <a:pt x="10755" y="15839"/>
                </a:lnTo>
                <a:lnTo>
                  <a:pt x="10692" y="15839"/>
                </a:lnTo>
              </a:path>
              <a:path w="21600" h="21600">
                <a:moveTo>
                  <a:pt x="20502" y="15701"/>
                </a:moveTo>
                <a:lnTo>
                  <a:pt x="20533" y="15701"/>
                </a:lnTo>
                <a:lnTo>
                  <a:pt x="20533" y="15764"/>
                </a:lnTo>
                <a:lnTo>
                  <a:pt x="20502" y="15764"/>
                </a:lnTo>
              </a:path>
              <a:path w="21600" h="21600">
                <a:moveTo>
                  <a:pt x="15083" y="15701"/>
                </a:moveTo>
                <a:lnTo>
                  <a:pt x="15114" y="15701"/>
                </a:lnTo>
                <a:lnTo>
                  <a:pt x="15114" y="15764"/>
                </a:lnTo>
                <a:lnTo>
                  <a:pt x="15083" y="15764"/>
                </a:lnTo>
              </a:path>
              <a:path w="21600" h="21600">
                <a:moveTo>
                  <a:pt x="6485" y="15701"/>
                </a:moveTo>
                <a:lnTo>
                  <a:pt x="6516" y="15701"/>
                </a:lnTo>
                <a:lnTo>
                  <a:pt x="6516" y="15764"/>
                </a:lnTo>
                <a:lnTo>
                  <a:pt x="6485" y="15764"/>
                </a:lnTo>
              </a:path>
              <a:path w="21600" h="21600">
                <a:moveTo>
                  <a:pt x="20657" y="15696"/>
                </a:moveTo>
                <a:lnTo>
                  <a:pt x="20679" y="15696"/>
                </a:lnTo>
                <a:lnTo>
                  <a:pt x="20679" y="15741"/>
                </a:lnTo>
                <a:lnTo>
                  <a:pt x="20657" y="15741"/>
                </a:lnTo>
              </a:path>
              <a:path w="21600" h="21600">
                <a:moveTo>
                  <a:pt x="19147" y="15696"/>
                </a:moveTo>
                <a:lnTo>
                  <a:pt x="19170" y="15696"/>
                </a:lnTo>
                <a:lnTo>
                  <a:pt x="19170" y="15741"/>
                </a:lnTo>
                <a:lnTo>
                  <a:pt x="19147" y="15741"/>
                </a:lnTo>
              </a:path>
              <a:path w="21600" h="21600">
                <a:moveTo>
                  <a:pt x="18699" y="15696"/>
                </a:moveTo>
                <a:lnTo>
                  <a:pt x="18721" y="15696"/>
                </a:lnTo>
                <a:lnTo>
                  <a:pt x="18721" y="15741"/>
                </a:lnTo>
                <a:lnTo>
                  <a:pt x="18699" y="15741"/>
                </a:lnTo>
              </a:path>
              <a:path w="21600" h="21600">
                <a:moveTo>
                  <a:pt x="18397" y="15696"/>
                </a:moveTo>
                <a:lnTo>
                  <a:pt x="18419" y="15696"/>
                </a:lnTo>
                <a:lnTo>
                  <a:pt x="18419" y="15741"/>
                </a:lnTo>
                <a:lnTo>
                  <a:pt x="18397" y="15741"/>
                </a:lnTo>
              </a:path>
              <a:path w="21600" h="21600">
                <a:moveTo>
                  <a:pt x="17944" y="15696"/>
                </a:moveTo>
                <a:lnTo>
                  <a:pt x="17966" y="15696"/>
                </a:lnTo>
                <a:lnTo>
                  <a:pt x="17966" y="15741"/>
                </a:lnTo>
                <a:lnTo>
                  <a:pt x="17944" y="15741"/>
                </a:lnTo>
              </a:path>
              <a:path w="21600" h="21600">
                <a:moveTo>
                  <a:pt x="16434" y="15696"/>
                </a:moveTo>
                <a:lnTo>
                  <a:pt x="16456" y="15696"/>
                </a:lnTo>
                <a:lnTo>
                  <a:pt x="16456" y="15741"/>
                </a:lnTo>
                <a:lnTo>
                  <a:pt x="16434" y="15741"/>
                </a:lnTo>
              </a:path>
              <a:path w="21600" h="21600">
                <a:moveTo>
                  <a:pt x="15993" y="15696"/>
                </a:moveTo>
                <a:lnTo>
                  <a:pt x="16015" y="15696"/>
                </a:lnTo>
                <a:lnTo>
                  <a:pt x="16015" y="15741"/>
                </a:lnTo>
                <a:lnTo>
                  <a:pt x="15993" y="15741"/>
                </a:lnTo>
              </a:path>
              <a:path w="21600" h="21600">
                <a:moveTo>
                  <a:pt x="15691" y="15696"/>
                </a:moveTo>
                <a:lnTo>
                  <a:pt x="15713" y="15696"/>
                </a:lnTo>
                <a:lnTo>
                  <a:pt x="15713" y="15741"/>
                </a:lnTo>
                <a:lnTo>
                  <a:pt x="15691" y="15741"/>
                </a:lnTo>
              </a:path>
              <a:path w="21600" h="21600">
                <a:moveTo>
                  <a:pt x="15238" y="15696"/>
                </a:moveTo>
                <a:lnTo>
                  <a:pt x="15260" y="15696"/>
                </a:lnTo>
                <a:lnTo>
                  <a:pt x="15260" y="15741"/>
                </a:lnTo>
                <a:lnTo>
                  <a:pt x="15238" y="15741"/>
                </a:lnTo>
              </a:path>
              <a:path w="21600" h="21600">
                <a:moveTo>
                  <a:pt x="13728" y="15696"/>
                </a:moveTo>
                <a:lnTo>
                  <a:pt x="13751" y="15696"/>
                </a:lnTo>
                <a:lnTo>
                  <a:pt x="13751" y="15741"/>
                </a:lnTo>
                <a:lnTo>
                  <a:pt x="13728" y="15741"/>
                </a:lnTo>
              </a:path>
              <a:path w="21600" h="21600">
                <a:moveTo>
                  <a:pt x="13280" y="15696"/>
                </a:moveTo>
                <a:lnTo>
                  <a:pt x="13302" y="15696"/>
                </a:lnTo>
                <a:lnTo>
                  <a:pt x="13302" y="15741"/>
                </a:lnTo>
                <a:lnTo>
                  <a:pt x="13280" y="15741"/>
                </a:lnTo>
              </a:path>
              <a:path w="21600" h="21600">
                <a:moveTo>
                  <a:pt x="12978" y="15696"/>
                </a:moveTo>
                <a:lnTo>
                  <a:pt x="13000" y="15696"/>
                </a:lnTo>
                <a:lnTo>
                  <a:pt x="13000" y="15741"/>
                </a:lnTo>
                <a:lnTo>
                  <a:pt x="12978" y="15741"/>
                </a:lnTo>
              </a:path>
              <a:path w="21600" h="21600">
                <a:moveTo>
                  <a:pt x="12525" y="15696"/>
                </a:moveTo>
                <a:lnTo>
                  <a:pt x="12547" y="15696"/>
                </a:lnTo>
                <a:lnTo>
                  <a:pt x="12547" y="15741"/>
                </a:lnTo>
                <a:lnTo>
                  <a:pt x="12525" y="15741"/>
                </a:lnTo>
              </a:path>
              <a:path w="21600" h="21600">
                <a:moveTo>
                  <a:pt x="11015" y="15696"/>
                </a:moveTo>
                <a:lnTo>
                  <a:pt x="11037" y="15696"/>
                </a:lnTo>
                <a:lnTo>
                  <a:pt x="11037" y="15741"/>
                </a:lnTo>
                <a:lnTo>
                  <a:pt x="11015" y="15741"/>
                </a:lnTo>
              </a:path>
              <a:path w="21600" h="21600">
                <a:moveTo>
                  <a:pt x="9052" y="15696"/>
                </a:moveTo>
                <a:lnTo>
                  <a:pt x="9074" y="15696"/>
                </a:lnTo>
                <a:lnTo>
                  <a:pt x="9074" y="15741"/>
                </a:lnTo>
                <a:lnTo>
                  <a:pt x="9052" y="15741"/>
                </a:lnTo>
              </a:path>
              <a:path w="21600" h="21600">
                <a:moveTo>
                  <a:pt x="8599" y="15696"/>
                </a:moveTo>
                <a:lnTo>
                  <a:pt x="8621" y="15696"/>
                </a:lnTo>
                <a:lnTo>
                  <a:pt x="8621" y="15741"/>
                </a:lnTo>
                <a:lnTo>
                  <a:pt x="8599" y="15741"/>
                </a:lnTo>
              </a:path>
              <a:path w="21600" h="21600">
                <a:moveTo>
                  <a:pt x="8297" y="15696"/>
                </a:moveTo>
                <a:lnTo>
                  <a:pt x="8319" y="15696"/>
                </a:lnTo>
                <a:lnTo>
                  <a:pt x="8319" y="15741"/>
                </a:lnTo>
                <a:lnTo>
                  <a:pt x="8297" y="15741"/>
                </a:lnTo>
              </a:path>
              <a:path w="21600" h="21600">
                <a:moveTo>
                  <a:pt x="7848" y="15696"/>
                </a:moveTo>
                <a:lnTo>
                  <a:pt x="7870" y="15696"/>
                </a:lnTo>
                <a:lnTo>
                  <a:pt x="7870" y="15741"/>
                </a:lnTo>
                <a:lnTo>
                  <a:pt x="7848" y="15741"/>
                </a:lnTo>
              </a:path>
              <a:path w="21600" h="21600">
                <a:moveTo>
                  <a:pt x="6338" y="15696"/>
                </a:moveTo>
                <a:lnTo>
                  <a:pt x="6361" y="15696"/>
                </a:lnTo>
                <a:lnTo>
                  <a:pt x="6361" y="15741"/>
                </a:lnTo>
                <a:lnTo>
                  <a:pt x="6338" y="15741"/>
                </a:lnTo>
              </a:path>
              <a:path w="21600" h="21600">
                <a:moveTo>
                  <a:pt x="5886" y="15696"/>
                </a:moveTo>
                <a:lnTo>
                  <a:pt x="5908" y="15696"/>
                </a:lnTo>
                <a:lnTo>
                  <a:pt x="5908" y="15741"/>
                </a:lnTo>
                <a:lnTo>
                  <a:pt x="5886" y="15741"/>
                </a:lnTo>
              </a:path>
              <a:path w="21600" h="21600">
                <a:moveTo>
                  <a:pt x="5584" y="15696"/>
                </a:moveTo>
                <a:lnTo>
                  <a:pt x="5606" y="15696"/>
                </a:lnTo>
                <a:lnTo>
                  <a:pt x="5606" y="15741"/>
                </a:lnTo>
                <a:lnTo>
                  <a:pt x="5584" y="15741"/>
                </a:lnTo>
              </a:path>
              <a:path w="21600" h="21600">
                <a:moveTo>
                  <a:pt x="5143" y="15696"/>
                </a:moveTo>
                <a:lnTo>
                  <a:pt x="5165" y="15696"/>
                </a:lnTo>
                <a:lnTo>
                  <a:pt x="5165" y="15741"/>
                </a:lnTo>
                <a:lnTo>
                  <a:pt x="5143" y="15741"/>
                </a:lnTo>
              </a:path>
              <a:path w="21600" h="21600">
                <a:moveTo>
                  <a:pt x="2429" y="15696"/>
                </a:moveTo>
                <a:lnTo>
                  <a:pt x="2452" y="15696"/>
                </a:lnTo>
                <a:lnTo>
                  <a:pt x="2452" y="15741"/>
                </a:lnTo>
                <a:lnTo>
                  <a:pt x="2429" y="15741"/>
                </a:lnTo>
              </a:path>
              <a:path w="21600" h="21600">
                <a:moveTo>
                  <a:pt x="920" y="15696"/>
                </a:moveTo>
                <a:lnTo>
                  <a:pt x="942" y="15696"/>
                </a:lnTo>
                <a:lnTo>
                  <a:pt x="942" y="15741"/>
                </a:lnTo>
                <a:lnTo>
                  <a:pt x="920" y="15741"/>
                </a:lnTo>
              </a:path>
              <a:path w="21600" h="21600">
                <a:moveTo>
                  <a:pt x="467" y="15696"/>
                </a:moveTo>
                <a:lnTo>
                  <a:pt x="489" y="15696"/>
                </a:lnTo>
                <a:lnTo>
                  <a:pt x="489" y="15741"/>
                </a:lnTo>
                <a:lnTo>
                  <a:pt x="467" y="15741"/>
                </a:lnTo>
              </a:path>
              <a:path w="21600" h="21600">
                <a:moveTo>
                  <a:pt x="165" y="15696"/>
                </a:moveTo>
                <a:lnTo>
                  <a:pt x="187" y="15696"/>
                </a:lnTo>
                <a:lnTo>
                  <a:pt x="187" y="15741"/>
                </a:lnTo>
                <a:lnTo>
                  <a:pt x="165" y="15741"/>
                </a:lnTo>
              </a:path>
              <a:path w="21600" h="21600">
                <a:moveTo>
                  <a:pt x="17783" y="15690"/>
                </a:moveTo>
                <a:lnTo>
                  <a:pt x="17825" y="15690"/>
                </a:lnTo>
                <a:lnTo>
                  <a:pt x="17825" y="15775"/>
                </a:lnTo>
                <a:lnTo>
                  <a:pt x="17783" y="15775"/>
                </a:lnTo>
              </a:path>
              <a:path w="21600" h="21600">
                <a:moveTo>
                  <a:pt x="3774" y="15690"/>
                </a:moveTo>
                <a:lnTo>
                  <a:pt x="3816" y="15690"/>
                </a:lnTo>
                <a:lnTo>
                  <a:pt x="3816" y="15775"/>
                </a:lnTo>
                <a:lnTo>
                  <a:pt x="3774" y="15775"/>
                </a:lnTo>
              </a:path>
              <a:path w="21600" h="21600">
                <a:moveTo>
                  <a:pt x="14475" y="15690"/>
                </a:moveTo>
                <a:lnTo>
                  <a:pt x="14514" y="15690"/>
                </a:lnTo>
                <a:lnTo>
                  <a:pt x="14514" y="15771"/>
                </a:lnTo>
                <a:lnTo>
                  <a:pt x="14475" y="15771"/>
                </a:lnTo>
              </a:path>
              <a:path w="21600" h="21600">
                <a:moveTo>
                  <a:pt x="7085" y="15690"/>
                </a:moveTo>
                <a:lnTo>
                  <a:pt x="7124" y="15690"/>
                </a:lnTo>
                <a:lnTo>
                  <a:pt x="7124" y="15771"/>
                </a:lnTo>
                <a:lnTo>
                  <a:pt x="7085" y="15771"/>
                </a:lnTo>
              </a:path>
              <a:path w="21600" h="21600">
                <a:moveTo>
                  <a:pt x="16578" y="15687"/>
                </a:moveTo>
                <a:lnTo>
                  <a:pt x="16614" y="15687"/>
                </a:lnTo>
                <a:lnTo>
                  <a:pt x="16614" y="15761"/>
                </a:lnTo>
                <a:lnTo>
                  <a:pt x="16578" y="15761"/>
                </a:lnTo>
              </a:path>
              <a:path w="21600" h="21600">
                <a:moveTo>
                  <a:pt x="4985" y="15687"/>
                </a:moveTo>
                <a:lnTo>
                  <a:pt x="5021" y="15687"/>
                </a:lnTo>
                <a:lnTo>
                  <a:pt x="5021" y="15761"/>
                </a:lnTo>
                <a:lnTo>
                  <a:pt x="4985" y="15761"/>
                </a:lnTo>
              </a:path>
              <a:path w="21600" h="21600">
                <a:moveTo>
                  <a:pt x="2875" y="15686"/>
                </a:moveTo>
                <a:lnTo>
                  <a:pt x="2903" y="15686"/>
                </a:lnTo>
                <a:lnTo>
                  <a:pt x="2903" y="15743"/>
                </a:lnTo>
                <a:lnTo>
                  <a:pt x="2875" y="15743"/>
                </a:lnTo>
              </a:path>
              <a:path w="21600" h="21600">
                <a:moveTo>
                  <a:pt x="10860" y="15685"/>
                </a:moveTo>
                <a:lnTo>
                  <a:pt x="10891" y="15685"/>
                </a:lnTo>
                <a:lnTo>
                  <a:pt x="10891" y="15748"/>
                </a:lnTo>
                <a:lnTo>
                  <a:pt x="10860" y="15748"/>
                </a:lnTo>
              </a:path>
              <a:path w="21600" h="21600">
                <a:moveTo>
                  <a:pt x="20203" y="15647"/>
                </a:moveTo>
                <a:lnTo>
                  <a:pt x="20227" y="15647"/>
                </a:lnTo>
                <a:lnTo>
                  <a:pt x="20227" y="15696"/>
                </a:lnTo>
                <a:lnTo>
                  <a:pt x="20203" y="15696"/>
                </a:lnTo>
              </a:path>
              <a:path w="21600" h="21600">
                <a:moveTo>
                  <a:pt x="14784" y="15647"/>
                </a:moveTo>
                <a:lnTo>
                  <a:pt x="14808" y="15647"/>
                </a:lnTo>
                <a:lnTo>
                  <a:pt x="14808" y="15696"/>
                </a:lnTo>
                <a:lnTo>
                  <a:pt x="14784" y="15696"/>
                </a:lnTo>
              </a:path>
              <a:path w="21600" h="21600">
                <a:moveTo>
                  <a:pt x="9504" y="15647"/>
                </a:moveTo>
                <a:lnTo>
                  <a:pt x="9528" y="15647"/>
                </a:lnTo>
                <a:lnTo>
                  <a:pt x="9528" y="15696"/>
                </a:lnTo>
                <a:lnTo>
                  <a:pt x="9504" y="15696"/>
                </a:lnTo>
              </a:path>
              <a:path w="21600" h="21600">
                <a:moveTo>
                  <a:pt x="6790" y="15647"/>
                </a:moveTo>
                <a:lnTo>
                  <a:pt x="6814" y="15647"/>
                </a:lnTo>
                <a:lnTo>
                  <a:pt x="6814" y="15696"/>
                </a:lnTo>
                <a:lnTo>
                  <a:pt x="6790" y="15696"/>
                </a:lnTo>
              </a:path>
              <a:path w="21600" h="21600">
                <a:moveTo>
                  <a:pt x="4085" y="15647"/>
                </a:moveTo>
                <a:lnTo>
                  <a:pt x="4109" y="15647"/>
                </a:lnTo>
                <a:lnTo>
                  <a:pt x="4109" y="15696"/>
                </a:lnTo>
                <a:lnTo>
                  <a:pt x="4085" y="15696"/>
                </a:lnTo>
              </a:path>
              <a:path w="21600" h="21600">
                <a:moveTo>
                  <a:pt x="9184" y="15621"/>
                </a:moveTo>
                <a:lnTo>
                  <a:pt x="9243" y="15621"/>
                </a:lnTo>
                <a:lnTo>
                  <a:pt x="9243" y="15741"/>
                </a:lnTo>
                <a:lnTo>
                  <a:pt x="9184" y="15741"/>
                </a:lnTo>
              </a:path>
              <a:path w="21600" h="21600">
                <a:moveTo>
                  <a:pt x="19297" y="15620"/>
                </a:moveTo>
                <a:lnTo>
                  <a:pt x="19322" y="15620"/>
                </a:lnTo>
                <a:lnTo>
                  <a:pt x="19322" y="15672"/>
                </a:lnTo>
                <a:lnTo>
                  <a:pt x="19297" y="15672"/>
                </a:lnTo>
              </a:path>
              <a:path w="21600" h="21600">
                <a:moveTo>
                  <a:pt x="13878" y="15620"/>
                </a:moveTo>
                <a:lnTo>
                  <a:pt x="13903" y="15620"/>
                </a:lnTo>
                <a:lnTo>
                  <a:pt x="13903" y="15672"/>
                </a:lnTo>
                <a:lnTo>
                  <a:pt x="13878" y="15672"/>
                </a:lnTo>
              </a:path>
              <a:path w="21600" h="21600">
                <a:moveTo>
                  <a:pt x="7695" y="15620"/>
                </a:moveTo>
                <a:lnTo>
                  <a:pt x="7721" y="15620"/>
                </a:lnTo>
                <a:lnTo>
                  <a:pt x="7721" y="15672"/>
                </a:lnTo>
                <a:lnTo>
                  <a:pt x="7695" y="15672"/>
                </a:lnTo>
              </a:path>
              <a:path w="21600" h="21600">
                <a:moveTo>
                  <a:pt x="2277" y="15620"/>
                </a:moveTo>
                <a:lnTo>
                  <a:pt x="2302" y="15620"/>
                </a:lnTo>
                <a:lnTo>
                  <a:pt x="2302" y="15672"/>
                </a:lnTo>
                <a:lnTo>
                  <a:pt x="2277" y="15672"/>
                </a:lnTo>
              </a:path>
              <a:path w="21600" h="21600">
                <a:moveTo>
                  <a:pt x="21259" y="15618"/>
                </a:moveTo>
                <a:lnTo>
                  <a:pt x="21286" y="15618"/>
                </a:lnTo>
                <a:lnTo>
                  <a:pt x="21286" y="15674"/>
                </a:lnTo>
                <a:lnTo>
                  <a:pt x="21259" y="15674"/>
                </a:lnTo>
              </a:path>
              <a:path w="21600" h="21600">
                <a:moveTo>
                  <a:pt x="18545" y="15618"/>
                </a:moveTo>
                <a:lnTo>
                  <a:pt x="18573" y="15618"/>
                </a:lnTo>
                <a:lnTo>
                  <a:pt x="18573" y="15674"/>
                </a:lnTo>
                <a:lnTo>
                  <a:pt x="18545" y="15674"/>
                </a:lnTo>
              </a:path>
              <a:path w="21600" h="21600">
                <a:moveTo>
                  <a:pt x="15839" y="15618"/>
                </a:moveTo>
                <a:lnTo>
                  <a:pt x="15867" y="15618"/>
                </a:lnTo>
                <a:lnTo>
                  <a:pt x="15867" y="15674"/>
                </a:lnTo>
                <a:lnTo>
                  <a:pt x="15839" y="15674"/>
                </a:lnTo>
              </a:path>
              <a:path w="21600" h="21600">
                <a:moveTo>
                  <a:pt x="13126" y="15618"/>
                </a:moveTo>
                <a:lnTo>
                  <a:pt x="13154" y="15618"/>
                </a:lnTo>
                <a:lnTo>
                  <a:pt x="13154" y="15674"/>
                </a:lnTo>
                <a:lnTo>
                  <a:pt x="13126" y="15674"/>
                </a:lnTo>
              </a:path>
              <a:path w="21600" h="21600">
                <a:moveTo>
                  <a:pt x="8445" y="15618"/>
                </a:moveTo>
                <a:lnTo>
                  <a:pt x="8472" y="15618"/>
                </a:lnTo>
                <a:lnTo>
                  <a:pt x="8472" y="15674"/>
                </a:lnTo>
                <a:lnTo>
                  <a:pt x="8445" y="15674"/>
                </a:lnTo>
              </a:path>
              <a:path w="21600" h="21600">
                <a:moveTo>
                  <a:pt x="3026" y="15618"/>
                </a:moveTo>
                <a:lnTo>
                  <a:pt x="3054" y="15618"/>
                </a:lnTo>
                <a:lnTo>
                  <a:pt x="3054" y="15674"/>
                </a:lnTo>
                <a:lnTo>
                  <a:pt x="3026" y="15674"/>
                </a:lnTo>
              </a:path>
              <a:path w="21600" h="21600">
                <a:moveTo>
                  <a:pt x="313" y="15618"/>
                </a:moveTo>
                <a:lnTo>
                  <a:pt x="340" y="15618"/>
                </a:lnTo>
                <a:lnTo>
                  <a:pt x="340" y="15674"/>
                </a:lnTo>
                <a:lnTo>
                  <a:pt x="313" y="15674"/>
                </a:lnTo>
              </a:path>
              <a:path w="21600" h="21600">
                <a:moveTo>
                  <a:pt x="1065" y="15561"/>
                </a:moveTo>
                <a:lnTo>
                  <a:pt x="1099" y="15561"/>
                </a:lnTo>
                <a:lnTo>
                  <a:pt x="1099" y="15631"/>
                </a:lnTo>
                <a:lnTo>
                  <a:pt x="1065" y="15631"/>
                </a:lnTo>
              </a:path>
              <a:path w="21600" h="21600">
                <a:moveTo>
                  <a:pt x="19598" y="15519"/>
                </a:moveTo>
                <a:lnTo>
                  <a:pt x="19625" y="15519"/>
                </a:lnTo>
                <a:lnTo>
                  <a:pt x="19625" y="15575"/>
                </a:lnTo>
                <a:lnTo>
                  <a:pt x="19598" y="15575"/>
                </a:lnTo>
              </a:path>
              <a:path w="21600" h="21600">
                <a:moveTo>
                  <a:pt x="16884" y="15519"/>
                </a:moveTo>
                <a:lnTo>
                  <a:pt x="16912" y="15519"/>
                </a:lnTo>
                <a:lnTo>
                  <a:pt x="16912" y="15575"/>
                </a:lnTo>
                <a:lnTo>
                  <a:pt x="16884" y="15575"/>
                </a:lnTo>
              </a:path>
              <a:path w="21600" h="21600">
                <a:moveTo>
                  <a:pt x="7393" y="15519"/>
                </a:moveTo>
                <a:lnTo>
                  <a:pt x="7420" y="15519"/>
                </a:lnTo>
                <a:lnTo>
                  <a:pt x="7420" y="15575"/>
                </a:lnTo>
                <a:lnTo>
                  <a:pt x="7393" y="15575"/>
                </a:lnTo>
              </a:path>
              <a:path w="21600" h="21600">
                <a:moveTo>
                  <a:pt x="4687" y="15519"/>
                </a:moveTo>
                <a:lnTo>
                  <a:pt x="4714" y="15519"/>
                </a:lnTo>
                <a:lnTo>
                  <a:pt x="4714" y="15575"/>
                </a:lnTo>
                <a:lnTo>
                  <a:pt x="4687" y="15575"/>
                </a:lnTo>
              </a:path>
              <a:path w="21600" h="21600">
                <a:moveTo>
                  <a:pt x="1974" y="15519"/>
                </a:moveTo>
                <a:lnTo>
                  <a:pt x="2001" y="15519"/>
                </a:lnTo>
                <a:lnTo>
                  <a:pt x="2001" y="15575"/>
                </a:lnTo>
                <a:lnTo>
                  <a:pt x="1974" y="15575"/>
                </a:lnTo>
              </a:path>
              <a:path w="21600" h="21600">
                <a:moveTo>
                  <a:pt x="11460" y="15519"/>
                </a:moveTo>
                <a:lnTo>
                  <a:pt x="11498" y="15519"/>
                </a:lnTo>
                <a:lnTo>
                  <a:pt x="11498" y="15597"/>
                </a:lnTo>
                <a:lnTo>
                  <a:pt x="11460" y="15597"/>
                </a:lnTo>
              </a:path>
              <a:path w="21600" h="21600">
                <a:moveTo>
                  <a:pt x="768" y="15489"/>
                </a:moveTo>
                <a:lnTo>
                  <a:pt x="792" y="15489"/>
                </a:lnTo>
                <a:lnTo>
                  <a:pt x="792" y="15538"/>
                </a:lnTo>
                <a:lnTo>
                  <a:pt x="768" y="15538"/>
                </a:lnTo>
              </a:path>
              <a:path w="21600" h="21600">
                <a:moveTo>
                  <a:pt x="20803" y="15482"/>
                </a:moveTo>
                <a:lnTo>
                  <a:pt x="20836" y="15482"/>
                </a:lnTo>
                <a:lnTo>
                  <a:pt x="20836" y="15549"/>
                </a:lnTo>
                <a:lnTo>
                  <a:pt x="20803" y="15549"/>
                </a:lnTo>
              </a:path>
              <a:path w="21600" h="21600">
                <a:moveTo>
                  <a:pt x="4389" y="15476"/>
                </a:moveTo>
                <a:lnTo>
                  <a:pt x="4409" y="15476"/>
                </a:lnTo>
                <a:lnTo>
                  <a:pt x="4409" y="15518"/>
                </a:lnTo>
                <a:lnTo>
                  <a:pt x="4389" y="15518"/>
                </a:lnTo>
              </a:path>
              <a:path w="21600" h="21600">
                <a:moveTo>
                  <a:pt x="11765" y="15467"/>
                </a:moveTo>
                <a:lnTo>
                  <a:pt x="11797" y="15467"/>
                </a:lnTo>
                <a:lnTo>
                  <a:pt x="11797" y="15534"/>
                </a:lnTo>
                <a:lnTo>
                  <a:pt x="11765" y="15534"/>
                </a:lnTo>
              </a:path>
              <a:path w="21600" h="21600">
                <a:moveTo>
                  <a:pt x="9801" y="15467"/>
                </a:moveTo>
                <a:lnTo>
                  <a:pt x="9834" y="15467"/>
                </a:lnTo>
                <a:lnTo>
                  <a:pt x="9834" y="15534"/>
                </a:lnTo>
                <a:lnTo>
                  <a:pt x="9801" y="15534"/>
                </a:lnTo>
              </a:path>
              <a:path w="21600" h="21600">
                <a:moveTo>
                  <a:pt x="13413" y="15466"/>
                </a:moveTo>
                <a:lnTo>
                  <a:pt x="13462" y="15466"/>
                </a:lnTo>
                <a:lnTo>
                  <a:pt x="13462" y="15565"/>
                </a:lnTo>
                <a:lnTo>
                  <a:pt x="13413" y="15565"/>
                </a:lnTo>
              </a:path>
              <a:path w="21600" h="21600">
                <a:moveTo>
                  <a:pt x="8137" y="15466"/>
                </a:moveTo>
                <a:lnTo>
                  <a:pt x="8185" y="15466"/>
                </a:lnTo>
                <a:lnTo>
                  <a:pt x="8185" y="15565"/>
                </a:lnTo>
                <a:lnTo>
                  <a:pt x="8137" y="15565"/>
                </a:lnTo>
              </a:path>
              <a:path w="21600" h="21600">
                <a:moveTo>
                  <a:pt x="12365" y="15456"/>
                </a:moveTo>
                <a:lnTo>
                  <a:pt x="12405" y="15456"/>
                </a:lnTo>
                <a:lnTo>
                  <a:pt x="12405" y="15537"/>
                </a:lnTo>
                <a:lnTo>
                  <a:pt x="12365" y="15537"/>
                </a:lnTo>
              </a:path>
              <a:path w="21600" h="21600">
                <a:moveTo>
                  <a:pt x="9194" y="15456"/>
                </a:moveTo>
                <a:lnTo>
                  <a:pt x="9233" y="15456"/>
                </a:lnTo>
                <a:lnTo>
                  <a:pt x="9233" y="15537"/>
                </a:lnTo>
                <a:lnTo>
                  <a:pt x="9194" y="15537"/>
                </a:lnTo>
              </a:path>
              <a:path w="21600" h="21600">
                <a:moveTo>
                  <a:pt x="20658" y="15434"/>
                </a:moveTo>
                <a:lnTo>
                  <a:pt x="20679" y="15434"/>
                </a:lnTo>
                <a:lnTo>
                  <a:pt x="20679" y="15476"/>
                </a:lnTo>
                <a:lnTo>
                  <a:pt x="20658" y="15476"/>
                </a:lnTo>
              </a:path>
              <a:path w="21600" h="21600">
                <a:moveTo>
                  <a:pt x="19148" y="15434"/>
                </a:moveTo>
                <a:lnTo>
                  <a:pt x="19169" y="15434"/>
                </a:lnTo>
                <a:lnTo>
                  <a:pt x="19169" y="15476"/>
                </a:lnTo>
                <a:lnTo>
                  <a:pt x="19148" y="15476"/>
                </a:lnTo>
              </a:path>
              <a:path w="21600" h="21600">
                <a:moveTo>
                  <a:pt x="18700" y="15434"/>
                </a:moveTo>
                <a:lnTo>
                  <a:pt x="18720" y="15434"/>
                </a:lnTo>
                <a:lnTo>
                  <a:pt x="18720" y="15476"/>
                </a:lnTo>
                <a:lnTo>
                  <a:pt x="18700" y="15476"/>
                </a:lnTo>
              </a:path>
              <a:path w="21600" h="21600">
                <a:moveTo>
                  <a:pt x="18398" y="15434"/>
                </a:moveTo>
                <a:lnTo>
                  <a:pt x="18418" y="15434"/>
                </a:lnTo>
                <a:lnTo>
                  <a:pt x="18418" y="15476"/>
                </a:lnTo>
                <a:lnTo>
                  <a:pt x="18398" y="15476"/>
                </a:lnTo>
              </a:path>
              <a:path w="21600" h="21600">
                <a:moveTo>
                  <a:pt x="17945" y="15434"/>
                </a:moveTo>
                <a:lnTo>
                  <a:pt x="17965" y="15434"/>
                </a:lnTo>
                <a:lnTo>
                  <a:pt x="17965" y="15476"/>
                </a:lnTo>
                <a:lnTo>
                  <a:pt x="17945" y="15476"/>
                </a:lnTo>
              </a:path>
              <a:path w="21600" h="21600">
                <a:moveTo>
                  <a:pt x="16435" y="15434"/>
                </a:moveTo>
                <a:lnTo>
                  <a:pt x="16455" y="15434"/>
                </a:lnTo>
                <a:lnTo>
                  <a:pt x="16455" y="15476"/>
                </a:lnTo>
                <a:lnTo>
                  <a:pt x="16435" y="15476"/>
                </a:lnTo>
              </a:path>
              <a:path w="21600" h="21600">
                <a:moveTo>
                  <a:pt x="15994" y="15434"/>
                </a:moveTo>
                <a:lnTo>
                  <a:pt x="16014" y="15434"/>
                </a:lnTo>
                <a:lnTo>
                  <a:pt x="16014" y="15476"/>
                </a:lnTo>
                <a:lnTo>
                  <a:pt x="15994" y="15476"/>
                </a:lnTo>
              </a:path>
              <a:path w="21600" h="21600">
                <a:moveTo>
                  <a:pt x="15692" y="15434"/>
                </a:moveTo>
                <a:lnTo>
                  <a:pt x="15712" y="15434"/>
                </a:lnTo>
                <a:lnTo>
                  <a:pt x="15712" y="15476"/>
                </a:lnTo>
                <a:lnTo>
                  <a:pt x="15692" y="15476"/>
                </a:lnTo>
              </a:path>
              <a:path w="21600" h="21600">
                <a:moveTo>
                  <a:pt x="15239" y="15434"/>
                </a:moveTo>
                <a:lnTo>
                  <a:pt x="15259" y="15434"/>
                </a:lnTo>
                <a:lnTo>
                  <a:pt x="15259" y="15476"/>
                </a:lnTo>
                <a:lnTo>
                  <a:pt x="15239" y="15476"/>
                </a:lnTo>
              </a:path>
              <a:path w="21600" h="21600">
                <a:moveTo>
                  <a:pt x="13729" y="15434"/>
                </a:moveTo>
                <a:lnTo>
                  <a:pt x="13750" y="15434"/>
                </a:lnTo>
                <a:lnTo>
                  <a:pt x="13750" y="15476"/>
                </a:lnTo>
                <a:lnTo>
                  <a:pt x="13729" y="15476"/>
                </a:lnTo>
              </a:path>
              <a:path w="21600" h="21600">
                <a:moveTo>
                  <a:pt x="13281" y="15434"/>
                </a:moveTo>
                <a:lnTo>
                  <a:pt x="13301" y="15434"/>
                </a:lnTo>
                <a:lnTo>
                  <a:pt x="13301" y="15476"/>
                </a:lnTo>
                <a:lnTo>
                  <a:pt x="13281" y="15476"/>
                </a:lnTo>
              </a:path>
              <a:path w="21600" h="21600">
                <a:moveTo>
                  <a:pt x="12979" y="15434"/>
                </a:moveTo>
                <a:lnTo>
                  <a:pt x="12999" y="15434"/>
                </a:lnTo>
                <a:lnTo>
                  <a:pt x="12999" y="15476"/>
                </a:lnTo>
                <a:lnTo>
                  <a:pt x="12979" y="15476"/>
                </a:lnTo>
              </a:path>
              <a:path w="21600" h="21600">
                <a:moveTo>
                  <a:pt x="12526" y="15434"/>
                </a:moveTo>
                <a:lnTo>
                  <a:pt x="12546" y="15434"/>
                </a:lnTo>
                <a:lnTo>
                  <a:pt x="12546" y="15476"/>
                </a:lnTo>
                <a:lnTo>
                  <a:pt x="12526" y="15476"/>
                </a:lnTo>
              </a:path>
              <a:path w="21600" h="21600">
                <a:moveTo>
                  <a:pt x="11016" y="15434"/>
                </a:moveTo>
                <a:lnTo>
                  <a:pt x="11036" y="15434"/>
                </a:lnTo>
                <a:lnTo>
                  <a:pt x="11036" y="15476"/>
                </a:lnTo>
                <a:lnTo>
                  <a:pt x="11016" y="15476"/>
                </a:lnTo>
              </a:path>
              <a:path w="21600" h="21600">
                <a:moveTo>
                  <a:pt x="10109" y="15434"/>
                </a:moveTo>
                <a:lnTo>
                  <a:pt x="10130" y="15434"/>
                </a:lnTo>
                <a:lnTo>
                  <a:pt x="10130" y="15476"/>
                </a:lnTo>
                <a:lnTo>
                  <a:pt x="10109" y="15476"/>
                </a:lnTo>
              </a:path>
              <a:path w="21600" h="21600">
                <a:moveTo>
                  <a:pt x="9052" y="15434"/>
                </a:moveTo>
                <a:lnTo>
                  <a:pt x="9073" y="15434"/>
                </a:lnTo>
                <a:lnTo>
                  <a:pt x="9073" y="15476"/>
                </a:lnTo>
                <a:lnTo>
                  <a:pt x="9052" y="15476"/>
                </a:lnTo>
              </a:path>
              <a:path w="21600" h="21600">
                <a:moveTo>
                  <a:pt x="8599" y="15434"/>
                </a:moveTo>
                <a:lnTo>
                  <a:pt x="8620" y="15434"/>
                </a:lnTo>
                <a:lnTo>
                  <a:pt x="8620" y="15476"/>
                </a:lnTo>
                <a:lnTo>
                  <a:pt x="8599" y="15476"/>
                </a:lnTo>
              </a:path>
              <a:path w="21600" h="21600">
                <a:moveTo>
                  <a:pt x="8297" y="15434"/>
                </a:moveTo>
                <a:lnTo>
                  <a:pt x="8318" y="15434"/>
                </a:lnTo>
                <a:lnTo>
                  <a:pt x="8318" y="15476"/>
                </a:lnTo>
                <a:lnTo>
                  <a:pt x="8297" y="15476"/>
                </a:lnTo>
              </a:path>
              <a:path w="21600" h="21600">
                <a:moveTo>
                  <a:pt x="7849" y="15434"/>
                </a:moveTo>
                <a:lnTo>
                  <a:pt x="7869" y="15434"/>
                </a:lnTo>
                <a:lnTo>
                  <a:pt x="7869" y="15476"/>
                </a:lnTo>
                <a:lnTo>
                  <a:pt x="7849" y="15476"/>
                </a:lnTo>
              </a:path>
              <a:path w="21600" h="21600">
                <a:moveTo>
                  <a:pt x="6339" y="15434"/>
                </a:moveTo>
                <a:lnTo>
                  <a:pt x="6360" y="15434"/>
                </a:lnTo>
                <a:lnTo>
                  <a:pt x="6360" y="15476"/>
                </a:lnTo>
                <a:lnTo>
                  <a:pt x="6339" y="15476"/>
                </a:lnTo>
              </a:path>
              <a:path w="21600" h="21600">
                <a:moveTo>
                  <a:pt x="5886" y="15434"/>
                </a:moveTo>
                <a:lnTo>
                  <a:pt x="5907" y="15434"/>
                </a:lnTo>
                <a:lnTo>
                  <a:pt x="5907" y="15476"/>
                </a:lnTo>
                <a:lnTo>
                  <a:pt x="5886" y="15476"/>
                </a:lnTo>
              </a:path>
              <a:path w="21600" h="21600">
                <a:moveTo>
                  <a:pt x="5584" y="15434"/>
                </a:moveTo>
                <a:lnTo>
                  <a:pt x="5605" y="15434"/>
                </a:lnTo>
                <a:lnTo>
                  <a:pt x="5605" y="15476"/>
                </a:lnTo>
                <a:lnTo>
                  <a:pt x="5584" y="15476"/>
                </a:lnTo>
              </a:path>
              <a:path w="21600" h="21600">
                <a:moveTo>
                  <a:pt x="5143" y="15434"/>
                </a:moveTo>
                <a:lnTo>
                  <a:pt x="5164" y="15434"/>
                </a:lnTo>
                <a:lnTo>
                  <a:pt x="5164" y="15476"/>
                </a:lnTo>
                <a:lnTo>
                  <a:pt x="5143" y="15476"/>
                </a:lnTo>
              </a:path>
              <a:path w="21600" h="21600">
                <a:moveTo>
                  <a:pt x="2430" y="15434"/>
                </a:moveTo>
                <a:lnTo>
                  <a:pt x="2451" y="15434"/>
                </a:lnTo>
                <a:lnTo>
                  <a:pt x="2451" y="15476"/>
                </a:lnTo>
                <a:lnTo>
                  <a:pt x="2430" y="15476"/>
                </a:lnTo>
              </a:path>
              <a:path w="21600" h="21600">
                <a:moveTo>
                  <a:pt x="921" y="15434"/>
                </a:moveTo>
                <a:lnTo>
                  <a:pt x="941" y="15434"/>
                </a:lnTo>
                <a:lnTo>
                  <a:pt x="941" y="15476"/>
                </a:lnTo>
                <a:lnTo>
                  <a:pt x="921" y="15476"/>
                </a:lnTo>
              </a:path>
              <a:path w="21600" h="21600">
                <a:moveTo>
                  <a:pt x="468" y="15434"/>
                </a:moveTo>
                <a:lnTo>
                  <a:pt x="488" y="15434"/>
                </a:lnTo>
                <a:lnTo>
                  <a:pt x="488" y="15476"/>
                </a:lnTo>
                <a:lnTo>
                  <a:pt x="468" y="15476"/>
                </a:lnTo>
              </a:path>
              <a:path w="21600" h="21600">
                <a:moveTo>
                  <a:pt x="166" y="15434"/>
                </a:moveTo>
                <a:lnTo>
                  <a:pt x="186" y="15434"/>
                </a:lnTo>
                <a:lnTo>
                  <a:pt x="186" y="15476"/>
                </a:lnTo>
                <a:lnTo>
                  <a:pt x="166" y="15476"/>
                </a:lnTo>
              </a:path>
              <a:path w="21600" h="21600">
                <a:moveTo>
                  <a:pt x="2721" y="15433"/>
                </a:moveTo>
                <a:lnTo>
                  <a:pt x="2763" y="15433"/>
                </a:lnTo>
                <a:lnTo>
                  <a:pt x="2763" y="15519"/>
                </a:lnTo>
                <a:lnTo>
                  <a:pt x="2721" y="15519"/>
                </a:lnTo>
              </a:path>
              <a:path w="21600" h="21600">
                <a:moveTo>
                  <a:pt x="19886" y="15431"/>
                </a:moveTo>
                <a:lnTo>
                  <a:pt x="19941" y="15431"/>
                </a:lnTo>
                <a:lnTo>
                  <a:pt x="19941" y="15544"/>
                </a:lnTo>
                <a:lnTo>
                  <a:pt x="19886" y="15544"/>
                </a:lnTo>
              </a:path>
              <a:path w="21600" h="21600">
                <a:moveTo>
                  <a:pt x="1670" y="15431"/>
                </a:moveTo>
                <a:lnTo>
                  <a:pt x="1701" y="15431"/>
                </a:lnTo>
                <a:lnTo>
                  <a:pt x="1701" y="15494"/>
                </a:lnTo>
                <a:lnTo>
                  <a:pt x="1670" y="15494"/>
                </a:lnTo>
              </a:path>
              <a:path w="21600" h="21600">
                <a:moveTo>
                  <a:pt x="2876" y="15425"/>
                </a:moveTo>
                <a:lnTo>
                  <a:pt x="2902" y="15425"/>
                </a:lnTo>
                <a:lnTo>
                  <a:pt x="2902" y="15478"/>
                </a:lnTo>
                <a:lnTo>
                  <a:pt x="2876" y="15478"/>
                </a:lnTo>
              </a:path>
              <a:path w="21600" h="21600">
                <a:moveTo>
                  <a:pt x="15387" y="15381"/>
                </a:moveTo>
                <a:lnTo>
                  <a:pt x="15414" y="15381"/>
                </a:lnTo>
                <a:lnTo>
                  <a:pt x="15414" y="15438"/>
                </a:lnTo>
                <a:lnTo>
                  <a:pt x="15387" y="15438"/>
                </a:lnTo>
              </a:path>
              <a:path w="21600" h="21600">
                <a:moveTo>
                  <a:pt x="20503" y="15374"/>
                </a:moveTo>
                <a:lnTo>
                  <a:pt x="20532" y="15374"/>
                </a:lnTo>
                <a:lnTo>
                  <a:pt x="20532" y="15434"/>
                </a:lnTo>
                <a:lnTo>
                  <a:pt x="20503" y="15434"/>
                </a:lnTo>
              </a:path>
              <a:path w="21600" h="21600">
                <a:moveTo>
                  <a:pt x="15084" y="15374"/>
                </a:moveTo>
                <a:lnTo>
                  <a:pt x="15113" y="15374"/>
                </a:lnTo>
                <a:lnTo>
                  <a:pt x="15113" y="15434"/>
                </a:lnTo>
                <a:lnTo>
                  <a:pt x="15084" y="15434"/>
                </a:lnTo>
              </a:path>
              <a:path w="21600" h="21600">
                <a:moveTo>
                  <a:pt x="6486" y="15374"/>
                </a:moveTo>
                <a:lnTo>
                  <a:pt x="6515" y="15374"/>
                </a:lnTo>
                <a:lnTo>
                  <a:pt x="6515" y="15434"/>
                </a:lnTo>
                <a:lnTo>
                  <a:pt x="6486" y="15434"/>
                </a:lnTo>
              </a:path>
              <a:path w="21600" h="21600">
                <a:moveTo>
                  <a:pt x="20204" y="15373"/>
                </a:moveTo>
                <a:lnTo>
                  <a:pt x="20226" y="15373"/>
                </a:lnTo>
                <a:lnTo>
                  <a:pt x="20226" y="15419"/>
                </a:lnTo>
                <a:lnTo>
                  <a:pt x="20204" y="15419"/>
                </a:lnTo>
              </a:path>
              <a:path w="21600" h="21600">
                <a:moveTo>
                  <a:pt x="14785" y="15373"/>
                </a:moveTo>
                <a:lnTo>
                  <a:pt x="14807" y="15373"/>
                </a:lnTo>
                <a:lnTo>
                  <a:pt x="14807" y="15419"/>
                </a:lnTo>
                <a:lnTo>
                  <a:pt x="14785" y="15419"/>
                </a:lnTo>
              </a:path>
              <a:path w="21600" h="21600">
                <a:moveTo>
                  <a:pt x="9504" y="15373"/>
                </a:moveTo>
                <a:lnTo>
                  <a:pt x="9527" y="15373"/>
                </a:lnTo>
                <a:lnTo>
                  <a:pt x="9527" y="15419"/>
                </a:lnTo>
                <a:lnTo>
                  <a:pt x="9504" y="15419"/>
                </a:lnTo>
              </a:path>
              <a:path w="21600" h="21600">
                <a:moveTo>
                  <a:pt x="6791" y="15373"/>
                </a:moveTo>
                <a:lnTo>
                  <a:pt x="6814" y="15373"/>
                </a:lnTo>
                <a:lnTo>
                  <a:pt x="6814" y="15419"/>
                </a:lnTo>
                <a:lnTo>
                  <a:pt x="6791" y="15419"/>
                </a:lnTo>
              </a:path>
              <a:path w="21600" h="21600">
                <a:moveTo>
                  <a:pt x="4086" y="15373"/>
                </a:moveTo>
                <a:lnTo>
                  <a:pt x="4108" y="15373"/>
                </a:lnTo>
                <a:lnTo>
                  <a:pt x="4108" y="15419"/>
                </a:lnTo>
                <a:lnTo>
                  <a:pt x="4086" y="15419"/>
                </a:lnTo>
              </a:path>
              <a:path w="21600" h="21600">
                <a:moveTo>
                  <a:pt x="10861" y="15357"/>
                </a:moveTo>
                <a:lnTo>
                  <a:pt x="10890" y="15357"/>
                </a:lnTo>
                <a:lnTo>
                  <a:pt x="10890" y="15417"/>
                </a:lnTo>
                <a:lnTo>
                  <a:pt x="10861" y="15417"/>
                </a:lnTo>
              </a:path>
              <a:path w="21600" h="21600">
                <a:moveTo>
                  <a:pt x="19297" y="15332"/>
                </a:moveTo>
                <a:lnTo>
                  <a:pt x="19321" y="15332"/>
                </a:lnTo>
                <a:lnTo>
                  <a:pt x="19321" y="15381"/>
                </a:lnTo>
                <a:lnTo>
                  <a:pt x="19297" y="15381"/>
                </a:lnTo>
              </a:path>
              <a:path w="21600" h="21600">
                <a:moveTo>
                  <a:pt x="13878" y="15332"/>
                </a:moveTo>
                <a:lnTo>
                  <a:pt x="13902" y="15332"/>
                </a:lnTo>
                <a:lnTo>
                  <a:pt x="13902" y="15381"/>
                </a:lnTo>
                <a:lnTo>
                  <a:pt x="13878" y="15381"/>
                </a:lnTo>
              </a:path>
              <a:path w="21600" h="21600">
                <a:moveTo>
                  <a:pt x="7696" y="15332"/>
                </a:moveTo>
                <a:lnTo>
                  <a:pt x="7720" y="15332"/>
                </a:lnTo>
                <a:lnTo>
                  <a:pt x="7720" y="15381"/>
                </a:lnTo>
                <a:lnTo>
                  <a:pt x="7696" y="15381"/>
                </a:lnTo>
              </a:path>
              <a:path w="21600" h="21600">
                <a:moveTo>
                  <a:pt x="2278" y="15332"/>
                </a:moveTo>
                <a:lnTo>
                  <a:pt x="2301" y="15332"/>
                </a:lnTo>
                <a:lnTo>
                  <a:pt x="2301" y="15381"/>
                </a:lnTo>
                <a:lnTo>
                  <a:pt x="2278" y="15381"/>
                </a:lnTo>
              </a:path>
              <a:path w="21600" h="21600">
                <a:moveTo>
                  <a:pt x="21259" y="15318"/>
                </a:moveTo>
                <a:lnTo>
                  <a:pt x="21285" y="15318"/>
                </a:lnTo>
                <a:lnTo>
                  <a:pt x="21285" y="15370"/>
                </a:lnTo>
                <a:lnTo>
                  <a:pt x="21259" y="15370"/>
                </a:lnTo>
              </a:path>
              <a:path w="21600" h="21600">
                <a:moveTo>
                  <a:pt x="18546" y="15318"/>
                </a:moveTo>
                <a:lnTo>
                  <a:pt x="18572" y="15318"/>
                </a:lnTo>
                <a:lnTo>
                  <a:pt x="18572" y="15370"/>
                </a:lnTo>
                <a:lnTo>
                  <a:pt x="18546" y="15370"/>
                </a:lnTo>
              </a:path>
              <a:path w="21600" h="21600">
                <a:moveTo>
                  <a:pt x="15840" y="15318"/>
                </a:moveTo>
                <a:lnTo>
                  <a:pt x="15866" y="15318"/>
                </a:lnTo>
                <a:lnTo>
                  <a:pt x="15866" y="15370"/>
                </a:lnTo>
                <a:lnTo>
                  <a:pt x="15840" y="15370"/>
                </a:lnTo>
              </a:path>
              <a:path w="21600" h="21600">
                <a:moveTo>
                  <a:pt x="13127" y="15318"/>
                </a:moveTo>
                <a:lnTo>
                  <a:pt x="13153" y="15318"/>
                </a:lnTo>
                <a:lnTo>
                  <a:pt x="13153" y="15370"/>
                </a:lnTo>
                <a:lnTo>
                  <a:pt x="13127" y="15370"/>
                </a:lnTo>
              </a:path>
              <a:path w="21600" h="21600">
                <a:moveTo>
                  <a:pt x="8446" y="15318"/>
                </a:moveTo>
                <a:lnTo>
                  <a:pt x="8472" y="15318"/>
                </a:lnTo>
                <a:lnTo>
                  <a:pt x="8472" y="15370"/>
                </a:lnTo>
                <a:lnTo>
                  <a:pt x="8446" y="15370"/>
                </a:lnTo>
              </a:path>
              <a:path w="21600" h="21600">
                <a:moveTo>
                  <a:pt x="3027" y="15318"/>
                </a:moveTo>
                <a:lnTo>
                  <a:pt x="3053" y="15318"/>
                </a:lnTo>
                <a:lnTo>
                  <a:pt x="3053" y="15370"/>
                </a:lnTo>
                <a:lnTo>
                  <a:pt x="3027" y="15370"/>
                </a:lnTo>
              </a:path>
              <a:path w="21600" h="21600">
                <a:moveTo>
                  <a:pt x="314" y="15318"/>
                </a:moveTo>
                <a:lnTo>
                  <a:pt x="340" y="15318"/>
                </a:lnTo>
                <a:lnTo>
                  <a:pt x="340" y="15370"/>
                </a:lnTo>
                <a:lnTo>
                  <a:pt x="314" y="15370"/>
                </a:lnTo>
              </a:path>
              <a:path w="21600" h="21600">
                <a:moveTo>
                  <a:pt x="16579" y="15302"/>
                </a:moveTo>
                <a:lnTo>
                  <a:pt x="16613" y="15302"/>
                </a:lnTo>
                <a:lnTo>
                  <a:pt x="16613" y="15373"/>
                </a:lnTo>
                <a:lnTo>
                  <a:pt x="16579" y="15373"/>
                </a:lnTo>
              </a:path>
              <a:path w="21600" h="21600">
                <a:moveTo>
                  <a:pt x="4986" y="15302"/>
                </a:moveTo>
                <a:lnTo>
                  <a:pt x="5020" y="15302"/>
                </a:lnTo>
                <a:lnTo>
                  <a:pt x="5020" y="15373"/>
                </a:lnTo>
                <a:lnTo>
                  <a:pt x="4986" y="15373"/>
                </a:lnTo>
              </a:path>
              <a:path w="21600" h="21600">
                <a:moveTo>
                  <a:pt x="10693" y="15294"/>
                </a:moveTo>
                <a:lnTo>
                  <a:pt x="10754" y="15294"/>
                </a:lnTo>
                <a:lnTo>
                  <a:pt x="10754" y="15418"/>
                </a:lnTo>
                <a:lnTo>
                  <a:pt x="10693" y="15418"/>
                </a:lnTo>
              </a:path>
              <a:path w="21600" h="21600">
                <a:moveTo>
                  <a:pt x="14475" y="15254"/>
                </a:moveTo>
                <a:lnTo>
                  <a:pt x="14513" y="15254"/>
                </a:lnTo>
                <a:lnTo>
                  <a:pt x="14513" y="15331"/>
                </a:lnTo>
                <a:lnTo>
                  <a:pt x="14475" y="15331"/>
                </a:lnTo>
              </a:path>
              <a:path w="21600" h="21600">
                <a:moveTo>
                  <a:pt x="7086" y="15254"/>
                </a:moveTo>
                <a:lnTo>
                  <a:pt x="7123" y="15254"/>
                </a:lnTo>
                <a:lnTo>
                  <a:pt x="7123" y="15331"/>
                </a:lnTo>
                <a:lnTo>
                  <a:pt x="7086" y="15331"/>
                </a:lnTo>
              </a:path>
              <a:path w="21600" h="21600">
                <a:moveTo>
                  <a:pt x="1065" y="15234"/>
                </a:moveTo>
                <a:lnTo>
                  <a:pt x="1098" y="15234"/>
                </a:lnTo>
                <a:lnTo>
                  <a:pt x="1098" y="15301"/>
                </a:lnTo>
                <a:lnTo>
                  <a:pt x="1065" y="15301"/>
                </a:lnTo>
              </a:path>
              <a:path w="21600" h="21600">
                <a:moveTo>
                  <a:pt x="17784" y="15223"/>
                </a:moveTo>
                <a:lnTo>
                  <a:pt x="17824" y="15223"/>
                </a:lnTo>
                <a:lnTo>
                  <a:pt x="17824" y="15304"/>
                </a:lnTo>
                <a:lnTo>
                  <a:pt x="17784" y="15304"/>
                </a:lnTo>
              </a:path>
              <a:path w="21600" h="21600">
                <a:moveTo>
                  <a:pt x="3775" y="15223"/>
                </a:moveTo>
                <a:lnTo>
                  <a:pt x="3815" y="15223"/>
                </a:lnTo>
                <a:lnTo>
                  <a:pt x="3815" y="15304"/>
                </a:lnTo>
                <a:lnTo>
                  <a:pt x="3775" y="15304"/>
                </a:lnTo>
              </a:path>
              <a:path w="21600" h="21600">
                <a:moveTo>
                  <a:pt x="19599" y="15214"/>
                </a:moveTo>
                <a:lnTo>
                  <a:pt x="19624" y="15214"/>
                </a:lnTo>
                <a:lnTo>
                  <a:pt x="19624" y="15267"/>
                </a:lnTo>
                <a:lnTo>
                  <a:pt x="19599" y="15267"/>
                </a:lnTo>
              </a:path>
              <a:path w="21600" h="21600">
                <a:moveTo>
                  <a:pt x="16885" y="15214"/>
                </a:moveTo>
                <a:lnTo>
                  <a:pt x="16911" y="15214"/>
                </a:lnTo>
                <a:lnTo>
                  <a:pt x="16911" y="15267"/>
                </a:lnTo>
                <a:lnTo>
                  <a:pt x="16885" y="15267"/>
                </a:lnTo>
              </a:path>
              <a:path w="21600" h="21600">
                <a:moveTo>
                  <a:pt x="7394" y="15214"/>
                </a:moveTo>
                <a:lnTo>
                  <a:pt x="7419" y="15214"/>
                </a:lnTo>
                <a:lnTo>
                  <a:pt x="7419" y="15267"/>
                </a:lnTo>
                <a:lnTo>
                  <a:pt x="7394" y="15267"/>
                </a:lnTo>
              </a:path>
              <a:path w="21600" h="21600">
                <a:moveTo>
                  <a:pt x="4688" y="15214"/>
                </a:moveTo>
                <a:lnTo>
                  <a:pt x="4714" y="15214"/>
                </a:lnTo>
                <a:lnTo>
                  <a:pt x="4714" y="15267"/>
                </a:lnTo>
                <a:lnTo>
                  <a:pt x="4688" y="15267"/>
                </a:lnTo>
              </a:path>
              <a:path w="21600" h="21600">
                <a:moveTo>
                  <a:pt x="1975" y="15214"/>
                </a:moveTo>
                <a:lnTo>
                  <a:pt x="2000" y="15214"/>
                </a:lnTo>
                <a:lnTo>
                  <a:pt x="2000" y="15267"/>
                </a:lnTo>
                <a:lnTo>
                  <a:pt x="1975" y="15267"/>
                </a:lnTo>
              </a:path>
              <a:path w="21600" h="21600">
                <a:moveTo>
                  <a:pt x="9185" y="15169"/>
                </a:moveTo>
                <a:lnTo>
                  <a:pt x="9242" y="15169"/>
                </a:lnTo>
                <a:lnTo>
                  <a:pt x="9242" y="15286"/>
                </a:lnTo>
                <a:lnTo>
                  <a:pt x="9185" y="15286"/>
                </a:lnTo>
              </a:path>
              <a:path w="21600" h="21600">
                <a:moveTo>
                  <a:pt x="2877" y="15164"/>
                </a:moveTo>
                <a:lnTo>
                  <a:pt x="2901" y="15164"/>
                </a:lnTo>
                <a:lnTo>
                  <a:pt x="2901" y="15213"/>
                </a:lnTo>
                <a:lnTo>
                  <a:pt x="2877" y="15213"/>
                </a:lnTo>
              </a:path>
              <a:path w="21600" h="21600">
                <a:moveTo>
                  <a:pt x="769" y="15134"/>
                </a:moveTo>
                <a:lnTo>
                  <a:pt x="791" y="15134"/>
                </a:lnTo>
                <a:lnTo>
                  <a:pt x="791" y="15179"/>
                </a:lnTo>
                <a:lnTo>
                  <a:pt x="769" y="15179"/>
                </a:lnTo>
              </a:path>
              <a:path w="21600" h="21600">
                <a:moveTo>
                  <a:pt x="20804" y="15127"/>
                </a:moveTo>
                <a:lnTo>
                  <a:pt x="20835" y="15127"/>
                </a:lnTo>
                <a:lnTo>
                  <a:pt x="20835" y="15191"/>
                </a:lnTo>
                <a:lnTo>
                  <a:pt x="20804" y="15191"/>
                </a:lnTo>
              </a:path>
              <a:path w="21600" h="21600">
                <a:moveTo>
                  <a:pt x="11766" y="15111"/>
                </a:moveTo>
                <a:lnTo>
                  <a:pt x="11797" y="15111"/>
                </a:lnTo>
                <a:lnTo>
                  <a:pt x="11797" y="15174"/>
                </a:lnTo>
                <a:lnTo>
                  <a:pt x="11766" y="15174"/>
                </a:lnTo>
              </a:path>
              <a:path w="21600" h="21600">
                <a:moveTo>
                  <a:pt x="9802" y="15111"/>
                </a:moveTo>
                <a:lnTo>
                  <a:pt x="9833" y="15111"/>
                </a:lnTo>
                <a:lnTo>
                  <a:pt x="9833" y="15174"/>
                </a:lnTo>
                <a:lnTo>
                  <a:pt x="9802" y="15174"/>
                </a:lnTo>
              </a:path>
              <a:path w="21600" h="21600">
                <a:moveTo>
                  <a:pt x="11461" y="15100"/>
                </a:moveTo>
                <a:lnTo>
                  <a:pt x="11497" y="15100"/>
                </a:lnTo>
                <a:lnTo>
                  <a:pt x="11497" y="15174"/>
                </a:lnTo>
                <a:lnTo>
                  <a:pt x="11461" y="15174"/>
                </a:lnTo>
              </a:path>
              <a:path w="21600" h="21600">
                <a:moveTo>
                  <a:pt x="20205" y="15099"/>
                </a:moveTo>
                <a:lnTo>
                  <a:pt x="20226" y="15099"/>
                </a:lnTo>
                <a:lnTo>
                  <a:pt x="20226" y="15141"/>
                </a:lnTo>
                <a:lnTo>
                  <a:pt x="20205" y="15141"/>
                </a:lnTo>
              </a:path>
              <a:path w="21600" h="21600">
                <a:moveTo>
                  <a:pt x="14786" y="15099"/>
                </a:moveTo>
                <a:lnTo>
                  <a:pt x="14807" y="15099"/>
                </a:lnTo>
                <a:lnTo>
                  <a:pt x="14807" y="15141"/>
                </a:lnTo>
                <a:lnTo>
                  <a:pt x="14786" y="15141"/>
                </a:lnTo>
              </a:path>
              <a:path w="21600" h="21600">
                <a:moveTo>
                  <a:pt x="9505" y="15099"/>
                </a:moveTo>
                <a:lnTo>
                  <a:pt x="9526" y="15099"/>
                </a:lnTo>
                <a:lnTo>
                  <a:pt x="9526" y="15141"/>
                </a:lnTo>
                <a:lnTo>
                  <a:pt x="9505" y="15141"/>
                </a:lnTo>
              </a:path>
              <a:path w="21600" h="21600">
                <a:moveTo>
                  <a:pt x="6792" y="15099"/>
                </a:moveTo>
                <a:lnTo>
                  <a:pt x="6813" y="15099"/>
                </a:lnTo>
                <a:lnTo>
                  <a:pt x="6813" y="15141"/>
                </a:lnTo>
                <a:lnTo>
                  <a:pt x="6792" y="15141"/>
                </a:lnTo>
              </a:path>
              <a:path w="21600" h="21600">
                <a:moveTo>
                  <a:pt x="4087" y="15099"/>
                </a:moveTo>
                <a:lnTo>
                  <a:pt x="4107" y="15099"/>
                </a:lnTo>
                <a:lnTo>
                  <a:pt x="4107" y="15141"/>
                </a:lnTo>
                <a:lnTo>
                  <a:pt x="4087" y="15141"/>
                </a:lnTo>
              </a:path>
              <a:path w="21600" h="21600">
                <a:moveTo>
                  <a:pt x="19887" y="15091"/>
                </a:moveTo>
                <a:lnTo>
                  <a:pt x="19940" y="15091"/>
                </a:lnTo>
                <a:lnTo>
                  <a:pt x="19940" y="15201"/>
                </a:lnTo>
                <a:lnTo>
                  <a:pt x="19887" y="15201"/>
                </a:lnTo>
              </a:path>
              <a:path w="21600" h="21600">
                <a:moveTo>
                  <a:pt x="1671" y="15091"/>
                </a:moveTo>
                <a:lnTo>
                  <a:pt x="1700" y="15091"/>
                </a:lnTo>
                <a:lnTo>
                  <a:pt x="1700" y="15151"/>
                </a:lnTo>
                <a:lnTo>
                  <a:pt x="1671" y="15151"/>
                </a:lnTo>
              </a:path>
              <a:path w="21600" h="21600">
                <a:moveTo>
                  <a:pt x="20504" y="15048"/>
                </a:moveTo>
                <a:lnTo>
                  <a:pt x="20531" y="15048"/>
                </a:lnTo>
                <a:lnTo>
                  <a:pt x="20531" y="15104"/>
                </a:lnTo>
                <a:lnTo>
                  <a:pt x="20504" y="15104"/>
                </a:lnTo>
              </a:path>
              <a:path w="21600" h="21600">
                <a:moveTo>
                  <a:pt x="15085" y="15048"/>
                </a:moveTo>
                <a:lnTo>
                  <a:pt x="15112" y="15048"/>
                </a:lnTo>
                <a:lnTo>
                  <a:pt x="15112" y="15104"/>
                </a:lnTo>
                <a:lnTo>
                  <a:pt x="15085" y="15104"/>
                </a:lnTo>
              </a:path>
              <a:path w="21600" h="21600">
                <a:moveTo>
                  <a:pt x="6487" y="15048"/>
                </a:moveTo>
                <a:lnTo>
                  <a:pt x="6514" y="15048"/>
                </a:lnTo>
                <a:lnTo>
                  <a:pt x="6514" y="15104"/>
                </a:lnTo>
                <a:lnTo>
                  <a:pt x="6487" y="15104"/>
                </a:lnTo>
              </a:path>
              <a:path w="21600" h="21600">
                <a:moveTo>
                  <a:pt x="19298" y="15045"/>
                </a:moveTo>
                <a:lnTo>
                  <a:pt x="19321" y="15045"/>
                </a:lnTo>
                <a:lnTo>
                  <a:pt x="19321" y="15090"/>
                </a:lnTo>
                <a:lnTo>
                  <a:pt x="19298" y="15090"/>
                </a:lnTo>
              </a:path>
              <a:path w="21600" h="21600">
                <a:moveTo>
                  <a:pt x="13879" y="15045"/>
                </a:moveTo>
                <a:lnTo>
                  <a:pt x="13902" y="15045"/>
                </a:lnTo>
                <a:lnTo>
                  <a:pt x="13902" y="15090"/>
                </a:lnTo>
                <a:lnTo>
                  <a:pt x="13879" y="15090"/>
                </a:lnTo>
              </a:path>
              <a:path w="21600" h="21600">
                <a:moveTo>
                  <a:pt x="7697" y="15045"/>
                </a:moveTo>
                <a:lnTo>
                  <a:pt x="7719" y="15045"/>
                </a:lnTo>
                <a:lnTo>
                  <a:pt x="7719" y="15090"/>
                </a:lnTo>
                <a:lnTo>
                  <a:pt x="7697" y="15090"/>
                </a:lnTo>
              </a:path>
              <a:path w="21600" h="21600">
                <a:moveTo>
                  <a:pt x="2278" y="15045"/>
                </a:moveTo>
                <a:lnTo>
                  <a:pt x="2301" y="15045"/>
                </a:lnTo>
                <a:lnTo>
                  <a:pt x="2301" y="15090"/>
                </a:lnTo>
                <a:lnTo>
                  <a:pt x="2278" y="15090"/>
                </a:lnTo>
              </a:path>
              <a:path w="21600" h="21600">
                <a:moveTo>
                  <a:pt x="10861" y="15030"/>
                </a:moveTo>
                <a:lnTo>
                  <a:pt x="10889" y="15030"/>
                </a:lnTo>
                <a:lnTo>
                  <a:pt x="10889" y="15087"/>
                </a:lnTo>
                <a:lnTo>
                  <a:pt x="10861" y="15087"/>
                </a:lnTo>
              </a:path>
              <a:path w="21600" h="21600">
                <a:moveTo>
                  <a:pt x="21260" y="15017"/>
                </a:moveTo>
                <a:lnTo>
                  <a:pt x="21284" y="15017"/>
                </a:lnTo>
                <a:lnTo>
                  <a:pt x="21284" y="15066"/>
                </a:lnTo>
                <a:lnTo>
                  <a:pt x="21260" y="15066"/>
                </a:lnTo>
              </a:path>
              <a:path w="21600" h="21600">
                <a:moveTo>
                  <a:pt x="18547" y="15017"/>
                </a:moveTo>
                <a:lnTo>
                  <a:pt x="18571" y="15017"/>
                </a:lnTo>
                <a:lnTo>
                  <a:pt x="18571" y="15066"/>
                </a:lnTo>
                <a:lnTo>
                  <a:pt x="18547" y="15066"/>
                </a:lnTo>
              </a:path>
              <a:path w="21600" h="21600">
                <a:moveTo>
                  <a:pt x="15841" y="15017"/>
                </a:moveTo>
                <a:lnTo>
                  <a:pt x="15865" y="15017"/>
                </a:lnTo>
                <a:lnTo>
                  <a:pt x="15865" y="15066"/>
                </a:lnTo>
                <a:lnTo>
                  <a:pt x="15841" y="15066"/>
                </a:lnTo>
              </a:path>
              <a:path w="21600" h="21600">
                <a:moveTo>
                  <a:pt x="13128" y="15017"/>
                </a:moveTo>
                <a:lnTo>
                  <a:pt x="13152" y="15017"/>
                </a:lnTo>
                <a:lnTo>
                  <a:pt x="13152" y="15066"/>
                </a:lnTo>
                <a:lnTo>
                  <a:pt x="13128" y="15066"/>
                </a:lnTo>
              </a:path>
              <a:path w="21600" h="21600">
                <a:moveTo>
                  <a:pt x="8447" y="15017"/>
                </a:moveTo>
                <a:lnTo>
                  <a:pt x="8471" y="15017"/>
                </a:lnTo>
                <a:lnTo>
                  <a:pt x="8471" y="15066"/>
                </a:lnTo>
                <a:lnTo>
                  <a:pt x="8447" y="15066"/>
                </a:lnTo>
              </a:path>
              <a:path w="21600" h="21600">
                <a:moveTo>
                  <a:pt x="3028" y="15017"/>
                </a:moveTo>
                <a:lnTo>
                  <a:pt x="3052" y="15017"/>
                </a:lnTo>
                <a:lnTo>
                  <a:pt x="3052" y="15066"/>
                </a:lnTo>
                <a:lnTo>
                  <a:pt x="3028" y="15066"/>
                </a:lnTo>
              </a:path>
              <a:path w="21600" h="21600">
                <a:moveTo>
                  <a:pt x="315" y="15017"/>
                </a:moveTo>
                <a:lnTo>
                  <a:pt x="339" y="15017"/>
                </a:lnTo>
                <a:lnTo>
                  <a:pt x="339" y="15066"/>
                </a:lnTo>
                <a:lnTo>
                  <a:pt x="315" y="15066"/>
                </a:lnTo>
              </a:path>
              <a:path w="21600" h="21600">
                <a:moveTo>
                  <a:pt x="12366" y="15005"/>
                </a:moveTo>
                <a:lnTo>
                  <a:pt x="12404" y="15005"/>
                </a:lnTo>
                <a:lnTo>
                  <a:pt x="12404" y="15083"/>
                </a:lnTo>
                <a:lnTo>
                  <a:pt x="12366" y="15083"/>
                </a:lnTo>
              </a:path>
              <a:path w="21600" h="21600">
                <a:moveTo>
                  <a:pt x="9195" y="15005"/>
                </a:moveTo>
                <a:lnTo>
                  <a:pt x="9233" y="15005"/>
                </a:lnTo>
                <a:lnTo>
                  <a:pt x="9233" y="15083"/>
                </a:lnTo>
                <a:lnTo>
                  <a:pt x="9195" y="15083"/>
                </a:lnTo>
              </a:path>
              <a:path w="21600" h="21600">
                <a:moveTo>
                  <a:pt x="2722" y="14980"/>
                </a:moveTo>
                <a:lnTo>
                  <a:pt x="2763" y="14980"/>
                </a:lnTo>
                <a:lnTo>
                  <a:pt x="2763" y="15063"/>
                </a:lnTo>
                <a:lnTo>
                  <a:pt x="2722" y="15063"/>
                </a:lnTo>
              </a:path>
              <a:path w="21600" h="21600">
                <a:moveTo>
                  <a:pt x="16580" y="14918"/>
                </a:moveTo>
                <a:lnTo>
                  <a:pt x="16613" y="14918"/>
                </a:lnTo>
                <a:lnTo>
                  <a:pt x="16613" y="14985"/>
                </a:lnTo>
                <a:lnTo>
                  <a:pt x="16580" y="14985"/>
                </a:lnTo>
              </a:path>
              <a:path w="21600" h="21600">
                <a:moveTo>
                  <a:pt x="4986" y="14918"/>
                </a:moveTo>
                <a:lnTo>
                  <a:pt x="5019" y="14918"/>
                </a:lnTo>
                <a:lnTo>
                  <a:pt x="5019" y="14985"/>
                </a:lnTo>
                <a:lnTo>
                  <a:pt x="4986" y="14985"/>
                </a:lnTo>
              </a:path>
              <a:path w="21600" h="21600">
                <a:moveTo>
                  <a:pt x="19599" y="14909"/>
                </a:moveTo>
                <a:lnTo>
                  <a:pt x="19623" y="14909"/>
                </a:lnTo>
                <a:lnTo>
                  <a:pt x="19623" y="14958"/>
                </a:lnTo>
                <a:lnTo>
                  <a:pt x="19599" y="14958"/>
                </a:lnTo>
              </a:path>
              <a:path w="21600" h="21600">
                <a:moveTo>
                  <a:pt x="16886" y="14909"/>
                </a:moveTo>
                <a:lnTo>
                  <a:pt x="16910" y="14909"/>
                </a:lnTo>
                <a:lnTo>
                  <a:pt x="16910" y="14958"/>
                </a:lnTo>
                <a:lnTo>
                  <a:pt x="16886" y="14958"/>
                </a:lnTo>
              </a:path>
              <a:path w="21600" h="21600">
                <a:moveTo>
                  <a:pt x="7394" y="14909"/>
                </a:moveTo>
                <a:lnTo>
                  <a:pt x="7418" y="14909"/>
                </a:lnTo>
                <a:lnTo>
                  <a:pt x="7418" y="14958"/>
                </a:lnTo>
                <a:lnTo>
                  <a:pt x="7394" y="14958"/>
                </a:lnTo>
              </a:path>
              <a:path w="21600" h="21600">
                <a:moveTo>
                  <a:pt x="4689" y="14909"/>
                </a:moveTo>
                <a:lnTo>
                  <a:pt x="4713" y="14909"/>
                </a:lnTo>
                <a:lnTo>
                  <a:pt x="4713" y="14958"/>
                </a:lnTo>
                <a:lnTo>
                  <a:pt x="4689" y="14958"/>
                </a:lnTo>
              </a:path>
              <a:path w="21600" h="21600">
                <a:moveTo>
                  <a:pt x="1976" y="14909"/>
                </a:moveTo>
                <a:lnTo>
                  <a:pt x="2000" y="14909"/>
                </a:lnTo>
                <a:lnTo>
                  <a:pt x="2000" y="14958"/>
                </a:lnTo>
                <a:lnTo>
                  <a:pt x="1976" y="14958"/>
                </a:lnTo>
              </a:path>
              <a:path w="21600" h="21600">
                <a:moveTo>
                  <a:pt x="1066" y="14908"/>
                </a:moveTo>
                <a:lnTo>
                  <a:pt x="1097" y="14908"/>
                </a:lnTo>
                <a:lnTo>
                  <a:pt x="1097" y="14971"/>
                </a:lnTo>
                <a:lnTo>
                  <a:pt x="1066" y="14971"/>
                </a:lnTo>
              </a:path>
              <a:path w="21600" h="21600">
                <a:moveTo>
                  <a:pt x="2878" y="14903"/>
                </a:moveTo>
                <a:lnTo>
                  <a:pt x="2900" y="14903"/>
                </a:lnTo>
                <a:lnTo>
                  <a:pt x="2900" y="14948"/>
                </a:lnTo>
                <a:lnTo>
                  <a:pt x="2878" y="14948"/>
                </a:lnTo>
              </a:path>
              <a:path w="21600" h="21600">
                <a:moveTo>
                  <a:pt x="15387" y="14884"/>
                </a:moveTo>
                <a:lnTo>
                  <a:pt x="15413" y="14884"/>
                </a:lnTo>
                <a:lnTo>
                  <a:pt x="15413" y="14937"/>
                </a:lnTo>
                <a:lnTo>
                  <a:pt x="15387" y="14937"/>
                </a:lnTo>
              </a:path>
              <a:path w="21600" h="21600">
                <a:moveTo>
                  <a:pt x="10694" y="14875"/>
                </a:moveTo>
                <a:lnTo>
                  <a:pt x="10753" y="14875"/>
                </a:lnTo>
                <a:lnTo>
                  <a:pt x="10753" y="14996"/>
                </a:lnTo>
                <a:lnTo>
                  <a:pt x="10694" y="14996"/>
                </a:lnTo>
              </a:path>
              <a:path w="21600" h="21600">
                <a:moveTo>
                  <a:pt x="13414" y="14852"/>
                </a:moveTo>
                <a:lnTo>
                  <a:pt x="13461" y="14852"/>
                </a:lnTo>
                <a:lnTo>
                  <a:pt x="13461" y="14948"/>
                </a:lnTo>
                <a:lnTo>
                  <a:pt x="13414" y="14948"/>
                </a:lnTo>
              </a:path>
              <a:path w="21600" h="21600">
                <a:moveTo>
                  <a:pt x="8138" y="14852"/>
                </a:moveTo>
                <a:lnTo>
                  <a:pt x="8185" y="14852"/>
                </a:lnTo>
                <a:lnTo>
                  <a:pt x="8185" y="14948"/>
                </a:lnTo>
                <a:lnTo>
                  <a:pt x="8138" y="14948"/>
                </a:lnTo>
              </a:path>
              <a:path w="21600" h="21600">
                <a:moveTo>
                  <a:pt x="14476" y="14818"/>
                </a:moveTo>
                <a:lnTo>
                  <a:pt x="14512" y="14818"/>
                </a:lnTo>
                <a:lnTo>
                  <a:pt x="14512" y="14892"/>
                </a:lnTo>
                <a:lnTo>
                  <a:pt x="14476" y="14892"/>
                </a:lnTo>
              </a:path>
              <a:path w="21600" h="21600">
                <a:moveTo>
                  <a:pt x="7086" y="14818"/>
                </a:moveTo>
                <a:lnTo>
                  <a:pt x="7123" y="14818"/>
                </a:lnTo>
                <a:lnTo>
                  <a:pt x="7123" y="14892"/>
                </a:lnTo>
                <a:lnTo>
                  <a:pt x="7086" y="14892"/>
                </a:lnTo>
              </a:path>
              <a:path w="21600" h="21600">
                <a:moveTo>
                  <a:pt x="770" y="14779"/>
                </a:moveTo>
                <a:lnTo>
                  <a:pt x="790" y="14779"/>
                </a:lnTo>
                <a:lnTo>
                  <a:pt x="790" y="14821"/>
                </a:lnTo>
                <a:lnTo>
                  <a:pt x="770" y="14821"/>
                </a:lnTo>
              </a:path>
              <a:path w="21600" h="21600">
                <a:moveTo>
                  <a:pt x="20805" y="14772"/>
                </a:moveTo>
                <a:lnTo>
                  <a:pt x="20834" y="14772"/>
                </a:lnTo>
                <a:lnTo>
                  <a:pt x="20834" y="14832"/>
                </a:lnTo>
                <a:lnTo>
                  <a:pt x="20805" y="14832"/>
                </a:lnTo>
              </a:path>
              <a:path w="21600" h="21600">
                <a:moveTo>
                  <a:pt x="19299" y="14758"/>
                </a:moveTo>
                <a:lnTo>
                  <a:pt x="19320" y="14758"/>
                </a:lnTo>
                <a:lnTo>
                  <a:pt x="19320" y="14800"/>
                </a:lnTo>
                <a:lnTo>
                  <a:pt x="19299" y="14800"/>
                </a:lnTo>
              </a:path>
              <a:path w="21600" h="21600">
                <a:moveTo>
                  <a:pt x="13880" y="14758"/>
                </a:moveTo>
                <a:lnTo>
                  <a:pt x="13901" y="14758"/>
                </a:lnTo>
                <a:lnTo>
                  <a:pt x="13901" y="14800"/>
                </a:lnTo>
                <a:lnTo>
                  <a:pt x="13880" y="14800"/>
                </a:lnTo>
              </a:path>
              <a:path w="21600" h="21600">
                <a:moveTo>
                  <a:pt x="7698" y="14758"/>
                </a:moveTo>
                <a:lnTo>
                  <a:pt x="7718" y="14758"/>
                </a:lnTo>
                <a:lnTo>
                  <a:pt x="7718" y="14800"/>
                </a:lnTo>
                <a:lnTo>
                  <a:pt x="7698" y="14800"/>
                </a:lnTo>
              </a:path>
              <a:path w="21600" h="21600">
                <a:moveTo>
                  <a:pt x="2279" y="14758"/>
                </a:moveTo>
                <a:lnTo>
                  <a:pt x="2300" y="14758"/>
                </a:lnTo>
                <a:lnTo>
                  <a:pt x="2300" y="14800"/>
                </a:lnTo>
                <a:lnTo>
                  <a:pt x="2279" y="14800"/>
                </a:lnTo>
              </a:path>
              <a:path w="21600" h="21600">
                <a:moveTo>
                  <a:pt x="17785" y="14756"/>
                </a:moveTo>
                <a:lnTo>
                  <a:pt x="17823" y="14756"/>
                </a:lnTo>
                <a:lnTo>
                  <a:pt x="17823" y="14834"/>
                </a:lnTo>
                <a:lnTo>
                  <a:pt x="17785" y="14834"/>
                </a:lnTo>
              </a:path>
              <a:path w="21600" h="21600">
                <a:moveTo>
                  <a:pt x="3776" y="14756"/>
                </a:moveTo>
                <a:lnTo>
                  <a:pt x="3814" y="14756"/>
                </a:lnTo>
                <a:lnTo>
                  <a:pt x="3814" y="14834"/>
                </a:lnTo>
                <a:lnTo>
                  <a:pt x="3776" y="14834"/>
                </a:lnTo>
              </a:path>
              <a:path w="21600" h="21600">
                <a:moveTo>
                  <a:pt x="11766" y="14755"/>
                </a:moveTo>
                <a:lnTo>
                  <a:pt x="11796" y="14755"/>
                </a:lnTo>
                <a:lnTo>
                  <a:pt x="11796" y="14815"/>
                </a:lnTo>
                <a:lnTo>
                  <a:pt x="11766" y="14815"/>
                </a:lnTo>
              </a:path>
              <a:path w="21600" h="21600">
                <a:moveTo>
                  <a:pt x="9803" y="14755"/>
                </a:moveTo>
                <a:lnTo>
                  <a:pt x="9832" y="14755"/>
                </a:lnTo>
                <a:lnTo>
                  <a:pt x="9832" y="14815"/>
                </a:lnTo>
                <a:lnTo>
                  <a:pt x="9803" y="14815"/>
                </a:lnTo>
              </a:path>
              <a:path w="21600" h="21600">
                <a:moveTo>
                  <a:pt x="1672" y="14752"/>
                </a:moveTo>
                <a:lnTo>
                  <a:pt x="1699" y="14752"/>
                </a:lnTo>
                <a:lnTo>
                  <a:pt x="1699" y="14808"/>
                </a:lnTo>
                <a:lnTo>
                  <a:pt x="1672" y="14808"/>
                </a:lnTo>
              </a:path>
              <a:path w="21600" h="21600">
                <a:moveTo>
                  <a:pt x="19887" y="14752"/>
                </a:moveTo>
                <a:lnTo>
                  <a:pt x="19939" y="14752"/>
                </a:lnTo>
                <a:lnTo>
                  <a:pt x="19939" y="14858"/>
                </a:lnTo>
                <a:lnTo>
                  <a:pt x="19887" y="14858"/>
                </a:lnTo>
              </a:path>
              <a:path w="21600" h="21600">
                <a:moveTo>
                  <a:pt x="20504" y="14722"/>
                </a:moveTo>
                <a:lnTo>
                  <a:pt x="20530" y="14722"/>
                </a:lnTo>
                <a:lnTo>
                  <a:pt x="20530" y="14774"/>
                </a:lnTo>
                <a:lnTo>
                  <a:pt x="20504" y="14774"/>
                </a:lnTo>
              </a:path>
              <a:path w="21600" h="21600">
                <a:moveTo>
                  <a:pt x="15085" y="14722"/>
                </a:moveTo>
                <a:lnTo>
                  <a:pt x="15111" y="14722"/>
                </a:lnTo>
                <a:lnTo>
                  <a:pt x="15111" y="14774"/>
                </a:lnTo>
                <a:lnTo>
                  <a:pt x="15085" y="14774"/>
                </a:lnTo>
              </a:path>
              <a:path w="21600" h="21600">
                <a:moveTo>
                  <a:pt x="6488" y="14722"/>
                </a:moveTo>
                <a:lnTo>
                  <a:pt x="6513" y="14722"/>
                </a:lnTo>
                <a:lnTo>
                  <a:pt x="6513" y="14774"/>
                </a:lnTo>
                <a:lnTo>
                  <a:pt x="6488" y="14774"/>
                </a:lnTo>
              </a:path>
              <a:path w="21600" h="21600">
                <a:moveTo>
                  <a:pt x="9186" y="14718"/>
                </a:moveTo>
                <a:lnTo>
                  <a:pt x="9241" y="14718"/>
                </a:lnTo>
                <a:lnTo>
                  <a:pt x="9241" y="14831"/>
                </a:lnTo>
                <a:lnTo>
                  <a:pt x="9186" y="14831"/>
                </a:lnTo>
              </a:path>
              <a:path w="21600" h="21600">
                <a:moveTo>
                  <a:pt x="21261" y="14717"/>
                </a:moveTo>
                <a:lnTo>
                  <a:pt x="21283" y="14717"/>
                </a:lnTo>
                <a:lnTo>
                  <a:pt x="21283" y="14762"/>
                </a:lnTo>
                <a:lnTo>
                  <a:pt x="21261" y="14762"/>
                </a:lnTo>
              </a:path>
              <a:path w="21600" h="21600">
                <a:moveTo>
                  <a:pt x="18548" y="14717"/>
                </a:moveTo>
                <a:lnTo>
                  <a:pt x="18570" y="14717"/>
                </a:lnTo>
                <a:lnTo>
                  <a:pt x="18570" y="14762"/>
                </a:lnTo>
                <a:lnTo>
                  <a:pt x="18548" y="14762"/>
                </a:lnTo>
              </a:path>
              <a:path w="21600" h="21600">
                <a:moveTo>
                  <a:pt x="15842" y="14717"/>
                </a:moveTo>
                <a:lnTo>
                  <a:pt x="15864" y="14717"/>
                </a:lnTo>
                <a:lnTo>
                  <a:pt x="15864" y="14762"/>
                </a:lnTo>
                <a:lnTo>
                  <a:pt x="15842" y="14762"/>
                </a:lnTo>
              </a:path>
              <a:path w="21600" h="21600">
                <a:moveTo>
                  <a:pt x="13129" y="14717"/>
                </a:moveTo>
                <a:lnTo>
                  <a:pt x="13151" y="14717"/>
                </a:lnTo>
                <a:lnTo>
                  <a:pt x="13151" y="14762"/>
                </a:lnTo>
                <a:lnTo>
                  <a:pt x="13129" y="14762"/>
                </a:lnTo>
              </a:path>
              <a:path w="21600" h="21600">
                <a:moveTo>
                  <a:pt x="8448" y="14717"/>
                </a:moveTo>
                <a:lnTo>
                  <a:pt x="8470" y="14717"/>
                </a:lnTo>
                <a:lnTo>
                  <a:pt x="8470" y="14762"/>
                </a:lnTo>
                <a:lnTo>
                  <a:pt x="8448" y="14762"/>
                </a:lnTo>
              </a:path>
              <a:path w="21600" h="21600">
                <a:moveTo>
                  <a:pt x="3029" y="14717"/>
                </a:moveTo>
                <a:lnTo>
                  <a:pt x="3051" y="14717"/>
                </a:lnTo>
                <a:lnTo>
                  <a:pt x="3051" y="14762"/>
                </a:lnTo>
                <a:lnTo>
                  <a:pt x="3029" y="14762"/>
                </a:lnTo>
              </a:path>
              <a:path w="21600" h="21600">
                <a:moveTo>
                  <a:pt x="316" y="14717"/>
                </a:moveTo>
                <a:lnTo>
                  <a:pt x="338" y="14717"/>
                </a:lnTo>
                <a:lnTo>
                  <a:pt x="338" y="14762"/>
                </a:lnTo>
                <a:lnTo>
                  <a:pt x="316" y="14762"/>
                </a:lnTo>
              </a:path>
              <a:path w="21600" h="21600">
                <a:moveTo>
                  <a:pt x="10862" y="14703"/>
                </a:moveTo>
                <a:lnTo>
                  <a:pt x="10888" y="14703"/>
                </a:lnTo>
                <a:lnTo>
                  <a:pt x="10888" y="14756"/>
                </a:lnTo>
                <a:lnTo>
                  <a:pt x="10862" y="14756"/>
                </a:lnTo>
              </a:path>
              <a:path w="21600" h="21600">
                <a:moveTo>
                  <a:pt x="11462" y="14681"/>
                </a:moveTo>
                <a:lnTo>
                  <a:pt x="11496" y="14681"/>
                </a:lnTo>
                <a:lnTo>
                  <a:pt x="11496" y="14751"/>
                </a:lnTo>
                <a:lnTo>
                  <a:pt x="11462" y="14751"/>
                </a:lnTo>
              </a:path>
              <a:path w="21600" h="21600">
                <a:moveTo>
                  <a:pt x="2879" y="14642"/>
                </a:moveTo>
                <a:lnTo>
                  <a:pt x="2899" y="14642"/>
                </a:lnTo>
                <a:lnTo>
                  <a:pt x="2899" y="14683"/>
                </a:lnTo>
                <a:lnTo>
                  <a:pt x="2879" y="14683"/>
                </a:lnTo>
              </a:path>
              <a:path w="21600" h="21600">
                <a:moveTo>
                  <a:pt x="19600" y="14605"/>
                </a:moveTo>
                <a:lnTo>
                  <a:pt x="19623" y="14605"/>
                </a:lnTo>
                <a:lnTo>
                  <a:pt x="19623" y="14650"/>
                </a:lnTo>
                <a:lnTo>
                  <a:pt x="19600" y="14650"/>
                </a:lnTo>
              </a:path>
              <a:path w="21600" h="21600">
                <a:moveTo>
                  <a:pt x="16887" y="14605"/>
                </a:moveTo>
                <a:lnTo>
                  <a:pt x="16909" y="14605"/>
                </a:lnTo>
                <a:lnTo>
                  <a:pt x="16909" y="14650"/>
                </a:lnTo>
                <a:lnTo>
                  <a:pt x="16887" y="14650"/>
                </a:lnTo>
              </a:path>
              <a:path w="21600" h="21600">
                <a:moveTo>
                  <a:pt x="7395" y="14605"/>
                </a:moveTo>
                <a:lnTo>
                  <a:pt x="7417" y="14605"/>
                </a:lnTo>
                <a:lnTo>
                  <a:pt x="7417" y="14650"/>
                </a:lnTo>
                <a:lnTo>
                  <a:pt x="7395" y="14650"/>
                </a:lnTo>
              </a:path>
              <a:path w="21600" h="21600">
                <a:moveTo>
                  <a:pt x="4690" y="14605"/>
                </a:moveTo>
                <a:lnTo>
                  <a:pt x="4712" y="14605"/>
                </a:lnTo>
                <a:lnTo>
                  <a:pt x="4712" y="14650"/>
                </a:lnTo>
                <a:lnTo>
                  <a:pt x="4690" y="14650"/>
                </a:lnTo>
              </a:path>
              <a:path w="21600" h="21600">
                <a:moveTo>
                  <a:pt x="1976" y="14605"/>
                </a:moveTo>
                <a:lnTo>
                  <a:pt x="1999" y="14605"/>
                </a:lnTo>
                <a:lnTo>
                  <a:pt x="1999" y="14650"/>
                </a:lnTo>
                <a:lnTo>
                  <a:pt x="1976" y="14650"/>
                </a:lnTo>
              </a:path>
              <a:path w="21600" h="21600">
                <a:moveTo>
                  <a:pt x="1067" y="14582"/>
                </a:moveTo>
                <a:lnTo>
                  <a:pt x="1096" y="14582"/>
                </a:lnTo>
                <a:lnTo>
                  <a:pt x="1096" y="14641"/>
                </a:lnTo>
                <a:lnTo>
                  <a:pt x="1067" y="14641"/>
                </a:lnTo>
              </a:path>
              <a:path w="21600" h="21600">
                <a:moveTo>
                  <a:pt x="12367" y="14554"/>
                </a:moveTo>
                <a:lnTo>
                  <a:pt x="12403" y="14554"/>
                </a:lnTo>
                <a:lnTo>
                  <a:pt x="12403" y="14628"/>
                </a:lnTo>
                <a:lnTo>
                  <a:pt x="12367" y="14628"/>
                </a:lnTo>
              </a:path>
              <a:path w="21600" h="21600">
                <a:moveTo>
                  <a:pt x="9196" y="14554"/>
                </a:moveTo>
                <a:lnTo>
                  <a:pt x="9232" y="14554"/>
                </a:lnTo>
                <a:lnTo>
                  <a:pt x="9232" y="14628"/>
                </a:lnTo>
                <a:lnTo>
                  <a:pt x="9196" y="14628"/>
                </a:lnTo>
              </a:path>
              <a:path w="21600" h="21600">
                <a:moveTo>
                  <a:pt x="16581" y="14533"/>
                </a:moveTo>
                <a:lnTo>
                  <a:pt x="16612" y="14533"/>
                </a:lnTo>
                <a:lnTo>
                  <a:pt x="16612" y="14596"/>
                </a:lnTo>
                <a:lnTo>
                  <a:pt x="16581" y="14596"/>
                </a:lnTo>
              </a:path>
              <a:path w="21600" h="21600">
                <a:moveTo>
                  <a:pt x="4987" y="14533"/>
                </a:moveTo>
                <a:lnTo>
                  <a:pt x="5018" y="14533"/>
                </a:lnTo>
                <a:lnTo>
                  <a:pt x="5018" y="14596"/>
                </a:lnTo>
                <a:lnTo>
                  <a:pt x="4987" y="14596"/>
                </a:lnTo>
              </a:path>
              <a:path w="21600" h="21600">
                <a:moveTo>
                  <a:pt x="2723" y="14527"/>
                </a:moveTo>
                <a:lnTo>
                  <a:pt x="2762" y="14527"/>
                </a:lnTo>
                <a:lnTo>
                  <a:pt x="2762" y="14607"/>
                </a:lnTo>
                <a:lnTo>
                  <a:pt x="2723" y="14607"/>
                </a:lnTo>
              </a:path>
              <a:path w="21600" h="21600">
                <a:moveTo>
                  <a:pt x="10695" y="14457"/>
                </a:moveTo>
                <a:lnTo>
                  <a:pt x="10752" y="14457"/>
                </a:lnTo>
                <a:lnTo>
                  <a:pt x="10752" y="14574"/>
                </a:lnTo>
                <a:lnTo>
                  <a:pt x="10695" y="14574"/>
                </a:lnTo>
              </a:path>
              <a:path w="21600" h="21600">
                <a:moveTo>
                  <a:pt x="20806" y="14417"/>
                </a:moveTo>
                <a:lnTo>
                  <a:pt x="20833" y="14417"/>
                </a:lnTo>
                <a:lnTo>
                  <a:pt x="20833" y="14474"/>
                </a:lnTo>
                <a:lnTo>
                  <a:pt x="20806" y="14474"/>
                </a:lnTo>
              </a:path>
              <a:path w="21600" h="21600">
                <a:moveTo>
                  <a:pt x="21262" y="14417"/>
                </a:moveTo>
                <a:lnTo>
                  <a:pt x="21282" y="14417"/>
                </a:lnTo>
                <a:lnTo>
                  <a:pt x="21282" y="14458"/>
                </a:lnTo>
                <a:lnTo>
                  <a:pt x="21262" y="14458"/>
                </a:lnTo>
              </a:path>
              <a:path w="21600" h="21600">
                <a:moveTo>
                  <a:pt x="18549" y="14417"/>
                </a:moveTo>
                <a:lnTo>
                  <a:pt x="18569" y="14417"/>
                </a:lnTo>
                <a:lnTo>
                  <a:pt x="18569" y="14458"/>
                </a:lnTo>
                <a:lnTo>
                  <a:pt x="18549" y="14458"/>
                </a:lnTo>
              </a:path>
              <a:path w="21600" h="21600">
                <a:moveTo>
                  <a:pt x="15843" y="14417"/>
                </a:moveTo>
                <a:lnTo>
                  <a:pt x="15863" y="14417"/>
                </a:lnTo>
                <a:lnTo>
                  <a:pt x="15863" y="14458"/>
                </a:lnTo>
                <a:lnTo>
                  <a:pt x="15843" y="14458"/>
                </a:lnTo>
              </a:path>
              <a:path w="21600" h="21600">
                <a:moveTo>
                  <a:pt x="13130" y="14417"/>
                </a:moveTo>
                <a:lnTo>
                  <a:pt x="13150" y="14417"/>
                </a:lnTo>
                <a:lnTo>
                  <a:pt x="13150" y="14458"/>
                </a:lnTo>
                <a:lnTo>
                  <a:pt x="13130" y="14458"/>
                </a:lnTo>
              </a:path>
              <a:path w="21600" h="21600">
                <a:moveTo>
                  <a:pt x="8448" y="14417"/>
                </a:moveTo>
                <a:lnTo>
                  <a:pt x="8469" y="14417"/>
                </a:lnTo>
                <a:lnTo>
                  <a:pt x="8469" y="14458"/>
                </a:lnTo>
                <a:lnTo>
                  <a:pt x="8448" y="14458"/>
                </a:lnTo>
              </a:path>
              <a:path w="21600" h="21600">
                <a:moveTo>
                  <a:pt x="3030" y="14417"/>
                </a:moveTo>
                <a:lnTo>
                  <a:pt x="3050" y="14417"/>
                </a:lnTo>
                <a:lnTo>
                  <a:pt x="3050" y="14458"/>
                </a:lnTo>
                <a:lnTo>
                  <a:pt x="3030" y="14458"/>
                </a:lnTo>
              </a:path>
              <a:path w="21600" h="21600">
                <a:moveTo>
                  <a:pt x="317" y="14417"/>
                </a:moveTo>
                <a:lnTo>
                  <a:pt x="337" y="14417"/>
                </a:lnTo>
                <a:lnTo>
                  <a:pt x="337" y="14458"/>
                </a:lnTo>
                <a:lnTo>
                  <a:pt x="317" y="14458"/>
                </a:lnTo>
              </a:path>
              <a:path w="21600" h="21600">
                <a:moveTo>
                  <a:pt x="1673" y="14412"/>
                </a:moveTo>
                <a:lnTo>
                  <a:pt x="1698" y="14412"/>
                </a:lnTo>
                <a:lnTo>
                  <a:pt x="1698" y="14465"/>
                </a:lnTo>
                <a:lnTo>
                  <a:pt x="1673" y="14465"/>
                </a:lnTo>
              </a:path>
              <a:path w="21600" h="21600">
                <a:moveTo>
                  <a:pt x="19888" y="14412"/>
                </a:moveTo>
                <a:lnTo>
                  <a:pt x="19938" y="14412"/>
                </a:lnTo>
                <a:lnTo>
                  <a:pt x="19938" y="14514"/>
                </a:lnTo>
                <a:lnTo>
                  <a:pt x="19888" y="14514"/>
                </a:lnTo>
              </a:path>
              <a:path w="21600" h="21600">
                <a:moveTo>
                  <a:pt x="11767" y="14400"/>
                </a:moveTo>
                <a:lnTo>
                  <a:pt x="11795" y="14400"/>
                </a:lnTo>
                <a:lnTo>
                  <a:pt x="11795" y="14456"/>
                </a:lnTo>
                <a:lnTo>
                  <a:pt x="11767" y="14456"/>
                </a:lnTo>
              </a:path>
              <a:path w="21600" h="21600">
                <a:moveTo>
                  <a:pt x="9804" y="14400"/>
                </a:moveTo>
                <a:lnTo>
                  <a:pt x="9831" y="14400"/>
                </a:lnTo>
                <a:lnTo>
                  <a:pt x="9831" y="14456"/>
                </a:lnTo>
                <a:lnTo>
                  <a:pt x="9804" y="14456"/>
                </a:lnTo>
              </a:path>
              <a:path w="21600" h="21600">
                <a:moveTo>
                  <a:pt x="20505" y="14396"/>
                </a:moveTo>
                <a:lnTo>
                  <a:pt x="20529" y="14396"/>
                </a:lnTo>
                <a:lnTo>
                  <a:pt x="20529" y="14444"/>
                </a:lnTo>
                <a:lnTo>
                  <a:pt x="20505" y="14444"/>
                </a:lnTo>
              </a:path>
              <a:path w="21600" h="21600">
                <a:moveTo>
                  <a:pt x="15086" y="14396"/>
                </a:moveTo>
                <a:lnTo>
                  <a:pt x="15110" y="14396"/>
                </a:lnTo>
                <a:lnTo>
                  <a:pt x="15110" y="14444"/>
                </a:lnTo>
                <a:lnTo>
                  <a:pt x="15086" y="14444"/>
                </a:lnTo>
              </a:path>
              <a:path w="21600" h="21600">
                <a:moveTo>
                  <a:pt x="6489" y="14396"/>
                </a:moveTo>
                <a:lnTo>
                  <a:pt x="6512" y="14396"/>
                </a:lnTo>
                <a:lnTo>
                  <a:pt x="6512" y="14444"/>
                </a:lnTo>
                <a:lnTo>
                  <a:pt x="6489" y="14444"/>
                </a:lnTo>
              </a:path>
              <a:path w="21600" h="21600">
                <a:moveTo>
                  <a:pt x="15388" y="14387"/>
                </a:moveTo>
                <a:lnTo>
                  <a:pt x="15412" y="14387"/>
                </a:lnTo>
                <a:lnTo>
                  <a:pt x="15412" y="14436"/>
                </a:lnTo>
                <a:lnTo>
                  <a:pt x="15388" y="14436"/>
                </a:lnTo>
              </a:path>
              <a:path w="21600" h="21600">
                <a:moveTo>
                  <a:pt x="14477" y="14382"/>
                </a:moveTo>
                <a:lnTo>
                  <a:pt x="14511" y="14382"/>
                </a:lnTo>
                <a:lnTo>
                  <a:pt x="14511" y="14453"/>
                </a:lnTo>
                <a:lnTo>
                  <a:pt x="14477" y="14453"/>
                </a:lnTo>
              </a:path>
              <a:path w="21600" h="21600">
                <a:moveTo>
                  <a:pt x="7087" y="14382"/>
                </a:moveTo>
                <a:lnTo>
                  <a:pt x="7122" y="14382"/>
                </a:lnTo>
                <a:lnTo>
                  <a:pt x="7122" y="14453"/>
                </a:lnTo>
                <a:lnTo>
                  <a:pt x="7087" y="14453"/>
                </a:lnTo>
              </a:path>
              <a:path w="21600" h="21600">
                <a:moveTo>
                  <a:pt x="10863" y="14376"/>
                </a:moveTo>
                <a:lnTo>
                  <a:pt x="10887" y="14376"/>
                </a:lnTo>
                <a:lnTo>
                  <a:pt x="10887" y="14425"/>
                </a:lnTo>
                <a:lnTo>
                  <a:pt x="10863" y="14425"/>
                </a:lnTo>
              </a:path>
              <a:path w="21600" h="21600">
                <a:moveTo>
                  <a:pt x="19601" y="14300"/>
                </a:moveTo>
                <a:lnTo>
                  <a:pt x="19622" y="14300"/>
                </a:lnTo>
                <a:lnTo>
                  <a:pt x="19622" y="14342"/>
                </a:lnTo>
                <a:lnTo>
                  <a:pt x="19601" y="14342"/>
                </a:lnTo>
              </a:path>
              <a:path w="21600" h="21600">
                <a:moveTo>
                  <a:pt x="16888" y="14300"/>
                </a:moveTo>
                <a:lnTo>
                  <a:pt x="16908" y="14300"/>
                </a:lnTo>
                <a:lnTo>
                  <a:pt x="16908" y="14342"/>
                </a:lnTo>
                <a:lnTo>
                  <a:pt x="16888" y="14342"/>
                </a:lnTo>
              </a:path>
              <a:path w="21600" h="21600">
                <a:moveTo>
                  <a:pt x="7396" y="14300"/>
                </a:moveTo>
                <a:lnTo>
                  <a:pt x="7417" y="14300"/>
                </a:lnTo>
                <a:lnTo>
                  <a:pt x="7417" y="14342"/>
                </a:lnTo>
                <a:lnTo>
                  <a:pt x="7396" y="14342"/>
                </a:lnTo>
              </a:path>
              <a:path w="21600" h="21600">
                <a:moveTo>
                  <a:pt x="4691" y="14300"/>
                </a:moveTo>
                <a:lnTo>
                  <a:pt x="4711" y="14300"/>
                </a:lnTo>
                <a:lnTo>
                  <a:pt x="4711" y="14342"/>
                </a:lnTo>
                <a:lnTo>
                  <a:pt x="4691" y="14342"/>
                </a:lnTo>
              </a:path>
              <a:path w="21600" h="21600">
                <a:moveTo>
                  <a:pt x="1977" y="14300"/>
                </a:moveTo>
                <a:lnTo>
                  <a:pt x="1998" y="14300"/>
                </a:lnTo>
                <a:lnTo>
                  <a:pt x="1998" y="14342"/>
                </a:lnTo>
                <a:lnTo>
                  <a:pt x="1977" y="14342"/>
                </a:lnTo>
              </a:path>
              <a:path w="21600" h="21600">
                <a:moveTo>
                  <a:pt x="17786" y="14289"/>
                </a:moveTo>
                <a:lnTo>
                  <a:pt x="17822" y="14289"/>
                </a:lnTo>
                <a:lnTo>
                  <a:pt x="17822" y="14364"/>
                </a:lnTo>
                <a:lnTo>
                  <a:pt x="17786" y="14364"/>
                </a:lnTo>
              </a:path>
              <a:path w="21600" h="21600">
                <a:moveTo>
                  <a:pt x="3777" y="14289"/>
                </a:moveTo>
                <a:lnTo>
                  <a:pt x="3813" y="14289"/>
                </a:lnTo>
                <a:lnTo>
                  <a:pt x="3813" y="14364"/>
                </a:lnTo>
                <a:lnTo>
                  <a:pt x="3777" y="14364"/>
                </a:lnTo>
              </a:path>
              <a:path w="21600" h="21600">
                <a:moveTo>
                  <a:pt x="9187" y="14267"/>
                </a:moveTo>
                <a:lnTo>
                  <a:pt x="9240" y="14267"/>
                </a:lnTo>
                <a:lnTo>
                  <a:pt x="9240" y="14376"/>
                </a:lnTo>
                <a:lnTo>
                  <a:pt x="9187" y="14376"/>
                </a:lnTo>
              </a:path>
              <a:path w="21600" h="21600">
                <a:moveTo>
                  <a:pt x="11463" y="14262"/>
                </a:moveTo>
                <a:lnTo>
                  <a:pt x="11495" y="14262"/>
                </a:lnTo>
                <a:lnTo>
                  <a:pt x="11495" y="14328"/>
                </a:lnTo>
                <a:lnTo>
                  <a:pt x="11463" y="14328"/>
                </a:lnTo>
              </a:path>
              <a:path w="21600" h="21600">
                <a:moveTo>
                  <a:pt x="1068" y="14255"/>
                </a:moveTo>
                <a:lnTo>
                  <a:pt x="1095" y="14255"/>
                </a:lnTo>
                <a:lnTo>
                  <a:pt x="1095" y="14312"/>
                </a:lnTo>
                <a:lnTo>
                  <a:pt x="1068" y="14312"/>
                </a:lnTo>
              </a:path>
              <a:path w="21600" h="21600">
                <a:moveTo>
                  <a:pt x="13415" y="14237"/>
                </a:moveTo>
                <a:lnTo>
                  <a:pt x="13460" y="14237"/>
                </a:lnTo>
                <a:lnTo>
                  <a:pt x="13460" y="14330"/>
                </a:lnTo>
                <a:lnTo>
                  <a:pt x="13415" y="14330"/>
                </a:lnTo>
              </a:path>
              <a:path w="21600" h="21600">
                <a:moveTo>
                  <a:pt x="8138" y="14237"/>
                </a:moveTo>
                <a:lnTo>
                  <a:pt x="8184" y="14237"/>
                </a:lnTo>
                <a:lnTo>
                  <a:pt x="8184" y="14330"/>
                </a:lnTo>
                <a:lnTo>
                  <a:pt x="8138" y="14330"/>
                </a:lnTo>
              </a:path>
              <a:path w="21600" h="21600">
                <a:moveTo>
                  <a:pt x="16582" y="14148"/>
                </a:moveTo>
                <a:lnTo>
                  <a:pt x="16611" y="14148"/>
                </a:lnTo>
                <a:lnTo>
                  <a:pt x="16611" y="14208"/>
                </a:lnTo>
                <a:lnTo>
                  <a:pt x="16582" y="14208"/>
                </a:lnTo>
              </a:path>
              <a:path w="21600" h="21600">
                <a:moveTo>
                  <a:pt x="4988" y="14148"/>
                </a:moveTo>
                <a:lnTo>
                  <a:pt x="5017" y="14148"/>
                </a:lnTo>
                <a:lnTo>
                  <a:pt x="5017" y="14208"/>
                </a:lnTo>
                <a:lnTo>
                  <a:pt x="4988" y="14208"/>
                </a:lnTo>
              </a:path>
              <a:path w="21600" h="21600">
                <a:moveTo>
                  <a:pt x="12368" y="14103"/>
                </a:moveTo>
                <a:lnTo>
                  <a:pt x="12402" y="14103"/>
                </a:lnTo>
                <a:lnTo>
                  <a:pt x="12402" y="14173"/>
                </a:lnTo>
                <a:lnTo>
                  <a:pt x="12368" y="14173"/>
                </a:lnTo>
              </a:path>
              <a:path w="21600" h="21600">
                <a:moveTo>
                  <a:pt x="9196" y="14103"/>
                </a:moveTo>
                <a:lnTo>
                  <a:pt x="9231" y="14103"/>
                </a:lnTo>
                <a:lnTo>
                  <a:pt x="9231" y="14173"/>
                </a:lnTo>
                <a:lnTo>
                  <a:pt x="9196" y="14173"/>
                </a:lnTo>
              </a:path>
              <a:path w="21600" h="21600">
                <a:moveTo>
                  <a:pt x="2724" y="14074"/>
                </a:moveTo>
                <a:lnTo>
                  <a:pt x="2761" y="14074"/>
                </a:lnTo>
                <a:lnTo>
                  <a:pt x="2761" y="14151"/>
                </a:lnTo>
                <a:lnTo>
                  <a:pt x="2724" y="14151"/>
                </a:lnTo>
              </a:path>
              <a:path w="21600" h="21600">
                <a:moveTo>
                  <a:pt x="1674" y="14072"/>
                </a:moveTo>
                <a:lnTo>
                  <a:pt x="1698" y="14072"/>
                </a:lnTo>
                <a:lnTo>
                  <a:pt x="1698" y="14121"/>
                </a:lnTo>
                <a:lnTo>
                  <a:pt x="1674" y="14121"/>
                </a:lnTo>
              </a:path>
              <a:path w="21600" h="21600">
                <a:moveTo>
                  <a:pt x="19889" y="14072"/>
                </a:moveTo>
                <a:lnTo>
                  <a:pt x="19938" y="14072"/>
                </a:lnTo>
                <a:lnTo>
                  <a:pt x="19938" y="14171"/>
                </a:lnTo>
                <a:lnTo>
                  <a:pt x="19889" y="14171"/>
                </a:lnTo>
              </a:path>
              <a:path w="21600" h="21600">
                <a:moveTo>
                  <a:pt x="20506" y="14069"/>
                </a:moveTo>
                <a:lnTo>
                  <a:pt x="20528" y="14069"/>
                </a:lnTo>
                <a:lnTo>
                  <a:pt x="20528" y="14115"/>
                </a:lnTo>
                <a:lnTo>
                  <a:pt x="20506" y="14115"/>
                </a:lnTo>
              </a:path>
              <a:path w="21600" h="21600">
                <a:moveTo>
                  <a:pt x="15087" y="14069"/>
                </a:moveTo>
                <a:lnTo>
                  <a:pt x="15109" y="14069"/>
                </a:lnTo>
                <a:lnTo>
                  <a:pt x="15109" y="14115"/>
                </a:lnTo>
                <a:lnTo>
                  <a:pt x="15087" y="14115"/>
                </a:lnTo>
              </a:path>
              <a:path w="21600" h="21600">
                <a:moveTo>
                  <a:pt x="6489" y="14069"/>
                </a:moveTo>
                <a:lnTo>
                  <a:pt x="6512" y="14069"/>
                </a:lnTo>
                <a:lnTo>
                  <a:pt x="6512" y="14115"/>
                </a:lnTo>
                <a:lnTo>
                  <a:pt x="6489" y="14115"/>
                </a:lnTo>
              </a:path>
              <a:path w="21600" h="21600">
                <a:moveTo>
                  <a:pt x="20806" y="14062"/>
                </a:moveTo>
                <a:lnTo>
                  <a:pt x="20832" y="14062"/>
                </a:lnTo>
                <a:lnTo>
                  <a:pt x="20832" y="14115"/>
                </a:lnTo>
                <a:lnTo>
                  <a:pt x="20806" y="14115"/>
                </a:lnTo>
              </a:path>
              <a:path w="21600" h="21600">
                <a:moveTo>
                  <a:pt x="10864" y="14049"/>
                </a:moveTo>
                <a:lnTo>
                  <a:pt x="10886" y="14049"/>
                </a:lnTo>
                <a:lnTo>
                  <a:pt x="10886" y="14095"/>
                </a:lnTo>
                <a:lnTo>
                  <a:pt x="10864" y="14095"/>
                </a:lnTo>
              </a:path>
              <a:path w="21600" h="21600">
                <a:moveTo>
                  <a:pt x="11768" y="14044"/>
                </a:moveTo>
                <a:lnTo>
                  <a:pt x="11794" y="14044"/>
                </a:lnTo>
                <a:lnTo>
                  <a:pt x="11794" y="14097"/>
                </a:lnTo>
                <a:lnTo>
                  <a:pt x="11768" y="14097"/>
                </a:lnTo>
              </a:path>
              <a:path w="21600" h="21600">
                <a:moveTo>
                  <a:pt x="9805" y="14044"/>
                </a:moveTo>
                <a:lnTo>
                  <a:pt x="9830" y="14044"/>
                </a:lnTo>
                <a:lnTo>
                  <a:pt x="9830" y="14097"/>
                </a:lnTo>
                <a:lnTo>
                  <a:pt x="9805" y="14097"/>
                </a:lnTo>
              </a:path>
              <a:path w="21600" h="21600">
                <a:moveTo>
                  <a:pt x="10696" y="14038"/>
                </a:moveTo>
                <a:lnTo>
                  <a:pt x="10751" y="14038"/>
                </a:lnTo>
                <a:lnTo>
                  <a:pt x="10751" y="14152"/>
                </a:lnTo>
                <a:lnTo>
                  <a:pt x="10696" y="14152"/>
                </a:lnTo>
              </a:path>
              <a:path w="21600" h="21600">
                <a:moveTo>
                  <a:pt x="14478" y="13946"/>
                </a:moveTo>
                <a:lnTo>
                  <a:pt x="14511" y="13946"/>
                </a:lnTo>
                <a:lnTo>
                  <a:pt x="14511" y="14013"/>
                </a:lnTo>
                <a:lnTo>
                  <a:pt x="14478" y="14013"/>
                </a:lnTo>
              </a:path>
              <a:path w="21600" h="21600">
                <a:moveTo>
                  <a:pt x="7088" y="13946"/>
                </a:moveTo>
                <a:lnTo>
                  <a:pt x="7121" y="13946"/>
                </a:lnTo>
                <a:lnTo>
                  <a:pt x="7121" y="14013"/>
                </a:lnTo>
                <a:lnTo>
                  <a:pt x="7088" y="14013"/>
                </a:lnTo>
              </a:path>
              <a:path w="21600" h="21600">
                <a:moveTo>
                  <a:pt x="1069" y="13929"/>
                </a:moveTo>
                <a:lnTo>
                  <a:pt x="1095" y="13929"/>
                </a:lnTo>
                <a:lnTo>
                  <a:pt x="1095" y="13982"/>
                </a:lnTo>
                <a:lnTo>
                  <a:pt x="1069" y="13982"/>
                </a:lnTo>
              </a:path>
              <a:path w="21600" h="21600">
                <a:moveTo>
                  <a:pt x="15389" y="13890"/>
                </a:moveTo>
                <a:lnTo>
                  <a:pt x="15411" y="13890"/>
                </a:lnTo>
                <a:lnTo>
                  <a:pt x="15411" y="13935"/>
                </a:lnTo>
                <a:lnTo>
                  <a:pt x="15389" y="13935"/>
                </a:lnTo>
              </a:path>
              <a:path w="21600" h="21600">
                <a:moveTo>
                  <a:pt x="18824" y="13852"/>
                </a:moveTo>
                <a:lnTo>
                  <a:pt x="18889" y="13852"/>
                </a:lnTo>
                <a:lnTo>
                  <a:pt x="18889" y="13987"/>
                </a:lnTo>
                <a:lnTo>
                  <a:pt x="18824" y="13987"/>
                </a:lnTo>
              </a:path>
              <a:path w="21600" h="21600">
                <a:moveTo>
                  <a:pt x="11464" y="13842"/>
                </a:moveTo>
                <a:lnTo>
                  <a:pt x="11495" y="13842"/>
                </a:lnTo>
                <a:lnTo>
                  <a:pt x="11495" y="13906"/>
                </a:lnTo>
                <a:lnTo>
                  <a:pt x="11464" y="13906"/>
                </a:lnTo>
              </a:path>
              <a:path w="21600" h="21600">
                <a:moveTo>
                  <a:pt x="17787" y="13823"/>
                </a:moveTo>
                <a:lnTo>
                  <a:pt x="17821" y="13823"/>
                </a:lnTo>
                <a:lnTo>
                  <a:pt x="17821" y="13893"/>
                </a:lnTo>
                <a:lnTo>
                  <a:pt x="17787" y="13893"/>
                </a:lnTo>
              </a:path>
              <a:path w="21600" h="21600">
                <a:moveTo>
                  <a:pt x="3778" y="13823"/>
                </a:moveTo>
                <a:lnTo>
                  <a:pt x="3812" y="13823"/>
                </a:lnTo>
                <a:lnTo>
                  <a:pt x="3812" y="13893"/>
                </a:lnTo>
                <a:lnTo>
                  <a:pt x="3778" y="13893"/>
                </a:lnTo>
              </a:path>
              <a:path w="21600" h="21600">
                <a:moveTo>
                  <a:pt x="9188" y="13815"/>
                </a:moveTo>
                <a:lnTo>
                  <a:pt x="9240" y="13815"/>
                </a:lnTo>
                <a:lnTo>
                  <a:pt x="9240" y="13922"/>
                </a:lnTo>
                <a:lnTo>
                  <a:pt x="9188" y="13922"/>
                </a:lnTo>
              </a:path>
              <a:path w="21600" h="21600">
                <a:moveTo>
                  <a:pt x="16582" y="13764"/>
                </a:moveTo>
                <a:lnTo>
                  <a:pt x="16610" y="13764"/>
                </a:lnTo>
                <a:lnTo>
                  <a:pt x="16610" y="13820"/>
                </a:lnTo>
                <a:lnTo>
                  <a:pt x="16582" y="13820"/>
                </a:lnTo>
              </a:path>
              <a:path w="21600" h="21600">
                <a:moveTo>
                  <a:pt x="4989" y="13764"/>
                </a:moveTo>
                <a:lnTo>
                  <a:pt x="5016" y="13764"/>
                </a:lnTo>
                <a:lnTo>
                  <a:pt x="5016" y="13820"/>
                </a:lnTo>
                <a:lnTo>
                  <a:pt x="4989" y="13820"/>
                </a:lnTo>
              </a:path>
              <a:path w="21600" h="21600">
                <a:moveTo>
                  <a:pt x="20507" y="13743"/>
                </a:moveTo>
                <a:lnTo>
                  <a:pt x="20528" y="13743"/>
                </a:lnTo>
                <a:lnTo>
                  <a:pt x="20528" y="13785"/>
                </a:lnTo>
                <a:lnTo>
                  <a:pt x="20507" y="13785"/>
                </a:lnTo>
              </a:path>
              <a:path w="21600" h="21600">
                <a:moveTo>
                  <a:pt x="15088" y="13743"/>
                </a:moveTo>
                <a:lnTo>
                  <a:pt x="15108" y="13743"/>
                </a:lnTo>
                <a:lnTo>
                  <a:pt x="15108" y="13785"/>
                </a:lnTo>
                <a:lnTo>
                  <a:pt x="15088" y="13785"/>
                </a:lnTo>
              </a:path>
              <a:path w="21600" h="21600">
                <a:moveTo>
                  <a:pt x="6490" y="13743"/>
                </a:moveTo>
                <a:lnTo>
                  <a:pt x="6511" y="13743"/>
                </a:lnTo>
                <a:lnTo>
                  <a:pt x="6511" y="13785"/>
                </a:lnTo>
                <a:lnTo>
                  <a:pt x="6490" y="13785"/>
                </a:lnTo>
              </a:path>
              <a:path w="21600" h="21600">
                <a:moveTo>
                  <a:pt x="19890" y="13732"/>
                </a:moveTo>
                <a:lnTo>
                  <a:pt x="19937" y="13732"/>
                </a:lnTo>
                <a:lnTo>
                  <a:pt x="19937" y="13828"/>
                </a:lnTo>
                <a:lnTo>
                  <a:pt x="19890" y="13828"/>
                </a:lnTo>
              </a:path>
              <a:path w="21600" h="21600">
                <a:moveTo>
                  <a:pt x="1674" y="13732"/>
                </a:moveTo>
                <a:lnTo>
                  <a:pt x="1697" y="13732"/>
                </a:lnTo>
                <a:lnTo>
                  <a:pt x="1697" y="13778"/>
                </a:lnTo>
                <a:lnTo>
                  <a:pt x="1674" y="13778"/>
                </a:lnTo>
              </a:path>
              <a:path w="21600" h="21600">
                <a:moveTo>
                  <a:pt x="10865" y="13722"/>
                </a:moveTo>
                <a:lnTo>
                  <a:pt x="10885" y="13722"/>
                </a:lnTo>
                <a:lnTo>
                  <a:pt x="10885" y="13764"/>
                </a:lnTo>
                <a:lnTo>
                  <a:pt x="10865" y="13764"/>
                </a:lnTo>
              </a:path>
              <a:path w="21600" h="21600">
                <a:moveTo>
                  <a:pt x="20807" y="13708"/>
                </a:moveTo>
                <a:lnTo>
                  <a:pt x="20831" y="13708"/>
                </a:lnTo>
                <a:lnTo>
                  <a:pt x="20831" y="13757"/>
                </a:lnTo>
                <a:lnTo>
                  <a:pt x="20807" y="13757"/>
                </a:lnTo>
              </a:path>
              <a:path w="21600" h="21600">
                <a:moveTo>
                  <a:pt x="11769" y="13688"/>
                </a:moveTo>
                <a:lnTo>
                  <a:pt x="11793" y="13688"/>
                </a:lnTo>
                <a:lnTo>
                  <a:pt x="11793" y="13737"/>
                </a:lnTo>
                <a:lnTo>
                  <a:pt x="11769" y="13737"/>
                </a:lnTo>
              </a:path>
              <a:path w="21600" h="21600">
                <a:moveTo>
                  <a:pt x="9806" y="13688"/>
                </a:moveTo>
                <a:lnTo>
                  <a:pt x="9830" y="13688"/>
                </a:lnTo>
                <a:lnTo>
                  <a:pt x="9830" y="13737"/>
                </a:lnTo>
                <a:lnTo>
                  <a:pt x="9806" y="13737"/>
                </a:lnTo>
              </a:path>
              <a:path w="21600" h="21600">
                <a:moveTo>
                  <a:pt x="12369" y="13651"/>
                </a:moveTo>
                <a:lnTo>
                  <a:pt x="12401" y="13651"/>
                </a:lnTo>
                <a:lnTo>
                  <a:pt x="12401" y="13718"/>
                </a:lnTo>
                <a:lnTo>
                  <a:pt x="12369" y="13718"/>
                </a:lnTo>
              </a:path>
              <a:path w="21600" h="21600">
                <a:moveTo>
                  <a:pt x="9197" y="13651"/>
                </a:moveTo>
                <a:lnTo>
                  <a:pt x="9230" y="13651"/>
                </a:lnTo>
                <a:lnTo>
                  <a:pt x="9230" y="13718"/>
                </a:lnTo>
                <a:lnTo>
                  <a:pt x="9197" y="13718"/>
                </a:lnTo>
              </a:path>
              <a:path w="21600" h="21600">
                <a:moveTo>
                  <a:pt x="13415" y="13623"/>
                </a:moveTo>
                <a:lnTo>
                  <a:pt x="13459" y="13623"/>
                </a:lnTo>
                <a:lnTo>
                  <a:pt x="13459" y="13712"/>
                </a:lnTo>
                <a:lnTo>
                  <a:pt x="13415" y="13712"/>
                </a:lnTo>
              </a:path>
              <a:path w="21600" h="21600">
                <a:moveTo>
                  <a:pt x="8139" y="13623"/>
                </a:moveTo>
                <a:lnTo>
                  <a:pt x="8183" y="13623"/>
                </a:lnTo>
                <a:lnTo>
                  <a:pt x="8183" y="13712"/>
                </a:lnTo>
                <a:lnTo>
                  <a:pt x="8139" y="13712"/>
                </a:lnTo>
              </a:path>
              <a:path w="21600" h="21600">
                <a:moveTo>
                  <a:pt x="2724" y="13621"/>
                </a:moveTo>
                <a:lnTo>
                  <a:pt x="2760" y="13621"/>
                </a:lnTo>
                <a:lnTo>
                  <a:pt x="2760" y="13695"/>
                </a:lnTo>
                <a:lnTo>
                  <a:pt x="2724" y="13695"/>
                </a:lnTo>
              </a:path>
              <a:path w="21600" h="21600">
                <a:moveTo>
                  <a:pt x="10697" y="13620"/>
                </a:moveTo>
                <a:lnTo>
                  <a:pt x="10750" y="13620"/>
                </a:lnTo>
                <a:lnTo>
                  <a:pt x="10750" y="13730"/>
                </a:lnTo>
                <a:lnTo>
                  <a:pt x="10697" y="13730"/>
                </a:lnTo>
              </a:path>
              <a:path w="21600" h="21600">
                <a:moveTo>
                  <a:pt x="1070" y="13603"/>
                </a:moveTo>
                <a:lnTo>
                  <a:pt x="1094" y="13603"/>
                </a:lnTo>
                <a:lnTo>
                  <a:pt x="1094" y="13652"/>
                </a:lnTo>
                <a:lnTo>
                  <a:pt x="1070" y="13652"/>
                </a:lnTo>
              </a:path>
              <a:path w="21600" h="21600">
                <a:moveTo>
                  <a:pt x="14479" y="13511"/>
                </a:moveTo>
                <a:lnTo>
                  <a:pt x="14510" y="13511"/>
                </a:lnTo>
                <a:lnTo>
                  <a:pt x="14510" y="13574"/>
                </a:lnTo>
                <a:lnTo>
                  <a:pt x="14479" y="13574"/>
                </a:lnTo>
              </a:path>
              <a:path w="21600" h="21600">
                <a:moveTo>
                  <a:pt x="7089" y="13511"/>
                </a:moveTo>
                <a:lnTo>
                  <a:pt x="7120" y="13511"/>
                </a:lnTo>
                <a:lnTo>
                  <a:pt x="7120" y="13574"/>
                </a:lnTo>
                <a:lnTo>
                  <a:pt x="7089" y="13574"/>
                </a:lnTo>
              </a:path>
              <a:path w="21600" h="21600">
                <a:moveTo>
                  <a:pt x="11464" y="13423"/>
                </a:moveTo>
                <a:lnTo>
                  <a:pt x="11494" y="13423"/>
                </a:lnTo>
                <a:lnTo>
                  <a:pt x="11494" y="13483"/>
                </a:lnTo>
                <a:lnTo>
                  <a:pt x="11464" y="13483"/>
                </a:lnTo>
              </a:path>
              <a:path w="21600" h="21600">
                <a:moveTo>
                  <a:pt x="18824" y="13399"/>
                </a:moveTo>
                <a:lnTo>
                  <a:pt x="18889" y="13399"/>
                </a:lnTo>
                <a:lnTo>
                  <a:pt x="18889" y="13531"/>
                </a:lnTo>
                <a:lnTo>
                  <a:pt x="18824" y="13531"/>
                </a:lnTo>
              </a:path>
              <a:path w="21600" h="21600">
                <a:moveTo>
                  <a:pt x="19891" y="13393"/>
                </a:moveTo>
                <a:lnTo>
                  <a:pt x="19936" y="13393"/>
                </a:lnTo>
                <a:lnTo>
                  <a:pt x="19936" y="13485"/>
                </a:lnTo>
                <a:lnTo>
                  <a:pt x="19891" y="13485"/>
                </a:lnTo>
              </a:path>
              <a:path w="21600" h="21600">
                <a:moveTo>
                  <a:pt x="15390" y="13393"/>
                </a:moveTo>
                <a:lnTo>
                  <a:pt x="15410" y="13393"/>
                </a:lnTo>
                <a:lnTo>
                  <a:pt x="15410" y="13435"/>
                </a:lnTo>
                <a:lnTo>
                  <a:pt x="15390" y="13435"/>
                </a:lnTo>
              </a:path>
              <a:path w="21600" h="21600">
                <a:moveTo>
                  <a:pt x="1675" y="13393"/>
                </a:moveTo>
                <a:lnTo>
                  <a:pt x="1696" y="13393"/>
                </a:lnTo>
                <a:lnTo>
                  <a:pt x="1696" y="13435"/>
                </a:lnTo>
                <a:lnTo>
                  <a:pt x="1675" y="13435"/>
                </a:lnTo>
              </a:path>
              <a:path w="21600" h="21600">
                <a:moveTo>
                  <a:pt x="16583" y="13379"/>
                </a:moveTo>
                <a:lnTo>
                  <a:pt x="16609" y="13379"/>
                </a:lnTo>
                <a:lnTo>
                  <a:pt x="16609" y="13432"/>
                </a:lnTo>
                <a:lnTo>
                  <a:pt x="16583" y="13432"/>
                </a:lnTo>
              </a:path>
              <a:path w="21600" h="21600">
                <a:moveTo>
                  <a:pt x="4990" y="13379"/>
                </a:moveTo>
                <a:lnTo>
                  <a:pt x="5016" y="13379"/>
                </a:lnTo>
                <a:lnTo>
                  <a:pt x="5016" y="13432"/>
                </a:lnTo>
                <a:lnTo>
                  <a:pt x="4990" y="13432"/>
                </a:lnTo>
              </a:path>
              <a:path w="21600" h="21600">
                <a:moveTo>
                  <a:pt x="9189" y="13364"/>
                </a:moveTo>
                <a:lnTo>
                  <a:pt x="9239" y="13364"/>
                </a:lnTo>
                <a:lnTo>
                  <a:pt x="9239" y="13467"/>
                </a:lnTo>
                <a:lnTo>
                  <a:pt x="9189" y="13467"/>
                </a:lnTo>
              </a:path>
              <a:path w="21600" h="21600">
                <a:moveTo>
                  <a:pt x="17788" y="13356"/>
                </a:moveTo>
                <a:lnTo>
                  <a:pt x="17820" y="13356"/>
                </a:lnTo>
                <a:lnTo>
                  <a:pt x="17820" y="13423"/>
                </a:lnTo>
                <a:lnTo>
                  <a:pt x="17788" y="13423"/>
                </a:lnTo>
              </a:path>
              <a:path w="21600" h="21600">
                <a:moveTo>
                  <a:pt x="3779" y="13356"/>
                </a:moveTo>
                <a:lnTo>
                  <a:pt x="3811" y="13356"/>
                </a:lnTo>
                <a:lnTo>
                  <a:pt x="3811" y="13423"/>
                </a:lnTo>
                <a:lnTo>
                  <a:pt x="3779" y="13423"/>
                </a:lnTo>
              </a:path>
              <a:path w="21600" h="21600">
                <a:moveTo>
                  <a:pt x="20808" y="13352"/>
                </a:moveTo>
                <a:lnTo>
                  <a:pt x="20830" y="13352"/>
                </a:lnTo>
                <a:lnTo>
                  <a:pt x="20830" y="13398"/>
                </a:lnTo>
                <a:lnTo>
                  <a:pt x="20808" y="13398"/>
                </a:lnTo>
              </a:path>
              <a:path w="21600" h="21600">
                <a:moveTo>
                  <a:pt x="11770" y="13332"/>
                </a:moveTo>
                <a:lnTo>
                  <a:pt x="11792" y="13332"/>
                </a:lnTo>
                <a:lnTo>
                  <a:pt x="11792" y="13378"/>
                </a:lnTo>
                <a:lnTo>
                  <a:pt x="11770" y="13378"/>
                </a:lnTo>
              </a:path>
              <a:path w="21600" h="21600">
                <a:moveTo>
                  <a:pt x="9806" y="13332"/>
                </a:moveTo>
                <a:lnTo>
                  <a:pt x="9829" y="13332"/>
                </a:lnTo>
                <a:lnTo>
                  <a:pt x="9829" y="13378"/>
                </a:lnTo>
                <a:lnTo>
                  <a:pt x="9806" y="13378"/>
                </a:lnTo>
              </a:path>
              <a:path w="21600" h="21600">
                <a:moveTo>
                  <a:pt x="1071" y="13277"/>
                </a:moveTo>
                <a:lnTo>
                  <a:pt x="1093" y="13277"/>
                </a:lnTo>
                <a:lnTo>
                  <a:pt x="1093" y="13322"/>
                </a:lnTo>
                <a:lnTo>
                  <a:pt x="1071" y="13322"/>
                </a:lnTo>
              </a:path>
              <a:path w="21600" h="21600">
                <a:moveTo>
                  <a:pt x="10698" y="13202"/>
                </a:moveTo>
                <a:lnTo>
                  <a:pt x="10749" y="13202"/>
                </a:lnTo>
                <a:lnTo>
                  <a:pt x="10749" y="13308"/>
                </a:lnTo>
                <a:lnTo>
                  <a:pt x="10698" y="13308"/>
                </a:lnTo>
              </a:path>
              <a:path w="21600" h="21600">
                <a:moveTo>
                  <a:pt x="12370" y="13200"/>
                </a:moveTo>
                <a:lnTo>
                  <a:pt x="12400" y="13200"/>
                </a:lnTo>
                <a:lnTo>
                  <a:pt x="12400" y="13263"/>
                </a:lnTo>
                <a:lnTo>
                  <a:pt x="12370" y="13263"/>
                </a:lnTo>
              </a:path>
              <a:path w="21600" h="21600">
                <a:moveTo>
                  <a:pt x="9198" y="13200"/>
                </a:moveTo>
                <a:lnTo>
                  <a:pt x="9229" y="13200"/>
                </a:lnTo>
                <a:lnTo>
                  <a:pt x="9229" y="13263"/>
                </a:lnTo>
                <a:lnTo>
                  <a:pt x="9198" y="13263"/>
                </a:lnTo>
              </a:path>
              <a:path w="21600" h="21600">
                <a:moveTo>
                  <a:pt x="2725" y="13168"/>
                </a:moveTo>
                <a:lnTo>
                  <a:pt x="2760" y="13168"/>
                </a:lnTo>
                <a:lnTo>
                  <a:pt x="2760" y="13239"/>
                </a:lnTo>
                <a:lnTo>
                  <a:pt x="2725" y="13239"/>
                </a:lnTo>
              </a:path>
              <a:path w="21600" h="21600">
                <a:moveTo>
                  <a:pt x="14480" y="13075"/>
                </a:moveTo>
                <a:lnTo>
                  <a:pt x="14509" y="13075"/>
                </a:lnTo>
                <a:lnTo>
                  <a:pt x="14509" y="13135"/>
                </a:lnTo>
                <a:lnTo>
                  <a:pt x="14480" y="13135"/>
                </a:lnTo>
              </a:path>
              <a:path w="21600" h="21600">
                <a:moveTo>
                  <a:pt x="7090" y="13075"/>
                </a:moveTo>
                <a:lnTo>
                  <a:pt x="7119" y="13075"/>
                </a:lnTo>
                <a:lnTo>
                  <a:pt x="7119" y="13135"/>
                </a:lnTo>
                <a:lnTo>
                  <a:pt x="7090" y="13135"/>
                </a:lnTo>
              </a:path>
              <a:path w="21600" h="21600">
                <a:moveTo>
                  <a:pt x="19892" y="13053"/>
                </a:moveTo>
                <a:lnTo>
                  <a:pt x="19935" y="13053"/>
                </a:lnTo>
                <a:lnTo>
                  <a:pt x="19935" y="13141"/>
                </a:lnTo>
                <a:lnTo>
                  <a:pt x="19892" y="13141"/>
                </a:lnTo>
              </a:path>
              <a:path w="21600" h="21600">
                <a:moveTo>
                  <a:pt x="13416" y="13008"/>
                </a:moveTo>
                <a:lnTo>
                  <a:pt x="13459" y="13008"/>
                </a:lnTo>
                <a:lnTo>
                  <a:pt x="13459" y="13095"/>
                </a:lnTo>
                <a:lnTo>
                  <a:pt x="13416" y="13095"/>
                </a:lnTo>
              </a:path>
              <a:path w="21600" h="21600">
                <a:moveTo>
                  <a:pt x="8140" y="13008"/>
                </a:moveTo>
                <a:lnTo>
                  <a:pt x="8182" y="13008"/>
                </a:lnTo>
                <a:lnTo>
                  <a:pt x="8182" y="13095"/>
                </a:lnTo>
                <a:lnTo>
                  <a:pt x="8140" y="13095"/>
                </a:lnTo>
              </a:path>
              <a:path w="21600" h="21600">
                <a:moveTo>
                  <a:pt x="11465" y="13004"/>
                </a:moveTo>
                <a:lnTo>
                  <a:pt x="11493" y="13004"/>
                </a:lnTo>
                <a:lnTo>
                  <a:pt x="11493" y="13060"/>
                </a:lnTo>
                <a:lnTo>
                  <a:pt x="11465" y="13060"/>
                </a:lnTo>
              </a:path>
              <a:path w="21600" h="21600">
                <a:moveTo>
                  <a:pt x="20809" y="12998"/>
                </a:moveTo>
                <a:lnTo>
                  <a:pt x="20829" y="12998"/>
                </a:lnTo>
                <a:lnTo>
                  <a:pt x="20829" y="13039"/>
                </a:lnTo>
                <a:lnTo>
                  <a:pt x="20809" y="13039"/>
                </a:lnTo>
              </a:path>
              <a:path w="21600" h="21600">
                <a:moveTo>
                  <a:pt x="16584" y="12995"/>
                </a:moveTo>
                <a:lnTo>
                  <a:pt x="16608" y="12995"/>
                </a:lnTo>
                <a:lnTo>
                  <a:pt x="16608" y="13043"/>
                </a:lnTo>
                <a:lnTo>
                  <a:pt x="16584" y="13043"/>
                </a:lnTo>
              </a:path>
              <a:path w="21600" h="21600">
                <a:moveTo>
                  <a:pt x="4991" y="12995"/>
                </a:moveTo>
                <a:lnTo>
                  <a:pt x="5015" y="12995"/>
                </a:lnTo>
                <a:lnTo>
                  <a:pt x="5015" y="13043"/>
                </a:lnTo>
                <a:lnTo>
                  <a:pt x="4991" y="13043"/>
                </a:lnTo>
              </a:path>
              <a:path w="21600" h="21600">
                <a:moveTo>
                  <a:pt x="11771" y="12977"/>
                </a:moveTo>
                <a:lnTo>
                  <a:pt x="11791" y="12977"/>
                </a:lnTo>
                <a:lnTo>
                  <a:pt x="11791" y="13018"/>
                </a:lnTo>
                <a:lnTo>
                  <a:pt x="11771" y="13018"/>
                </a:lnTo>
              </a:path>
              <a:path w="21600" h="21600">
                <a:moveTo>
                  <a:pt x="9807" y="12977"/>
                </a:moveTo>
                <a:lnTo>
                  <a:pt x="9828" y="12977"/>
                </a:lnTo>
                <a:lnTo>
                  <a:pt x="9828" y="13018"/>
                </a:lnTo>
                <a:lnTo>
                  <a:pt x="9807" y="13018"/>
                </a:lnTo>
              </a:path>
              <a:path w="21600" h="21600">
                <a:moveTo>
                  <a:pt x="1071" y="12950"/>
                </a:moveTo>
                <a:lnTo>
                  <a:pt x="1092" y="12950"/>
                </a:lnTo>
                <a:lnTo>
                  <a:pt x="1092" y="12992"/>
                </a:lnTo>
                <a:lnTo>
                  <a:pt x="1071" y="12992"/>
                </a:lnTo>
              </a:path>
              <a:path w="21600" h="21600">
                <a:moveTo>
                  <a:pt x="18825" y="12947"/>
                </a:moveTo>
                <a:lnTo>
                  <a:pt x="18888" y="12947"/>
                </a:lnTo>
                <a:lnTo>
                  <a:pt x="18888" y="13075"/>
                </a:lnTo>
                <a:lnTo>
                  <a:pt x="18825" y="13075"/>
                </a:lnTo>
              </a:path>
              <a:path w="21600" h="21600">
                <a:moveTo>
                  <a:pt x="6166" y="12926"/>
                </a:moveTo>
                <a:lnTo>
                  <a:pt x="6231" y="12926"/>
                </a:lnTo>
                <a:lnTo>
                  <a:pt x="6231" y="13060"/>
                </a:lnTo>
                <a:lnTo>
                  <a:pt x="6166" y="13060"/>
                </a:lnTo>
              </a:path>
              <a:path w="21600" h="21600">
                <a:moveTo>
                  <a:pt x="9189" y="12913"/>
                </a:moveTo>
                <a:lnTo>
                  <a:pt x="9238" y="12913"/>
                </a:lnTo>
                <a:lnTo>
                  <a:pt x="9238" y="13012"/>
                </a:lnTo>
                <a:lnTo>
                  <a:pt x="9189" y="13012"/>
                </a:lnTo>
              </a:path>
              <a:path w="21600" h="21600">
                <a:moveTo>
                  <a:pt x="17789" y="12889"/>
                </a:moveTo>
                <a:lnTo>
                  <a:pt x="17819" y="12889"/>
                </a:lnTo>
                <a:lnTo>
                  <a:pt x="17819" y="12952"/>
                </a:lnTo>
                <a:lnTo>
                  <a:pt x="17789" y="12952"/>
                </a:lnTo>
              </a:path>
              <a:path w="21600" h="21600">
                <a:moveTo>
                  <a:pt x="3779" y="12889"/>
                </a:moveTo>
                <a:lnTo>
                  <a:pt x="3810" y="12889"/>
                </a:lnTo>
                <a:lnTo>
                  <a:pt x="3810" y="12952"/>
                </a:lnTo>
                <a:lnTo>
                  <a:pt x="3779" y="12952"/>
                </a:lnTo>
              </a:path>
              <a:path w="21600" h="21600">
                <a:moveTo>
                  <a:pt x="10698" y="12783"/>
                </a:moveTo>
                <a:lnTo>
                  <a:pt x="10748" y="12783"/>
                </a:lnTo>
                <a:lnTo>
                  <a:pt x="10748" y="12886"/>
                </a:lnTo>
                <a:lnTo>
                  <a:pt x="10698" y="12886"/>
                </a:lnTo>
              </a:path>
              <a:path w="21600" h="21600">
                <a:moveTo>
                  <a:pt x="12370" y="12749"/>
                </a:moveTo>
                <a:lnTo>
                  <a:pt x="12400" y="12749"/>
                </a:lnTo>
                <a:lnTo>
                  <a:pt x="12400" y="12808"/>
                </a:lnTo>
                <a:lnTo>
                  <a:pt x="12370" y="12808"/>
                </a:lnTo>
              </a:path>
              <a:path w="21600" h="21600">
                <a:moveTo>
                  <a:pt x="9199" y="12749"/>
                </a:moveTo>
                <a:lnTo>
                  <a:pt x="9228" y="12749"/>
                </a:lnTo>
                <a:lnTo>
                  <a:pt x="9228" y="12808"/>
                </a:lnTo>
                <a:lnTo>
                  <a:pt x="9199" y="12808"/>
                </a:lnTo>
              </a:path>
              <a:path w="21600" h="21600">
                <a:moveTo>
                  <a:pt x="2726" y="12715"/>
                </a:moveTo>
                <a:lnTo>
                  <a:pt x="2759" y="12715"/>
                </a:lnTo>
                <a:lnTo>
                  <a:pt x="2759" y="12783"/>
                </a:lnTo>
                <a:lnTo>
                  <a:pt x="2726" y="12783"/>
                </a:lnTo>
              </a:path>
              <a:path w="21600" h="21600">
                <a:moveTo>
                  <a:pt x="19893" y="12713"/>
                </a:moveTo>
                <a:lnTo>
                  <a:pt x="19934" y="12713"/>
                </a:lnTo>
                <a:lnTo>
                  <a:pt x="19934" y="12798"/>
                </a:lnTo>
                <a:lnTo>
                  <a:pt x="19893" y="12798"/>
                </a:lnTo>
              </a:path>
              <a:path w="21600" h="21600">
                <a:moveTo>
                  <a:pt x="14481" y="12639"/>
                </a:moveTo>
                <a:lnTo>
                  <a:pt x="14508" y="12639"/>
                </a:lnTo>
                <a:lnTo>
                  <a:pt x="14508" y="12695"/>
                </a:lnTo>
                <a:lnTo>
                  <a:pt x="14481" y="12695"/>
                </a:lnTo>
              </a:path>
              <a:path w="21600" h="21600">
                <a:moveTo>
                  <a:pt x="7091" y="12639"/>
                </a:moveTo>
                <a:lnTo>
                  <a:pt x="7118" y="12639"/>
                </a:lnTo>
                <a:lnTo>
                  <a:pt x="7118" y="12695"/>
                </a:lnTo>
                <a:lnTo>
                  <a:pt x="7091" y="12695"/>
                </a:lnTo>
              </a:path>
              <a:path w="21600" h="21600">
                <a:moveTo>
                  <a:pt x="16585" y="12610"/>
                </a:moveTo>
                <a:lnTo>
                  <a:pt x="16607" y="12610"/>
                </a:lnTo>
                <a:lnTo>
                  <a:pt x="16607" y="12655"/>
                </a:lnTo>
                <a:lnTo>
                  <a:pt x="16585" y="12655"/>
                </a:lnTo>
              </a:path>
              <a:path w="21600" h="21600">
                <a:moveTo>
                  <a:pt x="4992" y="12610"/>
                </a:moveTo>
                <a:lnTo>
                  <a:pt x="5014" y="12610"/>
                </a:lnTo>
                <a:lnTo>
                  <a:pt x="5014" y="12655"/>
                </a:lnTo>
                <a:lnTo>
                  <a:pt x="4992" y="12655"/>
                </a:lnTo>
              </a:path>
              <a:path w="21600" h="21600">
                <a:moveTo>
                  <a:pt x="11466" y="12585"/>
                </a:moveTo>
                <a:lnTo>
                  <a:pt x="11492" y="12585"/>
                </a:lnTo>
                <a:lnTo>
                  <a:pt x="11492" y="12637"/>
                </a:lnTo>
                <a:lnTo>
                  <a:pt x="11466" y="12637"/>
                </a:lnTo>
              </a:path>
              <a:path w="21600" h="21600">
                <a:moveTo>
                  <a:pt x="18826" y="12494"/>
                </a:moveTo>
                <a:lnTo>
                  <a:pt x="18887" y="12494"/>
                </a:lnTo>
                <a:lnTo>
                  <a:pt x="18887" y="12619"/>
                </a:lnTo>
                <a:lnTo>
                  <a:pt x="18826" y="12619"/>
                </a:lnTo>
              </a:path>
              <a:path w="21600" h="21600">
                <a:moveTo>
                  <a:pt x="9190" y="12461"/>
                </a:moveTo>
                <a:lnTo>
                  <a:pt x="9237" y="12461"/>
                </a:lnTo>
                <a:lnTo>
                  <a:pt x="9237" y="12557"/>
                </a:lnTo>
                <a:lnTo>
                  <a:pt x="9190" y="12557"/>
                </a:lnTo>
              </a:path>
              <a:path w="21600" h="21600">
                <a:moveTo>
                  <a:pt x="6167" y="12429"/>
                </a:moveTo>
                <a:lnTo>
                  <a:pt x="6231" y="12429"/>
                </a:lnTo>
                <a:lnTo>
                  <a:pt x="6231" y="12560"/>
                </a:lnTo>
                <a:lnTo>
                  <a:pt x="6167" y="12560"/>
                </a:lnTo>
              </a:path>
              <a:path w="21600" h="21600">
                <a:moveTo>
                  <a:pt x="17789" y="12422"/>
                </a:moveTo>
                <a:lnTo>
                  <a:pt x="17819" y="12422"/>
                </a:lnTo>
                <a:lnTo>
                  <a:pt x="17819" y="12482"/>
                </a:lnTo>
                <a:lnTo>
                  <a:pt x="17789" y="12482"/>
                </a:lnTo>
              </a:path>
              <a:path w="21600" h="21600">
                <a:moveTo>
                  <a:pt x="3780" y="12422"/>
                </a:moveTo>
                <a:lnTo>
                  <a:pt x="3810" y="12422"/>
                </a:lnTo>
                <a:lnTo>
                  <a:pt x="3810" y="12482"/>
                </a:lnTo>
                <a:lnTo>
                  <a:pt x="3780" y="12482"/>
                </a:lnTo>
              </a:path>
              <a:path w="21600" h="21600">
                <a:moveTo>
                  <a:pt x="13417" y="12393"/>
                </a:moveTo>
                <a:lnTo>
                  <a:pt x="13458" y="12393"/>
                </a:lnTo>
                <a:lnTo>
                  <a:pt x="13458" y="12477"/>
                </a:lnTo>
                <a:lnTo>
                  <a:pt x="13417" y="12477"/>
                </a:lnTo>
              </a:path>
              <a:path w="21600" h="21600">
                <a:moveTo>
                  <a:pt x="8141" y="12393"/>
                </a:moveTo>
                <a:lnTo>
                  <a:pt x="8181" y="12393"/>
                </a:lnTo>
                <a:lnTo>
                  <a:pt x="8181" y="12477"/>
                </a:lnTo>
                <a:lnTo>
                  <a:pt x="8141" y="12477"/>
                </a:lnTo>
              </a:path>
              <a:path w="21600" h="21600">
                <a:moveTo>
                  <a:pt x="19894" y="12373"/>
                </a:moveTo>
                <a:lnTo>
                  <a:pt x="19933" y="12373"/>
                </a:lnTo>
                <a:lnTo>
                  <a:pt x="19933" y="12455"/>
                </a:lnTo>
                <a:lnTo>
                  <a:pt x="19894" y="12455"/>
                </a:lnTo>
              </a:path>
              <a:path w="21600" h="21600">
                <a:moveTo>
                  <a:pt x="10699" y="12365"/>
                </a:moveTo>
                <a:lnTo>
                  <a:pt x="10748" y="12365"/>
                </a:lnTo>
                <a:lnTo>
                  <a:pt x="10748" y="12464"/>
                </a:lnTo>
                <a:lnTo>
                  <a:pt x="10699" y="12464"/>
                </a:lnTo>
              </a:path>
              <a:path w="21600" h="21600">
                <a:moveTo>
                  <a:pt x="12371" y="12297"/>
                </a:moveTo>
                <a:lnTo>
                  <a:pt x="12399" y="12297"/>
                </a:lnTo>
                <a:lnTo>
                  <a:pt x="12399" y="12353"/>
                </a:lnTo>
                <a:lnTo>
                  <a:pt x="12371" y="12353"/>
                </a:lnTo>
              </a:path>
              <a:path w="21600" h="21600">
                <a:moveTo>
                  <a:pt x="9200" y="12297"/>
                </a:moveTo>
                <a:lnTo>
                  <a:pt x="9227" y="12297"/>
                </a:lnTo>
                <a:lnTo>
                  <a:pt x="9227" y="12353"/>
                </a:lnTo>
                <a:lnTo>
                  <a:pt x="9200" y="12353"/>
                </a:lnTo>
              </a:path>
              <a:path w="21600" h="21600">
                <a:moveTo>
                  <a:pt x="16586" y="12225"/>
                </a:moveTo>
                <a:lnTo>
                  <a:pt x="16606" y="12225"/>
                </a:lnTo>
                <a:lnTo>
                  <a:pt x="16606" y="12267"/>
                </a:lnTo>
                <a:lnTo>
                  <a:pt x="16586" y="12267"/>
                </a:lnTo>
              </a:path>
              <a:path w="21600" h="21600">
                <a:moveTo>
                  <a:pt x="4992" y="12225"/>
                </a:moveTo>
                <a:lnTo>
                  <a:pt x="5013" y="12225"/>
                </a:lnTo>
                <a:lnTo>
                  <a:pt x="5013" y="12267"/>
                </a:lnTo>
                <a:lnTo>
                  <a:pt x="4992" y="12267"/>
                </a:lnTo>
              </a:path>
              <a:path w="21600" h="21600">
                <a:moveTo>
                  <a:pt x="14482" y="12203"/>
                </a:moveTo>
                <a:lnTo>
                  <a:pt x="14507" y="12203"/>
                </a:lnTo>
                <a:lnTo>
                  <a:pt x="14507" y="12256"/>
                </a:lnTo>
                <a:lnTo>
                  <a:pt x="14482" y="12256"/>
                </a:lnTo>
              </a:path>
              <a:path w="21600" h="21600">
                <a:moveTo>
                  <a:pt x="7092" y="12203"/>
                </a:moveTo>
                <a:lnTo>
                  <a:pt x="7117" y="12203"/>
                </a:lnTo>
                <a:lnTo>
                  <a:pt x="7117" y="12256"/>
                </a:lnTo>
                <a:lnTo>
                  <a:pt x="7092" y="12256"/>
                </a:lnTo>
              </a:path>
              <a:path w="21600" h="21600">
                <a:moveTo>
                  <a:pt x="11467" y="12166"/>
                </a:moveTo>
                <a:lnTo>
                  <a:pt x="11491" y="12166"/>
                </a:lnTo>
                <a:lnTo>
                  <a:pt x="11491" y="12215"/>
                </a:lnTo>
                <a:lnTo>
                  <a:pt x="11467" y="12215"/>
                </a:lnTo>
              </a:path>
              <a:path w="21600" h="21600">
                <a:moveTo>
                  <a:pt x="16118" y="12142"/>
                </a:moveTo>
                <a:lnTo>
                  <a:pt x="16184" y="12142"/>
                </a:lnTo>
                <a:lnTo>
                  <a:pt x="16184" y="12277"/>
                </a:lnTo>
                <a:lnTo>
                  <a:pt x="16118" y="12277"/>
                </a:lnTo>
              </a:path>
              <a:path w="21600" h="21600">
                <a:moveTo>
                  <a:pt x="18827" y="12041"/>
                </a:moveTo>
                <a:lnTo>
                  <a:pt x="18886" y="12041"/>
                </a:lnTo>
                <a:lnTo>
                  <a:pt x="18886" y="12163"/>
                </a:lnTo>
                <a:lnTo>
                  <a:pt x="18827" y="12163"/>
                </a:lnTo>
              </a:path>
              <a:path w="21600" h="21600">
                <a:moveTo>
                  <a:pt x="19894" y="12034"/>
                </a:moveTo>
                <a:lnTo>
                  <a:pt x="19932" y="12034"/>
                </a:lnTo>
                <a:lnTo>
                  <a:pt x="19932" y="12111"/>
                </a:lnTo>
                <a:lnTo>
                  <a:pt x="19894" y="12111"/>
                </a:lnTo>
              </a:path>
              <a:path w="21600" h="21600">
                <a:moveTo>
                  <a:pt x="9191" y="12010"/>
                </a:moveTo>
                <a:lnTo>
                  <a:pt x="9236" y="12010"/>
                </a:lnTo>
                <a:lnTo>
                  <a:pt x="9236" y="12102"/>
                </a:lnTo>
                <a:lnTo>
                  <a:pt x="9191" y="12102"/>
                </a:lnTo>
              </a:path>
              <a:path w="21600" h="21600">
                <a:moveTo>
                  <a:pt x="17790" y="11955"/>
                </a:moveTo>
                <a:lnTo>
                  <a:pt x="17818" y="11955"/>
                </a:lnTo>
                <a:lnTo>
                  <a:pt x="17818" y="12011"/>
                </a:lnTo>
                <a:lnTo>
                  <a:pt x="17790" y="12011"/>
                </a:lnTo>
              </a:path>
              <a:path w="21600" h="21600">
                <a:moveTo>
                  <a:pt x="3781" y="11955"/>
                </a:moveTo>
                <a:lnTo>
                  <a:pt x="3809" y="11955"/>
                </a:lnTo>
                <a:lnTo>
                  <a:pt x="3809" y="12011"/>
                </a:lnTo>
                <a:lnTo>
                  <a:pt x="3781" y="12011"/>
                </a:lnTo>
              </a:path>
              <a:path w="21600" h="21600">
                <a:moveTo>
                  <a:pt x="16119" y="11952"/>
                </a:moveTo>
                <a:lnTo>
                  <a:pt x="16183" y="11952"/>
                </a:lnTo>
                <a:lnTo>
                  <a:pt x="16183" y="12084"/>
                </a:lnTo>
                <a:lnTo>
                  <a:pt x="16119" y="12084"/>
                </a:lnTo>
              </a:path>
              <a:path w="21600" h="21600">
                <a:moveTo>
                  <a:pt x="10700" y="11946"/>
                </a:moveTo>
                <a:lnTo>
                  <a:pt x="10747" y="11946"/>
                </a:lnTo>
                <a:lnTo>
                  <a:pt x="10747" y="12042"/>
                </a:lnTo>
                <a:lnTo>
                  <a:pt x="10700" y="12042"/>
                </a:lnTo>
              </a:path>
              <a:path w="21600" h="21600">
                <a:moveTo>
                  <a:pt x="6168" y="11931"/>
                </a:moveTo>
                <a:lnTo>
                  <a:pt x="6230" y="11931"/>
                </a:lnTo>
                <a:lnTo>
                  <a:pt x="6230" y="12059"/>
                </a:lnTo>
                <a:lnTo>
                  <a:pt x="6168" y="12059"/>
                </a:lnTo>
              </a:path>
              <a:path w="21600" h="21600">
                <a:moveTo>
                  <a:pt x="12372" y="11846"/>
                </a:moveTo>
                <a:lnTo>
                  <a:pt x="12398" y="11846"/>
                </a:lnTo>
                <a:lnTo>
                  <a:pt x="12398" y="11899"/>
                </a:lnTo>
                <a:lnTo>
                  <a:pt x="12372" y="11899"/>
                </a:lnTo>
              </a:path>
              <a:path w="21600" h="21600">
                <a:moveTo>
                  <a:pt x="9201" y="11846"/>
                </a:moveTo>
                <a:lnTo>
                  <a:pt x="9227" y="11846"/>
                </a:lnTo>
                <a:lnTo>
                  <a:pt x="9227" y="11899"/>
                </a:lnTo>
                <a:lnTo>
                  <a:pt x="9201" y="11899"/>
                </a:lnTo>
              </a:path>
              <a:path w="21600" h="21600">
                <a:moveTo>
                  <a:pt x="13418" y="11779"/>
                </a:moveTo>
                <a:lnTo>
                  <a:pt x="13457" y="11779"/>
                </a:lnTo>
                <a:lnTo>
                  <a:pt x="13457" y="11859"/>
                </a:lnTo>
                <a:lnTo>
                  <a:pt x="13418" y="11859"/>
                </a:lnTo>
              </a:path>
              <a:path w="21600" h="21600">
                <a:moveTo>
                  <a:pt x="8142" y="11779"/>
                </a:moveTo>
                <a:lnTo>
                  <a:pt x="8181" y="11779"/>
                </a:lnTo>
                <a:lnTo>
                  <a:pt x="8181" y="11859"/>
                </a:lnTo>
                <a:lnTo>
                  <a:pt x="8142" y="11859"/>
                </a:lnTo>
              </a:path>
              <a:path w="21600" h="21600">
                <a:moveTo>
                  <a:pt x="14482" y="11768"/>
                </a:moveTo>
                <a:lnTo>
                  <a:pt x="14506" y="11768"/>
                </a:lnTo>
                <a:lnTo>
                  <a:pt x="14506" y="11817"/>
                </a:lnTo>
                <a:lnTo>
                  <a:pt x="14482" y="11817"/>
                </a:lnTo>
              </a:path>
              <a:path w="21600" h="21600">
                <a:moveTo>
                  <a:pt x="7092" y="11768"/>
                </a:moveTo>
                <a:lnTo>
                  <a:pt x="7116" y="11768"/>
                </a:lnTo>
                <a:lnTo>
                  <a:pt x="7116" y="11817"/>
                </a:lnTo>
                <a:lnTo>
                  <a:pt x="7092" y="11817"/>
                </a:lnTo>
              </a:path>
              <a:path w="21600" h="21600">
                <a:moveTo>
                  <a:pt x="16119" y="11763"/>
                </a:moveTo>
                <a:lnTo>
                  <a:pt x="16182" y="11763"/>
                </a:lnTo>
                <a:lnTo>
                  <a:pt x="16182" y="11891"/>
                </a:lnTo>
                <a:lnTo>
                  <a:pt x="16119" y="11891"/>
                </a:lnTo>
              </a:path>
              <a:path w="21600" h="21600">
                <a:moveTo>
                  <a:pt x="11468" y="11746"/>
                </a:moveTo>
                <a:lnTo>
                  <a:pt x="11490" y="11746"/>
                </a:lnTo>
                <a:lnTo>
                  <a:pt x="11490" y="11792"/>
                </a:lnTo>
                <a:lnTo>
                  <a:pt x="11468" y="11792"/>
                </a:lnTo>
              </a:path>
              <a:path w="21600" h="21600">
                <a:moveTo>
                  <a:pt x="5415" y="11715"/>
                </a:moveTo>
                <a:lnTo>
                  <a:pt x="5481" y="11715"/>
                </a:lnTo>
                <a:lnTo>
                  <a:pt x="5481" y="11849"/>
                </a:lnTo>
                <a:lnTo>
                  <a:pt x="5415" y="11849"/>
                </a:lnTo>
              </a:path>
              <a:path w="21600" h="21600">
                <a:moveTo>
                  <a:pt x="19895" y="11694"/>
                </a:moveTo>
                <a:lnTo>
                  <a:pt x="19931" y="11694"/>
                </a:lnTo>
                <a:lnTo>
                  <a:pt x="19931" y="11768"/>
                </a:lnTo>
                <a:lnTo>
                  <a:pt x="19895" y="11768"/>
                </a:lnTo>
              </a:path>
              <a:path w="21600" h="21600">
                <a:moveTo>
                  <a:pt x="18828" y="11588"/>
                </a:moveTo>
                <a:lnTo>
                  <a:pt x="18885" y="11588"/>
                </a:lnTo>
                <a:lnTo>
                  <a:pt x="18885" y="11706"/>
                </a:lnTo>
                <a:lnTo>
                  <a:pt x="18828" y="11706"/>
                </a:lnTo>
              </a:path>
              <a:path w="21600" h="21600">
                <a:moveTo>
                  <a:pt x="16120" y="11573"/>
                </a:moveTo>
                <a:lnTo>
                  <a:pt x="16181" y="11573"/>
                </a:lnTo>
                <a:lnTo>
                  <a:pt x="16181" y="11698"/>
                </a:lnTo>
                <a:lnTo>
                  <a:pt x="16120" y="11698"/>
                </a:lnTo>
              </a:path>
              <a:path w="21600" h="21600">
                <a:moveTo>
                  <a:pt x="9192" y="11559"/>
                </a:moveTo>
                <a:lnTo>
                  <a:pt x="9235" y="11559"/>
                </a:lnTo>
                <a:lnTo>
                  <a:pt x="9235" y="11647"/>
                </a:lnTo>
                <a:lnTo>
                  <a:pt x="9192" y="11647"/>
                </a:lnTo>
              </a:path>
              <a:path w="21600" h="21600">
                <a:moveTo>
                  <a:pt x="10701" y="11528"/>
                </a:moveTo>
                <a:lnTo>
                  <a:pt x="10746" y="11528"/>
                </a:lnTo>
                <a:lnTo>
                  <a:pt x="10746" y="11620"/>
                </a:lnTo>
                <a:lnTo>
                  <a:pt x="10701" y="11620"/>
                </a:lnTo>
              </a:path>
              <a:path w="21600" h="21600">
                <a:moveTo>
                  <a:pt x="5416" y="11525"/>
                </a:moveTo>
                <a:lnTo>
                  <a:pt x="5480" y="11525"/>
                </a:lnTo>
                <a:lnTo>
                  <a:pt x="5480" y="11657"/>
                </a:lnTo>
                <a:lnTo>
                  <a:pt x="5416" y="11657"/>
                </a:lnTo>
              </a:path>
              <a:path w="21600" h="21600">
                <a:moveTo>
                  <a:pt x="17791" y="11488"/>
                </a:moveTo>
                <a:lnTo>
                  <a:pt x="17817" y="11488"/>
                </a:lnTo>
                <a:lnTo>
                  <a:pt x="17817" y="11541"/>
                </a:lnTo>
                <a:lnTo>
                  <a:pt x="17791" y="11541"/>
                </a:lnTo>
              </a:path>
              <a:path w="21600" h="21600">
                <a:moveTo>
                  <a:pt x="3782" y="11488"/>
                </a:moveTo>
                <a:lnTo>
                  <a:pt x="3808" y="11488"/>
                </a:lnTo>
                <a:lnTo>
                  <a:pt x="3808" y="11541"/>
                </a:lnTo>
                <a:lnTo>
                  <a:pt x="3782" y="11541"/>
                </a:lnTo>
              </a:path>
              <a:path w="21600" h="21600">
                <a:moveTo>
                  <a:pt x="6168" y="11434"/>
                </a:moveTo>
                <a:lnTo>
                  <a:pt x="6229" y="11434"/>
                </a:lnTo>
                <a:lnTo>
                  <a:pt x="6229" y="11558"/>
                </a:lnTo>
                <a:lnTo>
                  <a:pt x="6168" y="11558"/>
                </a:lnTo>
              </a:path>
              <a:path w="21600" h="21600">
                <a:moveTo>
                  <a:pt x="12373" y="11395"/>
                </a:moveTo>
                <a:lnTo>
                  <a:pt x="12397" y="11395"/>
                </a:lnTo>
                <a:lnTo>
                  <a:pt x="12397" y="11444"/>
                </a:lnTo>
                <a:lnTo>
                  <a:pt x="12373" y="11444"/>
                </a:lnTo>
              </a:path>
              <a:path w="21600" h="21600">
                <a:moveTo>
                  <a:pt x="9202" y="11395"/>
                </a:moveTo>
                <a:lnTo>
                  <a:pt x="9226" y="11395"/>
                </a:lnTo>
                <a:lnTo>
                  <a:pt x="9226" y="11444"/>
                </a:lnTo>
                <a:lnTo>
                  <a:pt x="9202" y="11444"/>
                </a:lnTo>
              </a:path>
              <a:path w="21600" h="21600">
                <a:moveTo>
                  <a:pt x="16121" y="11384"/>
                </a:moveTo>
                <a:lnTo>
                  <a:pt x="16180" y="11384"/>
                </a:lnTo>
                <a:lnTo>
                  <a:pt x="16180" y="11506"/>
                </a:lnTo>
                <a:lnTo>
                  <a:pt x="16121" y="11506"/>
                </a:lnTo>
              </a:path>
              <a:path w="21600" h="21600">
                <a:moveTo>
                  <a:pt x="19896" y="11354"/>
                </a:moveTo>
                <a:lnTo>
                  <a:pt x="19931" y="11354"/>
                </a:lnTo>
                <a:lnTo>
                  <a:pt x="19931" y="11425"/>
                </a:lnTo>
                <a:lnTo>
                  <a:pt x="19896" y="11425"/>
                </a:lnTo>
              </a:path>
              <a:path w="21600" h="21600">
                <a:moveTo>
                  <a:pt x="5417" y="11336"/>
                </a:moveTo>
                <a:lnTo>
                  <a:pt x="5479" y="11336"/>
                </a:lnTo>
                <a:lnTo>
                  <a:pt x="5479" y="11464"/>
                </a:lnTo>
                <a:lnTo>
                  <a:pt x="5417" y="11464"/>
                </a:lnTo>
              </a:path>
              <a:path w="21600" h="21600">
                <a:moveTo>
                  <a:pt x="14483" y="11332"/>
                </a:moveTo>
                <a:lnTo>
                  <a:pt x="14505" y="11332"/>
                </a:lnTo>
                <a:lnTo>
                  <a:pt x="14505" y="11377"/>
                </a:lnTo>
                <a:lnTo>
                  <a:pt x="14483" y="11377"/>
                </a:lnTo>
              </a:path>
              <a:path w="21600" h="21600">
                <a:moveTo>
                  <a:pt x="7093" y="11332"/>
                </a:moveTo>
                <a:lnTo>
                  <a:pt x="7116" y="11332"/>
                </a:lnTo>
                <a:lnTo>
                  <a:pt x="7116" y="11377"/>
                </a:lnTo>
                <a:lnTo>
                  <a:pt x="7093" y="11377"/>
                </a:lnTo>
              </a:path>
              <a:path w="21600" h="21600">
                <a:moveTo>
                  <a:pt x="11469" y="11327"/>
                </a:moveTo>
                <a:lnTo>
                  <a:pt x="11489" y="11327"/>
                </a:lnTo>
                <a:lnTo>
                  <a:pt x="11489" y="11369"/>
                </a:lnTo>
                <a:lnTo>
                  <a:pt x="11469" y="11369"/>
                </a:lnTo>
              </a:path>
              <a:path w="21600" h="21600">
                <a:moveTo>
                  <a:pt x="16122" y="11194"/>
                </a:moveTo>
                <a:lnTo>
                  <a:pt x="16180" y="11194"/>
                </a:lnTo>
                <a:lnTo>
                  <a:pt x="16180" y="11313"/>
                </a:lnTo>
                <a:lnTo>
                  <a:pt x="16122" y="11313"/>
                </a:lnTo>
              </a:path>
              <a:path w="21600" h="21600">
                <a:moveTo>
                  <a:pt x="13419" y="11164"/>
                </a:moveTo>
                <a:lnTo>
                  <a:pt x="13456" y="11164"/>
                </a:lnTo>
                <a:lnTo>
                  <a:pt x="13456" y="11241"/>
                </a:lnTo>
                <a:lnTo>
                  <a:pt x="13419" y="11241"/>
                </a:lnTo>
              </a:path>
              <a:path w="21600" h="21600">
                <a:moveTo>
                  <a:pt x="8142" y="11164"/>
                </a:moveTo>
                <a:lnTo>
                  <a:pt x="8180" y="11164"/>
                </a:lnTo>
                <a:lnTo>
                  <a:pt x="8180" y="11241"/>
                </a:lnTo>
                <a:lnTo>
                  <a:pt x="8142" y="11241"/>
                </a:lnTo>
              </a:path>
              <a:path w="21600" h="21600">
                <a:moveTo>
                  <a:pt x="5418" y="11146"/>
                </a:moveTo>
                <a:lnTo>
                  <a:pt x="5479" y="11146"/>
                </a:lnTo>
                <a:lnTo>
                  <a:pt x="5479" y="11271"/>
                </a:lnTo>
                <a:lnTo>
                  <a:pt x="5418" y="11271"/>
                </a:lnTo>
              </a:path>
              <a:path w="21600" h="21600">
                <a:moveTo>
                  <a:pt x="18828" y="11135"/>
                </a:moveTo>
                <a:lnTo>
                  <a:pt x="18885" y="11135"/>
                </a:lnTo>
                <a:lnTo>
                  <a:pt x="18885" y="11250"/>
                </a:lnTo>
                <a:lnTo>
                  <a:pt x="18828" y="11250"/>
                </a:lnTo>
              </a:path>
              <a:path w="21600" h="21600">
                <a:moveTo>
                  <a:pt x="10702" y="11110"/>
                </a:moveTo>
                <a:lnTo>
                  <a:pt x="10745" y="11110"/>
                </a:lnTo>
                <a:lnTo>
                  <a:pt x="10745" y="11198"/>
                </a:lnTo>
                <a:lnTo>
                  <a:pt x="10702" y="11198"/>
                </a:lnTo>
              </a:path>
              <a:path w="21600" h="21600">
                <a:moveTo>
                  <a:pt x="9193" y="11107"/>
                </a:moveTo>
                <a:lnTo>
                  <a:pt x="9234" y="11107"/>
                </a:lnTo>
                <a:lnTo>
                  <a:pt x="9234" y="11192"/>
                </a:lnTo>
                <a:lnTo>
                  <a:pt x="9193" y="11192"/>
                </a:lnTo>
              </a:path>
              <a:path w="21600" h="21600">
                <a:moveTo>
                  <a:pt x="17792" y="11022"/>
                </a:moveTo>
                <a:lnTo>
                  <a:pt x="17816" y="11022"/>
                </a:lnTo>
                <a:lnTo>
                  <a:pt x="17816" y="11071"/>
                </a:lnTo>
                <a:lnTo>
                  <a:pt x="17792" y="11071"/>
                </a:lnTo>
              </a:path>
              <a:path w="21600" h="21600">
                <a:moveTo>
                  <a:pt x="3783" y="11022"/>
                </a:moveTo>
                <a:lnTo>
                  <a:pt x="3807" y="11022"/>
                </a:lnTo>
                <a:lnTo>
                  <a:pt x="3807" y="11071"/>
                </a:lnTo>
                <a:lnTo>
                  <a:pt x="3783" y="11071"/>
                </a:lnTo>
              </a:path>
              <a:path w="21600" h="21600">
                <a:moveTo>
                  <a:pt x="19897" y="11014"/>
                </a:moveTo>
                <a:lnTo>
                  <a:pt x="19930" y="11014"/>
                </a:lnTo>
                <a:lnTo>
                  <a:pt x="19930" y="11081"/>
                </a:lnTo>
                <a:lnTo>
                  <a:pt x="19897" y="11081"/>
                </a:lnTo>
              </a:path>
              <a:path w="21600" h="21600">
                <a:moveTo>
                  <a:pt x="16123" y="11005"/>
                </a:moveTo>
                <a:lnTo>
                  <a:pt x="16179" y="11005"/>
                </a:lnTo>
                <a:lnTo>
                  <a:pt x="16179" y="11120"/>
                </a:lnTo>
                <a:lnTo>
                  <a:pt x="16123" y="11120"/>
                </a:lnTo>
              </a:path>
              <a:path w="21600" h="21600">
                <a:moveTo>
                  <a:pt x="5418" y="10957"/>
                </a:moveTo>
                <a:lnTo>
                  <a:pt x="5478" y="10957"/>
                </a:lnTo>
                <a:lnTo>
                  <a:pt x="5478" y="11078"/>
                </a:lnTo>
                <a:lnTo>
                  <a:pt x="5418" y="11078"/>
                </a:lnTo>
              </a:path>
              <a:path w="21600" h="21600">
                <a:moveTo>
                  <a:pt x="12374" y="10943"/>
                </a:moveTo>
                <a:lnTo>
                  <a:pt x="12396" y="10943"/>
                </a:lnTo>
                <a:lnTo>
                  <a:pt x="12396" y="10989"/>
                </a:lnTo>
                <a:lnTo>
                  <a:pt x="12374" y="10989"/>
                </a:lnTo>
              </a:path>
              <a:path w="21600" h="21600">
                <a:moveTo>
                  <a:pt x="9203" y="10943"/>
                </a:moveTo>
                <a:lnTo>
                  <a:pt x="9225" y="10943"/>
                </a:lnTo>
                <a:lnTo>
                  <a:pt x="9225" y="10989"/>
                </a:lnTo>
                <a:lnTo>
                  <a:pt x="9203" y="10989"/>
                </a:lnTo>
              </a:path>
              <a:path w="21600" h="21600">
                <a:moveTo>
                  <a:pt x="6169" y="10937"/>
                </a:moveTo>
                <a:lnTo>
                  <a:pt x="6228" y="10937"/>
                </a:lnTo>
                <a:lnTo>
                  <a:pt x="6228" y="11057"/>
                </a:lnTo>
                <a:lnTo>
                  <a:pt x="6169" y="11057"/>
                </a:lnTo>
              </a:path>
              <a:path w="21600" h="21600">
                <a:moveTo>
                  <a:pt x="14484" y="10896"/>
                </a:moveTo>
                <a:lnTo>
                  <a:pt x="14505" y="10896"/>
                </a:lnTo>
                <a:lnTo>
                  <a:pt x="14505" y="10938"/>
                </a:lnTo>
                <a:lnTo>
                  <a:pt x="14484" y="10938"/>
                </a:lnTo>
              </a:path>
              <a:path w="21600" h="21600">
                <a:moveTo>
                  <a:pt x="7094" y="10896"/>
                </a:moveTo>
                <a:lnTo>
                  <a:pt x="7115" y="10896"/>
                </a:lnTo>
                <a:lnTo>
                  <a:pt x="7115" y="10938"/>
                </a:lnTo>
                <a:lnTo>
                  <a:pt x="7094" y="10938"/>
                </a:lnTo>
              </a:path>
              <a:path w="21600" h="21600">
                <a:moveTo>
                  <a:pt x="16123" y="10815"/>
                </a:moveTo>
                <a:lnTo>
                  <a:pt x="16178" y="10815"/>
                </a:lnTo>
                <a:lnTo>
                  <a:pt x="16178" y="10927"/>
                </a:lnTo>
                <a:lnTo>
                  <a:pt x="16123" y="10927"/>
                </a:lnTo>
              </a:path>
              <a:path w="21600" h="21600">
                <a:moveTo>
                  <a:pt x="5419" y="10767"/>
                </a:moveTo>
                <a:lnTo>
                  <a:pt x="5477" y="10767"/>
                </a:lnTo>
                <a:lnTo>
                  <a:pt x="5477" y="10886"/>
                </a:lnTo>
                <a:lnTo>
                  <a:pt x="5419" y="10886"/>
                </a:lnTo>
              </a:path>
              <a:path w="21600" h="21600">
                <a:moveTo>
                  <a:pt x="10703" y="10691"/>
                </a:moveTo>
                <a:lnTo>
                  <a:pt x="10744" y="10691"/>
                </a:lnTo>
                <a:lnTo>
                  <a:pt x="10744" y="10776"/>
                </a:lnTo>
                <a:lnTo>
                  <a:pt x="10703" y="10776"/>
                </a:lnTo>
              </a:path>
              <a:path w="21600" h="21600">
                <a:moveTo>
                  <a:pt x="18829" y="10682"/>
                </a:moveTo>
                <a:lnTo>
                  <a:pt x="18884" y="10682"/>
                </a:lnTo>
                <a:lnTo>
                  <a:pt x="18884" y="10794"/>
                </a:lnTo>
                <a:lnTo>
                  <a:pt x="18829" y="10794"/>
                </a:lnTo>
              </a:path>
              <a:path w="21600" h="21600">
                <a:moveTo>
                  <a:pt x="19898" y="10675"/>
                </a:moveTo>
                <a:lnTo>
                  <a:pt x="19929" y="10675"/>
                </a:lnTo>
                <a:lnTo>
                  <a:pt x="19929" y="10738"/>
                </a:lnTo>
                <a:lnTo>
                  <a:pt x="19898" y="10738"/>
                </a:lnTo>
              </a:path>
              <a:path w="21600" h="21600">
                <a:moveTo>
                  <a:pt x="9194" y="10656"/>
                </a:moveTo>
                <a:lnTo>
                  <a:pt x="9233" y="10656"/>
                </a:lnTo>
                <a:lnTo>
                  <a:pt x="9233" y="10737"/>
                </a:lnTo>
                <a:lnTo>
                  <a:pt x="9194" y="10737"/>
                </a:lnTo>
              </a:path>
              <a:path w="21600" h="21600">
                <a:moveTo>
                  <a:pt x="16124" y="10625"/>
                </a:moveTo>
                <a:lnTo>
                  <a:pt x="16177" y="10625"/>
                </a:lnTo>
                <a:lnTo>
                  <a:pt x="16177" y="10735"/>
                </a:lnTo>
                <a:lnTo>
                  <a:pt x="16124" y="10735"/>
                </a:lnTo>
              </a:path>
              <a:path w="21600" h="21600">
                <a:moveTo>
                  <a:pt x="5420" y="10577"/>
                </a:moveTo>
                <a:lnTo>
                  <a:pt x="5476" y="10577"/>
                </a:lnTo>
                <a:lnTo>
                  <a:pt x="5476" y="10693"/>
                </a:lnTo>
                <a:lnTo>
                  <a:pt x="5420" y="10693"/>
                </a:lnTo>
              </a:path>
              <a:path w="21600" h="21600">
                <a:moveTo>
                  <a:pt x="17793" y="10555"/>
                </a:moveTo>
                <a:lnTo>
                  <a:pt x="17815" y="10555"/>
                </a:lnTo>
                <a:lnTo>
                  <a:pt x="17815" y="10600"/>
                </a:lnTo>
                <a:lnTo>
                  <a:pt x="17793" y="10600"/>
                </a:lnTo>
              </a:path>
              <a:path w="21600" h="21600">
                <a:moveTo>
                  <a:pt x="3784" y="10555"/>
                </a:moveTo>
                <a:lnTo>
                  <a:pt x="3806" y="10555"/>
                </a:lnTo>
                <a:lnTo>
                  <a:pt x="3806" y="10600"/>
                </a:lnTo>
                <a:lnTo>
                  <a:pt x="3784" y="10600"/>
                </a:lnTo>
              </a:path>
              <a:path w="21600" h="21600">
                <a:moveTo>
                  <a:pt x="13419" y="10550"/>
                </a:moveTo>
                <a:lnTo>
                  <a:pt x="13455" y="10550"/>
                </a:lnTo>
                <a:lnTo>
                  <a:pt x="13455" y="10624"/>
                </a:lnTo>
                <a:lnTo>
                  <a:pt x="13419" y="10624"/>
                </a:lnTo>
              </a:path>
              <a:path w="21600" h="21600">
                <a:moveTo>
                  <a:pt x="8143" y="10550"/>
                </a:moveTo>
                <a:lnTo>
                  <a:pt x="8179" y="10550"/>
                </a:lnTo>
                <a:lnTo>
                  <a:pt x="8179" y="10624"/>
                </a:lnTo>
                <a:lnTo>
                  <a:pt x="8143" y="10624"/>
                </a:lnTo>
              </a:path>
              <a:path w="21600" h="21600">
                <a:moveTo>
                  <a:pt x="12375" y="10492"/>
                </a:moveTo>
                <a:lnTo>
                  <a:pt x="12395" y="10492"/>
                </a:lnTo>
                <a:lnTo>
                  <a:pt x="12395" y="10534"/>
                </a:lnTo>
                <a:lnTo>
                  <a:pt x="12375" y="10534"/>
                </a:lnTo>
              </a:path>
              <a:path w="21600" h="21600">
                <a:moveTo>
                  <a:pt x="9203" y="10492"/>
                </a:moveTo>
                <a:lnTo>
                  <a:pt x="9224" y="10492"/>
                </a:lnTo>
                <a:lnTo>
                  <a:pt x="9224" y="10534"/>
                </a:lnTo>
                <a:lnTo>
                  <a:pt x="9203" y="10534"/>
                </a:lnTo>
              </a:path>
              <a:path w="21600" h="21600">
                <a:moveTo>
                  <a:pt x="6170" y="10440"/>
                </a:moveTo>
                <a:lnTo>
                  <a:pt x="6227" y="10440"/>
                </a:lnTo>
                <a:lnTo>
                  <a:pt x="6227" y="10557"/>
                </a:lnTo>
                <a:lnTo>
                  <a:pt x="6170" y="10557"/>
                </a:lnTo>
              </a:path>
              <a:path w="21600" h="21600">
                <a:moveTo>
                  <a:pt x="16125" y="10436"/>
                </a:moveTo>
                <a:lnTo>
                  <a:pt x="16177" y="10436"/>
                </a:lnTo>
                <a:lnTo>
                  <a:pt x="16177" y="10542"/>
                </a:lnTo>
                <a:lnTo>
                  <a:pt x="16125" y="10542"/>
                </a:lnTo>
              </a:path>
              <a:path w="21600" h="21600">
                <a:moveTo>
                  <a:pt x="5421" y="10388"/>
                </a:moveTo>
                <a:lnTo>
                  <a:pt x="5475" y="10388"/>
                </a:lnTo>
                <a:lnTo>
                  <a:pt x="5475" y="10500"/>
                </a:lnTo>
                <a:lnTo>
                  <a:pt x="5421" y="10500"/>
                </a:lnTo>
              </a:path>
              <a:path w="21600" h="21600">
                <a:moveTo>
                  <a:pt x="19899" y="10335"/>
                </a:moveTo>
                <a:lnTo>
                  <a:pt x="19928" y="10335"/>
                </a:lnTo>
                <a:lnTo>
                  <a:pt x="19928" y="10395"/>
                </a:lnTo>
                <a:lnTo>
                  <a:pt x="19899" y="10395"/>
                </a:lnTo>
              </a:path>
              <a:path w="21600" h="21600">
                <a:moveTo>
                  <a:pt x="14612" y="10281"/>
                </a:moveTo>
                <a:lnTo>
                  <a:pt x="14678" y="10281"/>
                </a:lnTo>
                <a:lnTo>
                  <a:pt x="14678" y="10416"/>
                </a:lnTo>
                <a:lnTo>
                  <a:pt x="14612" y="10416"/>
                </a:lnTo>
              </a:path>
              <a:path w="21600" h="21600">
                <a:moveTo>
                  <a:pt x="10704" y="10273"/>
                </a:moveTo>
                <a:lnTo>
                  <a:pt x="10743" y="10273"/>
                </a:lnTo>
                <a:lnTo>
                  <a:pt x="10743" y="10354"/>
                </a:lnTo>
                <a:lnTo>
                  <a:pt x="10704" y="10354"/>
                </a:lnTo>
              </a:path>
              <a:path w="21600" h="21600">
                <a:moveTo>
                  <a:pt x="16126" y="10246"/>
                </a:moveTo>
                <a:lnTo>
                  <a:pt x="16176" y="10246"/>
                </a:lnTo>
                <a:lnTo>
                  <a:pt x="16176" y="10349"/>
                </a:lnTo>
                <a:lnTo>
                  <a:pt x="16126" y="10349"/>
                </a:lnTo>
              </a:path>
              <a:path w="21600" h="21600">
                <a:moveTo>
                  <a:pt x="18830" y="10229"/>
                </a:moveTo>
                <a:lnTo>
                  <a:pt x="18883" y="10229"/>
                </a:lnTo>
                <a:lnTo>
                  <a:pt x="18883" y="10338"/>
                </a:lnTo>
                <a:lnTo>
                  <a:pt x="18830" y="10338"/>
                </a:lnTo>
              </a:path>
              <a:path w="21600" h="21600">
                <a:moveTo>
                  <a:pt x="9195" y="10205"/>
                </a:moveTo>
                <a:lnTo>
                  <a:pt x="9233" y="10205"/>
                </a:lnTo>
                <a:lnTo>
                  <a:pt x="9233" y="10282"/>
                </a:lnTo>
                <a:lnTo>
                  <a:pt x="9195" y="10282"/>
                </a:lnTo>
              </a:path>
              <a:path w="21600" h="21600">
                <a:moveTo>
                  <a:pt x="5421" y="10198"/>
                </a:moveTo>
                <a:lnTo>
                  <a:pt x="5475" y="10198"/>
                </a:lnTo>
                <a:lnTo>
                  <a:pt x="5475" y="10307"/>
                </a:lnTo>
                <a:lnTo>
                  <a:pt x="5421" y="10307"/>
                </a:lnTo>
              </a:path>
              <a:path w="21600" h="21600">
                <a:moveTo>
                  <a:pt x="17794" y="10088"/>
                </a:moveTo>
                <a:lnTo>
                  <a:pt x="17814" y="10088"/>
                </a:lnTo>
                <a:lnTo>
                  <a:pt x="17814" y="10130"/>
                </a:lnTo>
                <a:lnTo>
                  <a:pt x="17794" y="10130"/>
                </a:lnTo>
              </a:path>
              <a:path w="21600" h="21600">
                <a:moveTo>
                  <a:pt x="3785" y="10088"/>
                </a:moveTo>
                <a:lnTo>
                  <a:pt x="3805" y="10088"/>
                </a:lnTo>
                <a:lnTo>
                  <a:pt x="3805" y="10130"/>
                </a:lnTo>
                <a:lnTo>
                  <a:pt x="3785" y="10130"/>
                </a:lnTo>
              </a:path>
              <a:path w="21600" h="21600">
                <a:moveTo>
                  <a:pt x="14613" y="10074"/>
                </a:moveTo>
                <a:lnTo>
                  <a:pt x="14677" y="10074"/>
                </a:lnTo>
                <a:lnTo>
                  <a:pt x="14677" y="10205"/>
                </a:lnTo>
                <a:lnTo>
                  <a:pt x="14613" y="10205"/>
                </a:lnTo>
              </a:path>
              <a:path w="21600" h="21600">
                <a:moveTo>
                  <a:pt x="16126" y="10057"/>
                </a:moveTo>
                <a:lnTo>
                  <a:pt x="16175" y="10057"/>
                </a:lnTo>
                <a:lnTo>
                  <a:pt x="16175" y="10156"/>
                </a:lnTo>
                <a:lnTo>
                  <a:pt x="16126" y="10156"/>
                </a:lnTo>
              </a:path>
              <a:path w="21600" h="21600">
                <a:moveTo>
                  <a:pt x="5422" y="10009"/>
                </a:moveTo>
                <a:lnTo>
                  <a:pt x="5474" y="10009"/>
                </a:lnTo>
                <a:lnTo>
                  <a:pt x="5474" y="10115"/>
                </a:lnTo>
                <a:lnTo>
                  <a:pt x="5422" y="10115"/>
                </a:lnTo>
              </a:path>
              <a:path w="21600" h="21600">
                <a:moveTo>
                  <a:pt x="19900" y="9995"/>
                </a:moveTo>
                <a:lnTo>
                  <a:pt x="19927" y="9995"/>
                </a:lnTo>
                <a:lnTo>
                  <a:pt x="19927" y="10052"/>
                </a:lnTo>
                <a:lnTo>
                  <a:pt x="19900" y="10052"/>
                </a:lnTo>
              </a:path>
              <a:path w="21600" h="21600">
                <a:moveTo>
                  <a:pt x="6171" y="9943"/>
                </a:moveTo>
                <a:lnTo>
                  <a:pt x="6226" y="9943"/>
                </a:lnTo>
                <a:lnTo>
                  <a:pt x="6226" y="10056"/>
                </a:lnTo>
                <a:lnTo>
                  <a:pt x="6171" y="10056"/>
                </a:lnTo>
              </a:path>
              <a:path w="21600" h="21600">
                <a:moveTo>
                  <a:pt x="13420" y="9935"/>
                </a:moveTo>
                <a:lnTo>
                  <a:pt x="13455" y="9935"/>
                </a:lnTo>
                <a:lnTo>
                  <a:pt x="13455" y="10006"/>
                </a:lnTo>
                <a:lnTo>
                  <a:pt x="13420" y="10006"/>
                </a:lnTo>
              </a:path>
              <a:path w="21600" h="21600">
                <a:moveTo>
                  <a:pt x="8144" y="9935"/>
                </a:moveTo>
                <a:lnTo>
                  <a:pt x="8178" y="9935"/>
                </a:lnTo>
                <a:lnTo>
                  <a:pt x="8178" y="10006"/>
                </a:lnTo>
                <a:lnTo>
                  <a:pt x="8144" y="10006"/>
                </a:lnTo>
              </a:path>
              <a:path w="21600" h="21600">
                <a:moveTo>
                  <a:pt x="16127" y="9867"/>
                </a:moveTo>
                <a:lnTo>
                  <a:pt x="16174" y="9867"/>
                </a:lnTo>
                <a:lnTo>
                  <a:pt x="16174" y="9963"/>
                </a:lnTo>
                <a:lnTo>
                  <a:pt x="16127" y="9963"/>
                </a:lnTo>
              </a:path>
              <a:path w="21600" h="21600">
                <a:moveTo>
                  <a:pt x="14614" y="9866"/>
                </a:moveTo>
                <a:lnTo>
                  <a:pt x="14676" y="9866"/>
                </a:lnTo>
                <a:lnTo>
                  <a:pt x="14676" y="9993"/>
                </a:lnTo>
                <a:lnTo>
                  <a:pt x="14614" y="9993"/>
                </a:lnTo>
              </a:path>
              <a:path w="21600" h="21600">
                <a:moveTo>
                  <a:pt x="10705" y="9855"/>
                </a:moveTo>
                <a:lnTo>
                  <a:pt x="10742" y="9855"/>
                </a:lnTo>
                <a:lnTo>
                  <a:pt x="10742" y="9932"/>
                </a:lnTo>
                <a:lnTo>
                  <a:pt x="10705" y="9932"/>
                </a:lnTo>
              </a:path>
              <a:path w="21600" h="21600">
                <a:moveTo>
                  <a:pt x="5423" y="9819"/>
                </a:moveTo>
                <a:lnTo>
                  <a:pt x="5473" y="9819"/>
                </a:lnTo>
                <a:lnTo>
                  <a:pt x="5473" y="9922"/>
                </a:lnTo>
                <a:lnTo>
                  <a:pt x="5423" y="9922"/>
                </a:lnTo>
              </a:path>
              <a:path w="21600" h="21600">
                <a:moveTo>
                  <a:pt x="18831" y="9776"/>
                </a:moveTo>
                <a:lnTo>
                  <a:pt x="18882" y="9776"/>
                </a:lnTo>
                <a:lnTo>
                  <a:pt x="18882" y="9882"/>
                </a:lnTo>
                <a:lnTo>
                  <a:pt x="18831" y="9882"/>
                </a:lnTo>
              </a:path>
              <a:path w="21600" h="21600">
                <a:moveTo>
                  <a:pt x="9196" y="9754"/>
                </a:moveTo>
                <a:lnTo>
                  <a:pt x="9232" y="9754"/>
                </a:lnTo>
                <a:lnTo>
                  <a:pt x="9232" y="9828"/>
                </a:lnTo>
                <a:lnTo>
                  <a:pt x="9196" y="9828"/>
                </a:lnTo>
              </a:path>
              <a:path w="21600" h="21600">
                <a:moveTo>
                  <a:pt x="16128" y="9678"/>
                </a:moveTo>
                <a:lnTo>
                  <a:pt x="16173" y="9678"/>
                </a:lnTo>
                <a:lnTo>
                  <a:pt x="16173" y="9771"/>
                </a:lnTo>
                <a:lnTo>
                  <a:pt x="16128" y="9771"/>
                </a:lnTo>
              </a:path>
              <a:path w="21600" h="21600">
                <a:moveTo>
                  <a:pt x="14615" y="9658"/>
                </a:moveTo>
                <a:lnTo>
                  <a:pt x="14676" y="9658"/>
                </a:lnTo>
                <a:lnTo>
                  <a:pt x="14676" y="9782"/>
                </a:lnTo>
                <a:lnTo>
                  <a:pt x="14615" y="9782"/>
                </a:lnTo>
              </a:path>
              <a:path w="21600" h="21600">
                <a:moveTo>
                  <a:pt x="19901" y="9655"/>
                </a:moveTo>
                <a:lnTo>
                  <a:pt x="19926" y="9655"/>
                </a:lnTo>
                <a:lnTo>
                  <a:pt x="19926" y="9708"/>
                </a:lnTo>
                <a:lnTo>
                  <a:pt x="19901" y="9708"/>
                </a:lnTo>
              </a:path>
              <a:path w="21600" h="21600">
                <a:moveTo>
                  <a:pt x="5424" y="9630"/>
                </a:moveTo>
                <a:lnTo>
                  <a:pt x="5472" y="9630"/>
                </a:lnTo>
                <a:lnTo>
                  <a:pt x="5472" y="9729"/>
                </a:lnTo>
                <a:lnTo>
                  <a:pt x="5424" y="9729"/>
                </a:lnTo>
              </a:path>
              <a:path w="21600" h="21600">
                <a:moveTo>
                  <a:pt x="16129" y="9488"/>
                </a:moveTo>
                <a:lnTo>
                  <a:pt x="16173" y="9488"/>
                </a:lnTo>
                <a:lnTo>
                  <a:pt x="16173" y="9578"/>
                </a:lnTo>
                <a:lnTo>
                  <a:pt x="16129" y="9578"/>
                </a:lnTo>
              </a:path>
              <a:path w="21600" h="21600">
                <a:moveTo>
                  <a:pt x="14616" y="9450"/>
                </a:moveTo>
                <a:lnTo>
                  <a:pt x="14675" y="9450"/>
                </a:lnTo>
                <a:lnTo>
                  <a:pt x="14675" y="9570"/>
                </a:lnTo>
                <a:lnTo>
                  <a:pt x="14616" y="9570"/>
                </a:lnTo>
              </a:path>
              <a:path w="21600" h="21600">
                <a:moveTo>
                  <a:pt x="6172" y="9446"/>
                </a:moveTo>
                <a:lnTo>
                  <a:pt x="6225" y="9446"/>
                </a:lnTo>
                <a:lnTo>
                  <a:pt x="6225" y="9555"/>
                </a:lnTo>
                <a:lnTo>
                  <a:pt x="6172" y="9555"/>
                </a:lnTo>
              </a:path>
              <a:path w="21600" h="21600">
                <a:moveTo>
                  <a:pt x="5425" y="9440"/>
                </a:moveTo>
                <a:lnTo>
                  <a:pt x="5471" y="9440"/>
                </a:lnTo>
                <a:lnTo>
                  <a:pt x="5471" y="9536"/>
                </a:lnTo>
                <a:lnTo>
                  <a:pt x="5425" y="9536"/>
                </a:lnTo>
              </a:path>
              <a:path w="21600" h="21600">
                <a:moveTo>
                  <a:pt x="10705" y="9436"/>
                </a:moveTo>
                <a:lnTo>
                  <a:pt x="10742" y="9436"/>
                </a:lnTo>
                <a:lnTo>
                  <a:pt x="10742" y="9510"/>
                </a:lnTo>
                <a:lnTo>
                  <a:pt x="10705" y="9510"/>
                </a:lnTo>
              </a:path>
              <a:path w="21600" h="21600">
                <a:moveTo>
                  <a:pt x="18831" y="9323"/>
                </a:moveTo>
                <a:lnTo>
                  <a:pt x="18882" y="9323"/>
                </a:lnTo>
                <a:lnTo>
                  <a:pt x="18882" y="9426"/>
                </a:lnTo>
                <a:lnTo>
                  <a:pt x="18831" y="9426"/>
                </a:lnTo>
              </a:path>
              <a:path w="21600" h="21600">
                <a:moveTo>
                  <a:pt x="13421" y="9321"/>
                </a:moveTo>
                <a:lnTo>
                  <a:pt x="13454" y="9321"/>
                </a:lnTo>
                <a:lnTo>
                  <a:pt x="13454" y="9388"/>
                </a:lnTo>
                <a:lnTo>
                  <a:pt x="13421" y="9388"/>
                </a:lnTo>
              </a:path>
              <a:path w="21600" h="21600">
                <a:moveTo>
                  <a:pt x="8145" y="9321"/>
                </a:moveTo>
                <a:lnTo>
                  <a:pt x="8178" y="9321"/>
                </a:lnTo>
                <a:lnTo>
                  <a:pt x="8178" y="9388"/>
                </a:lnTo>
                <a:lnTo>
                  <a:pt x="8145" y="9388"/>
                </a:lnTo>
              </a:path>
              <a:path w="21600" h="21600">
                <a:moveTo>
                  <a:pt x="19901" y="9316"/>
                </a:moveTo>
                <a:lnTo>
                  <a:pt x="19925" y="9316"/>
                </a:lnTo>
                <a:lnTo>
                  <a:pt x="19925" y="9365"/>
                </a:lnTo>
                <a:lnTo>
                  <a:pt x="19901" y="9365"/>
                </a:lnTo>
              </a:path>
              <a:path w="21600" h="21600">
                <a:moveTo>
                  <a:pt x="9196" y="9302"/>
                </a:moveTo>
                <a:lnTo>
                  <a:pt x="9231" y="9302"/>
                </a:lnTo>
                <a:lnTo>
                  <a:pt x="9231" y="9373"/>
                </a:lnTo>
                <a:lnTo>
                  <a:pt x="9196" y="9373"/>
                </a:lnTo>
              </a:path>
              <a:path w="21600" h="21600">
                <a:moveTo>
                  <a:pt x="16130" y="9299"/>
                </a:moveTo>
                <a:lnTo>
                  <a:pt x="16172" y="9299"/>
                </a:lnTo>
                <a:lnTo>
                  <a:pt x="16172" y="9385"/>
                </a:lnTo>
                <a:lnTo>
                  <a:pt x="16130" y="9385"/>
                </a:lnTo>
              </a:path>
              <a:path w="21600" h="21600">
                <a:moveTo>
                  <a:pt x="5425" y="9250"/>
                </a:moveTo>
                <a:lnTo>
                  <a:pt x="5471" y="9250"/>
                </a:lnTo>
                <a:lnTo>
                  <a:pt x="5471" y="9343"/>
                </a:lnTo>
                <a:lnTo>
                  <a:pt x="5425" y="9343"/>
                </a:lnTo>
              </a:path>
              <a:path w="21600" h="21600">
                <a:moveTo>
                  <a:pt x="14617" y="9242"/>
                </a:moveTo>
                <a:lnTo>
                  <a:pt x="14674" y="9242"/>
                </a:lnTo>
                <a:lnTo>
                  <a:pt x="14674" y="9359"/>
                </a:lnTo>
                <a:lnTo>
                  <a:pt x="14617" y="9359"/>
                </a:lnTo>
              </a:path>
              <a:path w="21600" h="21600">
                <a:moveTo>
                  <a:pt x="16130" y="9109"/>
                </a:moveTo>
                <a:lnTo>
                  <a:pt x="16171" y="9109"/>
                </a:lnTo>
                <a:lnTo>
                  <a:pt x="16171" y="9192"/>
                </a:lnTo>
                <a:lnTo>
                  <a:pt x="16130" y="9192"/>
                </a:lnTo>
              </a:path>
              <a:path w="21600" h="21600">
                <a:moveTo>
                  <a:pt x="5426" y="9061"/>
                </a:moveTo>
                <a:lnTo>
                  <a:pt x="5470" y="9061"/>
                </a:lnTo>
                <a:lnTo>
                  <a:pt x="5470" y="9151"/>
                </a:lnTo>
                <a:lnTo>
                  <a:pt x="5426" y="9151"/>
                </a:lnTo>
              </a:path>
              <a:path w="21600" h="21600">
                <a:moveTo>
                  <a:pt x="14618" y="9034"/>
                </a:moveTo>
                <a:lnTo>
                  <a:pt x="14673" y="9034"/>
                </a:lnTo>
                <a:lnTo>
                  <a:pt x="14673" y="9147"/>
                </a:lnTo>
                <a:lnTo>
                  <a:pt x="14618" y="9147"/>
                </a:lnTo>
              </a:path>
              <a:path w="21600" h="21600">
                <a:moveTo>
                  <a:pt x="10706" y="9018"/>
                </a:moveTo>
                <a:lnTo>
                  <a:pt x="10741" y="9018"/>
                </a:lnTo>
                <a:lnTo>
                  <a:pt x="10741" y="9088"/>
                </a:lnTo>
                <a:lnTo>
                  <a:pt x="10706" y="9088"/>
                </a:lnTo>
              </a:path>
              <a:path w="21600" h="21600">
                <a:moveTo>
                  <a:pt x="19902" y="8976"/>
                </a:moveTo>
                <a:lnTo>
                  <a:pt x="19925" y="8976"/>
                </a:lnTo>
                <a:lnTo>
                  <a:pt x="19925" y="9021"/>
                </a:lnTo>
                <a:lnTo>
                  <a:pt x="19902" y="9021"/>
                </a:lnTo>
              </a:path>
              <a:path w="21600" h="21600">
                <a:moveTo>
                  <a:pt x="6173" y="8948"/>
                </a:moveTo>
                <a:lnTo>
                  <a:pt x="6224" y="8948"/>
                </a:lnTo>
                <a:lnTo>
                  <a:pt x="6224" y="9055"/>
                </a:lnTo>
                <a:lnTo>
                  <a:pt x="6173" y="9055"/>
                </a:lnTo>
              </a:path>
              <a:path w="21600" h="21600">
                <a:moveTo>
                  <a:pt x="16131" y="8919"/>
                </a:moveTo>
                <a:lnTo>
                  <a:pt x="16170" y="8919"/>
                </a:lnTo>
                <a:lnTo>
                  <a:pt x="16170" y="9000"/>
                </a:lnTo>
                <a:lnTo>
                  <a:pt x="16131" y="9000"/>
                </a:lnTo>
              </a:path>
              <a:path w="21600" h="21600">
                <a:moveTo>
                  <a:pt x="5427" y="8871"/>
                </a:moveTo>
                <a:lnTo>
                  <a:pt x="5469" y="8871"/>
                </a:lnTo>
                <a:lnTo>
                  <a:pt x="5469" y="8958"/>
                </a:lnTo>
                <a:lnTo>
                  <a:pt x="5427" y="8958"/>
                </a:lnTo>
              </a:path>
              <a:path w="21600" h="21600">
                <a:moveTo>
                  <a:pt x="18832" y="8871"/>
                </a:moveTo>
                <a:lnTo>
                  <a:pt x="18881" y="8871"/>
                </a:lnTo>
                <a:lnTo>
                  <a:pt x="18881" y="8970"/>
                </a:lnTo>
                <a:lnTo>
                  <a:pt x="18832" y="8970"/>
                </a:lnTo>
              </a:path>
              <a:path w="21600" h="21600">
                <a:moveTo>
                  <a:pt x="9197" y="8851"/>
                </a:moveTo>
                <a:lnTo>
                  <a:pt x="9230" y="8851"/>
                </a:lnTo>
                <a:lnTo>
                  <a:pt x="9230" y="8918"/>
                </a:lnTo>
                <a:lnTo>
                  <a:pt x="9197" y="8918"/>
                </a:lnTo>
              </a:path>
              <a:path w="21600" h="21600">
                <a:moveTo>
                  <a:pt x="14619" y="8826"/>
                </a:moveTo>
                <a:lnTo>
                  <a:pt x="14672" y="8826"/>
                </a:lnTo>
                <a:lnTo>
                  <a:pt x="14672" y="8936"/>
                </a:lnTo>
                <a:lnTo>
                  <a:pt x="14619" y="8936"/>
                </a:lnTo>
              </a:path>
              <a:path w="21600" h="21600">
                <a:moveTo>
                  <a:pt x="16132" y="8730"/>
                </a:moveTo>
                <a:lnTo>
                  <a:pt x="16170" y="8730"/>
                </a:lnTo>
                <a:lnTo>
                  <a:pt x="16170" y="8807"/>
                </a:lnTo>
                <a:lnTo>
                  <a:pt x="16132" y="8807"/>
                </a:lnTo>
              </a:path>
              <a:path w="21600" h="21600">
                <a:moveTo>
                  <a:pt x="5428" y="8682"/>
                </a:moveTo>
                <a:lnTo>
                  <a:pt x="5468" y="8682"/>
                </a:lnTo>
                <a:lnTo>
                  <a:pt x="5468" y="8765"/>
                </a:lnTo>
                <a:lnTo>
                  <a:pt x="5428" y="8765"/>
                </a:lnTo>
              </a:path>
              <a:path w="21600" h="21600">
                <a:moveTo>
                  <a:pt x="19903" y="8636"/>
                </a:moveTo>
                <a:lnTo>
                  <a:pt x="19924" y="8636"/>
                </a:lnTo>
                <a:lnTo>
                  <a:pt x="19924" y="8678"/>
                </a:lnTo>
                <a:lnTo>
                  <a:pt x="19903" y="8678"/>
                </a:lnTo>
              </a:path>
              <a:path w="21600" h="21600">
                <a:moveTo>
                  <a:pt x="14619" y="8618"/>
                </a:moveTo>
                <a:lnTo>
                  <a:pt x="14671" y="8618"/>
                </a:lnTo>
                <a:lnTo>
                  <a:pt x="14671" y="8724"/>
                </a:lnTo>
                <a:lnTo>
                  <a:pt x="14619" y="8724"/>
                </a:lnTo>
              </a:path>
              <a:path w="21600" h="21600">
                <a:moveTo>
                  <a:pt x="10707" y="8599"/>
                </a:moveTo>
                <a:lnTo>
                  <a:pt x="10740" y="8599"/>
                </a:lnTo>
                <a:lnTo>
                  <a:pt x="10740" y="8666"/>
                </a:lnTo>
                <a:lnTo>
                  <a:pt x="10707" y="8666"/>
                </a:lnTo>
              </a:path>
              <a:path w="21600" h="21600">
                <a:moveTo>
                  <a:pt x="16133" y="8540"/>
                </a:moveTo>
                <a:lnTo>
                  <a:pt x="16169" y="8540"/>
                </a:lnTo>
                <a:lnTo>
                  <a:pt x="16169" y="8614"/>
                </a:lnTo>
                <a:lnTo>
                  <a:pt x="16133" y="8614"/>
                </a:lnTo>
              </a:path>
              <a:path w="21600" h="21600">
                <a:moveTo>
                  <a:pt x="5428" y="8492"/>
                </a:moveTo>
                <a:lnTo>
                  <a:pt x="5468" y="8492"/>
                </a:lnTo>
                <a:lnTo>
                  <a:pt x="5468" y="8572"/>
                </a:lnTo>
                <a:lnTo>
                  <a:pt x="5428" y="8572"/>
                </a:lnTo>
              </a:path>
              <a:path w="21600" h="21600">
                <a:moveTo>
                  <a:pt x="6174" y="8451"/>
                </a:moveTo>
                <a:lnTo>
                  <a:pt x="6224" y="8451"/>
                </a:lnTo>
                <a:lnTo>
                  <a:pt x="6224" y="8554"/>
                </a:lnTo>
                <a:lnTo>
                  <a:pt x="6174" y="8554"/>
                </a:lnTo>
              </a:path>
              <a:path w="21600" h="21600">
                <a:moveTo>
                  <a:pt x="18833" y="8418"/>
                </a:moveTo>
                <a:lnTo>
                  <a:pt x="18880" y="8418"/>
                </a:lnTo>
                <a:lnTo>
                  <a:pt x="18880" y="8514"/>
                </a:lnTo>
                <a:lnTo>
                  <a:pt x="18833" y="8514"/>
                </a:lnTo>
              </a:path>
              <a:path w="21600" h="21600">
                <a:moveTo>
                  <a:pt x="14620" y="8410"/>
                </a:moveTo>
                <a:lnTo>
                  <a:pt x="14670" y="8410"/>
                </a:lnTo>
                <a:lnTo>
                  <a:pt x="14670" y="8513"/>
                </a:lnTo>
                <a:lnTo>
                  <a:pt x="14620" y="8513"/>
                </a:lnTo>
              </a:path>
              <a:path w="21600" h="21600">
                <a:moveTo>
                  <a:pt x="9198" y="8400"/>
                </a:moveTo>
                <a:lnTo>
                  <a:pt x="9229" y="8400"/>
                </a:lnTo>
                <a:lnTo>
                  <a:pt x="9229" y="8463"/>
                </a:lnTo>
                <a:lnTo>
                  <a:pt x="9198" y="8463"/>
                </a:lnTo>
              </a:path>
              <a:path w="21600" h="21600">
                <a:moveTo>
                  <a:pt x="16134" y="8351"/>
                </a:moveTo>
                <a:lnTo>
                  <a:pt x="16168" y="8351"/>
                </a:lnTo>
                <a:lnTo>
                  <a:pt x="16168" y="8421"/>
                </a:lnTo>
                <a:lnTo>
                  <a:pt x="16134" y="8421"/>
                </a:lnTo>
              </a:path>
              <a:path w="21600" h="21600">
                <a:moveTo>
                  <a:pt x="5429" y="8303"/>
                </a:moveTo>
                <a:lnTo>
                  <a:pt x="5467" y="8303"/>
                </a:lnTo>
                <a:lnTo>
                  <a:pt x="5467" y="8380"/>
                </a:lnTo>
                <a:lnTo>
                  <a:pt x="5429" y="8380"/>
                </a:lnTo>
              </a:path>
              <a:path w="21600" h="21600">
                <a:moveTo>
                  <a:pt x="14621" y="8202"/>
                </a:moveTo>
                <a:lnTo>
                  <a:pt x="14669" y="8202"/>
                </a:lnTo>
                <a:lnTo>
                  <a:pt x="14669" y="8301"/>
                </a:lnTo>
                <a:lnTo>
                  <a:pt x="14621" y="8301"/>
                </a:lnTo>
              </a:path>
              <a:path w="21600" h="21600">
                <a:moveTo>
                  <a:pt x="10708" y="8181"/>
                </a:moveTo>
                <a:lnTo>
                  <a:pt x="10739" y="8181"/>
                </a:lnTo>
                <a:lnTo>
                  <a:pt x="10739" y="8244"/>
                </a:lnTo>
                <a:lnTo>
                  <a:pt x="10708" y="8244"/>
                </a:lnTo>
              </a:path>
              <a:path w="21600" h="21600">
                <a:moveTo>
                  <a:pt x="16134" y="8161"/>
                </a:moveTo>
                <a:lnTo>
                  <a:pt x="16167" y="8161"/>
                </a:lnTo>
                <a:lnTo>
                  <a:pt x="16167" y="8229"/>
                </a:lnTo>
                <a:lnTo>
                  <a:pt x="16134" y="8229"/>
                </a:lnTo>
              </a:path>
              <a:path w="21600" h="21600">
                <a:moveTo>
                  <a:pt x="5430" y="8113"/>
                </a:moveTo>
                <a:lnTo>
                  <a:pt x="5466" y="8113"/>
                </a:lnTo>
                <a:lnTo>
                  <a:pt x="5466" y="8187"/>
                </a:lnTo>
                <a:lnTo>
                  <a:pt x="5430" y="8187"/>
                </a:lnTo>
              </a:path>
              <a:path w="21600" h="21600">
                <a:moveTo>
                  <a:pt x="14622" y="7994"/>
                </a:moveTo>
                <a:lnTo>
                  <a:pt x="14669" y="7994"/>
                </a:lnTo>
                <a:lnTo>
                  <a:pt x="14669" y="8090"/>
                </a:lnTo>
                <a:lnTo>
                  <a:pt x="14622" y="8090"/>
                </a:lnTo>
              </a:path>
              <a:path w="21600" h="21600">
                <a:moveTo>
                  <a:pt x="18834" y="7965"/>
                </a:moveTo>
                <a:lnTo>
                  <a:pt x="18879" y="7965"/>
                </a:lnTo>
                <a:lnTo>
                  <a:pt x="18879" y="8058"/>
                </a:lnTo>
                <a:lnTo>
                  <a:pt x="18834" y="8058"/>
                </a:lnTo>
              </a:path>
              <a:path w="21600" h="21600">
                <a:moveTo>
                  <a:pt x="6174" y="7954"/>
                </a:moveTo>
                <a:lnTo>
                  <a:pt x="6223" y="7954"/>
                </a:lnTo>
                <a:lnTo>
                  <a:pt x="6223" y="8053"/>
                </a:lnTo>
                <a:lnTo>
                  <a:pt x="6174" y="8053"/>
                </a:lnTo>
              </a:path>
              <a:path w="21600" h="21600">
                <a:moveTo>
                  <a:pt x="9199" y="7948"/>
                </a:moveTo>
                <a:lnTo>
                  <a:pt x="9228" y="7948"/>
                </a:lnTo>
                <a:lnTo>
                  <a:pt x="9228" y="8008"/>
                </a:lnTo>
                <a:lnTo>
                  <a:pt x="9199" y="8008"/>
                </a:lnTo>
              </a:path>
              <a:path w="21600" h="21600">
                <a:moveTo>
                  <a:pt x="5431" y="7924"/>
                </a:moveTo>
                <a:lnTo>
                  <a:pt x="5465" y="7924"/>
                </a:lnTo>
                <a:lnTo>
                  <a:pt x="5465" y="7994"/>
                </a:lnTo>
                <a:lnTo>
                  <a:pt x="5431" y="7994"/>
                </a:lnTo>
              </a:path>
              <a:path w="21600" h="21600">
                <a:moveTo>
                  <a:pt x="14623" y="7787"/>
                </a:moveTo>
                <a:lnTo>
                  <a:pt x="14668" y="7787"/>
                </a:lnTo>
                <a:lnTo>
                  <a:pt x="14668" y="7878"/>
                </a:lnTo>
                <a:lnTo>
                  <a:pt x="14623" y="7878"/>
                </a:lnTo>
              </a:path>
              <a:path w="21600" h="21600">
                <a:moveTo>
                  <a:pt x="10709" y="7763"/>
                </a:moveTo>
                <a:lnTo>
                  <a:pt x="10738" y="7763"/>
                </a:lnTo>
                <a:lnTo>
                  <a:pt x="10738" y="7822"/>
                </a:lnTo>
                <a:lnTo>
                  <a:pt x="10709" y="7822"/>
                </a:lnTo>
              </a:path>
              <a:path w="21600" h="21600">
                <a:moveTo>
                  <a:pt x="5432" y="7734"/>
                </a:moveTo>
                <a:lnTo>
                  <a:pt x="5464" y="7734"/>
                </a:lnTo>
                <a:lnTo>
                  <a:pt x="5464" y="7801"/>
                </a:lnTo>
                <a:lnTo>
                  <a:pt x="5432" y="7801"/>
                </a:lnTo>
              </a:path>
              <a:path w="21600" h="21600">
                <a:moveTo>
                  <a:pt x="14624" y="7579"/>
                </a:moveTo>
                <a:lnTo>
                  <a:pt x="14667" y="7579"/>
                </a:lnTo>
                <a:lnTo>
                  <a:pt x="14667" y="7667"/>
                </a:lnTo>
                <a:lnTo>
                  <a:pt x="14624" y="7667"/>
                </a:lnTo>
              </a:path>
              <a:path w="21600" h="21600">
                <a:moveTo>
                  <a:pt x="18835" y="7512"/>
                </a:moveTo>
                <a:lnTo>
                  <a:pt x="18878" y="7512"/>
                </a:lnTo>
                <a:lnTo>
                  <a:pt x="18878" y="7602"/>
                </a:lnTo>
                <a:lnTo>
                  <a:pt x="18835" y="7602"/>
                </a:lnTo>
              </a:path>
              <a:path w="21600" h="21600">
                <a:moveTo>
                  <a:pt x="9200" y="7497"/>
                </a:moveTo>
                <a:lnTo>
                  <a:pt x="9227" y="7497"/>
                </a:lnTo>
                <a:lnTo>
                  <a:pt x="9227" y="7553"/>
                </a:lnTo>
                <a:lnTo>
                  <a:pt x="9200" y="7553"/>
                </a:lnTo>
              </a:path>
              <a:path w="21600" h="21600">
                <a:moveTo>
                  <a:pt x="6175" y="7457"/>
                </a:moveTo>
                <a:lnTo>
                  <a:pt x="6222" y="7457"/>
                </a:lnTo>
                <a:lnTo>
                  <a:pt x="6222" y="7552"/>
                </a:lnTo>
                <a:lnTo>
                  <a:pt x="6175" y="7552"/>
                </a:lnTo>
              </a:path>
              <a:path w="21600" h="21600">
                <a:moveTo>
                  <a:pt x="14625" y="7371"/>
                </a:moveTo>
                <a:lnTo>
                  <a:pt x="14666" y="7371"/>
                </a:lnTo>
                <a:lnTo>
                  <a:pt x="14666" y="7455"/>
                </a:lnTo>
                <a:lnTo>
                  <a:pt x="14625" y="7455"/>
                </a:lnTo>
              </a:path>
              <a:path w="21600" h="21600">
                <a:moveTo>
                  <a:pt x="10710" y="7344"/>
                </a:moveTo>
                <a:lnTo>
                  <a:pt x="10737" y="7344"/>
                </a:lnTo>
                <a:lnTo>
                  <a:pt x="10737" y="7400"/>
                </a:lnTo>
                <a:lnTo>
                  <a:pt x="10710" y="7400"/>
                </a:lnTo>
              </a:path>
              <a:path w="21600" h="21600">
                <a:moveTo>
                  <a:pt x="14626" y="7163"/>
                </a:moveTo>
                <a:lnTo>
                  <a:pt x="14665" y="7163"/>
                </a:lnTo>
                <a:lnTo>
                  <a:pt x="14665" y="7244"/>
                </a:lnTo>
                <a:lnTo>
                  <a:pt x="14626" y="7244"/>
                </a:lnTo>
              </a:path>
              <a:path w="21600" h="21600">
                <a:moveTo>
                  <a:pt x="18835" y="7059"/>
                </a:moveTo>
                <a:lnTo>
                  <a:pt x="18878" y="7059"/>
                </a:lnTo>
                <a:lnTo>
                  <a:pt x="18878" y="7146"/>
                </a:lnTo>
                <a:lnTo>
                  <a:pt x="18835" y="7146"/>
                </a:lnTo>
              </a:path>
              <a:path w="21600" h="21600">
                <a:moveTo>
                  <a:pt x="9201" y="7046"/>
                </a:moveTo>
                <a:lnTo>
                  <a:pt x="9227" y="7046"/>
                </a:lnTo>
                <a:lnTo>
                  <a:pt x="9227" y="7098"/>
                </a:lnTo>
                <a:lnTo>
                  <a:pt x="9201" y="7098"/>
                </a:lnTo>
              </a:path>
              <a:path w="21600" h="21600">
                <a:moveTo>
                  <a:pt x="6176" y="6960"/>
                </a:moveTo>
                <a:lnTo>
                  <a:pt x="6221" y="6960"/>
                </a:lnTo>
                <a:lnTo>
                  <a:pt x="6221" y="7052"/>
                </a:lnTo>
                <a:lnTo>
                  <a:pt x="6176" y="7052"/>
                </a:lnTo>
              </a:path>
              <a:path w="21600" h="21600">
                <a:moveTo>
                  <a:pt x="14626" y="6955"/>
                </a:moveTo>
                <a:lnTo>
                  <a:pt x="14664" y="6955"/>
                </a:lnTo>
                <a:lnTo>
                  <a:pt x="14664" y="7033"/>
                </a:lnTo>
                <a:lnTo>
                  <a:pt x="14626" y="7033"/>
                </a:lnTo>
              </a:path>
              <a:path w="21600" h="21600">
                <a:moveTo>
                  <a:pt x="10711" y="6926"/>
                </a:moveTo>
                <a:lnTo>
                  <a:pt x="10736" y="6926"/>
                </a:lnTo>
                <a:lnTo>
                  <a:pt x="10736" y="6979"/>
                </a:lnTo>
                <a:lnTo>
                  <a:pt x="10711" y="6979"/>
                </a:lnTo>
              </a:path>
              <a:path w="21600" h="21600">
                <a:moveTo>
                  <a:pt x="14627" y="6747"/>
                </a:moveTo>
                <a:lnTo>
                  <a:pt x="14663" y="6747"/>
                </a:lnTo>
                <a:lnTo>
                  <a:pt x="14663" y="6821"/>
                </a:lnTo>
                <a:lnTo>
                  <a:pt x="14627" y="6821"/>
                </a:lnTo>
              </a:path>
              <a:path w="21600" h="21600">
                <a:moveTo>
                  <a:pt x="18836" y="6606"/>
                </a:moveTo>
                <a:lnTo>
                  <a:pt x="18877" y="6606"/>
                </a:lnTo>
                <a:lnTo>
                  <a:pt x="18877" y="6689"/>
                </a:lnTo>
                <a:lnTo>
                  <a:pt x="18836" y="6689"/>
                </a:lnTo>
              </a:path>
              <a:path w="21600" h="21600">
                <a:moveTo>
                  <a:pt x="9202" y="6594"/>
                </a:moveTo>
                <a:lnTo>
                  <a:pt x="9226" y="6594"/>
                </a:lnTo>
                <a:lnTo>
                  <a:pt x="9226" y="6643"/>
                </a:lnTo>
                <a:lnTo>
                  <a:pt x="9202" y="6643"/>
                </a:lnTo>
              </a:path>
              <a:path w="21600" h="21600">
                <a:moveTo>
                  <a:pt x="14628" y="6539"/>
                </a:moveTo>
                <a:lnTo>
                  <a:pt x="14662" y="6539"/>
                </a:lnTo>
                <a:lnTo>
                  <a:pt x="14662" y="6610"/>
                </a:lnTo>
                <a:lnTo>
                  <a:pt x="14628" y="6610"/>
                </a:lnTo>
              </a:path>
              <a:path w="21600" h="21600">
                <a:moveTo>
                  <a:pt x="10711" y="6508"/>
                </a:moveTo>
                <a:lnTo>
                  <a:pt x="10735" y="6508"/>
                </a:lnTo>
                <a:lnTo>
                  <a:pt x="10735" y="6557"/>
                </a:lnTo>
                <a:lnTo>
                  <a:pt x="10711" y="6557"/>
                </a:lnTo>
              </a:path>
              <a:path w="21600" h="21600">
                <a:moveTo>
                  <a:pt x="6177" y="6463"/>
                </a:moveTo>
                <a:lnTo>
                  <a:pt x="6220" y="6463"/>
                </a:lnTo>
                <a:lnTo>
                  <a:pt x="6220" y="6551"/>
                </a:lnTo>
                <a:lnTo>
                  <a:pt x="6177" y="6551"/>
                </a:lnTo>
              </a:path>
              <a:path w="21600" h="21600">
                <a:moveTo>
                  <a:pt x="14629" y="6331"/>
                </a:moveTo>
                <a:lnTo>
                  <a:pt x="14662" y="6331"/>
                </a:lnTo>
                <a:lnTo>
                  <a:pt x="14662" y="6398"/>
                </a:lnTo>
                <a:lnTo>
                  <a:pt x="14629" y="6398"/>
                </a:lnTo>
              </a:path>
              <a:path w="21600" h="21600">
                <a:moveTo>
                  <a:pt x="18837" y="6153"/>
                </a:moveTo>
                <a:lnTo>
                  <a:pt x="18876" y="6153"/>
                </a:lnTo>
                <a:lnTo>
                  <a:pt x="18876" y="6233"/>
                </a:lnTo>
                <a:lnTo>
                  <a:pt x="18837" y="6233"/>
                </a:lnTo>
              </a:path>
              <a:path w="21600" h="21600">
                <a:moveTo>
                  <a:pt x="9202" y="6143"/>
                </a:moveTo>
                <a:lnTo>
                  <a:pt x="9225" y="6143"/>
                </a:lnTo>
                <a:lnTo>
                  <a:pt x="9225" y="6188"/>
                </a:lnTo>
                <a:lnTo>
                  <a:pt x="9202" y="6188"/>
                </a:lnTo>
              </a:path>
              <a:path w="21600" h="21600">
                <a:moveTo>
                  <a:pt x="14630" y="6123"/>
                </a:moveTo>
                <a:lnTo>
                  <a:pt x="14661" y="6123"/>
                </a:lnTo>
                <a:lnTo>
                  <a:pt x="14661" y="6187"/>
                </a:lnTo>
                <a:lnTo>
                  <a:pt x="14630" y="6187"/>
                </a:lnTo>
              </a:path>
              <a:path w="21600" h="21600">
                <a:moveTo>
                  <a:pt x="10712" y="6089"/>
                </a:moveTo>
                <a:lnTo>
                  <a:pt x="10735" y="6089"/>
                </a:lnTo>
                <a:lnTo>
                  <a:pt x="10735" y="6135"/>
                </a:lnTo>
                <a:lnTo>
                  <a:pt x="10712" y="6135"/>
                </a:lnTo>
              </a:path>
              <a:path w="21600" h="21600">
                <a:moveTo>
                  <a:pt x="6178" y="5965"/>
                </a:moveTo>
                <a:lnTo>
                  <a:pt x="6219" y="5965"/>
                </a:lnTo>
                <a:lnTo>
                  <a:pt x="6219" y="6050"/>
                </a:lnTo>
                <a:lnTo>
                  <a:pt x="6178" y="6050"/>
                </a:lnTo>
              </a:path>
              <a:path w="21600" h="21600">
                <a:moveTo>
                  <a:pt x="14631" y="5915"/>
                </a:moveTo>
                <a:lnTo>
                  <a:pt x="14660" y="5915"/>
                </a:lnTo>
                <a:lnTo>
                  <a:pt x="14660" y="5975"/>
                </a:lnTo>
                <a:lnTo>
                  <a:pt x="14631" y="5975"/>
                </a:lnTo>
              </a:path>
              <a:path w="21600" h="21600">
                <a:moveTo>
                  <a:pt x="14632" y="5707"/>
                </a:moveTo>
                <a:lnTo>
                  <a:pt x="14659" y="5707"/>
                </a:lnTo>
                <a:lnTo>
                  <a:pt x="14659" y="5764"/>
                </a:lnTo>
                <a:lnTo>
                  <a:pt x="14632" y="5764"/>
                </a:lnTo>
              </a:path>
              <a:path w="21600" h="21600">
                <a:moveTo>
                  <a:pt x="18838" y="5700"/>
                </a:moveTo>
                <a:lnTo>
                  <a:pt x="18875" y="5700"/>
                </a:lnTo>
                <a:lnTo>
                  <a:pt x="18875" y="5777"/>
                </a:lnTo>
                <a:lnTo>
                  <a:pt x="18838" y="5777"/>
                </a:lnTo>
              </a:path>
              <a:path w="21600" h="21600">
                <a:moveTo>
                  <a:pt x="9203" y="5692"/>
                </a:moveTo>
                <a:lnTo>
                  <a:pt x="9224" y="5692"/>
                </a:lnTo>
                <a:lnTo>
                  <a:pt x="9224" y="5734"/>
                </a:lnTo>
                <a:lnTo>
                  <a:pt x="9203" y="5734"/>
                </a:lnTo>
              </a:path>
              <a:path w="21600" h="21600">
                <a:moveTo>
                  <a:pt x="10713" y="5671"/>
                </a:moveTo>
                <a:lnTo>
                  <a:pt x="10734" y="5671"/>
                </a:lnTo>
                <a:lnTo>
                  <a:pt x="10734" y="5713"/>
                </a:lnTo>
                <a:lnTo>
                  <a:pt x="10713" y="5713"/>
                </a:lnTo>
              </a:path>
              <a:path w="21600" h="21600">
                <a:moveTo>
                  <a:pt x="14633" y="5500"/>
                </a:moveTo>
                <a:lnTo>
                  <a:pt x="14658" y="5500"/>
                </a:lnTo>
                <a:lnTo>
                  <a:pt x="14658" y="5552"/>
                </a:lnTo>
                <a:lnTo>
                  <a:pt x="14633" y="5552"/>
                </a:lnTo>
              </a:path>
              <a:path w="21600" h="21600">
                <a:moveTo>
                  <a:pt x="6179" y="5468"/>
                </a:moveTo>
                <a:lnTo>
                  <a:pt x="6218" y="5468"/>
                </a:lnTo>
                <a:lnTo>
                  <a:pt x="6218" y="5549"/>
                </a:lnTo>
                <a:lnTo>
                  <a:pt x="6179" y="5549"/>
                </a:lnTo>
              </a:path>
              <a:path w="21600" h="21600">
                <a:moveTo>
                  <a:pt x="14633" y="5292"/>
                </a:moveTo>
                <a:lnTo>
                  <a:pt x="14657" y="5292"/>
                </a:lnTo>
                <a:lnTo>
                  <a:pt x="14657" y="5341"/>
                </a:lnTo>
                <a:lnTo>
                  <a:pt x="14633" y="5341"/>
                </a:lnTo>
              </a:path>
              <a:path w="21600" h="21600">
                <a:moveTo>
                  <a:pt x="18838" y="5248"/>
                </a:moveTo>
                <a:lnTo>
                  <a:pt x="18875" y="5248"/>
                </a:lnTo>
                <a:lnTo>
                  <a:pt x="18875" y="5321"/>
                </a:lnTo>
                <a:lnTo>
                  <a:pt x="18838" y="5321"/>
                </a:lnTo>
              </a:path>
              <a:path w="21600" h="21600">
                <a:moveTo>
                  <a:pt x="14634" y="5084"/>
                </a:moveTo>
                <a:lnTo>
                  <a:pt x="14656" y="5084"/>
                </a:lnTo>
                <a:lnTo>
                  <a:pt x="14656" y="5129"/>
                </a:lnTo>
                <a:lnTo>
                  <a:pt x="14634" y="5129"/>
                </a:lnTo>
              </a:path>
              <a:path w="21600" h="21600">
                <a:moveTo>
                  <a:pt x="6180" y="4971"/>
                </a:moveTo>
                <a:lnTo>
                  <a:pt x="6218" y="4971"/>
                </a:lnTo>
                <a:lnTo>
                  <a:pt x="6218" y="5049"/>
                </a:lnTo>
                <a:lnTo>
                  <a:pt x="6180" y="5049"/>
                </a:lnTo>
              </a:path>
              <a:path w="21600" h="21600">
                <a:moveTo>
                  <a:pt x="14635" y="4876"/>
                </a:moveTo>
                <a:lnTo>
                  <a:pt x="14656" y="4876"/>
                </a:lnTo>
                <a:lnTo>
                  <a:pt x="14656" y="4918"/>
                </a:lnTo>
                <a:lnTo>
                  <a:pt x="14635" y="4918"/>
                </a:lnTo>
              </a:path>
              <a:path w="21600" h="21600">
                <a:moveTo>
                  <a:pt x="18839" y="4795"/>
                </a:moveTo>
                <a:lnTo>
                  <a:pt x="18874" y="4795"/>
                </a:lnTo>
                <a:lnTo>
                  <a:pt x="18874" y="4865"/>
                </a:lnTo>
                <a:lnTo>
                  <a:pt x="18839" y="4865"/>
                </a:lnTo>
              </a:path>
              <a:path w="21600" h="21600">
                <a:moveTo>
                  <a:pt x="6181" y="4474"/>
                </a:moveTo>
                <a:lnTo>
                  <a:pt x="6217" y="4474"/>
                </a:lnTo>
                <a:lnTo>
                  <a:pt x="6217" y="4548"/>
                </a:lnTo>
                <a:lnTo>
                  <a:pt x="6181" y="4548"/>
                </a:lnTo>
              </a:path>
              <a:path w="21600" h="21600">
                <a:moveTo>
                  <a:pt x="18840" y="4342"/>
                </a:moveTo>
                <a:lnTo>
                  <a:pt x="18873" y="4342"/>
                </a:lnTo>
                <a:lnTo>
                  <a:pt x="18873" y="4409"/>
                </a:lnTo>
                <a:lnTo>
                  <a:pt x="18840" y="4409"/>
                </a:lnTo>
              </a:path>
              <a:path w="21600" h="21600">
                <a:moveTo>
                  <a:pt x="6181" y="3977"/>
                </a:moveTo>
                <a:lnTo>
                  <a:pt x="6216" y="3977"/>
                </a:lnTo>
                <a:lnTo>
                  <a:pt x="6216" y="4047"/>
                </a:lnTo>
                <a:lnTo>
                  <a:pt x="6181" y="4047"/>
                </a:lnTo>
              </a:path>
              <a:path w="21600" h="21600">
                <a:moveTo>
                  <a:pt x="6182" y="3480"/>
                </a:moveTo>
                <a:lnTo>
                  <a:pt x="6215" y="3480"/>
                </a:lnTo>
                <a:lnTo>
                  <a:pt x="6215" y="3547"/>
                </a:lnTo>
                <a:lnTo>
                  <a:pt x="6182" y="3547"/>
                </a:lnTo>
              </a:path>
              <a:path w="21600" h="21600">
                <a:moveTo>
                  <a:pt x="6183" y="2983"/>
                </a:moveTo>
                <a:lnTo>
                  <a:pt x="6214" y="2983"/>
                </a:lnTo>
                <a:lnTo>
                  <a:pt x="6214" y="3046"/>
                </a:lnTo>
                <a:lnTo>
                  <a:pt x="6183" y="3046"/>
                </a:lnTo>
              </a:path>
              <a:path w="21600" h="21600">
                <a:moveTo>
                  <a:pt x="6184" y="2485"/>
                </a:moveTo>
                <a:lnTo>
                  <a:pt x="6213" y="2485"/>
                </a:lnTo>
                <a:lnTo>
                  <a:pt x="6213" y="2545"/>
                </a:lnTo>
                <a:lnTo>
                  <a:pt x="6184" y="2545"/>
                </a:lnTo>
              </a:path>
              <a:path w="21600" h="21600">
                <a:moveTo>
                  <a:pt x="6185" y="1988"/>
                </a:moveTo>
                <a:lnTo>
                  <a:pt x="6212" y="1988"/>
                </a:lnTo>
                <a:lnTo>
                  <a:pt x="6212" y="2044"/>
                </a:lnTo>
                <a:lnTo>
                  <a:pt x="6185" y="2044"/>
                </a:lnTo>
              </a:path>
              <a:path w="21600" h="21600">
                <a:moveTo>
                  <a:pt x="6186" y="1491"/>
                </a:moveTo>
                <a:lnTo>
                  <a:pt x="6211" y="1491"/>
                </a:lnTo>
                <a:lnTo>
                  <a:pt x="6211" y="1544"/>
                </a:lnTo>
                <a:lnTo>
                  <a:pt x="6186" y="1544"/>
                </a:lnTo>
              </a:path>
              <a:path w="21600" h="21600">
                <a:moveTo>
                  <a:pt x="6187" y="994"/>
                </a:moveTo>
                <a:lnTo>
                  <a:pt x="6211" y="994"/>
                </a:lnTo>
                <a:lnTo>
                  <a:pt x="6211" y="1043"/>
                </a:lnTo>
                <a:lnTo>
                  <a:pt x="6187" y="1043"/>
                </a:lnTo>
              </a:path>
              <a:path w="21600" h="21600">
                <a:moveTo>
                  <a:pt x="6188" y="497"/>
                </a:moveTo>
                <a:lnTo>
                  <a:pt x="6210" y="497"/>
                </a:lnTo>
                <a:lnTo>
                  <a:pt x="6210" y="542"/>
                </a:lnTo>
                <a:lnTo>
                  <a:pt x="6188" y="542"/>
                </a:lnTo>
              </a:path>
              <a:path w="21600" h="21600">
                <a:moveTo>
                  <a:pt x="6188" y="0"/>
                </a:moveTo>
                <a:lnTo>
                  <a:pt x="6209" y="0"/>
                </a:lnTo>
                <a:lnTo>
                  <a:pt x="6209" y="41"/>
                </a:lnTo>
                <a:lnTo>
                  <a:pt x="6188" y="41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  <p:sp>
        <p:nvSpPr>
          <p:cNvPr id="1048578" name="曲线"/>
          <p:cNvSpPr/>
          <p:nvPr/>
        </p:nvSpPr>
        <p:spPr>
          <a:xfrm rot="0">
            <a:off x="423942" y="309456"/>
            <a:ext cx="11344116" cy="341640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5753" y="21460"/>
                </a:moveTo>
                <a:lnTo>
                  <a:pt x="15795" y="21460"/>
                </a:lnTo>
                <a:lnTo>
                  <a:pt x="15795" y="21600"/>
                </a:lnTo>
                <a:lnTo>
                  <a:pt x="15753" y="21600"/>
                </a:lnTo>
              </a:path>
              <a:path w="21600" h="21600">
                <a:moveTo>
                  <a:pt x="5021" y="21460"/>
                </a:moveTo>
                <a:lnTo>
                  <a:pt x="5063" y="21460"/>
                </a:lnTo>
                <a:lnTo>
                  <a:pt x="5063" y="21600"/>
                </a:lnTo>
                <a:lnTo>
                  <a:pt x="5021" y="21600"/>
                </a:lnTo>
              </a:path>
              <a:path w="21600" h="21600">
                <a:moveTo>
                  <a:pt x="15754" y="21276"/>
                </a:moveTo>
                <a:lnTo>
                  <a:pt x="15795" y="21276"/>
                </a:lnTo>
                <a:lnTo>
                  <a:pt x="15795" y="21411"/>
                </a:lnTo>
                <a:lnTo>
                  <a:pt x="15754" y="21411"/>
                </a:lnTo>
              </a:path>
              <a:path w="21600" h="21600">
                <a:moveTo>
                  <a:pt x="5021" y="21276"/>
                </a:moveTo>
                <a:lnTo>
                  <a:pt x="5062" y="21276"/>
                </a:lnTo>
                <a:lnTo>
                  <a:pt x="5062" y="21411"/>
                </a:lnTo>
                <a:lnTo>
                  <a:pt x="5021" y="21411"/>
                </a:lnTo>
              </a:path>
              <a:path w="21600" h="21600">
                <a:moveTo>
                  <a:pt x="15754" y="21091"/>
                </a:moveTo>
                <a:lnTo>
                  <a:pt x="15794" y="21091"/>
                </a:lnTo>
                <a:lnTo>
                  <a:pt x="15794" y="21223"/>
                </a:lnTo>
                <a:lnTo>
                  <a:pt x="15754" y="21223"/>
                </a:lnTo>
              </a:path>
              <a:path w="21600" h="21600">
                <a:moveTo>
                  <a:pt x="5022" y="21091"/>
                </a:moveTo>
                <a:lnTo>
                  <a:pt x="5062" y="21091"/>
                </a:lnTo>
                <a:lnTo>
                  <a:pt x="5062" y="21223"/>
                </a:lnTo>
                <a:lnTo>
                  <a:pt x="5022" y="21223"/>
                </a:lnTo>
              </a:path>
              <a:path w="21600" h="21600">
                <a:moveTo>
                  <a:pt x="15755" y="20907"/>
                </a:moveTo>
                <a:lnTo>
                  <a:pt x="15794" y="20907"/>
                </a:lnTo>
                <a:lnTo>
                  <a:pt x="15794" y="21035"/>
                </a:lnTo>
                <a:lnTo>
                  <a:pt x="15755" y="21035"/>
                </a:lnTo>
              </a:path>
              <a:path w="21600" h="21600">
                <a:moveTo>
                  <a:pt x="5023" y="20907"/>
                </a:moveTo>
                <a:lnTo>
                  <a:pt x="5061" y="20907"/>
                </a:lnTo>
                <a:lnTo>
                  <a:pt x="5061" y="21035"/>
                </a:lnTo>
                <a:lnTo>
                  <a:pt x="5023" y="21035"/>
                </a:lnTo>
              </a:path>
              <a:path w="21600" h="21600">
                <a:moveTo>
                  <a:pt x="15756" y="20723"/>
                </a:moveTo>
                <a:lnTo>
                  <a:pt x="15793" y="20723"/>
                </a:lnTo>
                <a:lnTo>
                  <a:pt x="15793" y="20847"/>
                </a:lnTo>
                <a:lnTo>
                  <a:pt x="15756" y="20847"/>
                </a:lnTo>
              </a:path>
              <a:path w="21600" h="21600">
                <a:moveTo>
                  <a:pt x="5023" y="20723"/>
                </a:moveTo>
                <a:lnTo>
                  <a:pt x="5061" y="20723"/>
                </a:lnTo>
                <a:lnTo>
                  <a:pt x="5061" y="20847"/>
                </a:lnTo>
                <a:lnTo>
                  <a:pt x="5023" y="20847"/>
                </a:lnTo>
              </a:path>
              <a:path w="21600" h="21600">
                <a:moveTo>
                  <a:pt x="12120" y="20569"/>
                </a:moveTo>
                <a:lnTo>
                  <a:pt x="12143" y="20569"/>
                </a:lnTo>
                <a:lnTo>
                  <a:pt x="12143" y="20646"/>
                </a:lnTo>
                <a:lnTo>
                  <a:pt x="12120" y="20646"/>
                </a:lnTo>
              </a:path>
              <a:path w="21600" h="21600">
                <a:moveTo>
                  <a:pt x="15756" y="20539"/>
                </a:moveTo>
                <a:lnTo>
                  <a:pt x="15792" y="20539"/>
                </a:lnTo>
                <a:lnTo>
                  <a:pt x="15792" y="20659"/>
                </a:lnTo>
                <a:lnTo>
                  <a:pt x="15756" y="20659"/>
                </a:lnTo>
              </a:path>
              <a:path w="21600" h="21600">
                <a:moveTo>
                  <a:pt x="5024" y="20539"/>
                </a:moveTo>
                <a:lnTo>
                  <a:pt x="5060" y="20539"/>
                </a:lnTo>
                <a:lnTo>
                  <a:pt x="5060" y="20659"/>
                </a:lnTo>
                <a:lnTo>
                  <a:pt x="5024" y="20659"/>
                </a:lnTo>
              </a:path>
              <a:path w="21600" h="21600">
                <a:moveTo>
                  <a:pt x="15757" y="20355"/>
                </a:moveTo>
                <a:lnTo>
                  <a:pt x="15792" y="20355"/>
                </a:lnTo>
                <a:lnTo>
                  <a:pt x="15792" y="20471"/>
                </a:lnTo>
                <a:lnTo>
                  <a:pt x="15757" y="20471"/>
                </a:lnTo>
              </a:path>
              <a:path w="21600" h="21600">
                <a:moveTo>
                  <a:pt x="5024" y="20355"/>
                </a:moveTo>
                <a:lnTo>
                  <a:pt x="5059" y="20355"/>
                </a:lnTo>
                <a:lnTo>
                  <a:pt x="5059" y="20471"/>
                </a:lnTo>
                <a:lnTo>
                  <a:pt x="5024" y="20471"/>
                </a:lnTo>
              </a:path>
              <a:path w="21600" h="21600">
                <a:moveTo>
                  <a:pt x="12121" y="20187"/>
                </a:moveTo>
                <a:lnTo>
                  <a:pt x="12142" y="20187"/>
                </a:lnTo>
                <a:lnTo>
                  <a:pt x="12142" y="20259"/>
                </a:lnTo>
                <a:lnTo>
                  <a:pt x="12121" y="20259"/>
                </a:lnTo>
              </a:path>
              <a:path w="21600" h="21600">
                <a:moveTo>
                  <a:pt x="15757" y="20171"/>
                </a:moveTo>
                <a:lnTo>
                  <a:pt x="15791" y="20171"/>
                </a:lnTo>
                <a:lnTo>
                  <a:pt x="15791" y="20283"/>
                </a:lnTo>
                <a:lnTo>
                  <a:pt x="15757" y="20283"/>
                </a:lnTo>
              </a:path>
              <a:path w="21600" h="21600">
                <a:moveTo>
                  <a:pt x="5025" y="20171"/>
                </a:moveTo>
                <a:lnTo>
                  <a:pt x="5059" y="20171"/>
                </a:lnTo>
                <a:lnTo>
                  <a:pt x="5059" y="20283"/>
                </a:lnTo>
                <a:lnTo>
                  <a:pt x="5025" y="20283"/>
                </a:lnTo>
              </a:path>
              <a:path w="21600" h="21600">
                <a:moveTo>
                  <a:pt x="15758" y="19987"/>
                </a:moveTo>
                <a:lnTo>
                  <a:pt x="15791" y="19987"/>
                </a:lnTo>
                <a:lnTo>
                  <a:pt x="15791" y="20095"/>
                </a:lnTo>
                <a:lnTo>
                  <a:pt x="15758" y="20095"/>
                </a:lnTo>
              </a:path>
              <a:path w="21600" h="21600">
                <a:moveTo>
                  <a:pt x="5026" y="19987"/>
                </a:moveTo>
                <a:lnTo>
                  <a:pt x="5058" y="19987"/>
                </a:lnTo>
                <a:lnTo>
                  <a:pt x="5058" y="20095"/>
                </a:lnTo>
                <a:lnTo>
                  <a:pt x="5026" y="20095"/>
                </a:lnTo>
              </a:path>
              <a:path w="21600" h="21600">
                <a:moveTo>
                  <a:pt x="12121" y="19804"/>
                </a:moveTo>
                <a:lnTo>
                  <a:pt x="12142" y="19804"/>
                </a:lnTo>
                <a:lnTo>
                  <a:pt x="12142" y="19873"/>
                </a:lnTo>
                <a:lnTo>
                  <a:pt x="12121" y="19873"/>
                </a:lnTo>
              </a:path>
              <a:path w="21600" h="21600">
                <a:moveTo>
                  <a:pt x="15759" y="19802"/>
                </a:moveTo>
                <a:lnTo>
                  <a:pt x="15790" y="19802"/>
                </a:lnTo>
                <a:lnTo>
                  <a:pt x="15790" y="19906"/>
                </a:lnTo>
                <a:lnTo>
                  <a:pt x="15759" y="19906"/>
                </a:lnTo>
              </a:path>
              <a:path w="21600" h="21600">
                <a:moveTo>
                  <a:pt x="5026" y="19802"/>
                </a:moveTo>
                <a:lnTo>
                  <a:pt x="5058" y="19802"/>
                </a:lnTo>
                <a:lnTo>
                  <a:pt x="5058" y="19906"/>
                </a:lnTo>
                <a:lnTo>
                  <a:pt x="5026" y="19906"/>
                </a:lnTo>
              </a:path>
              <a:path w="21600" h="21600">
                <a:moveTo>
                  <a:pt x="15759" y="19618"/>
                </a:moveTo>
                <a:lnTo>
                  <a:pt x="15789" y="19618"/>
                </a:lnTo>
                <a:lnTo>
                  <a:pt x="15789" y="19719"/>
                </a:lnTo>
                <a:lnTo>
                  <a:pt x="15759" y="19719"/>
                </a:lnTo>
              </a:path>
              <a:path w="21600" h="21600">
                <a:moveTo>
                  <a:pt x="5027" y="19618"/>
                </a:moveTo>
                <a:lnTo>
                  <a:pt x="5057" y="19618"/>
                </a:lnTo>
                <a:lnTo>
                  <a:pt x="5057" y="19719"/>
                </a:lnTo>
                <a:lnTo>
                  <a:pt x="5027" y="19719"/>
                </a:lnTo>
              </a:path>
              <a:path w="21600" h="21600">
                <a:moveTo>
                  <a:pt x="17987" y="19614"/>
                </a:moveTo>
                <a:lnTo>
                  <a:pt x="18029" y="19614"/>
                </a:lnTo>
                <a:lnTo>
                  <a:pt x="18029" y="19753"/>
                </a:lnTo>
                <a:lnTo>
                  <a:pt x="17987" y="19753"/>
                </a:lnTo>
              </a:path>
              <a:path w="21600" h="21600">
                <a:moveTo>
                  <a:pt x="7254" y="19614"/>
                </a:moveTo>
                <a:lnTo>
                  <a:pt x="7296" y="19614"/>
                </a:lnTo>
                <a:lnTo>
                  <a:pt x="7296" y="19753"/>
                </a:lnTo>
                <a:lnTo>
                  <a:pt x="7254" y="19753"/>
                </a:lnTo>
              </a:path>
              <a:path w="21600" h="21600">
                <a:moveTo>
                  <a:pt x="15760" y="19434"/>
                </a:moveTo>
                <a:lnTo>
                  <a:pt x="15789" y="19434"/>
                </a:lnTo>
                <a:lnTo>
                  <a:pt x="15789" y="19530"/>
                </a:lnTo>
                <a:lnTo>
                  <a:pt x="15760" y="19530"/>
                </a:lnTo>
              </a:path>
              <a:path w="21600" h="21600">
                <a:moveTo>
                  <a:pt x="5027" y="19434"/>
                </a:moveTo>
                <a:lnTo>
                  <a:pt x="5056" y="19434"/>
                </a:lnTo>
                <a:lnTo>
                  <a:pt x="5056" y="19530"/>
                </a:lnTo>
                <a:lnTo>
                  <a:pt x="5027" y="19530"/>
                </a:lnTo>
              </a:path>
              <a:path w="21600" h="21600">
                <a:moveTo>
                  <a:pt x="17987" y="19430"/>
                </a:moveTo>
                <a:lnTo>
                  <a:pt x="18028" y="19430"/>
                </a:lnTo>
                <a:lnTo>
                  <a:pt x="18028" y="19565"/>
                </a:lnTo>
                <a:lnTo>
                  <a:pt x="17987" y="19565"/>
                </a:lnTo>
              </a:path>
              <a:path w="21600" h="21600">
                <a:moveTo>
                  <a:pt x="7255" y="19430"/>
                </a:moveTo>
                <a:lnTo>
                  <a:pt x="7296" y="19430"/>
                </a:lnTo>
                <a:lnTo>
                  <a:pt x="7296" y="19565"/>
                </a:lnTo>
                <a:lnTo>
                  <a:pt x="7255" y="19565"/>
                </a:lnTo>
              </a:path>
              <a:path w="21600" h="21600">
                <a:moveTo>
                  <a:pt x="12122" y="19421"/>
                </a:moveTo>
                <a:lnTo>
                  <a:pt x="12141" y="19421"/>
                </a:lnTo>
                <a:lnTo>
                  <a:pt x="12141" y="19486"/>
                </a:lnTo>
                <a:lnTo>
                  <a:pt x="12122" y="19486"/>
                </a:lnTo>
              </a:path>
              <a:path w="21600" h="21600">
                <a:moveTo>
                  <a:pt x="15760" y="19250"/>
                </a:moveTo>
                <a:lnTo>
                  <a:pt x="15788" y="19250"/>
                </a:lnTo>
                <a:lnTo>
                  <a:pt x="15788" y="19342"/>
                </a:lnTo>
                <a:lnTo>
                  <a:pt x="15760" y="19342"/>
                </a:lnTo>
              </a:path>
              <a:path w="21600" h="21600">
                <a:moveTo>
                  <a:pt x="5028" y="19250"/>
                </a:moveTo>
                <a:lnTo>
                  <a:pt x="5056" y="19250"/>
                </a:lnTo>
                <a:lnTo>
                  <a:pt x="5056" y="19342"/>
                </a:lnTo>
                <a:lnTo>
                  <a:pt x="5028" y="19342"/>
                </a:lnTo>
              </a:path>
              <a:path w="21600" h="21600">
                <a:moveTo>
                  <a:pt x="17988" y="19246"/>
                </a:moveTo>
                <a:lnTo>
                  <a:pt x="18028" y="19246"/>
                </a:lnTo>
                <a:lnTo>
                  <a:pt x="18028" y="19377"/>
                </a:lnTo>
                <a:lnTo>
                  <a:pt x="17988" y="19377"/>
                </a:lnTo>
              </a:path>
              <a:path w="21600" h="21600">
                <a:moveTo>
                  <a:pt x="7255" y="19246"/>
                </a:moveTo>
                <a:lnTo>
                  <a:pt x="7295" y="19246"/>
                </a:lnTo>
                <a:lnTo>
                  <a:pt x="7295" y="19377"/>
                </a:lnTo>
                <a:lnTo>
                  <a:pt x="7255" y="19377"/>
                </a:lnTo>
              </a:path>
              <a:path w="21600" h="21600">
                <a:moveTo>
                  <a:pt x="15761" y="19066"/>
                </a:moveTo>
                <a:lnTo>
                  <a:pt x="15788" y="19066"/>
                </a:lnTo>
                <a:lnTo>
                  <a:pt x="15788" y="19154"/>
                </a:lnTo>
                <a:lnTo>
                  <a:pt x="15761" y="19154"/>
                </a:lnTo>
              </a:path>
              <a:path w="21600" h="21600">
                <a:moveTo>
                  <a:pt x="5029" y="19066"/>
                </a:moveTo>
                <a:lnTo>
                  <a:pt x="5055" y="19066"/>
                </a:lnTo>
                <a:lnTo>
                  <a:pt x="5055" y="19154"/>
                </a:lnTo>
                <a:lnTo>
                  <a:pt x="5029" y="19154"/>
                </a:lnTo>
              </a:path>
              <a:path w="21600" h="21600">
                <a:moveTo>
                  <a:pt x="17988" y="19061"/>
                </a:moveTo>
                <a:lnTo>
                  <a:pt x="18027" y="19061"/>
                </a:lnTo>
                <a:lnTo>
                  <a:pt x="18027" y="19189"/>
                </a:lnTo>
                <a:lnTo>
                  <a:pt x="17988" y="19189"/>
                </a:lnTo>
              </a:path>
              <a:path w="21600" h="21600">
                <a:moveTo>
                  <a:pt x="7256" y="19061"/>
                </a:moveTo>
                <a:lnTo>
                  <a:pt x="7294" y="19061"/>
                </a:lnTo>
                <a:lnTo>
                  <a:pt x="7294" y="19189"/>
                </a:lnTo>
                <a:lnTo>
                  <a:pt x="7256" y="19189"/>
                </a:lnTo>
              </a:path>
              <a:path w="21600" h="21600">
                <a:moveTo>
                  <a:pt x="12122" y="19039"/>
                </a:moveTo>
                <a:lnTo>
                  <a:pt x="12141" y="19039"/>
                </a:lnTo>
                <a:lnTo>
                  <a:pt x="12141" y="19099"/>
                </a:lnTo>
                <a:lnTo>
                  <a:pt x="12122" y="19099"/>
                </a:lnTo>
              </a:path>
              <a:path w="21600" h="21600">
                <a:moveTo>
                  <a:pt x="15762" y="18882"/>
                </a:moveTo>
                <a:lnTo>
                  <a:pt x="15787" y="18882"/>
                </a:lnTo>
                <a:lnTo>
                  <a:pt x="15787" y="18966"/>
                </a:lnTo>
                <a:lnTo>
                  <a:pt x="15762" y="18966"/>
                </a:lnTo>
              </a:path>
              <a:path w="21600" h="21600">
                <a:moveTo>
                  <a:pt x="5029" y="18882"/>
                </a:moveTo>
                <a:lnTo>
                  <a:pt x="5055" y="18882"/>
                </a:lnTo>
                <a:lnTo>
                  <a:pt x="5055" y="18966"/>
                </a:lnTo>
                <a:lnTo>
                  <a:pt x="5029" y="18966"/>
                </a:lnTo>
              </a:path>
              <a:path w="21600" h="21600">
                <a:moveTo>
                  <a:pt x="17989" y="18877"/>
                </a:moveTo>
                <a:lnTo>
                  <a:pt x="18026" y="18877"/>
                </a:lnTo>
                <a:lnTo>
                  <a:pt x="18026" y="19001"/>
                </a:lnTo>
                <a:lnTo>
                  <a:pt x="17989" y="19001"/>
                </a:lnTo>
              </a:path>
              <a:path w="21600" h="21600">
                <a:moveTo>
                  <a:pt x="7257" y="18877"/>
                </a:moveTo>
                <a:lnTo>
                  <a:pt x="7294" y="18877"/>
                </a:lnTo>
                <a:lnTo>
                  <a:pt x="7294" y="19001"/>
                </a:lnTo>
                <a:lnTo>
                  <a:pt x="7257" y="19001"/>
                </a:lnTo>
              </a:path>
              <a:path w="21600" h="21600">
                <a:moveTo>
                  <a:pt x="15762" y="18697"/>
                </a:moveTo>
                <a:lnTo>
                  <a:pt x="15786" y="18697"/>
                </a:lnTo>
                <a:lnTo>
                  <a:pt x="15786" y="18778"/>
                </a:lnTo>
                <a:lnTo>
                  <a:pt x="15762" y="18778"/>
                </a:lnTo>
              </a:path>
              <a:path w="21600" h="21600">
                <a:moveTo>
                  <a:pt x="5030" y="18697"/>
                </a:moveTo>
                <a:lnTo>
                  <a:pt x="5054" y="18697"/>
                </a:lnTo>
                <a:lnTo>
                  <a:pt x="5054" y="18778"/>
                </a:lnTo>
                <a:lnTo>
                  <a:pt x="5030" y="18778"/>
                </a:lnTo>
              </a:path>
              <a:path w="21600" h="21600">
                <a:moveTo>
                  <a:pt x="17990" y="18693"/>
                </a:moveTo>
                <a:lnTo>
                  <a:pt x="18026" y="18693"/>
                </a:lnTo>
                <a:lnTo>
                  <a:pt x="18026" y="18813"/>
                </a:lnTo>
                <a:lnTo>
                  <a:pt x="17990" y="18813"/>
                </a:lnTo>
              </a:path>
              <a:path w="21600" h="21600">
                <a:moveTo>
                  <a:pt x="7257" y="18693"/>
                </a:moveTo>
                <a:lnTo>
                  <a:pt x="7293" y="18693"/>
                </a:lnTo>
                <a:lnTo>
                  <a:pt x="7293" y="18813"/>
                </a:lnTo>
                <a:lnTo>
                  <a:pt x="7257" y="18813"/>
                </a:lnTo>
              </a:path>
              <a:path w="21600" h="21600">
                <a:moveTo>
                  <a:pt x="12123" y="18656"/>
                </a:moveTo>
                <a:lnTo>
                  <a:pt x="12140" y="18656"/>
                </a:lnTo>
                <a:lnTo>
                  <a:pt x="12140" y="18713"/>
                </a:lnTo>
                <a:lnTo>
                  <a:pt x="12123" y="18713"/>
                </a:lnTo>
              </a:path>
              <a:path w="21600" h="21600">
                <a:moveTo>
                  <a:pt x="14461" y="18605"/>
                </a:moveTo>
                <a:lnTo>
                  <a:pt x="14503" y="18605"/>
                </a:lnTo>
                <a:lnTo>
                  <a:pt x="14503" y="18745"/>
                </a:lnTo>
                <a:lnTo>
                  <a:pt x="14461" y="18745"/>
                </a:lnTo>
              </a:path>
              <a:path w="21600" h="21600">
                <a:moveTo>
                  <a:pt x="3729" y="18605"/>
                </a:moveTo>
                <a:lnTo>
                  <a:pt x="3771" y="18605"/>
                </a:lnTo>
                <a:lnTo>
                  <a:pt x="3771" y="18745"/>
                </a:lnTo>
                <a:lnTo>
                  <a:pt x="3729" y="18745"/>
                </a:lnTo>
              </a:path>
              <a:path w="21600" h="21600">
                <a:moveTo>
                  <a:pt x="15763" y="18513"/>
                </a:moveTo>
                <a:lnTo>
                  <a:pt x="15786" y="18513"/>
                </a:lnTo>
                <a:lnTo>
                  <a:pt x="15786" y="18590"/>
                </a:lnTo>
                <a:lnTo>
                  <a:pt x="15763" y="18590"/>
                </a:lnTo>
              </a:path>
              <a:path w="21600" h="21600">
                <a:moveTo>
                  <a:pt x="5030" y="18513"/>
                </a:moveTo>
                <a:lnTo>
                  <a:pt x="5053" y="18513"/>
                </a:lnTo>
                <a:lnTo>
                  <a:pt x="5053" y="18590"/>
                </a:lnTo>
                <a:lnTo>
                  <a:pt x="5030" y="18590"/>
                </a:lnTo>
              </a:path>
              <a:path w="21600" h="21600">
                <a:moveTo>
                  <a:pt x="17990" y="18509"/>
                </a:moveTo>
                <a:lnTo>
                  <a:pt x="18025" y="18509"/>
                </a:lnTo>
                <a:lnTo>
                  <a:pt x="18025" y="18625"/>
                </a:lnTo>
                <a:lnTo>
                  <a:pt x="17990" y="18625"/>
                </a:lnTo>
              </a:path>
              <a:path w="21600" h="21600">
                <a:moveTo>
                  <a:pt x="7258" y="18509"/>
                </a:moveTo>
                <a:lnTo>
                  <a:pt x="7293" y="18509"/>
                </a:lnTo>
                <a:lnTo>
                  <a:pt x="7293" y="18625"/>
                </a:lnTo>
                <a:lnTo>
                  <a:pt x="7258" y="18625"/>
                </a:lnTo>
              </a:path>
              <a:path w="21600" h="21600">
                <a:moveTo>
                  <a:pt x="14462" y="18421"/>
                </a:moveTo>
                <a:lnTo>
                  <a:pt x="14503" y="18421"/>
                </a:lnTo>
                <a:lnTo>
                  <a:pt x="14503" y="18557"/>
                </a:lnTo>
                <a:lnTo>
                  <a:pt x="14462" y="18557"/>
                </a:lnTo>
              </a:path>
              <a:path w="21600" h="21600">
                <a:moveTo>
                  <a:pt x="3730" y="18421"/>
                </a:moveTo>
                <a:lnTo>
                  <a:pt x="3770" y="18421"/>
                </a:lnTo>
                <a:lnTo>
                  <a:pt x="3770" y="18557"/>
                </a:lnTo>
                <a:lnTo>
                  <a:pt x="3730" y="18557"/>
                </a:lnTo>
              </a:path>
              <a:path w="21600" h="21600">
                <a:moveTo>
                  <a:pt x="15763" y="18329"/>
                </a:moveTo>
                <a:lnTo>
                  <a:pt x="15785" y="18329"/>
                </a:lnTo>
                <a:lnTo>
                  <a:pt x="15785" y="18402"/>
                </a:lnTo>
                <a:lnTo>
                  <a:pt x="15763" y="18402"/>
                </a:lnTo>
              </a:path>
              <a:path w="21600" h="21600">
                <a:moveTo>
                  <a:pt x="5031" y="18329"/>
                </a:moveTo>
                <a:lnTo>
                  <a:pt x="5053" y="18329"/>
                </a:lnTo>
                <a:lnTo>
                  <a:pt x="5053" y="18402"/>
                </a:lnTo>
                <a:lnTo>
                  <a:pt x="5031" y="18402"/>
                </a:lnTo>
              </a:path>
              <a:path w="21600" h="21600">
                <a:moveTo>
                  <a:pt x="17991" y="18325"/>
                </a:moveTo>
                <a:lnTo>
                  <a:pt x="18025" y="18325"/>
                </a:lnTo>
                <a:lnTo>
                  <a:pt x="18025" y="18437"/>
                </a:lnTo>
                <a:lnTo>
                  <a:pt x="17991" y="18437"/>
                </a:lnTo>
              </a:path>
              <a:path w="21600" h="21600">
                <a:moveTo>
                  <a:pt x="7258" y="18325"/>
                </a:moveTo>
                <a:lnTo>
                  <a:pt x="7292" y="18325"/>
                </a:lnTo>
                <a:lnTo>
                  <a:pt x="7292" y="18437"/>
                </a:lnTo>
                <a:lnTo>
                  <a:pt x="7258" y="18437"/>
                </a:lnTo>
              </a:path>
              <a:path w="21600" h="21600">
                <a:moveTo>
                  <a:pt x="20549" y="18299"/>
                </a:moveTo>
                <a:lnTo>
                  <a:pt x="20591" y="18299"/>
                </a:lnTo>
                <a:lnTo>
                  <a:pt x="20591" y="18438"/>
                </a:lnTo>
                <a:lnTo>
                  <a:pt x="20549" y="18438"/>
                </a:lnTo>
              </a:path>
              <a:path w="21600" h="21600">
                <a:moveTo>
                  <a:pt x="9817" y="18299"/>
                </a:moveTo>
                <a:lnTo>
                  <a:pt x="9859" y="18299"/>
                </a:lnTo>
                <a:lnTo>
                  <a:pt x="9859" y="18438"/>
                </a:lnTo>
                <a:lnTo>
                  <a:pt x="9817" y="18438"/>
                </a:lnTo>
              </a:path>
              <a:path w="21600" h="21600">
                <a:moveTo>
                  <a:pt x="12123" y="18273"/>
                </a:moveTo>
                <a:lnTo>
                  <a:pt x="12139" y="18273"/>
                </a:lnTo>
                <a:lnTo>
                  <a:pt x="12139" y="18326"/>
                </a:lnTo>
                <a:lnTo>
                  <a:pt x="12123" y="18326"/>
                </a:lnTo>
              </a:path>
              <a:path w="21600" h="21600">
                <a:moveTo>
                  <a:pt x="14463" y="18237"/>
                </a:moveTo>
                <a:lnTo>
                  <a:pt x="14502" y="18237"/>
                </a:lnTo>
                <a:lnTo>
                  <a:pt x="14502" y="18369"/>
                </a:lnTo>
                <a:lnTo>
                  <a:pt x="14463" y="18369"/>
                </a:lnTo>
              </a:path>
              <a:path w="21600" h="21600">
                <a:moveTo>
                  <a:pt x="3730" y="18237"/>
                </a:moveTo>
                <a:lnTo>
                  <a:pt x="3770" y="18237"/>
                </a:lnTo>
                <a:lnTo>
                  <a:pt x="3770" y="18369"/>
                </a:lnTo>
                <a:lnTo>
                  <a:pt x="3730" y="18369"/>
                </a:lnTo>
              </a:path>
              <a:path w="21600" h="21600">
                <a:moveTo>
                  <a:pt x="15764" y="18145"/>
                </a:moveTo>
                <a:lnTo>
                  <a:pt x="15785" y="18145"/>
                </a:lnTo>
                <a:lnTo>
                  <a:pt x="15785" y="18214"/>
                </a:lnTo>
                <a:lnTo>
                  <a:pt x="15764" y="18214"/>
                </a:lnTo>
              </a:path>
              <a:path w="21600" h="21600">
                <a:moveTo>
                  <a:pt x="5032" y="18145"/>
                </a:moveTo>
                <a:lnTo>
                  <a:pt x="5052" y="18145"/>
                </a:lnTo>
                <a:lnTo>
                  <a:pt x="5052" y="18214"/>
                </a:lnTo>
                <a:lnTo>
                  <a:pt x="5032" y="18214"/>
                </a:lnTo>
              </a:path>
              <a:path w="21600" h="21600">
                <a:moveTo>
                  <a:pt x="17991" y="18141"/>
                </a:moveTo>
                <a:lnTo>
                  <a:pt x="18024" y="18141"/>
                </a:lnTo>
                <a:lnTo>
                  <a:pt x="18024" y="18249"/>
                </a:lnTo>
                <a:lnTo>
                  <a:pt x="17991" y="18249"/>
                </a:lnTo>
              </a:path>
              <a:path w="21600" h="21600">
                <a:moveTo>
                  <a:pt x="7259" y="18141"/>
                </a:moveTo>
                <a:lnTo>
                  <a:pt x="7291" y="18141"/>
                </a:lnTo>
                <a:lnTo>
                  <a:pt x="7291" y="18249"/>
                </a:lnTo>
                <a:lnTo>
                  <a:pt x="7259" y="18249"/>
                </a:lnTo>
              </a:path>
              <a:path w="21600" h="21600">
                <a:moveTo>
                  <a:pt x="20550" y="18115"/>
                </a:moveTo>
                <a:lnTo>
                  <a:pt x="20591" y="18115"/>
                </a:lnTo>
                <a:lnTo>
                  <a:pt x="20591" y="18250"/>
                </a:lnTo>
                <a:lnTo>
                  <a:pt x="20550" y="18250"/>
                </a:lnTo>
              </a:path>
              <a:path w="21600" h="21600">
                <a:moveTo>
                  <a:pt x="9817" y="18115"/>
                </a:moveTo>
                <a:lnTo>
                  <a:pt x="9858" y="18115"/>
                </a:lnTo>
                <a:lnTo>
                  <a:pt x="9858" y="18250"/>
                </a:lnTo>
                <a:lnTo>
                  <a:pt x="9817" y="18250"/>
                </a:lnTo>
              </a:path>
              <a:path w="21600" h="21600">
                <a:moveTo>
                  <a:pt x="14463" y="18053"/>
                </a:moveTo>
                <a:lnTo>
                  <a:pt x="14502" y="18053"/>
                </a:lnTo>
                <a:lnTo>
                  <a:pt x="14502" y="18181"/>
                </a:lnTo>
                <a:lnTo>
                  <a:pt x="14463" y="18181"/>
                </a:lnTo>
              </a:path>
              <a:path w="21600" h="21600">
                <a:moveTo>
                  <a:pt x="3731" y="18053"/>
                </a:moveTo>
                <a:lnTo>
                  <a:pt x="3769" y="18053"/>
                </a:lnTo>
                <a:lnTo>
                  <a:pt x="3769" y="18181"/>
                </a:lnTo>
                <a:lnTo>
                  <a:pt x="3731" y="18181"/>
                </a:lnTo>
              </a:path>
              <a:path w="21600" h="21600">
                <a:moveTo>
                  <a:pt x="15765" y="17961"/>
                </a:moveTo>
                <a:lnTo>
                  <a:pt x="15784" y="17961"/>
                </a:lnTo>
                <a:lnTo>
                  <a:pt x="15784" y="18026"/>
                </a:lnTo>
                <a:lnTo>
                  <a:pt x="15765" y="18026"/>
                </a:lnTo>
              </a:path>
              <a:path w="21600" h="21600">
                <a:moveTo>
                  <a:pt x="5032" y="17961"/>
                </a:moveTo>
                <a:lnTo>
                  <a:pt x="5052" y="17961"/>
                </a:lnTo>
                <a:lnTo>
                  <a:pt x="5052" y="18026"/>
                </a:lnTo>
                <a:lnTo>
                  <a:pt x="5032" y="18026"/>
                </a:lnTo>
              </a:path>
              <a:path w="21600" h="21600">
                <a:moveTo>
                  <a:pt x="17992" y="17956"/>
                </a:moveTo>
                <a:lnTo>
                  <a:pt x="18023" y="17956"/>
                </a:lnTo>
                <a:lnTo>
                  <a:pt x="18023" y="18060"/>
                </a:lnTo>
                <a:lnTo>
                  <a:pt x="17992" y="18060"/>
                </a:lnTo>
              </a:path>
              <a:path w="21600" h="21600">
                <a:moveTo>
                  <a:pt x="7260" y="17956"/>
                </a:moveTo>
                <a:lnTo>
                  <a:pt x="7291" y="17956"/>
                </a:lnTo>
                <a:lnTo>
                  <a:pt x="7291" y="18060"/>
                </a:lnTo>
                <a:lnTo>
                  <a:pt x="7260" y="18060"/>
                </a:lnTo>
              </a:path>
              <a:path w="21600" h="21600">
                <a:moveTo>
                  <a:pt x="20551" y="17931"/>
                </a:moveTo>
                <a:lnTo>
                  <a:pt x="20590" y="17931"/>
                </a:lnTo>
                <a:lnTo>
                  <a:pt x="20590" y="18062"/>
                </a:lnTo>
                <a:lnTo>
                  <a:pt x="20551" y="18062"/>
                </a:lnTo>
              </a:path>
              <a:path w="21600" h="21600">
                <a:moveTo>
                  <a:pt x="9818" y="17931"/>
                </a:moveTo>
                <a:lnTo>
                  <a:pt x="9858" y="17931"/>
                </a:lnTo>
                <a:lnTo>
                  <a:pt x="9858" y="18062"/>
                </a:lnTo>
                <a:lnTo>
                  <a:pt x="9818" y="18062"/>
                </a:lnTo>
              </a:path>
              <a:path w="21600" h="21600">
                <a:moveTo>
                  <a:pt x="12124" y="17890"/>
                </a:moveTo>
                <a:lnTo>
                  <a:pt x="12139" y="17890"/>
                </a:lnTo>
                <a:lnTo>
                  <a:pt x="12139" y="17939"/>
                </a:lnTo>
                <a:lnTo>
                  <a:pt x="12124" y="17939"/>
                </a:lnTo>
              </a:path>
              <a:path w="21600" h="21600">
                <a:moveTo>
                  <a:pt x="14464" y="17869"/>
                </a:moveTo>
                <a:lnTo>
                  <a:pt x="14501" y="17869"/>
                </a:lnTo>
                <a:lnTo>
                  <a:pt x="14501" y="17993"/>
                </a:lnTo>
                <a:lnTo>
                  <a:pt x="14464" y="17993"/>
                </a:lnTo>
              </a:path>
              <a:path w="21600" h="21600">
                <a:moveTo>
                  <a:pt x="3731" y="17869"/>
                </a:moveTo>
                <a:lnTo>
                  <a:pt x="3769" y="17869"/>
                </a:lnTo>
                <a:lnTo>
                  <a:pt x="3769" y="17993"/>
                </a:lnTo>
                <a:lnTo>
                  <a:pt x="3731" y="17993"/>
                </a:lnTo>
              </a:path>
              <a:path w="21600" h="21600">
                <a:moveTo>
                  <a:pt x="15765" y="17777"/>
                </a:moveTo>
                <a:lnTo>
                  <a:pt x="15783" y="17777"/>
                </a:lnTo>
                <a:lnTo>
                  <a:pt x="15783" y="17837"/>
                </a:lnTo>
                <a:lnTo>
                  <a:pt x="15765" y="17837"/>
                </a:lnTo>
              </a:path>
              <a:path w="21600" h="21600">
                <a:moveTo>
                  <a:pt x="5033" y="17777"/>
                </a:moveTo>
                <a:lnTo>
                  <a:pt x="5051" y="17777"/>
                </a:lnTo>
                <a:lnTo>
                  <a:pt x="5051" y="17837"/>
                </a:lnTo>
                <a:lnTo>
                  <a:pt x="5033" y="17837"/>
                </a:lnTo>
              </a:path>
              <a:path w="21600" h="21600">
                <a:moveTo>
                  <a:pt x="17993" y="17772"/>
                </a:moveTo>
                <a:lnTo>
                  <a:pt x="18023" y="17772"/>
                </a:lnTo>
                <a:lnTo>
                  <a:pt x="18023" y="17872"/>
                </a:lnTo>
                <a:lnTo>
                  <a:pt x="17993" y="17872"/>
                </a:lnTo>
              </a:path>
              <a:path w="21600" h="21600">
                <a:moveTo>
                  <a:pt x="7260" y="17772"/>
                </a:moveTo>
                <a:lnTo>
                  <a:pt x="7290" y="17772"/>
                </a:lnTo>
                <a:lnTo>
                  <a:pt x="7290" y="17872"/>
                </a:lnTo>
                <a:lnTo>
                  <a:pt x="7260" y="17872"/>
                </a:lnTo>
              </a:path>
              <a:path w="21600" h="21600">
                <a:moveTo>
                  <a:pt x="20551" y="17746"/>
                </a:moveTo>
                <a:lnTo>
                  <a:pt x="20590" y="17746"/>
                </a:lnTo>
                <a:lnTo>
                  <a:pt x="20590" y="17874"/>
                </a:lnTo>
                <a:lnTo>
                  <a:pt x="20551" y="17874"/>
                </a:lnTo>
              </a:path>
              <a:path w="21600" h="21600">
                <a:moveTo>
                  <a:pt x="9819" y="17746"/>
                </a:moveTo>
                <a:lnTo>
                  <a:pt x="9857" y="17746"/>
                </a:lnTo>
                <a:lnTo>
                  <a:pt x="9857" y="17874"/>
                </a:lnTo>
                <a:lnTo>
                  <a:pt x="9819" y="17874"/>
                </a:lnTo>
              </a:path>
              <a:path w="21600" h="21600">
                <a:moveTo>
                  <a:pt x="14464" y="17685"/>
                </a:moveTo>
                <a:lnTo>
                  <a:pt x="14500" y="17685"/>
                </a:lnTo>
                <a:lnTo>
                  <a:pt x="14500" y="17804"/>
                </a:lnTo>
                <a:lnTo>
                  <a:pt x="14464" y="17804"/>
                </a:lnTo>
              </a:path>
              <a:path w="21600" h="21600">
                <a:moveTo>
                  <a:pt x="3732" y="17685"/>
                </a:moveTo>
                <a:lnTo>
                  <a:pt x="3768" y="17685"/>
                </a:lnTo>
                <a:lnTo>
                  <a:pt x="3768" y="17804"/>
                </a:lnTo>
                <a:lnTo>
                  <a:pt x="3732" y="17804"/>
                </a:lnTo>
              </a:path>
              <a:path w="21600" h="21600">
                <a:moveTo>
                  <a:pt x="15766" y="17592"/>
                </a:moveTo>
                <a:lnTo>
                  <a:pt x="15783" y="17592"/>
                </a:lnTo>
                <a:lnTo>
                  <a:pt x="15783" y="17649"/>
                </a:lnTo>
                <a:lnTo>
                  <a:pt x="15766" y="17649"/>
                </a:lnTo>
              </a:path>
              <a:path w="21600" h="21600">
                <a:moveTo>
                  <a:pt x="5033" y="17592"/>
                </a:moveTo>
                <a:lnTo>
                  <a:pt x="5050" y="17592"/>
                </a:lnTo>
                <a:lnTo>
                  <a:pt x="5050" y="17649"/>
                </a:lnTo>
                <a:lnTo>
                  <a:pt x="5033" y="17649"/>
                </a:lnTo>
              </a:path>
              <a:path w="21600" h="21600">
                <a:moveTo>
                  <a:pt x="17993" y="17588"/>
                </a:moveTo>
                <a:lnTo>
                  <a:pt x="18022" y="17588"/>
                </a:lnTo>
                <a:lnTo>
                  <a:pt x="18022" y="17684"/>
                </a:lnTo>
                <a:lnTo>
                  <a:pt x="17993" y="17684"/>
                </a:lnTo>
              </a:path>
              <a:path w="21600" h="21600">
                <a:moveTo>
                  <a:pt x="7261" y="17588"/>
                </a:moveTo>
                <a:lnTo>
                  <a:pt x="7290" y="17588"/>
                </a:lnTo>
                <a:lnTo>
                  <a:pt x="7290" y="17684"/>
                </a:lnTo>
                <a:lnTo>
                  <a:pt x="7261" y="17684"/>
                </a:lnTo>
              </a:path>
              <a:path w="21600" h="21600">
                <a:moveTo>
                  <a:pt x="20552" y="17562"/>
                </a:moveTo>
                <a:lnTo>
                  <a:pt x="20589" y="17562"/>
                </a:lnTo>
                <a:lnTo>
                  <a:pt x="20589" y="17686"/>
                </a:lnTo>
                <a:lnTo>
                  <a:pt x="20552" y="17686"/>
                </a:lnTo>
              </a:path>
              <a:path w="21600" h="21600">
                <a:moveTo>
                  <a:pt x="9819" y="17562"/>
                </a:moveTo>
                <a:lnTo>
                  <a:pt x="9856" y="17562"/>
                </a:lnTo>
                <a:lnTo>
                  <a:pt x="9856" y="17686"/>
                </a:lnTo>
                <a:lnTo>
                  <a:pt x="9819" y="17686"/>
                </a:lnTo>
              </a:path>
              <a:path w="21600" h="21600">
                <a:moveTo>
                  <a:pt x="12125" y="17508"/>
                </a:moveTo>
                <a:lnTo>
                  <a:pt x="12138" y="17508"/>
                </a:lnTo>
                <a:lnTo>
                  <a:pt x="12138" y="17553"/>
                </a:lnTo>
                <a:lnTo>
                  <a:pt x="12125" y="17553"/>
                </a:lnTo>
              </a:path>
              <a:path w="21600" h="21600">
                <a:moveTo>
                  <a:pt x="14465" y="17500"/>
                </a:moveTo>
                <a:lnTo>
                  <a:pt x="14500" y="17500"/>
                </a:lnTo>
                <a:lnTo>
                  <a:pt x="14500" y="17616"/>
                </a:lnTo>
                <a:lnTo>
                  <a:pt x="14465" y="17616"/>
                </a:lnTo>
              </a:path>
              <a:path w="21600" h="21600">
                <a:moveTo>
                  <a:pt x="3732" y="17500"/>
                </a:moveTo>
                <a:lnTo>
                  <a:pt x="3767" y="17500"/>
                </a:lnTo>
                <a:lnTo>
                  <a:pt x="3767" y="17616"/>
                </a:lnTo>
                <a:lnTo>
                  <a:pt x="3732" y="17616"/>
                </a:lnTo>
              </a:path>
              <a:path w="21600" h="21600">
                <a:moveTo>
                  <a:pt x="15766" y="17408"/>
                </a:moveTo>
                <a:lnTo>
                  <a:pt x="15782" y="17408"/>
                </a:lnTo>
                <a:lnTo>
                  <a:pt x="15782" y="17461"/>
                </a:lnTo>
                <a:lnTo>
                  <a:pt x="15766" y="17461"/>
                </a:lnTo>
              </a:path>
              <a:path w="21600" h="21600">
                <a:moveTo>
                  <a:pt x="5034" y="17408"/>
                </a:moveTo>
                <a:lnTo>
                  <a:pt x="5050" y="17408"/>
                </a:lnTo>
                <a:lnTo>
                  <a:pt x="5050" y="17461"/>
                </a:lnTo>
                <a:lnTo>
                  <a:pt x="5034" y="17461"/>
                </a:lnTo>
              </a:path>
              <a:path w="21600" h="21600">
                <a:moveTo>
                  <a:pt x="17994" y="17404"/>
                </a:moveTo>
                <a:lnTo>
                  <a:pt x="18022" y="17404"/>
                </a:lnTo>
                <a:lnTo>
                  <a:pt x="18022" y="17496"/>
                </a:lnTo>
                <a:lnTo>
                  <a:pt x="17994" y="17496"/>
                </a:lnTo>
              </a:path>
              <a:path w="21600" h="21600">
                <a:moveTo>
                  <a:pt x="7261" y="17404"/>
                </a:moveTo>
                <a:lnTo>
                  <a:pt x="7289" y="17404"/>
                </a:lnTo>
                <a:lnTo>
                  <a:pt x="7289" y="17496"/>
                </a:lnTo>
                <a:lnTo>
                  <a:pt x="7261" y="17496"/>
                </a:lnTo>
              </a:path>
              <a:path w="21600" h="21600">
                <a:moveTo>
                  <a:pt x="20552" y="17378"/>
                </a:moveTo>
                <a:lnTo>
                  <a:pt x="20588" y="17378"/>
                </a:lnTo>
                <a:lnTo>
                  <a:pt x="20588" y="17498"/>
                </a:lnTo>
                <a:lnTo>
                  <a:pt x="20552" y="17498"/>
                </a:lnTo>
              </a:path>
              <a:path w="21600" h="21600">
                <a:moveTo>
                  <a:pt x="9820" y="17378"/>
                </a:moveTo>
                <a:lnTo>
                  <a:pt x="9856" y="17378"/>
                </a:lnTo>
                <a:lnTo>
                  <a:pt x="9856" y="17498"/>
                </a:lnTo>
                <a:lnTo>
                  <a:pt x="9820" y="17498"/>
                </a:lnTo>
              </a:path>
              <a:path w="21600" h="21600">
                <a:moveTo>
                  <a:pt x="14466" y="17316"/>
                </a:moveTo>
                <a:lnTo>
                  <a:pt x="14499" y="17316"/>
                </a:lnTo>
                <a:lnTo>
                  <a:pt x="14499" y="17428"/>
                </a:lnTo>
                <a:lnTo>
                  <a:pt x="14466" y="17428"/>
                </a:lnTo>
              </a:path>
              <a:path w="21600" h="21600">
                <a:moveTo>
                  <a:pt x="3733" y="17316"/>
                </a:moveTo>
                <a:lnTo>
                  <a:pt x="3767" y="17316"/>
                </a:lnTo>
                <a:lnTo>
                  <a:pt x="3767" y="17428"/>
                </a:lnTo>
                <a:lnTo>
                  <a:pt x="3733" y="17428"/>
                </a:lnTo>
              </a:path>
              <a:path w="21600" h="21600">
                <a:moveTo>
                  <a:pt x="15767" y="17224"/>
                </a:moveTo>
                <a:lnTo>
                  <a:pt x="15782" y="17224"/>
                </a:lnTo>
                <a:lnTo>
                  <a:pt x="15782" y="17273"/>
                </a:lnTo>
                <a:lnTo>
                  <a:pt x="15767" y="17273"/>
                </a:lnTo>
              </a:path>
              <a:path w="21600" h="21600">
                <a:moveTo>
                  <a:pt x="5035" y="17224"/>
                </a:moveTo>
                <a:lnTo>
                  <a:pt x="5049" y="17224"/>
                </a:lnTo>
                <a:lnTo>
                  <a:pt x="5049" y="17273"/>
                </a:lnTo>
                <a:lnTo>
                  <a:pt x="5035" y="17273"/>
                </a:lnTo>
              </a:path>
              <a:path w="21600" h="21600">
                <a:moveTo>
                  <a:pt x="17994" y="17220"/>
                </a:moveTo>
                <a:lnTo>
                  <a:pt x="18021" y="17220"/>
                </a:lnTo>
                <a:lnTo>
                  <a:pt x="18021" y="17308"/>
                </a:lnTo>
                <a:lnTo>
                  <a:pt x="17994" y="17308"/>
                </a:lnTo>
              </a:path>
              <a:path w="21600" h="21600">
                <a:moveTo>
                  <a:pt x="7262" y="17220"/>
                </a:moveTo>
                <a:lnTo>
                  <a:pt x="7288" y="17220"/>
                </a:lnTo>
                <a:lnTo>
                  <a:pt x="7288" y="17308"/>
                </a:lnTo>
                <a:lnTo>
                  <a:pt x="7262" y="17308"/>
                </a:lnTo>
              </a:path>
              <a:path w="21600" h="21600">
                <a:moveTo>
                  <a:pt x="20553" y="17194"/>
                </a:moveTo>
                <a:lnTo>
                  <a:pt x="20588" y="17194"/>
                </a:lnTo>
                <a:lnTo>
                  <a:pt x="20588" y="17310"/>
                </a:lnTo>
                <a:lnTo>
                  <a:pt x="20553" y="17310"/>
                </a:lnTo>
              </a:path>
              <a:path w="21600" h="21600">
                <a:moveTo>
                  <a:pt x="9820" y="17194"/>
                </a:moveTo>
                <a:lnTo>
                  <a:pt x="9855" y="17194"/>
                </a:lnTo>
                <a:lnTo>
                  <a:pt x="9855" y="17310"/>
                </a:lnTo>
                <a:lnTo>
                  <a:pt x="9820" y="17310"/>
                </a:lnTo>
              </a:path>
              <a:path w="21600" h="21600">
                <a:moveTo>
                  <a:pt x="14466" y="17132"/>
                </a:moveTo>
                <a:lnTo>
                  <a:pt x="14499" y="17132"/>
                </a:lnTo>
                <a:lnTo>
                  <a:pt x="14499" y="17240"/>
                </a:lnTo>
                <a:lnTo>
                  <a:pt x="14466" y="17240"/>
                </a:lnTo>
              </a:path>
              <a:path w="21600" h="21600">
                <a:moveTo>
                  <a:pt x="3734" y="17132"/>
                </a:moveTo>
                <a:lnTo>
                  <a:pt x="3766" y="17132"/>
                </a:lnTo>
                <a:lnTo>
                  <a:pt x="3766" y="17240"/>
                </a:lnTo>
                <a:lnTo>
                  <a:pt x="3734" y="17240"/>
                </a:lnTo>
              </a:path>
              <a:path w="21600" h="21600">
                <a:moveTo>
                  <a:pt x="12125" y="17125"/>
                </a:moveTo>
                <a:lnTo>
                  <a:pt x="12138" y="17125"/>
                </a:lnTo>
                <a:lnTo>
                  <a:pt x="12138" y="17166"/>
                </a:lnTo>
                <a:lnTo>
                  <a:pt x="12125" y="17166"/>
                </a:lnTo>
              </a:path>
              <a:path w="21600" h="21600">
                <a:moveTo>
                  <a:pt x="15768" y="17040"/>
                </a:moveTo>
                <a:lnTo>
                  <a:pt x="15781" y="17040"/>
                </a:lnTo>
                <a:lnTo>
                  <a:pt x="15781" y="17085"/>
                </a:lnTo>
                <a:lnTo>
                  <a:pt x="15768" y="17085"/>
                </a:lnTo>
              </a:path>
              <a:path w="21600" h="21600">
                <a:moveTo>
                  <a:pt x="5035" y="17040"/>
                </a:moveTo>
                <a:lnTo>
                  <a:pt x="5049" y="17040"/>
                </a:lnTo>
                <a:lnTo>
                  <a:pt x="5049" y="17085"/>
                </a:lnTo>
                <a:lnTo>
                  <a:pt x="5035" y="17085"/>
                </a:lnTo>
              </a:path>
              <a:path w="21600" h="21600">
                <a:moveTo>
                  <a:pt x="17995" y="17036"/>
                </a:moveTo>
                <a:lnTo>
                  <a:pt x="18020" y="17036"/>
                </a:lnTo>
                <a:lnTo>
                  <a:pt x="18020" y="17120"/>
                </a:lnTo>
                <a:lnTo>
                  <a:pt x="17995" y="17120"/>
                </a:lnTo>
              </a:path>
              <a:path w="21600" h="21600">
                <a:moveTo>
                  <a:pt x="7263" y="17036"/>
                </a:moveTo>
                <a:lnTo>
                  <a:pt x="7288" y="17036"/>
                </a:lnTo>
                <a:lnTo>
                  <a:pt x="7288" y="17120"/>
                </a:lnTo>
                <a:lnTo>
                  <a:pt x="7263" y="17120"/>
                </a:lnTo>
              </a:path>
              <a:path w="21600" h="21600">
                <a:moveTo>
                  <a:pt x="20554" y="17010"/>
                </a:moveTo>
                <a:lnTo>
                  <a:pt x="20587" y="17010"/>
                </a:lnTo>
                <a:lnTo>
                  <a:pt x="20587" y="17122"/>
                </a:lnTo>
                <a:lnTo>
                  <a:pt x="20554" y="17122"/>
                </a:lnTo>
              </a:path>
              <a:path w="21600" h="21600">
                <a:moveTo>
                  <a:pt x="9821" y="17010"/>
                </a:moveTo>
                <a:lnTo>
                  <a:pt x="9855" y="17010"/>
                </a:lnTo>
                <a:lnTo>
                  <a:pt x="9855" y="17122"/>
                </a:lnTo>
                <a:lnTo>
                  <a:pt x="9821" y="17122"/>
                </a:lnTo>
              </a:path>
              <a:path w="21600" h="21600">
                <a:moveTo>
                  <a:pt x="18243" y="16993"/>
                </a:moveTo>
                <a:lnTo>
                  <a:pt x="18267" y="16993"/>
                </a:lnTo>
                <a:lnTo>
                  <a:pt x="18267" y="17071"/>
                </a:lnTo>
                <a:lnTo>
                  <a:pt x="18243" y="17071"/>
                </a:lnTo>
              </a:path>
              <a:path w="21600" h="21600">
                <a:moveTo>
                  <a:pt x="7510" y="16993"/>
                </a:moveTo>
                <a:lnTo>
                  <a:pt x="7534" y="16993"/>
                </a:lnTo>
                <a:lnTo>
                  <a:pt x="7534" y="17071"/>
                </a:lnTo>
                <a:lnTo>
                  <a:pt x="7510" y="17071"/>
                </a:lnTo>
              </a:path>
              <a:path w="21600" h="21600">
                <a:moveTo>
                  <a:pt x="14467" y="16948"/>
                </a:moveTo>
                <a:lnTo>
                  <a:pt x="14498" y="16948"/>
                </a:lnTo>
                <a:lnTo>
                  <a:pt x="14498" y="17052"/>
                </a:lnTo>
                <a:lnTo>
                  <a:pt x="14467" y="17052"/>
                </a:lnTo>
              </a:path>
              <a:path w="21600" h="21600">
                <a:moveTo>
                  <a:pt x="3734" y="16948"/>
                </a:moveTo>
                <a:lnTo>
                  <a:pt x="3766" y="16948"/>
                </a:lnTo>
                <a:lnTo>
                  <a:pt x="3766" y="17052"/>
                </a:lnTo>
                <a:lnTo>
                  <a:pt x="3734" y="17052"/>
                </a:lnTo>
              </a:path>
              <a:path w="21600" h="21600">
                <a:moveTo>
                  <a:pt x="15768" y="16856"/>
                </a:moveTo>
                <a:lnTo>
                  <a:pt x="15781" y="16856"/>
                </a:lnTo>
                <a:lnTo>
                  <a:pt x="15781" y="16897"/>
                </a:lnTo>
                <a:lnTo>
                  <a:pt x="15768" y="16897"/>
                </a:lnTo>
              </a:path>
              <a:path w="21600" h="21600">
                <a:moveTo>
                  <a:pt x="5036" y="16856"/>
                </a:moveTo>
                <a:lnTo>
                  <a:pt x="5048" y="16856"/>
                </a:lnTo>
                <a:lnTo>
                  <a:pt x="5048" y="16897"/>
                </a:lnTo>
                <a:lnTo>
                  <a:pt x="5036" y="16897"/>
                </a:lnTo>
              </a:path>
              <a:path w="21600" h="21600">
                <a:moveTo>
                  <a:pt x="17996" y="16851"/>
                </a:moveTo>
                <a:lnTo>
                  <a:pt x="18020" y="16851"/>
                </a:lnTo>
                <a:lnTo>
                  <a:pt x="18020" y="16932"/>
                </a:lnTo>
                <a:lnTo>
                  <a:pt x="17996" y="16932"/>
                </a:lnTo>
              </a:path>
              <a:path w="21600" h="21600">
                <a:moveTo>
                  <a:pt x="7263" y="16851"/>
                </a:moveTo>
                <a:lnTo>
                  <a:pt x="7287" y="16851"/>
                </a:lnTo>
                <a:lnTo>
                  <a:pt x="7287" y="16932"/>
                </a:lnTo>
                <a:lnTo>
                  <a:pt x="7263" y="16932"/>
                </a:lnTo>
              </a:path>
              <a:path w="21600" h="21600">
                <a:moveTo>
                  <a:pt x="20554" y="16826"/>
                </a:moveTo>
                <a:lnTo>
                  <a:pt x="20587" y="16826"/>
                </a:lnTo>
                <a:lnTo>
                  <a:pt x="20587" y="16934"/>
                </a:lnTo>
                <a:lnTo>
                  <a:pt x="20554" y="16934"/>
                </a:lnTo>
              </a:path>
              <a:path w="21600" h="21600">
                <a:moveTo>
                  <a:pt x="9822" y="16826"/>
                </a:moveTo>
                <a:lnTo>
                  <a:pt x="9854" y="16826"/>
                </a:lnTo>
                <a:lnTo>
                  <a:pt x="9854" y="16934"/>
                </a:lnTo>
                <a:lnTo>
                  <a:pt x="9822" y="16934"/>
                </a:lnTo>
              </a:path>
              <a:path w="21600" h="21600">
                <a:moveTo>
                  <a:pt x="16314" y="16815"/>
                </a:moveTo>
                <a:lnTo>
                  <a:pt x="16338" y="16815"/>
                </a:lnTo>
                <a:lnTo>
                  <a:pt x="16338" y="16894"/>
                </a:lnTo>
                <a:lnTo>
                  <a:pt x="16314" y="16894"/>
                </a:lnTo>
              </a:path>
              <a:path w="21600" h="21600">
                <a:moveTo>
                  <a:pt x="5582" y="16815"/>
                </a:moveTo>
                <a:lnTo>
                  <a:pt x="5605" y="16815"/>
                </a:lnTo>
                <a:lnTo>
                  <a:pt x="5605" y="16894"/>
                </a:lnTo>
                <a:lnTo>
                  <a:pt x="5582" y="16894"/>
                </a:lnTo>
              </a:path>
              <a:path w="21600" h="21600">
                <a:moveTo>
                  <a:pt x="14467" y="16764"/>
                </a:moveTo>
                <a:lnTo>
                  <a:pt x="14497" y="16764"/>
                </a:lnTo>
                <a:lnTo>
                  <a:pt x="14497" y="16864"/>
                </a:lnTo>
                <a:lnTo>
                  <a:pt x="14467" y="16864"/>
                </a:lnTo>
              </a:path>
              <a:path w="21600" h="21600">
                <a:moveTo>
                  <a:pt x="3735" y="16764"/>
                </a:moveTo>
                <a:lnTo>
                  <a:pt x="3765" y="16764"/>
                </a:lnTo>
                <a:lnTo>
                  <a:pt x="3765" y="16864"/>
                </a:lnTo>
                <a:lnTo>
                  <a:pt x="3735" y="16864"/>
                </a:lnTo>
              </a:path>
              <a:path w="21600" h="21600">
                <a:moveTo>
                  <a:pt x="12126" y="16742"/>
                </a:moveTo>
                <a:lnTo>
                  <a:pt x="12137" y="16742"/>
                </a:lnTo>
                <a:lnTo>
                  <a:pt x="12137" y="16779"/>
                </a:lnTo>
                <a:lnTo>
                  <a:pt x="12126" y="16779"/>
                </a:lnTo>
              </a:path>
              <a:path w="21600" h="21600">
                <a:moveTo>
                  <a:pt x="15769" y="16672"/>
                </a:moveTo>
                <a:lnTo>
                  <a:pt x="15780" y="16672"/>
                </a:lnTo>
                <a:lnTo>
                  <a:pt x="15780" y="16709"/>
                </a:lnTo>
                <a:lnTo>
                  <a:pt x="15769" y="16709"/>
                </a:lnTo>
              </a:path>
              <a:path w="21600" h="21600">
                <a:moveTo>
                  <a:pt x="5036" y="16672"/>
                </a:moveTo>
                <a:lnTo>
                  <a:pt x="5047" y="16672"/>
                </a:lnTo>
                <a:lnTo>
                  <a:pt x="5047" y="16709"/>
                </a:lnTo>
                <a:lnTo>
                  <a:pt x="5036" y="16709"/>
                </a:lnTo>
              </a:path>
              <a:path w="21600" h="21600">
                <a:moveTo>
                  <a:pt x="17996" y="16667"/>
                </a:moveTo>
                <a:lnTo>
                  <a:pt x="18019" y="16667"/>
                </a:lnTo>
                <a:lnTo>
                  <a:pt x="18019" y="16744"/>
                </a:lnTo>
                <a:lnTo>
                  <a:pt x="17996" y="16744"/>
                </a:lnTo>
              </a:path>
              <a:path w="21600" h="21600">
                <a:moveTo>
                  <a:pt x="7264" y="16667"/>
                </a:moveTo>
                <a:lnTo>
                  <a:pt x="7287" y="16667"/>
                </a:lnTo>
                <a:lnTo>
                  <a:pt x="7287" y="16744"/>
                </a:lnTo>
                <a:lnTo>
                  <a:pt x="7264" y="16744"/>
                </a:lnTo>
              </a:path>
              <a:path w="21600" h="21600">
                <a:moveTo>
                  <a:pt x="20555" y="16641"/>
                </a:moveTo>
                <a:lnTo>
                  <a:pt x="20586" y="16641"/>
                </a:lnTo>
                <a:lnTo>
                  <a:pt x="20586" y="16745"/>
                </a:lnTo>
                <a:lnTo>
                  <a:pt x="20555" y="16745"/>
                </a:lnTo>
              </a:path>
              <a:path w="21600" h="21600">
                <a:moveTo>
                  <a:pt x="9822" y="16641"/>
                </a:moveTo>
                <a:lnTo>
                  <a:pt x="9854" y="16641"/>
                </a:lnTo>
                <a:lnTo>
                  <a:pt x="9854" y="16745"/>
                </a:lnTo>
                <a:lnTo>
                  <a:pt x="9822" y="16745"/>
                </a:lnTo>
              </a:path>
              <a:path w="21600" h="21600">
                <a:moveTo>
                  <a:pt x="18243" y="16640"/>
                </a:moveTo>
                <a:lnTo>
                  <a:pt x="18266" y="16640"/>
                </a:lnTo>
                <a:lnTo>
                  <a:pt x="18266" y="16718"/>
                </a:lnTo>
                <a:lnTo>
                  <a:pt x="18243" y="16718"/>
                </a:lnTo>
              </a:path>
              <a:path w="21600" h="21600">
                <a:moveTo>
                  <a:pt x="7511" y="16640"/>
                </a:moveTo>
                <a:lnTo>
                  <a:pt x="7534" y="16640"/>
                </a:lnTo>
                <a:lnTo>
                  <a:pt x="7534" y="16718"/>
                </a:lnTo>
                <a:lnTo>
                  <a:pt x="7511" y="16718"/>
                </a:lnTo>
              </a:path>
              <a:path w="21600" h="21600">
                <a:moveTo>
                  <a:pt x="14468" y="16579"/>
                </a:moveTo>
                <a:lnTo>
                  <a:pt x="14497" y="16579"/>
                </a:lnTo>
                <a:lnTo>
                  <a:pt x="14497" y="16676"/>
                </a:lnTo>
                <a:lnTo>
                  <a:pt x="14468" y="16676"/>
                </a:lnTo>
              </a:path>
              <a:path w="21600" h="21600">
                <a:moveTo>
                  <a:pt x="3735" y="16579"/>
                </a:moveTo>
                <a:lnTo>
                  <a:pt x="3764" y="16579"/>
                </a:lnTo>
                <a:lnTo>
                  <a:pt x="3764" y="16676"/>
                </a:lnTo>
                <a:lnTo>
                  <a:pt x="3735" y="16676"/>
                </a:lnTo>
              </a:path>
              <a:path w="21600" h="21600">
                <a:moveTo>
                  <a:pt x="15769" y="16487"/>
                </a:moveTo>
                <a:lnTo>
                  <a:pt x="15779" y="16487"/>
                </a:lnTo>
                <a:lnTo>
                  <a:pt x="15779" y="16521"/>
                </a:lnTo>
                <a:lnTo>
                  <a:pt x="15769" y="16521"/>
                </a:lnTo>
              </a:path>
              <a:path w="21600" h="21600">
                <a:moveTo>
                  <a:pt x="5037" y="16487"/>
                </a:moveTo>
                <a:lnTo>
                  <a:pt x="5047" y="16487"/>
                </a:lnTo>
                <a:lnTo>
                  <a:pt x="5047" y="16521"/>
                </a:lnTo>
                <a:lnTo>
                  <a:pt x="5037" y="16521"/>
                </a:lnTo>
              </a:path>
              <a:path w="21600" h="21600">
                <a:moveTo>
                  <a:pt x="17997" y="16483"/>
                </a:moveTo>
                <a:lnTo>
                  <a:pt x="18019" y="16483"/>
                </a:lnTo>
                <a:lnTo>
                  <a:pt x="18019" y="16556"/>
                </a:lnTo>
                <a:lnTo>
                  <a:pt x="17997" y="16556"/>
                </a:lnTo>
              </a:path>
              <a:path w="21600" h="21600">
                <a:moveTo>
                  <a:pt x="7264" y="16483"/>
                </a:moveTo>
                <a:lnTo>
                  <a:pt x="7286" y="16483"/>
                </a:lnTo>
                <a:lnTo>
                  <a:pt x="7286" y="16556"/>
                </a:lnTo>
                <a:lnTo>
                  <a:pt x="7264" y="16556"/>
                </a:lnTo>
              </a:path>
              <a:path w="21600" h="21600">
                <a:moveTo>
                  <a:pt x="12086" y="16469"/>
                </a:moveTo>
                <a:lnTo>
                  <a:pt x="12109" y="16469"/>
                </a:lnTo>
                <a:lnTo>
                  <a:pt x="12109" y="16548"/>
                </a:lnTo>
                <a:lnTo>
                  <a:pt x="12086" y="16548"/>
                </a:lnTo>
              </a:path>
              <a:path w="21600" h="21600">
                <a:moveTo>
                  <a:pt x="16314" y="16462"/>
                </a:moveTo>
                <a:lnTo>
                  <a:pt x="16337" y="16462"/>
                </a:lnTo>
                <a:lnTo>
                  <a:pt x="16337" y="16540"/>
                </a:lnTo>
                <a:lnTo>
                  <a:pt x="16314" y="16540"/>
                </a:lnTo>
              </a:path>
              <a:path w="21600" h="21600">
                <a:moveTo>
                  <a:pt x="5582" y="16462"/>
                </a:moveTo>
                <a:lnTo>
                  <a:pt x="5605" y="16462"/>
                </a:lnTo>
                <a:lnTo>
                  <a:pt x="5605" y="16540"/>
                </a:lnTo>
                <a:lnTo>
                  <a:pt x="5582" y="16540"/>
                </a:lnTo>
              </a:path>
              <a:path w="21600" h="21600">
                <a:moveTo>
                  <a:pt x="20555" y="16457"/>
                </a:moveTo>
                <a:lnTo>
                  <a:pt x="20586" y="16457"/>
                </a:lnTo>
                <a:lnTo>
                  <a:pt x="20586" y="16557"/>
                </a:lnTo>
                <a:lnTo>
                  <a:pt x="20555" y="16557"/>
                </a:lnTo>
              </a:path>
              <a:path w="21600" h="21600">
                <a:moveTo>
                  <a:pt x="9823" y="16457"/>
                </a:moveTo>
                <a:lnTo>
                  <a:pt x="9853" y="16457"/>
                </a:lnTo>
                <a:lnTo>
                  <a:pt x="9853" y="16557"/>
                </a:lnTo>
                <a:lnTo>
                  <a:pt x="9823" y="16557"/>
                </a:lnTo>
              </a:path>
              <a:path w="21600" h="21600">
                <a:moveTo>
                  <a:pt x="14468" y="16395"/>
                </a:moveTo>
                <a:lnTo>
                  <a:pt x="14496" y="16395"/>
                </a:lnTo>
                <a:lnTo>
                  <a:pt x="14496" y="16488"/>
                </a:lnTo>
                <a:lnTo>
                  <a:pt x="14468" y="16488"/>
                </a:lnTo>
              </a:path>
              <a:path w="21600" h="21600">
                <a:moveTo>
                  <a:pt x="3736" y="16395"/>
                </a:moveTo>
                <a:lnTo>
                  <a:pt x="3764" y="16395"/>
                </a:lnTo>
                <a:lnTo>
                  <a:pt x="3764" y="16488"/>
                </a:lnTo>
                <a:lnTo>
                  <a:pt x="3736" y="16488"/>
                </a:lnTo>
              </a:path>
              <a:path w="21600" h="21600">
                <a:moveTo>
                  <a:pt x="12126" y="16359"/>
                </a:moveTo>
                <a:lnTo>
                  <a:pt x="12136" y="16359"/>
                </a:lnTo>
                <a:lnTo>
                  <a:pt x="12136" y="16393"/>
                </a:lnTo>
                <a:lnTo>
                  <a:pt x="12126" y="16393"/>
                </a:lnTo>
              </a:path>
              <a:path w="21600" h="21600">
                <a:moveTo>
                  <a:pt x="15770" y="16303"/>
                </a:moveTo>
                <a:lnTo>
                  <a:pt x="15779" y="16303"/>
                </a:lnTo>
                <a:lnTo>
                  <a:pt x="15779" y="16332"/>
                </a:lnTo>
                <a:lnTo>
                  <a:pt x="15770" y="16332"/>
                </a:lnTo>
              </a:path>
              <a:path w="21600" h="21600">
                <a:moveTo>
                  <a:pt x="5037" y="16303"/>
                </a:moveTo>
                <a:lnTo>
                  <a:pt x="5046" y="16303"/>
                </a:lnTo>
                <a:lnTo>
                  <a:pt x="5046" y="16332"/>
                </a:lnTo>
                <a:lnTo>
                  <a:pt x="5037" y="16332"/>
                </a:lnTo>
              </a:path>
              <a:path w="21600" h="21600">
                <a:moveTo>
                  <a:pt x="17997" y="16299"/>
                </a:moveTo>
                <a:lnTo>
                  <a:pt x="18018" y="16299"/>
                </a:lnTo>
                <a:lnTo>
                  <a:pt x="18018" y="16368"/>
                </a:lnTo>
                <a:lnTo>
                  <a:pt x="17997" y="16368"/>
                </a:lnTo>
              </a:path>
              <a:path w="21600" h="21600">
                <a:moveTo>
                  <a:pt x="7265" y="16299"/>
                </a:moveTo>
                <a:lnTo>
                  <a:pt x="7285" y="16299"/>
                </a:lnTo>
                <a:lnTo>
                  <a:pt x="7285" y="16368"/>
                </a:lnTo>
                <a:lnTo>
                  <a:pt x="7265" y="16368"/>
                </a:lnTo>
              </a:path>
              <a:path w="21600" h="21600">
                <a:moveTo>
                  <a:pt x="18243" y="16288"/>
                </a:moveTo>
                <a:lnTo>
                  <a:pt x="18266" y="16288"/>
                </a:lnTo>
                <a:lnTo>
                  <a:pt x="18266" y="16364"/>
                </a:lnTo>
                <a:lnTo>
                  <a:pt x="18243" y="16364"/>
                </a:lnTo>
              </a:path>
              <a:path w="21600" h="21600">
                <a:moveTo>
                  <a:pt x="7511" y="16288"/>
                </a:moveTo>
                <a:lnTo>
                  <a:pt x="7534" y="16288"/>
                </a:lnTo>
                <a:lnTo>
                  <a:pt x="7534" y="16364"/>
                </a:lnTo>
                <a:lnTo>
                  <a:pt x="7511" y="16364"/>
                </a:lnTo>
              </a:path>
              <a:path w="21600" h="21600">
                <a:moveTo>
                  <a:pt x="20556" y="16273"/>
                </a:moveTo>
                <a:lnTo>
                  <a:pt x="20585" y="16273"/>
                </a:lnTo>
                <a:lnTo>
                  <a:pt x="20585" y="16369"/>
                </a:lnTo>
                <a:lnTo>
                  <a:pt x="20556" y="16369"/>
                </a:lnTo>
              </a:path>
              <a:path w="21600" h="21600">
                <a:moveTo>
                  <a:pt x="9823" y="16273"/>
                </a:moveTo>
                <a:lnTo>
                  <a:pt x="9852" y="16273"/>
                </a:lnTo>
                <a:lnTo>
                  <a:pt x="9852" y="16369"/>
                </a:lnTo>
                <a:lnTo>
                  <a:pt x="9823" y="16369"/>
                </a:lnTo>
              </a:path>
              <a:path w="21600" h="21600">
                <a:moveTo>
                  <a:pt x="14469" y="16211"/>
                </a:moveTo>
                <a:lnTo>
                  <a:pt x="14496" y="16211"/>
                </a:lnTo>
                <a:lnTo>
                  <a:pt x="14496" y="16300"/>
                </a:lnTo>
                <a:lnTo>
                  <a:pt x="14469" y="16300"/>
                </a:lnTo>
              </a:path>
              <a:path w="21600" h="21600">
                <a:moveTo>
                  <a:pt x="3737" y="16211"/>
                </a:moveTo>
                <a:lnTo>
                  <a:pt x="3763" y="16211"/>
                </a:lnTo>
                <a:lnTo>
                  <a:pt x="3763" y="16300"/>
                </a:lnTo>
                <a:lnTo>
                  <a:pt x="3737" y="16300"/>
                </a:lnTo>
              </a:path>
              <a:path w="21600" h="21600">
                <a:moveTo>
                  <a:pt x="15771" y="16119"/>
                </a:moveTo>
                <a:lnTo>
                  <a:pt x="15778" y="16119"/>
                </a:lnTo>
                <a:lnTo>
                  <a:pt x="15778" y="16144"/>
                </a:lnTo>
                <a:lnTo>
                  <a:pt x="15771" y="16144"/>
                </a:lnTo>
              </a:path>
              <a:path w="21600" h="21600">
                <a:moveTo>
                  <a:pt x="5038" y="16119"/>
                </a:moveTo>
                <a:lnTo>
                  <a:pt x="5046" y="16119"/>
                </a:lnTo>
                <a:lnTo>
                  <a:pt x="5046" y="16144"/>
                </a:lnTo>
                <a:lnTo>
                  <a:pt x="5038" y="16144"/>
                </a:lnTo>
              </a:path>
              <a:path w="21600" h="21600">
                <a:moveTo>
                  <a:pt x="12086" y="16117"/>
                </a:moveTo>
                <a:lnTo>
                  <a:pt x="12109" y="16117"/>
                </a:lnTo>
                <a:lnTo>
                  <a:pt x="12109" y="16194"/>
                </a:lnTo>
                <a:lnTo>
                  <a:pt x="12086" y="16194"/>
                </a:lnTo>
              </a:path>
              <a:path w="21600" h="21600">
                <a:moveTo>
                  <a:pt x="17998" y="16115"/>
                </a:moveTo>
                <a:lnTo>
                  <a:pt x="18017" y="16115"/>
                </a:lnTo>
                <a:lnTo>
                  <a:pt x="18017" y="16180"/>
                </a:lnTo>
                <a:lnTo>
                  <a:pt x="17998" y="16180"/>
                </a:lnTo>
              </a:path>
              <a:path w="21600" h="21600">
                <a:moveTo>
                  <a:pt x="7266" y="16115"/>
                </a:moveTo>
                <a:lnTo>
                  <a:pt x="7285" y="16115"/>
                </a:lnTo>
                <a:lnTo>
                  <a:pt x="7285" y="16180"/>
                </a:lnTo>
                <a:lnTo>
                  <a:pt x="7266" y="16180"/>
                </a:lnTo>
              </a:path>
              <a:path w="21600" h="21600">
                <a:moveTo>
                  <a:pt x="16314" y="16110"/>
                </a:moveTo>
                <a:lnTo>
                  <a:pt x="16337" y="16110"/>
                </a:lnTo>
                <a:lnTo>
                  <a:pt x="16337" y="16186"/>
                </a:lnTo>
                <a:lnTo>
                  <a:pt x="16314" y="16186"/>
                </a:lnTo>
              </a:path>
              <a:path w="21600" h="21600">
                <a:moveTo>
                  <a:pt x="5582" y="16110"/>
                </a:moveTo>
                <a:lnTo>
                  <a:pt x="5605" y="16110"/>
                </a:lnTo>
                <a:lnTo>
                  <a:pt x="5605" y="16186"/>
                </a:lnTo>
                <a:lnTo>
                  <a:pt x="5582" y="16186"/>
                </a:lnTo>
              </a:path>
              <a:path w="21600" h="21600">
                <a:moveTo>
                  <a:pt x="20557" y="16089"/>
                </a:moveTo>
                <a:lnTo>
                  <a:pt x="20584" y="16089"/>
                </a:lnTo>
                <a:lnTo>
                  <a:pt x="20584" y="16181"/>
                </a:lnTo>
                <a:lnTo>
                  <a:pt x="20557" y="16181"/>
                </a:lnTo>
              </a:path>
              <a:path w="21600" h="21600">
                <a:moveTo>
                  <a:pt x="9824" y="16089"/>
                </a:moveTo>
                <a:lnTo>
                  <a:pt x="9852" y="16089"/>
                </a:lnTo>
                <a:lnTo>
                  <a:pt x="9852" y="16181"/>
                </a:lnTo>
                <a:lnTo>
                  <a:pt x="9824" y="16181"/>
                </a:lnTo>
              </a:path>
              <a:path w="21600" h="21600">
                <a:moveTo>
                  <a:pt x="14470" y="16027"/>
                </a:moveTo>
                <a:lnTo>
                  <a:pt x="14495" y="16027"/>
                </a:lnTo>
                <a:lnTo>
                  <a:pt x="14495" y="16111"/>
                </a:lnTo>
                <a:lnTo>
                  <a:pt x="14470" y="16111"/>
                </a:lnTo>
              </a:path>
              <a:path w="21600" h="21600">
                <a:moveTo>
                  <a:pt x="3737" y="16027"/>
                </a:moveTo>
                <a:lnTo>
                  <a:pt x="3763" y="16027"/>
                </a:lnTo>
                <a:lnTo>
                  <a:pt x="3763" y="16111"/>
                </a:lnTo>
                <a:lnTo>
                  <a:pt x="3737" y="16111"/>
                </a:lnTo>
              </a:path>
              <a:path w="21600" h="21600">
                <a:moveTo>
                  <a:pt x="12127" y="15977"/>
                </a:moveTo>
                <a:lnTo>
                  <a:pt x="12136" y="15977"/>
                </a:lnTo>
                <a:lnTo>
                  <a:pt x="12136" y="16006"/>
                </a:lnTo>
                <a:lnTo>
                  <a:pt x="12127" y="16006"/>
                </a:lnTo>
              </a:path>
              <a:path w="21600" h="21600">
                <a:moveTo>
                  <a:pt x="18244" y="15935"/>
                </a:moveTo>
                <a:lnTo>
                  <a:pt x="18266" y="15935"/>
                </a:lnTo>
                <a:lnTo>
                  <a:pt x="18266" y="16010"/>
                </a:lnTo>
                <a:lnTo>
                  <a:pt x="18244" y="16010"/>
                </a:lnTo>
              </a:path>
              <a:path w="21600" h="21600">
                <a:moveTo>
                  <a:pt x="7511" y="15935"/>
                </a:moveTo>
                <a:lnTo>
                  <a:pt x="7533" y="15935"/>
                </a:lnTo>
                <a:lnTo>
                  <a:pt x="7533" y="16010"/>
                </a:lnTo>
                <a:lnTo>
                  <a:pt x="7511" y="16010"/>
                </a:lnTo>
              </a:path>
              <a:path w="21600" h="21600">
                <a:moveTo>
                  <a:pt x="15771" y="15935"/>
                </a:moveTo>
                <a:lnTo>
                  <a:pt x="15777" y="15935"/>
                </a:lnTo>
                <a:lnTo>
                  <a:pt x="15777" y="15956"/>
                </a:lnTo>
                <a:lnTo>
                  <a:pt x="15771" y="15956"/>
                </a:lnTo>
              </a:path>
              <a:path w="21600" h="21600">
                <a:moveTo>
                  <a:pt x="5039" y="15935"/>
                </a:moveTo>
                <a:lnTo>
                  <a:pt x="5045" y="15935"/>
                </a:lnTo>
                <a:lnTo>
                  <a:pt x="5045" y="15956"/>
                </a:lnTo>
                <a:lnTo>
                  <a:pt x="5039" y="15956"/>
                </a:lnTo>
              </a:path>
              <a:path w="21600" h="21600">
                <a:moveTo>
                  <a:pt x="17999" y="15931"/>
                </a:moveTo>
                <a:lnTo>
                  <a:pt x="18017" y="15931"/>
                </a:lnTo>
                <a:lnTo>
                  <a:pt x="18017" y="15991"/>
                </a:lnTo>
                <a:lnTo>
                  <a:pt x="17999" y="15991"/>
                </a:lnTo>
              </a:path>
              <a:path w="21600" h="21600">
                <a:moveTo>
                  <a:pt x="7266" y="15931"/>
                </a:moveTo>
                <a:lnTo>
                  <a:pt x="7284" y="15931"/>
                </a:lnTo>
                <a:lnTo>
                  <a:pt x="7284" y="15991"/>
                </a:lnTo>
                <a:lnTo>
                  <a:pt x="7266" y="15991"/>
                </a:lnTo>
              </a:path>
              <a:path w="21600" h="21600">
                <a:moveTo>
                  <a:pt x="20557" y="15905"/>
                </a:moveTo>
                <a:lnTo>
                  <a:pt x="20584" y="15905"/>
                </a:lnTo>
                <a:lnTo>
                  <a:pt x="20584" y="15993"/>
                </a:lnTo>
                <a:lnTo>
                  <a:pt x="20557" y="15993"/>
                </a:lnTo>
              </a:path>
              <a:path w="21600" h="21600">
                <a:moveTo>
                  <a:pt x="9825" y="15905"/>
                </a:moveTo>
                <a:lnTo>
                  <a:pt x="9851" y="15905"/>
                </a:lnTo>
                <a:lnTo>
                  <a:pt x="9851" y="15993"/>
                </a:lnTo>
                <a:lnTo>
                  <a:pt x="9825" y="15993"/>
                </a:lnTo>
              </a:path>
              <a:path w="21600" h="21600">
                <a:moveTo>
                  <a:pt x="14470" y="15843"/>
                </a:moveTo>
                <a:lnTo>
                  <a:pt x="14494" y="15843"/>
                </a:lnTo>
                <a:lnTo>
                  <a:pt x="14494" y="15923"/>
                </a:lnTo>
                <a:lnTo>
                  <a:pt x="14470" y="15923"/>
                </a:lnTo>
              </a:path>
              <a:path w="21600" h="21600">
                <a:moveTo>
                  <a:pt x="3738" y="15843"/>
                </a:moveTo>
                <a:lnTo>
                  <a:pt x="3762" y="15843"/>
                </a:lnTo>
                <a:lnTo>
                  <a:pt x="3762" y="15923"/>
                </a:lnTo>
                <a:lnTo>
                  <a:pt x="3738" y="15923"/>
                </a:lnTo>
              </a:path>
              <a:path w="21600" h="21600">
                <a:moveTo>
                  <a:pt x="12086" y="15764"/>
                </a:moveTo>
                <a:lnTo>
                  <a:pt x="12109" y="15764"/>
                </a:lnTo>
                <a:lnTo>
                  <a:pt x="12109" y="15840"/>
                </a:lnTo>
                <a:lnTo>
                  <a:pt x="12086" y="15840"/>
                </a:lnTo>
              </a:path>
              <a:path w="21600" h="21600">
                <a:moveTo>
                  <a:pt x="16315" y="15758"/>
                </a:moveTo>
                <a:lnTo>
                  <a:pt x="16337" y="15758"/>
                </a:lnTo>
                <a:lnTo>
                  <a:pt x="16337" y="15832"/>
                </a:lnTo>
                <a:lnTo>
                  <a:pt x="16315" y="15832"/>
                </a:lnTo>
              </a:path>
              <a:path w="21600" h="21600">
                <a:moveTo>
                  <a:pt x="5582" y="15758"/>
                </a:moveTo>
                <a:lnTo>
                  <a:pt x="5605" y="15758"/>
                </a:lnTo>
                <a:lnTo>
                  <a:pt x="5605" y="15832"/>
                </a:lnTo>
                <a:lnTo>
                  <a:pt x="5582" y="15832"/>
                </a:lnTo>
              </a:path>
              <a:path w="21600" h="21600">
                <a:moveTo>
                  <a:pt x="15772" y="15751"/>
                </a:moveTo>
                <a:lnTo>
                  <a:pt x="15777" y="15751"/>
                </a:lnTo>
                <a:lnTo>
                  <a:pt x="15777" y="15768"/>
                </a:lnTo>
                <a:lnTo>
                  <a:pt x="15772" y="15768"/>
                </a:lnTo>
              </a:path>
              <a:path w="21600" h="21600">
                <a:moveTo>
                  <a:pt x="5039" y="15751"/>
                </a:moveTo>
                <a:lnTo>
                  <a:pt x="5044" y="15751"/>
                </a:lnTo>
                <a:lnTo>
                  <a:pt x="5044" y="15768"/>
                </a:lnTo>
                <a:lnTo>
                  <a:pt x="5039" y="15768"/>
                </a:lnTo>
              </a:path>
              <a:path w="21600" h="21600">
                <a:moveTo>
                  <a:pt x="17999" y="15746"/>
                </a:moveTo>
                <a:lnTo>
                  <a:pt x="18016" y="15746"/>
                </a:lnTo>
                <a:lnTo>
                  <a:pt x="18016" y="15803"/>
                </a:lnTo>
                <a:lnTo>
                  <a:pt x="17999" y="15803"/>
                </a:lnTo>
              </a:path>
              <a:path w="21600" h="21600">
                <a:moveTo>
                  <a:pt x="7267" y="15746"/>
                </a:moveTo>
                <a:lnTo>
                  <a:pt x="7284" y="15746"/>
                </a:lnTo>
                <a:lnTo>
                  <a:pt x="7284" y="15803"/>
                </a:lnTo>
                <a:lnTo>
                  <a:pt x="7267" y="15803"/>
                </a:lnTo>
              </a:path>
              <a:path w="21600" h="21600">
                <a:moveTo>
                  <a:pt x="20558" y="15721"/>
                </a:moveTo>
                <a:lnTo>
                  <a:pt x="20583" y="15721"/>
                </a:lnTo>
                <a:lnTo>
                  <a:pt x="20583" y="15805"/>
                </a:lnTo>
                <a:lnTo>
                  <a:pt x="20558" y="15805"/>
                </a:lnTo>
              </a:path>
              <a:path w="21600" h="21600">
                <a:moveTo>
                  <a:pt x="9825" y="15721"/>
                </a:moveTo>
                <a:lnTo>
                  <a:pt x="9851" y="15721"/>
                </a:lnTo>
                <a:lnTo>
                  <a:pt x="9851" y="15805"/>
                </a:lnTo>
                <a:lnTo>
                  <a:pt x="9825" y="15805"/>
                </a:lnTo>
              </a:path>
              <a:path w="21600" h="21600">
                <a:moveTo>
                  <a:pt x="14471" y="15659"/>
                </a:moveTo>
                <a:lnTo>
                  <a:pt x="14494" y="15659"/>
                </a:lnTo>
                <a:lnTo>
                  <a:pt x="14494" y="15735"/>
                </a:lnTo>
                <a:lnTo>
                  <a:pt x="14471" y="15735"/>
                </a:lnTo>
              </a:path>
              <a:path w="21600" h="21600">
                <a:moveTo>
                  <a:pt x="3738" y="15659"/>
                </a:moveTo>
                <a:lnTo>
                  <a:pt x="3761" y="15659"/>
                </a:lnTo>
                <a:lnTo>
                  <a:pt x="3761" y="15735"/>
                </a:lnTo>
                <a:lnTo>
                  <a:pt x="3738" y="15735"/>
                </a:lnTo>
              </a:path>
              <a:path w="21600" h="21600">
                <a:moveTo>
                  <a:pt x="12128" y="15594"/>
                </a:moveTo>
                <a:lnTo>
                  <a:pt x="12135" y="15594"/>
                </a:lnTo>
                <a:lnTo>
                  <a:pt x="12135" y="15619"/>
                </a:lnTo>
                <a:lnTo>
                  <a:pt x="12128" y="15619"/>
                </a:lnTo>
              </a:path>
              <a:path w="21600" h="21600">
                <a:moveTo>
                  <a:pt x="18244" y="15583"/>
                </a:moveTo>
                <a:lnTo>
                  <a:pt x="18266" y="15583"/>
                </a:lnTo>
                <a:lnTo>
                  <a:pt x="18266" y="15656"/>
                </a:lnTo>
                <a:lnTo>
                  <a:pt x="18244" y="15656"/>
                </a:lnTo>
              </a:path>
              <a:path w="21600" h="21600">
                <a:moveTo>
                  <a:pt x="7511" y="15583"/>
                </a:moveTo>
                <a:lnTo>
                  <a:pt x="7533" y="15583"/>
                </a:lnTo>
                <a:lnTo>
                  <a:pt x="7533" y="15656"/>
                </a:lnTo>
                <a:lnTo>
                  <a:pt x="7511" y="15656"/>
                </a:lnTo>
              </a:path>
              <a:path w="21600" h="21600">
                <a:moveTo>
                  <a:pt x="18000" y="15562"/>
                </a:moveTo>
                <a:lnTo>
                  <a:pt x="18016" y="15562"/>
                </a:lnTo>
                <a:lnTo>
                  <a:pt x="18016" y="15615"/>
                </a:lnTo>
                <a:lnTo>
                  <a:pt x="18000" y="15615"/>
                </a:lnTo>
              </a:path>
              <a:path w="21600" h="21600">
                <a:moveTo>
                  <a:pt x="7267" y="15562"/>
                </a:moveTo>
                <a:lnTo>
                  <a:pt x="7283" y="15562"/>
                </a:lnTo>
                <a:lnTo>
                  <a:pt x="7283" y="15615"/>
                </a:lnTo>
                <a:lnTo>
                  <a:pt x="7267" y="15615"/>
                </a:lnTo>
              </a:path>
              <a:path w="21600" h="21600">
                <a:moveTo>
                  <a:pt x="20558" y="15537"/>
                </a:moveTo>
                <a:lnTo>
                  <a:pt x="20582" y="15537"/>
                </a:lnTo>
                <a:lnTo>
                  <a:pt x="20582" y="15617"/>
                </a:lnTo>
                <a:lnTo>
                  <a:pt x="20558" y="15617"/>
                </a:lnTo>
              </a:path>
              <a:path w="21600" h="21600">
                <a:moveTo>
                  <a:pt x="9826" y="15537"/>
                </a:moveTo>
                <a:lnTo>
                  <a:pt x="9850" y="15537"/>
                </a:lnTo>
                <a:lnTo>
                  <a:pt x="9850" y="15617"/>
                </a:lnTo>
                <a:lnTo>
                  <a:pt x="9826" y="15617"/>
                </a:lnTo>
              </a:path>
              <a:path w="21600" h="21600">
                <a:moveTo>
                  <a:pt x="14471" y="15474"/>
                </a:moveTo>
                <a:lnTo>
                  <a:pt x="14493" y="15474"/>
                </a:lnTo>
                <a:lnTo>
                  <a:pt x="14493" y="15547"/>
                </a:lnTo>
                <a:lnTo>
                  <a:pt x="14471" y="15547"/>
                </a:lnTo>
              </a:path>
              <a:path w="21600" h="21600">
                <a:moveTo>
                  <a:pt x="3739" y="15474"/>
                </a:moveTo>
                <a:lnTo>
                  <a:pt x="3761" y="15474"/>
                </a:lnTo>
                <a:lnTo>
                  <a:pt x="3761" y="15547"/>
                </a:lnTo>
                <a:lnTo>
                  <a:pt x="3739" y="15547"/>
                </a:lnTo>
              </a:path>
              <a:path w="21600" h="21600">
                <a:moveTo>
                  <a:pt x="12086" y="15412"/>
                </a:moveTo>
                <a:lnTo>
                  <a:pt x="12109" y="15412"/>
                </a:lnTo>
                <a:lnTo>
                  <a:pt x="12109" y="15486"/>
                </a:lnTo>
                <a:lnTo>
                  <a:pt x="12086" y="15486"/>
                </a:lnTo>
              </a:path>
              <a:path w="21600" h="21600">
                <a:moveTo>
                  <a:pt x="16315" y="15405"/>
                </a:moveTo>
                <a:lnTo>
                  <a:pt x="16337" y="15405"/>
                </a:lnTo>
                <a:lnTo>
                  <a:pt x="16337" y="15478"/>
                </a:lnTo>
                <a:lnTo>
                  <a:pt x="16315" y="15478"/>
                </a:lnTo>
              </a:path>
              <a:path w="21600" h="21600">
                <a:moveTo>
                  <a:pt x="5582" y="15405"/>
                </a:moveTo>
                <a:lnTo>
                  <a:pt x="5604" y="15405"/>
                </a:lnTo>
                <a:lnTo>
                  <a:pt x="5604" y="15478"/>
                </a:lnTo>
                <a:lnTo>
                  <a:pt x="5582" y="15478"/>
                </a:lnTo>
              </a:path>
              <a:path w="21600" h="21600">
                <a:moveTo>
                  <a:pt x="18000" y="15378"/>
                </a:moveTo>
                <a:lnTo>
                  <a:pt x="18015" y="15378"/>
                </a:lnTo>
                <a:lnTo>
                  <a:pt x="18015" y="15427"/>
                </a:lnTo>
                <a:lnTo>
                  <a:pt x="18000" y="15427"/>
                </a:lnTo>
              </a:path>
              <a:path w="21600" h="21600">
                <a:moveTo>
                  <a:pt x="7268" y="15378"/>
                </a:moveTo>
                <a:lnTo>
                  <a:pt x="7283" y="15378"/>
                </a:lnTo>
                <a:lnTo>
                  <a:pt x="7283" y="15427"/>
                </a:lnTo>
                <a:lnTo>
                  <a:pt x="7268" y="15427"/>
                </a:lnTo>
              </a:path>
              <a:path w="21600" h="21600">
                <a:moveTo>
                  <a:pt x="20559" y="15352"/>
                </a:moveTo>
                <a:lnTo>
                  <a:pt x="20582" y="15352"/>
                </a:lnTo>
                <a:lnTo>
                  <a:pt x="20582" y="15429"/>
                </a:lnTo>
                <a:lnTo>
                  <a:pt x="20559" y="15429"/>
                </a:lnTo>
              </a:path>
              <a:path w="21600" h="21600">
                <a:moveTo>
                  <a:pt x="9826" y="15352"/>
                </a:moveTo>
                <a:lnTo>
                  <a:pt x="9849" y="15352"/>
                </a:lnTo>
                <a:lnTo>
                  <a:pt x="9849" y="15429"/>
                </a:lnTo>
                <a:lnTo>
                  <a:pt x="9826" y="15429"/>
                </a:lnTo>
              </a:path>
              <a:path w="21600" h="21600">
                <a:moveTo>
                  <a:pt x="14472" y="15290"/>
                </a:moveTo>
                <a:lnTo>
                  <a:pt x="14493" y="15290"/>
                </a:lnTo>
                <a:lnTo>
                  <a:pt x="14493" y="15359"/>
                </a:lnTo>
                <a:lnTo>
                  <a:pt x="14472" y="15359"/>
                </a:lnTo>
              </a:path>
              <a:path w="21600" h="21600">
                <a:moveTo>
                  <a:pt x="3740" y="15290"/>
                </a:moveTo>
                <a:lnTo>
                  <a:pt x="3760" y="15290"/>
                </a:lnTo>
                <a:lnTo>
                  <a:pt x="3760" y="15359"/>
                </a:lnTo>
                <a:lnTo>
                  <a:pt x="3740" y="15359"/>
                </a:lnTo>
              </a:path>
              <a:path w="21600" h="21600">
                <a:moveTo>
                  <a:pt x="13374" y="15240"/>
                </a:moveTo>
                <a:lnTo>
                  <a:pt x="13398" y="15240"/>
                </a:lnTo>
                <a:lnTo>
                  <a:pt x="13398" y="15318"/>
                </a:lnTo>
                <a:lnTo>
                  <a:pt x="13374" y="15318"/>
                </a:lnTo>
              </a:path>
              <a:path w="21600" h="21600">
                <a:moveTo>
                  <a:pt x="2642" y="15240"/>
                </a:moveTo>
                <a:lnTo>
                  <a:pt x="2666" y="15240"/>
                </a:lnTo>
                <a:lnTo>
                  <a:pt x="2666" y="15318"/>
                </a:lnTo>
                <a:lnTo>
                  <a:pt x="2642" y="15318"/>
                </a:lnTo>
              </a:path>
              <a:path w="21600" h="21600">
                <a:moveTo>
                  <a:pt x="18244" y="15231"/>
                </a:moveTo>
                <a:lnTo>
                  <a:pt x="18266" y="15231"/>
                </a:lnTo>
                <a:lnTo>
                  <a:pt x="18266" y="15302"/>
                </a:lnTo>
                <a:lnTo>
                  <a:pt x="18244" y="15302"/>
                </a:lnTo>
              </a:path>
              <a:path w="21600" h="21600">
                <a:moveTo>
                  <a:pt x="7512" y="15231"/>
                </a:moveTo>
                <a:lnTo>
                  <a:pt x="7533" y="15231"/>
                </a:lnTo>
                <a:lnTo>
                  <a:pt x="7533" y="15302"/>
                </a:lnTo>
                <a:lnTo>
                  <a:pt x="7512" y="15302"/>
                </a:lnTo>
              </a:path>
              <a:path w="21600" h="21600">
                <a:moveTo>
                  <a:pt x="12128" y="15211"/>
                </a:moveTo>
                <a:lnTo>
                  <a:pt x="12135" y="15211"/>
                </a:lnTo>
                <a:lnTo>
                  <a:pt x="12135" y="15233"/>
                </a:lnTo>
                <a:lnTo>
                  <a:pt x="12128" y="15233"/>
                </a:lnTo>
              </a:path>
              <a:path w="21600" h="21600">
                <a:moveTo>
                  <a:pt x="18001" y="15194"/>
                </a:moveTo>
                <a:lnTo>
                  <a:pt x="18014" y="15194"/>
                </a:lnTo>
                <a:lnTo>
                  <a:pt x="18014" y="15239"/>
                </a:lnTo>
                <a:lnTo>
                  <a:pt x="18001" y="15239"/>
                </a:lnTo>
              </a:path>
              <a:path w="21600" h="21600">
                <a:moveTo>
                  <a:pt x="7268" y="15194"/>
                </a:moveTo>
                <a:lnTo>
                  <a:pt x="7282" y="15194"/>
                </a:lnTo>
                <a:lnTo>
                  <a:pt x="7282" y="15239"/>
                </a:lnTo>
                <a:lnTo>
                  <a:pt x="7268" y="15239"/>
                </a:lnTo>
              </a:path>
              <a:path w="21600" h="21600">
                <a:moveTo>
                  <a:pt x="20559" y="15168"/>
                </a:moveTo>
                <a:lnTo>
                  <a:pt x="20581" y="15168"/>
                </a:lnTo>
                <a:lnTo>
                  <a:pt x="20581" y="15241"/>
                </a:lnTo>
                <a:lnTo>
                  <a:pt x="20559" y="15241"/>
                </a:lnTo>
              </a:path>
              <a:path w="21600" h="21600">
                <a:moveTo>
                  <a:pt x="9827" y="15168"/>
                </a:moveTo>
                <a:lnTo>
                  <a:pt x="9849" y="15168"/>
                </a:lnTo>
                <a:lnTo>
                  <a:pt x="9849" y="15241"/>
                </a:lnTo>
                <a:lnTo>
                  <a:pt x="9827" y="15241"/>
                </a:lnTo>
              </a:path>
              <a:path w="21600" h="21600">
                <a:moveTo>
                  <a:pt x="14473" y="15106"/>
                </a:moveTo>
                <a:lnTo>
                  <a:pt x="14492" y="15106"/>
                </a:lnTo>
                <a:lnTo>
                  <a:pt x="14492" y="15171"/>
                </a:lnTo>
                <a:lnTo>
                  <a:pt x="14473" y="15171"/>
                </a:lnTo>
              </a:path>
              <a:path w="21600" h="21600">
                <a:moveTo>
                  <a:pt x="3740" y="15106"/>
                </a:moveTo>
                <a:lnTo>
                  <a:pt x="3760" y="15106"/>
                </a:lnTo>
                <a:lnTo>
                  <a:pt x="3760" y="15171"/>
                </a:lnTo>
                <a:lnTo>
                  <a:pt x="3740" y="15171"/>
                </a:lnTo>
              </a:path>
              <a:path w="21600" h="21600">
                <a:moveTo>
                  <a:pt x="12087" y="15059"/>
                </a:moveTo>
                <a:lnTo>
                  <a:pt x="12108" y="15059"/>
                </a:lnTo>
                <a:lnTo>
                  <a:pt x="12108" y="15132"/>
                </a:lnTo>
                <a:lnTo>
                  <a:pt x="12087" y="15132"/>
                </a:lnTo>
              </a:path>
              <a:path w="21600" h="21600">
                <a:moveTo>
                  <a:pt x="16315" y="15053"/>
                </a:moveTo>
                <a:lnTo>
                  <a:pt x="16337" y="15053"/>
                </a:lnTo>
                <a:lnTo>
                  <a:pt x="16337" y="15124"/>
                </a:lnTo>
                <a:lnTo>
                  <a:pt x="16315" y="15124"/>
                </a:lnTo>
              </a:path>
              <a:path w="21600" h="21600">
                <a:moveTo>
                  <a:pt x="5583" y="15053"/>
                </a:moveTo>
                <a:lnTo>
                  <a:pt x="5604" y="15053"/>
                </a:lnTo>
                <a:lnTo>
                  <a:pt x="5604" y="15124"/>
                </a:lnTo>
                <a:lnTo>
                  <a:pt x="5583" y="15124"/>
                </a:lnTo>
              </a:path>
              <a:path w="21600" h="21600">
                <a:moveTo>
                  <a:pt x="18002" y="15010"/>
                </a:moveTo>
                <a:lnTo>
                  <a:pt x="18014" y="15010"/>
                </a:lnTo>
                <a:lnTo>
                  <a:pt x="18014" y="15051"/>
                </a:lnTo>
                <a:lnTo>
                  <a:pt x="18002" y="15051"/>
                </a:lnTo>
              </a:path>
              <a:path w="21600" h="21600">
                <a:moveTo>
                  <a:pt x="7269" y="15010"/>
                </a:moveTo>
                <a:lnTo>
                  <a:pt x="7281" y="15010"/>
                </a:lnTo>
                <a:lnTo>
                  <a:pt x="7281" y="15051"/>
                </a:lnTo>
                <a:lnTo>
                  <a:pt x="7269" y="15051"/>
                </a:lnTo>
              </a:path>
              <a:path w="21600" h="21600">
                <a:moveTo>
                  <a:pt x="20560" y="14984"/>
                </a:moveTo>
                <a:lnTo>
                  <a:pt x="20581" y="14984"/>
                </a:lnTo>
                <a:lnTo>
                  <a:pt x="20581" y="15053"/>
                </a:lnTo>
                <a:lnTo>
                  <a:pt x="20560" y="15053"/>
                </a:lnTo>
              </a:path>
              <a:path w="21600" h="21600">
                <a:moveTo>
                  <a:pt x="9828" y="14984"/>
                </a:moveTo>
                <a:lnTo>
                  <a:pt x="9848" y="14984"/>
                </a:lnTo>
                <a:lnTo>
                  <a:pt x="9848" y="15053"/>
                </a:lnTo>
                <a:lnTo>
                  <a:pt x="9828" y="15053"/>
                </a:lnTo>
              </a:path>
              <a:path w="21600" h="21600">
                <a:moveTo>
                  <a:pt x="14473" y="14922"/>
                </a:moveTo>
                <a:lnTo>
                  <a:pt x="14492" y="14922"/>
                </a:lnTo>
                <a:lnTo>
                  <a:pt x="14492" y="14983"/>
                </a:lnTo>
                <a:lnTo>
                  <a:pt x="14473" y="14983"/>
                </a:lnTo>
              </a:path>
              <a:path w="21600" h="21600">
                <a:moveTo>
                  <a:pt x="3741" y="14922"/>
                </a:moveTo>
                <a:lnTo>
                  <a:pt x="3759" y="14922"/>
                </a:lnTo>
                <a:lnTo>
                  <a:pt x="3759" y="14983"/>
                </a:lnTo>
                <a:lnTo>
                  <a:pt x="3741" y="14983"/>
                </a:lnTo>
              </a:path>
              <a:path w="21600" h="21600">
                <a:moveTo>
                  <a:pt x="13375" y="14887"/>
                </a:moveTo>
                <a:lnTo>
                  <a:pt x="13398" y="14887"/>
                </a:lnTo>
                <a:lnTo>
                  <a:pt x="13398" y="14964"/>
                </a:lnTo>
                <a:lnTo>
                  <a:pt x="13375" y="14964"/>
                </a:lnTo>
              </a:path>
              <a:path w="21600" h="21600">
                <a:moveTo>
                  <a:pt x="2642" y="14887"/>
                </a:moveTo>
                <a:lnTo>
                  <a:pt x="2665" y="14887"/>
                </a:lnTo>
                <a:lnTo>
                  <a:pt x="2665" y="14964"/>
                </a:lnTo>
                <a:lnTo>
                  <a:pt x="2642" y="14964"/>
                </a:lnTo>
              </a:path>
              <a:path w="21600" h="21600">
                <a:moveTo>
                  <a:pt x="18244" y="14878"/>
                </a:moveTo>
                <a:lnTo>
                  <a:pt x="18265" y="14878"/>
                </a:lnTo>
                <a:lnTo>
                  <a:pt x="18265" y="14948"/>
                </a:lnTo>
                <a:lnTo>
                  <a:pt x="18244" y="14948"/>
                </a:lnTo>
              </a:path>
              <a:path w="21600" h="21600">
                <a:moveTo>
                  <a:pt x="7512" y="14878"/>
                </a:moveTo>
                <a:lnTo>
                  <a:pt x="7533" y="14878"/>
                </a:lnTo>
                <a:lnTo>
                  <a:pt x="7533" y="14948"/>
                </a:lnTo>
                <a:lnTo>
                  <a:pt x="7512" y="14948"/>
                </a:lnTo>
              </a:path>
              <a:path w="21600" h="21600">
                <a:moveTo>
                  <a:pt x="12129" y="14829"/>
                </a:moveTo>
                <a:lnTo>
                  <a:pt x="12134" y="14829"/>
                </a:lnTo>
                <a:lnTo>
                  <a:pt x="12134" y="14846"/>
                </a:lnTo>
                <a:lnTo>
                  <a:pt x="12129" y="14846"/>
                </a:lnTo>
              </a:path>
              <a:path w="21600" h="21600">
                <a:moveTo>
                  <a:pt x="18002" y="14826"/>
                </a:moveTo>
                <a:lnTo>
                  <a:pt x="18013" y="14826"/>
                </a:lnTo>
                <a:lnTo>
                  <a:pt x="18013" y="14863"/>
                </a:lnTo>
                <a:lnTo>
                  <a:pt x="18002" y="14863"/>
                </a:lnTo>
              </a:path>
              <a:path w="21600" h="21600">
                <a:moveTo>
                  <a:pt x="7270" y="14826"/>
                </a:moveTo>
                <a:lnTo>
                  <a:pt x="7281" y="14826"/>
                </a:lnTo>
                <a:lnTo>
                  <a:pt x="7281" y="14863"/>
                </a:lnTo>
                <a:lnTo>
                  <a:pt x="7270" y="14863"/>
                </a:lnTo>
              </a:path>
              <a:path w="21600" h="21600">
                <a:moveTo>
                  <a:pt x="15091" y="14821"/>
                </a:moveTo>
                <a:lnTo>
                  <a:pt x="15114" y="14821"/>
                </a:lnTo>
                <a:lnTo>
                  <a:pt x="15114" y="14900"/>
                </a:lnTo>
                <a:lnTo>
                  <a:pt x="15091" y="14900"/>
                </a:lnTo>
              </a:path>
              <a:path w="21600" h="21600">
                <a:moveTo>
                  <a:pt x="4358" y="14821"/>
                </a:moveTo>
                <a:lnTo>
                  <a:pt x="4382" y="14821"/>
                </a:lnTo>
                <a:lnTo>
                  <a:pt x="4382" y="14900"/>
                </a:lnTo>
                <a:lnTo>
                  <a:pt x="4358" y="14900"/>
                </a:lnTo>
              </a:path>
              <a:path w="21600" h="21600">
                <a:moveTo>
                  <a:pt x="20561" y="14800"/>
                </a:moveTo>
                <a:lnTo>
                  <a:pt x="20580" y="14800"/>
                </a:lnTo>
                <a:lnTo>
                  <a:pt x="20580" y="14865"/>
                </a:lnTo>
                <a:lnTo>
                  <a:pt x="20561" y="14865"/>
                </a:lnTo>
              </a:path>
              <a:path w="21600" h="21600">
                <a:moveTo>
                  <a:pt x="9828" y="14800"/>
                </a:moveTo>
                <a:lnTo>
                  <a:pt x="9848" y="14800"/>
                </a:lnTo>
                <a:lnTo>
                  <a:pt x="9848" y="14865"/>
                </a:lnTo>
                <a:lnTo>
                  <a:pt x="9828" y="14865"/>
                </a:lnTo>
              </a:path>
              <a:path w="21600" h="21600">
                <a:moveTo>
                  <a:pt x="14474" y="14738"/>
                </a:moveTo>
                <a:lnTo>
                  <a:pt x="14491" y="14738"/>
                </a:lnTo>
                <a:lnTo>
                  <a:pt x="14491" y="14795"/>
                </a:lnTo>
                <a:lnTo>
                  <a:pt x="14474" y="14795"/>
                </a:lnTo>
              </a:path>
              <a:path w="21600" h="21600">
                <a:moveTo>
                  <a:pt x="3741" y="14738"/>
                </a:moveTo>
                <a:lnTo>
                  <a:pt x="3759" y="14738"/>
                </a:lnTo>
                <a:lnTo>
                  <a:pt x="3759" y="14795"/>
                </a:lnTo>
                <a:lnTo>
                  <a:pt x="3741" y="14795"/>
                </a:lnTo>
              </a:path>
              <a:path w="21600" h="21600">
                <a:moveTo>
                  <a:pt x="12574" y="14723"/>
                </a:moveTo>
                <a:lnTo>
                  <a:pt x="12616" y="14723"/>
                </a:lnTo>
                <a:lnTo>
                  <a:pt x="12616" y="14863"/>
                </a:lnTo>
                <a:lnTo>
                  <a:pt x="12574" y="14863"/>
                </a:lnTo>
              </a:path>
              <a:path w="21600" h="21600">
                <a:moveTo>
                  <a:pt x="1841" y="14723"/>
                </a:moveTo>
                <a:lnTo>
                  <a:pt x="1883" y="14723"/>
                </a:lnTo>
                <a:lnTo>
                  <a:pt x="1883" y="14863"/>
                </a:lnTo>
                <a:lnTo>
                  <a:pt x="1841" y="14863"/>
                </a:lnTo>
              </a:path>
              <a:path w="21600" h="21600">
                <a:moveTo>
                  <a:pt x="12087" y="14707"/>
                </a:moveTo>
                <a:lnTo>
                  <a:pt x="12108" y="14707"/>
                </a:lnTo>
                <a:lnTo>
                  <a:pt x="12108" y="14778"/>
                </a:lnTo>
                <a:lnTo>
                  <a:pt x="12087" y="14778"/>
                </a:lnTo>
              </a:path>
              <a:path w="21600" h="21600">
                <a:moveTo>
                  <a:pt x="16315" y="14700"/>
                </a:moveTo>
                <a:lnTo>
                  <a:pt x="16336" y="14700"/>
                </a:lnTo>
                <a:lnTo>
                  <a:pt x="16336" y="14770"/>
                </a:lnTo>
                <a:lnTo>
                  <a:pt x="16315" y="14770"/>
                </a:lnTo>
              </a:path>
              <a:path w="21600" h="21600">
                <a:moveTo>
                  <a:pt x="5583" y="14700"/>
                </a:moveTo>
                <a:lnTo>
                  <a:pt x="5604" y="14700"/>
                </a:lnTo>
                <a:lnTo>
                  <a:pt x="5604" y="14770"/>
                </a:lnTo>
                <a:lnTo>
                  <a:pt x="5583" y="14770"/>
                </a:lnTo>
              </a:path>
              <a:path w="21600" h="21600">
                <a:moveTo>
                  <a:pt x="18003" y="14642"/>
                </a:moveTo>
                <a:lnTo>
                  <a:pt x="18013" y="14642"/>
                </a:lnTo>
                <a:lnTo>
                  <a:pt x="18013" y="14675"/>
                </a:lnTo>
                <a:lnTo>
                  <a:pt x="18003" y="14675"/>
                </a:lnTo>
              </a:path>
              <a:path w="21600" h="21600">
                <a:moveTo>
                  <a:pt x="7270" y="14642"/>
                </a:moveTo>
                <a:lnTo>
                  <a:pt x="7280" y="14642"/>
                </a:lnTo>
                <a:lnTo>
                  <a:pt x="7280" y="14675"/>
                </a:lnTo>
                <a:lnTo>
                  <a:pt x="7270" y="14675"/>
                </a:lnTo>
              </a:path>
              <a:path w="21600" h="21600">
                <a:moveTo>
                  <a:pt x="20561" y="14616"/>
                </a:moveTo>
                <a:lnTo>
                  <a:pt x="20580" y="14616"/>
                </a:lnTo>
                <a:lnTo>
                  <a:pt x="20580" y="14676"/>
                </a:lnTo>
                <a:lnTo>
                  <a:pt x="20561" y="14676"/>
                </a:lnTo>
              </a:path>
              <a:path w="21600" h="21600">
                <a:moveTo>
                  <a:pt x="9829" y="14616"/>
                </a:moveTo>
                <a:lnTo>
                  <a:pt x="9847" y="14616"/>
                </a:lnTo>
                <a:lnTo>
                  <a:pt x="9847" y="14676"/>
                </a:lnTo>
                <a:lnTo>
                  <a:pt x="9829" y="14676"/>
                </a:lnTo>
              </a:path>
              <a:path w="21600" h="21600">
                <a:moveTo>
                  <a:pt x="14474" y="14554"/>
                </a:moveTo>
                <a:lnTo>
                  <a:pt x="14490" y="14554"/>
                </a:lnTo>
                <a:lnTo>
                  <a:pt x="14490" y="14606"/>
                </a:lnTo>
                <a:lnTo>
                  <a:pt x="14474" y="14606"/>
                </a:lnTo>
              </a:path>
              <a:path w="21600" h="21600">
                <a:moveTo>
                  <a:pt x="3742" y="14554"/>
                </a:moveTo>
                <a:lnTo>
                  <a:pt x="3758" y="14554"/>
                </a:lnTo>
                <a:lnTo>
                  <a:pt x="3758" y="14606"/>
                </a:lnTo>
                <a:lnTo>
                  <a:pt x="3742" y="14606"/>
                </a:lnTo>
              </a:path>
              <a:path w="21600" h="21600">
                <a:moveTo>
                  <a:pt x="12574" y="14539"/>
                </a:moveTo>
                <a:lnTo>
                  <a:pt x="12615" y="14539"/>
                </a:lnTo>
                <a:lnTo>
                  <a:pt x="12615" y="14675"/>
                </a:lnTo>
                <a:lnTo>
                  <a:pt x="12574" y="14675"/>
                </a:lnTo>
              </a:path>
              <a:path w="21600" h="21600">
                <a:moveTo>
                  <a:pt x="1842" y="14539"/>
                </a:moveTo>
                <a:lnTo>
                  <a:pt x="1883" y="14539"/>
                </a:lnTo>
                <a:lnTo>
                  <a:pt x="1883" y="14675"/>
                </a:lnTo>
                <a:lnTo>
                  <a:pt x="1842" y="14675"/>
                </a:lnTo>
              </a:path>
              <a:path w="21600" h="21600">
                <a:moveTo>
                  <a:pt x="13375" y="14535"/>
                </a:moveTo>
                <a:lnTo>
                  <a:pt x="13398" y="14535"/>
                </a:lnTo>
                <a:lnTo>
                  <a:pt x="13398" y="14611"/>
                </a:lnTo>
                <a:lnTo>
                  <a:pt x="13375" y="14611"/>
                </a:lnTo>
              </a:path>
              <a:path w="21600" h="21600">
                <a:moveTo>
                  <a:pt x="2642" y="14535"/>
                </a:moveTo>
                <a:lnTo>
                  <a:pt x="2665" y="14535"/>
                </a:lnTo>
                <a:lnTo>
                  <a:pt x="2665" y="14611"/>
                </a:lnTo>
                <a:lnTo>
                  <a:pt x="2642" y="14611"/>
                </a:lnTo>
              </a:path>
              <a:path w="21600" h="21600">
                <a:moveTo>
                  <a:pt x="18244" y="14526"/>
                </a:moveTo>
                <a:lnTo>
                  <a:pt x="18265" y="14526"/>
                </a:lnTo>
                <a:lnTo>
                  <a:pt x="18265" y="14594"/>
                </a:lnTo>
                <a:lnTo>
                  <a:pt x="18244" y="14594"/>
                </a:lnTo>
              </a:path>
              <a:path w="21600" h="21600">
                <a:moveTo>
                  <a:pt x="7512" y="14526"/>
                </a:moveTo>
                <a:lnTo>
                  <a:pt x="7532" y="14526"/>
                </a:lnTo>
                <a:lnTo>
                  <a:pt x="7532" y="14594"/>
                </a:lnTo>
                <a:lnTo>
                  <a:pt x="7512" y="14594"/>
                </a:lnTo>
              </a:path>
              <a:path w="21600" h="21600">
                <a:moveTo>
                  <a:pt x="15091" y="14469"/>
                </a:moveTo>
                <a:lnTo>
                  <a:pt x="15114" y="14469"/>
                </a:lnTo>
                <a:lnTo>
                  <a:pt x="15114" y="14546"/>
                </a:lnTo>
                <a:lnTo>
                  <a:pt x="15091" y="14546"/>
                </a:lnTo>
              </a:path>
              <a:path w="21600" h="21600">
                <a:moveTo>
                  <a:pt x="4358" y="14469"/>
                </a:moveTo>
                <a:lnTo>
                  <a:pt x="4382" y="14469"/>
                </a:lnTo>
                <a:lnTo>
                  <a:pt x="4382" y="14546"/>
                </a:lnTo>
                <a:lnTo>
                  <a:pt x="4358" y="14546"/>
                </a:lnTo>
              </a:path>
              <a:path w="21600" h="21600">
                <a:moveTo>
                  <a:pt x="18003" y="14457"/>
                </a:moveTo>
                <a:lnTo>
                  <a:pt x="18012" y="14457"/>
                </a:lnTo>
                <a:lnTo>
                  <a:pt x="18012" y="14487"/>
                </a:lnTo>
                <a:lnTo>
                  <a:pt x="18003" y="14487"/>
                </a:lnTo>
              </a:path>
              <a:path w="21600" h="21600">
                <a:moveTo>
                  <a:pt x="7271" y="14457"/>
                </a:moveTo>
                <a:lnTo>
                  <a:pt x="7280" y="14457"/>
                </a:lnTo>
                <a:lnTo>
                  <a:pt x="7280" y="14487"/>
                </a:lnTo>
                <a:lnTo>
                  <a:pt x="7271" y="14487"/>
                </a:lnTo>
              </a:path>
              <a:path w="21600" h="21600">
                <a:moveTo>
                  <a:pt x="20562" y="14431"/>
                </a:moveTo>
                <a:lnTo>
                  <a:pt x="20579" y="14431"/>
                </a:lnTo>
                <a:lnTo>
                  <a:pt x="20579" y="14488"/>
                </a:lnTo>
                <a:lnTo>
                  <a:pt x="20562" y="14488"/>
                </a:lnTo>
              </a:path>
              <a:path w="21600" h="21600">
                <a:moveTo>
                  <a:pt x="9829" y="14431"/>
                </a:moveTo>
                <a:lnTo>
                  <a:pt x="9846" y="14431"/>
                </a:lnTo>
                <a:lnTo>
                  <a:pt x="9846" y="14488"/>
                </a:lnTo>
                <a:lnTo>
                  <a:pt x="9829" y="14488"/>
                </a:lnTo>
              </a:path>
              <a:path w="21600" h="21600">
                <a:moveTo>
                  <a:pt x="14475" y="14370"/>
                </a:moveTo>
                <a:lnTo>
                  <a:pt x="14490" y="14370"/>
                </a:lnTo>
                <a:lnTo>
                  <a:pt x="14490" y="14418"/>
                </a:lnTo>
                <a:lnTo>
                  <a:pt x="14475" y="14418"/>
                </a:lnTo>
              </a:path>
              <a:path w="21600" h="21600">
                <a:moveTo>
                  <a:pt x="3743" y="14370"/>
                </a:moveTo>
                <a:lnTo>
                  <a:pt x="3757" y="14370"/>
                </a:lnTo>
                <a:lnTo>
                  <a:pt x="3757" y="14418"/>
                </a:lnTo>
                <a:lnTo>
                  <a:pt x="3743" y="14418"/>
                </a:lnTo>
              </a:path>
              <a:path w="21600" h="21600">
                <a:moveTo>
                  <a:pt x="12575" y="14355"/>
                </a:moveTo>
                <a:lnTo>
                  <a:pt x="12615" y="14355"/>
                </a:lnTo>
                <a:lnTo>
                  <a:pt x="12615" y="14487"/>
                </a:lnTo>
                <a:lnTo>
                  <a:pt x="12575" y="14487"/>
                </a:lnTo>
              </a:path>
              <a:path w="21600" h="21600">
                <a:moveTo>
                  <a:pt x="1843" y="14355"/>
                </a:moveTo>
                <a:lnTo>
                  <a:pt x="1882" y="14355"/>
                </a:lnTo>
                <a:lnTo>
                  <a:pt x="1882" y="14487"/>
                </a:lnTo>
                <a:lnTo>
                  <a:pt x="1843" y="14487"/>
                </a:lnTo>
              </a:path>
              <a:path w="21600" h="21600">
                <a:moveTo>
                  <a:pt x="12087" y="14354"/>
                </a:moveTo>
                <a:lnTo>
                  <a:pt x="12108" y="14354"/>
                </a:lnTo>
                <a:lnTo>
                  <a:pt x="12108" y="14424"/>
                </a:lnTo>
                <a:lnTo>
                  <a:pt x="12087" y="14424"/>
                </a:lnTo>
              </a:path>
              <a:path w="21600" h="21600">
                <a:moveTo>
                  <a:pt x="16315" y="14348"/>
                </a:moveTo>
                <a:lnTo>
                  <a:pt x="16336" y="14348"/>
                </a:lnTo>
                <a:lnTo>
                  <a:pt x="16336" y="14416"/>
                </a:lnTo>
                <a:lnTo>
                  <a:pt x="16315" y="14416"/>
                </a:lnTo>
              </a:path>
              <a:path w="21600" h="21600">
                <a:moveTo>
                  <a:pt x="5583" y="14348"/>
                </a:moveTo>
                <a:lnTo>
                  <a:pt x="5604" y="14348"/>
                </a:lnTo>
                <a:lnTo>
                  <a:pt x="5604" y="14416"/>
                </a:lnTo>
                <a:lnTo>
                  <a:pt x="5583" y="14416"/>
                </a:lnTo>
              </a:path>
              <a:path w="21600" h="21600">
                <a:moveTo>
                  <a:pt x="18004" y="14273"/>
                </a:moveTo>
                <a:lnTo>
                  <a:pt x="18011" y="14273"/>
                </a:lnTo>
                <a:lnTo>
                  <a:pt x="18011" y="14298"/>
                </a:lnTo>
                <a:lnTo>
                  <a:pt x="18004" y="14298"/>
                </a:lnTo>
              </a:path>
              <a:path w="21600" h="21600">
                <a:moveTo>
                  <a:pt x="7271" y="14273"/>
                </a:moveTo>
                <a:lnTo>
                  <a:pt x="7279" y="14273"/>
                </a:lnTo>
                <a:lnTo>
                  <a:pt x="7279" y="14298"/>
                </a:lnTo>
                <a:lnTo>
                  <a:pt x="7271" y="14298"/>
                </a:lnTo>
              </a:path>
              <a:path w="21600" h="21600">
                <a:moveTo>
                  <a:pt x="20562" y="14247"/>
                </a:moveTo>
                <a:lnTo>
                  <a:pt x="20578" y="14247"/>
                </a:lnTo>
                <a:lnTo>
                  <a:pt x="20578" y="14300"/>
                </a:lnTo>
                <a:lnTo>
                  <a:pt x="20562" y="14300"/>
                </a:lnTo>
              </a:path>
              <a:path w="21600" h="21600">
                <a:moveTo>
                  <a:pt x="9830" y="14247"/>
                </a:moveTo>
                <a:lnTo>
                  <a:pt x="9846" y="14247"/>
                </a:lnTo>
                <a:lnTo>
                  <a:pt x="9846" y="14300"/>
                </a:lnTo>
                <a:lnTo>
                  <a:pt x="9830" y="14300"/>
                </a:lnTo>
              </a:path>
              <a:path w="21600" h="21600">
                <a:moveTo>
                  <a:pt x="14476" y="14185"/>
                </a:moveTo>
                <a:lnTo>
                  <a:pt x="14489" y="14185"/>
                </a:lnTo>
                <a:lnTo>
                  <a:pt x="14489" y="14230"/>
                </a:lnTo>
                <a:lnTo>
                  <a:pt x="14476" y="14230"/>
                </a:lnTo>
              </a:path>
              <a:path w="21600" h="21600">
                <a:moveTo>
                  <a:pt x="3743" y="14185"/>
                </a:moveTo>
                <a:lnTo>
                  <a:pt x="3757" y="14185"/>
                </a:lnTo>
                <a:lnTo>
                  <a:pt x="3757" y="14230"/>
                </a:lnTo>
                <a:lnTo>
                  <a:pt x="3743" y="14230"/>
                </a:lnTo>
              </a:path>
              <a:path w="21600" h="21600">
                <a:moveTo>
                  <a:pt x="13375" y="14183"/>
                </a:moveTo>
                <a:lnTo>
                  <a:pt x="13397" y="14183"/>
                </a:lnTo>
                <a:lnTo>
                  <a:pt x="13397" y="14257"/>
                </a:lnTo>
                <a:lnTo>
                  <a:pt x="13375" y="14257"/>
                </a:lnTo>
              </a:path>
              <a:path w="21600" h="21600">
                <a:moveTo>
                  <a:pt x="2643" y="14183"/>
                </a:moveTo>
                <a:lnTo>
                  <a:pt x="2665" y="14183"/>
                </a:lnTo>
                <a:lnTo>
                  <a:pt x="2665" y="14257"/>
                </a:lnTo>
                <a:lnTo>
                  <a:pt x="2643" y="14257"/>
                </a:lnTo>
              </a:path>
              <a:path w="21600" h="21600">
                <a:moveTo>
                  <a:pt x="18245" y="14173"/>
                </a:moveTo>
                <a:lnTo>
                  <a:pt x="18265" y="14173"/>
                </a:lnTo>
                <a:lnTo>
                  <a:pt x="18265" y="14240"/>
                </a:lnTo>
                <a:lnTo>
                  <a:pt x="18245" y="14240"/>
                </a:lnTo>
              </a:path>
              <a:path w="21600" h="21600">
                <a:moveTo>
                  <a:pt x="7512" y="14173"/>
                </a:moveTo>
                <a:lnTo>
                  <a:pt x="7532" y="14173"/>
                </a:lnTo>
                <a:lnTo>
                  <a:pt x="7532" y="14240"/>
                </a:lnTo>
                <a:lnTo>
                  <a:pt x="7512" y="14240"/>
                </a:lnTo>
              </a:path>
              <a:path w="21600" h="21600">
                <a:moveTo>
                  <a:pt x="12576" y="14171"/>
                </a:moveTo>
                <a:lnTo>
                  <a:pt x="12614" y="14171"/>
                </a:lnTo>
                <a:lnTo>
                  <a:pt x="12614" y="14299"/>
                </a:lnTo>
                <a:lnTo>
                  <a:pt x="12576" y="14299"/>
                </a:lnTo>
              </a:path>
              <a:path w="21600" h="21600">
                <a:moveTo>
                  <a:pt x="1843" y="14171"/>
                </a:moveTo>
                <a:lnTo>
                  <a:pt x="1882" y="14171"/>
                </a:lnTo>
                <a:lnTo>
                  <a:pt x="1882" y="14299"/>
                </a:lnTo>
                <a:lnTo>
                  <a:pt x="1843" y="14299"/>
                </a:lnTo>
              </a:path>
              <a:path w="21600" h="21600">
                <a:moveTo>
                  <a:pt x="15091" y="14116"/>
                </a:moveTo>
                <a:lnTo>
                  <a:pt x="15114" y="14116"/>
                </a:lnTo>
                <a:lnTo>
                  <a:pt x="15114" y="14192"/>
                </a:lnTo>
                <a:lnTo>
                  <a:pt x="15091" y="14192"/>
                </a:lnTo>
              </a:path>
              <a:path w="21600" h="21600">
                <a:moveTo>
                  <a:pt x="4359" y="14116"/>
                </a:moveTo>
                <a:lnTo>
                  <a:pt x="4381" y="14116"/>
                </a:lnTo>
                <a:lnTo>
                  <a:pt x="4381" y="14192"/>
                </a:lnTo>
                <a:lnTo>
                  <a:pt x="4359" y="14192"/>
                </a:lnTo>
              </a:path>
              <a:path w="21600" h="21600">
                <a:moveTo>
                  <a:pt x="18005" y="14089"/>
                </a:moveTo>
                <a:lnTo>
                  <a:pt x="18011" y="14089"/>
                </a:lnTo>
                <a:lnTo>
                  <a:pt x="18011" y="14110"/>
                </a:lnTo>
                <a:lnTo>
                  <a:pt x="18005" y="14110"/>
                </a:lnTo>
              </a:path>
              <a:path w="21600" h="21600">
                <a:moveTo>
                  <a:pt x="7272" y="14089"/>
                </a:moveTo>
                <a:lnTo>
                  <a:pt x="7278" y="14089"/>
                </a:lnTo>
                <a:lnTo>
                  <a:pt x="7278" y="14110"/>
                </a:lnTo>
                <a:lnTo>
                  <a:pt x="7272" y="14110"/>
                </a:lnTo>
              </a:path>
              <a:path w="21600" h="21600">
                <a:moveTo>
                  <a:pt x="20563" y="14063"/>
                </a:moveTo>
                <a:lnTo>
                  <a:pt x="20578" y="14063"/>
                </a:lnTo>
                <a:lnTo>
                  <a:pt x="20578" y="14112"/>
                </a:lnTo>
                <a:lnTo>
                  <a:pt x="20563" y="14112"/>
                </a:lnTo>
              </a:path>
              <a:path w="21600" h="21600">
                <a:moveTo>
                  <a:pt x="9831" y="14063"/>
                </a:moveTo>
                <a:lnTo>
                  <a:pt x="9845" y="14063"/>
                </a:lnTo>
                <a:lnTo>
                  <a:pt x="9845" y="14112"/>
                </a:lnTo>
                <a:lnTo>
                  <a:pt x="9831" y="14112"/>
                </a:lnTo>
              </a:path>
              <a:path w="21600" h="21600">
                <a:moveTo>
                  <a:pt x="12087" y="14002"/>
                </a:moveTo>
                <a:lnTo>
                  <a:pt x="12108" y="14002"/>
                </a:lnTo>
                <a:lnTo>
                  <a:pt x="12108" y="14070"/>
                </a:lnTo>
                <a:lnTo>
                  <a:pt x="12087" y="14070"/>
                </a:lnTo>
              </a:path>
              <a:path w="21600" h="21600">
                <a:moveTo>
                  <a:pt x="14476" y="14001"/>
                </a:moveTo>
                <a:lnTo>
                  <a:pt x="14489" y="14001"/>
                </a:lnTo>
                <a:lnTo>
                  <a:pt x="14489" y="14042"/>
                </a:lnTo>
                <a:lnTo>
                  <a:pt x="14476" y="14042"/>
                </a:lnTo>
              </a:path>
              <a:path w="21600" h="21600">
                <a:moveTo>
                  <a:pt x="3744" y="14001"/>
                </a:moveTo>
                <a:lnTo>
                  <a:pt x="3756" y="14001"/>
                </a:lnTo>
                <a:lnTo>
                  <a:pt x="3756" y="14042"/>
                </a:lnTo>
                <a:lnTo>
                  <a:pt x="3744" y="14042"/>
                </a:lnTo>
              </a:path>
              <a:path w="21600" h="21600">
                <a:moveTo>
                  <a:pt x="16316" y="13995"/>
                </a:moveTo>
                <a:lnTo>
                  <a:pt x="16336" y="13995"/>
                </a:lnTo>
                <a:lnTo>
                  <a:pt x="16336" y="14062"/>
                </a:lnTo>
                <a:lnTo>
                  <a:pt x="16316" y="14062"/>
                </a:lnTo>
              </a:path>
              <a:path w="21600" h="21600">
                <a:moveTo>
                  <a:pt x="5583" y="13995"/>
                </a:moveTo>
                <a:lnTo>
                  <a:pt x="5603" y="13995"/>
                </a:lnTo>
                <a:lnTo>
                  <a:pt x="5603" y="14062"/>
                </a:lnTo>
                <a:lnTo>
                  <a:pt x="5583" y="14062"/>
                </a:lnTo>
              </a:path>
              <a:path w="21600" h="21600">
                <a:moveTo>
                  <a:pt x="12576" y="13987"/>
                </a:moveTo>
                <a:lnTo>
                  <a:pt x="12613" y="13987"/>
                </a:lnTo>
                <a:lnTo>
                  <a:pt x="12613" y="14111"/>
                </a:lnTo>
                <a:lnTo>
                  <a:pt x="12576" y="14111"/>
                </a:lnTo>
              </a:path>
              <a:path w="21600" h="21600">
                <a:moveTo>
                  <a:pt x="1844" y="13987"/>
                </a:moveTo>
                <a:lnTo>
                  <a:pt x="1881" y="13987"/>
                </a:lnTo>
                <a:lnTo>
                  <a:pt x="1881" y="14111"/>
                </a:lnTo>
                <a:lnTo>
                  <a:pt x="1844" y="14111"/>
                </a:lnTo>
              </a:path>
              <a:path w="21600" h="21600">
                <a:moveTo>
                  <a:pt x="18005" y="13905"/>
                </a:moveTo>
                <a:lnTo>
                  <a:pt x="18010" y="13905"/>
                </a:lnTo>
                <a:lnTo>
                  <a:pt x="18010" y="13922"/>
                </a:lnTo>
                <a:lnTo>
                  <a:pt x="18005" y="13922"/>
                </a:lnTo>
              </a:path>
              <a:path w="21600" h="21600">
                <a:moveTo>
                  <a:pt x="7273" y="13905"/>
                </a:moveTo>
                <a:lnTo>
                  <a:pt x="7278" y="13905"/>
                </a:lnTo>
                <a:lnTo>
                  <a:pt x="7278" y="13922"/>
                </a:lnTo>
                <a:lnTo>
                  <a:pt x="7273" y="13922"/>
                </a:lnTo>
              </a:path>
              <a:path w="21600" h="21600">
                <a:moveTo>
                  <a:pt x="20564" y="13879"/>
                </a:moveTo>
                <a:lnTo>
                  <a:pt x="20577" y="13879"/>
                </a:lnTo>
                <a:lnTo>
                  <a:pt x="20577" y="13924"/>
                </a:lnTo>
                <a:lnTo>
                  <a:pt x="20564" y="13924"/>
                </a:lnTo>
              </a:path>
              <a:path w="21600" h="21600">
                <a:moveTo>
                  <a:pt x="9831" y="13879"/>
                </a:moveTo>
                <a:lnTo>
                  <a:pt x="9845" y="13879"/>
                </a:lnTo>
                <a:lnTo>
                  <a:pt x="9845" y="13924"/>
                </a:lnTo>
                <a:lnTo>
                  <a:pt x="9831" y="13924"/>
                </a:lnTo>
              </a:path>
              <a:path w="21600" h="21600">
                <a:moveTo>
                  <a:pt x="13375" y="13830"/>
                </a:moveTo>
                <a:lnTo>
                  <a:pt x="13397" y="13830"/>
                </a:lnTo>
                <a:lnTo>
                  <a:pt x="13397" y="13903"/>
                </a:lnTo>
                <a:lnTo>
                  <a:pt x="13375" y="13903"/>
                </a:lnTo>
              </a:path>
              <a:path w="21600" h="21600">
                <a:moveTo>
                  <a:pt x="2643" y="13830"/>
                </a:moveTo>
                <a:lnTo>
                  <a:pt x="2665" y="13830"/>
                </a:lnTo>
                <a:lnTo>
                  <a:pt x="2665" y="13903"/>
                </a:lnTo>
                <a:lnTo>
                  <a:pt x="2643" y="13903"/>
                </a:lnTo>
              </a:path>
              <a:path w="21600" h="21600">
                <a:moveTo>
                  <a:pt x="18245" y="13821"/>
                </a:moveTo>
                <a:lnTo>
                  <a:pt x="18265" y="13821"/>
                </a:lnTo>
                <a:lnTo>
                  <a:pt x="18265" y="13886"/>
                </a:lnTo>
                <a:lnTo>
                  <a:pt x="18245" y="13886"/>
                </a:lnTo>
              </a:path>
              <a:path w="21600" h="21600">
                <a:moveTo>
                  <a:pt x="7512" y="13821"/>
                </a:moveTo>
                <a:lnTo>
                  <a:pt x="7532" y="13821"/>
                </a:lnTo>
                <a:lnTo>
                  <a:pt x="7532" y="13886"/>
                </a:lnTo>
                <a:lnTo>
                  <a:pt x="7512" y="13886"/>
                </a:lnTo>
              </a:path>
              <a:path w="21600" h="21600">
                <a:moveTo>
                  <a:pt x="14477" y="13817"/>
                </a:moveTo>
                <a:lnTo>
                  <a:pt x="14488" y="13817"/>
                </a:lnTo>
                <a:lnTo>
                  <a:pt x="14488" y="13854"/>
                </a:lnTo>
                <a:lnTo>
                  <a:pt x="14477" y="13854"/>
                </a:lnTo>
              </a:path>
              <a:path w="21600" h="21600">
                <a:moveTo>
                  <a:pt x="3744" y="13817"/>
                </a:moveTo>
                <a:lnTo>
                  <a:pt x="3756" y="13817"/>
                </a:lnTo>
                <a:lnTo>
                  <a:pt x="3756" y="13854"/>
                </a:lnTo>
                <a:lnTo>
                  <a:pt x="3744" y="13854"/>
                </a:lnTo>
              </a:path>
              <a:path w="21600" h="21600">
                <a:moveTo>
                  <a:pt x="12577" y="13803"/>
                </a:moveTo>
                <a:lnTo>
                  <a:pt x="12613" y="13803"/>
                </a:lnTo>
                <a:lnTo>
                  <a:pt x="12613" y="13922"/>
                </a:lnTo>
                <a:lnTo>
                  <a:pt x="12577" y="13922"/>
                </a:lnTo>
              </a:path>
              <a:path w="21600" h="21600">
                <a:moveTo>
                  <a:pt x="1844" y="13803"/>
                </a:moveTo>
                <a:lnTo>
                  <a:pt x="1881" y="13803"/>
                </a:lnTo>
                <a:lnTo>
                  <a:pt x="1881" y="13922"/>
                </a:lnTo>
                <a:lnTo>
                  <a:pt x="1844" y="13922"/>
                </a:lnTo>
              </a:path>
              <a:path w="21600" h="21600">
                <a:moveTo>
                  <a:pt x="15091" y="13764"/>
                </a:moveTo>
                <a:lnTo>
                  <a:pt x="15113" y="13764"/>
                </a:lnTo>
                <a:lnTo>
                  <a:pt x="15113" y="13838"/>
                </a:lnTo>
                <a:lnTo>
                  <a:pt x="15091" y="13838"/>
                </a:lnTo>
              </a:path>
              <a:path w="21600" h="21600">
                <a:moveTo>
                  <a:pt x="4359" y="13764"/>
                </a:moveTo>
                <a:lnTo>
                  <a:pt x="4381" y="13764"/>
                </a:lnTo>
                <a:lnTo>
                  <a:pt x="4381" y="13838"/>
                </a:lnTo>
                <a:lnTo>
                  <a:pt x="4359" y="13838"/>
                </a:lnTo>
              </a:path>
              <a:path w="21600" h="21600">
                <a:moveTo>
                  <a:pt x="20564" y="13695"/>
                </a:moveTo>
                <a:lnTo>
                  <a:pt x="20577" y="13695"/>
                </a:lnTo>
                <a:lnTo>
                  <a:pt x="20577" y="13736"/>
                </a:lnTo>
                <a:lnTo>
                  <a:pt x="20564" y="13736"/>
                </a:lnTo>
              </a:path>
              <a:path w="21600" h="21600">
                <a:moveTo>
                  <a:pt x="9832" y="13695"/>
                </a:moveTo>
                <a:lnTo>
                  <a:pt x="9844" y="13695"/>
                </a:lnTo>
                <a:lnTo>
                  <a:pt x="9844" y="13736"/>
                </a:lnTo>
                <a:lnTo>
                  <a:pt x="9832" y="13736"/>
                </a:lnTo>
              </a:path>
              <a:path w="21600" h="21600">
                <a:moveTo>
                  <a:pt x="12087" y="13649"/>
                </a:moveTo>
                <a:lnTo>
                  <a:pt x="12108" y="13649"/>
                </a:lnTo>
                <a:lnTo>
                  <a:pt x="12108" y="13716"/>
                </a:lnTo>
                <a:lnTo>
                  <a:pt x="12087" y="13716"/>
                </a:lnTo>
              </a:path>
              <a:path w="21600" h="21600">
                <a:moveTo>
                  <a:pt x="16316" y="13643"/>
                </a:moveTo>
                <a:lnTo>
                  <a:pt x="16336" y="13643"/>
                </a:lnTo>
                <a:lnTo>
                  <a:pt x="16336" y="13708"/>
                </a:lnTo>
                <a:lnTo>
                  <a:pt x="16316" y="13708"/>
                </a:lnTo>
              </a:path>
              <a:path w="21600" h="21600">
                <a:moveTo>
                  <a:pt x="5584" y="13643"/>
                </a:moveTo>
                <a:lnTo>
                  <a:pt x="5603" y="13643"/>
                </a:lnTo>
                <a:lnTo>
                  <a:pt x="5603" y="13708"/>
                </a:lnTo>
                <a:lnTo>
                  <a:pt x="5584" y="13708"/>
                </a:lnTo>
              </a:path>
              <a:path w="21600" h="21600">
                <a:moveTo>
                  <a:pt x="14477" y="13633"/>
                </a:moveTo>
                <a:lnTo>
                  <a:pt x="14487" y="13633"/>
                </a:lnTo>
                <a:lnTo>
                  <a:pt x="14487" y="13666"/>
                </a:lnTo>
                <a:lnTo>
                  <a:pt x="14477" y="13666"/>
                </a:lnTo>
              </a:path>
              <a:path w="21600" h="21600">
                <a:moveTo>
                  <a:pt x="3745" y="13633"/>
                </a:moveTo>
                <a:lnTo>
                  <a:pt x="3755" y="13633"/>
                </a:lnTo>
                <a:lnTo>
                  <a:pt x="3755" y="13666"/>
                </a:lnTo>
                <a:lnTo>
                  <a:pt x="3745" y="13666"/>
                </a:lnTo>
              </a:path>
              <a:path w="21600" h="21600">
                <a:moveTo>
                  <a:pt x="12577" y="13618"/>
                </a:moveTo>
                <a:lnTo>
                  <a:pt x="12612" y="13618"/>
                </a:lnTo>
                <a:lnTo>
                  <a:pt x="12612" y="13734"/>
                </a:lnTo>
                <a:lnTo>
                  <a:pt x="12577" y="13734"/>
                </a:lnTo>
              </a:path>
              <a:path w="21600" h="21600">
                <a:moveTo>
                  <a:pt x="1845" y="13618"/>
                </a:moveTo>
                <a:lnTo>
                  <a:pt x="1880" y="13618"/>
                </a:lnTo>
                <a:lnTo>
                  <a:pt x="1880" y="13734"/>
                </a:lnTo>
                <a:lnTo>
                  <a:pt x="1845" y="13734"/>
                </a:lnTo>
              </a:path>
              <a:path w="21600" h="21600">
                <a:moveTo>
                  <a:pt x="20565" y="13511"/>
                </a:moveTo>
                <a:lnTo>
                  <a:pt x="20576" y="13511"/>
                </a:lnTo>
                <a:lnTo>
                  <a:pt x="20576" y="13548"/>
                </a:lnTo>
                <a:lnTo>
                  <a:pt x="20565" y="13548"/>
                </a:lnTo>
              </a:path>
              <a:path w="21600" h="21600">
                <a:moveTo>
                  <a:pt x="9832" y="13511"/>
                </a:moveTo>
                <a:lnTo>
                  <a:pt x="9843" y="13511"/>
                </a:lnTo>
                <a:lnTo>
                  <a:pt x="9843" y="13548"/>
                </a:lnTo>
                <a:lnTo>
                  <a:pt x="9832" y="13548"/>
                </a:lnTo>
              </a:path>
              <a:path w="21600" h="21600">
                <a:moveTo>
                  <a:pt x="13375" y="13478"/>
                </a:moveTo>
                <a:lnTo>
                  <a:pt x="13397" y="13478"/>
                </a:lnTo>
                <a:lnTo>
                  <a:pt x="13397" y="13549"/>
                </a:lnTo>
                <a:lnTo>
                  <a:pt x="13375" y="13549"/>
                </a:lnTo>
              </a:path>
              <a:path w="21600" h="21600">
                <a:moveTo>
                  <a:pt x="2643" y="13478"/>
                </a:moveTo>
                <a:lnTo>
                  <a:pt x="2665" y="13478"/>
                </a:lnTo>
                <a:lnTo>
                  <a:pt x="2665" y="13549"/>
                </a:lnTo>
                <a:lnTo>
                  <a:pt x="2643" y="13549"/>
                </a:lnTo>
              </a:path>
              <a:path w="21600" h="21600">
                <a:moveTo>
                  <a:pt x="18245" y="13468"/>
                </a:moveTo>
                <a:lnTo>
                  <a:pt x="18264" y="13468"/>
                </a:lnTo>
                <a:lnTo>
                  <a:pt x="18264" y="13532"/>
                </a:lnTo>
                <a:lnTo>
                  <a:pt x="18245" y="13532"/>
                </a:lnTo>
              </a:path>
              <a:path w="21600" h="21600">
                <a:moveTo>
                  <a:pt x="7513" y="13468"/>
                </a:moveTo>
                <a:lnTo>
                  <a:pt x="7532" y="13468"/>
                </a:lnTo>
                <a:lnTo>
                  <a:pt x="7532" y="13532"/>
                </a:lnTo>
                <a:lnTo>
                  <a:pt x="7513" y="13532"/>
                </a:lnTo>
              </a:path>
              <a:path w="21600" h="21600">
                <a:moveTo>
                  <a:pt x="14478" y="13449"/>
                </a:moveTo>
                <a:lnTo>
                  <a:pt x="14487" y="13449"/>
                </a:lnTo>
                <a:lnTo>
                  <a:pt x="14487" y="13478"/>
                </a:lnTo>
                <a:lnTo>
                  <a:pt x="14478" y="13478"/>
                </a:lnTo>
              </a:path>
              <a:path w="21600" h="21600">
                <a:moveTo>
                  <a:pt x="3746" y="13449"/>
                </a:moveTo>
                <a:lnTo>
                  <a:pt x="3754" y="13449"/>
                </a:lnTo>
                <a:lnTo>
                  <a:pt x="3754" y="13478"/>
                </a:lnTo>
                <a:lnTo>
                  <a:pt x="3746" y="13478"/>
                </a:lnTo>
              </a:path>
              <a:path w="21600" h="21600">
                <a:moveTo>
                  <a:pt x="12578" y="13434"/>
                </a:moveTo>
                <a:lnTo>
                  <a:pt x="12612" y="13434"/>
                </a:lnTo>
                <a:lnTo>
                  <a:pt x="12612" y="13546"/>
                </a:lnTo>
                <a:lnTo>
                  <a:pt x="12578" y="13546"/>
                </a:lnTo>
              </a:path>
              <a:path w="21600" h="21600">
                <a:moveTo>
                  <a:pt x="1846" y="13434"/>
                </a:moveTo>
                <a:lnTo>
                  <a:pt x="1879" y="13434"/>
                </a:lnTo>
                <a:lnTo>
                  <a:pt x="1879" y="13546"/>
                </a:lnTo>
                <a:lnTo>
                  <a:pt x="1846" y="13546"/>
                </a:lnTo>
              </a:path>
              <a:path w="21600" h="21600">
                <a:moveTo>
                  <a:pt x="15091" y="13411"/>
                </a:moveTo>
                <a:lnTo>
                  <a:pt x="15113" y="13411"/>
                </a:lnTo>
                <a:lnTo>
                  <a:pt x="15113" y="13484"/>
                </a:lnTo>
                <a:lnTo>
                  <a:pt x="15091" y="13484"/>
                </a:lnTo>
              </a:path>
              <a:path w="21600" h="21600">
                <a:moveTo>
                  <a:pt x="4359" y="13411"/>
                </a:moveTo>
                <a:lnTo>
                  <a:pt x="4381" y="13411"/>
                </a:lnTo>
                <a:lnTo>
                  <a:pt x="4381" y="13484"/>
                </a:lnTo>
                <a:lnTo>
                  <a:pt x="4359" y="13484"/>
                </a:lnTo>
              </a:path>
              <a:path w="21600" h="21600">
                <a:moveTo>
                  <a:pt x="20565" y="13327"/>
                </a:moveTo>
                <a:lnTo>
                  <a:pt x="20575" y="13327"/>
                </a:lnTo>
                <a:lnTo>
                  <a:pt x="20575" y="13360"/>
                </a:lnTo>
                <a:lnTo>
                  <a:pt x="20565" y="13360"/>
                </a:lnTo>
              </a:path>
              <a:path w="21600" h="21600">
                <a:moveTo>
                  <a:pt x="9833" y="13327"/>
                </a:moveTo>
                <a:lnTo>
                  <a:pt x="9843" y="13327"/>
                </a:lnTo>
                <a:lnTo>
                  <a:pt x="9843" y="13360"/>
                </a:lnTo>
                <a:lnTo>
                  <a:pt x="9833" y="13360"/>
                </a:lnTo>
              </a:path>
              <a:path w="21600" h="21600">
                <a:moveTo>
                  <a:pt x="12088" y="13297"/>
                </a:moveTo>
                <a:lnTo>
                  <a:pt x="12107" y="13297"/>
                </a:lnTo>
                <a:lnTo>
                  <a:pt x="12107" y="13362"/>
                </a:lnTo>
                <a:lnTo>
                  <a:pt x="12088" y="13362"/>
                </a:lnTo>
              </a:path>
              <a:path w="21600" h="21600">
                <a:moveTo>
                  <a:pt x="16316" y="13290"/>
                </a:moveTo>
                <a:lnTo>
                  <a:pt x="16335" y="13290"/>
                </a:lnTo>
                <a:lnTo>
                  <a:pt x="16335" y="13354"/>
                </a:lnTo>
                <a:lnTo>
                  <a:pt x="16316" y="13354"/>
                </a:lnTo>
              </a:path>
              <a:path w="21600" h="21600">
                <a:moveTo>
                  <a:pt x="5584" y="13290"/>
                </a:moveTo>
                <a:lnTo>
                  <a:pt x="5603" y="13290"/>
                </a:lnTo>
                <a:lnTo>
                  <a:pt x="5603" y="13354"/>
                </a:lnTo>
                <a:lnTo>
                  <a:pt x="5584" y="13354"/>
                </a:lnTo>
              </a:path>
              <a:path w="21600" h="21600">
                <a:moveTo>
                  <a:pt x="14479" y="13264"/>
                </a:moveTo>
                <a:lnTo>
                  <a:pt x="14486" y="13264"/>
                </a:lnTo>
                <a:lnTo>
                  <a:pt x="14486" y="13290"/>
                </a:lnTo>
                <a:lnTo>
                  <a:pt x="14479" y="13290"/>
                </a:lnTo>
              </a:path>
              <a:path w="21600" h="21600">
                <a:moveTo>
                  <a:pt x="3746" y="13264"/>
                </a:moveTo>
                <a:lnTo>
                  <a:pt x="3754" y="13264"/>
                </a:lnTo>
                <a:lnTo>
                  <a:pt x="3754" y="13290"/>
                </a:lnTo>
                <a:lnTo>
                  <a:pt x="3746" y="13290"/>
                </a:lnTo>
              </a:path>
              <a:path w="21600" h="21600">
                <a:moveTo>
                  <a:pt x="12579" y="13250"/>
                </a:moveTo>
                <a:lnTo>
                  <a:pt x="12611" y="13250"/>
                </a:lnTo>
                <a:lnTo>
                  <a:pt x="12611" y="13358"/>
                </a:lnTo>
                <a:lnTo>
                  <a:pt x="12579" y="13358"/>
                </a:lnTo>
              </a:path>
              <a:path w="21600" h="21600">
                <a:moveTo>
                  <a:pt x="1846" y="13250"/>
                </a:moveTo>
                <a:lnTo>
                  <a:pt x="1879" y="13250"/>
                </a:lnTo>
                <a:lnTo>
                  <a:pt x="1879" y="13358"/>
                </a:lnTo>
                <a:lnTo>
                  <a:pt x="1846" y="13358"/>
                </a:lnTo>
              </a:path>
              <a:path w="21600" h="21600">
                <a:moveTo>
                  <a:pt x="20566" y="13142"/>
                </a:moveTo>
                <a:lnTo>
                  <a:pt x="20575" y="13142"/>
                </a:lnTo>
                <a:lnTo>
                  <a:pt x="20575" y="13172"/>
                </a:lnTo>
                <a:lnTo>
                  <a:pt x="20566" y="13172"/>
                </a:lnTo>
              </a:path>
              <a:path w="21600" h="21600">
                <a:moveTo>
                  <a:pt x="9833" y="13142"/>
                </a:moveTo>
                <a:lnTo>
                  <a:pt x="9842" y="13142"/>
                </a:lnTo>
                <a:lnTo>
                  <a:pt x="9842" y="13172"/>
                </a:lnTo>
                <a:lnTo>
                  <a:pt x="9833" y="13172"/>
                </a:lnTo>
              </a:path>
              <a:path w="21600" h="21600">
                <a:moveTo>
                  <a:pt x="13376" y="13125"/>
                </a:moveTo>
                <a:lnTo>
                  <a:pt x="13397" y="13125"/>
                </a:lnTo>
                <a:lnTo>
                  <a:pt x="13397" y="13195"/>
                </a:lnTo>
                <a:lnTo>
                  <a:pt x="13376" y="13195"/>
                </a:lnTo>
              </a:path>
              <a:path w="21600" h="21600">
                <a:moveTo>
                  <a:pt x="2643" y="13125"/>
                </a:moveTo>
                <a:lnTo>
                  <a:pt x="2664" y="13125"/>
                </a:lnTo>
                <a:lnTo>
                  <a:pt x="2664" y="13195"/>
                </a:lnTo>
                <a:lnTo>
                  <a:pt x="2643" y="13195"/>
                </a:lnTo>
              </a:path>
              <a:path w="21600" h="21600">
                <a:moveTo>
                  <a:pt x="18245" y="13116"/>
                </a:moveTo>
                <a:lnTo>
                  <a:pt x="18264" y="13116"/>
                </a:lnTo>
                <a:lnTo>
                  <a:pt x="18264" y="13178"/>
                </a:lnTo>
                <a:lnTo>
                  <a:pt x="18245" y="13178"/>
                </a:lnTo>
              </a:path>
              <a:path w="21600" h="21600">
                <a:moveTo>
                  <a:pt x="7513" y="13116"/>
                </a:moveTo>
                <a:lnTo>
                  <a:pt x="7532" y="13116"/>
                </a:lnTo>
                <a:lnTo>
                  <a:pt x="7532" y="13178"/>
                </a:lnTo>
                <a:lnTo>
                  <a:pt x="7513" y="13178"/>
                </a:lnTo>
              </a:path>
              <a:path w="21600" h="21600">
                <a:moveTo>
                  <a:pt x="14479" y="13080"/>
                </a:moveTo>
                <a:lnTo>
                  <a:pt x="14486" y="13080"/>
                </a:lnTo>
                <a:lnTo>
                  <a:pt x="14486" y="13102"/>
                </a:lnTo>
                <a:lnTo>
                  <a:pt x="14479" y="13102"/>
                </a:lnTo>
              </a:path>
              <a:path w="21600" h="21600">
                <a:moveTo>
                  <a:pt x="3747" y="13080"/>
                </a:moveTo>
                <a:lnTo>
                  <a:pt x="3753" y="13080"/>
                </a:lnTo>
                <a:lnTo>
                  <a:pt x="3753" y="13102"/>
                </a:lnTo>
                <a:lnTo>
                  <a:pt x="3747" y="13102"/>
                </a:lnTo>
              </a:path>
              <a:path w="21600" h="21600">
                <a:moveTo>
                  <a:pt x="12579" y="13066"/>
                </a:moveTo>
                <a:lnTo>
                  <a:pt x="12610" y="13066"/>
                </a:lnTo>
                <a:lnTo>
                  <a:pt x="12610" y="13170"/>
                </a:lnTo>
                <a:lnTo>
                  <a:pt x="12579" y="13170"/>
                </a:lnTo>
              </a:path>
              <a:path w="21600" h="21600">
                <a:moveTo>
                  <a:pt x="1847" y="13066"/>
                </a:moveTo>
                <a:lnTo>
                  <a:pt x="1878" y="13066"/>
                </a:lnTo>
                <a:lnTo>
                  <a:pt x="1878" y="13170"/>
                </a:lnTo>
                <a:lnTo>
                  <a:pt x="1847" y="13170"/>
                </a:lnTo>
              </a:path>
              <a:path w="21600" h="21600">
                <a:moveTo>
                  <a:pt x="15092" y="13059"/>
                </a:moveTo>
                <a:lnTo>
                  <a:pt x="15113" y="13059"/>
                </a:lnTo>
                <a:lnTo>
                  <a:pt x="15113" y="13130"/>
                </a:lnTo>
                <a:lnTo>
                  <a:pt x="15092" y="13130"/>
                </a:lnTo>
              </a:path>
              <a:path w="21600" h="21600">
                <a:moveTo>
                  <a:pt x="4359" y="13059"/>
                </a:moveTo>
                <a:lnTo>
                  <a:pt x="4381" y="13059"/>
                </a:lnTo>
                <a:lnTo>
                  <a:pt x="4381" y="13130"/>
                </a:lnTo>
                <a:lnTo>
                  <a:pt x="4359" y="13130"/>
                </a:lnTo>
              </a:path>
              <a:path w="21600" h="21600">
                <a:moveTo>
                  <a:pt x="20567" y="12958"/>
                </a:moveTo>
                <a:lnTo>
                  <a:pt x="20574" y="12958"/>
                </a:lnTo>
                <a:lnTo>
                  <a:pt x="20574" y="12984"/>
                </a:lnTo>
                <a:lnTo>
                  <a:pt x="20567" y="12984"/>
                </a:lnTo>
              </a:path>
              <a:path w="21600" h="21600">
                <a:moveTo>
                  <a:pt x="9834" y="12958"/>
                </a:moveTo>
                <a:lnTo>
                  <a:pt x="9842" y="12958"/>
                </a:lnTo>
                <a:lnTo>
                  <a:pt x="9842" y="12984"/>
                </a:lnTo>
                <a:lnTo>
                  <a:pt x="9834" y="12984"/>
                </a:lnTo>
              </a:path>
              <a:path w="21600" h="21600">
                <a:moveTo>
                  <a:pt x="12088" y="12944"/>
                </a:moveTo>
                <a:lnTo>
                  <a:pt x="12107" y="12944"/>
                </a:lnTo>
                <a:lnTo>
                  <a:pt x="12107" y="13008"/>
                </a:lnTo>
                <a:lnTo>
                  <a:pt x="12088" y="13008"/>
                </a:lnTo>
              </a:path>
              <a:path w="21600" h="21600">
                <a:moveTo>
                  <a:pt x="16316" y="12938"/>
                </a:moveTo>
                <a:lnTo>
                  <a:pt x="16335" y="12938"/>
                </a:lnTo>
                <a:lnTo>
                  <a:pt x="16335" y="13000"/>
                </a:lnTo>
                <a:lnTo>
                  <a:pt x="16316" y="13000"/>
                </a:lnTo>
              </a:path>
              <a:path w="21600" h="21600">
                <a:moveTo>
                  <a:pt x="5584" y="12938"/>
                </a:moveTo>
                <a:lnTo>
                  <a:pt x="5603" y="12938"/>
                </a:lnTo>
                <a:lnTo>
                  <a:pt x="5603" y="13000"/>
                </a:lnTo>
                <a:lnTo>
                  <a:pt x="5584" y="13000"/>
                </a:lnTo>
              </a:path>
              <a:path w="21600" h="21600">
                <a:moveTo>
                  <a:pt x="14480" y="12896"/>
                </a:moveTo>
                <a:lnTo>
                  <a:pt x="14485" y="12896"/>
                </a:lnTo>
                <a:lnTo>
                  <a:pt x="14485" y="12913"/>
                </a:lnTo>
                <a:lnTo>
                  <a:pt x="14480" y="12913"/>
                </a:lnTo>
              </a:path>
              <a:path w="21600" h="21600">
                <a:moveTo>
                  <a:pt x="3747" y="12896"/>
                </a:moveTo>
                <a:lnTo>
                  <a:pt x="3753" y="12896"/>
                </a:lnTo>
                <a:lnTo>
                  <a:pt x="3753" y="12913"/>
                </a:lnTo>
                <a:lnTo>
                  <a:pt x="3747" y="12913"/>
                </a:lnTo>
              </a:path>
              <a:path w="21600" h="21600">
                <a:moveTo>
                  <a:pt x="12580" y="12882"/>
                </a:moveTo>
                <a:lnTo>
                  <a:pt x="12610" y="12882"/>
                </a:lnTo>
                <a:lnTo>
                  <a:pt x="12610" y="12982"/>
                </a:lnTo>
                <a:lnTo>
                  <a:pt x="12580" y="12982"/>
                </a:lnTo>
              </a:path>
              <a:path w="21600" h="21600">
                <a:moveTo>
                  <a:pt x="1847" y="12882"/>
                </a:moveTo>
                <a:lnTo>
                  <a:pt x="1878" y="12882"/>
                </a:lnTo>
                <a:lnTo>
                  <a:pt x="1878" y="12982"/>
                </a:lnTo>
                <a:lnTo>
                  <a:pt x="1847" y="12982"/>
                </a:lnTo>
              </a:path>
              <a:path w="21600" h="21600">
                <a:moveTo>
                  <a:pt x="20567" y="12774"/>
                </a:moveTo>
                <a:lnTo>
                  <a:pt x="20574" y="12774"/>
                </a:lnTo>
                <a:lnTo>
                  <a:pt x="20574" y="12795"/>
                </a:lnTo>
                <a:lnTo>
                  <a:pt x="20567" y="12795"/>
                </a:lnTo>
              </a:path>
              <a:path w="21600" h="21600">
                <a:moveTo>
                  <a:pt x="9835" y="12774"/>
                </a:moveTo>
                <a:lnTo>
                  <a:pt x="9841" y="12774"/>
                </a:lnTo>
                <a:lnTo>
                  <a:pt x="9841" y="12795"/>
                </a:lnTo>
                <a:lnTo>
                  <a:pt x="9835" y="12795"/>
                </a:lnTo>
              </a:path>
              <a:path w="21600" h="21600">
                <a:moveTo>
                  <a:pt x="13376" y="12773"/>
                </a:moveTo>
                <a:lnTo>
                  <a:pt x="13396" y="12773"/>
                </a:lnTo>
                <a:lnTo>
                  <a:pt x="13396" y="12841"/>
                </a:lnTo>
                <a:lnTo>
                  <a:pt x="13376" y="12841"/>
                </a:lnTo>
              </a:path>
              <a:path w="21600" h="21600">
                <a:moveTo>
                  <a:pt x="2643" y="12773"/>
                </a:moveTo>
                <a:lnTo>
                  <a:pt x="2664" y="12773"/>
                </a:lnTo>
                <a:lnTo>
                  <a:pt x="2664" y="12841"/>
                </a:lnTo>
                <a:lnTo>
                  <a:pt x="2643" y="12841"/>
                </a:lnTo>
              </a:path>
              <a:path w="21600" h="21600">
                <a:moveTo>
                  <a:pt x="18246" y="12763"/>
                </a:moveTo>
                <a:lnTo>
                  <a:pt x="18264" y="12763"/>
                </a:lnTo>
                <a:lnTo>
                  <a:pt x="18264" y="12824"/>
                </a:lnTo>
                <a:lnTo>
                  <a:pt x="18246" y="12824"/>
                </a:lnTo>
              </a:path>
              <a:path w="21600" h="21600">
                <a:moveTo>
                  <a:pt x="7513" y="12763"/>
                </a:moveTo>
                <a:lnTo>
                  <a:pt x="7531" y="12763"/>
                </a:lnTo>
                <a:lnTo>
                  <a:pt x="7531" y="12824"/>
                </a:lnTo>
                <a:lnTo>
                  <a:pt x="7513" y="12824"/>
                </a:lnTo>
              </a:path>
              <a:path w="21600" h="21600">
                <a:moveTo>
                  <a:pt x="15092" y="12706"/>
                </a:moveTo>
                <a:lnTo>
                  <a:pt x="15113" y="12706"/>
                </a:lnTo>
                <a:lnTo>
                  <a:pt x="15113" y="12776"/>
                </a:lnTo>
                <a:lnTo>
                  <a:pt x="15092" y="12776"/>
                </a:lnTo>
              </a:path>
              <a:path w="21600" h="21600">
                <a:moveTo>
                  <a:pt x="4359" y="12706"/>
                </a:moveTo>
                <a:lnTo>
                  <a:pt x="4380" y="12706"/>
                </a:lnTo>
                <a:lnTo>
                  <a:pt x="4380" y="12776"/>
                </a:lnTo>
                <a:lnTo>
                  <a:pt x="4359" y="12776"/>
                </a:lnTo>
              </a:path>
              <a:path w="21600" h="21600">
                <a:moveTo>
                  <a:pt x="12580" y="12697"/>
                </a:moveTo>
                <a:lnTo>
                  <a:pt x="12609" y="12697"/>
                </a:lnTo>
                <a:lnTo>
                  <a:pt x="12609" y="12794"/>
                </a:lnTo>
                <a:lnTo>
                  <a:pt x="12580" y="12794"/>
                </a:lnTo>
              </a:path>
              <a:path w="21600" h="21600">
                <a:moveTo>
                  <a:pt x="1848" y="12697"/>
                </a:moveTo>
                <a:lnTo>
                  <a:pt x="1877" y="12697"/>
                </a:lnTo>
                <a:lnTo>
                  <a:pt x="1877" y="12794"/>
                </a:lnTo>
                <a:lnTo>
                  <a:pt x="1848" y="12794"/>
                </a:lnTo>
              </a:path>
              <a:path w="21600" h="21600">
                <a:moveTo>
                  <a:pt x="12088" y="12592"/>
                </a:moveTo>
                <a:lnTo>
                  <a:pt x="12107" y="12592"/>
                </a:lnTo>
                <a:lnTo>
                  <a:pt x="12107" y="12654"/>
                </a:lnTo>
                <a:lnTo>
                  <a:pt x="12088" y="12654"/>
                </a:lnTo>
              </a:path>
              <a:path w="21600" h="21600">
                <a:moveTo>
                  <a:pt x="20568" y="12590"/>
                </a:moveTo>
                <a:lnTo>
                  <a:pt x="20573" y="12590"/>
                </a:lnTo>
                <a:lnTo>
                  <a:pt x="20573" y="12607"/>
                </a:lnTo>
                <a:lnTo>
                  <a:pt x="20568" y="12607"/>
                </a:lnTo>
              </a:path>
              <a:path w="21600" h="21600">
                <a:moveTo>
                  <a:pt x="9835" y="12590"/>
                </a:moveTo>
                <a:lnTo>
                  <a:pt x="9840" y="12590"/>
                </a:lnTo>
                <a:lnTo>
                  <a:pt x="9840" y="12607"/>
                </a:lnTo>
                <a:lnTo>
                  <a:pt x="9835" y="12607"/>
                </a:lnTo>
              </a:path>
              <a:path w="21600" h="21600">
                <a:moveTo>
                  <a:pt x="16317" y="12585"/>
                </a:moveTo>
                <a:lnTo>
                  <a:pt x="16335" y="12585"/>
                </a:lnTo>
                <a:lnTo>
                  <a:pt x="16335" y="12646"/>
                </a:lnTo>
                <a:lnTo>
                  <a:pt x="16317" y="12646"/>
                </a:lnTo>
              </a:path>
              <a:path w="21600" h="21600">
                <a:moveTo>
                  <a:pt x="5584" y="12585"/>
                </a:moveTo>
                <a:lnTo>
                  <a:pt x="5603" y="12585"/>
                </a:lnTo>
                <a:lnTo>
                  <a:pt x="5603" y="12646"/>
                </a:lnTo>
                <a:lnTo>
                  <a:pt x="5584" y="12646"/>
                </a:lnTo>
              </a:path>
              <a:path w="21600" h="21600">
                <a:moveTo>
                  <a:pt x="12581" y="12513"/>
                </a:moveTo>
                <a:lnTo>
                  <a:pt x="12609" y="12513"/>
                </a:lnTo>
                <a:lnTo>
                  <a:pt x="12609" y="12606"/>
                </a:lnTo>
                <a:lnTo>
                  <a:pt x="12581" y="12606"/>
                </a:lnTo>
              </a:path>
              <a:path w="21600" h="21600">
                <a:moveTo>
                  <a:pt x="1849" y="12513"/>
                </a:moveTo>
                <a:lnTo>
                  <a:pt x="1876" y="12513"/>
                </a:lnTo>
                <a:lnTo>
                  <a:pt x="1876" y="12606"/>
                </a:lnTo>
                <a:lnTo>
                  <a:pt x="1849" y="12606"/>
                </a:lnTo>
              </a:path>
              <a:path w="21600" h="21600">
                <a:moveTo>
                  <a:pt x="13376" y="12420"/>
                </a:moveTo>
                <a:lnTo>
                  <a:pt x="13396" y="12420"/>
                </a:lnTo>
                <a:lnTo>
                  <a:pt x="13396" y="12487"/>
                </a:lnTo>
                <a:lnTo>
                  <a:pt x="13376" y="12487"/>
                </a:lnTo>
              </a:path>
              <a:path w="21600" h="21600">
                <a:moveTo>
                  <a:pt x="2644" y="12420"/>
                </a:moveTo>
                <a:lnTo>
                  <a:pt x="2664" y="12420"/>
                </a:lnTo>
                <a:lnTo>
                  <a:pt x="2664" y="12487"/>
                </a:lnTo>
                <a:lnTo>
                  <a:pt x="2644" y="12487"/>
                </a:lnTo>
              </a:path>
              <a:path w="21600" h="21600">
                <a:moveTo>
                  <a:pt x="18246" y="12411"/>
                </a:moveTo>
                <a:lnTo>
                  <a:pt x="18264" y="12411"/>
                </a:lnTo>
                <a:lnTo>
                  <a:pt x="18264" y="12470"/>
                </a:lnTo>
                <a:lnTo>
                  <a:pt x="18246" y="12470"/>
                </a:lnTo>
              </a:path>
              <a:path w="21600" h="21600">
                <a:moveTo>
                  <a:pt x="7513" y="12411"/>
                </a:moveTo>
                <a:lnTo>
                  <a:pt x="7531" y="12411"/>
                </a:lnTo>
                <a:lnTo>
                  <a:pt x="7531" y="12470"/>
                </a:lnTo>
                <a:lnTo>
                  <a:pt x="7513" y="12470"/>
                </a:lnTo>
              </a:path>
              <a:path w="21600" h="21600">
                <a:moveTo>
                  <a:pt x="15092" y="12354"/>
                </a:moveTo>
                <a:lnTo>
                  <a:pt x="15113" y="12354"/>
                </a:lnTo>
                <a:lnTo>
                  <a:pt x="15113" y="12422"/>
                </a:lnTo>
                <a:lnTo>
                  <a:pt x="15092" y="12422"/>
                </a:lnTo>
              </a:path>
              <a:path w="21600" h="21600">
                <a:moveTo>
                  <a:pt x="4360" y="12354"/>
                </a:moveTo>
                <a:lnTo>
                  <a:pt x="4380" y="12354"/>
                </a:lnTo>
                <a:lnTo>
                  <a:pt x="4380" y="12422"/>
                </a:lnTo>
                <a:lnTo>
                  <a:pt x="4360" y="12422"/>
                </a:lnTo>
              </a:path>
              <a:path w="21600" h="21600">
                <a:moveTo>
                  <a:pt x="12582" y="12329"/>
                </a:moveTo>
                <a:lnTo>
                  <a:pt x="12608" y="12329"/>
                </a:lnTo>
                <a:lnTo>
                  <a:pt x="12608" y="12418"/>
                </a:lnTo>
                <a:lnTo>
                  <a:pt x="12582" y="12418"/>
                </a:lnTo>
              </a:path>
              <a:path w="21600" h="21600">
                <a:moveTo>
                  <a:pt x="1849" y="12329"/>
                </a:moveTo>
                <a:lnTo>
                  <a:pt x="1876" y="12329"/>
                </a:lnTo>
                <a:lnTo>
                  <a:pt x="1876" y="12418"/>
                </a:lnTo>
                <a:lnTo>
                  <a:pt x="1849" y="12418"/>
                </a:lnTo>
              </a:path>
              <a:path w="21600" h="21600">
                <a:moveTo>
                  <a:pt x="12088" y="12239"/>
                </a:moveTo>
                <a:lnTo>
                  <a:pt x="12107" y="12239"/>
                </a:lnTo>
                <a:lnTo>
                  <a:pt x="12107" y="12300"/>
                </a:lnTo>
                <a:lnTo>
                  <a:pt x="12088" y="12300"/>
                </a:lnTo>
              </a:path>
              <a:path w="21600" h="21600">
                <a:moveTo>
                  <a:pt x="16317" y="12233"/>
                </a:moveTo>
                <a:lnTo>
                  <a:pt x="16335" y="12233"/>
                </a:lnTo>
                <a:lnTo>
                  <a:pt x="16335" y="12292"/>
                </a:lnTo>
                <a:lnTo>
                  <a:pt x="16317" y="12292"/>
                </a:lnTo>
              </a:path>
              <a:path w="21600" h="21600">
                <a:moveTo>
                  <a:pt x="5584" y="12233"/>
                </a:moveTo>
                <a:lnTo>
                  <a:pt x="5602" y="12233"/>
                </a:lnTo>
                <a:lnTo>
                  <a:pt x="5602" y="12292"/>
                </a:lnTo>
                <a:lnTo>
                  <a:pt x="5584" y="12292"/>
                </a:lnTo>
              </a:path>
              <a:path w="21600" h="21600">
                <a:moveTo>
                  <a:pt x="12582" y="12145"/>
                </a:moveTo>
                <a:lnTo>
                  <a:pt x="12608" y="12145"/>
                </a:lnTo>
                <a:lnTo>
                  <a:pt x="12608" y="12229"/>
                </a:lnTo>
                <a:lnTo>
                  <a:pt x="12582" y="12229"/>
                </a:lnTo>
              </a:path>
              <a:path w="21600" h="21600">
                <a:moveTo>
                  <a:pt x="1850" y="12145"/>
                </a:moveTo>
                <a:lnTo>
                  <a:pt x="1875" y="12145"/>
                </a:lnTo>
                <a:lnTo>
                  <a:pt x="1875" y="12229"/>
                </a:lnTo>
                <a:lnTo>
                  <a:pt x="1850" y="12229"/>
                </a:lnTo>
              </a:path>
              <a:path w="21600" h="21600">
                <a:moveTo>
                  <a:pt x="13376" y="12068"/>
                </a:moveTo>
                <a:lnTo>
                  <a:pt x="13396" y="12068"/>
                </a:lnTo>
                <a:lnTo>
                  <a:pt x="13396" y="12133"/>
                </a:lnTo>
                <a:lnTo>
                  <a:pt x="13376" y="12133"/>
                </a:lnTo>
              </a:path>
              <a:path w="21600" h="21600">
                <a:moveTo>
                  <a:pt x="2644" y="12068"/>
                </a:moveTo>
                <a:lnTo>
                  <a:pt x="2664" y="12068"/>
                </a:lnTo>
                <a:lnTo>
                  <a:pt x="2664" y="12133"/>
                </a:lnTo>
                <a:lnTo>
                  <a:pt x="2644" y="12133"/>
                </a:lnTo>
              </a:path>
              <a:path w="21600" h="21600">
                <a:moveTo>
                  <a:pt x="18246" y="12058"/>
                </a:moveTo>
                <a:lnTo>
                  <a:pt x="18263" y="12058"/>
                </a:lnTo>
                <a:lnTo>
                  <a:pt x="18263" y="12116"/>
                </a:lnTo>
                <a:lnTo>
                  <a:pt x="18246" y="12116"/>
                </a:lnTo>
              </a:path>
              <a:path w="21600" h="21600">
                <a:moveTo>
                  <a:pt x="7513" y="12058"/>
                </a:moveTo>
                <a:lnTo>
                  <a:pt x="7531" y="12058"/>
                </a:lnTo>
                <a:lnTo>
                  <a:pt x="7531" y="12116"/>
                </a:lnTo>
                <a:lnTo>
                  <a:pt x="7513" y="12116"/>
                </a:lnTo>
              </a:path>
              <a:path w="21600" h="21600">
                <a:moveTo>
                  <a:pt x="15092" y="12001"/>
                </a:moveTo>
                <a:lnTo>
                  <a:pt x="15112" y="12001"/>
                </a:lnTo>
                <a:lnTo>
                  <a:pt x="15112" y="12068"/>
                </a:lnTo>
                <a:lnTo>
                  <a:pt x="15092" y="12068"/>
                </a:lnTo>
              </a:path>
              <a:path w="21600" h="21600">
                <a:moveTo>
                  <a:pt x="4360" y="12001"/>
                </a:moveTo>
                <a:lnTo>
                  <a:pt x="4380" y="12001"/>
                </a:lnTo>
                <a:lnTo>
                  <a:pt x="4380" y="12068"/>
                </a:lnTo>
                <a:lnTo>
                  <a:pt x="4360" y="12068"/>
                </a:lnTo>
              </a:path>
              <a:path w="21600" h="21600">
                <a:moveTo>
                  <a:pt x="12583" y="11961"/>
                </a:moveTo>
                <a:lnTo>
                  <a:pt x="12607" y="11961"/>
                </a:lnTo>
                <a:lnTo>
                  <a:pt x="12607" y="12041"/>
                </a:lnTo>
                <a:lnTo>
                  <a:pt x="12583" y="12041"/>
                </a:lnTo>
              </a:path>
              <a:path w="21600" h="21600">
                <a:moveTo>
                  <a:pt x="1850" y="11961"/>
                </a:moveTo>
                <a:lnTo>
                  <a:pt x="1875" y="11961"/>
                </a:lnTo>
                <a:lnTo>
                  <a:pt x="1875" y="12041"/>
                </a:lnTo>
                <a:lnTo>
                  <a:pt x="1850" y="12041"/>
                </a:lnTo>
              </a:path>
              <a:path w="21600" h="21600">
                <a:moveTo>
                  <a:pt x="12089" y="11887"/>
                </a:moveTo>
                <a:lnTo>
                  <a:pt x="12106" y="11887"/>
                </a:lnTo>
                <a:lnTo>
                  <a:pt x="12106" y="11946"/>
                </a:lnTo>
                <a:lnTo>
                  <a:pt x="12089" y="11946"/>
                </a:lnTo>
              </a:path>
              <a:path w="21600" h="21600">
                <a:moveTo>
                  <a:pt x="16317" y="11881"/>
                </a:moveTo>
                <a:lnTo>
                  <a:pt x="16334" y="11881"/>
                </a:lnTo>
                <a:lnTo>
                  <a:pt x="16334" y="11938"/>
                </a:lnTo>
                <a:lnTo>
                  <a:pt x="16317" y="11938"/>
                </a:lnTo>
              </a:path>
              <a:path w="21600" h="21600">
                <a:moveTo>
                  <a:pt x="5585" y="11881"/>
                </a:moveTo>
                <a:lnTo>
                  <a:pt x="5602" y="11881"/>
                </a:lnTo>
                <a:lnTo>
                  <a:pt x="5602" y="11938"/>
                </a:lnTo>
                <a:lnTo>
                  <a:pt x="5585" y="11938"/>
                </a:lnTo>
              </a:path>
              <a:path w="21600" h="21600">
                <a:moveTo>
                  <a:pt x="12583" y="11777"/>
                </a:moveTo>
                <a:lnTo>
                  <a:pt x="12606" y="11777"/>
                </a:lnTo>
                <a:lnTo>
                  <a:pt x="12606" y="11853"/>
                </a:lnTo>
                <a:lnTo>
                  <a:pt x="12583" y="11853"/>
                </a:lnTo>
              </a:path>
              <a:path w="21600" h="21600">
                <a:moveTo>
                  <a:pt x="1851" y="11777"/>
                </a:moveTo>
                <a:lnTo>
                  <a:pt x="1874" y="11777"/>
                </a:lnTo>
                <a:lnTo>
                  <a:pt x="1874" y="11853"/>
                </a:lnTo>
                <a:lnTo>
                  <a:pt x="1851" y="11853"/>
                </a:lnTo>
              </a:path>
              <a:path w="21600" h="21600">
                <a:moveTo>
                  <a:pt x="13377" y="11715"/>
                </a:moveTo>
                <a:lnTo>
                  <a:pt x="13396" y="11715"/>
                </a:lnTo>
                <a:lnTo>
                  <a:pt x="13396" y="11779"/>
                </a:lnTo>
                <a:lnTo>
                  <a:pt x="13377" y="11779"/>
                </a:lnTo>
              </a:path>
              <a:path w="21600" h="21600">
                <a:moveTo>
                  <a:pt x="2644" y="11715"/>
                </a:moveTo>
                <a:lnTo>
                  <a:pt x="2663" y="11715"/>
                </a:lnTo>
                <a:lnTo>
                  <a:pt x="2663" y="11779"/>
                </a:lnTo>
                <a:lnTo>
                  <a:pt x="2644" y="11779"/>
                </a:lnTo>
              </a:path>
              <a:path w="21600" h="21600">
                <a:moveTo>
                  <a:pt x="18246" y="11706"/>
                </a:moveTo>
                <a:lnTo>
                  <a:pt x="18263" y="11706"/>
                </a:lnTo>
                <a:lnTo>
                  <a:pt x="18263" y="11763"/>
                </a:lnTo>
                <a:lnTo>
                  <a:pt x="18246" y="11763"/>
                </a:lnTo>
              </a:path>
              <a:path w="21600" h="21600">
                <a:moveTo>
                  <a:pt x="7514" y="11706"/>
                </a:moveTo>
                <a:lnTo>
                  <a:pt x="7531" y="11706"/>
                </a:lnTo>
                <a:lnTo>
                  <a:pt x="7531" y="11763"/>
                </a:lnTo>
                <a:lnTo>
                  <a:pt x="7514" y="11763"/>
                </a:lnTo>
              </a:path>
              <a:path w="21600" h="21600">
                <a:moveTo>
                  <a:pt x="15093" y="11649"/>
                </a:moveTo>
                <a:lnTo>
                  <a:pt x="15112" y="11649"/>
                </a:lnTo>
                <a:lnTo>
                  <a:pt x="15112" y="11714"/>
                </a:lnTo>
                <a:lnTo>
                  <a:pt x="15093" y="11714"/>
                </a:lnTo>
              </a:path>
              <a:path w="21600" h="21600">
                <a:moveTo>
                  <a:pt x="4360" y="11649"/>
                </a:moveTo>
                <a:lnTo>
                  <a:pt x="4380" y="11649"/>
                </a:lnTo>
                <a:lnTo>
                  <a:pt x="4380" y="11714"/>
                </a:lnTo>
                <a:lnTo>
                  <a:pt x="4360" y="11714"/>
                </a:lnTo>
              </a:path>
              <a:path w="21600" h="21600">
                <a:moveTo>
                  <a:pt x="19958" y="11608"/>
                </a:moveTo>
                <a:lnTo>
                  <a:pt x="19982" y="11608"/>
                </a:lnTo>
                <a:lnTo>
                  <a:pt x="19982" y="11687"/>
                </a:lnTo>
                <a:lnTo>
                  <a:pt x="19958" y="11687"/>
                </a:lnTo>
              </a:path>
              <a:path w="21600" h="21600">
                <a:moveTo>
                  <a:pt x="9226" y="11608"/>
                </a:moveTo>
                <a:lnTo>
                  <a:pt x="9249" y="11608"/>
                </a:lnTo>
                <a:lnTo>
                  <a:pt x="9249" y="11687"/>
                </a:lnTo>
                <a:lnTo>
                  <a:pt x="9226" y="11687"/>
                </a:lnTo>
              </a:path>
              <a:path w="21600" h="21600">
                <a:moveTo>
                  <a:pt x="12584" y="11593"/>
                </a:moveTo>
                <a:lnTo>
                  <a:pt x="12606" y="11593"/>
                </a:lnTo>
                <a:lnTo>
                  <a:pt x="12606" y="11665"/>
                </a:lnTo>
                <a:lnTo>
                  <a:pt x="12584" y="11665"/>
                </a:lnTo>
              </a:path>
              <a:path w="21600" h="21600">
                <a:moveTo>
                  <a:pt x="1852" y="11593"/>
                </a:moveTo>
                <a:lnTo>
                  <a:pt x="1873" y="11593"/>
                </a:lnTo>
                <a:lnTo>
                  <a:pt x="1873" y="11665"/>
                </a:lnTo>
                <a:lnTo>
                  <a:pt x="1852" y="11665"/>
                </a:lnTo>
              </a:path>
              <a:path w="21600" h="21600">
                <a:moveTo>
                  <a:pt x="12089" y="11535"/>
                </a:moveTo>
                <a:lnTo>
                  <a:pt x="12106" y="11535"/>
                </a:lnTo>
                <a:lnTo>
                  <a:pt x="12106" y="11593"/>
                </a:lnTo>
                <a:lnTo>
                  <a:pt x="12089" y="11593"/>
                </a:lnTo>
              </a:path>
              <a:path w="21600" h="21600">
                <a:moveTo>
                  <a:pt x="16317" y="11528"/>
                </a:moveTo>
                <a:lnTo>
                  <a:pt x="16334" y="11528"/>
                </a:lnTo>
                <a:lnTo>
                  <a:pt x="16334" y="11584"/>
                </a:lnTo>
                <a:lnTo>
                  <a:pt x="16317" y="11584"/>
                </a:lnTo>
              </a:path>
              <a:path w="21600" h="21600">
                <a:moveTo>
                  <a:pt x="5585" y="11528"/>
                </a:moveTo>
                <a:lnTo>
                  <a:pt x="5602" y="11528"/>
                </a:lnTo>
                <a:lnTo>
                  <a:pt x="5602" y="11584"/>
                </a:lnTo>
                <a:lnTo>
                  <a:pt x="5585" y="11584"/>
                </a:lnTo>
              </a:path>
              <a:path w="21600" h="21600">
                <a:moveTo>
                  <a:pt x="12584" y="11408"/>
                </a:moveTo>
                <a:lnTo>
                  <a:pt x="12605" y="11408"/>
                </a:lnTo>
                <a:lnTo>
                  <a:pt x="12605" y="11477"/>
                </a:lnTo>
                <a:lnTo>
                  <a:pt x="12584" y="11477"/>
                </a:lnTo>
              </a:path>
              <a:path w="21600" h="21600">
                <a:moveTo>
                  <a:pt x="1852" y="11408"/>
                </a:moveTo>
                <a:lnTo>
                  <a:pt x="1873" y="11408"/>
                </a:lnTo>
                <a:lnTo>
                  <a:pt x="1873" y="11477"/>
                </a:lnTo>
                <a:lnTo>
                  <a:pt x="1852" y="11477"/>
                </a:lnTo>
              </a:path>
              <a:path w="21600" h="21600">
                <a:moveTo>
                  <a:pt x="13377" y="11363"/>
                </a:moveTo>
                <a:lnTo>
                  <a:pt x="13396" y="11363"/>
                </a:lnTo>
                <a:lnTo>
                  <a:pt x="13396" y="11425"/>
                </a:lnTo>
                <a:lnTo>
                  <a:pt x="13377" y="11425"/>
                </a:lnTo>
              </a:path>
              <a:path w="21600" h="21600">
                <a:moveTo>
                  <a:pt x="2644" y="11363"/>
                </a:moveTo>
                <a:lnTo>
                  <a:pt x="2663" y="11363"/>
                </a:lnTo>
                <a:lnTo>
                  <a:pt x="2663" y="11425"/>
                </a:lnTo>
                <a:lnTo>
                  <a:pt x="2644" y="11425"/>
                </a:lnTo>
              </a:path>
              <a:path w="21600" h="21600">
                <a:moveTo>
                  <a:pt x="18247" y="11354"/>
                </a:moveTo>
                <a:lnTo>
                  <a:pt x="18263" y="11354"/>
                </a:lnTo>
                <a:lnTo>
                  <a:pt x="18263" y="11408"/>
                </a:lnTo>
                <a:lnTo>
                  <a:pt x="18247" y="11408"/>
                </a:lnTo>
              </a:path>
              <a:path w="21600" h="21600">
                <a:moveTo>
                  <a:pt x="7514" y="11354"/>
                </a:moveTo>
                <a:lnTo>
                  <a:pt x="7531" y="11354"/>
                </a:lnTo>
                <a:lnTo>
                  <a:pt x="7531" y="11408"/>
                </a:lnTo>
                <a:lnTo>
                  <a:pt x="7514" y="11408"/>
                </a:lnTo>
              </a:path>
              <a:path w="21600" h="21600">
                <a:moveTo>
                  <a:pt x="15093" y="11297"/>
                </a:moveTo>
                <a:lnTo>
                  <a:pt x="15112" y="11297"/>
                </a:lnTo>
                <a:lnTo>
                  <a:pt x="15112" y="11360"/>
                </a:lnTo>
                <a:lnTo>
                  <a:pt x="15093" y="11360"/>
                </a:lnTo>
              </a:path>
              <a:path w="21600" h="21600">
                <a:moveTo>
                  <a:pt x="4360" y="11297"/>
                </a:moveTo>
                <a:lnTo>
                  <a:pt x="4380" y="11297"/>
                </a:lnTo>
                <a:lnTo>
                  <a:pt x="4380" y="11360"/>
                </a:lnTo>
                <a:lnTo>
                  <a:pt x="4360" y="11360"/>
                </a:lnTo>
              </a:path>
              <a:path w="21600" h="21600">
                <a:moveTo>
                  <a:pt x="19959" y="11256"/>
                </a:moveTo>
                <a:lnTo>
                  <a:pt x="19982" y="11256"/>
                </a:lnTo>
                <a:lnTo>
                  <a:pt x="19982" y="11333"/>
                </a:lnTo>
                <a:lnTo>
                  <a:pt x="19959" y="11333"/>
                </a:lnTo>
              </a:path>
              <a:path w="21600" h="21600">
                <a:moveTo>
                  <a:pt x="9226" y="11256"/>
                </a:moveTo>
                <a:lnTo>
                  <a:pt x="9249" y="11256"/>
                </a:lnTo>
                <a:lnTo>
                  <a:pt x="9249" y="11333"/>
                </a:lnTo>
                <a:lnTo>
                  <a:pt x="9226" y="11333"/>
                </a:lnTo>
              </a:path>
              <a:path w="21600" h="21600">
                <a:moveTo>
                  <a:pt x="12585" y="11224"/>
                </a:moveTo>
                <a:lnTo>
                  <a:pt x="12605" y="11224"/>
                </a:lnTo>
                <a:lnTo>
                  <a:pt x="12605" y="11289"/>
                </a:lnTo>
                <a:lnTo>
                  <a:pt x="12585" y="11289"/>
                </a:lnTo>
              </a:path>
              <a:path w="21600" h="21600">
                <a:moveTo>
                  <a:pt x="1853" y="11224"/>
                </a:moveTo>
                <a:lnTo>
                  <a:pt x="1872" y="11224"/>
                </a:lnTo>
                <a:lnTo>
                  <a:pt x="1872" y="11289"/>
                </a:lnTo>
                <a:lnTo>
                  <a:pt x="1853" y="11289"/>
                </a:lnTo>
              </a:path>
              <a:path w="21600" h="21600">
                <a:moveTo>
                  <a:pt x="10732" y="11190"/>
                </a:moveTo>
                <a:lnTo>
                  <a:pt x="10774" y="11190"/>
                </a:lnTo>
                <a:lnTo>
                  <a:pt x="10774" y="11330"/>
                </a:lnTo>
                <a:lnTo>
                  <a:pt x="10732" y="11330"/>
                </a:lnTo>
              </a:path>
              <a:path w="21600" h="21600">
                <a:moveTo>
                  <a:pt x="0" y="11190"/>
                </a:moveTo>
                <a:lnTo>
                  <a:pt x="42" y="11190"/>
                </a:lnTo>
                <a:lnTo>
                  <a:pt x="42" y="11330"/>
                </a:lnTo>
                <a:lnTo>
                  <a:pt x="0" y="11330"/>
                </a:lnTo>
              </a:path>
              <a:path w="21600" h="21600">
                <a:moveTo>
                  <a:pt x="12089" y="11182"/>
                </a:moveTo>
                <a:lnTo>
                  <a:pt x="12106" y="11182"/>
                </a:lnTo>
                <a:lnTo>
                  <a:pt x="12106" y="11239"/>
                </a:lnTo>
                <a:lnTo>
                  <a:pt x="12089" y="11239"/>
                </a:lnTo>
              </a:path>
              <a:path w="21600" h="21600">
                <a:moveTo>
                  <a:pt x="16318" y="11175"/>
                </a:moveTo>
                <a:lnTo>
                  <a:pt x="16334" y="11175"/>
                </a:lnTo>
                <a:lnTo>
                  <a:pt x="16334" y="11230"/>
                </a:lnTo>
                <a:lnTo>
                  <a:pt x="16318" y="11230"/>
                </a:lnTo>
              </a:path>
              <a:path w="21600" h="21600">
                <a:moveTo>
                  <a:pt x="5585" y="11175"/>
                </a:moveTo>
                <a:lnTo>
                  <a:pt x="5602" y="11175"/>
                </a:lnTo>
                <a:lnTo>
                  <a:pt x="5602" y="11230"/>
                </a:lnTo>
                <a:lnTo>
                  <a:pt x="5585" y="11230"/>
                </a:lnTo>
              </a:path>
              <a:path w="21600" h="21600">
                <a:moveTo>
                  <a:pt x="12586" y="11040"/>
                </a:moveTo>
                <a:lnTo>
                  <a:pt x="12604" y="11040"/>
                </a:lnTo>
                <a:lnTo>
                  <a:pt x="12604" y="11101"/>
                </a:lnTo>
                <a:lnTo>
                  <a:pt x="12586" y="11101"/>
                </a:lnTo>
              </a:path>
              <a:path w="21600" h="21600">
                <a:moveTo>
                  <a:pt x="1853" y="11040"/>
                </a:moveTo>
                <a:lnTo>
                  <a:pt x="1872" y="11040"/>
                </a:lnTo>
                <a:lnTo>
                  <a:pt x="1872" y="11101"/>
                </a:lnTo>
                <a:lnTo>
                  <a:pt x="1853" y="11101"/>
                </a:lnTo>
              </a:path>
              <a:path w="21600" h="21600">
                <a:moveTo>
                  <a:pt x="13377" y="11010"/>
                </a:moveTo>
                <a:lnTo>
                  <a:pt x="13395" y="11010"/>
                </a:lnTo>
                <a:lnTo>
                  <a:pt x="13395" y="11071"/>
                </a:lnTo>
                <a:lnTo>
                  <a:pt x="13377" y="11071"/>
                </a:lnTo>
              </a:path>
              <a:path w="21600" h="21600">
                <a:moveTo>
                  <a:pt x="2645" y="11010"/>
                </a:moveTo>
                <a:lnTo>
                  <a:pt x="2663" y="11010"/>
                </a:lnTo>
                <a:lnTo>
                  <a:pt x="2663" y="11071"/>
                </a:lnTo>
                <a:lnTo>
                  <a:pt x="2645" y="11071"/>
                </a:lnTo>
              </a:path>
              <a:path w="21600" h="21600">
                <a:moveTo>
                  <a:pt x="10733" y="11006"/>
                </a:moveTo>
                <a:lnTo>
                  <a:pt x="10773" y="11006"/>
                </a:lnTo>
                <a:lnTo>
                  <a:pt x="10773" y="11142"/>
                </a:lnTo>
                <a:lnTo>
                  <a:pt x="10733" y="11142"/>
                </a:lnTo>
              </a:path>
              <a:path w="21600" h="21600">
                <a:moveTo>
                  <a:pt x="0" y="11006"/>
                </a:moveTo>
                <a:lnTo>
                  <a:pt x="41" y="11006"/>
                </a:lnTo>
                <a:lnTo>
                  <a:pt x="41" y="11142"/>
                </a:lnTo>
                <a:lnTo>
                  <a:pt x="0" y="11142"/>
                </a:lnTo>
              </a:path>
              <a:path w="21600" h="21600">
                <a:moveTo>
                  <a:pt x="18247" y="11001"/>
                </a:moveTo>
                <a:lnTo>
                  <a:pt x="18263" y="11001"/>
                </a:lnTo>
                <a:lnTo>
                  <a:pt x="18263" y="11054"/>
                </a:lnTo>
                <a:lnTo>
                  <a:pt x="18247" y="11054"/>
                </a:lnTo>
              </a:path>
              <a:path w="21600" h="21600">
                <a:moveTo>
                  <a:pt x="7514" y="11001"/>
                </a:moveTo>
                <a:lnTo>
                  <a:pt x="7530" y="11001"/>
                </a:lnTo>
                <a:lnTo>
                  <a:pt x="7530" y="11054"/>
                </a:lnTo>
                <a:lnTo>
                  <a:pt x="7514" y="11054"/>
                </a:lnTo>
              </a:path>
              <a:path w="21600" h="21600">
                <a:moveTo>
                  <a:pt x="15093" y="10944"/>
                </a:moveTo>
                <a:lnTo>
                  <a:pt x="15112" y="10944"/>
                </a:lnTo>
                <a:lnTo>
                  <a:pt x="15112" y="11006"/>
                </a:lnTo>
                <a:lnTo>
                  <a:pt x="15093" y="11006"/>
                </a:lnTo>
              </a:path>
              <a:path w="21600" h="21600">
                <a:moveTo>
                  <a:pt x="4361" y="10944"/>
                </a:moveTo>
                <a:lnTo>
                  <a:pt x="4379" y="10944"/>
                </a:lnTo>
                <a:lnTo>
                  <a:pt x="4379" y="11006"/>
                </a:lnTo>
                <a:lnTo>
                  <a:pt x="4361" y="11006"/>
                </a:lnTo>
              </a:path>
              <a:path w="21600" h="21600">
                <a:moveTo>
                  <a:pt x="11311" y="10926"/>
                </a:moveTo>
                <a:lnTo>
                  <a:pt x="11335" y="10926"/>
                </a:lnTo>
                <a:lnTo>
                  <a:pt x="11335" y="11004"/>
                </a:lnTo>
                <a:lnTo>
                  <a:pt x="11311" y="11004"/>
                </a:lnTo>
              </a:path>
              <a:path w="21600" h="21600">
                <a:moveTo>
                  <a:pt x="19959" y="10903"/>
                </a:moveTo>
                <a:lnTo>
                  <a:pt x="19982" y="10903"/>
                </a:lnTo>
                <a:lnTo>
                  <a:pt x="19982" y="10979"/>
                </a:lnTo>
                <a:lnTo>
                  <a:pt x="19959" y="10979"/>
                </a:lnTo>
              </a:path>
              <a:path w="21600" h="21600">
                <a:moveTo>
                  <a:pt x="9226" y="10903"/>
                </a:moveTo>
                <a:lnTo>
                  <a:pt x="9249" y="10903"/>
                </a:lnTo>
                <a:lnTo>
                  <a:pt x="9249" y="10979"/>
                </a:lnTo>
                <a:lnTo>
                  <a:pt x="9226" y="10979"/>
                </a:lnTo>
              </a:path>
              <a:path w="21600" h="21600">
                <a:moveTo>
                  <a:pt x="12586" y="10856"/>
                </a:moveTo>
                <a:lnTo>
                  <a:pt x="12603" y="10856"/>
                </a:lnTo>
                <a:lnTo>
                  <a:pt x="12603" y="10913"/>
                </a:lnTo>
                <a:lnTo>
                  <a:pt x="12586" y="10913"/>
                </a:lnTo>
              </a:path>
              <a:path w="21600" h="21600">
                <a:moveTo>
                  <a:pt x="1854" y="10856"/>
                </a:moveTo>
                <a:lnTo>
                  <a:pt x="1871" y="10856"/>
                </a:lnTo>
                <a:lnTo>
                  <a:pt x="1871" y="10913"/>
                </a:lnTo>
                <a:lnTo>
                  <a:pt x="1854" y="10913"/>
                </a:lnTo>
              </a:path>
              <a:path w="21600" h="21600">
                <a:moveTo>
                  <a:pt x="12089" y="10830"/>
                </a:moveTo>
                <a:lnTo>
                  <a:pt x="12106" y="10830"/>
                </a:lnTo>
                <a:lnTo>
                  <a:pt x="12106" y="10885"/>
                </a:lnTo>
                <a:lnTo>
                  <a:pt x="12089" y="10885"/>
                </a:lnTo>
              </a:path>
              <a:path w="21600" h="21600">
                <a:moveTo>
                  <a:pt x="16318" y="10823"/>
                </a:moveTo>
                <a:lnTo>
                  <a:pt x="16334" y="10823"/>
                </a:lnTo>
                <a:lnTo>
                  <a:pt x="16334" y="10877"/>
                </a:lnTo>
                <a:lnTo>
                  <a:pt x="16318" y="10877"/>
                </a:lnTo>
              </a:path>
              <a:path w="21600" h="21600">
                <a:moveTo>
                  <a:pt x="5585" y="10823"/>
                </a:moveTo>
                <a:lnTo>
                  <a:pt x="5601" y="10823"/>
                </a:lnTo>
                <a:lnTo>
                  <a:pt x="5601" y="10877"/>
                </a:lnTo>
                <a:lnTo>
                  <a:pt x="5585" y="10877"/>
                </a:lnTo>
              </a:path>
              <a:path w="21600" h="21600">
                <a:moveTo>
                  <a:pt x="10733" y="10822"/>
                </a:moveTo>
                <a:lnTo>
                  <a:pt x="10773" y="10822"/>
                </a:lnTo>
                <a:lnTo>
                  <a:pt x="10773" y="10954"/>
                </a:lnTo>
                <a:lnTo>
                  <a:pt x="10733" y="10954"/>
                </a:lnTo>
              </a:path>
              <a:path w="21600" h="21600">
                <a:moveTo>
                  <a:pt x="1" y="10822"/>
                </a:moveTo>
                <a:lnTo>
                  <a:pt x="40" y="10822"/>
                </a:lnTo>
                <a:lnTo>
                  <a:pt x="40" y="10954"/>
                </a:lnTo>
                <a:lnTo>
                  <a:pt x="1" y="10954"/>
                </a:lnTo>
              </a:path>
              <a:path w="21600" h="21600">
                <a:moveTo>
                  <a:pt x="12587" y="10672"/>
                </a:moveTo>
                <a:lnTo>
                  <a:pt x="12603" y="10672"/>
                </a:lnTo>
                <a:lnTo>
                  <a:pt x="12603" y="10724"/>
                </a:lnTo>
                <a:lnTo>
                  <a:pt x="12587" y="10724"/>
                </a:lnTo>
              </a:path>
              <a:path w="21600" h="21600">
                <a:moveTo>
                  <a:pt x="1854" y="10672"/>
                </a:moveTo>
                <a:lnTo>
                  <a:pt x="1870" y="10672"/>
                </a:lnTo>
                <a:lnTo>
                  <a:pt x="1870" y="10724"/>
                </a:lnTo>
                <a:lnTo>
                  <a:pt x="1854" y="10724"/>
                </a:lnTo>
              </a:path>
              <a:path w="21600" h="21600">
                <a:moveTo>
                  <a:pt x="13377" y="10658"/>
                </a:moveTo>
                <a:lnTo>
                  <a:pt x="13395" y="10658"/>
                </a:lnTo>
                <a:lnTo>
                  <a:pt x="13395" y="10717"/>
                </a:lnTo>
                <a:lnTo>
                  <a:pt x="13377" y="10717"/>
                </a:lnTo>
              </a:path>
              <a:path w="21600" h="21600">
                <a:moveTo>
                  <a:pt x="2645" y="10658"/>
                </a:moveTo>
                <a:lnTo>
                  <a:pt x="2663" y="10658"/>
                </a:lnTo>
                <a:lnTo>
                  <a:pt x="2663" y="10717"/>
                </a:lnTo>
                <a:lnTo>
                  <a:pt x="2645" y="10717"/>
                </a:lnTo>
              </a:path>
              <a:path w="21600" h="21600">
                <a:moveTo>
                  <a:pt x="18247" y="10649"/>
                </a:moveTo>
                <a:lnTo>
                  <a:pt x="18263" y="10649"/>
                </a:lnTo>
                <a:lnTo>
                  <a:pt x="18263" y="10701"/>
                </a:lnTo>
                <a:lnTo>
                  <a:pt x="18247" y="10701"/>
                </a:lnTo>
              </a:path>
              <a:path w="21600" h="21600">
                <a:moveTo>
                  <a:pt x="7514" y="10649"/>
                </a:moveTo>
                <a:lnTo>
                  <a:pt x="7530" y="10649"/>
                </a:lnTo>
                <a:lnTo>
                  <a:pt x="7530" y="10701"/>
                </a:lnTo>
                <a:lnTo>
                  <a:pt x="7514" y="10701"/>
                </a:lnTo>
              </a:path>
              <a:path w="21600" h="21600">
                <a:moveTo>
                  <a:pt x="10734" y="10638"/>
                </a:moveTo>
                <a:lnTo>
                  <a:pt x="10772" y="10638"/>
                </a:lnTo>
                <a:lnTo>
                  <a:pt x="10772" y="10766"/>
                </a:lnTo>
                <a:lnTo>
                  <a:pt x="10734" y="10766"/>
                </a:lnTo>
              </a:path>
              <a:path w="21600" h="21600">
                <a:moveTo>
                  <a:pt x="1" y="10638"/>
                </a:moveTo>
                <a:lnTo>
                  <a:pt x="40" y="10638"/>
                </a:lnTo>
                <a:lnTo>
                  <a:pt x="40" y="10766"/>
                </a:lnTo>
                <a:lnTo>
                  <a:pt x="1" y="10766"/>
                </a:lnTo>
              </a:path>
              <a:path w="21600" h="21600">
                <a:moveTo>
                  <a:pt x="15093" y="10592"/>
                </a:moveTo>
                <a:lnTo>
                  <a:pt x="15112" y="10592"/>
                </a:lnTo>
                <a:lnTo>
                  <a:pt x="15112" y="10652"/>
                </a:lnTo>
                <a:lnTo>
                  <a:pt x="15093" y="10652"/>
                </a:lnTo>
              </a:path>
              <a:path w="21600" h="21600">
                <a:moveTo>
                  <a:pt x="4361" y="10592"/>
                </a:moveTo>
                <a:lnTo>
                  <a:pt x="4379" y="10592"/>
                </a:lnTo>
                <a:lnTo>
                  <a:pt x="4379" y="10652"/>
                </a:lnTo>
                <a:lnTo>
                  <a:pt x="4361" y="10652"/>
                </a:lnTo>
              </a:path>
              <a:path w="21600" h="21600">
                <a:moveTo>
                  <a:pt x="11311" y="10573"/>
                </a:moveTo>
                <a:lnTo>
                  <a:pt x="11334" y="10573"/>
                </a:lnTo>
                <a:lnTo>
                  <a:pt x="11334" y="10650"/>
                </a:lnTo>
                <a:lnTo>
                  <a:pt x="11311" y="10650"/>
                </a:lnTo>
              </a:path>
              <a:path w="21600" h="21600">
                <a:moveTo>
                  <a:pt x="19959" y="10551"/>
                </a:moveTo>
                <a:lnTo>
                  <a:pt x="19981" y="10551"/>
                </a:lnTo>
                <a:lnTo>
                  <a:pt x="19981" y="10625"/>
                </a:lnTo>
                <a:lnTo>
                  <a:pt x="19959" y="10625"/>
                </a:lnTo>
              </a:path>
              <a:path w="21600" h="21600">
                <a:moveTo>
                  <a:pt x="9226" y="10551"/>
                </a:moveTo>
                <a:lnTo>
                  <a:pt x="9249" y="10551"/>
                </a:lnTo>
                <a:lnTo>
                  <a:pt x="9249" y="10625"/>
                </a:lnTo>
                <a:lnTo>
                  <a:pt x="9226" y="10625"/>
                </a:lnTo>
              </a:path>
              <a:path w="21600" h="21600">
                <a:moveTo>
                  <a:pt x="12588" y="10488"/>
                </a:moveTo>
                <a:lnTo>
                  <a:pt x="12602" y="10488"/>
                </a:lnTo>
                <a:lnTo>
                  <a:pt x="12602" y="10536"/>
                </a:lnTo>
                <a:lnTo>
                  <a:pt x="12588" y="10536"/>
                </a:lnTo>
              </a:path>
              <a:path w="21600" h="21600">
                <a:moveTo>
                  <a:pt x="1855" y="10488"/>
                </a:moveTo>
                <a:lnTo>
                  <a:pt x="1870" y="10488"/>
                </a:lnTo>
                <a:lnTo>
                  <a:pt x="1870" y="10536"/>
                </a:lnTo>
                <a:lnTo>
                  <a:pt x="1855" y="10536"/>
                </a:lnTo>
              </a:path>
              <a:path w="21600" h="21600">
                <a:moveTo>
                  <a:pt x="12089" y="10477"/>
                </a:moveTo>
                <a:lnTo>
                  <a:pt x="12106" y="10477"/>
                </a:lnTo>
                <a:lnTo>
                  <a:pt x="12106" y="10531"/>
                </a:lnTo>
                <a:lnTo>
                  <a:pt x="12089" y="10531"/>
                </a:lnTo>
              </a:path>
              <a:path w="21600" h="21600">
                <a:moveTo>
                  <a:pt x="16318" y="10471"/>
                </a:moveTo>
                <a:lnTo>
                  <a:pt x="16334" y="10471"/>
                </a:lnTo>
                <a:lnTo>
                  <a:pt x="16334" y="10523"/>
                </a:lnTo>
                <a:lnTo>
                  <a:pt x="16318" y="10523"/>
                </a:lnTo>
              </a:path>
              <a:path w="21600" h="21600">
                <a:moveTo>
                  <a:pt x="5586" y="10471"/>
                </a:moveTo>
                <a:lnTo>
                  <a:pt x="5601" y="10471"/>
                </a:lnTo>
                <a:lnTo>
                  <a:pt x="5601" y="10523"/>
                </a:lnTo>
                <a:lnTo>
                  <a:pt x="5586" y="10523"/>
                </a:lnTo>
              </a:path>
              <a:path w="21600" h="21600">
                <a:moveTo>
                  <a:pt x="10734" y="10454"/>
                </a:moveTo>
                <a:lnTo>
                  <a:pt x="10772" y="10454"/>
                </a:lnTo>
                <a:lnTo>
                  <a:pt x="10772" y="10578"/>
                </a:lnTo>
                <a:lnTo>
                  <a:pt x="10734" y="10578"/>
                </a:lnTo>
              </a:path>
              <a:path w="21600" h="21600">
                <a:moveTo>
                  <a:pt x="2" y="10454"/>
                </a:moveTo>
                <a:lnTo>
                  <a:pt x="39" y="10454"/>
                </a:lnTo>
                <a:lnTo>
                  <a:pt x="39" y="10578"/>
                </a:lnTo>
                <a:lnTo>
                  <a:pt x="2" y="10578"/>
                </a:lnTo>
              </a:path>
              <a:path w="21600" h="21600">
                <a:moveTo>
                  <a:pt x="13377" y="10305"/>
                </a:moveTo>
                <a:lnTo>
                  <a:pt x="13395" y="10305"/>
                </a:lnTo>
                <a:lnTo>
                  <a:pt x="13395" y="10363"/>
                </a:lnTo>
                <a:lnTo>
                  <a:pt x="13377" y="10363"/>
                </a:lnTo>
              </a:path>
              <a:path w="21600" h="21600">
                <a:moveTo>
                  <a:pt x="2645" y="10305"/>
                </a:moveTo>
                <a:lnTo>
                  <a:pt x="2662" y="10305"/>
                </a:lnTo>
                <a:lnTo>
                  <a:pt x="2662" y="10363"/>
                </a:lnTo>
                <a:lnTo>
                  <a:pt x="2645" y="10363"/>
                </a:lnTo>
              </a:path>
              <a:path w="21600" h="21600">
                <a:moveTo>
                  <a:pt x="12588" y="10303"/>
                </a:moveTo>
                <a:lnTo>
                  <a:pt x="12602" y="10303"/>
                </a:lnTo>
                <a:lnTo>
                  <a:pt x="12602" y="10348"/>
                </a:lnTo>
                <a:lnTo>
                  <a:pt x="12588" y="10348"/>
                </a:lnTo>
              </a:path>
              <a:path w="21600" h="21600">
                <a:moveTo>
                  <a:pt x="1856" y="10303"/>
                </a:moveTo>
                <a:lnTo>
                  <a:pt x="1869" y="10303"/>
                </a:lnTo>
                <a:lnTo>
                  <a:pt x="1869" y="10348"/>
                </a:lnTo>
                <a:lnTo>
                  <a:pt x="1856" y="10348"/>
                </a:lnTo>
              </a:path>
              <a:path w="21600" h="21600">
                <a:moveTo>
                  <a:pt x="18247" y="10296"/>
                </a:moveTo>
                <a:lnTo>
                  <a:pt x="18262" y="10296"/>
                </a:lnTo>
                <a:lnTo>
                  <a:pt x="18262" y="10347"/>
                </a:lnTo>
                <a:lnTo>
                  <a:pt x="18247" y="10347"/>
                </a:lnTo>
              </a:path>
              <a:path w="21600" h="21600">
                <a:moveTo>
                  <a:pt x="7515" y="10296"/>
                </a:moveTo>
                <a:lnTo>
                  <a:pt x="7530" y="10296"/>
                </a:lnTo>
                <a:lnTo>
                  <a:pt x="7530" y="10347"/>
                </a:lnTo>
                <a:lnTo>
                  <a:pt x="7515" y="10347"/>
                </a:lnTo>
              </a:path>
              <a:path w="21600" h="21600">
                <a:moveTo>
                  <a:pt x="10735" y="10269"/>
                </a:moveTo>
                <a:lnTo>
                  <a:pt x="10771" y="10269"/>
                </a:lnTo>
                <a:lnTo>
                  <a:pt x="10771" y="10389"/>
                </a:lnTo>
                <a:lnTo>
                  <a:pt x="10735" y="10389"/>
                </a:lnTo>
              </a:path>
              <a:path w="21600" h="21600">
                <a:moveTo>
                  <a:pt x="2" y="10269"/>
                </a:moveTo>
                <a:lnTo>
                  <a:pt x="39" y="10269"/>
                </a:lnTo>
                <a:lnTo>
                  <a:pt x="39" y="10389"/>
                </a:lnTo>
                <a:lnTo>
                  <a:pt x="2" y="10389"/>
                </a:lnTo>
              </a:path>
              <a:path w="21600" h="21600">
                <a:moveTo>
                  <a:pt x="15093" y="10239"/>
                </a:moveTo>
                <a:lnTo>
                  <a:pt x="15111" y="10239"/>
                </a:lnTo>
                <a:lnTo>
                  <a:pt x="15111" y="10298"/>
                </a:lnTo>
                <a:lnTo>
                  <a:pt x="15093" y="10298"/>
                </a:lnTo>
              </a:path>
              <a:path w="21600" h="21600">
                <a:moveTo>
                  <a:pt x="4361" y="10239"/>
                </a:moveTo>
                <a:lnTo>
                  <a:pt x="4379" y="10239"/>
                </a:lnTo>
                <a:lnTo>
                  <a:pt x="4379" y="10298"/>
                </a:lnTo>
                <a:lnTo>
                  <a:pt x="4361" y="10298"/>
                </a:lnTo>
              </a:path>
              <a:path w="21600" h="21600">
                <a:moveTo>
                  <a:pt x="11311" y="10221"/>
                </a:moveTo>
                <a:lnTo>
                  <a:pt x="11334" y="10221"/>
                </a:lnTo>
                <a:lnTo>
                  <a:pt x="11334" y="10297"/>
                </a:lnTo>
                <a:lnTo>
                  <a:pt x="11311" y="10297"/>
                </a:lnTo>
              </a:path>
              <a:path w="21600" h="21600">
                <a:moveTo>
                  <a:pt x="19959" y="10198"/>
                </a:moveTo>
                <a:lnTo>
                  <a:pt x="19981" y="10198"/>
                </a:lnTo>
                <a:lnTo>
                  <a:pt x="19981" y="10271"/>
                </a:lnTo>
                <a:lnTo>
                  <a:pt x="19959" y="10271"/>
                </a:lnTo>
              </a:path>
              <a:path w="21600" h="21600">
                <a:moveTo>
                  <a:pt x="9227" y="10198"/>
                </a:moveTo>
                <a:lnTo>
                  <a:pt x="9249" y="10198"/>
                </a:lnTo>
                <a:lnTo>
                  <a:pt x="9249" y="10271"/>
                </a:lnTo>
                <a:lnTo>
                  <a:pt x="9227" y="10271"/>
                </a:lnTo>
              </a:path>
              <a:path w="21600" h="21600">
                <a:moveTo>
                  <a:pt x="12090" y="10125"/>
                </a:moveTo>
                <a:lnTo>
                  <a:pt x="12105" y="10125"/>
                </a:lnTo>
                <a:lnTo>
                  <a:pt x="12105" y="10177"/>
                </a:lnTo>
                <a:lnTo>
                  <a:pt x="12090" y="10177"/>
                </a:lnTo>
              </a:path>
              <a:path w="21600" h="21600">
                <a:moveTo>
                  <a:pt x="12589" y="10119"/>
                </a:moveTo>
                <a:lnTo>
                  <a:pt x="12601" y="10119"/>
                </a:lnTo>
                <a:lnTo>
                  <a:pt x="12601" y="10160"/>
                </a:lnTo>
                <a:lnTo>
                  <a:pt x="12589" y="10160"/>
                </a:lnTo>
              </a:path>
              <a:path w="21600" h="21600">
                <a:moveTo>
                  <a:pt x="1856" y="10119"/>
                </a:moveTo>
                <a:lnTo>
                  <a:pt x="1869" y="10119"/>
                </a:lnTo>
                <a:lnTo>
                  <a:pt x="1869" y="10160"/>
                </a:lnTo>
                <a:lnTo>
                  <a:pt x="1856" y="10160"/>
                </a:lnTo>
              </a:path>
              <a:path w="21600" h="21600">
                <a:moveTo>
                  <a:pt x="16318" y="10118"/>
                </a:moveTo>
                <a:lnTo>
                  <a:pt x="16333" y="10118"/>
                </a:lnTo>
                <a:lnTo>
                  <a:pt x="16333" y="10169"/>
                </a:lnTo>
                <a:lnTo>
                  <a:pt x="16318" y="10169"/>
                </a:lnTo>
              </a:path>
              <a:path w="21600" h="21600">
                <a:moveTo>
                  <a:pt x="5586" y="10118"/>
                </a:moveTo>
                <a:lnTo>
                  <a:pt x="5601" y="10118"/>
                </a:lnTo>
                <a:lnTo>
                  <a:pt x="5601" y="10169"/>
                </a:lnTo>
                <a:lnTo>
                  <a:pt x="5586" y="10169"/>
                </a:lnTo>
              </a:path>
              <a:path w="21600" h="21600">
                <a:moveTo>
                  <a:pt x="10735" y="10085"/>
                </a:moveTo>
                <a:lnTo>
                  <a:pt x="10770" y="10085"/>
                </a:lnTo>
                <a:lnTo>
                  <a:pt x="10770" y="10201"/>
                </a:lnTo>
                <a:lnTo>
                  <a:pt x="10735" y="10201"/>
                </a:lnTo>
              </a:path>
              <a:path w="21600" h="21600">
                <a:moveTo>
                  <a:pt x="3" y="10085"/>
                </a:moveTo>
                <a:lnTo>
                  <a:pt x="38" y="10085"/>
                </a:lnTo>
                <a:lnTo>
                  <a:pt x="38" y="10201"/>
                </a:lnTo>
                <a:lnTo>
                  <a:pt x="3" y="10201"/>
                </a:lnTo>
              </a:path>
              <a:path w="21600" h="21600">
                <a:moveTo>
                  <a:pt x="13378" y="9953"/>
                </a:moveTo>
                <a:lnTo>
                  <a:pt x="13395" y="9953"/>
                </a:lnTo>
                <a:lnTo>
                  <a:pt x="13395" y="10009"/>
                </a:lnTo>
                <a:lnTo>
                  <a:pt x="13378" y="10009"/>
                </a:lnTo>
              </a:path>
              <a:path w="21600" h="21600">
                <a:moveTo>
                  <a:pt x="2645" y="9953"/>
                </a:moveTo>
                <a:lnTo>
                  <a:pt x="2662" y="9953"/>
                </a:lnTo>
                <a:lnTo>
                  <a:pt x="2662" y="10009"/>
                </a:lnTo>
                <a:lnTo>
                  <a:pt x="2645" y="10009"/>
                </a:lnTo>
              </a:path>
              <a:path w="21600" h="21600">
                <a:moveTo>
                  <a:pt x="18247" y="9944"/>
                </a:moveTo>
                <a:lnTo>
                  <a:pt x="18262" y="9944"/>
                </a:lnTo>
                <a:lnTo>
                  <a:pt x="18262" y="9993"/>
                </a:lnTo>
                <a:lnTo>
                  <a:pt x="18247" y="9993"/>
                </a:lnTo>
              </a:path>
              <a:path w="21600" h="21600">
                <a:moveTo>
                  <a:pt x="7515" y="9944"/>
                </a:moveTo>
                <a:lnTo>
                  <a:pt x="7530" y="9944"/>
                </a:lnTo>
                <a:lnTo>
                  <a:pt x="7530" y="9993"/>
                </a:lnTo>
                <a:lnTo>
                  <a:pt x="7515" y="9993"/>
                </a:lnTo>
              </a:path>
              <a:path w="21600" h="21600">
                <a:moveTo>
                  <a:pt x="12589" y="9935"/>
                </a:moveTo>
                <a:lnTo>
                  <a:pt x="12600" y="9935"/>
                </a:lnTo>
                <a:lnTo>
                  <a:pt x="12600" y="9972"/>
                </a:lnTo>
                <a:lnTo>
                  <a:pt x="12589" y="9972"/>
                </a:lnTo>
              </a:path>
              <a:path w="21600" h="21600">
                <a:moveTo>
                  <a:pt x="1857" y="9935"/>
                </a:moveTo>
                <a:lnTo>
                  <a:pt x="1868" y="9935"/>
                </a:lnTo>
                <a:lnTo>
                  <a:pt x="1868" y="9972"/>
                </a:lnTo>
                <a:lnTo>
                  <a:pt x="1857" y="9972"/>
                </a:lnTo>
              </a:path>
              <a:path w="21600" h="21600">
                <a:moveTo>
                  <a:pt x="10736" y="9901"/>
                </a:moveTo>
                <a:lnTo>
                  <a:pt x="10770" y="9901"/>
                </a:lnTo>
                <a:lnTo>
                  <a:pt x="10770" y="10013"/>
                </a:lnTo>
                <a:lnTo>
                  <a:pt x="10736" y="10013"/>
                </a:lnTo>
              </a:path>
              <a:path w="21600" h="21600">
                <a:moveTo>
                  <a:pt x="4" y="9901"/>
                </a:moveTo>
                <a:lnTo>
                  <a:pt x="37" y="9901"/>
                </a:lnTo>
                <a:lnTo>
                  <a:pt x="37" y="10013"/>
                </a:lnTo>
                <a:lnTo>
                  <a:pt x="4" y="10013"/>
                </a:lnTo>
              </a:path>
              <a:path w="21600" h="21600">
                <a:moveTo>
                  <a:pt x="15094" y="9887"/>
                </a:moveTo>
                <a:lnTo>
                  <a:pt x="15111" y="9887"/>
                </a:lnTo>
                <a:lnTo>
                  <a:pt x="15111" y="9945"/>
                </a:lnTo>
                <a:lnTo>
                  <a:pt x="15094" y="9945"/>
                </a:lnTo>
              </a:path>
              <a:path w="21600" h="21600">
                <a:moveTo>
                  <a:pt x="4361" y="9887"/>
                </a:moveTo>
                <a:lnTo>
                  <a:pt x="4379" y="9887"/>
                </a:lnTo>
                <a:lnTo>
                  <a:pt x="4379" y="9945"/>
                </a:lnTo>
                <a:lnTo>
                  <a:pt x="4361" y="9945"/>
                </a:lnTo>
              </a:path>
              <a:path w="21600" h="21600">
                <a:moveTo>
                  <a:pt x="11312" y="9868"/>
                </a:moveTo>
                <a:lnTo>
                  <a:pt x="11334" y="9868"/>
                </a:lnTo>
                <a:lnTo>
                  <a:pt x="11334" y="9943"/>
                </a:lnTo>
                <a:lnTo>
                  <a:pt x="11312" y="9943"/>
                </a:lnTo>
              </a:path>
              <a:path w="21600" h="21600">
                <a:moveTo>
                  <a:pt x="19959" y="9846"/>
                </a:moveTo>
                <a:lnTo>
                  <a:pt x="19981" y="9846"/>
                </a:lnTo>
                <a:lnTo>
                  <a:pt x="19981" y="9917"/>
                </a:lnTo>
                <a:lnTo>
                  <a:pt x="19959" y="9917"/>
                </a:lnTo>
              </a:path>
              <a:path w="21600" h="21600">
                <a:moveTo>
                  <a:pt x="9227" y="9846"/>
                </a:moveTo>
                <a:lnTo>
                  <a:pt x="9248" y="9846"/>
                </a:lnTo>
                <a:lnTo>
                  <a:pt x="9248" y="9917"/>
                </a:lnTo>
                <a:lnTo>
                  <a:pt x="9227" y="9917"/>
                </a:lnTo>
              </a:path>
              <a:path w="21600" h="21600">
                <a:moveTo>
                  <a:pt x="12090" y="9772"/>
                </a:moveTo>
                <a:lnTo>
                  <a:pt x="12105" y="9772"/>
                </a:lnTo>
                <a:lnTo>
                  <a:pt x="12105" y="9823"/>
                </a:lnTo>
                <a:lnTo>
                  <a:pt x="12090" y="9823"/>
                </a:lnTo>
              </a:path>
              <a:path w="21600" h="21600">
                <a:moveTo>
                  <a:pt x="16318" y="9766"/>
                </a:moveTo>
                <a:lnTo>
                  <a:pt x="16333" y="9766"/>
                </a:lnTo>
                <a:lnTo>
                  <a:pt x="16333" y="9815"/>
                </a:lnTo>
                <a:lnTo>
                  <a:pt x="16318" y="9815"/>
                </a:lnTo>
              </a:path>
              <a:path w="21600" h="21600">
                <a:moveTo>
                  <a:pt x="5586" y="9766"/>
                </a:moveTo>
                <a:lnTo>
                  <a:pt x="5601" y="9766"/>
                </a:lnTo>
                <a:lnTo>
                  <a:pt x="5601" y="9815"/>
                </a:lnTo>
                <a:lnTo>
                  <a:pt x="5586" y="9815"/>
                </a:lnTo>
              </a:path>
              <a:path w="21600" h="21600">
                <a:moveTo>
                  <a:pt x="12590" y="9751"/>
                </a:moveTo>
                <a:lnTo>
                  <a:pt x="12600" y="9751"/>
                </a:lnTo>
                <a:lnTo>
                  <a:pt x="12600" y="9784"/>
                </a:lnTo>
                <a:lnTo>
                  <a:pt x="12590" y="9784"/>
                </a:lnTo>
              </a:path>
              <a:path w="21600" h="21600">
                <a:moveTo>
                  <a:pt x="1857" y="9751"/>
                </a:moveTo>
                <a:lnTo>
                  <a:pt x="1867" y="9751"/>
                </a:lnTo>
                <a:lnTo>
                  <a:pt x="1867" y="9784"/>
                </a:lnTo>
                <a:lnTo>
                  <a:pt x="1857" y="9784"/>
                </a:lnTo>
              </a:path>
              <a:path w="21600" h="21600">
                <a:moveTo>
                  <a:pt x="10737" y="9717"/>
                </a:moveTo>
                <a:lnTo>
                  <a:pt x="10769" y="9717"/>
                </a:lnTo>
                <a:lnTo>
                  <a:pt x="10769" y="9825"/>
                </a:lnTo>
                <a:lnTo>
                  <a:pt x="10737" y="9825"/>
                </a:lnTo>
              </a:path>
              <a:path w="21600" h="21600">
                <a:moveTo>
                  <a:pt x="4" y="9717"/>
                </a:moveTo>
                <a:lnTo>
                  <a:pt x="37" y="9717"/>
                </a:lnTo>
                <a:lnTo>
                  <a:pt x="37" y="9825"/>
                </a:lnTo>
                <a:lnTo>
                  <a:pt x="4" y="9825"/>
                </a:lnTo>
              </a:path>
              <a:path w="21600" h="21600">
                <a:moveTo>
                  <a:pt x="13378" y="9600"/>
                </a:moveTo>
                <a:lnTo>
                  <a:pt x="13394" y="9600"/>
                </a:lnTo>
                <a:lnTo>
                  <a:pt x="13394" y="9655"/>
                </a:lnTo>
                <a:lnTo>
                  <a:pt x="13378" y="9655"/>
                </a:lnTo>
              </a:path>
              <a:path w="21600" h="21600">
                <a:moveTo>
                  <a:pt x="2645" y="9600"/>
                </a:moveTo>
                <a:lnTo>
                  <a:pt x="2662" y="9600"/>
                </a:lnTo>
                <a:lnTo>
                  <a:pt x="2662" y="9655"/>
                </a:lnTo>
                <a:lnTo>
                  <a:pt x="2645" y="9655"/>
                </a:lnTo>
              </a:path>
              <a:path w="21600" h="21600">
                <a:moveTo>
                  <a:pt x="18248" y="9591"/>
                </a:moveTo>
                <a:lnTo>
                  <a:pt x="18262" y="9591"/>
                </a:lnTo>
                <a:lnTo>
                  <a:pt x="18262" y="9639"/>
                </a:lnTo>
                <a:lnTo>
                  <a:pt x="18248" y="9639"/>
                </a:lnTo>
              </a:path>
              <a:path w="21600" h="21600">
                <a:moveTo>
                  <a:pt x="7515" y="9591"/>
                </a:moveTo>
                <a:lnTo>
                  <a:pt x="7529" y="9591"/>
                </a:lnTo>
                <a:lnTo>
                  <a:pt x="7529" y="9639"/>
                </a:lnTo>
                <a:lnTo>
                  <a:pt x="7515" y="9639"/>
                </a:lnTo>
              </a:path>
              <a:path w="21600" h="21600">
                <a:moveTo>
                  <a:pt x="1858" y="9567"/>
                </a:moveTo>
                <a:lnTo>
                  <a:pt x="1867" y="9567"/>
                </a:lnTo>
                <a:lnTo>
                  <a:pt x="1867" y="9596"/>
                </a:lnTo>
                <a:lnTo>
                  <a:pt x="1858" y="9596"/>
                </a:lnTo>
              </a:path>
              <a:path w="21600" h="21600">
                <a:moveTo>
                  <a:pt x="12590" y="9567"/>
                </a:moveTo>
                <a:lnTo>
                  <a:pt x="12599" y="9567"/>
                </a:lnTo>
                <a:lnTo>
                  <a:pt x="12599" y="9596"/>
                </a:lnTo>
                <a:lnTo>
                  <a:pt x="12590" y="9596"/>
                </a:lnTo>
              </a:path>
              <a:path w="21600" h="21600">
                <a:moveTo>
                  <a:pt x="15094" y="9534"/>
                </a:moveTo>
                <a:lnTo>
                  <a:pt x="15111" y="9534"/>
                </a:lnTo>
                <a:lnTo>
                  <a:pt x="15111" y="9591"/>
                </a:lnTo>
                <a:lnTo>
                  <a:pt x="15094" y="9591"/>
                </a:lnTo>
              </a:path>
              <a:path w="21600" h="21600">
                <a:moveTo>
                  <a:pt x="4361" y="9534"/>
                </a:moveTo>
                <a:lnTo>
                  <a:pt x="4379" y="9534"/>
                </a:lnTo>
                <a:lnTo>
                  <a:pt x="4379" y="9591"/>
                </a:lnTo>
                <a:lnTo>
                  <a:pt x="4361" y="9591"/>
                </a:lnTo>
              </a:path>
              <a:path w="21600" h="21600">
                <a:moveTo>
                  <a:pt x="10737" y="9533"/>
                </a:moveTo>
                <a:lnTo>
                  <a:pt x="10769" y="9533"/>
                </a:lnTo>
                <a:lnTo>
                  <a:pt x="10769" y="9637"/>
                </a:lnTo>
                <a:lnTo>
                  <a:pt x="10737" y="9637"/>
                </a:lnTo>
              </a:path>
              <a:path w="21600" h="21600">
                <a:moveTo>
                  <a:pt x="5" y="9533"/>
                </a:moveTo>
                <a:lnTo>
                  <a:pt x="36" y="9533"/>
                </a:lnTo>
                <a:lnTo>
                  <a:pt x="36" y="9637"/>
                </a:lnTo>
                <a:lnTo>
                  <a:pt x="5" y="9637"/>
                </a:lnTo>
              </a:path>
              <a:path w="21600" h="21600">
                <a:moveTo>
                  <a:pt x="11312" y="9516"/>
                </a:moveTo>
                <a:lnTo>
                  <a:pt x="11334" y="9516"/>
                </a:lnTo>
                <a:lnTo>
                  <a:pt x="11334" y="9589"/>
                </a:lnTo>
                <a:lnTo>
                  <a:pt x="11312" y="9589"/>
                </a:lnTo>
              </a:path>
              <a:path w="21600" h="21600">
                <a:moveTo>
                  <a:pt x="19960" y="9494"/>
                </a:moveTo>
                <a:lnTo>
                  <a:pt x="19981" y="9494"/>
                </a:lnTo>
                <a:lnTo>
                  <a:pt x="19981" y="9563"/>
                </a:lnTo>
                <a:lnTo>
                  <a:pt x="19960" y="9563"/>
                </a:lnTo>
              </a:path>
              <a:path w="21600" h="21600">
                <a:moveTo>
                  <a:pt x="9227" y="9494"/>
                </a:moveTo>
                <a:lnTo>
                  <a:pt x="9248" y="9494"/>
                </a:lnTo>
                <a:lnTo>
                  <a:pt x="9248" y="9563"/>
                </a:lnTo>
                <a:lnTo>
                  <a:pt x="9227" y="9563"/>
                </a:lnTo>
              </a:path>
              <a:path w="21600" h="21600">
                <a:moveTo>
                  <a:pt x="12090" y="9420"/>
                </a:moveTo>
                <a:lnTo>
                  <a:pt x="12105" y="9420"/>
                </a:lnTo>
                <a:lnTo>
                  <a:pt x="12105" y="9469"/>
                </a:lnTo>
                <a:lnTo>
                  <a:pt x="12090" y="9469"/>
                </a:lnTo>
              </a:path>
              <a:path w="21600" h="21600">
                <a:moveTo>
                  <a:pt x="5586" y="9413"/>
                </a:moveTo>
                <a:lnTo>
                  <a:pt x="5601" y="9413"/>
                </a:lnTo>
                <a:lnTo>
                  <a:pt x="5601" y="9461"/>
                </a:lnTo>
                <a:lnTo>
                  <a:pt x="5586" y="9461"/>
                </a:lnTo>
              </a:path>
              <a:path w="21600" h="21600">
                <a:moveTo>
                  <a:pt x="16319" y="9413"/>
                </a:moveTo>
                <a:lnTo>
                  <a:pt x="16333" y="9413"/>
                </a:lnTo>
                <a:lnTo>
                  <a:pt x="16333" y="9461"/>
                </a:lnTo>
                <a:lnTo>
                  <a:pt x="16319" y="9461"/>
                </a:lnTo>
              </a:path>
              <a:path w="21600" h="21600">
                <a:moveTo>
                  <a:pt x="1859" y="9383"/>
                </a:moveTo>
                <a:lnTo>
                  <a:pt x="1866" y="9383"/>
                </a:lnTo>
                <a:lnTo>
                  <a:pt x="1866" y="9408"/>
                </a:lnTo>
                <a:lnTo>
                  <a:pt x="1859" y="9408"/>
                </a:lnTo>
              </a:path>
              <a:path w="21600" h="21600">
                <a:moveTo>
                  <a:pt x="12591" y="9383"/>
                </a:moveTo>
                <a:lnTo>
                  <a:pt x="12599" y="9383"/>
                </a:lnTo>
                <a:lnTo>
                  <a:pt x="12599" y="9408"/>
                </a:lnTo>
                <a:lnTo>
                  <a:pt x="12591" y="9408"/>
                </a:lnTo>
              </a:path>
              <a:path w="21600" h="21600">
                <a:moveTo>
                  <a:pt x="10738" y="9349"/>
                </a:moveTo>
                <a:lnTo>
                  <a:pt x="10768" y="9349"/>
                </a:lnTo>
                <a:lnTo>
                  <a:pt x="10768" y="9449"/>
                </a:lnTo>
                <a:lnTo>
                  <a:pt x="10738" y="9449"/>
                </a:lnTo>
              </a:path>
              <a:path w="21600" h="21600">
                <a:moveTo>
                  <a:pt x="5" y="9349"/>
                </a:moveTo>
                <a:lnTo>
                  <a:pt x="36" y="9349"/>
                </a:lnTo>
                <a:lnTo>
                  <a:pt x="36" y="9449"/>
                </a:lnTo>
                <a:lnTo>
                  <a:pt x="5" y="9449"/>
                </a:lnTo>
              </a:path>
              <a:path w="21600" h="21600">
                <a:moveTo>
                  <a:pt x="2646" y="9248"/>
                </a:moveTo>
                <a:lnTo>
                  <a:pt x="2662" y="9248"/>
                </a:lnTo>
                <a:lnTo>
                  <a:pt x="2662" y="9302"/>
                </a:lnTo>
                <a:lnTo>
                  <a:pt x="2646" y="9302"/>
                </a:lnTo>
              </a:path>
              <a:path w="21600" h="21600">
                <a:moveTo>
                  <a:pt x="13378" y="9248"/>
                </a:moveTo>
                <a:lnTo>
                  <a:pt x="13394" y="9248"/>
                </a:lnTo>
                <a:lnTo>
                  <a:pt x="13394" y="9302"/>
                </a:lnTo>
                <a:lnTo>
                  <a:pt x="13378" y="9302"/>
                </a:lnTo>
              </a:path>
              <a:path w="21600" h="21600">
                <a:moveTo>
                  <a:pt x="7515" y="9239"/>
                </a:moveTo>
                <a:lnTo>
                  <a:pt x="7529" y="9239"/>
                </a:lnTo>
                <a:lnTo>
                  <a:pt x="7529" y="9285"/>
                </a:lnTo>
                <a:lnTo>
                  <a:pt x="7515" y="9285"/>
                </a:lnTo>
              </a:path>
              <a:path w="21600" h="21600">
                <a:moveTo>
                  <a:pt x="18248" y="9239"/>
                </a:moveTo>
                <a:lnTo>
                  <a:pt x="18262" y="9239"/>
                </a:lnTo>
                <a:lnTo>
                  <a:pt x="18262" y="9285"/>
                </a:lnTo>
                <a:lnTo>
                  <a:pt x="18248" y="9285"/>
                </a:lnTo>
              </a:path>
              <a:path w="21600" h="21600">
                <a:moveTo>
                  <a:pt x="1859" y="9199"/>
                </a:moveTo>
                <a:lnTo>
                  <a:pt x="1866" y="9199"/>
                </a:lnTo>
                <a:lnTo>
                  <a:pt x="1866" y="9220"/>
                </a:lnTo>
                <a:lnTo>
                  <a:pt x="1859" y="9220"/>
                </a:lnTo>
              </a:path>
              <a:path w="21600" h="21600">
                <a:moveTo>
                  <a:pt x="12592" y="9199"/>
                </a:moveTo>
                <a:lnTo>
                  <a:pt x="12598" y="9199"/>
                </a:lnTo>
                <a:lnTo>
                  <a:pt x="12598" y="9220"/>
                </a:lnTo>
                <a:lnTo>
                  <a:pt x="12592" y="9220"/>
                </a:lnTo>
              </a:path>
              <a:path w="21600" h="21600">
                <a:moveTo>
                  <a:pt x="4362" y="9182"/>
                </a:moveTo>
                <a:lnTo>
                  <a:pt x="4378" y="9182"/>
                </a:lnTo>
                <a:lnTo>
                  <a:pt x="4378" y="9237"/>
                </a:lnTo>
                <a:lnTo>
                  <a:pt x="4362" y="9237"/>
                </a:lnTo>
              </a:path>
              <a:path w="21600" h="21600">
                <a:moveTo>
                  <a:pt x="15094" y="9182"/>
                </a:moveTo>
                <a:lnTo>
                  <a:pt x="15111" y="9182"/>
                </a:lnTo>
                <a:lnTo>
                  <a:pt x="15111" y="9237"/>
                </a:lnTo>
                <a:lnTo>
                  <a:pt x="15094" y="9237"/>
                </a:lnTo>
              </a:path>
              <a:path w="21600" h="21600">
                <a:moveTo>
                  <a:pt x="10738" y="9165"/>
                </a:moveTo>
                <a:lnTo>
                  <a:pt x="10767" y="9165"/>
                </a:lnTo>
                <a:lnTo>
                  <a:pt x="10767" y="9261"/>
                </a:lnTo>
                <a:lnTo>
                  <a:pt x="10738" y="9261"/>
                </a:lnTo>
              </a:path>
              <a:path w="21600" h="21600">
                <a:moveTo>
                  <a:pt x="6" y="9165"/>
                </a:moveTo>
                <a:lnTo>
                  <a:pt x="35" y="9165"/>
                </a:lnTo>
                <a:lnTo>
                  <a:pt x="35" y="9261"/>
                </a:lnTo>
                <a:lnTo>
                  <a:pt x="6" y="9261"/>
                </a:lnTo>
              </a:path>
              <a:path w="21600" h="21600">
                <a:moveTo>
                  <a:pt x="11312" y="9163"/>
                </a:moveTo>
                <a:lnTo>
                  <a:pt x="11333" y="9163"/>
                </a:lnTo>
                <a:lnTo>
                  <a:pt x="11333" y="9235"/>
                </a:lnTo>
                <a:lnTo>
                  <a:pt x="11312" y="9235"/>
                </a:lnTo>
              </a:path>
              <a:path w="21600" h="21600">
                <a:moveTo>
                  <a:pt x="9227" y="9141"/>
                </a:moveTo>
                <a:lnTo>
                  <a:pt x="9248" y="9141"/>
                </a:lnTo>
                <a:lnTo>
                  <a:pt x="9248" y="9209"/>
                </a:lnTo>
                <a:lnTo>
                  <a:pt x="9227" y="9209"/>
                </a:lnTo>
              </a:path>
              <a:path w="21600" h="21600">
                <a:moveTo>
                  <a:pt x="19960" y="9141"/>
                </a:moveTo>
                <a:lnTo>
                  <a:pt x="19980" y="9141"/>
                </a:lnTo>
                <a:lnTo>
                  <a:pt x="19980" y="9209"/>
                </a:lnTo>
                <a:lnTo>
                  <a:pt x="19960" y="9209"/>
                </a:lnTo>
              </a:path>
              <a:path w="21600" h="21600">
                <a:moveTo>
                  <a:pt x="12090" y="9067"/>
                </a:moveTo>
                <a:lnTo>
                  <a:pt x="12105" y="9067"/>
                </a:lnTo>
                <a:lnTo>
                  <a:pt x="12105" y="9115"/>
                </a:lnTo>
                <a:lnTo>
                  <a:pt x="12090" y="9115"/>
                </a:lnTo>
              </a:path>
              <a:path w="21600" h="21600">
                <a:moveTo>
                  <a:pt x="5586" y="9061"/>
                </a:moveTo>
                <a:lnTo>
                  <a:pt x="5600" y="9061"/>
                </a:lnTo>
                <a:lnTo>
                  <a:pt x="5600" y="9107"/>
                </a:lnTo>
                <a:lnTo>
                  <a:pt x="5586" y="9107"/>
                </a:lnTo>
              </a:path>
              <a:path w="21600" h="21600">
                <a:moveTo>
                  <a:pt x="16319" y="9061"/>
                </a:moveTo>
                <a:lnTo>
                  <a:pt x="16333" y="9061"/>
                </a:lnTo>
                <a:lnTo>
                  <a:pt x="16333" y="9107"/>
                </a:lnTo>
                <a:lnTo>
                  <a:pt x="16319" y="9107"/>
                </a:lnTo>
              </a:path>
              <a:path w="21600" h="21600">
                <a:moveTo>
                  <a:pt x="1860" y="9014"/>
                </a:moveTo>
                <a:lnTo>
                  <a:pt x="1865" y="9014"/>
                </a:lnTo>
                <a:lnTo>
                  <a:pt x="1865" y="9032"/>
                </a:lnTo>
                <a:lnTo>
                  <a:pt x="1860" y="9032"/>
                </a:lnTo>
              </a:path>
              <a:path w="21600" h="21600">
                <a:moveTo>
                  <a:pt x="12592" y="9014"/>
                </a:moveTo>
                <a:lnTo>
                  <a:pt x="12597" y="9014"/>
                </a:lnTo>
                <a:lnTo>
                  <a:pt x="12597" y="9032"/>
                </a:lnTo>
                <a:lnTo>
                  <a:pt x="12592" y="9032"/>
                </a:lnTo>
              </a:path>
              <a:path w="21600" h="21600">
                <a:moveTo>
                  <a:pt x="10739" y="8980"/>
                </a:moveTo>
                <a:lnTo>
                  <a:pt x="10767" y="8980"/>
                </a:lnTo>
                <a:lnTo>
                  <a:pt x="10767" y="9073"/>
                </a:lnTo>
                <a:lnTo>
                  <a:pt x="10739" y="9073"/>
                </a:lnTo>
              </a:path>
              <a:path w="21600" h="21600">
                <a:moveTo>
                  <a:pt x="7" y="8980"/>
                </a:moveTo>
                <a:lnTo>
                  <a:pt x="34" y="8980"/>
                </a:lnTo>
                <a:lnTo>
                  <a:pt x="34" y="9073"/>
                </a:lnTo>
                <a:lnTo>
                  <a:pt x="7" y="9073"/>
                </a:lnTo>
              </a:path>
              <a:path w="21600" h="21600">
                <a:moveTo>
                  <a:pt x="2646" y="8895"/>
                </a:moveTo>
                <a:lnTo>
                  <a:pt x="2662" y="8895"/>
                </a:lnTo>
                <a:lnTo>
                  <a:pt x="2662" y="8948"/>
                </a:lnTo>
                <a:lnTo>
                  <a:pt x="2646" y="8948"/>
                </a:lnTo>
              </a:path>
              <a:path w="21600" h="21600">
                <a:moveTo>
                  <a:pt x="13378" y="8895"/>
                </a:moveTo>
                <a:lnTo>
                  <a:pt x="13394" y="8895"/>
                </a:lnTo>
                <a:lnTo>
                  <a:pt x="13394" y="8948"/>
                </a:lnTo>
                <a:lnTo>
                  <a:pt x="13378" y="8948"/>
                </a:lnTo>
              </a:path>
              <a:path w="21600" h="21600">
                <a:moveTo>
                  <a:pt x="18248" y="8886"/>
                </a:moveTo>
                <a:lnTo>
                  <a:pt x="18262" y="8886"/>
                </a:lnTo>
                <a:lnTo>
                  <a:pt x="18262" y="8931"/>
                </a:lnTo>
                <a:lnTo>
                  <a:pt x="18248" y="8931"/>
                </a:lnTo>
              </a:path>
              <a:path w="21600" h="21600">
                <a:moveTo>
                  <a:pt x="7516" y="8886"/>
                </a:moveTo>
                <a:lnTo>
                  <a:pt x="7529" y="8886"/>
                </a:lnTo>
                <a:lnTo>
                  <a:pt x="7529" y="8931"/>
                </a:lnTo>
                <a:lnTo>
                  <a:pt x="7516" y="8931"/>
                </a:lnTo>
              </a:path>
              <a:path w="21600" h="21600">
                <a:moveTo>
                  <a:pt x="4362" y="8829"/>
                </a:moveTo>
                <a:lnTo>
                  <a:pt x="4378" y="8829"/>
                </a:lnTo>
                <a:lnTo>
                  <a:pt x="4378" y="8883"/>
                </a:lnTo>
                <a:lnTo>
                  <a:pt x="4362" y="8883"/>
                </a:lnTo>
              </a:path>
              <a:path w="21600" h="21600">
                <a:moveTo>
                  <a:pt x="15094" y="8829"/>
                </a:moveTo>
                <a:lnTo>
                  <a:pt x="15110" y="8829"/>
                </a:lnTo>
                <a:lnTo>
                  <a:pt x="15110" y="8883"/>
                </a:lnTo>
                <a:lnTo>
                  <a:pt x="15094" y="8883"/>
                </a:lnTo>
              </a:path>
              <a:path w="21600" h="21600">
                <a:moveTo>
                  <a:pt x="11312" y="8811"/>
                </a:moveTo>
                <a:lnTo>
                  <a:pt x="11333" y="8811"/>
                </a:lnTo>
                <a:lnTo>
                  <a:pt x="11333" y="8881"/>
                </a:lnTo>
                <a:lnTo>
                  <a:pt x="11312" y="8881"/>
                </a:lnTo>
              </a:path>
              <a:path w="21600" h="21600">
                <a:moveTo>
                  <a:pt x="10740" y="8796"/>
                </a:moveTo>
                <a:lnTo>
                  <a:pt x="10766" y="8796"/>
                </a:lnTo>
                <a:lnTo>
                  <a:pt x="10766" y="8885"/>
                </a:lnTo>
                <a:lnTo>
                  <a:pt x="10740" y="8885"/>
                </a:lnTo>
              </a:path>
              <a:path w="21600" h="21600">
                <a:moveTo>
                  <a:pt x="7" y="8796"/>
                </a:moveTo>
                <a:lnTo>
                  <a:pt x="34" y="8796"/>
                </a:lnTo>
                <a:lnTo>
                  <a:pt x="34" y="8885"/>
                </a:lnTo>
                <a:lnTo>
                  <a:pt x="7" y="8885"/>
                </a:lnTo>
              </a:path>
              <a:path w="21600" h="21600">
                <a:moveTo>
                  <a:pt x="19960" y="8789"/>
                </a:moveTo>
                <a:lnTo>
                  <a:pt x="19980" y="8789"/>
                </a:lnTo>
                <a:lnTo>
                  <a:pt x="19980" y="8855"/>
                </a:lnTo>
                <a:lnTo>
                  <a:pt x="19960" y="8855"/>
                </a:lnTo>
              </a:path>
              <a:path w="21600" h="21600">
                <a:moveTo>
                  <a:pt x="9228" y="8789"/>
                </a:moveTo>
                <a:lnTo>
                  <a:pt x="9248" y="8789"/>
                </a:lnTo>
                <a:lnTo>
                  <a:pt x="9248" y="8855"/>
                </a:lnTo>
                <a:lnTo>
                  <a:pt x="9228" y="8855"/>
                </a:lnTo>
              </a:path>
              <a:path w="21600" h="21600">
                <a:moveTo>
                  <a:pt x="12091" y="8715"/>
                </a:moveTo>
                <a:lnTo>
                  <a:pt x="12104" y="8715"/>
                </a:lnTo>
                <a:lnTo>
                  <a:pt x="12104" y="8761"/>
                </a:lnTo>
                <a:lnTo>
                  <a:pt x="12091" y="8761"/>
                </a:lnTo>
              </a:path>
              <a:path w="21600" h="21600">
                <a:moveTo>
                  <a:pt x="5587" y="8708"/>
                </a:moveTo>
                <a:lnTo>
                  <a:pt x="5600" y="8708"/>
                </a:lnTo>
                <a:lnTo>
                  <a:pt x="5600" y="8753"/>
                </a:lnTo>
                <a:lnTo>
                  <a:pt x="5587" y="8753"/>
                </a:lnTo>
              </a:path>
              <a:path w="21600" h="21600">
                <a:moveTo>
                  <a:pt x="16319" y="8708"/>
                </a:moveTo>
                <a:lnTo>
                  <a:pt x="16332" y="8708"/>
                </a:lnTo>
                <a:lnTo>
                  <a:pt x="16332" y="8753"/>
                </a:lnTo>
                <a:lnTo>
                  <a:pt x="16319" y="8753"/>
                </a:lnTo>
              </a:path>
              <a:path w="21600" h="21600">
                <a:moveTo>
                  <a:pt x="10740" y="8612"/>
                </a:moveTo>
                <a:lnTo>
                  <a:pt x="10766" y="8612"/>
                </a:lnTo>
                <a:lnTo>
                  <a:pt x="10766" y="8697"/>
                </a:lnTo>
                <a:lnTo>
                  <a:pt x="10740" y="8697"/>
                </a:lnTo>
              </a:path>
              <a:path w="21600" h="21600">
                <a:moveTo>
                  <a:pt x="8" y="8612"/>
                </a:moveTo>
                <a:lnTo>
                  <a:pt x="33" y="8612"/>
                </a:lnTo>
                <a:lnTo>
                  <a:pt x="33" y="8697"/>
                </a:lnTo>
                <a:lnTo>
                  <a:pt x="8" y="8697"/>
                </a:lnTo>
              </a:path>
              <a:path w="21600" h="21600">
                <a:moveTo>
                  <a:pt x="13379" y="8543"/>
                </a:moveTo>
                <a:lnTo>
                  <a:pt x="13394" y="8543"/>
                </a:lnTo>
                <a:lnTo>
                  <a:pt x="13394" y="8594"/>
                </a:lnTo>
                <a:lnTo>
                  <a:pt x="13379" y="8594"/>
                </a:lnTo>
              </a:path>
              <a:path w="21600" h="21600">
                <a:moveTo>
                  <a:pt x="2646" y="8543"/>
                </a:moveTo>
                <a:lnTo>
                  <a:pt x="2661" y="8543"/>
                </a:lnTo>
                <a:lnTo>
                  <a:pt x="2661" y="8594"/>
                </a:lnTo>
                <a:lnTo>
                  <a:pt x="2646" y="8594"/>
                </a:lnTo>
              </a:path>
              <a:path w="21600" h="21600">
                <a:moveTo>
                  <a:pt x="7516" y="8534"/>
                </a:moveTo>
                <a:lnTo>
                  <a:pt x="7529" y="8534"/>
                </a:lnTo>
                <a:lnTo>
                  <a:pt x="7529" y="8577"/>
                </a:lnTo>
                <a:lnTo>
                  <a:pt x="7516" y="8577"/>
                </a:lnTo>
              </a:path>
              <a:path w="21600" h="21600">
                <a:moveTo>
                  <a:pt x="18248" y="8534"/>
                </a:moveTo>
                <a:lnTo>
                  <a:pt x="18261" y="8534"/>
                </a:lnTo>
                <a:lnTo>
                  <a:pt x="18261" y="8577"/>
                </a:lnTo>
                <a:lnTo>
                  <a:pt x="18248" y="8577"/>
                </a:lnTo>
              </a:path>
              <a:path w="21600" h="21600">
                <a:moveTo>
                  <a:pt x="4362" y="8477"/>
                </a:moveTo>
                <a:lnTo>
                  <a:pt x="4378" y="8477"/>
                </a:lnTo>
                <a:lnTo>
                  <a:pt x="4378" y="8529"/>
                </a:lnTo>
                <a:lnTo>
                  <a:pt x="4362" y="8529"/>
                </a:lnTo>
              </a:path>
              <a:path w="21600" h="21600">
                <a:moveTo>
                  <a:pt x="15094" y="8477"/>
                </a:moveTo>
                <a:lnTo>
                  <a:pt x="15110" y="8477"/>
                </a:lnTo>
                <a:lnTo>
                  <a:pt x="15110" y="8529"/>
                </a:lnTo>
                <a:lnTo>
                  <a:pt x="15094" y="8529"/>
                </a:lnTo>
              </a:path>
              <a:path w="21600" h="21600">
                <a:moveTo>
                  <a:pt x="11312" y="8459"/>
                </a:moveTo>
                <a:lnTo>
                  <a:pt x="11333" y="8459"/>
                </a:lnTo>
                <a:lnTo>
                  <a:pt x="11333" y="8527"/>
                </a:lnTo>
                <a:lnTo>
                  <a:pt x="11312" y="8527"/>
                </a:lnTo>
              </a:path>
              <a:path w="21600" h="21600">
                <a:moveTo>
                  <a:pt x="19960" y="8436"/>
                </a:moveTo>
                <a:lnTo>
                  <a:pt x="19980" y="8436"/>
                </a:lnTo>
                <a:lnTo>
                  <a:pt x="19980" y="8501"/>
                </a:lnTo>
                <a:lnTo>
                  <a:pt x="19960" y="8501"/>
                </a:lnTo>
              </a:path>
              <a:path w="21600" h="21600">
                <a:moveTo>
                  <a:pt x="9228" y="8436"/>
                </a:moveTo>
                <a:lnTo>
                  <a:pt x="9247" y="8436"/>
                </a:lnTo>
                <a:lnTo>
                  <a:pt x="9247" y="8501"/>
                </a:lnTo>
                <a:lnTo>
                  <a:pt x="9228" y="8501"/>
                </a:lnTo>
              </a:path>
              <a:path w="21600" h="21600">
                <a:moveTo>
                  <a:pt x="8" y="8428"/>
                </a:moveTo>
                <a:lnTo>
                  <a:pt x="33" y="8428"/>
                </a:lnTo>
                <a:lnTo>
                  <a:pt x="33" y="8508"/>
                </a:lnTo>
                <a:lnTo>
                  <a:pt x="8" y="8508"/>
                </a:lnTo>
              </a:path>
              <a:path w="21600" h="21600">
                <a:moveTo>
                  <a:pt x="10741" y="8428"/>
                </a:moveTo>
                <a:lnTo>
                  <a:pt x="10765" y="8428"/>
                </a:lnTo>
                <a:lnTo>
                  <a:pt x="10765" y="8508"/>
                </a:lnTo>
                <a:lnTo>
                  <a:pt x="10741" y="8508"/>
                </a:lnTo>
              </a:path>
              <a:path w="21600" h="21600">
                <a:moveTo>
                  <a:pt x="12091" y="8362"/>
                </a:moveTo>
                <a:lnTo>
                  <a:pt x="12104" y="8362"/>
                </a:lnTo>
                <a:lnTo>
                  <a:pt x="12104" y="8407"/>
                </a:lnTo>
                <a:lnTo>
                  <a:pt x="12091" y="8407"/>
                </a:lnTo>
              </a:path>
              <a:path w="21600" h="21600">
                <a:moveTo>
                  <a:pt x="16319" y="8356"/>
                </a:moveTo>
                <a:lnTo>
                  <a:pt x="16332" y="8356"/>
                </a:lnTo>
                <a:lnTo>
                  <a:pt x="16332" y="8399"/>
                </a:lnTo>
                <a:lnTo>
                  <a:pt x="16319" y="8399"/>
                </a:lnTo>
              </a:path>
              <a:path w="21600" h="21600">
                <a:moveTo>
                  <a:pt x="5587" y="8356"/>
                </a:moveTo>
                <a:lnTo>
                  <a:pt x="5600" y="8356"/>
                </a:lnTo>
                <a:lnTo>
                  <a:pt x="5600" y="8399"/>
                </a:lnTo>
                <a:lnTo>
                  <a:pt x="5587" y="8399"/>
                </a:lnTo>
              </a:path>
              <a:path w="21600" h="21600">
                <a:moveTo>
                  <a:pt x="10741" y="8244"/>
                </a:moveTo>
                <a:lnTo>
                  <a:pt x="10764" y="8244"/>
                </a:lnTo>
                <a:lnTo>
                  <a:pt x="10764" y="8320"/>
                </a:lnTo>
                <a:lnTo>
                  <a:pt x="10741" y="8320"/>
                </a:lnTo>
              </a:path>
              <a:path w="21600" h="21600">
                <a:moveTo>
                  <a:pt x="9" y="8244"/>
                </a:moveTo>
                <a:lnTo>
                  <a:pt x="32" y="8244"/>
                </a:lnTo>
                <a:lnTo>
                  <a:pt x="32" y="8320"/>
                </a:lnTo>
                <a:lnTo>
                  <a:pt x="9" y="8320"/>
                </a:lnTo>
              </a:path>
              <a:path w="21600" h="21600">
                <a:moveTo>
                  <a:pt x="2646" y="8191"/>
                </a:moveTo>
                <a:lnTo>
                  <a:pt x="2661" y="8191"/>
                </a:lnTo>
                <a:lnTo>
                  <a:pt x="2661" y="8240"/>
                </a:lnTo>
                <a:lnTo>
                  <a:pt x="2646" y="8240"/>
                </a:lnTo>
              </a:path>
              <a:path w="21600" h="21600">
                <a:moveTo>
                  <a:pt x="13379" y="8191"/>
                </a:moveTo>
                <a:lnTo>
                  <a:pt x="13394" y="8191"/>
                </a:lnTo>
                <a:lnTo>
                  <a:pt x="13394" y="8240"/>
                </a:lnTo>
                <a:lnTo>
                  <a:pt x="13379" y="8240"/>
                </a:lnTo>
              </a:path>
              <a:path w="21600" h="21600">
                <a:moveTo>
                  <a:pt x="7516" y="8181"/>
                </a:moveTo>
                <a:lnTo>
                  <a:pt x="7528" y="8181"/>
                </a:lnTo>
                <a:lnTo>
                  <a:pt x="7528" y="8223"/>
                </a:lnTo>
                <a:lnTo>
                  <a:pt x="7516" y="8223"/>
                </a:lnTo>
              </a:path>
              <a:path w="21600" h="21600">
                <a:moveTo>
                  <a:pt x="18249" y="8181"/>
                </a:moveTo>
                <a:lnTo>
                  <a:pt x="18261" y="8181"/>
                </a:lnTo>
                <a:lnTo>
                  <a:pt x="18261" y="8223"/>
                </a:lnTo>
                <a:lnTo>
                  <a:pt x="18249" y="8223"/>
                </a:lnTo>
              </a:path>
              <a:path w="21600" h="21600">
                <a:moveTo>
                  <a:pt x="15095" y="8124"/>
                </a:moveTo>
                <a:lnTo>
                  <a:pt x="15110" y="8124"/>
                </a:lnTo>
                <a:lnTo>
                  <a:pt x="15110" y="8175"/>
                </a:lnTo>
                <a:lnTo>
                  <a:pt x="15095" y="8175"/>
                </a:lnTo>
              </a:path>
              <a:path w="21600" h="21600">
                <a:moveTo>
                  <a:pt x="4362" y="8124"/>
                </a:moveTo>
                <a:lnTo>
                  <a:pt x="4378" y="8124"/>
                </a:lnTo>
                <a:lnTo>
                  <a:pt x="4378" y="8175"/>
                </a:lnTo>
                <a:lnTo>
                  <a:pt x="4362" y="8175"/>
                </a:lnTo>
              </a:path>
              <a:path w="21600" h="21600">
                <a:moveTo>
                  <a:pt x="11313" y="8106"/>
                </a:moveTo>
                <a:lnTo>
                  <a:pt x="11333" y="8106"/>
                </a:lnTo>
                <a:lnTo>
                  <a:pt x="11333" y="8173"/>
                </a:lnTo>
                <a:lnTo>
                  <a:pt x="11313" y="8173"/>
                </a:lnTo>
              </a:path>
              <a:path w="21600" h="21600">
                <a:moveTo>
                  <a:pt x="9228" y="8084"/>
                </a:moveTo>
                <a:lnTo>
                  <a:pt x="9247" y="8084"/>
                </a:lnTo>
                <a:lnTo>
                  <a:pt x="9247" y="8148"/>
                </a:lnTo>
                <a:lnTo>
                  <a:pt x="9228" y="8148"/>
                </a:lnTo>
              </a:path>
              <a:path w="21600" h="21600">
                <a:moveTo>
                  <a:pt x="19961" y="8084"/>
                </a:moveTo>
                <a:lnTo>
                  <a:pt x="19980" y="8084"/>
                </a:lnTo>
                <a:lnTo>
                  <a:pt x="19980" y="8148"/>
                </a:lnTo>
                <a:lnTo>
                  <a:pt x="19961" y="8148"/>
                </a:lnTo>
              </a:path>
              <a:path w="21600" h="21600">
                <a:moveTo>
                  <a:pt x="10742" y="8060"/>
                </a:moveTo>
                <a:lnTo>
                  <a:pt x="10764" y="8060"/>
                </a:lnTo>
                <a:lnTo>
                  <a:pt x="10764" y="8132"/>
                </a:lnTo>
                <a:lnTo>
                  <a:pt x="10742" y="8132"/>
                </a:lnTo>
              </a:path>
              <a:path w="21600" h="21600">
                <a:moveTo>
                  <a:pt x="10" y="8060"/>
                </a:moveTo>
                <a:lnTo>
                  <a:pt x="32" y="8060"/>
                </a:lnTo>
                <a:lnTo>
                  <a:pt x="32" y="8132"/>
                </a:lnTo>
                <a:lnTo>
                  <a:pt x="10" y="8132"/>
                </a:lnTo>
              </a:path>
              <a:path w="21600" h="21600">
                <a:moveTo>
                  <a:pt x="12091" y="8010"/>
                </a:moveTo>
                <a:lnTo>
                  <a:pt x="12104" y="8010"/>
                </a:lnTo>
                <a:lnTo>
                  <a:pt x="12104" y="8053"/>
                </a:lnTo>
                <a:lnTo>
                  <a:pt x="12091" y="8053"/>
                </a:lnTo>
              </a:path>
              <a:path w="21600" h="21600">
                <a:moveTo>
                  <a:pt x="5587" y="8003"/>
                </a:moveTo>
                <a:lnTo>
                  <a:pt x="5600" y="8003"/>
                </a:lnTo>
                <a:lnTo>
                  <a:pt x="5600" y="8045"/>
                </a:lnTo>
                <a:lnTo>
                  <a:pt x="5587" y="8045"/>
                </a:lnTo>
              </a:path>
              <a:path w="21600" h="21600">
                <a:moveTo>
                  <a:pt x="16319" y="8003"/>
                </a:moveTo>
                <a:lnTo>
                  <a:pt x="16332" y="8003"/>
                </a:lnTo>
                <a:lnTo>
                  <a:pt x="16332" y="8045"/>
                </a:lnTo>
                <a:lnTo>
                  <a:pt x="16319" y="8045"/>
                </a:lnTo>
              </a:path>
              <a:path w="21600" h="21600">
                <a:moveTo>
                  <a:pt x="10743" y="7875"/>
                </a:moveTo>
                <a:lnTo>
                  <a:pt x="10763" y="7875"/>
                </a:lnTo>
                <a:lnTo>
                  <a:pt x="10763" y="7944"/>
                </a:lnTo>
                <a:lnTo>
                  <a:pt x="10743" y="7944"/>
                </a:lnTo>
              </a:path>
              <a:path w="21600" h="21600">
                <a:moveTo>
                  <a:pt x="10" y="7875"/>
                </a:moveTo>
                <a:lnTo>
                  <a:pt x="31" y="7875"/>
                </a:lnTo>
                <a:lnTo>
                  <a:pt x="31" y="7944"/>
                </a:lnTo>
                <a:lnTo>
                  <a:pt x="10" y="7944"/>
                </a:lnTo>
              </a:path>
              <a:path w="21600" h="21600">
                <a:moveTo>
                  <a:pt x="8500" y="7853"/>
                </a:moveTo>
                <a:lnTo>
                  <a:pt x="8542" y="7853"/>
                </a:lnTo>
                <a:lnTo>
                  <a:pt x="8542" y="7993"/>
                </a:lnTo>
                <a:lnTo>
                  <a:pt x="8500" y="7993"/>
                </a:lnTo>
              </a:path>
              <a:path w="21600" h="21600">
                <a:moveTo>
                  <a:pt x="19232" y="7853"/>
                </a:moveTo>
                <a:lnTo>
                  <a:pt x="19274" y="7853"/>
                </a:lnTo>
                <a:lnTo>
                  <a:pt x="19274" y="7993"/>
                </a:lnTo>
                <a:lnTo>
                  <a:pt x="19232" y="7993"/>
                </a:lnTo>
              </a:path>
              <a:path w="21600" h="21600">
                <a:moveTo>
                  <a:pt x="13379" y="7838"/>
                </a:moveTo>
                <a:lnTo>
                  <a:pt x="13393" y="7838"/>
                </a:lnTo>
                <a:lnTo>
                  <a:pt x="13393" y="7886"/>
                </a:lnTo>
                <a:lnTo>
                  <a:pt x="13379" y="7886"/>
                </a:lnTo>
              </a:path>
              <a:path w="21600" h="21600">
                <a:moveTo>
                  <a:pt x="2647" y="7838"/>
                </a:moveTo>
                <a:lnTo>
                  <a:pt x="2661" y="7838"/>
                </a:lnTo>
                <a:lnTo>
                  <a:pt x="2661" y="7886"/>
                </a:lnTo>
                <a:lnTo>
                  <a:pt x="2647" y="7886"/>
                </a:lnTo>
              </a:path>
              <a:path w="21600" h="21600">
                <a:moveTo>
                  <a:pt x="18249" y="7829"/>
                </a:moveTo>
                <a:lnTo>
                  <a:pt x="18261" y="7829"/>
                </a:lnTo>
                <a:lnTo>
                  <a:pt x="18261" y="7869"/>
                </a:lnTo>
                <a:lnTo>
                  <a:pt x="18249" y="7869"/>
                </a:lnTo>
              </a:path>
              <a:path w="21600" h="21600">
                <a:moveTo>
                  <a:pt x="7516" y="7829"/>
                </a:moveTo>
                <a:lnTo>
                  <a:pt x="7528" y="7829"/>
                </a:lnTo>
                <a:lnTo>
                  <a:pt x="7528" y="7869"/>
                </a:lnTo>
                <a:lnTo>
                  <a:pt x="7516" y="7869"/>
                </a:lnTo>
              </a:path>
              <a:path w="21600" h="21600">
                <a:moveTo>
                  <a:pt x="15095" y="7772"/>
                </a:moveTo>
                <a:lnTo>
                  <a:pt x="15110" y="7772"/>
                </a:lnTo>
                <a:lnTo>
                  <a:pt x="15110" y="7821"/>
                </a:lnTo>
                <a:lnTo>
                  <a:pt x="15095" y="7821"/>
                </a:lnTo>
              </a:path>
              <a:path w="21600" h="21600">
                <a:moveTo>
                  <a:pt x="4363" y="7772"/>
                </a:moveTo>
                <a:lnTo>
                  <a:pt x="4377" y="7772"/>
                </a:lnTo>
                <a:lnTo>
                  <a:pt x="4377" y="7821"/>
                </a:lnTo>
                <a:lnTo>
                  <a:pt x="4363" y="7821"/>
                </a:lnTo>
              </a:path>
              <a:path w="21600" h="21600">
                <a:moveTo>
                  <a:pt x="11313" y="7754"/>
                </a:moveTo>
                <a:lnTo>
                  <a:pt x="11332" y="7754"/>
                </a:lnTo>
                <a:lnTo>
                  <a:pt x="11332" y="7819"/>
                </a:lnTo>
                <a:lnTo>
                  <a:pt x="11313" y="7819"/>
                </a:lnTo>
              </a:path>
              <a:path w="21600" h="21600">
                <a:moveTo>
                  <a:pt x="9228" y="7731"/>
                </a:moveTo>
                <a:lnTo>
                  <a:pt x="9247" y="7731"/>
                </a:lnTo>
                <a:lnTo>
                  <a:pt x="9247" y="7794"/>
                </a:lnTo>
                <a:lnTo>
                  <a:pt x="9228" y="7794"/>
                </a:lnTo>
              </a:path>
              <a:path w="21600" h="21600">
                <a:moveTo>
                  <a:pt x="19961" y="7731"/>
                </a:moveTo>
                <a:lnTo>
                  <a:pt x="19980" y="7731"/>
                </a:lnTo>
                <a:lnTo>
                  <a:pt x="19980" y="7794"/>
                </a:lnTo>
                <a:lnTo>
                  <a:pt x="19961" y="7794"/>
                </a:lnTo>
              </a:path>
              <a:path w="21600" h="21600">
                <a:moveTo>
                  <a:pt x="10743" y="7691"/>
                </a:moveTo>
                <a:lnTo>
                  <a:pt x="10763" y="7691"/>
                </a:lnTo>
                <a:lnTo>
                  <a:pt x="10763" y="7756"/>
                </a:lnTo>
                <a:lnTo>
                  <a:pt x="10743" y="7756"/>
                </a:lnTo>
              </a:path>
              <a:path w="21600" h="21600">
                <a:moveTo>
                  <a:pt x="11" y="7691"/>
                </a:moveTo>
                <a:lnTo>
                  <a:pt x="30" y="7691"/>
                </a:lnTo>
                <a:lnTo>
                  <a:pt x="30" y="7756"/>
                </a:lnTo>
                <a:lnTo>
                  <a:pt x="11" y="7756"/>
                </a:lnTo>
              </a:path>
              <a:path w="21600" h="21600">
                <a:moveTo>
                  <a:pt x="12091" y="7658"/>
                </a:moveTo>
                <a:lnTo>
                  <a:pt x="12104" y="7658"/>
                </a:lnTo>
                <a:lnTo>
                  <a:pt x="12104" y="7699"/>
                </a:lnTo>
                <a:lnTo>
                  <a:pt x="12091" y="7699"/>
                </a:lnTo>
              </a:path>
              <a:path w="21600" h="21600">
                <a:moveTo>
                  <a:pt x="16320" y="7651"/>
                </a:moveTo>
                <a:lnTo>
                  <a:pt x="16332" y="7651"/>
                </a:lnTo>
                <a:lnTo>
                  <a:pt x="16332" y="7691"/>
                </a:lnTo>
                <a:lnTo>
                  <a:pt x="16320" y="7691"/>
                </a:lnTo>
              </a:path>
              <a:path w="21600" h="21600">
                <a:moveTo>
                  <a:pt x="5587" y="7651"/>
                </a:moveTo>
                <a:lnTo>
                  <a:pt x="5599" y="7651"/>
                </a:lnTo>
                <a:lnTo>
                  <a:pt x="5599" y="7691"/>
                </a:lnTo>
                <a:lnTo>
                  <a:pt x="5587" y="7691"/>
                </a:lnTo>
              </a:path>
              <a:path w="21600" h="21600">
                <a:moveTo>
                  <a:pt x="10744" y="7507"/>
                </a:moveTo>
                <a:lnTo>
                  <a:pt x="10762" y="7507"/>
                </a:lnTo>
                <a:lnTo>
                  <a:pt x="10762" y="7568"/>
                </a:lnTo>
                <a:lnTo>
                  <a:pt x="10744" y="7568"/>
                </a:lnTo>
              </a:path>
              <a:path w="21600" h="21600">
                <a:moveTo>
                  <a:pt x="11" y="7507"/>
                </a:moveTo>
                <a:lnTo>
                  <a:pt x="30" y="7507"/>
                </a:lnTo>
                <a:lnTo>
                  <a:pt x="30" y="7568"/>
                </a:lnTo>
                <a:lnTo>
                  <a:pt x="11" y="7568"/>
                </a:lnTo>
              </a:path>
              <a:path w="21600" h="21600">
                <a:moveTo>
                  <a:pt x="13379" y="7486"/>
                </a:moveTo>
                <a:lnTo>
                  <a:pt x="13393" y="7486"/>
                </a:lnTo>
                <a:lnTo>
                  <a:pt x="13393" y="7532"/>
                </a:lnTo>
                <a:lnTo>
                  <a:pt x="13379" y="7532"/>
                </a:lnTo>
              </a:path>
              <a:path w="21600" h="21600">
                <a:moveTo>
                  <a:pt x="2647" y="7486"/>
                </a:moveTo>
                <a:lnTo>
                  <a:pt x="2661" y="7486"/>
                </a:lnTo>
                <a:lnTo>
                  <a:pt x="2661" y="7532"/>
                </a:lnTo>
                <a:lnTo>
                  <a:pt x="2647" y="7532"/>
                </a:lnTo>
              </a:path>
              <a:path w="21600" h="21600">
                <a:moveTo>
                  <a:pt x="7516" y="7476"/>
                </a:moveTo>
                <a:lnTo>
                  <a:pt x="7528" y="7476"/>
                </a:lnTo>
                <a:lnTo>
                  <a:pt x="7528" y="7515"/>
                </a:lnTo>
                <a:lnTo>
                  <a:pt x="7516" y="7515"/>
                </a:lnTo>
              </a:path>
              <a:path w="21600" h="21600">
                <a:moveTo>
                  <a:pt x="18249" y="7476"/>
                </a:moveTo>
                <a:lnTo>
                  <a:pt x="18261" y="7476"/>
                </a:lnTo>
                <a:lnTo>
                  <a:pt x="18261" y="7515"/>
                </a:lnTo>
                <a:lnTo>
                  <a:pt x="18249" y="7515"/>
                </a:lnTo>
              </a:path>
              <a:path w="21600" h="21600">
                <a:moveTo>
                  <a:pt x="8500" y="7471"/>
                </a:moveTo>
                <a:lnTo>
                  <a:pt x="8541" y="7471"/>
                </a:lnTo>
                <a:lnTo>
                  <a:pt x="8541" y="7606"/>
                </a:lnTo>
                <a:lnTo>
                  <a:pt x="8500" y="7606"/>
                </a:lnTo>
              </a:path>
              <a:path w="21600" h="21600">
                <a:moveTo>
                  <a:pt x="19233" y="7471"/>
                </a:moveTo>
                <a:lnTo>
                  <a:pt x="19274" y="7471"/>
                </a:lnTo>
                <a:lnTo>
                  <a:pt x="19274" y="7606"/>
                </a:lnTo>
                <a:lnTo>
                  <a:pt x="19233" y="7606"/>
                </a:lnTo>
              </a:path>
              <a:path w="21600" h="21600">
                <a:moveTo>
                  <a:pt x="15095" y="7419"/>
                </a:moveTo>
                <a:lnTo>
                  <a:pt x="15110" y="7419"/>
                </a:lnTo>
                <a:lnTo>
                  <a:pt x="15110" y="7467"/>
                </a:lnTo>
                <a:lnTo>
                  <a:pt x="15095" y="7467"/>
                </a:lnTo>
              </a:path>
              <a:path w="21600" h="21600">
                <a:moveTo>
                  <a:pt x="4363" y="7419"/>
                </a:moveTo>
                <a:lnTo>
                  <a:pt x="4377" y="7419"/>
                </a:lnTo>
                <a:lnTo>
                  <a:pt x="4377" y="7467"/>
                </a:lnTo>
                <a:lnTo>
                  <a:pt x="4363" y="7467"/>
                </a:lnTo>
              </a:path>
              <a:path w="21600" h="21600">
                <a:moveTo>
                  <a:pt x="11313" y="7401"/>
                </a:moveTo>
                <a:lnTo>
                  <a:pt x="11332" y="7401"/>
                </a:lnTo>
                <a:lnTo>
                  <a:pt x="11332" y="7465"/>
                </a:lnTo>
                <a:lnTo>
                  <a:pt x="11313" y="7465"/>
                </a:lnTo>
              </a:path>
              <a:path w="21600" h="21600">
                <a:moveTo>
                  <a:pt x="9228" y="7379"/>
                </a:moveTo>
                <a:lnTo>
                  <a:pt x="9247" y="7379"/>
                </a:lnTo>
                <a:lnTo>
                  <a:pt x="9247" y="7440"/>
                </a:lnTo>
                <a:lnTo>
                  <a:pt x="9228" y="7440"/>
                </a:lnTo>
              </a:path>
              <a:path w="21600" h="21600">
                <a:moveTo>
                  <a:pt x="19961" y="7379"/>
                </a:moveTo>
                <a:lnTo>
                  <a:pt x="19979" y="7379"/>
                </a:lnTo>
                <a:lnTo>
                  <a:pt x="19979" y="7440"/>
                </a:lnTo>
                <a:lnTo>
                  <a:pt x="19961" y="7440"/>
                </a:lnTo>
              </a:path>
              <a:path w="21600" h="21600">
                <a:moveTo>
                  <a:pt x="10744" y="7323"/>
                </a:moveTo>
                <a:lnTo>
                  <a:pt x="10761" y="7323"/>
                </a:lnTo>
                <a:lnTo>
                  <a:pt x="10761" y="7380"/>
                </a:lnTo>
                <a:lnTo>
                  <a:pt x="10744" y="7380"/>
                </a:lnTo>
              </a:path>
              <a:path w="21600" h="21600">
                <a:moveTo>
                  <a:pt x="12" y="7323"/>
                </a:moveTo>
                <a:lnTo>
                  <a:pt x="29" y="7323"/>
                </a:lnTo>
                <a:lnTo>
                  <a:pt x="29" y="7380"/>
                </a:lnTo>
                <a:lnTo>
                  <a:pt x="12" y="7380"/>
                </a:lnTo>
              </a:path>
              <a:path w="21600" h="21600">
                <a:moveTo>
                  <a:pt x="12092" y="7305"/>
                </a:moveTo>
                <a:lnTo>
                  <a:pt x="12104" y="7305"/>
                </a:lnTo>
                <a:lnTo>
                  <a:pt x="12104" y="7345"/>
                </a:lnTo>
                <a:lnTo>
                  <a:pt x="12092" y="7345"/>
                </a:lnTo>
              </a:path>
              <a:path w="21600" h="21600">
                <a:moveTo>
                  <a:pt x="5588" y="7298"/>
                </a:moveTo>
                <a:lnTo>
                  <a:pt x="5599" y="7298"/>
                </a:lnTo>
                <a:lnTo>
                  <a:pt x="5599" y="7337"/>
                </a:lnTo>
                <a:lnTo>
                  <a:pt x="5588" y="7337"/>
                </a:lnTo>
              </a:path>
              <a:path w="21600" h="21600">
                <a:moveTo>
                  <a:pt x="16320" y="7298"/>
                </a:moveTo>
                <a:lnTo>
                  <a:pt x="16332" y="7298"/>
                </a:lnTo>
                <a:lnTo>
                  <a:pt x="16332" y="7337"/>
                </a:lnTo>
                <a:lnTo>
                  <a:pt x="16320" y="7337"/>
                </a:lnTo>
              </a:path>
              <a:path w="21600" h="21600">
                <a:moveTo>
                  <a:pt x="10745" y="7139"/>
                </a:moveTo>
                <a:lnTo>
                  <a:pt x="10761" y="7139"/>
                </a:lnTo>
                <a:lnTo>
                  <a:pt x="10761" y="7192"/>
                </a:lnTo>
                <a:lnTo>
                  <a:pt x="10745" y="7192"/>
                </a:lnTo>
              </a:path>
              <a:path w="21600" h="21600">
                <a:moveTo>
                  <a:pt x="13" y="7139"/>
                </a:moveTo>
                <a:lnTo>
                  <a:pt x="28" y="7139"/>
                </a:lnTo>
                <a:lnTo>
                  <a:pt x="28" y="7192"/>
                </a:lnTo>
                <a:lnTo>
                  <a:pt x="13" y="7192"/>
                </a:lnTo>
              </a:path>
              <a:path w="21600" h="21600">
                <a:moveTo>
                  <a:pt x="13379" y="7133"/>
                </a:moveTo>
                <a:lnTo>
                  <a:pt x="13393" y="7133"/>
                </a:lnTo>
                <a:lnTo>
                  <a:pt x="13393" y="7178"/>
                </a:lnTo>
                <a:lnTo>
                  <a:pt x="13379" y="7178"/>
                </a:lnTo>
              </a:path>
              <a:path w="21600" h="21600">
                <a:moveTo>
                  <a:pt x="2647" y="7133"/>
                </a:moveTo>
                <a:lnTo>
                  <a:pt x="2661" y="7133"/>
                </a:lnTo>
                <a:lnTo>
                  <a:pt x="2661" y="7178"/>
                </a:lnTo>
                <a:lnTo>
                  <a:pt x="2647" y="7178"/>
                </a:lnTo>
              </a:path>
              <a:path w="21600" h="21600">
                <a:moveTo>
                  <a:pt x="18249" y="7124"/>
                </a:moveTo>
                <a:lnTo>
                  <a:pt x="18260" y="7124"/>
                </a:lnTo>
                <a:lnTo>
                  <a:pt x="18260" y="7161"/>
                </a:lnTo>
                <a:lnTo>
                  <a:pt x="18249" y="7161"/>
                </a:lnTo>
              </a:path>
              <a:path w="21600" h="21600">
                <a:moveTo>
                  <a:pt x="7517" y="7124"/>
                </a:moveTo>
                <a:lnTo>
                  <a:pt x="7528" y="7124"/>
                </a:lnTo>
                <a:lnTo>
                  <a:pt x="7528" y="7161"/>
                </a:lnTo>
                <a:lnTo>
                  <a:pt x="7517" y="7161"/>
                </a:lnTo>
              </a:path>
              <a:path w="21600" h="21600">
                <a:moveTo>
                  <a:pt x="8501" y="7088"/>
                </a:moveTo>
                <a:lnTo>
                  <a:pt x="8541" y="7088"/>
                </a:lnTo>
                <a:lnTo>
                  <a:pt x="8541" y="7220"/>
                </a:lnTo>
                <a:lnTo>
                  <a:pt x="8501" y="7220"/>
                </a:lnTo>
              </a:path>
              <a:path w="21600" h="21600">
                <a:moveTo>
                  <a:pt x="19233" y="7088"/>
                </a:moveTo>
                <a:lnTo>
                  <a:pt x="19273" y="7088"/>
                </a:lnTo>
                <a:lnTo>
                  <a:pt x="19273" y="7220"/>
                </a:lnTo>
                <a:lnTo>
                  <a:pt x="19233" y="7220"/>
                </a:lnTo>
              </a:path>
              <a:path w="21600" h="21600">
                <a:moveTo>
                  <a:pt x="4363" y="7067"/>
                </a:moveTo>
                <a:lnTo>
                  <a:pt x="4377" y="7067"/>
                </a:lnTo>
                <a:lnTo>
                  <a:pt x="4377" y="7113"/>
                </a:lnTo>
                <a:lnTo>
                  <a:pt x="4363" y="7113"/>
                </a:lnTo>
              </a:path>
              <a:path w="21600" h="21600">
                <a:moveTo>
                  <a:pt x="15095" y="7067"/>
                </a:moveTo>
                <a:lnTo>
                  <a:pt x="15109" y="7067"/>
                </a:lnTo>
                <a:lnTo>
                  <a:pt x="15109" y="7113"/>
                </a:lnTo>
                <a:lnTo>
                  <a:pt x="15095" y="7113"/>
                </a:lnTo>
              </a:path>
              <a:path w="21600" h="21600">
                <a:moveTo>
                  <a:pt x="11313" y="7049"/>
                </a:moveTo>
                <a:lnTo>
                  <a:pt x="11332" y="7049"/>
                </a:lnTo>
                <a:lnTo>
                  <a:pt x="11332" y="7111"/>
                </a:lnTo>
                <a:lnTo>
                  <a:pt x="11313" y="7111"/>
                </a:lnTo>
              </a:path>
              <a:path w="21600" h="21600">
                <a:moveTo>
                  <a:pt x="19961" y="7026"/>
                </a:moveTo>
                <a:lnTo>
                  <a:pt x="19979" y="7026"/>
                </a:lnTo>
                <a:lnTo>
                  <a:pt x="19979" y="7086"/>
                </a:lnTo>
                <a:lnTo>
                  <a:pt x="19961" y="7086"/>
                </a:lnTo>
              </a:path>
              <a:path w="21600" h="21600">
                <a:moveTo>
                  <a:pt x="9229" y="7026"/>
                </a:moveTo>
                <a:lnTo>
                  <a:pt x="9247" y="7026"/>
                </a:lnTo>
                <a:lnTo>
                  <a:pt x="9247" y="7086"/>
                </a:lnTo>
                <a:lnTo>
                  <a:pt x="9229" y="7086"/>
                </a:lnTo>
              </a:path>
              <a:path w="21600" h="21600">
                <a:moveTo>
                  <a:pt x="10746" y="6955"/>
                </a:moveTo>
                <a:lnTo>
                  <a:pt x="10760" y="6955"/>
                </a:lnTo>
                <a:lnTo>
                  <a:pt x="10760" y="7004"/>
                </a:lnTo>
                <a:lnTo>
                  <a:pt x="10746" y="7004"/>
                </a:lnTo>
              </a:path>
              <a:path w="21600" h="21600">
                <a:moveTo>
                  <a:pt x="13" y="6955"/>
                </a:moveTo>
                <a:lnTo>
                  <a:pt x="28" y="6955"/>
                </a:lnTo>
                <a:lnTo>
                  <a:pt x="28" y="7004"/>
                </a:lnTo>
                <a:lnTo>
                  <a:pt x="13" y="7004"/>
                </a:lnTo>
              </a:path>
              <a:path w="21600" h="21600">
                <a:moveTo>
                  <a:pt x="12092" y="6953"/>
                </a:moveTo>
                <a:lnTo>
                  <a:pt x="12103" y="6953"/>
                </a:lnTo>
                <a:lnTo>
                  <a:pt x="12103" y="6991"/>
                </a:lnTo>
                <a:lnTo>
                  <a:pt x="12092" y="6991"/>
                </a:lnTo>
              </a:path>
              <a:path w="21600" h="21600">
                <a:moveTo>
                  <a:pt x="16320" y="6946"/>
                </a:moveTo>
                <a:lnTo>
                  <a:pt x="16331" y="6946"/>
                </a:lnTo>
                <a:lnTo>
                  <a:pt x="16331" y="6983"/>
                </a:lnTo>
                <a:lnTo>
                  <a:pt x="16320" y="6983"/>
                </a:lnTo>
              </a:path>
              <a:path w="21600" h="21600">
                <a:moveTo>
                  <a:pt x="5588" y="6946"/>
                </a:moveTo>
                <a:lnTo>
                  <a:pt x="5599" y="6946"/>
                </a:lnTo>
                <a:lnTo>
                  <a:pt x="5599" y="6983"/>
                </a:lnTo>
                <a:lnTo>
                  <a:pt x="5588" y="6983"/>
                </a:lnTo>
              </a:path>
              <a:path w="21600" h="21600">
                <a:moveTo>
                  <a:pt x="2647" y="6781"/>
                </a:moveTo>
                <a:lnTo>
                  <a:pt x="2660" y="6781"/>
                </a:lnTo>
                <a:lnTo>
                  <a:pt x="2660" y="6824"/>
                </a:lnTo>
                <a:lnTo>
                  <a:pt x="2647" y="6824"/>
                </a:lnTo>
              </a:path>
              <a:path w="21600" h="21600">
                <a:moveTo>
                  <a:pt x="13380" y="6781"/>
                </a:moveTo>
                <a:lnTo>
                  <a:pt x="13393" y="6781"/>
                </a:lnTo>
                <a:lnTo>
                  <a:pt x="13393" y="6824"/>
                </a:lnTo>
                <a:lnTo>
                  <a:pt x="13380" y="6824"/>
                </a:lnTo>
              </a:path>
              <a:path w="21600" h="21600">
                <a:moveTo>
                  <a:pt x="7517" y="6771"/>
                </a:moveTo>
                <a:lnTo>
                  <a:pt x="7528" y="6771"/>
                </a:lnTo>
                <a:lnTo>
                  <a:pt x="7528" y="6807"/>
                </a:lnTo>
                <a:lnTo>
                  <a:pt x="7517" y="6807"/>
                </a:lnTo>
              </a:path>
              <a:path w="21600" h="21600">
                <a:moveTo>
                  <a:pt x="18249" y="6771"/>
                </a:moveTo>
                <a:lnTo>
                  <a:pt x="18260" y="6771"/>
                </a:lnTo>
                <a:lnTo>
                  <a:pt x="18260" y="6807"/>
                </a:lnTo>
                <a:lnTo>
                  <a:pt x="18249" y="6807"/>
                </a:lnTo>
              </a:path>
              <a:path w="21600" h="21600">
                <a:moveTo>
                  <a:pt x="10746" y="6771"/>
                </a:moveTo>
                <a:lnTo>
                  <a:pt x="10760" y="6771"/>
                </a:lnTo>
                <a:lnTo>
                  <a:pt x="10760" y="6815"/>
                </a:lnTo>
                <a:lnTo>
                  <a:pt x="10746" y="6815"/>
                </a:lnTo>
              </a:path>
              <a:path w="21600" h="21600">
                <a:moveTo>
                  <a:pt x="14" y="6771"/>
                </a:moveTo>
                <a:lnTo>
                  <a:pt x="27" y="6771"/>
                </a:lnTo>
                <a:lnTo>
                  <a:pt x="27" y="6815"/>
                </a:lnTo>
                <a:lnTo>
                  <a:pt x="14" y="6815"/>
                </a:lnTo>
              </a:path>
              <a:path w="21600" h="21600">
                <a:moveTo>
                  <a:pt x="4363" y="6714"/>
                </a:moveTo>
                <a:lnTo>
                  <a:pt x="4377" y="6714"/>
                </a:lnTo>
                <a:lnTo>
                  <a:pt x="4377" y="6759"/>
                </a:lnTo>
                <a:lnTo>
                  <a:pt x="4363" y="6759"/>
                </a:lnTo>
              </a:path>
              <a:path w="21600" h="21600">
                <a:moveTo>
                  <a:pt x="15096" y="6714"/>
                </a:moveTo>
                <a:lnTo>
                  <a:pt x="15109" y="6714"/>
                </a:lnTo>
                <a:lnTo>
                  <a:pt x="15109" y="6759"/>
                </a:lnTo>
                <a:lnTo>
                  <a:pt x="15096" y="6759"/>
                </a:lnTo>
              </a:path>
              <a:path w="21600" h="21600">
                <a:moveTo>
                  <a:pt x="8502" y="6705"/>
                </a:moveTo>
                <a:lnTo>
                  <a:pt x="8540" y="6705"/>
                </a:lnTo>
                <a:lnTo>
                  <a:pt x="8540" y="6833"/>
                </a:lnTo>
                <a:lnTo>
                  <a:pt x="8502" y="6833"/>
                </a:lnTo>
              </a:path>
              <a:path w="21600" h="21600">
                <a:moveTo>
                  <a:pt x="19234" y="6705"/>
                </a:moveTo>
                <a:lnTo>
                  <a:pt x="19273" y="6705"/>
                </a:lnTo>
                <a:lnTo>
                  <a:pt x="19273" y="6833"/>
                </a:lnTo>
                <a:lnTo>
                  <a:pt x="19234" y="6833"/>
                </a:lnTo>
              </a:path>
              <a:path w="21600" h="21600">
                <a:moveTo>
                  <a:pt x="11314" y="6696"/>
                </a:moveTo>
                <a:lnTo>
                  <a:pt x="11332" y="6696"/>
                </a:lnTo>
                <a:lnTo>
                  <a:pt x="11332" y="6757"/>
                </a:lnTo>
                <a:lnTo>
                  <a:pt x="11314" y="6757"/>
                </a:lnTo>
              </a:path>
              <a:path w="21600" h="21600">
                <a:moveTo>
                  <a:pt x="19961" y="6674"/>
                </a:moveTo>
                <a:lnTo>
                  <a:pt x="19979" y="6674"/>
                </a:lnTo>
                <a:lnTo>
                  <a:pt x="19979" y="6732"/>
                </a:lnTo>
                <a:lnTo>
                  <a:pt x="19961" y="6732"/>
                </a:lnTo>
              </a:path>
              <a:path w="21600" h="21600">
                <a:moveTo>
                  <a:pt x="9229" y="6674"/>
                </a:moveTo>
                <a:lnTo>
                  <a:pt x="9246" y="6674"/>
                </a:lnTo>
                <a:lnTo>
                  <a:pt x="9246" y="6732"/>
                </a:lnTo>
                <a:lnTo>
                  <a:pt x="9229" y="6732"/>
                </a:lnTo>
              </a:path>
              <a:path w="21600" h="21600">
                <a:moveTo>
                  <a:pt x="12092" y="6600"/>
                </a:moveTo>
                <a:lnTo>
                  <a:pt x="12103" y="6600"/>
                </a:lnTo>
                <a:lnTo>
                  <a:pt x="12103" y="6638"/>
                </a:lnTo>
                <a:lnTo>
                  <a:pt x="12092" y="6638"/>
                </a:lnTo>
              </a:path>
              <a:path w="21600" h="21600">
                <a:moveTo>
                  <a:pt x="5588" y="6593"/>
                </a:moveTo>
                <a:lnTo>
                  <a:pt x="5599" y="6593"/>
                </a:lnTo>
                <a:lnTo>
                  <a:pt x="5599" y="6629"/>
                </a:lnTo>
                <a:lnTo>
                  <a:pt x="5588" y="6629"/>
                </a:lnTo>
              </a:path>
              <a:path w="21600" h="21600">
                <a:moveTo>
                  <a:pt x="16320" y="6593"/>
                </a:moveTo>
                <a:lnTo>
                  <a:pt x="16331" y="6593"/>
                </a:lnTo>
                <a:lnTo>
                  <a:pt x="16331" y="6629"/>
                </a:lnTo>
                <a:lnTo>
                  <a:pt x="16320" y="6629"/>
                </a:lnTo>
              </a:path>
              <a:path w="21600" h="21600">
                <a:moveTo>
                  <a:pt x="14" y="6586"/>
                </a:moveTo>
                <a:lnTo>
                  <a:pt x="27" y="6586"/>
                </a:lnTo>
                <a:lnTo>
                  <a:pt x="27" y="6628"/>
                </a:lnTo>
                <a:lnTo>
                  <a:pt x="14" y="6628"/>
                </a:lnTo>
              </a:path>
              <a:path w="21600" h="21600">
                <a:moveTo>
                  <a:pt x="10747" y="6586"/>
                </a:moveTo>
                <a:lnTo>
                  <a:pt x="10759" y="6586"/>
                </a:lnTo>
                <a:lnTo>
                  <a:pt x="10759" y="6628"/>
                </a:lnTo>
                <a:lnTo>
                  <a:pt x="10747" y="6628"/>
                </a:lnTo>
              </a:path>
              <a:path w="21600" h="21600">
                <a:moveTo>
                  <a:pt x="13380" y="6428"/>
                </a:moveTo>
                <a:lnTo>
                  <a:pt x="13392" y="6428"/>
                </a:lnTo>
                <a:lnTo>
                  <a:pt x="13392" y="6470"/>
                </a:lnTo>
                <a:lnTo>
                  <a:pt x="13380" y="6470"/>
                </a:lnTo>
              </a:path>
              <a:path w="21600" h="21600">
                <a:moveTo>
                  <a:pt x="2648" y="6428"/>
                </a:moveTo>
                <a:lnTo>
                  <a:pt x="2660" y="6428"/>
                </a:lnTo>
                <a:lnTo>
                  <a:pt x="2660" y="6470"/>
                </a:lnTo>
                <a:lnTo>
                  <a:pt x="2648" y="6470"/>
                </a:lnTo>
              </a:path>
              <a:path w="21600" h="21600">
                <a:moveTo>
                  <a:pt x="18250" y="6419"/>
                </a:moveTo>
                <a:lnTo>
                  <a:pt x="18260" y="6419"/>
                </a:lnTo>
                <a:lnTo>
                  <a:pt x="18260" y="6453"/>
                </a:lnTo>
                <a:lnTo>
                  <a:pt x="18250" y="6453"/>
                </a:lnTo>
              </a:path>
              <a:path w="21600" h="21600">
                <a:moveTo>
                  <a:pt x="7517" y="6419"/>
                </a:moveTo>
                <a:lnTo>
                  <a:pt x="7527" y="6419"/>
                </a:lnTo>
                <a:lnTo>
                  <a:pt x="7527" y="6453"/>
                </a:lnTo>
                <a:lnTo>
                  <a:pt x="7517" y="6453"/>
                </a:lnTo>
              </a:path>
              <a:path w="21600" h="21600">
                <a:moveTo>
                  <a:pt x="10747" y="6402"/>
                </a:moveTo>
                <a:lnTo>
                  <a:pt x="10759" y="6402"/>
                </a:lnTo>
                <a:lnTo>
                  <a:pt x="10759" y="6439"/>
                </a:lnTo>
                <a:lnTo>
                  <a:pt x="10747" y="6439"/>
                </a:lnTo>
              </a:path>
              <a:path w="21600" h="21600">
                <a:moveTo>
                  <a:pt x="15" y="6402"/>
                </a:moveTo>
                <a:lnTo>
                  <a:pt x="26" y="6402"/>
                </a:lnTo>
                <a:lnTo>
                  <a:pt x="26" y="6439"/>
                </a:lnTo>
                <a:lnTo>
                  <a:pt x="15" y="6439"/>
                </a:lnTo>
              </a:path>
              <a:path w="21600" h="21600">
                <a:moveTo>
                  <a:pt x="15096" y="6362"/>
                </a:moveTo>
                <a:lnTo>
                  <a:pt x="15109" y="6362"/>
                </a:lnTo>
                <a:lnTo>
                  <a:pt x="15109" y="6405"/>
                </a:lnTo>
                <a:lnTo>
                  <a:pt x="15096" y="6405"/>
                </a:lnTo>
              </a:path>
              <a:path w="21600" h="21600">
                <a:moveTo>
                  <a:pt x="4363" y="6362"/>
                </a:moveTo>
                <a:lnTo>
                  <a:pt x="4376" y="6362"/>
                </a:lnTo>
                <a:lnTo>
                  <a:pt x="4376" y="6405"/>
                </a:lnTo>
                <a:lnTo>
                  <a:pt x="4363" y="6405"/>
                </a:lnTo>
              </a:path>
              <a:path w="21600" h="21600">
                <a:moveTo>
                  <a:pt x="11314" y="6344"/>
                </a:moveTo>
                <a:lnTo>
                  <a:pt x="11332" y="6344"/>
                </a:lnTo>
                <a:lnTo>
                  <a:pt x="11332" y="6403"/>
                </a:lnTo>
                <a:lnTo>
                  <a:pt x="11314" y="6403"/>
                </a:lnTo>
              </a:path>
              <a:path w="21600" h="21600">
                <a:moveTo>
                  <a:pt x="8502" y="6323"/>
                </a:moveTo>
                <a:lnTo>
                  <a:pt x="8539" y="6323"/>
                </a:lnTo>
                <a:lnTo>
                  <a:pt x="8539" y="6446"/>
                </a:lnTo>
                <a:lnTo>
                  <a:pt x="8502" y="6446"/>
                </a:lnTo>
              </a:path>
              <a:path w="21600" h="21600">
                <a:moveTo>
                  <a:pt x="19235" y="6323"/>
                </a:moveTo>
                <a:lnTo>
                  <a:pt x="19272" y="6323"/>
                </a:lnTo>
                <a:lnTo>
                  <a:pt x="19272" y="6446"/>
                </a:lnTo>
                <a:lnTo>
                  <a:pt x="19235" y="6446"/>
                </a:lnTo>
              </a:path>
              <a:path w="21600" h="21600">
                <a:moveTo>
                  <a:pt x="19962" y="6321"/>
                </a:moveTo>
                <a:lnTo>
                  <a:pt x="19979" y="6321"/>
                </a:lnTo>
                <a:lnTo>
                  <a:pt x="19979" y="6378"/>
                </a:lnTo>
                <a:lnTo>
                  <a:pt x="19962" y="6378"/>
                </a:lnTo>
              </a:path>
              <a:path w="21600" h="21600">
                <a:moveTo>
                  <a:pt x="9229" y="6321"/>
                </a:moveTo>
                <a:lnTo>
                  <a:pt x="9246" y="6321"/>
                </a:lnTo>
                <a:lnTo>
                  <a:pt x="9246" y="6378"/>
                </a:lnTo>
                <a:lnTo>
                  <a:pt x="9229" y="6378"/>
                </a:lnTo>
              </a:path>
              <a:path w="21600" h="21600">
                <a:moveTo>
                  <a:pt x="12092" y="6248"/>
                </a:moveTo>
                <a:lnTo>
                  <a:pt x="12103" y="6248"/>
                </a:lnTo>
                <a:lnTo>
                  <a:pt x="12103" y="6284"/>
                </a:lnTo>
                <a:lnTo>
                  <a:pt x="12092" y="6284"/>
                </a:lnTo>
              </a:path>
              <a:path w="21600" h="21600">
                <a:moveTo>
                  <a:pt x="5588" y="6241"/>
                </a:moveTo>
                <a:lnTo>
                  <a:pt x="5599" y="6241"/>
                </a:lnTo>
                <a:lnTo>
                  <a:pt x="5599" y="6275"/>
                </a:lnTo>
                <a:lnTo>
                  <a:pt x="5588" y="6275"/>
                </a:lnTo>
              </a:path>
              <a:path w="21600" h="21600">
                <a:moveTo>
                  <a:pt x="16321" y="6241"/>
                </a:moveTo>
                <a:lnTo>
                  <a:pt x="16331" y="6241"/>
                </a:lnTo>
                <a:lnTo>
                  <a:pt x="16331" y="6275"/>
                </a:lnTo>
                <a:lnTo>
                  <a:pt x="16321" y="6275"/>
                </a:lnTo>
              </a:path>
              <a:path w="21600" h="21600">
                <a:moveTo>
                  <a:pt x="10748" y="6218"/>
                </a:moveTo>
                <a:lnTo>
                  <a:pt x="10758" y="6218"/>
                </a:lnTo>
                <a:lnTo>
                  <a:pt x="10758" y="6251"/>
                </a:lnTo>
                <a:lnTo>
                  <a:pt x="10748" y="6251"/>
                </a:lnTo>
              </a:path>
              <a:path w="21600" h="21600">
                <a:moveTo>
                  <a:pt x="16" y="6218"/>
                </a:moveTo>
                <a:lnTo>
                  <a:pt x="26" y="6218"/>
                </a:lnTo>
                <a:lnTo>
                  <a:pt x="26" y="6251"/>
                </a:lnTo>
                <a:lnTo>
                  <a:pt x="16" y="6251"/>
                </a:lnTo>
              </a:path>
              <a:path w="21600" h="21600">
                <a:moveTo>
                  <a:pt x="13380" y="6076"/>
                </a:moveTo>
                <a:lnTo>
                  <a:pt x="13392" y="6076"/>
                </a:lnTo>
                <a:lnTo>
                  <a:pt x="13392" y="6116"/>
                </a:lnTo>
                <a:lnTo>
                  <a:pt x="13380" y="6116"/>
                </a:lnTo>
              </a:path>
              <a:path w="21600" h="21600">
                <a:moveTo>
                  <a:pt x="2648" y="6076"/>
                </a:moveTo>
                <a:lnTo>
                  <a:pt x="2660" y="6076"/>
                </a:lnTo>
                <a:lnTo>
                  <a:pt x="2660" y="6116"/>
                </a:lnTo>
                <a:lnTo>
                  <a:pt x="2648" y="6116"/>
                </a:lnTo>
              </a:path>
              <a:path w="21600" h="21600">
                <a:moveTo>
                  <a:pt x="7517" y="6066"/>
                </a:moveTo>
                <a:lnTo>
                  <a:pt x="7527" y="6066"/>
                </a:lnTo>
                <a:lnTo>
                  <a:pt x="7527" y="6099"/>
                </a:lnTo>
                <a:lnTo>
                  <a:pt x="7517" y="6099"/>
                </a:lnTo>
              </a:path>
              <a:path w="21600" h="21600">
                <a:moveTo>
                  <a:pt x="18250" y="6066"/>
                </a:moveTo>
                <a:lnTo>
                  <a:pt x="18260" y="6066"/>
                </a:lnTo>
                <a:lnTo>
                  <a:pt x="18260" y="6099"/>
                </a:lnTo>
                <a:lnTo>
                  <a:pt x="18250" y="6099"/>
                </a:lnTo>
              </a:path>
              <a:path w="21600" h="21600">
                <a:moveTo>
                  <a:pt x="16" y="6034"/>
                </a:moveTo>
                <a:lnTo>
                  <a:pt x="25" y="6034"/>
                </a:lnTo>
                <a:lnTo>
                  <a:pt x="25" y="6063"/>
                </a:lnTo>
                <a:lnTo>
                  <a:pt x="16" y="6063"/>
                </a:lnTo>
              </a:path>
              <a:path w="21600" h="21600">
                <a:moveTo>
                  <a:pt x="10749" y="6034"/>
                </a:moveTo>
                <a:lnTo>
                  <a:pt x="10757" y="6034"/>
                </a:lnTo>
                <a:lnTo>
                  <a:pt x="10757" y="6063"/>
                </a:lnTo>
                <a:lnTo>
                  <a:pt x="10749" y="6063"/>
                </a:lnTo>
              </a:path>
              <a:path w="21600" h="21600">
                <a:moveTo>
                  <a:pt x="4364" y="6010"/>
                </a:moveTo>
                <a:lnTo>
                  <a:pt x="4376" y="6010"/>
                </a:lnTo>
                <a:lnTo>
                  <a:pt x="4376" y="6051"/>
                </a:lnTo>
                <a:lnTo>
                  <a:pt x="4364" y="6051"/>
                </a:lnTo>
              </a:path>
              <a:path w="21600" h="21600">
                <a:moveTo>
                  <a:pt x="15096" y="6010"/>
                </a:moveTo>
                <a:lnTo>
                  <a:pt x="15109" y="6010"/>
                </a:lnTo>
                <a:lnTo>
                  <a:pt x="15109" y="6051"/>
                </a:lnTo>
                <a:lnTo>
                  <a:pt x="15096" y="6051"/>
                </a:lnTo>
              </a:path>
              <a:path w="21600" h="21600">
                <a:moveTo>
                  <a:pt x="11314" y="5991"/>
                </a:moveTo>
                <a:lnTo>
                  <a:pt x="11331" y="5991"/>
                </a:lnTo>
                <a:lnTo>
                  <a:pt x="11331" y="6049"/>
                </a:lnTo>
                <a:lnTo>
                  <a:pt x="11314" y="6049"/>
                </a:lnTo>
              </a:path>
              <a:path w="21600" h="21600">
                <a:moveTo>
                  <a:pt x="21576" y="5978"/>
                </a:moveTo>
                <a:lnTo>
                  <a:pt x="21600" y="5978"/>
                </a:lnTo>
                <a:lnTo>
                  <a:pt x="21600" y="6054"/>
                </a:lnTo>
                <a:lnTo>
                  <a:pt x="21576" y="6054"/>
                </a:lnTo>
              </a:path>
              <a:path w="21600" h="21600">
                <a:moveTo>
                  <a:pt x="19962" y="5969"/>
                </a:moveTo>
                <a:lnTo>
                  <a:pt x="19978" y="5969"/>
                </a:lnTo>
                <a:lnTo>
                  <a:pt x="19978" y="6024"/>
                </a:lnTo>
                <a:lnTo>
                  <a:pt x="19962" y="6024"/>
                </a:lnTo>
              </a:path>
              <a:path w="21600" h="21600">
                <a:moveTo>
                  <a:pt x="9229" y="5969"/>
                </a:moveTo>
                <a:lnTo>
                  <a:pt x="9246" y="5969"/>
                </a:lnTo>
                <a:lnTo>
                  <a:pt x="9246" y="6024"/>
                </a:lnTo>
                <a:lnTo>
                  <a:pt x="9229" y="6024"/>
                </a:lnTo>
              </a:path>
              <a:path w="21600" h="21600">
                <a:moveTo>
                  <a:pt x="8503" y="5940"/>
                </a:moveTo>
                <a:lnTo>
                  <a:pt x="8539" y="5940"/>
                </a:lnTo>
                <a:lnTo>
                  <a:pt x="8539" y="6060"/>
                </a:lnTo>
                <a:lnTo>
                  <a:pt x="8503" y="6060"/>
                </a:lnTo>
              </a:path>
              <a:path w="21600" h="21600">
                <a:moveTo>
                  <a:pt x="19235" y="5940"/>
                </a:moveTo>
                <a:lnTo>
                  <a:pt x="19271" y="5940"/>
                </a:lnTo>
                <a:lnTo>
                  <a:pt x="19271" y="6060"/>
                </a:lnTo>
                <a:lnTo>
                  <a:pt x="19235" y="6060"/>
                </a:lnTo>
              </a:path>
              <a:path w="21600" h="21600">
                <a:moveTo>
                  <a:pt x="12092" y="5895"/>
                </a:moveTo>
                <a:lnTo>
                  <a:pt x="12103" y="5895"/>
                </a:lnTo>
                <a:lnTo>
                  <a:pt x="12103" y="5930"/>
                </a:lnTo>
                <a:lnTo>
                  <a:pt x="12092" y="5930"/>
                </a:lnTo>
              </a:path>
              <a:path w="21600" h="21600">
                <a:moveTo>
                  <a:pt x="16321" y="5889"/>
                </a:moveTo>
                <a:lnTo>
                  <a:pt x="16331" y="5889"/>
                </a:lnTo>
                <a:lnTo>
                  <a:pt x="16331" y="5922"/>
                </a:lnTo>
                <a:lnTo>
                  <a:pt x="16321" y="5922"/>
                </a:lnTo>
              </a:path>
              <a:path w="21600" h="21600">
                <a:moveTo>
                  <a:pt x="5588" y="5889"/>
                </a:moveTo>
                <a:lnTo>
                  <a:pt x="5598" y="5889"/>
                </a:lnTo>
                <a:lnTo>
                  <a:pt x="5598" y="5922"/>
                </a:lnTo>
                <a:lnTo>
                  <a:pt x="5588" y="5922"/>
                </a:lnTo>
              </a:path>
              <a:path w="21600" h="21600">
                <a:moveTo>
                  <a:pt x="10749" y="5850"/>
                </a:moveTo>
                <a:lnTo>
                  <a:pt x="10757" y="5850"/>
                </a:lnTo>
                <a:lnTo>
                  <a:pt x="10757" y="5875"/>
                </a:lnTo>
                <a:lnTo>
                  <a:pt x="10749" y="5875"/>
                </a:lnTo>
              </a:path>
              <a:path w="21600" h="21600">
                <a:moveTo>
                  <a:pt x="17" y="5850"/>
                </a:moveTo>
                <a:lnTo>
                  <a:pt x="24" y="5850"/>
                </a:lnTo>
                <a:lnTo>
                  <a:pt x="24" y="5875"/>
                </a:lnTo>
                <a:lnTo>
                  <a:pt x="17" y="5875"/>
                </a:lnTo>
              </a:path>
              <a:path w="21600" h="21600">
                <a:moveTo>
                  <a:pt x="13380" y="5723"/>
                </a:moveTo>
                <a:lnTo>
                  <a:pt x="13392" y="5723"/>
                </a:lnTo>
                <a:lnTo>
                  <a:pt x="13392" y="5762"/>
                </a:lnTo>
                <a:lnTo>
                  <a:pt x="13380" y="5762"/>
                </a:lnTo>
              </a:path>
              <a:path w="21600" h="21600">
                <a:moveTo>
                  <a:pt x="2648" y="5723"/>
                </a:moveTo>
                <a:lnTo>
                  <a:pt x="2660" y="5723"/>
                </a:lnTo>
                <a:lnTo>
                  <a:pt x="2660" y="5762"/>
                </a:lnTo>
                <a:lnTo>
                  <a:pt x="2648" y="5762"/>
                </a:lnTo>
              </a:path>
              <a:path w="21600" h="21600">
                <a:moveTo>
                  <a:pt x="10750" y="5665"/>
                </a:moveTo>
                <a:lnTo>
                  <a:pt x="10756" y="5665"/>
                </a:lnTo>
                <a:lnTo>
                  <a:pt x="10756" y="5687"/>
                </a:lnTo>
                <a:lnTo>
                  <a:pt x="10750" y="5687"/>
                </a:lnTo>
              </a:path>
              <a:path w="21600" h="21600">
                <a:moveTo>
                  <a:pt x="17" y="5665"/>
                </a:moveTo>
                <a:lnTo>
                  <a:pt x="24" y="5665"/>
                </a:lnTo>
                <a:lnTo>
                  <a:pt x="24" y="5687"/>
                </a:lnTo>
                <a:lnTo>
                  <a:pt x="17" y="5687"/>
                </a:lnTo>
              </a:path>
              <a:path w="21600" h="21600">
                <a:moveTo>
                  <a:pt x="4364" y="5657"/>
                </a:moveTo>
                <a:lnTo>
                  <a:pt x="4376" y="5657"/>
                </a:lnTo>
                <a:lnTo>
                  <a:pt x="4376" y="5697"/>
                </a:lnTo>
                <a:lnTo>
                  <a:pt x="4364" y="5697"/>
                </a:lnTo>
              </a:path>
              <a:path w="21600" h="21600">
                <a:moveTo>
                  <a:pt x="15096" y="5657"/>
                </a:moveTo>
                <a:lnTo>
                  <a:pt x="15108" y="5657"/>
                </a:lnTo>
                <a:lnTo>
                  <a:pt x="15108" y="5697"/>
                </a:lnTo>
                <a:lnTo>
                  <a:pt x="15096" y="5697"/>
                </a:lnTo>
              </a:path>
              <a:path w="21600" h="21600">
                <a:moveTo>
                  <a:pt x="11314" y="5639"/>
                </a:moveTo>
                <a:lnTo>
                  <a:pt x="11331" y="5639"/>
                </a:lnTo>
                <a:lnTo>
                  <a:pt x="11331" y="5695"/>
                </a:lnTo>
                <a:lnTo>
                  <a:pt x="11314" y="5695"/>
                </a:lnTo>
              </a:path>
              <a:path w="21600" h="21600">
                <a:moveTo>
                  <a:pt x="19962" y="5617"/>
                </a:moveTo>
                <a:lnTo>
                  <a:pt x="19978" y="5617"/>
                </a:lnTo>
                <a:lnTo>
                  <a:pt x="19978" y="5670"/>
                </a:lnTo>
                <a:lnTo>
                  <a:pt x="19962" y="5670"/>
                </a:lnTo>
              </a:path>
              <a:path w="21600" h="21600">
                <a:moveTo>
                  <a:pt x="9230" y="5617"/>
                </a:moveTo>
                <a:lnTo>
                  <a:pt x="9246" y="5617"/>
                </a:lnTo>
                <a:lnTo>
                  <a:pt x="9246" y="5670"/>
                </a:lnTo>
                <a:lnTo>
                  <a:pt x="9230" y="5670"/>
                </a:lnTo>
              </a:path>
              <a:path w="21600" h="21600">
                <a:moveTo>
                  <a:pt x="21577" y="5595"/>
                </a:moveTo>
                <a:lnTo>
                  <a:pt x="21599" y="5595"/>
                </a:lnTo>
                <a:lnTo>
                  <a:pt x="21599" y="5668"/>
                </a:lnTo>
                <a:lnTo>
                  <a:pt x="21577" y="5668"/>
                </a:lnTo>
              </a:path>
              <a:path w="21600" h="21600">
                <a:moveTo>
                  <a:pt x="8503" y="5557"/>
                </a:moveTo>
                <a:lnTo>
                  <a:pt x="8538" y="5557"/>
                </a:lnTo>
                <a:lnTo>
                  <a:pt x="8538" y="5673"/>
                </a:lnTo>
                <a:lnTo>
                  <a:pt x="8503" y="5673"/>
                </a:lnTo>
              </a:path>
              <a:path w="21600" h="21600">
                <a:moveTo>
                  <a:pt x="19236" y="5557"/>
                </a:moveTo>
                <a:lnTo>
                  <a:pt x="19271" y="5557"/>
                </a:lnTo>
                <a:lnTo>
                  <a:pt x="19271" y="5673"/>
                </a:lnTo>
                <a:lnTo>
                  <a:pt x="19236" y="5673"/>
                </a:lnTo>
              </a:path>
              <a:path w="21600" h="21600">
                <a:moveTo>
                  <a:pt x="12093" y="5543"/>
                </a:moveTo>
                <a:lnTo>
                  <a:pt x="12103" y="5543"/>
                </a:lnTo>
                <a:lnTo>
                  <a:pt x="12103" y="5576"/>
                </a:lnTo>
                <a:lnTo>
                  <a:pt x="12093" y="5576"/>
                </a:lnTo>
              </a:path>
              <a:path w="21600" h="21600">
                <a:moveTo>
                  <a:pt x="10750" y="5481"/>
                </a:moveTo>
                <a:lnTo>
                  <a:pt x="10756" y="5481"/>
                </a:lnTo>
                <a:lnTo>
                  <a:pt x="10756" y="5499"/>
                </a:lnTo>
                <a:lnTo>
                  <a:pt x="10750" y="5499"/>
                </a:lnTo>
              </a:path>
              <a:path w="21600" h="21600">
                <a:moveTo>
                  <a:pt x="18" y="5481"/>
                </a:moveTo>
                <a:lnTo>
                  <a:pt x="23" y="5481"/>
                </a:lnTo>
                <a:lnTo>
                  <a:pt x="23" y="5499"/>
                </a:lnTo>
                <a:lnTo>
                  <a:pt x="18" y="5499"/>
                </a:lnTo>
              </a:path>
              <a:path w="21600" h="21600">
                <a:moveTo>
                  <a:pt x="13381" y="5371"/>
                </a:moveTo>
                <a:lnTo>
                  <a:pt x="13392" y="5371"/>
                </a:lnTo>
                <a:lnTo>
                  <a:pt x="13392" y="5408"/>
                </a:lnTo>
                <a:lnTo>
                  <a:pt x="13381" y="5408"/>
                </a:lnTo>
              </a:path>
              <a:path w="21600" h="21600">
                <a:moveTo>
                  <a:pt x="2648" y="5371"/>
                </a:moveTo>
                <a:lnTo>
                  <a:pt x="2659" y="5371"/>
                </a:lnTo>
                <a:lnTo>
                  <a:pt x="2659" y="5408"/>
                </a:lnTo>
                <a:lnTo>
                  <a:pt x="2648" y="5408"/>
                </a:lnTo>
              </a:path>
              <a:path w="21600" h="21600">
                <a:moveTo>
                  <a:pt x="4364" y="5305"/>
                </a:moveTo>
                <a:lnTo>
                  <a:pt x="4376" y="5305"/>
                </a:lnTo>
                <a:lnTo>
                  <a:pt x="4376" y="5343"/>
                </a:lnTo>
                <a:lnTo>
                  <a:pt x="4364" y="5343"/>
                </a:lnTo>
              </a:path>
              <a:path w="21600" h="21600">
                <a:moveTo>
                  <a:pt x="15097" y="5305"/>
                </a:moveTo>
                <a:lnTo>
                  <a:pt x="15108" y="5305"/>
                </a:lnTo>
                <a:lnTo>
                  <a:pt x="15108" y="5343"/>
                </a:lnTo>
                <a:lnTo>
                  <a:pt x="15097" y="5343"/>
                </a:lnTo>
              </a:path>
              <a:path w="21600" h="21600">
                <a:moveTo>
                  <a:pt x="11314" y="5286"/>
                </a:moveTo>
                <a:lnTo>
                  <a:pt x="11331" y="5286"/>
                </a:lnTo>
                <a:lnTo>
                  <a:pt x="11331" y="5341"/>
                </a:lnTo>
                <a:lnTo>
                  <a:pt x="11314" y="5341"/>
                </a:lnTo>
              </a:path>
              <a:path w="21600" h="21600">
                <a:moveTo>
                  <a:pt x="19962" y="5264"/>
                </a:moveTo>
                <a:lnTo>
                  <a:pt x="19978" y="5264"/>
                </a:lnTo>
                <a:lnTo>
                  <a:pt x="19978" y="5316"/>
                </a:lnTo>
                <a:lnTo>
                  <a:pt x="19962" y="5316"/>
                </a:lnTo>
              </a:path>
              <a:path w="21600" h="21600">
                <a:moveTo>
                  <a:pt x="9230" y="5264"/>
                </a:moveTo>
                <a:lnTo>
                  <a:pt x="9245" y="5264"/>
                </a:lnTo>
                <a:lnTo>
                  <a:pt x="9245" y="5316"/>
                </a:lnTo>
                <a:lnTo>
                  <a:pt x="9230" y="5316"/>
                </a:lnTo>
              </a:path>
              <a:path w="21600" h="21600">
                <a:moveTo>
                  <a:pt x="21578" y="5212"/>
                </a:moveTo>
                <a:lnTo>
                  <a:pt x="21598" y="5212"/>
                </a:lnTo>
                <a:lnTo>
                  <a:pt x="21598" y="5281"/>
                </a:lnTo>
                <a:lnTo>
                  <a:pt x="21578" y="5281"/>
                </a:lnTo>
              </a:path>
              <a:path w="21600" h="21600">
                <a:moveTo>
                  <a:pt x="8504" y="5174"/>
                </a:moveTo>
                <a:lnTo>
                  <a:pt x="8538" y="5174"/>
                </a:lnTo>
                <a:lnTo>
                  <a:pt x="8538" y="5286"/>
                </a:lnTo>
                <a:lnTo>
                  <a:pt x="8504" y="5286"/>
                </a:lnTo>
              </a:path>
              <a:path w="21600" h="21600">
                <a:moveTo>
                  <a:pt x="19236" y="5174"/>
                </a:moveTo>
                <a:lnTo>
                  <a:pt x="19270" y="5174"/>
                </a:lnTo>
                <a:lnTo>
                  <a:pt x="19270" y="5286"/>
                </a:lnTo>
                <a:lnTo>
                  <a:pt x="19236" y="5286"/>
                </a:lnTo>
              </a:path>
              <a:path w="21600" h="21600">
                <a:moveTo>
                  <a:pt x="13381" y="5018"/>
                </a:moveTo>
                <a:lnTo>
                  <a:pt x="13392" y="5018"/>
                </a:lnTo>
                <a:lnTo>
                  <a:pt x="13392" y="5054"/>
                </a:lnTo>
                <a:lnTo>
                  <a:pt x="13381" y="5054"/>
                </a:lnTo>
              </a:path>
              <a:path w="21600" h="21600">
                <a:moveTo>
                  <a:pt x="2648" y="5018"/>
                </a:moveTo>
                <a:lnTo>
                  <a:pt x="2659" y="5018"/>
                </a:lnTo>
                <a:lnTo>
                  <a:pt x="2659" y="5054"/>
                </a:lnTo>
                <a:lnTo>
                  <a:pt x="2648" y="5054"/>
                </a:lnTo>
              </a:path>
              <a:path w="21600" h="21600">
                <a:moveTo>
                  <a:pt x="4364" y="4952"/>
                </a:moveTo>
                <a:lnTo>
                  <a:pt x="4376" y="4952"/>
                </a:lnTo>
                <a:lnTo>
                  <a:pt x="4376" y="4990"/>
                </a:lnTo>
                <a:lnTo>
                  <a:pt x="4364" y="4990"/>
                </a:lnTo>
              </a:path>
              <a:path w="21600" h="21600">
                <a:moveTo>
                  <a:pt x="15097" y="4952"/>
                </a:moveTo>
                <a:lnTo>
                  <a:pt x="15108" y="4952"/>
                </a:lnTo>
                <a:lnTo>
                  <a:pt x="15108" y="4990"/>
                </a:lnTo>
                <a:lnTo>
                  <a:pt x="15097" y="4990"/>
                </a:lnTo>
              </a:path>
              <a:path w="21600" h="21600">
                <a:moveTo>
                  <a:pt x="11315" y="4934"/>
                </a:moveTo>
                <a:lnTo>
                  <a:pt x="11331" y="4934"/>
                </a:lnTo>
                <a:lnTo>
                  <a:pt x="11331" y="4988"/>
                </a:lnTo>
                <a:lnTo>
                  <a:pt x="11315" y="4988"/>
                </a:lnTo>
              </a:path>
              <a:path w="21600" h="21600">
                <a:moveTo>
                  <a:pt x="19963" y="4912"/>
                </a:moveTo>
                <a:lnTo>
                  <a:pt x="19978" y="4912"/>
                </a:lnTo>
                <a:lnTo>
                  <a:pt x="19978" y="4962"/>
                </a:lnTo>
                <a:lnTo>
                  <a:pt x="19963" y="4962"/>
                </a:lnTo>
              </a:path>
              <a:path w="21600" h="21600">
                <a:moveTo>
                  <a:pt x="9230" y="4912"/>
                </a:moveTo>
                <a:lnTo>
                  <a:pt x="9245" y="4912"/>
                </a:lnTo>
                <a:lnTo>
                  <a:pt x="9245" y="4962"/>
                </a:lnTo>
                <a:lnTo>
                  <a:pt x="9230" y="4962"/>
                </a:lnTo>
              </a:path>
              <a:path w="21600" h="21600">
                <a:moveTo>
                  <a:pt x="21578" y="4830"/>
                </a:moveTo>
                <a:lnTo>
                  <a:pt x="21598" y="4830"/>
                </a:lnTo>
                <a:lnTo>
                  <a:pt x="21598" y="4894"/>
                </a:lnTo>
                <a:lnTo>
                  <a:pt x="21578" y="4894"/>
                </a:lnTo>
              </a:path>
              <a:path w="21600" h="21600">
                <a:moveTo>
                  <a:pt x="8505" y="4792"/>
                </a:moveTo>
                <a:lnTo>
                  <a:pt x="8537" y="4792"/>
                </a:lnTo>
                <a:lnTo>
                  <a:pt x="8537" y="4900"/>
                </a:lnTo>
                <a:lnTo>
                  <a:pt x="8505" y="4900"/>
                </a:lnTo>
              </a:path>
              <a:path w="21600" h="21600">
                <a:moveTo>
                  <a:pt x="19237" y="4792"/>
                </a:moveTo>
                <a:lnTo>
                  <a:pt x="19270" y="4792"/>
                </a:lnTo>
                <a:lnTo>
                  <a:pt x="19270" y="4900"/>
                </a:lnTo>
                <a:lnTo>
                  <a:pt x="19237" y="4900"/>
                </a:lnTo>
              </a:path>
              <a:path w="21600" h="21600">
                <a:moveTo>
                  <a:pt x="2649" y="4666"/>
                </a:moveTo>
                <a:lnTo>
                  <a:pt x="2659" y="4666"/>
                </a:lnTo>
                <a:lnTo>
                  <a:pt x="2659" y="4700"/>
                </a:lnTo>
                <a:lnTo>
                  <a:pt x="2649" y="4700"/>
                </a:lnTo>
              </a:path>
              <a:path w="21600" h="21600">
                <a:moveTo>
                  <a:pt x="13381" y="4666"/>
                </a:moveTo>
                <a:lnTo>
                  <a:pt x="13391" y="4666"/>
                </a:lnTo>
                <a:lnTo>
                  <a:pt x="13391" y="4700"/>
                </a:lnTo>
                <a:lnTo>
                  <a:pt x="13381" y="4700"/>
                </a:lnTo>
              </a:path>
              <a:path w="21600" h="21600">
                <a:moveTo>
                  <a:pt x="4365" y="4600"/>
                </a:moveTo>
                <a:lnTo>
                  <a:pt x="4375" y="4600"/>
                </a:lnTo>
                <a:lnTo>
                  <a:pt x="4375" y="4635"/>
                </a:lnTo>
                <a:lnTo>
                  <a:pt x="4365" y="4635"/>
                </a:lnTo>
              </a:path>
              <a:path w="21600" h="21600">
                <a:moveTo>
                  <a:pt x="15097" y="4600"/>
                </a:moveTo>
                <a:lnTo>
                  <a:pt x="15108" y="4600"/>
                </a:lnTo>
                <a:lnTo>
                  <a:pt x="15108" y="4635"/>
                </a:lnTo>
                <a:lnTo>
                  <a:pt x="15097" y="4635"/>
                </a:lnTo>
              </a:path>
              <a:path w="21600" h="21600">
                <a:moveTo>
                  <a:pt x="11315" y="4582"/>
                </a:moveTo>
                <a:lnTo>
                  <a:pt x="11331" y="4582"/>
                </a:lnTo>
                <a:lnTo>
                  <a:pt x="11331" y="4634"/>
                </a:lnTo>
                <a:lnTo>
                  <a:pt x="11315" y="4634"/>
                </a:lnTo>
              </a:path>
              <a:path w="21600" h="21600">
                <a:moveTo>
                  <a:pt x="19963" y="4559"/>
                </a:moveTo>
                <a:lnTo>
                  <a:pt x="19978" y="4559"/>
                </a:lnTo>
                <a:lnTo>
                  <a:pt x="19978" y="4608"/>
                </a:lnTo>
                <a:lnTo>
                  <a:pt x="19963" y="4608"/>
                </a:lnTo>
              </a:path>
              <a:path w="21600" h="21600">
                <a:moveTo>
                  <a:pt x="9230" y="4559"/>
                </a:moveTo>
                <a:lnTo>
                  <a:pt x="9245" y="4559"/>
                </a:lnTo>
                <a:lnTo>
                  <a:pt x="9245" y="4608"/>
                </a:lnTo>
                <a:lnTo>
                  <a:pt x="9230" y="4608"/>
                </a:lnTo>
              </a:path>
              <a:path w="21600" h="21600">
                <a:moveTo>
                  <a:pt x="21579" y="4447"/>
                </a:moveTo>
                <a:lnTo>
                  <a:pt x="21597" y="4447"/>
                </a:lnTo>
                <a:lnTo>
                  <a:pt x="21597" y="4508"/>
                </a:lnTo>
                <a:lnTo>
                  <a:pt x="21579" y="4508"/>
                </a:lnTo>
              </a:path>
              <a:path w="21600" h="21600">
                <a:moveTo>
                  <a:pt x="8505" y="4409"/>
                </a:moveTo>
                <a:lnTo>
                  <a:pt x="8536" y="4409"/>
                </a:lnTo>
                <a:lnTo>
                  <a:pt x="8536" y="4513"/>
                </a:lnTo>
                <a:lnTo>
                  <a:pt x="8505" y="4513"/>
                </a:lnTo>
              </a:path>
              <a:path w="21600" h="21600">
                <a:moveTo>
                  <a:pt x="19238" y="4409"/>
                </a:moveTo>
                <a:lnTo>
                  <a:pt x="19269" y="4409"/>
                </a:lnTo>
                <a:lnTo>
                  <a:pt x="19269" y="4513"/>
                </a:lnTo>
                <a:lnTo>
                  <a:pt x="19238" y="4513"/>
                </a:lnTo>
              </a:path>
              <a:path w="21600" h="21600">
                <a:moveTo>
                  <a:pt x="2649" y="4314"/>
                </a:moveTo>
                <a:lnTo>
                  <a:pt x="2659" y="4314"/>
                </a:lnTo>
                <a:lnTo>
                  <a:pt x="2659" y="4347"/>
                </a:lnTo>
                <a:lnTo>
                  <a:pt x="2649" y="4347"/>
                </a:lnTo>
              </a:path>
              <a:path w="21600" h="21600">
                <a:moveTo>
                  <a:pt x="13381" y="4314"/>
                </a:moveTo>
                <a:lnTo>
                  <a:pt x="13391" y="4314"/>
                </a:lnTo>
                <a:lnTo>
                  <a:pt x="13391" y="4347"/>
                </a:lnTo>
                <a:lnTo>
                  <a:pt x="13381" y="4347"/>
                </a:lnTo>
              </a:path>
              <a:path w="21600" h="21600">
                <a:moveTo>
                  <a:pt x="4365" y="4247"/>
                </a:moveTo>
                <a:lnTo>
                  <a:pt x="4375" y="4247"/>
                </a:lnTo>
                <a:lnTo>
                  <a:pt x="4375" y="4282"/>
                </a:lnTo>
                <a:lnTo>
                  <a:pt x="4365" y="4282"/>
                </a:lnTo>
              </a:path>
              <a:path w="21600" h="21600">
                <a:moveTo>
                  <a:pt x="15097" y="4247"/>
                </a:moveTo>
                <a:lnTo>
                  <a:pt x="15108" y="4247"/>
                </a:lnTo>
                <a:lnTo>
                  <a:pt x="15108" y="4282"/>
                </a:lnTo>
                <a:lnTo>
                  <a:pt x="15097" y="4282"/>
                </a:lnTo>
              </a:path>
              <a:path w="21600" h="21600">
                <a:moveTo>
                  <a:pt x="11315" y="4229"/>
                </a:moveTo>
                <a:lnTo>
                  <a:pt x="11330" y="4229"/>
                </a:lnTo>
                <a:lnTo>
                  <a:pt x="11330" y="4279"/>
                </a:lnTo>
                <a:lnTo>
                  <a:pt x="11315" y="4279"/>
                </a:lnTo>
              </a:path>
              <a:path w="21600" h="21600">
                <a:moveTo>
                  <a:pt x="19963" y="4207"/>
                </a:moveTo>
                <a:lnTo>
                  <a:pt x="19977" y="4207"/>
                </a:lnTo>
                <a:lnTo>
                  <a:pt x="19977" y="4254"/>
                </a:lnTo>
                <a:lnTo>
                  <a:pt x="19963" y="4254"/>
                </a:lnTo>
              </a:path>
              <a:path w="21600" h="21600">
                <a:moveTo>
                  <a:pt x="9230" y="4207"/>
                </a:moveTo>
                <a:lnTo>
                  <a:pt x="9245" y="4207"/>
                </a:lnTo>
                <a:lnTo>
                  <a:pt x="9245" y="4254"/>
                </a:lnTo>
                <a:lnTo>
                  <a:pt x="9230" y="4254"/>
                </a:lnTo>
              </a:path>
              <a:path w="21600" h="21600">
                <a:moveTo>
                  <a:pt x="21579" y="4064"/>
                </a:moveTo>
                <a:lnTo>
                  <a:pt x="21597" y="4064"/>
                </a:lnTo>
                <a:lnTo>
                  <a:pt x="21597" y="4121"/>
                </a:lnTo>
                <a:lnTo>
                  <a:pt x="21579" y="4121"/>
                </a:lnTo>
              </a:path>
              <a:path w="21600" h="21600">
                <a:moveTo>
                  <a:pt x="8506" y="4026"/>
                </a:moveTo>
                <a:lnTo>
                  <a:pt x="8536" y="4026"/>
                </a:lnTo>
                <a:lnTo>
                  <a:pt x="8536" y="4126"/>
                </a:lnTo>
                <a:lnTo>
                  <a:pt x="8506" y="4126"/>
                </a:lnTo>
              </a:path>
              <a:path w="21600" h="21600">
                <a:moveTo>
                  <a:pt x="19238" y="4026"/>
                </a:moveTo>
                <a:lnTo>
                  <a:pt x="19268" y="4026"/>
                </a:lnTo>
                <a:lnTo>
                  <a:pt x="19268" y="4126"/>
                </a:lnTo>
                <a:lnTo>
                  <a:pt x="19238" y="4126"/>
                </a:lnTo>
              </a:path>
              <a:path w="21600" h="21600">
                <a:moveTo>
                  <a:pt x="4365" y="3895"/>
                </a:moveTo>
                <a:lnTo>
                  <a:pt x="4375" y="3895"/>
                </a:lnTo>
                <a:lnTo>
                  <a:pt x="4375" y="3928"/>
                </a:lnTo>
                <a:lnTo>
                  <a:pt x="4365" y="3928"/>
                </a:lnTo>
              </a:path>
              <a:path w="21600" h="21600">
                <a:moveTo>
                  <a:pt x="15097" y="3895"/>
                </a:moveTo>
                <a:lnTo>
                  <a:pt x="15107" y="3895"/>
                </a:lnTo>
                <a:lnTo>
                  <a:pt x="15107" y="3928"/>
                </a:lnTo>
                <a:lnTo>
                  <a:pt x="15097" y="3928"/>
                </a:lnTo>
              </a:path>
              <a:path w="21600" h="21600">
                <a:moveTo>
                  <a:pt x="11315" y="3877"/>
                </a:moveTo>
                <a:lnTo>
                  <a:pt x="11330" y="3877"/>
                </a:lnTo>
                <a:lnTo>
                  <a:pt x="11330" y="3926"/>
                </a:lnTo>
                <a:lnTo>
                  <a:pt x="11315" y="3926"/>
                </a:lnTo>
              </a:path>
              <a:path w="21600" h="21600">
                <a:moveTo>
                  <a:pt x="19963" y="3854"/>
                </a:moveTo>
                <a:lnTo>
                  <a:pt x="19977" y="3854"/>
                </a:lnTo>
                <a:lnTo>
                  <a:pt x="19977" y="3900"/>
                </a:lnTo>
                <a:lnTo>
                  <a:pt x="19963" y="3900"/>
                </a:lnTo>
              </a:path>
              <a:path w="21600" h="21600">
                <a:moveTo>
                  <a:pt x="9231" y="3854"/>
                </a:moveTo>
                <a:lnTo>
                  <a:pt x="9245" y="3854"/>
                </a:lnTo>
                <a:lnTo>
                  <a:pt x="9245" y="3900"/>
                </a:lnTo>
                <a:lnTo>
                  <a:pt x="9231" y="3900"/>
                </a:lnTo>
              </a:path>
              <a:path w="21600" h="21600">
                <a:moveTo>
                  <a:pt x="21580" y="3681"/>
                </a:moveTo>
                <a:lnTo>
                  <a:pt x="21596" y="3681"/>
                </a:lnTo>
                <a:lnTo>
                  <a:pt x="21596" y="3734"/>
                </a:lnTo>
                <a:lnTo>
                  <a:pt x="21580" y="3734"/>
                </a:lnTo>
              </a:path>
              <a:path w="21600" h="21600">
                <a:moveTo>
                  <a:pt x="8506" y="3643"/>
                </a:moveTo>
                <a:lnTo>
                  <a:pt x="8535" y="3643"/>
                </a:lnTo>
                <a:lnTo>
                  <a:pt x="8535" y="3740"/>
                </a:lnTo>
                <a:lnTo>
                  <a:pt x="8506" y="3740"/>
                </a:lnTo>
              </a:path>
              <a:path w="21600" h="21600">
                <a:moveTo>
                  <a:pt x="19239" y="3643"/>
                </a:moveTo>
                <a:lnTo>
                  <a:pt x="19268" y="3643"/>
                </a:lnTo>
                <a:lnTo>
                  <a:pt x="19268" y="3740"/>
                </a:lnTo>
                <a:lnTo>
                  <a:pt x="19239" y="3740"/>
                </a:lnTo>
              </a:path>
              <a:path w="21600" h="21600">
                <a:moveTo>
                  <a:pt x="11316" y="3524"/>
                </a:moveTo>
                <a:lnTo>
                  <a:pt x="11330" y="3524"/>
                </a:lnTo>
                <a:lnTo>
                  <a:pt x="11330" y="3572"/>
                </a:lnTo>
                <a:lnTo>
                  <a:pt x="11316" y="3572"/>
                </a:lnTo>
              </a:path>
              <a:path w="21600" h="21600">
                <a:moveTo>
                  <a:pt x="9231" y="3502"/>
                </a:moveTo>
                <a:lnTo>
                  <a:pt x="9244" y="3502"/>
                </a:lnTo>
                <a:lnTo>
                  <a:pt x="9244" y="3546"/>
                </a:lnTo>
                <a:lnTo>
                  <a:pt x="9231" y="3546"/>
                </a:lnTo>
              </a:path>
              <a:path w="21600" h="21600">
                <a:moveTo>
                  <a:pt x="19963" y="3502"/>
                </a:moveTo>
                <a:lnTo>
                  <a:pt x="19977" y="3502"/>
                </a:lnTo>
                <a:lnTo>
                  <a:pt x="19977" y="3546"/>
                </a:lnTo>
                <a:lnTo>
                  <a:pt x="19963" y="3546"/>
                </a:lnTo>
              </a:path>
              <a:path w="21600" h="21600">
                <a:moveTo>
                  <a:pt x="21581" y="3299"/>
                </a:moveTo>
                <a:lnTo>
                  <a:pt x="21595" y="3299"/>
                </a:lnTo>
                <a:lnTo>
                  <a:pt x="21595" y="3348"/>
                </a:lnTo>
                <a:lnTo>
                  <a:pt x="21581" y="3348"/>
                </a:lnTo>
              </a:path>
              <a:path w="21600" h="21600">
                <a:moveTo>
                  <a:pt x="8507" y="3261"/>
                </a:moveTo>
                <a:lnTo>
                  <a:pt x="8535" y="3261"/>
                </a:lnTo>
                <a:lnTo>
                  <a:pt x="8535" y="3353"/>
                </a:lnTo>
                <a:lnTo>
                  <a:pt x="8507" y="3353"/>
                </a:lnTo>
              </a:path>
              <a:path w="21600" h="21600">
                <a:moveTo>
                  <a:pt x="19239" y="3261"/>
                </a:moveTo>
                <a:lnTo>
                  <a:pt x="19267" y="3261"/>
                </a:lnTo>
                <a:lnTo>
                  <a:pt x="19267" y="3353"/>
                </a:lnTo>
                <a:lnTo>
                  <a:pt x="19239" y="3353"/>
                </a:lnTo>
              </a:path>
              <a:path w="21600" h="21600">
                <a:moveTo>
                  <a:pt x="11316" y="3172"/>
                </a:moveTo>
                <a:lnTo>
                  <a:pt x="11330" y="3172"/>
                </a:lnTo>
                <a:lnTo>
                  <a:pt x="11330" y="3218"/>
                </a:lnTo>
                <a:lnTo>
                  <a:pt x="11316" y="3218"/>
                </a:lnTo>
              </a:path>
              <a:path w="21600" h="21600">
                <a:moveTo>
                  <a:pt x="19964" y="3149"/>
                </a:moveTo>
                <a:lnTo>
                  <a:pt x="19977" y="3149"/>
                </a:lnTo>
                <a:lnTo>
                  <a:pt x="19977" y="3193"/>
                </a:lnTo>
                <a:lnTo>
                  <a:pt x="19964" y="3193"/>
                </a:lnTo>
              </a:path>
              <a:path w="21600" h="21600">
                <a:moveTo>
                  <a:pt x="9231" y="3149"/>
                </a:moveTo>
                <a:lnTo>
                  <a:pt x="9244" y="3149"/>
                </a:lnTo>
                <a:lnTo>
                  <a:pt x="9244" y="3193"/>
                </a:lnTo>
                <a:lnTo>
                  <a:pt x="9231" y="3193"/>
                </a:lnTo>
              </a:path>
              <a:path w="21600" h="21600">
                <a:moveTo>
                  <a:pt x="21581" y="2916"/>
                </a:moveTo>
                <a:lnTo>
                  <a:pt x="21595" y="2916"/>
                </a:lnTo>
                <a:lnTo>
                  <a:pt x="21595" y="2961"/>
                </a:lnTo>
                <a:lnTo>
                  <a:pt x="21581" y="2961"/>
                </a:lnTo>
              </a:path>
              <a:path w="21600" h="21600">
                <a:moveTo>
                  <a:pt x="8507" y="2878"/>
                </a:moveTo>
                <a:lnTo>
                  <a:pt x="8534" y="2878"/>
                </a:lnTo>
                <a:lnTo>
                  <a:pt x="8534" y="2966"/>
                </a:lnTo>
                <a:lnTo>
                  <a:pt x="8507" y="2966"/>
                </a:lnTo>
              </a:path>
              <a:path w="21600" h="21600">
                <a:moveTo>
                  <a:pt x="19240" y="2878"/>
                </a:moveTo>
                <a:lnTo>
                  <a:pt x="19267" y="2878"/>
                </a:lnTo>
                <a:lnTo>
                  <a:pt x="19267" y="2966"/>
                </a:lnTo>
                <a:lnTo>
                  <a:pt x="19240" y="2966"/>
                </a:lnTo>
              </a:path>
              <a:path w="21600" h="21600">
                <a:moveTo>
                  <a:pt x="11316" y="2819"/>
                </a:moveTo>
                <a:lnTo>
                  <a:pt x="11329" y="2819"/>
                </a:lnTo>
                <a:lnTo>
                  <a:pt x="11329" y="2864"/>
                </a:lnTo>
                <a:lnTo>
                  <a:pt x="11316" y="2864"/>
                </a:lnTo>
              </a:path>
              <a:path w="21600" h="21600">
                <a:moveTo>
                  <a:pt x="9231" y="2797"/>
                </a:moveTo>
                <a:lnTo>
                  <a:pt x="9244" y="2797"/>
                </a:lnTo>
                <a:lnTo>
                  <a:pt x="9244" y="2838"/>
                </a:lnTo>
                <a:lnTo>
                  <a:pt x="9231" y="2838"/>
                </a:lnTo>
              </a:path>
              <a:path w="21600" h="21600">
                <a:moveTo>
                  <a:pt x="19964" y="2797"/>
                </a:moveTo>
                <a:lnTo>
                  <a:pt x="19976" y="2797"/>
                </a:lnTo>
                <a:lnTo>
                  <a:pt x="19976" y="2838"/>
                </a:lnTo>
                <a:lnTo>
                  <a:pt x="19964" y="2838"/>
                </a:lnTo>
              </a:path>
              <a:path w="21600" h="21600">
                <a:moveTo>
                  <a:pt x="21582" y="2533"/>
                </a:moveTo>
                <a:lnTo>
                  <a:pt x="21594" y="2533"/>
                </a:lnTo>
                <a:lnTo>
                  <a:pt x="21594" y="2574"/>
                </a:lnTo>
                <a:lnTo>
                  <a:pt x="21582" y="2574"/>
                </a:lnTo>
              </a:path>
              <a:path w="21600" h="21600">
                <a:moveTo>
                  <a:pt x="8508" y="2495"/>
                </a:moveTo>
                <a:lnTo>
                  <a:pt x="8533" y="2495"/>
                </a:lnTo>
                <a:lnTo>
                  <a:pt x="8533" y="2580"/>
                </a:lnTo>
                <a:lnTo>
                  <a:pt x="8508" y="2580"/>
                </a:lnTo>
              </a:path>
              <a:path w="21600" h="21600">
                <a:moveTo>
                  <a:pt x="19241" y="2495"/>
                </a:moveTo>
                <a:lnTo>
                  <a:pt x="19266" y="2495"/>
                </a:lnTo>
                <a:lnTo>
                  <a:pt x="19266" y="2580"/>
                </a:lnTo>
                <a:lnTo>
                  <a:pt x="19241" y="2580"/>
                </a:lnTo>
              </a:path>
              <a:path w="21600" h="21600">
                <a:moveTo>
                  <a:pt x="11316" y="2467"/>
                </a:moveTo>
                <a:lnTo>
                  <a:pt x="11329" y="2467"/>
                </a:lnTo>
                <a:lnTo>
                  <a:pt x="11329" y="2510"/>
                </a:lnTo>
                <a:lnTo>
                  <a:pt x="11316" y="2510"/>
                </a:lnTo>
              </a:path>
              <a:path w="21600" h="21600">
                <a:moveTo>
                  <a:pt x="9232" y="2444"/>
                </a:moveTo>
                <a:lnTo>
                  <a:pt x="9244" y="2444"/>
                </a:lnTo>
                <a:lnTo>
                  <a:pt x="9244" y="2485"/>
                </a:lnTo>
                <a:lnTo>
                  <a:pt x="9232" y="2485"/>
                </a:lnTo>
              </a:path>
              <a:path w="21600" h="21600">
                <a:moveTo>
                  <a:pt x="19964" y="2444"/>
                </a:moveTo>
                <a:lnTo>
                  <a:pt x="19976" y="2444"/>
                </a:lnTo>
                <a:lnTo>
                  <a:pt x="19976" y="2485"/>
                </a:lnTo>
                <a:lnTo>
                  <a:pt x="19964" y="2485"/>
                </a:lnTo>
              </a:path>
              <a:path w="21600" h="21600">
                <a:moveTo>
                  <a:pt x="21582" y="2151"/>
                </a:moveTo>
                <a:lnTo>
                  <a:pt x="21594" y="2151"/>
                </a:lnTo>
                <a:lnTo>
                  <a:pt x="21594" y="2188"/>
                </a:lnTo>
                <a:lnTo>
                  <a:pt x="21582" y="2188"/>
                </a:lnTo>
              </a:path>
              <a:path w="21600" h="21600">
                <a:moveTo>
                  <a:pt x="11316" y="2114"/>
                </a:moveTo>
                <a:lnTo>
                  <a:pt x="11329" y="2114"/>
                </a:lnTo>
                <a:lnTo>
                  <a:pt x="11329" y="2156"/>
                </a:lnTo>
                <a:lnTo>
                  <a:pt x="11316" y="2156"/>
                </a:lnTo>
              </a:path>
              <a:path w="21600" h="21600">
                <a:moveTo>
                  <a:pt x="8509" y="2113"/>
                </a:moveTo>
                <a:lnTo>
                  <a:pt x="8533" y="2113"/>
                </a:lnTo>
                <a:lnTo>
                  <a:pt x="8533" y="2193"/>
                </a:lnTo>
                <a:lnTo>
                  <a:pt x="8509" y="2193"/>
                </a:lnTo>
              </a:path>
              <a:path w="21600" h="21600">
                <a:moveTo>
                  <a:pt x="19241" y="2113"/>
                </a:moveTo>
                <a:lnTo>
                  <a:pt x="19265" y="2113"/>
                </a:lnTo>
                <a:lnTo>
                  <a:pt x="19265" y="2193"/>
                </a:lnTo>
                <a:lnTo>
                  <a:pt x="19241" y="2193"/>
                </a:lnTo>
              </a:path>
              <a:path w="21600" h="21600">
                <a:moveTo>
                  <a:pt x="9232" y="2092"/>
                </a:moveTo>
                <a:lnTo>
                  <a:pt x="9243" y="2092"/>
                </a:lnTo>
                <a:lnTo>
                  <a:pt x="9243" y="2131"/>
                </a:lnTo>
                <a:lnTo>
                  <a:pt x="9232" y="2131"/>
                </a:lnTo>
              </a:path>
              <a:path w="21600" h="21600">
                <a:moveTo>
                  <a:pt x="19964" y="2092"/>
                </a:moveTo>
                <a:lnTo>
                  <a:pt x="19976" y="2092"/>
                </a:lnTo>
                <a:lnTo>
                  <a:pt x="19976" y="2131"/>
                </a:lnTo>
                <a:lnTo>
                  <a:pt x="19964" y="2131"/>
                </a:lnTo>
              </a:path>
              <a:path w="21600" h="21600">
                <a:moveTo>
                  <a:pt x="21583" y="1768"/>
                </a:moveTo>
                <a:lnTo>
                  <a:pt x="21593" y="1768"/>
                </a:lnTo>
                <a:lnTo>
                  <a:pt x="21593" y="1801"/>
                </a:lnTo>
                <a:lnTo>
                  <a:pt x="21583" y="1801"/>
                </a:lnTo>
              </a:path>
              <a:path w="21600" h="21600">
                <a:moveTo>
                  <a:pt x="11317" y="1762"/>
                </a:moveTo>
                <a:lnTo>
                  <a:pt x="11329" y="1762"/>
                </a:lnTo>
                <a:lnTo>
                  <a:pt x="11329" y="1802"/>
                </a:lnTo>
                <a:lnTo>
                  <a:pt x="11317" y="1802"/>
                </a:lnTo>
              </a:path>
              <a:path w="21600" h="21600">
                <a:moveTo>
                  <a:pt x="9232" y="1740"/>
                </a:moveTo>
                <a:lnTo>
                  <a:pt x="9243" y="1740"/>
                </a:lnTo>
                <a:lnTo>
                  <a:pt x="9243" y="1777"/>
                </a:lnTo>
                <a:lnTo>
                  <a:pt x="9232" y="1777"/>
                </a:lnTo>
              </a:path>
              <a:path w="21600" h="21600">
                <a:moveTo>
                  <a:pt x="19965" y="1740"/>
                </a:moveTo>
                <a:lnTo>
                  <a:pt x="19976" y="1740"/>
                </a:lnTo>
                <a:lnTo>
                  <a:pt x="19976" y="1777"/>
                </a:lnTo>
                <a:lnTo>
                  <a:pt x="19965" y="1777"/>
                </a:lnTo>
              </a:path>
              <a:path w="21600" h="21600">
                <a:moveTo>
                  <a:pt x="11317" y="1409"/>
                </a:moveTo>
                <a:lnTo>
                  <a:pt x="11329" y="1409"/>
                </a:lnTo>
                <a:lnTo>
                  <a:pt x="11329" y="1448"/>
                </a:lnTo>
                <a:lnTo>
                  <a:pt x="11317" y="1448"/>
                </a:lnTo>
              </a:path>
              <a:path w="21600" h="21600">
                <a:moveTo>
                  <a:pt x="9232" y="1387"/>
                </a:moveTo>
                <a:lnTo>
                  <a:pt x="9243" y="1387"/>
                </a:lnTo>
                <a:lnTo>
                  <a:pt x="9243" y="1423"/>
                </a:lnTo>
                <a:lnTo>
                  <a:pt x="9232" y="1423"/>
                </a:lnTo>
              </a:path>
              <a:path w="21600" h="21600">
                <a:moveTo>
                  <a:pt x="19965" y="1387"/>
                </a:moveTo>
                <a:lnTo>
                  <a:pt x="19976" y="1387"/>
                </a:lnTo>
                <a:lnTo>
                  <a:pt x="19976" y="1423"/>
                </a:lnTo>
                <a:lnTo>
                  <a:pt x="19965" y="1423"/>
                </a:lnTo>
              </a:path>
              <a:path w="21600" h="21600">
                <a:moveTo>
                  <a:pt x="21584" y="1385"/>
                </a:moveTo>
                <a:lnTo>
                  <a:pt x="21592" y="1385"/>
                </a:lnTo>
                <a:lnTo>
                  <a:pt x="21592" y="1414"/>
                </a:lnTo>
                <a:lnTo>
                  <a:pt x="21584" y="1414"/>
                </a:lnTo>
              </a:path>
              <a:path w="21600" h="21600">
                <a:moveTo>
                  <a:pt x="11317" y="1057"/>
                </a:moveTo>
                <a:lnTo>
                  <a:pt x="11328" y="1057"/>
                </a:lnTo>
                <a:lnTo>
                  <a:pt x="11328" y="1094"/>
                </a:lnTo>
                <a:lnTo>
                  <a:pt x="11317" y="1094"/>
                </a:lnTo>
              </a:path>
              <a:path w="21600" h="21600">
                <a:moveTo>
                  <a:pt x="9232" y="1035"/>
                </a:moveTo>
                <a:lnTo>
                  <a:pt x="9243" y="1035"/>
                </a:lnTo>
                <a:lnTo>
                  <a:pt x="9243" y="1069"/>
                </a:lnTo>
                <a:lnTo>
                  <a:pt x="9232" y="1069"/>
                </a:lnTo>
              </a:path>
              <a:path w="21600" h="21600">
                <a:moveTo>
                  <a:pt x="19965" y="1034"/>
                </a:moveTo>
                <a:lnTo>
                  <a:pt x="19975" y="1034"/>
                </a:lnTo>
                <a:lnTo>
                  <a:pt x="19975" y="1069"/>
                </a:lnTo>
                <a:lnTo>
                  <a:pt x="19965" y="1069"/>
                </a:lnTo>
              </a:path>
              <a:path w="21600" h="21600">
                <a:moveTo>
                  <a:pt x="21584" y="1002"/>
                </a:moveTo>
                <a:lnTo>
                  <a:pt x="21592" y="1002"/>
                </a:lnTo>
                <a:lnTo>
                  <a:pt x="21592" y="1028"/>
                </a:lnTo>
                <a:lnTo>
                  <a:pt x="21584" y="1028"/>
                </a:lnTo>
              </a:path>
              <a:path w="21600" h="21600">
                <a:moveTo>
                  <a:pt x="11317" y="705"/>
                </a:moveTo>
                <a:lnTo>
                  <a:pt x="11328" y="705"/>
                </a:lnTo>
                <a:lnTo>
                  <a:pt x="11328" y="740"/>
                </a:lnTo>
                <a:lnTo>
                  <a:pt x="11317" y="740"/>
                </a:lnTo>
              </a:path>
              <a:path w="21600" h="21600">
                <a:moveTo>
                  <a:pt x="9233" y="682"/>
                </a:moveTo>
                <a:lnTo>
                  <a:pt x="9243" y="682"/>
                </a:lnTo>
                <a:lnTo>
                  <a:pt x="9243" y="715"/>
                </a:lnTo>
                <a:lnTo>
                  <a:pt x="9233" y="715"/>
                </a:lnTo>
              </a:path>
              <a:path w="21600" h="21600">
                <a:moveTo>
                  <a:pt x="19965" y="682"/>
                </a:moveTo>
                <a:lnTo>
                  <a:pt x="19975" y="682"/>
                </a:lnTo>
                <a:lnTo>
                  <a:pt x="19975" y="715"/>
                </a:lnTo>
                <a:lnTo>
                  <a:pt x="19965" y="715"/>
                </a:lnTo>
              </a:path>
              <a:path w="21600" h="21600">
                <a:moveTo>
                  <a:pt x="21585" y="620"/>
                </a:moveTo>
                <a:lnTo>
                  <a:pt x="21591" y="620"/>
                </a:lnTo>
                <a:lnTo>
                  <a:pt x="21591" y="641"/>
                </a:lnTo>
                <a:lnTo>
                  <a:pt x="21585" y="641"/>
                </a:lnTo>
              </a:path>
              <a:path w="21600" h="21600">
                <a:moveTo>
                  <a:pt x="11318" y="352"/>
                </a:moveTo>
                <a:lnTo>
                  <a:pt x="11328" y="352"/>
                </a:lnTo>
                <a:lnTo>
                  <a:pt x="11328" y="386"/>
                </a:lnTo>
                <a:lnTo>
                  <a:pt x="11318" y="386"/>
                </a:lnTo>
              </a:path>
              <a:path w="21600" h="21600">
                <a:moveTo>
                  <a:pt x="21585" y="237"/>
                </a:moveTo>
                <a:lnTo>
                  <a:pt x="21591" y="237"/>
                </a:lnTo>
                <a:lnTo>
                  <a:pt x="21591" y="254"/>
                </a:lnTo>
                <a:lnTo>
                  <a:pt x="21585" y="254"/>
                </a:lnTo>
              </a:path>
              <a:path w="21600" h="21600">
                <a:moveTo>
                  <a:pt x="11318" y="0"/>
                </a:moveTo>
                <a:lnTo>
                  <a:pt x="11328" y="0"/>
                </a:lnTo>
                <a:lnTo>
                  <a:pt x="11328" y="32"/>
                </a:lnTo>
                <a:lnTo>
                  <a:pt x="11318" y="32"/>
                </a:lnTo>
                <a:close/>
              </a:path>
            </a:pathLst>
          </a:custGeom>
          <a:gradFill rotWithShape="1">
            <a:gsLst>
              <a:gs pos="0">
                <a:srgbClr val="1182FF">
                  <a:alpha val="45882"/>
                </a:srgbClr>
              </a:gs>
              <a:gs pos="100000">
                <a:srgbClr val="164269">
                  <a:alpha val="37647"/>
                </a:srgbClr>
              </a:gs>
            </a:gsLst>
            <a:lin ang="5400000" scaled="1"/>
          </a:gradFill>
          <a:ln w="3695" cap="flat" cmpd="sng">
            <a:noFill/>
            <a:prstDash val="solid"/>
            <a:miter/>
          </a:ln>
        </p:spPr>
      </p:sp>
      <p:grpSp>
        <p:nvGrpSpPr>
          <p:cNvPr id="30" name="组合"/>
          <p:cNvGrpSpPr/>
          <p:nvPr/>
        </p:nvGrpSpPr>
        <p:grpSpPr>
          <a:xfrm>
            <a:off x="543" y="2951042"/>
            <a:ext cx="12190914" cy="3907492"/>
            <a:chOff x="543" y="2951042"/>
            <a:chExt cx="12190914" cy="3907492"/>
          </a:xfrm>
        </p:grpSpPr>
        <p:sp>
          <p:nvSpPr>
            <p:cNvPr id="1048579" name="曲线"/>
            <p:cNvSpPr/>
            <p:nvPr/>
          </p:nvSpPr>
          <p:spPr>
            <a:xfrm rot="0">
              <a:off x="543" y="3009366"/>
              <a:ext cx="12190914" cy="384916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861" y="19625"/>
                  </a:moveTo>
                  <a:lnTo>
                    <a:pt x="16861" y="20591"/>
                  </a:lnTo>
                  <a:lnTo>
                    <a:pt x="17455" y="20591"/>
                  </a:lnTo>
                  <a:lnTo>
                    <a:pt x="17455" y="19625"/>
                  </a:lnTo>
                </a:path>
                <a:path w="21600" h="21600">
                  <a:moveTo>
                    <a:pt x="3894" y="17660"/>
                  </a:moveTo>
                  <a:lnTo>
                    <a:pt x="3894" y="20591"/>
                  </a:lnTo>
                  <a:lnTo>
                    <a:pt x="5295" y="20591"/>
                  </a:lnTo>
                  <a:lnTo>
                    <a:pt x="5295" y="17660"/>
                  </a:lnTo>
                </a:path>
                <a:path w="21600" h="21600">
                  <a:moveTo>
                    <a:pt x="13634" y="17398"/>
                  </a:moveTo>
                  <a:lnTo>
                    <a:pt x="13634" y="18888"/>
                  </a:lnTo>
                  <a:lnTo>
                    <a:pt x="15884" y="18888"/>
                  </a:lnTo>
                  <a:lnTo>
                    <a:pt x="15884" y="17398"/>
                  </a:lnTo>
                </a:path>
                <a:path w="21600" h="21600">
                  <a:moveTo>
                    <a:pt x="7802" y="16022"/>
                  </a:moveTo>
                  <a:lnTo>
                    <a:pt x="7802" y="20591"/>
                  </a:lnTo>
                  <a:lnTo>
                    <a:pt x="8387" y="20591"/>
                  </a:lnTo>
                  <a:lnTo>
                    <a:pt x="8387" y="16022"/>
                  </a:lnTo>
                </a:path>
                <a:path w="21600" h="21600">
                  <a:moveTo>
                    <a:pt x="3397" y="15105"/>
                  </a:moveTo>
                  <a:lnTo>
                    <a:pt x="3397" y="18118"/>
                  </a:lnTo>
                  <a:lnTo>
                    <a:pt x="2818" y="18118"/>
                  </a:lnTo>
                  <a:lnTo>
                    <a:pt x="2818" y="20591"/>
                  </a:lnTo>
                  <a:lnTo>
                    <a:pt x="3868" y="20591"/>
                  </a:lnTo>
                  <a:lnTo>
                    <a:pt x="3868" y="17578"/>
                  </a:lnTo>
                  <a:lnTo>
                    <a:pt x="5295" y="17578"/>
                  </a:lnTo>
                  <a:lnTo>
                    <a:pt x="5295" y="15105"/>
                  </a:lnTo>
                </a:path>
                <a:path w="21600" h="21600">
                  <a:moveTo>
                    <a:pt x="19280" y="14581"/>
                  </a:moveTo>
                  <a:lnTo>
                    <a:pt x="19280" y="16792"/>
                  </a:lnTo>
                  <a:lnTo>
                    <a:pt x="20025" y="16792"/>
                  </a:lnTo>
                  <a:lnTo>
                    <a:pt x="20025" y="20067"/>
                  </a:lnTo>
                  <a:lnTo>
                    <a:pt x="20785" y="20067"/>
                  </a:lnTo>
                  <a:lnTo>
                    <a:pt x="20785" y="14581"/>
                  </a:lnTo>
                </a:path>
                <a:path w="21600" h="21600">
                  <a:moveTo>
                    <a:pt x="1743" y="13599"/>
                  </a:moveTo>
                  <a:lnTo>
                    <a:pt x="1743" y="16284"/>
                  </a:lnTo>
                  <a:lnTo>
                    <a:pt x="626" y="16284"/>
                  </a:lnTo>
                  <a:lnTo>
                    <a:pt x="626" y="18037"/>
                  </a:lnTo>
                  <a:lnTo>
                    <a:pt x="2793" y="18037"/>
                  </a:lnTo>
                  <a:lnTo>
                    <a:pt x="2793" y="13599"/>
                  </a:lnTo>
                </a:path>
                <a:path w="21600" h="21600">
                  <a:moveTo>
                    <a:pt x="11091" y="11241"/>
                  </a:moveTo>
                  <a:lnTo>
                    <a:pt x="11091" y="12993"/>
                  </a:lnTo>
                  <a:lnTo>
                    <a:pt x="12202" y="12993"/>
                  </a:lnTo>
                  <a:lnTo>
                    <a:pt x="12202" y="11241"/>
                  </a:lnTo>
                </a:path>
                <a:path w="21600" h="21600">
                  <a:moveTo>
                    <a:pt x="20397" y="10324"/>
                  </a:moveTo>
                  <a:lnTo>
                    <a:pt x="20397" y="12747"/>
                  </a:lnTo>
                  <a:lnTo>
                    <a:pt x="19280" y="12747"/>
                  </a:lnTo>
                  <a:lnTo>
                    <a:pt x="19280" y="14500"/>
                  </a:lnTo>
                  <a:lnTo>
                    <a:pt x="20785" y="14500"/>
                  </a:lnTo>
                  <a:lnTo>
                    <a:pt x="20785" y="10324"/>
                  </a:lnTo>
                </a:path>
                <a:path w="21600" h="21600">
                  <a:moveTo>
                    <a:pt x="8412" y="9931"/>
                  </a:moveTo>
                  <a:lnTo>
                    <a:pt x="8412" y="15941"/>
                  </a:lnTo>
                  <a:lnTo>
                    <a:pt x="8997" y="15941"/>
                  </a:lnTo>
                  <a:lnTo>
                    <a:pt x="8997" y="9931"/>
                  </a:lnTo>
                </a:path>
                <a:path w="21600" h="21600">
                  <a:moveTo>
                    <a:pt x="20371" y="327"/>
                  </a:moveTo>
                  <a:lnTo>
                    <a:pt x="20397" y="327"/>
                  </a:lnTo>
                  <a:lnTo>
                    <a:pt x="20397" y="10242"/>
                  </a:lnTo>
                  <a:lnTo>
                    <a:pt x="20811" y="10242"/>
                  </a:lnTo>
                  <a:lnTo>
                    <a:pt x="20811" y="14500"/>
                  </a:lnTo>
                  <a:lnTo>
                    <a:pt x="21600" y="14500"/>
                  </a:lnTo>
                  <a:lnTo>
                    <a:pt x="21600" y="14581"/>
                  </a:lnTo>
                  <a:lnTo>
                    <a:pt x="20811" y="14581"/>
                  </a:lnTo>
                  <a:lnTo>
                    <a:pt x="20811" y="20149"/>
                  </a:lnTo>
                  <a:lnTo>
                    <a:pt x="19999" y="20149"/>
                  </a:lnTo>
                  <a:lnTo>
                    <a:pt x="19999" y="16874"/>
                  </a:lnTo>
                  <a:lnTo>
                    <a:pt x="19280" y="16874"/>
                  </a:lnTo>
                  <a:lnTo>
                    <a:pt x="19280" y="21600"/>
                  </a:lnTo>
                  <a:lnTo>
                    <a:pt x="19255" y="21600"/>
                  </a:lnTo>
                  <a:lnTo>
                    <a:pt x="19255" y="16874"/>
                  </a:lnTo>
                  <a:lnTo>
                    <a:pt x="18660" y="16874"/>
                  </a:lnTo>
                  <a:lnTo>
                    <a:pt x="18660" y="19625"/>
                  </a:lnTo>
                  <a:lnTo>
                    <a:pt x="17481" y="19625"/>
                  </a:lnTo>
                  <a:lnTo>
                    <a:pt x="17481" y="20673"/>
                  </a:lnTo>
                  <a:lnTo>
                    <a:pt x="16835" y="20673"/>
                  </a:lnTo>
                  <a:lnTo>
                    <a:pt x="16835" y="19625"/>
                  </a:lnTo>
                  <a:lnTo>
                    <a:pt x="16455" y="19625"/>
                  </a:lnTo>
                  <a:lnTo>
                    <a:pt x="16455" y="19543"/>
                  </a:lnTo>
                  <a:lnTo>
                    <a:pt x="16835" y="19543"/>
                  </a:lnTo>
                  <a:lnTo>
                    <a:pt x="16835" y="17398"/>
                  </a:lnTo>
                  <a:lnTo>
                    <a:pt x="15909" y="17398"/>
                  </a:lnTo>
                  <a:lnTo>
                    <a:pt x="15909" y="18970"/>
                  </a:lnTo>
                  <a:lnTo>
                    <a:pt x="13634" y="18970"/>
                  </a:lnTo>
                  <a:lnTo>
                    <a:pt x="13634" y="21600"/>
                  </a:lnTo>
                  <a:lnTo>
                    <a:pt x="13609" y="21600"/>
                  </a:lnTo>
                  <a:lnTo>
                    <a:pt x="13609" y="18970"/>
                  </a:lnTo>
                  <a:lnTo>
                    <a:pt x="13092" y="18970"/>
                  </a:lnTo>
                  <a:lnTo>
                    <a:pt x="13092" y="14581"/>
                  </a:lnTo>
                  <a:lnTo>
                    <a:pt x="11566" y="14581"/>
                  </a:lnTo>
                  <a:lnTo>
                    <a:pt x="11566" y="21600"/>
                  </a:lnTo>
                  <a:lnTo>
                    <a:pt x="11541" y="21600"/>
                  </a:lnTo>
                  <a:lnTo>
                    <a:pt x="11541" y="14500"/>
                  </a:lnTo>
                  <a:lnTo>
                    <a:pt x="13092" y="14500"/>
                  </a:lnTo>
                  <a:lnTo>
                    <a:pt x="13092" y="11241"/>
                  </a:lnTo>
                  <a:lnTo>
                    <a:pt x="12228" y="11241"/>
                  </a:lnTo>
                  <a:lnTo>
                    <a:pt x="12228" y="13075"/>
                  </a:lnTo>
                  <a:lnTo>
                    <a:pt x="11091" y="13075"/>
                  </a:lnTo>
                  <a:lnTo>
                    <a:pt x="11091" y="21600"/>
                  </a:lnTo>
                  <a:lnTo>
                    <a:pt x="11065" y="21600"/>
                  </a:lnTo>
                  <a:lnTo>
                    <a:pt x="11065" y="13075"/>
                  </a:lnTo>
                  <a:lnTo>
                    <a:pt x="9974" y="13075"/>
                  </a:lnTo>
                  <a:lnTo>
                    <a:pt x="9974" y="20673"/>
                  </a:lnTo>
                  <a:lnTo>
                    <a:pt x="8412" y="20673"/>
                  </a:lnTo>
                  <a:lnTo>
                    <a:pt x="8412" y="21600"/>
                  </a:lnTo>
                  <a:lnTo>
                    <a:pt x="8387" y="21600"/>
                  </a:lnTo>
                  <a:lnTo>
                    <a:pt x="8387" y="20673"/>
                  </a:lnTo>
                  <a:lnTo>
                    <a:pt x="7802" y="20673"/>
                  </a:lnTo>
                  <a:lnTo>
                    <a:pt x="7802" y="21600"/>
                  </a:lnTo>
                  <a:lnTo>
                    <a:pt x="7777" y="21600"/>
                  </a:lnTo>
                  <a:lnTo>
                    <a:pt x="7777" y="20673"/>
                  </a:lnTo>
                  <a:lnTo>
                    <a:pt x="6983" y="20673"/>
                  </a:lnTo>
                  <a:lnTo>
                    <a:pt x="6983" y="20591"/>
                  </a:lnTo>
                  <a:lnTo>
                    <a:pt x="7777" y="20591"/>
                  </a:lnTo>
                  <a:lnTo>
                    <a:pt x="7777" y="15941"/>
                  </a:lnTo>
                  <a:lnTo>
                    <a:pt x="8387" y="15941"/>
                  </a:lnTo>
                  <a:lnTo>
                    <a:pt x="8387" y="9849"/>
                  </a:lnTo>
                  <a:lnTo>
                    <a:pt x="8997" y="9849"/>
                  </a:lnTo>
                  <a:lnTo>
                    <a:pt x="8997" y="4847"/>
                  </a:lnTo>
                  <a:lnTo>
                    <a:pt x="9022" y="4847"/>
                  </a:lnTo>
                  <a:lnTo>
                    <a:pt x="9022" y="9849"/>
                  </a:lnTo>
                  <a:lnTo>
                    <a:pt x="10209" y="9849"/>
                  </a:lnTo>
                  <a:lnTo>
                    <a:pt x="10209" y="9931"/>
                  </a:lnTo>
                  <a:lnTo>
                    <a:pt x="9022" y="9931"/>
                  </a:lnTo>
                  <a:lnTo>
                    <a:pt x="9022" y="16022"/>
                  </a:lnTo>
                  <a:lnTo>
                    <a:pt x="8412" y="16022"/>
                  </a:lnTo>
                  <a:lnTo>
                    <a:pt x="8412" y="20591"/>
                  </a:lnTo>
                  <a:lnTo>
                    <a:pt x="9948" y="20591"/>
                  </a:lnTo>
                  <a:lnTo>
                    <a:pt x="9948" y="12993"/>
                  </a:lnTo>
                  <a:lnTo>
                    <a:pt x="11065" y="12993"/>
                  </a:lnTo>
                  <a:lnTo>
                    <a:pt x="11065" y="11159"/>
                  </a:lnTo>
                  <a:lnTo>
                    <a:pt x="12202" y="11159"/>
                  </a:lnTo>
                  <a:lnTo>
                    <a:pt x="12202" y="8719"/>
                  </a:lnTo>
                  <a:lnTo>
                    <a:pt x="11354" y="8719"/>
                  </a:lnTo>
                  <a:lnTo>
                    <a:pt x="11354" y="5829"/>
                  </a:lnTo>
                  <a:lnTo>
                    <a:pt x="11380" y="5829"/>
                  </a:lnTo>
                  <a:lnTo>
                    <a:pt x="11380" y="8638"/>
                  </a:lnTo>
                  <a:lnTo>
                    <a:pt x="12228" y="8638"/>
                  </a:lnTo>
                  <a:lnTo>
                    <a:pt x="12228" y="11159"/>
                  </a:lnTo>
                  <a:lnTo>
                    <a:pt x="13117" y="11159"/>
                  </a:lnTo>
                  <a:lnTo>
                    <a:pt x="13117" y="14500"/>
                  </a:lnTo>
                  <a:lnTo>
                    <a:pt x="13691" y="14500"/>
                  </a:lnTo>
                  <a:lnTo>
                    <a:pt x="13691" y="6983"/>
                  </a:lnTo>
                  <a:lnTo>
                    <a:pt x="12823" y="6983"/>
                  </a:lnTo>
                  <a:lnTo>
                    <a:pt x="12823" y="3807"/>
                  </a:lnTo>
                  <a:lnTo>
                    <a:pt x="12848" y="3807"/>
                  </a:lnTo>
                  <a:lnTo>
                    <a:pt x="12848" y="6902"/>
                  </a:lnTo>
                  <a:lnTo>
                    <a:pt x="13717" y="6902"/>
                  </a:lnTo>
                  <a:lnTo>
                    <a:pt x="13717" y="14581"/>
                  </a:lnTo>
                  <a:lnTo>
                    <a:pt x="13117" y="14581"/>
                  </a:lnTo>
                  <a:lnTo>
                    <a:pt x="13117" y="18888"/>
                  </a:lnTo>
                  <a:lnTo>
                    <a:pt x="13609" y="18888"/>
                  </a:lnTo>
                  <a:lnTo>
                    <a:pt x="13609" y="17316"/>
                  </a:lnTo>
                  <a:lnTo>
                    <a:pt x="15884" y="17316"/>
                  </a:lnTo>
                  <a:lnTo>
                    <a:pt x="15884" y="14319"/>
                  </a:lnTo>
                  <a:lnTo>
                    <a:pt x="14601" y="14319"/>
                  </a:lnTo>
                  <a:lnTo>
                    <a:pt x="14601" y="6943"/>
                  </a:lnTo>
                  <a:lnTo>
                    <a:pt x="14627" y="6943"/>
                  </a:lnTo>
                  <a:lnTo>
                    <a:pt x="14627" y="14238"/>
                  </a:lnTo>
                  <a:lnTo>
                    <a:pt x="15909" y="14238"/>
                  </a:lnTo>
                  <a:lnTo>
                    <a:pt x="15909" y="17316"/>
                  </a:lnTo>
                  <a:lnTo>
                    <a:pt x="16861" y="17316"/>
                  </a:lnTo>
                  <a:lnTo>
                    <a:pt x="16861" y="19543"/>
                  </a:lnTo>
                  <a:lnTo>
                    <a:pt x="17455" y="19543"/>
                  </a:lnTo>
                  <a:lnTo>
                    <a:pt x="17455" y="13599"/>
                  </a:lnTo>
                  <a:lnTo>
                    <a:pt x="16835" y="13599"/>
                  </a:lnTo>
                  <a:lnTo>
                    <a:pt x="16835" y="7925"/>
                  </a:lnTo>
                  <a:lnTo>
                    <a:pt x="16861" y="7925"/>
                  </a:lnTo>
                  <a:lnTo>
                    <a:pt x="16861" y="13517"/>
                  </a:lnTo>
                  <a:lnTo>
                    <a:pt x="17481" y="13517"/>
                  </a:lnTo>
                  <a:lnTo>
                    <a:pt x="17481" y="19543"/>
                  </a:lnTo>
                  <a:lnTo>
                    <a:pt x="18634" y="19543"/>
                  </a:lnTo>
                  <a:lnTo>
                    <a:pt x="18634" y="16792"/>
                  </a:lnTo>
                  <a:lnTo>
                    <a:pt x="19255" y="16792"/>
                  </a:lnTo>
                  <a:lnTo>
                    <a:pt x="19255" y="14581"/>
                  </a:lnTo>
                  <a:lnTo>
                    <a:pt x="18386" y="14581"/>
                  </a:lnTo>
                  <a:lnTo>
                    <a:pt x="18386" y="5870"/>
                  </a:lnTo>
                  <a:lnTo>
                    <a:pt x="15635" y="5870"/>
                  </a:lnTo>
                  <a:lnTo>
                    <a:pt x="15635" y="3807"/>
                  </a:lnTo>
                  <a:lnTo>
                    <a:pt x="15661" y="3807"/>
                  </a:lnTo>
                  <a:lnTo>
                    <a:pt x="15661" y="5788"/>
                  </a:lnTo>
                  <a:lnTo>
                    <a:pt x="18412" y="5788"/>
                  </a:lnTo>
                  <a:lnTo>
                    <a:pt x="18412" y="14500"/>
                  </a:lnTo>
                  <a:lnTo>
                    <a:pt x="19255" y="14500"/>
                  </a:lnTo>
                  <a:lnTo>
                    <a:pt x="19255" y="12666"/>
                  </a:lnTo>
                  <a:lnTo>
                    <a:pt x="20371" y="12666"/>
                  </a:lnTo>
                  <a:lnTo>
                    <a:pt x="20371" y="10324"/>
                  </a:lnTo>
                  <a:lnTo>
                    <a:pt x="19441" y="10324"/>
                  </a:lnTo>
                  <a:lnTo>
                    <a:pt x="19441" y="3807"/>
                  </a:lnTo>
                  <a:lnTo>
                    <a:pt x="19466" y="3807"/>
                  </a:lnTo>
                  <a:lnTo>
                    <a:pt x="19466" y="10242"/>
                  </a:lnTo>
                  <a:lnTo>
                    <a:pt x="20371" y="10242"/>
                  </a:lnTo>
                </a:path>
                <a:path w="21600" h="21600">
                  <a:moveTo>
                    <a:pt x="1717" y="0"/>
                  </a:moveTo>
                  <a:lnTo>
                    <a:pt x="1743" y="0"/>
                  </a:lnTo>
                  <a:lnTo>
                    <a:pt x="1743" y="11094"/>
                  </a:lnTo>
                  <a:lnTo>
                    <a:pt x="3343" y="11094"/>
                  </a:lnTo>
                  <a:lnTo>
                    <a:pt x="3343" y="11175"/>
                  </a:lnTo>
                  <a:lnTo>
                    <a:pt x="1743" y="11175"/>
                  </a:lnTo>
                  <a:lnTo>
                    <a:pt x="1743" y="13517"/>
                  </a:lnTo>
                  <a:lnTo>
                    <a:pt x="2818" y="13517"/>
                  </a:lnTo>
                  <a:lnTo>
                    <a:pt x="2818" y="18037"/>
                  </a:lnTo>
                  <a:lnTo>
                    <a:pt x="3372" y="18037"/>
                  </a:lnTo>
                  <a:lnTo>
                    <a:pt x="3372" y="15024"/>
                  </a:lnTo>
                  <a:lnTo>
                    <a:pt x="5295" y="15024"/>
                  </a:lnTo>
                  <a:lnTo>
                    <a:pt x="5295" y="10979"/>
                  </a:lnTo>
                  <a:lnTo>
                    <a:pt x="4488" y="10979"/>
                  </a:lnTo>
                  <a:lnTo>
                    <a:pt x="4488" y="3471"/>
                  </a:lnTo>
                  <a:lnTo>
                    <a:pt x="4514" y="3471"/>
                  </a:lnTo>
                  <a:lnTo>
                    <a:pt x="4514" y="10897"/>
                  </a:lnTo>
                  <a:lnTo>
                    <a:pt x="5321" y="10897"/>
                  </a:lnTo>
                  <a:lnTo>
                    <a:pt x="5321" y="15024"/>
                  </a:lnTo>
                  <a:lnTo>
                    <a:pt x="6081" y="15024"/>
                  </a:lnTo>
                  <a:lnTo>
                    <a:pt x="6081" y="6615"/>
                  </a:lnTo>
                  <a:lnTo>
                    <a:pt x="6106" y="6615"/>
                  </a:lnTo>
                  <a:lnTo>
                    <a:pt x="6106" y="15105"/>
                  </a:lnTo>
                  <a:lnTo>
                    <a:pt x="5321" y="15105"/>
                  </a:lnTo>
                  <a:lnTo>
                    <a:pt x="5321" y="17578"/>
                  </a:lnTo>
                  <a:lnTo>
                    <a:pt x="7053" y="17578"/>
                  </a:lnTo>
                  <a:lnTo>
                    <a:pt x="7053" y="12404"/>
                  </a:lnTo>
                  <a:lnTo>
                    <a:pt x="7694" y="12404"/>
                  </a:lnTo>
                  <a:lnTo>
                    <a:pt x="7694" y="8252"/>
                  </a:lnTo>
                  <a:lnTo>
                    <a:pt x="7720" y="8252"/>
                  </a:lnTo>
                  <a:lnTo>
                    <a:pt x="7720" y="12485"/>
                  </a:lnTo>
                  <a:lnTo>
                    <a:pt x="7078" y="12485"/>
                  </a:lnTo>
                  <a:lnTo>
                    <a:pt x="7078" y="17660"/>
                  </a:lnTo>
                  <a:lnTo>
                    <a:pt x="5321" y="17660"/>
                  </a:lnTo>
                  <a:lnTo>
                    <a:pt x="5321" y="20673"/>
                  </a:lnTo>
                  <a:lnTo>
                    <a:pt x="3894" y="20673"/>
                  </a:lnTo>
                  <a:lnTo>
                    <a:pt x="3894" y="21600"/>
                  </a:lnTo>
                  <a:lnTo>
                    <a:pt x="3868" y="21600"/>
                  </a:lnTo>
                  <a:lnTo>
                    <a:pt x="3868" y="20673"/>
                  </a:lnTo>
                  <a:lnTo>
                    <a:pt x="2793" y="20673"/>
                  </a:lnTo>
                  <a:lnTo>
                    <a:pt x="2793" y="18118"/>
                  </a:lnTo>
                  <a:lnTo>
                    <a:pt x="626" y="18118"/>
                  </a:lnTo>
                  <a:lnTo>
                    <a:pt x="626" y="19821"/>
                  </a:lnTo>
                  <a:lnTo>
                    <a:pt x="0" y="19821"/>
                  </a:lnTo>
                  <a:lnTo>
                    <a:pt x="0" y="19740"/>
                  </a:lnTo>
                  <a:lnTo>
                    <a:pt x="600" y="19740"/>
                  </a:lnTo>
                  <a:lnTo>
                    <a:pt x="600" y="18118"/>
                  </a:lnTo>
                  <a:lnTo>
                    <a:pt x="0" y="18118"/>
                  </a:lnTo>
                  <a:lnTo>
                    <a:pt x="0" y="18037"/>
                  </a:lnTo>
                  <a:lnTo>
                    <a:pt x="600" y="18037"/>
                  </a:lnTo>
                  <a:lnTo>
                    <a:pt x="600" y="16203"/>
                  </a:lnTo>
                  <a:lnTo>
                    <a:pt x="1717" y="16203"/>
                  </a:lnTo>
                  <a:lnTo>
                    <a:pt x="1717" y="13599"/>
                  </a:lnTo>
                  <a:lnTo>
                    <a:pt x="0" y="13599"/>
                  </a:lnTo>
                  <a:lnTo>
                    <a:pt x="0" y="13517"/>
                  </a:lnTo>
                  <a:lnTo>
                    <a:pt x="1717" y="13517"/>
                  </a:lnTo>
                  <a:lnTo>
                    <a:pt x="1717" y="11175"/>
                  </a:lnTo>
                  <a:lnTo>
                    <a:pt x="0" y="11175"/>
                  </a:lnTo>
                  <a:lnTo>
                    <a:pt x="0" y="11094"/>
                  </a:lnTo>
                  <a:lnTo>
                    <a:pt x="1717" y="11094"/>
                  </a:lnTo>
                  <a:close/>
                </a:path>
              </a:pathLst>
            </a:custGeom>
            <a:solidFill>
              <a:schemeClr val="accent3"/>
            </a:solidFill>
            <a:ln w="3684" cap="flat" cmpd="sng">
              <a:noFill/>
              <a:prstDash val="solid"/>
              <a:miter/>
            </a:ln>
          </p:spPr>
        </p:sp>
        <p:sp>
          <p:nvSpPr>
            <p:cNvPr id="1048580" name="曲线"/>
            <p:cNvSpPr/>
            <p:nvPr/>
          </p:nvSpPr>
          <p:spPr>
            <a:xfrm rot="0">
              <a:off x="285948" y="2951042"/>
              <a:ext cx="11511716" cy="37935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841" y="20940"/>
                  </a:moveTo>
                  <a:cubicBezTo>
                    <a:pt x="6855" y="20932"/>
                    <a:pt x="6870" y="20933"/>
                    <a:pt x="6884" y="20943"/>
                  </a:cubicBezTo>
                  <a:cubicBezTo>
                    <a:pt x="6943" y="20984"/>
                    <a:pt x="6980" y="21162"/>
                    <a:pt x="6967" y="21341"/>
                  </a:cubicBezTo>
                  <a:cubicBezTo>
                    <a:pt x="6954" y="21519"/>
                    <a:pt x="6895" y="21632"/>
                    <a:pt x="6836" y="21591"/>
                  </a:cubicBezTo>
                  <a:cubicBezTo>
                    <a:pt x="6777" y="21550"/>
                    <a:pt x="6740" y="21372"/>
                    <a:pt x="6753" y="21193"/>
                  </a:cubicBezTo>
                  <a:cubicBezTo>
                    <a:pt x="6763" y="21059"/>
                    <a:pt x="6799" y="20963"/>
                    <a:pt x="6841" y="20940"/>
                  </a:cubicBezTo>
                </a:path>
                <a:path w="21600" h="21600">
                  <a:moveTo>
                    <a:pt x="7714" y="20935"/>
                  </a:moveTo>
                  <a:cubicBezTo>
                    <a:pt x="7757" y="20935"/>
                    <a:pt x="7798" y="21012"/>
                    <a:pt x="7815" y="21139"/>
                  </a:cubicBezTo>
                  <a:cubicBezTo>
                    <a:pt x="7838" y="21308"/>
                    <a:pt x="7812" y="21503"/>
                    <a:pt x="7756" y="21574"/>
                  </a:cubicBezTo>
                  <a:cubicBezTo>
                    <a:pt x="7701" y="21645"/>
                    <a:pt x="7636" y="21565"/>
                    <a:pt x="7613" y="21396"/>
                  </a:cubicBezTo>
                  <a:cubicBezTo>
                    <a:pt x="7590" y="21226"/>
                    <a:pt x="7616" y="21032"/>
                    <a:pt x="7672" y="20961"/>
                  </a:cubicBezTo>
                  <a:cubicBezTo>
                    <a:pt x="7686" y="20943"/>
                    <a:pt x="7700" y="20935"/>
                    <a:pt x="7714" y="20935"/>
                  </a:cubicBezTo>
                </a:path>
                <a:path w="21600" h="21600">
                  <a:moveTo>
                    <a:pt x="8360" y="20935"/>
                  </a:moveTo>
                  <a:cubicBezTo>
                    <a:pt x="8388" y="20935"/>
                    <a:pt x="8416" y="20967"/>
                    <a:pt x="8438" y="21032"/>
                  </a:cubicBezTo>
                  <a:cubicBezTo>
                    <a:pt x="8480" y="21162"/>
                    <a:pt x="8480" y="21372"/>
                    <a:pt x="8438" y="21502"/>
                  </a:cubicBezTo>
                  <a:cubicBezTo>
                    <a:pt x="8395" y="21631"/>
                    <a:pt x="8326" y="21631"/>
                    <a:pt x="8283" y="21502"/>
                  </a:cubicBezTo>
                  <a:cubicBezTo>
                    <a:pt x="8240" y="21372"/>
                    <a:pt x="8240" y="21162"/>
                    <a:pt x="8283" y="21032"/>
                  </a:cubicBezTo>
                  <a:cubicBezTo>
                    <a:pt x="8304" y="20967"/>
                    <a:pt x="8332" y="20935"/>
                    <a:pt x="8360" y="20935"/>
                  </a:cubicBezTo>
                </a:path>
                <a:path w="21600" h="21600">
                  <a:moveTo>
                    <a:pt x="3575" y="20934"/>
                  </a:moveTo>
                  <a:cubicBezTo>
                    <a:pt x="3603" y="20934"/>
                    <a:pt x="3631" y="20967"/>
                    <a:pt x="3652" y="21032"/>
                  </a:cubicBezTo>
                  <a:cubicBezTo>
                    <a:pt x="3695" y="21162"/>
                    <a:pt x="3695" y="21372"/>
                    <a:pt x="3652" y="21502"/>
                  </a:cubicBezTo>
                  <a:cubicBezTo>
                    <a:pt x="3609" y="21631"/>
                    <a:pt x="3540" y="21631"/>
                    <a:pt x="3497" y="21502"/>
                  </a:cubicBezTo>
                  <a:cubicBezTo>
                    <a:pt x="3455" y="21372"/>
                    <a:pt x="3455" y="21162"/>
                    <a:pt x="3497" y="21032"/>
                  </a:cubicBezTo>
                  <a:cubicBezTo>
                    <a:pt x="3519" y="20967"/>
                    <a:pt x="3547" y="20934"/>
                    <a:pt x="3575" y="20934"/>
                  </a:cubicBezTo>
                </a:path>
                <a:path w="21600" h="21600">
                  <a:moveTo>
                    <a:pt x="17964" y="19892"/>
                  </a:moveTo>
                  <a:cubicBezTo>
                    <a:pt x="18024" y="19892"/>
                    <a:pt x="18073" y="20041"/>
                    <a:pt x="18073" y="20224"/>
                  </a:cubicBezTo>
                  <a:cubicBezTo>
                    <a:pt x="18073" y="20408"/>
                    <a:pt x="18024" y="20557"/>
                    <a:pt x="17964" y="20557"/>
                  </a:cubicBezTo>
                  <a:cubicBezTo>
                    <a:pt x="17903" y="20557"/>
                    <a:pt x="17854" y="20408"/>
                    <a:pt x="17854" y="20224"/>
                  </a:cubicBezTo>
                  <a:cubicBezTo>
                    <a:pt x="17854" y="20041"/>
                    <a:pt x="17903" y="19892"/>
                    <a:pt x="17964" y="19892"/>
                  </a:cubicBezTo>
                </a:path>
                <a:path w="21600" h="21600">
                  <a:moveTo>
                    <a:pt x="16891" y="19892"/>
                  </a:moveTo>
                  <a:cubicBezTo>
                    <a:pt x="16951" y="19892"/>
                    <a:pt x="17000" y="20041"/>
                    <a:pt x="17000" y="20224"/>
                  </a:cubicBezTo>
                  <a:cubicBezTo>
                    <a:pt x="17000" y="20408"/>
                    <a:pt x="16951" y="20557"/>
                    <a:pt x="16891" y="20557"/>
                  </a:cubicBezTo>
                  <a:cubicBezTo>
                    <a:pt x="16830" y="20557"/>
                    <a:pt x="16781" y="20408"/>
                    <a:pt x="16781" y="20224"/>
                  </a:cubicBezTo>
                  <a:cubicBezTo>
                    <a:pt x="16781" y="20041"/>
                    <a:pt x="16830" y="19892"/>
                    <a:pt x="16891" y="19892"/>
                  </a:cubicBezTo>
                </a:path>
                <a:path w="21600" h="21600">
                  <a:moveTo>
                    <a:pt x="13871" y="19231"/>
                  </a:moveTo>
                  <a:cubicBezTo>
                    <a:pt x="13885" y="19223"/>
                    <a:pt x="13900" y="19224"/>
                    <a:pt x="13915" y="19235"/>
                  </a:cubicBezTo>
                  <a:cubicBezTo>
                    <a:pt x="13974" y="19277"/>
                    <a:pt x="14010" y="19456"/>
                    <a:pt x="13996" y="19635"/>
                  </a:cubicBezTo>
                  <a:cubicBezTo>
                    <a:pt x="13982" y="19813"/>
                    <a:pt x="13923" y="19924"/>
                    <a:pt x="13865" y="19882"/>
                  </a:cubicBezTo>
                  <a:cubicBezTo>
                    <a:pt x="13806" y="19840"/>
                    <a:pt x="13769" y="19661"/>
                    <a:pt x="13783" y="19482"/>
                  </a:cubicBezTo>
                  <a:cubicBezTo>
                    <a:pt x="13794" y="19348"/>
                    <a:pt x="13829" y="19252"/>
                    <a:pt x="13871" y="19231"/>
                  </a:cubicBezTo>
                </a:path>
                <a:path w="21600" h="21600">
                  <a:moveTo>
                    <a:pt x="127" y="18348"/>
                  </a:moveTo>
                  <a:cubicBezTo>
                    <a:pt x="186" y="18377"/>
                    <a:pt x="227" y="18548"/>
                    <a:pt x="217" y="18729"/>
                  </a:cubicBezTo>
                  <a:cubicBezTo>
                    <a:pt x="207" y="18910"/>
                    <a:pt x="151" y="19033"/>
                    <a:pt x="91" y="19004"/>
                  </a:cubicBezTo>
                  <a:cubicBezTo>
                    <a:pt x="32" y="18974"/>
                    <a:pt x="-8" y="18803"/>
                    <a:pt x="1" y="18622"/>
                  </a:cubicBezTo>
                  <a:cubicBezTo>
                    <a:pt x="11" y="18441"/>
                    <a:pt x="67" y="18318"/>
                    <a:pt x="127" y="18348"/>
                  </a:cubicBezTo>
                </a:path>
                <a:path w="21600" h="21600">
                  <a:moveTo>
                    <a:pt x="2431" y="18342"/>
                  </a:moveTo>
                  <a:cubicBezTo>
                    <a:pt x="2459" y="18342"/>
                    <a:pt x="2487" y="18375"/>
                    <a:pt x="2508" y="18440"/>
                  </a:cubicBezTo>
                  <a:cubicBezTo>
                    <a:pt x="2551" y="18570"/>
                    <a:pt x="2551" y="18780"/>
                    <a:pt x="2508" y="18910"/>
                  </a:cubicBezTo>
                  <a:cubicBezTo>
                    <a:pt x="2465" y="19039"/>
                    <a:pt x="2396" y="19039"/>
                    <a:pt x="2353" y="18910"/>
                  </a:cubicBezTo>
                  <a:cubicBezTo>
                    <a:pt x="2310" y="18780"/>
                    <a:pt x="2310" y="18570"/>
                    <a:pt x="2353" y="18440"/>
                  </a:cubicBezTo>
                  <a:cubicBezTo>
                    <a:pt x="2375" y="18375"/>
                    <a:pt x="2403" y="18342"/>
                    <a:pt x="2431" y="18342"/>
                  </a:cubicBezTo>
                </a:path>
                <a:path w="21600" h="21600">
                  <a:moveTo>
                    <a:pt x="5086" y="17882"/>
                  </a:moveTo>
                  <a:cubicBezTo>
                    <a:pt x="5146" y="17882"/>
                    <a:pt x="5195" y="18030"/>
                    <a:pt x="5195" y="18214"/>
                  </a:cubicBezTo>
                  <a:cubicBezTo>
                    <a:pt x="5195" y="18397"/>
                    <a:pt x="5146" y="18546"/>
                    <a:pt x="5086" y="18546"/>
                  </a:cubicBezTo>
                  <a:cubicBezTo>
                    <a:pt x="5026" y="18546"/>
                    <a:pt x="4977" y="18397"/>
                    <a:pt x="4977" y="18214"/>
                  </a:cubicBezTo>
                  <a:cubicBezTo>
                    <a:pt x="4977" y="18030"/>
                    <a:pt x="5026" y="17882"/>
                    <a:pt x="5086" y="17882"/>
                  </a:cubicBezTo>
                </a:path>
                <a:path w="21600" h="21600">
                  <a:moveTo>
                    <a:pt x="16299" y="17612"/>
                  </a:moveTo>
                  <a:cubicBezTo>
                    <a:pt x="16360" y="17612"/>
                    <a:pt x="16409" y="17760"/>
                    <a:pt x="16409" y="17944"/>
                  </a:cubicBezTo>
                  <a:cubicBezTo>
                    <a:pt x="16409" y="18127"/>
                    <a:pt x="16360" y="18276"/>
                    <a:pt x="16299" y="18276"/>
                  </a:cubicBezTo>
                  <a:cubicBezTo>
                    <a:pt x="16239" y="18276"/>
                    <a:pt x="16190" y="18127"/>
                    <a:pt x="16190" y="17944"/>
                  </a:cubicBezTo>
                  <a:cubicBezTo>
                    <a:pt x="16190" y="17760"/>
                    <a:pt x="16239" y="17612"/>
                    <a:pt x="16299" y="17612"/>
                  </a:cubicBezTo>
                </a:path>
                <a:path w="21600" h="21600">
                  <a:moveTo>
                    <a:pt x="19869" y="17096"/>
                  </a:moveTo>
                  <a:cubicBezTo>
                    <a:pt x="19930" y="17096"/>
                    <a:pt x="19979" y="17245"/>
                    <a:pt x="19979" y="17429"/>
                  </a:cubicBezTo>
                  <a:cubicBezTo>
                    <a:pt x="19979" y="17612"/>
                    <a:pt x="19930" y="17761"/>
                    <a:pt x="19869" y="17761"/>
                  </a:cubicBezTo>
                  <a:cubicBezTo>
                    <a:pt x="19809" y="17761"/>
                    <a:pt x="19760" y="17612"/>
                    <a:pt x="19760" y="17429"/>
                  </a:cubicBezTo>
                  <a:cubicBezTo>
                    <a:pt x="19760" y="17245"/>
                    <a:pt x="19809" y="17096"/>
                    <a:pt x="19869" y="17096"/>
                  </a:cubicBezTo>
                </a:path>
                <a:path w="21600" h="21600">
                  <a:moveTo>
                    <a:pt x="8360" y="16216"/>
                  </a:moveTo>
                  <a:cubicBezTo>
                    <a:pt x="8388" y="16216"/>
                    <a:pt x="8416" y="16248"/>
                    <a:pt x="8438" y="16313"/>
                  </a:cubicBezTo>
                  <a:cubicBezTo>
                    <a:pt x="8480" y="16443"/>
                    <a:pt x="8480" y="16653"/>
                    <a:pt x="8438" y="16783"/>
                  </a:cubicBezTo>
                  <a:cubicBezTo>
                    <a:pt x="8395" y="16912"/>
                    <a:pt x="8326" y="16912"/>
                    <a:pt x="8283" y="16783"/>
                  </a:cubicBezTo>
                  <a:cubicBezTo>
                    <a:pt x="8240" y="16653"/>
                    <a:pt x="8240" y="16443"/>
                    <a:pt x="8283" y="16313"/>
                  </a:cubicBezTo>
                  <a:cubicBezTo>
                    <a:pt x="8304" y="16248"/>
                    <a:pt x="8332" y="16216"/>
                    <a:pt x="8360" y="16216"/>
                  </a:cubicBezTo>
                </a:path>
                <a:path w="21600" h="21600">
                  <a:moveTo>
                    <a:pt x="5087" y="15290"/>
                  </a:moveTo>
                  <a:cubicBezTo>
                    <a:pt x="5129" y="15291"/>
                    <a:pt x="5170" y="15368"/>
                    <a:pt x="5187" y="15495"/>
                  </a:cubicBezTo>
                  <a:cubicBezTo>
                    <a:pt x="5210" y="15664"/>
                    <a:pt x="5184" y="15859"/>
                    <a:pt x="5128" y="15929"/>
                  </a:cubicBezTo>
                  <a:cubicBezTo>
                    <a:pt x="5072" y="15999"/>
                    <a:pt x="5008" y="15919"/>
                    <a:pt x="4985" y="15749"/>
                  </a:cubicBezTo>
                  <a:cubicBezTo>
                    <a:pt x="4962" y="15580"/>
                    <a:pt x="4988" y="15385"/>
                    <a:pt x="5044" y="15315"/>
                  </a:cubicBezTo>
                  <a:cubicBezTo>
                    <a:pt x="5058" y="15298"/>
                    <a:pt x="5073" y="15289"/>
                    <a:pt x="5087" y="15290"/>
                  </a:cubicBezTo>
                </a:path>
                <a:path w="21600" h="21600">
                  <a:moveTo>
                    <a:pt x="13346" y="14775"/>
                  </a:moveTo>
                  <a:cubicBezTo>
                    <a:pt x="13374" y="14775"/>
                    <a:pt x="13402" y="14807"/>
                    <a:pt x="13423" y="14872"/>
                  </a:cubicBezTo>
                  <a:cubicBezTo>
                    <a:pt x="13466" y="15002"/>
                    <a:pt x="13466" y="15212"/>
                    <a:pt x="13423" y="15342"/>
                  </a:cubicBezTo>
                  <a:cubicBezTo>
                    <a:pt x="13380" y="15472"/>
                    <a:pt x="13311" y="15472"/>
                    <a:pt x="13268" y="15342"/>
                  </a:cubicBezTo>
                  <a:cubicBezTo>
                    <a:pt x="13225" y="15212"/>
                    <a:pt x="13225" y="15002"/>
                    <a:pt x="13268" y="14872"/>
                  </a:cubicBezTo>
                  <a:cubicBezTo>
                    <a:pt x="13290" y="14807"/>
                    <a:pt x="13318" y="14775"/>
                    <a:pt x="13346" y="14775"/>
                  </a:cubicBezTo>
                </a:path>
                <a:path w="21600" h="21600">
                  <a:moveTo>
                    <a:pt x="19869" y="14754"/>
                  </a:moveTo>
                  <a:cubicBezTo>
                    <a:pt x="19897" y="14754"/>
                    <a:pt x="19925" y="14786"/>
                    <a:pt x="19947" y="14851"/>
                  </a:cubicBezTo>
                  <a:cubicBezTo>
                    <a:pt x="19989" y="14981"/>
                    <a:pt x="19989" y="15191"/>
                    <a:pt x="19947" y="15321"/>
                  </a:cubicBezTo>
                  <a:cubicBezTo>
                    <a:pt x="19904" y="15451"/>
                    <a:pt x="19835" y="15451"/>
                    <a:pt x="19792" y="15321"/>
                  </a:cubicBezTo>
                  <a:cubicBezTo>
                    <a:pt x="19749" y="15191"/>
                    <a:pt x="19749" y="14981"/>
                    <a:pt x="19792" y="14851"/>
                  </a:cubicBezTo>
                  <a:cubicBezTo>
                    <a:pt x="19813" y="14786"/>
                    <a:pt x="19841" y="14754"/>
                    <a:pt x="19869" y="14754"/>
                  </a:cubicBezTo>
                </a:path>
                <a:path w="21600" h="21600">
                  <a:moveTo>
                    <a:pt x="21490" y="14754"/>
                  </a:moveTo>
                  <a:cubicBezTo>
                    <a:pt x="21518" y="14754"/>
                    <a:pt x="21546" y="14786"/>
                    <a:pt x="21567" y="14851"/>
                  </a:cubicBezTo>
                  <a:cubicBezTo>
                    <a:pt x="21610" y="14981"/>
                    <a:pt x="21610" y="15191"/>
                    <a:pt x="21567" y="15321"/>
                  </a:cubicBezTo>
                  <a:cubicBezTo>
                    <a:pt x="21525" y="15451"/>
                    <a:pt x="21455" y="15451"/>
                    <a:pt x="21413" y="15321"/>
                  </a:cubicBezTo>
                  <a:cubicBezTo>
                    <a:pt x="21370" y="15191"/>
                    <a:pt x="21370" y="14981"/>
                    <a:pt x="21413" y="14851"/>
                  </a:cubicBezTo>
                  <a:cubicBezTo>
                    <a:pt x="21434" y="14786"/>
                    <a:pt x="21462" y="14754"/>
                    <a:pt x="21490" y="14754"/>
                  </a:cubicBezTo>
                </a:path>
                <a:path w="21600" h="21600">
                  <a:moveTo>
                    <a:pt x="1298" y="13757"/>
                  </a:moveTo>
                  <a:cubicBezTo>
                    <a:pt x="1341" y="13758"/>
                    <a:pt x="1381" y="13835"/>
                    <a:pt x="1398" y="13962"/>
                  </a:cubicBezTo>
                  <a:cubicBezTo>
                    <a:pt x="1421" y="14131"/>
                    <a:pt x="1395" y="14326"/>
                    <a:pt x="1339" y="14396"/>
                  </a:cubicBezTo>
                  <a:cubicBezTo>
                    <a:pt x="1283" y="14466"/>
                    <a:pt x="1219" y="14386"/>
                    <a:pt x="1196" y="14216"/>
                  </a:cubicBezTo>
                  <a:cubicBezTo>
                    <a:pt x="1173" y="14047"/>
                    <a:pt x="1199" y="13852"/>
                    <a:pt x="1255" y="13782"/>
                  </a:cubicBezTo>
                  <a:cubicBezTo>
                    <a:pt x="1269" y="13765"/>
                    <a:pt x="1284" y="13756"/>
                    <a:pt x="1298" y="13757"/>
                  </a:cubicBezTo>
                </a:path>
                <a:path w="21600" h="21600">
                  <a:moveTo>
                    <a:pt x="11196" y="13222"/>
                  </a:moveTo>
                  <a:cubicBezTo>
                    <a:pt x="11257" y="13222"/>
                    <a:pt x="11306" y="13371"/>
                    <a:pt x="11306" y="13554"/>
                  </a:cubicBezTo>
                  <a:cubicBezTo>
                    <a:pt x="11306" y="13738"/>
                    <a:pt x="11257" y="13887"/>
                    <a:pt x="11196" y="13887"/>
                  </a:cubicBezTo>
                  <a:cubicBezTo>
                    <a:pt x="11136" y="13887"/>
                    <a:pt x="11087" y="13738"/>
                    <a:pt x="11087" y="13554"/>
                  </a:cubicBezTo>
                  <a:cubicBezTo>
                    <a:pt x="11087" y="13371"/>
                    <a:pt x="11136" y="13222"/>
                    <a:pt x="11196" y="13222"/>
                  </a:cubicBezTo>
                </a:path>
                <a:path w="21600" h="21600">
                  <a:moveTo>
                    <a:pt x="12382" y="11382"/>
                  </a:moveTo>
                  <a:cubicBezTo>
                    <a:pt x="12396" y="11375"/>
                    <a:pt x="12411" y="11376"/>
                    <a:pt x="12426" y="11386"/>
                  </a:cubicBezTo>
                  <a:cubicBezTo>
                    <a:pt x="12484" y="11428"/>
                    <a:pt x="12521" y="11607"/>
                    <a:pt x="12507" y="11785"/>
                  </a:cubicBezTo>
                  <a:cubicBezTo>
                    <a:pt x="12493" y="11964"/>
                    <a:pt x="12435" y="12075"/>
                    <a:pt x="12376" y="12033"/>
                  </a:cubicBezTo>
                  <a:cubicBezTo>
                    <a:pt x="12317" y="11991"/>
                    <a:pt x="12280" y="11812"/>
                    <a:pt x="12294" y="11634"/>
                  </a:cubicBezTo>
                  <a:cubicBezTo>
                    <a:pt x="12304" y="11500"/>
                    <a:pt x="12340" y="11404"/>
                    <a:pt x="12382" y="11382"/>
                  </a:cubicBezTo>
                </a:path>
                <a:path w="21600" h="21600">
                  <a:moveTo>
                    <a:pt x="3005" y="11298"/>
                  </a:moveTo>
                  <a:cubicBezTo>
                    <a:pt x="3033" y="11298"/>
                    <a:pt x="3061" y="11330"/>
                    <a:pt x="3083" y="11395"/>
                  </a:cubicBezTo>
                  <a:cubicBezTo>
                    <a:pt x="3126" y="11525"/>
                    <a:pt x="3126" y="11735"/>
                    <a:pt x="3083" y="11865"/>
                  </a:cubicBezTo>
                  <a:cubicBezTo>
                    <a:pt x="3040" y="11995"/>
                    <a:pt x="2971" y="11995"/>
                    <a:pt x="2928" y="11865"/>
                  </a:cubicBezTo>
                  <a:cubicBezTo>
                    <a:pt x="2885" y="11735"/>
                    <a:pt x="2885" y="11525"/>
                    <a:pt x="2928" y="11395"/>
                  </a:cubicBezTo>
                  <a:cubicBezTo>
                    <a:pt x="2949" y="11330"/>
                    <a:pt x="2977" y="11298"/>
                    <a:pt x="3005" y="11298"/>
                  </a:cubicBezTo>
                </a:path>
                <a:path w="21600" h="21600">
                  <a:moveTo>
                    <a:pt x="1298" y="11298"/>
                  </a:moveTo>
                  <a:cubicBezTo>
                    <a:pt x="1341" y="11299"/>
                    <a:pt x="1381" y="11376"/>
                    <a:pt x="1398" y="11503"/>
                  </a:cubicBezTo>
                  <a:cubicBezTo>
                    <a:pt x="1421" y="11672"/>
                    <a:pt x="1395" y="11867"/>
                    <a:pt x="1339" y="11937"/>
                  </a:cubicBezTo>
                  <a:cubicBezTo>
                    <a:pt x="1283" y="12007"/>
                    <a:pt x="1219" y="11927"/>
                    <a:pt x="1196" y="11757"/>
                  </a:cubicBezTo>
                  <a:cubicBezTo>
                    <a:pt x="1173" y="11588"/>
                    <a:pt x="1199" y="11393"/>
                    <a:pt x="1255" y="11323"/>
                  </a:cubicBezTo>
                  <a:cubicBezTo>
                    <a:pt x="1269" y="11306"/>
                    <a:pt x="1284" y="11297"/>
                    <a:pt x="1298" y="11298"/>
                  </a:cubicBezTo>
                </a:path>
                <a:path w="21600" h="21600">
                  <a:moveTo>
                    <a:pt x="21052" y="10409"/>
                  </a:moveTo>
                  <a:cubicBezTo>
                    <a:pt x="21080" y="10409"/>
                    <a:pt x="21108" y="10441"/>
                    <a:pt x="21129" y="10506"/>
                  </a:cubicBezTo>
                  <a:cubicBezTo>
                    <a:pt x="21172" y="10636"/>
                    <a:pt x="21172" y="10846"/>
                    <a:pt x="21129" y="10976"/>
                  </a:cubicBezTo>
                  <a:cubicBezTo>
                    <a:pt x="21087" y="11106"/>
                    <a:pt x="21017" y="11106"/>
                    <a:pt x="20975" y="10976"/>
                  </a:cubicBezTo>
                  <a:cubicBezTo>
                    <a:pt x="20932" y="10846"/>
                    <a:pt x="20932" y="10636"/>
                    <a:pt x="20975" y="10506"/>
                  </a:cubicBezTo>
                  <a:cubicBezTo>
                    <a:pt x="20996" y="10441"/>
                    <a:pt x="21024" y="10409"/>
                    <a:pt x="21052" y="10409"/>
                  </a:cubicBezTo>
                </a:path>
                <a:path w="21600" h="21600">
                  <a:moveTo>
                    <a:pt x="10240" y="10035"/>
                  </a:moveTo>
                  <a:cubicBezTo>
                    <a:pt x="10300" y="10035"/>
                    <a:pt x="10349" y="10184"/>
                    <a:pt x="10349" y="10367"/>
                  </a:cubicBezTo>
                  <a:cubicBezTo>
                    <a:pt x="10349" y="10551"/>
                    <a:pt x="10300" y="10699"/>
                    <a:pt x="10240" y="10699"/>
                  </a:cubicBezTo>
                  <a:cubicBezTo>
                    <a:pt x="10179" y="10699"/>
                    <a:pt x="10130" y="10551"/>
                    <a:pt x="10130" y="10367"/>
                  </a:cubicBezTo>
                  <a:cubicBezTo>
                    <a:pt x="10130" y="10184"/>
                    <a:pt x="10179" y="10035"/>
                    <a:pt x="10240" y="10035"/>
                  </a:cubicBezTo>
                </a:path>
                <a:path w="21600" h="21600">
                  <a:moveTo>
                    <a:pt x="7627" y="8373"/>
                  </a:moveTo>
                  <a:cubicBezTo>
                    <a:pt x="7687" y="8373"/>
                    <a:pt x="7736" y="8522"/>
                    <a:pt x="7736" y="8706"/>
                  </a:cubicBezTo>
                  <a:cubicBezTo>
                    <a:pt x="7736" y="8889"/>
                    <a:pt x="7687" y="9038"/>
                    <a:pt x="7627" y="9038"/>
                  </a:cubicBezTo>
                  <a:cubicBezTo>
                    <a:pt x="7566" y="9038"/>
                    <a:pt x="7517" y="8889"/>
                    <a:pt x="7517" y="8706"/>
                  </a:cubicBezTo>
                  <a:cubicBezTo>
                    <a:pt x="7517" y="8522"/>
                    <a:pt x="7566" y="8373"/>
                    <a:pt x="7627" y="8373"/>
                  </a:cubicBezTo>
                </a:path>
                <a:path w="21600" h="21600">
                  <a:moveTo>
                    <a:pt x="17309" y="8041"/>
                  </a:moveTo>
                  <a:cubicBezTo>
                    <a:pt x="17370" y="8041"/>
                    <a:pt x="17419" y="8190"/>
                    <a:pt x="17419" y="8373"/>
                  </a:cubicBezTo>
                  <a:cubicBezTo>
                    <a:pt x="17419" y="8557"/>
                    <a:pt x="17370" y="8706"/>
                    <a:pt x="17309" y="8706"/>
                  </a:cubicBezTo>
                  <a:cubicBezTo>
                    <a:pt x="17249" y="8706"/>
                    <a:pt x="17200" y="8557"/>
                    <a:pt x="17200" y="8373"/>
                  </a:cubicBezTo>
                  <a:cubicBezTo>
                    <a:pt x="17200" y="8190"/>
                    <a:pt x="17249" y="8041"/>
                    <a:pt x="17309" y="8041"/>
                  </a:cubicBezTo>
                </a:path>
                <a:path w="21600" h="21600">
                  <a:moveTo>
                    <a:pt x="14944" y="7044"/>
                  </a:moveTo>
                  <a:cubicBezTo>
                    <a:pt x="15005" y="7044"/>
                    <a:pt x="15054" y="7193"/>
                    <a:pt x="15054" y="7377"/>
                  </a:cubicBezTo>
                  <a:cubicBezTo>
                    <a:pt x="15054" y="7560"/>
                    <a:pt x="15005" y="7709"/>
                    <a:pt x="14944" y="7709"/>
                  </a:cubicBezTo>
                  <a:cubicBezTo>
                    <a:pt x="14884" y="7709"/>
                    <a:pt x="14835" y="7560"/>
                    <a:pt x="14835" y="7377"/>
                  </a:cubicBezTo>
                  <a:cubicBezTo>
                    <a:pt x="14835" y="7193"/>
                    <a:pt x="14884" y="7044"/>
                    <a:pt x="14944" y="7044"/>
                  </a:cubicBezTo>
                </a:path>
                <a:path w="21600" h="21600">
                  <a:moveTo>
                    <a:pt x="5918" y="6712"/>
                  </a:moveTo>
                  <a:cubicBezTo>
                    <a:pt x="5979" y="6712"/>
                    <a:pt x="6028" y="6861"/>
                    <a:pt x="6028" y="7044"/>
                  </a:cubicBezTo>
                  <a:cubicBezTo>
                    <a:pt x="6028" y="7228"/>
                    <a:pt x="5979" y="7376"/>
                    <a:pt x="5918" y="7376"/>
                  </a:cubicBezTo>
                  <a:cubicBezTo>
                    <a:pt x="5858" y="7376"/>
                    <a:pt x="5809" y="7228"/>
                    <a:pt x="5809" y="7044"/>
                  </a:cubicBezTo>
                  <a:cubicBezTo>
                    <a:pt x="5809" y="6861"/>
                    <a:pt x="5858" y="6712"/>
                    <a:pt x="5918" y="6712"/>
                  </a:cubicBezTo>
                </a:path>
                <a:path w="21600" h="21600">
                  <a:moveTo>
                    <a:pt x="11506" y="5914"/>
                  </a:moveTo>
                  <a:cubicBezTo>
                    <a:pt x="11566" y="5914"/>
                    <a:pt x="11615" y="6063"/>
                    <a:pt x="11615" y="6247"/>
                  </a:cubicBezTo>
                  <a:cubicBezTo>
                    <a:pt x="11615" y="6430"/>
                    <a:pt x="11566" y="6579"/>
                    <a:pt x="11506" y="6579"/>
                  </a:cubicBezTo>
                  <a:cubicBezTo>
                    <a:pt x="11445" y="6579"/>
                    <a:pt x="11396" y="6430"/>
                    <a:pt x="11396" y="6247"/>
                  </a:cubicBezTo>
                  <a:cubicBezTo>
                    <a:pt x="11396" y="6063"/>
                    <a:pt x="11445" y="5914"/>
                    <a:pt x="11506" y="5914"/>
                  </a:cubicBezTo>
                </a:path>
                <a:path w="21600" h="21600">
                  <a:moveTo>
                    <a:pt x="9018" y="4922"/>
                  </a:moveTo>
                  <a:cubicBezTo>
                    <a:pt x="9078" y="4955"/>
                    <a:pt x="9117" y="5128"/>
                    <a:pt x="9107" y="5308"/>
                  </a:cubicBezTo>
                  <a:cubicBezTo>
                    <a:pt x="9096" y="5489"/>
                    <a:pt x="9039" y="5609"/>
                    <a:pt x="8979" y="5576"/>
                  </a:cubicBezTo>
                  <a:cubicBezTo>
                    <a:pt x="8920" y="5543"/>
                    <a:pt x="8880" y="5371"/>
                    <a:pt x="8891" y="5190"/>
                  </a:cubicBezTo>
                  <a:cubicBezTo>
                    <a:pt x="8902" y="5009"/>
                    <a:pt x="8959" y="4889"/>
                    <a:pt x="9018" y="4922"/>
                  </a:cubicBezTo>
                </a:path>
                <a:path w="21600" h="21600">
                  <a:moveTo>
                    <a:pt x="20069" y="3863"/>
                  </a:moveTo>
                  <a:cubicBezTo>
                    <a:pt x="20129" y="3863"/>
                    <a:pt x="20178" y="4011"/>
                    <a:pt x="20178" y="4195"/>
                  </a:cubicBezTo>
                  <a:cubicBezTo>
                    <a:pt x="20178" y="4378"/>
                    <a:pt x="20129" y="4527"/>
                    <a:pt x="20069" y="4527"/>
                  </a:cubicBezTo>
                  <a:cubicBezTo>
                    <a:pt x="20008" y="4527"/>
                    <a:pt x="19959" y="4378"/>
                    <a:pt x="19959" y="4195"/>
                  </a:cubicBezTo>
                  <a:cubicBezTo>
                    <a:pt x="19959" y="4011"/>
                    <a:pt x="20008" y="3863"/>
                    <a:pt x="20069" y="3863"/>
                  </a:cubicBezTo>
                </a:path>
                <a:path w="21600" h="21600">
                  <a:moveTo>
                    <a:pt x="16037" y="3863"/>
                  </a:moveTo>
                  <a:cubicBezTo>
                    <a:pt x="16097" y="3863"/>
                    <a:pt x="16146" y="4011"/>
                    <a:pt x="16146" y="4195"/>
                  </a:cubicBezTo>
                  <a:cubicBezTo>
                    <a:pt x="16146" y="4378"/>
                    <a:pt x="16097" y="4527"/>
                    <a:pt x="16037" y="4527"/>
                  </a:cubicBezTo>
                  <a:cubicBezTo>
                    <a:pt x="15976" y="4527"/>
                    <a:pt x="15927" y="4378"/>
                    <a:pt x="15927" y="4195"/>
                  </a:cubicBezTo>
                  <a:cubicBezTo>
                    <a:pt x="15927" y="4011"/>
                    <a:pt x="15976" y="3863"/>
                    <a:pt x="16037" y="3863"/>
                  </a:cubicBezTo>
                </a:path>
                <a:path w="21600" h="21600">
                  <a:moveTo>
                    <a:pt x="13061" y="3863"/>
                  </a:moveTo>
                  <a:cubicBezTo>
                    <a:pt x="13121" y="3863"/>
                    <a:pt x="13170" y="4011"/>
                    <a:pt x="13170" y="4195"/>
                  </a:cubicBezTo>
                  <a:cubicBezTo>
                    <a:pt x="13170" y="4378"/>
                    <a:pt x="13121" y="4527"/>
                    <a:pt x="13061" y="4527"/>
                  </a:cubicBezTo>
                  <a:cubicBezTo>
                    <a:pt x="13000" y="4527"/>
                    <a:pt x="12951" y="4378"/>
                    <a:pt x="12951" y="4195"/>
                  </a:cubicBezTo>
                  <a:cubicBezTo>
                    <a:pt x="12951" y="4011"/>
                    <a:pt x="13000" y="3863"/>
                    <a:pt x="13061" y="3863"/>
                  </a:cubicBezTo>
                </a:path>
                <a:path w="21600" h="21600">
                  <a:moveTo>
                    <a:pt x="4218" y="3526"/>
                  </a:moveTo>
                  <a:cubicBezTo>
                    <a:pt x="4232" y="3519"/>
                    <a:pt x="4247" y="3520"/>
                    <a:pt x="4261" y="3530"/>
                  </a:cubicBezTo>
                  <a:cubicBezTo>
                    <a:pt x="4320" y="3572"/>
                    <a:pt x="4357" y="3751"/>
                    <a:pt x="4343" y="3930"/>
                  </a:cubicBezTo>
                  <a:cubicBezTo>
                    <a:pt x="4329" y="4109"/>
                    <a:pt x="4270" y="4219"/>
                    <a:pt x="4211" y="4177"/>
                  </a:cubicBezTo>
                  <a:cubicBezTo>
                    <a:pt x="4152" y="4135"/>
                    <a:pt x="4116" y="3956"/>
                    <a:pt x="4130" y="3777"/>
                  </a:cubicBezTo>
                  <a:cubicBezTo>
                    <a:pt x="4140" y="3643"/>
                    <a:pt x="4176" y="3548"/>
                    <a:pt x="4218" y="3526"/>
                  </a:cubicBezTo>
                </a:path>
                <a:path w="21600" h="21600">
                  <a:moveTo>
                    <a:pt x="21033" y="336"/>
                  </a:moveTo>
                  <a:cubicBezTo>
                    <a:pt x="21047" y="328"/>
                    <a:pt x="21061" y="329"/>
                    <a:pt x="21076" y="340"/>
                  </a:cubicBezTo>
                  <a:cubicBezTo>
                    <a:pt x="21135" y="382"/>
                    <a:pt x="21171" y="561"/>
                    <a:pt x="21158" y="740"/>
                  </a:cubicBezTo>
                  <a:cubicBezTo>
                    <a:pt x="21144" y="918"/>
                    <a:pt x="21085" y="1029"/>
                    <a:pt x="21026" y="987"/>
                  </a:cubicBezTo>
                  <a:cubicBezTo>
                    <a:pt x="20967" y="944"/>
                    <a:pt x="20931" y="766"/>
                    <a:pt x="20944" y="587"/>
                  </a:cubicBezTo>
                  <a:cubicBezTo>
                    <a:pt x="20955" y="453"/>
                    <a:pt x="20991" y="357"/>
                    <a:pt x="21033" y="336"/>
                  </a:cubicBezTo>
                </a:path>
                <a:path w="21600" h="21600">
                  <a:moveTo>
                    <a:pt x="1315" y="4"/>
                  </a:moveTo>
                  <a:cubicBezTo>
                    <a:pt x="1374" y="33"/>
                    <a:pt x="1415" y="204"/>
                    <a:pt x="1405" y="385"/>
                  </a:cubicBezTo>
                  <a:cubicBezTo>
                    <a:pt x="1396" y="566"/>
                    <a:pt x="1339" y="689"/>
                    <a:pt x="1280" y="660"/>
                  </a:cubicBezTo>
                  <a:cubicBezTo>
                    <a:pt x="1220" y="630"/>
                    <a:pt x="1179" y="460"/>
                    <a:pt x="1189" y="279"/>
                  </a:cubicBezTo>
                  <a:cubicBezTo>
                    <a:pt x="1199" y="97"/>
                    <a:pt x="1255" y="-25"/>
                    <a:pt x="1315" y="4"/>
                  </a:cubicBezTo>
                  <a:close/>
                </a:path>
              </a:pathLst>
            </a:custGeom>
            <a:solidFill>
              <a:srgbClr val="1182FF">
                <a:alpha val="17000"/>
              </a:srgbClr>
            </a:solidFill>
            <a:ln w="3684" cap="flat" cmpd="sng">
              <a:noFill/>
              <a:prstDash val="solid"/>
              <a:miter/>
            </a:ln>
          </p:spPr>
        </p:sp>
      </p:grpSp>
      <p:grpSp>
        <p:nvGrpSpPr>
          <p:cNvPr id="31" name="组合"/>
          <p:cNvGrpSpPr/>
          <p:nvPr/>
        </p:nvGrpSpPr>
        <p:grpSpPr>
          <a:xfrm>
            <a:off x="378082" y="5525281"/>
            <a:ext cx="4701537" cy="695120"/>
            <a:chOff x="378082" y="5525281"/>
            <a:chExt cx="4701537" cy="695120"/>
          </a:xfrm>
        </p:grpSpPr>
        <p:sp>
          <p:nvSpPr>
            <p:cNvPr id="1048581" name="曲线"/>
            <p:cNvSpPr/>
            <p:nvPr/>
          </p:nvSpPr>
          <p:spPr>
            <a:xfrm rot="0">
              <a:off x="378082" y="5562346"/>
              <a:ext cx="4701537" cy="6580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3" y="14449"/>
                  </a:moveTo>
                  <a:cubicBezTo>
                    <a:pt x="103" y="14449"/>
                    <a:pt x="19" y="15079"/>
                    <a:pt x="1" y="16938"/>
                  </a:cubicBezTo>
                  <a:cubicBezTo>
                    <a:pt x="-16" y="18798"/>
                    <a:pt x="116" y="20400"/>
                    <a:pt x="357" y="20987"/>
                  </a:cubicBezTo>
                  <a:cubicBezTo>
                    <a:pt x="597" y="21574"/>
                    <a:pt x="1109" y="21588"/>
                    <a:pt x="1109" y="21588"/>
                  </a:cubicBezTo>
                  <a:lnTo>
                    <a:pt x="20733" y="21596"/>
                  </a:lnTo>
                  <a:cubicBezTo>
                    <a:pt x="20733" y="21596"/>
                    <a:pt x="21202" y="21745"/>
                    <a:pt x="21430" y="20201"/>
                  </a:cubicBezTo>
                  <a:cubicBezTo>
                    <a:pt x="21658" y="18656"/>
                    <a:pt x="21601" y="15823"/>
                    <a:pt x="21568" y="15286"/>
                  </a:cubicBezTo>
                  <a:cubicBezTo>
                    <a:pt x="21535" y="14750"/>
                    <a:pt x="19647" y="0"/>
                    <a:pt x="19647" y="0"/>
                  </a:cubicBezTo>
                  <a:lnTo>
                    <a:pt x="2047" y="70"/>
                  </a:lnTo>
                  <a:lnTo>
                    <a:pt x="103" y="14449"/>
                  </a:lnTo>
                  <a:close/>
                </a:path>
              </a:pathLst>
            </a:custGeom>
            <a:solidFill>
              <a:srgbClr val="001F42"/>
            </a:solidFill>
            <a:ln w="2798" cap="flat" cmpd="sng">
              <a:noFill/>
              <a:prstDash val="solid"/>
              <a:miter/>
            </a:ln>
          </p:spPr>
        </p:sp>
        <p:sp>
          <p:nvSpPr>
            <p:cNvPr id="1048582" name="曲线"/>
            <p:cNvSpPr/>
            <p:nvPr/>
          </p:nvSpPr>
          <p:spPr>
            <a:xfrm rot="0">
              <a:off x="408469" y="5525281"/>
              <a:ext cx="4640398" cy="6063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352" y="0"/>
                  </a:moveTo>
                  <a:cubicBezTo>
                    <a:pt x="2352" y="0"/>
                    <a:pt x="2121" y="-46"/>
                    <a:pt x="1932" y="1397"/>
                  </a:cubicBezTo>
                  <a:cubicBezTo>
                    <a:pt x="1744" y="2842"/>
                    <a:pt x="6" y="17166"/>
                    <a:pt x="6" y="17166"/>
                  </a:cubicBezTo>
                  <a:cubicBezTo>
                    <a:pt x="6" y="17166"/>
                    <a:pt x="-124" y="21102"/>
                    <a:pt x="800" y="21336"/>
                  </a:cubicBezTo>
                  <a:cubicBezTo>
                    <a:pt x="800" y="21336"/>
                    <a:pt x="20314" y="21708"/>
                    <a:pt x="20886" y="21568"/>
                  </a:cubicBezTo>
                  <a:cubicBezTo>
                    <a:pt x="21458" y="21428"/>
                    <a:pt x="21690" y="18633"/>
                    <a:pt x="21568" y="16817"/>
                  </a:cubicBezTo>
                  <a:lnTo>
                    <a:pt x="19809" y="1677"/>
                  </a:lnTo>
                  <a:cubicBezTo>
                    <a:pt x="19809" y="1677"/>
                    <a:pt x="19675" y="342"/>
                    <a:pt x="19429" y="186"/>
                  </a:cubicBezTo>
                  <a:lnTo>
                    <a:pt x="2352" y="0"/>
                  </a:lnTo>
                  <a:close/>
                </a:path>
              </a:pathLst>
            </a:custGeom>
            <a:solidFill>
              <a:schemeClr val="accent1"/>
            </a:solidFill>
            <a:ln w="2798" cap="flat" cmpd="sng">
              <a:noFill/>
              <a:prstDash val="solid"/>
              <a:miter/>
            </a:ln>
          </p:spPr>
        </p:sp>
        <p:sp>
          <p:nvSpPr>
            <p:cNvPr id="1048583" name="曲线"/>
            <p:cNvSpPr/>
            <p:nvPr/>
          </p:nvSpPr>
          <p:spPr>
            <a:xfrm rot="0">
              <a:off x="526351" y="5536977"/>
              <a:ext cx="4408281" cy="55024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92" y="1079"/>
                  </a:moveTo>
                  <a:lnTo>
                    <a:pt x="23" y="18003"/>
                  </a:lnTo>
                  <a:cubicBezTo>
                    <a:pt x="23" y="18003"/>
                    <a:pt x="-159" y="21049"/>
                    <a:pt x="489" y="21253"/>
                  </a:cubicBezTo>
                  <a:lnTo>
                    <a:pt x="21018" y="21600"/>
                  </a:lnTo>
                  <a:cubicBezTo>
                    <a:pt x="21018" y="21600"/>
                    <a:pt x="21665" y="21574"/>
                    <a:pt x="21594" y="18648"/>
                  </a:cubicBezTo>
                  <a:cubicBezTo>
                    <a:pt x="21594" y="18648"/>
                    <a:pt x="19970" y="3108"/>
                    <a:pt x="19832" y="1901"/>
                  </a:cubicBezTo>
                  <a:cubicBezTo>
                    <a:pt x="19694" y="695"/>
                    <a:pt x="19284" y="528"/>
                    <a:pt x="19284" y="528"/>
                  </a:cubicBezTo>
                  <a:lnTo>
                    <a:pt x="2492" y="29"/>
                  </a:lnTo>
                  <a:cubicBezTo>
                    <a:pt x="2492" y="29"/>
                    <a:pt x="2143" y="-275"/>
                    <a:pt x="1992" y="1080"/>
                  </a:cubicBezTo>
                  <a:close/>
                </a:path>
              </a:pathLst>
            </a:custGeom>
            <a:solidFill>
              <a:schemeClr val="accent5"/>
            </a:solidFill>
            <a:ln w="2798" cap="flat" cmpd="sng">
              <a:noFill/>
              <a:prstDash val="solid"/>
              <a:miter/>
            </a:ln>
          </p:spPr>
        </p:sp>
        <p:sp>
          <p:nvSpPr>
            <p:cNvPr id="1048584" name="曲线"/>
            <p:cNvSpPr/>
            <p:nvPr/>
          </p:nvSpPr>
          <p:spPr>
            <a:xfrm rot="0">
              <a:off x="663633" y="5654900"/>
              <a:ext cx="225419" cy="2078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597"/>
                  </a:moveTo>
                  <a:cubicBezTo>
                    <a:pt x="4160" y="16756"/>
                    <a:pt x="19780" y="15952"/>
                    <a:pt x="21312" y="11714"/>
                  </a:cubicBezTo>
                  <a:cubicBezTo>
                    <a:pt x="22845" y="7475"/>
                    <a:pt x="17793" y="7315"/>
                    <a:pt x="16795" y="4488"/>
                  </a:cubicBezTo>
                  <a:cubicBezTo>
                    <a:pt x="15799" y="1662"/>
                    <a:pt x="17715" y="0"/>
                    <a:pt x="17715" y="0"/>
                  </a:cubicBezTo>
                  <a:lnTo>
                    <a:pt x="778" y="1845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B3D5FF"/>
            </a:solidFill>
            <a:ln w="2798" cap="flat" cmpd="sng">
              <a:noFill/>
              <a:prstDash val="solid"/>
              <a:miter/>
            </a:ln>
          </p:spPr>
        </p:sp>
        <p:sp>
          <p:nvSpPr>
            <p:cNvPr id="1048585" name="曲线"/>
            <p:cNvSpPr/>
            <p:nvPr/>
          </p:nvSpPr>
          <p:spPr>
            <a:xfrm rot="0">
              <a:off x="974238" y="6147546"/>
              <a:ext cx="1137262" cy="48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754" y="515"/>
                  </a:moveTo>
                  <a:lnTo>
                    <a:pt x="17378" y="515"/>
                  </a:lnTo>
                  <a:lnTo>
                    <a:pt x="20424" y="1558"/>
                  </a:lnTo>
                  <a:lnTo>
                    <a:pt x="21047" y="1558"/>
                  </a:lnTo>
                  <a:cubicBezTo>
                    <a:pt x="21047" y="1558"/>
                    <a:pt x="21596" y="1998"/>
                    <a:pt x="21600" y="11541"/>
                  </a:cubicBezTo>
                  <a:cubicBezTo>
                    <a:pt x="21603" y="21084"/>
                    <a:pt x="21156" y="21084"/>
                    <a:pt x="21156" y="21084"/>
                  </a:cubicBezTo>
                  <a:lnTo>
                    <a:pt x="20423" y="21084"/>
                  </a:lnTo>
                  <a:lnTo>
                    <a:pt x="17378" y="20040"/>
                  </a:lnTo>
                  <a:lnTo>
                    <a:pt x="16645" y="20040"/>
                  </a:lnTo>
                  <a:cubicBezTo>
                    <a:pt x="16645" y="20040"/>
                    <a:pt x="16198" y="20040"/>
                    <a:pt x="16201" y="10497"/>
                  </a:cubicBezTo>
                  <a:cubicBezTo>
                    <a:pt x="16205" y="954"/>
                    <a:pt x="16754" y="515"/>
                    <a:pt x="16754" y="515"/>
                  </a:cubicBezTo>
                </a:path>
                <a:path w="21600" h="21600">
                  <a:moveTo>
                    <a:pt x="13667" y="0"/>
                  </a:moveTo>
                  <a:lnTo>
                    <a:pt x="13942" y="1412"/>
                  </a:lnTo>
                  <a:cubicBezTo>
                    <a:pt x="14080" y="2715"/>
                    <a:pt x="14218" y="5211"/>
                    <a:pt x="14220" y="9982"/>
                  </a:cubicBezTo>
                  <a:cubicBezTo>
                    <a:pt x="14223" y="19525"/>
                    <a:pt x="13776" y="19525"/>
                    <a:pt x="13776" y="19525"/>
                  </a:cubicBezTo>
                  <a:lnTo>
                    <a:pt x="2032" y="21600"/>
                  </a:lnTo>
                  <a:lnTo>
                    <a:pt x="443" y="21600"/>
                  </a:lnTo>
                  <a:cubicBezTo>
                    <a:pt x="443" y="21600"/>
                    <a:pt x="-3" y="21600"/>
                    <a:pt x="0" y="12057"/>
                  </a:cubicBezTo>
                  <a:cubicBezTo>
                    <a:pt x="3" y="2514"/>
                    <a:pt x="552" y="2074"/>
                    <a:pt x="552" y="2074"/>
                  </a:cubicBezTo>
                  <a:lnTo>
                    <a:pt x="2033" y="2074"/>
                  </a:lnTo>
                </a:path>
                <a:path w="21600" h="21600">
                  <a:moveTo>
                    <a:pt x="13667" y="0"/>
                  </a:moveTo>
                  <a:lnTo>
                    <a:pt x="13668" y="0"/>
                  </a:lnTo>
                  <a:lnTo>
                    <a:pt x="13667" y="0"/>
                  </a:lnTo>
                  <a:close/>
                </a:path>
              </a:pathLst>
            </a:custGeom>
            <a:solidFill>
              <a:srgbClr val="B3D5FF"/>
            </a:solidFill>
            <a:ln w="2798" cap="flat" cmpd="sng">
              <a:noFill/>
              <a:prstDash val="solid"/>
              <a:miter/>
            </a:ln>
          </p:spPr>
        </p:sp>
      </p:grpSp>
      <p:grpSp>
        <p:nvGrpSpPr>
          <p:cNvPr id="32" name="组合"/>
          <p:cNvGrpSpPr/>
          <p:nvPr/>
        </p:nvGrpSpPr>
        <p:grpSpPr>
          <a:xfrm>
            <a:off x="1136088" y="637599"/>
            <a:ext cx="4673552" cy="5196084"/>
            <a:chOff x="1136088" y="637599"/>
            <a:chExt cx="4673552" cy="5196084"/>
          </a:xfrm>
        </p:grpSpPr>
        <p:sp>
          <p:nvSpPr>
            <p:cNvPr id="1048586" name="曲线"/>
            <p:cNvSpPr/>
            <p:nvPr/>
          </p:nvSpPr>
          <p:spPr>
            <a:xfrm rot="0">
              <a:off x="1136088" y="637599"/>
              <a:ext cx="4673552" cy="51960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730" y="21600"/>
                  </a:moveTo>
                  <a:cubicBezTo>
                    <a:pt x="6661" y="21600"/>
                    <a:pt x="6477" y="21600"/>
                    <a:pt x="6007" y="21138"/>
                  </a:cubicBezTo>
                  <a:cubicBezTo>
                    <a:pt x="5675" y="20813"/>
                    <a:pt x="5507" y="20519"/>
                    <a:pt x="5507" y="20267"/>
                  </a:cubicBezTo>
                  <a:cubicBezTo>
                    <a:pt x="5507" y="20044"/>
                    <a:pt x="5420" y="19807"/>
                    <a:pt x="5350" y="19616"/>
                  </a:cubicBezTo>
                  <a:cubicBezTo>
                    <a:pt x="5315" y="19520"/>
                    <a:pt x="5285" y="19436"/>
                    <a:pt x="5268" y="19362"/>
                  </a:cubicBezTo>
                  <a:cubicBezTo>
                    <a:pt x="5237" y="19249"/>
                    <a:pt x="4953" y="18836"/>
                    <a:pt x="4847" y="18714"/>
                  </a:cubicBezTo>
                  <a:cubicBezTo>
                    <a:pt x="4734" y="18582"/>
                    <a:pt x="4320" y="17789"/>
                    <a:pt x="4364" y="17434"/>
                  </a:cubicBezTo>
                  <a:cubicBezTo>
                    <a:pt x="4379" y="17308"/>
                    <a:pt x="4335" y="17221"/>
                    <a:pt x="4300" y="17166"/>
                  </a:cubicBezTo>
                  <a:cubicBezTo>
                    <a:pt x="4251" y="17089"/>
                    <a:pt x="4220" y="16992"/>
                    <a:pt x="4185" y="16879"/>
                  </a:cubicBezTo>
                  <a:cubicBezTo>
                    <a:pt x="4172" y="16840"/>
                    <a:pt x="4152" y="16777"/>
                    <a:pt x="4139" y="16745"/>
                  </a:cubicBezTo>
                  <a:cubicBezTo>
                    <a:pt x="4135" y="16741"/>
                    <a:pt x="4130" y="16737"/>
                    <a:pt x="4127" y="16734"/>
                  </a:cubicBezTo>
                  <a:cubicBezTo>
                    <a:pt x="4063" y="16678"/>
                    <a:pt x="3931" y="16562"/>
                    <a:pt x="3950" y="16376"/>
                  </a:cubicBezTo>
                  <a:cubicBezTo>
                    <a:pt x="3956" y="16321"/>
                    <a:pt x="3980" y="16226"/>
                    <a:pt x="4075" y="16141"/>
                  </a:cubicBezTo>
                  <a:cubicBezTo>
                    <a:pt x="4075" y="16118"/>
                    <a:pt x="4074" y="16088"/>
                    <a:pt x="4070" y="16057"/>
                  </a:cubicBezTo>
                  <a:cubicBezTo>
                    <a:pt x="3972" y="16030"/>
                    <a:pt x="3832" y="15989"/>
                    <a:pt x="3705" y="15897"/>
                  </a:cubicBezTo>
                  <a:cubicBezTo>
                    <a:pt x="3326" y="15621"/>
                    <a:pt x="3366" y="14687"/>
                    <a:pt x="3366" y="14678"/>
                  </a:cubicBezTo>
                  <a:cubicBezTo>
                    <a:pt x="3369" y="14595"/>
                    <a:pt x="3308" y="14303"/>
                    <a:pt x="3188" y="13811"/>
                  </a:cubicBezTo>
                  <a:cubicBezTo>
                    <a:pt x="3165" y="13717"/>
                    <a:pt x="3157" y="13683"/>
                    <a:pt x="3152" y="13661"/>
                  </a:cubicBezTo>
                  <a:cubicBezTo>
                    <a:pt x="3127" y="13524"/>
                    <a:pt x="3186" y="13427"/>
                    <a:pt x="3211" y="13386"/>
                  </a:cubicBezTo>
                  <a:cubicBezTo>
                    <a:pt x="3211" y="13386"/>
                    <a:pt x="3211" y="13386"/>
                    <a:pt x="3211" y="13386"/>
                  </a:cubicBezTo>
                  <a:cubicBezTo>
                    <a:pt x="3211" y="13375"/>
                    <a:pt x="3212" y="13351"/>
                    <a:pt x="3205" y="13308"/>
                  </a:cubicBezTo>
                  <a:cubicBezTo>
                    <a:pt x="3180" y="13145"/>
                    <a:pt x="3162" y="13051"/>
                    <a:pt x="3143" y="12959"/>
                  </a:cubicBezTo>
                  <a:cubicBezTo>
                    <a:pt x="3132" y="12903"/>
                    <a:pt x="3121" y="12849"/>
                    <a:pt x="3111" y="12786"/>
                  </a:cubicBezTo>
                  <a:cubicBezTo>
                    <a:pt x="3084" y="12627"/>
                    <a:pt x="3123" y="12475"/>
                    <a:pt x="3222" y="12358"/>
                  </a:cubicBezTo>
                  <a:cubicBezTo>
                    <a:pt x="3236" y="12341"/>
                    <a:pt x="3250" y="12326"/>
                    <a:pt x="3266" y="12311"/>
                  </a:cubicBezTo>
                  <a:cubicBezTo>
                    <a:pt x="3254" y="12276"/>
                    <a:pt x="3247" y="12235"/>
                    <a:pt x="3250" y="12189"/>
                  </a:cubicBezTo>
                  <a:cubicBezTo>
                    <a:pt x="3255" y="12119"/>
                    <a:pt x="3280" y="12062"/>
                    <a:pt x="3314" y="12015"/>
                  </a:cubicBezTo>
                  <a:cubicBezTo>
                    <a:pt x="3311" y="12013"/>
                    <a:pt x="3309" y="12010"/>
                    <a:pt x="3306" y="12008"/>
                  </a:cubicBezTo>
                  <a:cubicBezTo>
                    <a:pt x="3290" y="11995"/>
                    <a:pt x="3266" y="11975"/>
                    <a:pt x="3240" y="11949"/>
                  </a:cubicBezTo>
                  <a:cubicBezTo>
                    <a:pt x="3176" y="12003"/>
                    <a:pt x="3095" y="12052"/>
                    <a:pt x="2988" y="12080"/>
                  </a:cubicBezTo>
                  <a:cubicBezTo>
                    <a:pt x="2957" y="12088"/>
                    <a:pt x="2881" y="12114"/>
                    <a:pt x="2807" y="12139"/>
                  </a:cubicBezTo>
                  <a:cubicBezTo>
                    <a:pt x="2532" y="12232"/>
                    <a:pt x="2308" y="12304"/>
                    <a:pt x="2141" y="12324"/>
                  </a:cubicBezTo>
                  <a:cubicBezTo>
                    <a:pt x="2118" y="12327"/>
                    <a:pt x="2095" y="12328"/>
                    <a:pt x="2072" y="12328"/>
                  </a:cubicBezTo>
                  <a:cubicBezTo>
                    <a:pt x="1624" y="12328"/>
                    <a:pt x="1160" y="11787"/>
                    <a:pt x="1087" y="11681"/>
                  </a:cubicBezTo>
                  <a:cubicBezTo>
                    <a:pt x="991" y="11539"/>
                    <a:pt x="792" y="11307"/>
                    <a:pt x="661" y="11198"/>
                  </a:cubicBezTo>
                  <a:cubicBezTo>
                    <a:pt x="354" y="10945"/>
                    <a:pt x="393" y="10698"/>
                    <a:pt x="410" y="10592"/>
                  </a:cubicBezTo>
                  <a:cubicBezTo>
                    <a:pt x="423" y="10511"/>
                    <a:pt x="462" y="10440"/>
                    <a:pt x="519" y="10385"/>
                  </a:cubicBezTo>
                  <a:cubicBezTo>
                    <a:pt x="346" y="10265"/>
                    <a:pt x="266" y="10109"/>
                    <a:pt x="223" y="9993"/>
                  </a:cubicBezTo>
                  <a:cubicBezTo>
                    <a:pt x="149" y="9962"/>
                    <a:pt x="87" y="9910"/>
                    <a:pt x="48" y="9844"/>
                  </a:cubicBezTo>
                  <a:cubicBezTo>
                    <a:pt x="4" y="9770"/>
                    <a:pt x="-86" y="9617"/>
                    <a:pt x="209" y="9218"/>
                  </a:cubicBezTo>
                  <a:cubicBezTo>
                    <a:pt x="288" y="9111"/>
                    <a:pt x="418" y="9049"/>
                    <a:pt x="565" y="9049"/>
                  </a:cubicBezTo>
                  <a:cubicBezTo>
                    <a:pt x="589" y="9049"/>
                    <a:pt x="613" y="9051"/>
                    <a:pt x="635" y="9054"/>
                  </a:cubicBezTo>
                  <a:cubicBezTo>
                    <a:pt x="713" y="8971"/>
                    <a:pt x="839" y="8912"/>
                    <a:pt x="1030" y="8912"/>
                  </a:cubicBezTo>
                  <a:cubicBezTo>
                    <a:pt x="1092" y="8912"/>
                    <a:pt x="1142" y="8910"/>
                    <a:pt x="1191" y="8908"/>
                  </a:cubicBezTo>
                  <a:cubicBezTo>
                    <a:pt x="1231" y="8906"/>
                    <a:pt x="1270" y="8904"/>
                    <a:pt x="1309" y="8904"/>
                  </a:cubicBezTo>
                  <a:cubicBezTo>
                    <a:pt x="1378" y="8904"/>
                    <a:pt x="1472" y="8909"/>
                    <a:pt x="1580" y="8945"/>
                  </a:cubicBezTo>
                  <a:cubicBezTo>
                    <a:pt x="1627" y="8961"/>
                    <a:pt x="1665" y="8979"/>
                    <a:pt x="1694" y="8995"/>
                  </a:cubicBezTo>
                  <a:cubicBezTo>
                    <a:pt x="1757" y="8968"/>
                    <a:pt x="1819" y="8957"/>
                    <a:pt x="1894" y="8951"/>
                  </a:cubicBezTo>
                  <a:cubicBezTo>
                    <a:pt x="1910" y="8949"/>
                    <a:pt x="1913" y="8948"/>
                    <a:pt x="1930" y="8943"/>
                  </a:cubicBezTo>
                  <a:cubicBezTo>
                    <a:pt x="1966" y="8933"/>
                    <a:pt x="2027" y="8916"/>
                    <a:pt x="2112" y="8916"/>
                  </a:cubicBezTo>
                  <a:cubicBezTo>
                    <a:pt x="2124" y="8916"/>
                    <a:pt x="2136" y="8916"/>
                    <a:pt x="2148" y="8917"/>
                  </a:cubicBezTo>
                  <a:cubicBezTo>
                    <a:pt x="2136" y="8858"/>
                    <a:pt x="2126" y="8788"/>
                    <a:pt x="2125" y="8707"/>
                  </a:cubicBezTo>
                  <a:cubicBezTo>
                    <a:pt x="2123" y="8705"/>
                    <a:pt x="2121" y="8703"/>
                    <a:pt x="2120" y="8701"/>
                  </a:cubicBezTo>
                  <a:cubicBezTo>
                    <a:pt x="2092" y="8671"/>
                    <a:pt x="2044" y="8618"/>
                    <a:pt x="2015" y="8543"/>
                  </a:cubicBezTo>
                  <a:cubicBezTo>
                    <a:pt x="1799" y="8482"/>
                    <a:pt x="1660" y="8378"/>
                    <a:pt x="1603" y="8236"/>
                  </a:cubicBezTo>
                  <a:cubicBezTo>
                    <a:pt x="1561" y="8130"/>
                    <a:pt x="1571" y="8015"/>
                    <a:pt x="1631" y="7915"/>
                  </a:cubicBezTo>
                  <a:cubicBezTo>
                    <a:pt x="1634" y="7898"/>
                    <a:pt x="1637" y="7873"/>
                    <a:pt x="1639" y="7846"/>
                  </a:cubicBezTo>
                  <a:cubicBezTo>
                    <a:pt x="1526" y="7827"/>
                    <a:pt x="1395" y="7785"/>
                    <a:pt x="1299" y="7675"/>
                  </a:cubicBezTo>
                  <a:cubicBezTo>
                    <a:pt x="1186" y="7547"/>
                    <a:pt x="1155" y="7365"/>
                    <a:pt x="1214" y="7187"/>
                  </a:cubicBezTo>
                  <a:cubicBezTo>
                    <a:pt x="1270" y="7018"/>
                    <a:pt x="1396" y="6886"/>
                    <a:pt x="1554" y="6829"/>
                  </a:cubicBezTo>
                  <a:cubicBezTo>
                    <a:pt x="1599" y="6796"/>
                    <a:pt x="1710" y="6683"/>
                    <a:pt x="1832" y="6519"/>
                  </a:cubicBezTo>
                  <a:cubicBezTo>
                    <a:pt x="1895" y="6434"/>
                    <a:pt x="2027" y="6256"/>
                    <a:pt x="2281" y="6256"/>
                  </a:cubicBezTo>
                  <a:cubicBezTo>
                    <a:pt x="2425" y="6256"/>
                    <a:pt x="2540" y="6315"/>
                    <a:pt x="2642" y="6367"/>
                  </a:cubicBezTo>
                  <a:cubicBezTo>
                    <a:pt x="2700" y="6397"/>
                    <a:pt x="2747" y="6429"/>
                    <a:pt x="2786" y="6461"/>
                  </a:cubicBezTo>
                  <a:cubicBezTo>
                    <a:pt x="2844" y="6453"/>
                    <a:pt x="2910" y="6447"/>
                    <a:pt x="2980" y="6447"/>
                  </a:cubicBezTo>
                  <a:cubicBezTo>
                    <a:pt x="3055" y="6447"/>
                    <a:pt x="3078" y="6439"/>
                    <a:pt x="3078" y="6439"/>
                  </a:cubicBezTo>
                  <a:cubicBezTo>
                    <a:pt x="3083" y="6436"/>
                    <a:pt x="3099" y="6424"/>
                    <a:pt x="3110" y="6416"/>
                  </a:cubicBezTo>
                  <a:cubicBezTo>
                    <a:pt x="3114" y="6412"/>
                    <a:pt x="3120" y="6404"/>
                    <a:pt x="3125" y="6399"/>
                  </a:cubicBezTo>
                  <a:cubicBezTo>
                    <a:pt x="3159" y="6359"/>
                    <a:pt x="3216" y="6291"/>
                    <a:pt x="3314" y="6238"/>
                  </a:cubicBezTo>
                  <a:cubicBezTo>
                    <a:pt x="3330" y="6169"/>
                    <a:pt x="3360" y="6085"/>
                    <a:pt x="3423" y="5996"/>
                  </a:cubicBezTo>
                  <a:cubicBezTo>
                    <a:pt x="3584" y="5772"/>
                    <a:pt x="3807" y="5724"/>
                    <a:pt x="3940" y="5695"/>
                  </a:cubicBezTo>
                  <a:cubicBezTo>
                    <a:pt x="3960" y="5691"/>
                    <a:pt x="3980" y="5687"/>
                    <a:pt x="3997" y="5683"/>
                  </a:cubicBezTo>
                  <a:cubicBezTo>
                    <a:pt x="4019" y="5628"/>
                    <a:pt x="4056" y="5545"/>
                    <a:pt x="4136" y="5458"/>
                  </a:cubicBezTo>
                  <a:cubicBezTo>
                    <a:pt x="4136" y="5458"/>
                    <a:pt x="4136" y="5458"/>
                    <a:pt x="4136" y="5458"/>
                  </a:cubicBezTo>
                  <a:cubicBezTo>
                    <a:pt x="4147" y="5382"/>
                    <a:pt x="4175" y="5202"/>
                    <a:pt x="4401" y="5067"/>
                  </a:cubicBezTo>
                  <a:cubicBezTo>
                    <a:pt x="4490" y="5013"/>
                    <a:pt x="4571" y="4981"/>
                    <a:pt x="4652" y="4967"/>
                  </a:cubicBezTo>
                  <a:cubicBezTo>
                    <a:pt x="4686" y="4768"/>
                    <a:pt x="4871" y="4610"/>
                    <a:pt x="5136" y="4427"/>
                  </a:cubicBezTo>
                  <a:cubicBezTo>
                    <a:pt x="5136" y="4419"/>
                    <a:pt x="5137" y="4412"/>
                    <a:pt x="5138" y="4404"/>
                  </a:cubicBezTo>
                  <a:cubicBezTo>
                    <a:pt x="5125" y="4366"/>
                    <a:pt x="5120" y="4333"/>
                    <a:pt x="5116" y="4309"/>
                  </a:cubicBezTo>
                  <a:cubicBezTo>
                    <a:pt x="5097" y="4198"/>
                    <a:pt x="5049" y="3917"/>
                    <a:pt x="5352" y="3759"/>
                  </a:cubicBezTo>
                  <a:cubicBezTo>
                    <a:pt x="5318" y="3720"/>
                    <a:pt x="5295" y="3681"/>
                    <a:pt x="5280" y="3649"/>
                  </a:cubicBezTo>
                  <a:cubicBezTo>
                    <a:pt x="5166" y="3610"/>
                    <a:pt x="5043" y="3560"/>
                    <a:pt x="4845" y="3436"/>
                  </a:cubicBezTo>
                  <a:cubicBezTo>
                    <a:pt x="4472" y="3204"/>
                    <a:pt x="4554" y="2876"/>
                    <a:pt x="4585" y="2752"/>
                  </a:cubicBezTo>
                  <a:lnTo>
                    <a:pt x="4588" y="2741"/>
                  </a:lnTo>
                  <a:cubicBezTo>
                    <a:pt x="4593" y="2718"/>
                    <a:pt x="4592" y="2684"/>
                    <a:pt x="4591" y="2641"/>
                  </a:cubicBezTo>
                  <a:cubicBezTo>
                    <a:pt x="4589" y="2604"/>
                    <a:pt x="4588" y="2561"/>
                    <a:pt x="4590" y="2512"/>
                  </a:cubicBezTo>
                  <a:cubicBezTo>
                    <a:pt x="4557" y="2463"/>
                    <a:pt x="4509" y="2386"/>
                    <a:pt x="4480" y="2272"/>
                  </a:cubicBezTo>
                  <a:cubicBezTo>
                    <a:pt x="4466" y="2217"/>
                    <a:pt x="4423" y="2052"/>
                    <a:pt x="4541" y="1907"/>
                  </a:cubicBezTo>
                  <a:cubicBezTo>
                    <a:pt x="4615" y="1816"/>
                    <a:pt x="4711" y="1780"/>
                    <a:pt x="4785" y="1764"/>
                  </a:cubicBezTo>
                  <a:cubicBezTo>
                    <a:pt x="4757" y="1733"/>
                    <a:pt x="4735" y="1698"/>
                    <a:pt x="4721" y="1660"/>
                  </a:cubicBezTo>
                  <a:cubicBezTo>
                    <a:pt x="4593" y="1626"/>
                    <a:pt x="4510" y="1553"/>
                    <a:pt x="4455" y="1481"/>
                  </a:cubicBezTo>
                  <a:cubicBezTo>
                    <a:pt x="4445" y="1481"/>
                    <a:pt x="4435" y="1481"/>
                    <a:pt x="4425" y="1481"/>
                  </a:cubicBezTo>
                  <a:cubicBezTo>
                    <a:pt x="4134" y="1481"/>
                    <a:pt x="4023" y="1284"/>
                    <a:pt x="3986" y="1218"/>
                  </a:cubicBezTo>
                  <a:cubicBezTo>
                    <a:pt x="3982" y="1211"/>
                    <a:pt x="3978" y="1203"/>
                    <a:pt x="3973" y="1195"/>
                  </a:cubicBezTo>
                  <a:cubicBezTo>
                    <a:pt x="3949" y="1158"/>
                    <a:pt x="3752" y="821"/>
                    <a:pt x="4197" y="580"/>
                  </a:cubicBezTo>
                  <a:cubicBezTo>
                    <a:pt x="4211" y="572"/>
                    <a:pt x="4261" y="536"/>
                    <a:pt x="4290" y="515"/>
                  </a:cubicBezTo>
                  <a:cubicBezTo>
                    <a:pt x="4334" y="483"/>
                    <a:pt x="4370" y="457"/>
                    <a:pt x="4403" y="436"/>
                  </a:cubicBezTo>
                  <a:cubicBezTo>
                    <a:pt x="4433" y="388"/>
                    <a:pt x="4486" y="324"/>
                    <a:pt x="4579" y="274"/>
                  </a:cubicBezTo>
                  <a:cubicBezTo>
                    <a:pt x="4648" y="236"/>
                    <a:pt x="4731" y="217"/>
                    <a:pt x="4824" y="217"/>
                  </a:cubicBezTo>
                  <a:cubicBezTo>
                    <a:pt x="4855" y="217"/>
                    <a:pt x="4887" y="219"/>
                    <a:pt x="4919" y="223"/>
                  </a:cubicBezTo>
                  <a:cubicBezTo>
                    <a:pt x="4983" y="174"/>
                    <a:pt x="5071" y="141"/>
                    <a:pt x="5185" y="141"/>
                  </a:cubicBezTo>
                  <a:cubicBezTo>
                    <a:pt x="5262" y="141"/>
                    <a:pt x="5344" y="156"/>
                    <a:pt x="5420" y="182"/>
                  </a:cubicBezTo>
                  <a:cubicBezTo>
                    <a:pt x="5421" y="182"/>
                    <a:pt x="5422" y="181"/>
                    <a:pt x="5423" y="181"/>
                  </a:cubicBezTo>
                  <a:cubicBezTo>
                    <a:pt x="5461" y="159"/>
                    <a:pt x="5506" y="133"/>
                    <a:pt x="5559" y="104"/>
                  </a:cubicBezTo>
                  <a:cubicBezTo>
                    <a:pt x="5673" y="41"/>
                    <a:pt x="5773" y="0"/>
                    <a:pt x="5888" y="0"/>
                  </a:cubicBezTo>
                  <a:cubicBezTo>
                    <a:pt x="5955" y="0"/>
                    <a:pt x="6046" y="18"/>
                    <a:pt x="6124" y="71"/>
                  </a:cubicBezTo>
                  <a:cubicBezTo>
                    <a:pt x="6196" y="39"/>
                    <a:pt x="6262" y="31"/>
                    <a:pt x="6311" y="31"/>
                  </a:cubicBezTo>
                  <a:cubicBezTo>
                    <a:pt x="6426" y="31"/>
                    <a:pt x="6536" y="76"/>
                    <a:pt x="6613" y="154"/>
                  </a:cubicBezTo>
                  <a:cubicBezTo>
                    <a:pt x="6683" y="225"/>
                    <a:pt x="6713" y="308"/>
                    <a:pt x="6724" y="388"/>
                  </a:cubicBezTo>
                  <a:cubicBezTo>
                    <a:pt x="6774" y="425"/>
                    <a:pt x="6831" y="478"/>
                    <a:pt x="6874" y="552"/>
                  </a:cubicBezTo>
                  <a:cubicBezTo>
                    <a:pt x="6888" y="554"/>
                    <a:pt x="6902" y="555"/>
                    <a:pt x="6913" y="556"/>
                  </a:cubicBezTo>
                  <a:cubicBezTo>
                    <a:pt x="6932" y="557"/>
                    <a:pt x="6950" y="559"/>
                    <a:pt x="6966" y="561"/>
                  </a:cubicBezTo>
                  <a:cubicBezTo>
                    <a:pt x="7150" y="582"/>
                    <a:pt x="7271" y="695"/>
                    <a:pt x="7352" y="769"/>
                  </a:cubicBezTo>
                  <a:cubicBezTo>
                    <a:pt x="7363" y="780"/>
                    <a:pt x="7378" y="794"/>
                    <a:pt x="7390" y="804"/>
                  </a:cubicBezTo>
                  <a:cubicBezTo>
                    <a:pt x="7483" y="835"/>
                    <a:pt x="7613" y="905"/>
                    <a:pt x="7664" y="1060"/>
                  </a:cubicBezTo>
                  <a:cubicBezTo>
                    <a:pt x="7677" y="1061"/>
                    <a:pt x="7690" y="1063"/>
                    <a:pt x="7703" y="1064"/>
                  </a:cubicBezTo>
                  <a:cubicBezTo>
                    <a:pt x="7761" y="1071"/>
                    <a:pt x="7896" y="1097"/>
                    <a:pt x="7994" y="1205"/>
                  </a:cubicBezTo>
                  <a:cubicBezTo>
                    <a:pt x="8027" y="1193"/>
                    <a:pt x="8057" y="1182"/>
                    <a:pt x="8079" y="1172"/>
                  </a:cubicBezTo>
                  <a:cubicBezTo>
                    <a:pt x="8181" y="1089"/>
                    <a:pt x="8323" y="1050"/>
                    <a:pt x="8463" y="1028"/>
                  </a:cubicBezTo>
                  <a:cubicBezTo>
                    <a:pt x="8522" y="967"/>
                    <a:pt x="8623" y="886"/>
                    <a:pt x="8793" y="858"/>
                  </a:cubicBezTo>
                  <a:cubicBezTo>
                    <a:pt x="8805" y="856"/>
                    <a:pt x="8824" y="851"/>
                    <a:pt x="8844" y="845"/>
                  </a:cubicBezTo>
                  <a:cubicBezTo>
                    <a:pt x="8895" y="831"/>
                    <a:pt x="8966" y="811"/>
                    <a:pt x="9050" y="811"/>
                  </a:cubicBezTo>
                  <a:cubicBezTo>
                    <a:pt x="9134" y="811"/>
                    <a:pt x="9332" y="835"/>
                    <a:pt x="9458" y="1032"/>
                  </a:cubicBezTo>
                  <a:cubicBezTo>
                    <a:pt x="9479" y="1030"/>
                    <a:pt x="9501" y="1029"/>
                    <a:pt x="9525" y="1029"/>
                  </a:cubicBezTo>
                  <a:cubicBezTo>
                    <a:pt x="9684" y="1029"/>
                    <a:pt x="9792" y="1099"/>
                    <a:pt x="9853" y="1180"/>
                  </a:cubicBezTo>
                  <a:cubicBezTo>
                    <a:pt x="9860" y="1186"/>
                    <a:pt x="9868" y="1193"/>
                    <a:pt x="9877" y="1201"/>
                  </a:cubicBezTo>
                  <a:cubicBezTo>
                    <a:pt x="9997" y="1310"/>
                    <a:pt x="10177" y="1475"/>
                    <a:pt x="10146" y="1699"/>
                  </a:cubicBezTo>
                  <a:cubicBezTo>
                    <a:pt x="10133" y="1792"/>
                    <a:pt x="10090" y="1882"/>
                    <a:pt x="10049" y="1969"/>
                  </a:cubicBezTo>
                  <a:cubicBezTo>
                    <a:pt x="10032" y="2006"/>
                    <a:pt x="10002" y="2068"/>
                    <a:pt x="9996" y="2092"/>
                  </a:cubicBezTo>
                  <a:cubicBezTo>
                    <a:pt x="9969" y="2288"/>
                    <a:pt x="9811" y="2399"/>
                    <a:pt x="9706" y="2473"/>
                  </a:cubicBezTo>
                  <a:cubicBezTo>
                    <a:pt x="9686" y="2486"/>
                    <a:pt x="9658" y="2506"/>
                    <a:pt x="9644" y="2518"/>
                  </a:cubicBezTo>
                  <a:cubicBezTo>
                    <a:pt x="9611" y="2569"/>
                    <a:pt x="9560" y="2624"/>
                    <a:pt x="9488" y="2665"/>
                  </a:cubicBezTo>
                  <a:cubicBezTo>
                    <a:pt x="9418" y="2796"/>
                    <a:pt x="9294" y="2867"/>
                    <a:pt x="9166" y="2905"/>
                  </a:cubicBezTo>
                  <a:cubicBezTo>
                    <a:pt x="9166" y="2906"/>
                    <a:pt x="9166" y="2907"/>
                    <a:pt x="9166" y="2908"/>
                  </a:cubicBezTo>
                  <a:cubicBezTo>
                    <a:pt x="9328" y="2991"/>
                    <a:pt x="9370" y="3129"/>
                    <a:pt x="9381" y="3209"/>
                  </a:cubicBezTo>
                  <a:cubicBezTo>
                    <a:pt x="9385" y="3213"/>
                    <a:pt x="9390" y="3217"/>
                    <a:pt x="9393" y="3220"/>
                  </a:cubicBezTo>
                  <a:cubicBezTo>
                    <a:pt x="9413" y="3238"/>
                    <a:pt x="9437" y="3260"/>
                    <a:pt x="9462" y="3290"/>
                  </a:cubicBezTo>
                  <a:cubicBezTo>
                    <a:pt x="9556" y="3403"/>
                    <a:pt x="9571" y="3552"/>
                    <a:pt x="9503" y="3690"/>
                  </a:cubicBezTo>
                  <a:cubicBezTo>
                    <a:pt x="9424" y="3851"/>
                    <a:pt x="9244" y="3968"/>
                    <a:pt x="9041" y="3993"/>
                  </a:cubicBezTo>
                  <a:cubicBezTo>
                    <a:pt x="9036" y="3996"/>
                    <a:pt x="9030" y="4000"/>
                    <a:pt x="9025" y="4002"/>
                  </a:cubicBezTo>
                  <a:cubicBezTo>
                    <a:pt x="8989" y="4023"/>
                    <a:pt x="8935" y="4055"/>
                    <a:pt x="8864" y="4078"/>
                  </a:cubicBezTo>
                  <a:cubicBezTo>
                    <a:pt x="8864" y="4079"/>
                    <a:pt x="8865" y="4080"/>
                    <a:pt x="8865" y="4080"/>
                  </a:cubicBezTo>
                  <a:cubicBezTo>
                    <a:pt x="8876" y="4113"/>
                    <a:pt x="8884" y="4144"/>
                    <a:pt x="8891" y="4173"/>
                  </a:cubicBezTo>
                  <a:cubicBezTo>
                    <a:pt x="9060" y="4226"/>
                    <a:pt x="9143" y="4367"/>
                    <a:pt x="9186" y="4463"/>
                  </a:cubicBezTo>
                  <a:cubicBezTo>
                    <a:pt x="9396" y="4488"/>
                    <a:pt x="9720" y="4623"/>
                    <a:pt x="9834" y="4842"/>
                  </a:cubicBezTo>
                  <a:cubicBezTo>
                    <a:pt x="9839" y="4843"/>
                    <a:pt x="9844" y="4844"/>
                    <a:pt x="9850" y="4845"/>
                  </a:cubicBezTo>
                  <a:cubicBezTo>
                    <a:pt x="10254" y="4911"/>
                    <a:pt x="10366" y="5164"/>
                    <a:pt x="10336" y="5379"/>
                  </a:cubicBezTo>
                  <a:cubicBezTo>
                    <a:pt x="10312" y="5554"/>
                    <a:pt x="10165" y="5686"/>
                    <a:pt x="9994" y="5838"/>
                  </a:cubicBezTo>
                  <a:cubicBezTo>
                    <a:pt x="9945" y="5882"/>
                    <a:pt x="9889" y="5931"/>
                    <a:pt x="9864" y="5959"/>
                  </a:cubicBezTo>
                  <a:cubicBezTo>
                    <a:pt x="9858" y="5965"/>
                    <a:pt x="9850" y="5993"/>
                    <a:pt x="9843" y="6017"/>
                  </a:cubicBezTo>
                  <a:cubicBezTo>
                    <a:pt x="9830" y="6060"/>
                    <a:pt x="9813" y="6114"/>
                    <a:pt x="9783" y="6174"/>
                  </a:cubicBezTo>
                  <a:cubicBezTo>
                    <a:pt x="9910" y="6233"/>
                    <a:pt x="9958" y="6252"/>
                    <a:pt x="10000" y="6268"/>
                  </a:cubicBezTo>
                  <a:cubicBezTo>
                    <a:pt x="10046" y="6285"/>
                    <a:pt x="10093" y="6304"/>
                    <a:pt x="10189" y="6350"/>
                  </a:cubicBezTo>
                  <a:cubicBezTo>
                    <a:pt x="10385" y="6445"/>
                    <a:pt x="10462" y="6575"/>
                    <a:pt x="10507" y="6652"/>
                  </a:cubicBezTo>
                  <a:cubicBezTo>
                    <a:pt x="10514" y="6665"/>
                    <a:pt x="10524" y="6680"/>
                    <a:pt x="10529" y="6688"/>
                  </a:cubicBezTo>
                  <a:cubicBezTo>
                    <a:pt x="10574" y="6706"/>
                    <a:pt x="10702" y="6722"/>
                    <a:pt x="10781" y="6731"/>
                  </a:cubicBezTo>
                  <a:cubicBezTo>
                    <a:pt x="10846" y="6738"/>
                    <a:pt x="10915" y="6746"/>
                    <a:pt x="10983" y="6758"/>
                  </a:cubicBezTo>
                  <a:cubicBezTo>
                    <a:pt x="11175" y="6790"/>
                    <a:pt x="11251" y="6815"/>
                    <a:pt x="11355" y="6877"/>
                  </a:cubicBezTo>
                  <a:cubicBezTo>
                    <a:pt x="11362" y="6882"/>
                    <a:pt x="11371" y="6887"/>
                    <a:pt x="11383" y="6894"/>
                  </a:cubicBezTo>
                  <a:cubicBezTo>
                    <a:pt x="11464" y="6935"/>
                    <a:pt x="11516" y="6987"/>
                    <a:pt x="11551" y="7021"/>
                  </a:cubicBezTo>
                  <a:cubicBezTo>
                    <a:pt x="11556" y="7025"/>
                    <a:pt x="11561" y="7030"/>
                    <a:pt x="11565" y="7035"/>
                  </a:cubicBezTo>
                  <a:cubicBezTo>
                    <a:pt x="11565" y="7035"/>
                    <a:pt x="11566" y="7035"/>
                    <a:pt x="11566" y="7035"/>
                  </a:cubicBezTo>
                  <a:cubicBezTo>
                    <a:pt x="11578" y="7036"/>
                    <a:pt x="11589" y="7036"/>
                    <a:pt x="11600" y="7036"/>
                  </a:cubicBezTo>
                  <a:lnTo>
                    <a:pt x="11600" y="7036"/>
                  </a:lnTo>
                  <a:cubicBezTo>
                    <a:pt x="11651" y="7036"/>
                    <a:pt x="11689" y="7028"/>
                    <a:pt x="11753" y="7016"/>
                  </a:cubicBezTo>
                  <a:cubicBezTo>
                    <a:pt x="11832" y="7000"/>
                    <a:pt x="11930" y="6980"/>
                    <a:pt x="12069" y="6973"/>
                  </a:cubicBezTo>
                  <a:cubicBezTo>
                    <a:pt x="12095" y="6972"/>
                    <a:pt x="12118" y="6972"/>
                    <a:pt x="12139" y="6972"/>
                  </a:cubicBezTo>
                  <a:cubicBezTo>
                    <a:pt x="12335" y="6972"/>
                    <a:pt x="12439" y="7022"/>
                    <a:pt x="12528" y="7073"/>
                  </a:cubicBezTo>
                  <a:cubicBezTo>
                    <a:pt x="12557" y="7089"/>
                    <a:pt x="12570" y="7097"/>
                    <a:pt x="12615" y="7109"/>
                  </a:cubicBezTo>
                  <a:cubicBezTo>
                    <a:pt x="12726" y="7138"/>
                    <a:pt x="12896" y="7183"/>
                    <a:pt x="12974" y="7341"/>
                  </a:cubicBezTo>
                  <a:cubicBezTo>
                    <a:pt x="12991" y="7376"/>
                    <a:pt x="13001" y="7411"/>
                    <a:pt x="13005" y="7448"/>
                  </a:cubicBezTo>
                  <a:cubicBezTo>
                    <a:pt x="13048" y="7458"/>
                    <a:pt x="13093" y="7472"/>
                    <a:pt x="13139" y="7492"/>
                  </a:cubicBezTo>
                  <a:cubicBezTo>
                    <a:pt x="13153" y="7491"/>
                    <a:pt x="13171" y="7489"/>
                    <a:pt x="13188" y="7487"/>
                  </a:cubicBezTo>
                  <a:cubicBezTo>
                    <a:pt x="13222" y="7483"/>
                    <a:pt x="13265" y="7479"/>
                    <a:pt x="13312" y="7479"/>
                  </a:cubicBezTo>
                  <a:cubicBezTo>
                    <a:pt x="13425" y="7479"/>
                    <a:pt x="13525" y="7507"/>
                    <a:pt x="13610" y="7561"/>
                  </a:cubicBezTo>
                  <a:cubicBezTo>
                    <a:pt x="13637" y="7578"/>
                    <a:pt x="13660" y="7596"/>
                    <a:pt x="13679" y="7615"/>
                  </a:cubicBezTo>
                  <a:cubicBezTo>
                    <a:pt x="13706" y="7612"/>
                    <a:pt x="13733" y="7611"/>
                    <a:pt x="13760" y="7611"/>
                  </a:cubicBezTo>
                  <a:cubicBezTo>
                    <a:pt x="13896" y="7611"/>
                    <a:pt x="13989" y="7642"/>
                    <a:pt x="14051" y="7663"/>
                  </a:cubicBezTo>
                  <a:cubicBezTo>
                    <a:pt x="14089" y="7675"/>
                    <a:pt x="14090" y="7675"/>
                    <a:pt x="14100" y="7675"/>
                  </a:cubicBezTo>
                  <a:cubicBezTo>
                    <a:pt x="14107" y="7675"/>
                    <a:pt x="14114" y="7675"/>
                    <a:pt x="14123" y="7674"/>
                  </a:cubicBezTo>
                  <a:cubicBezTo>
                    <a:pt x="14174" y="7669"/>
                    <a:pt x="14198" y="7663"/>
                    <a:pt x="14218" y="7658"/>
                  </a:cubicBezTo>
                  <a:cubicBezTo>
                    <a:pt x="14245" y="7652"/>
                    <a:pt x="14285" y="7643"/>
                    <a:pt x="14338" y="7643"/>
                  </a:cubicBezTo>
                  <a:cubicBezTo>
                    <a:pt x="14384" y="7643"/>
                    <a:pt x="14515" y="7653"/>
                    <a:pt x="14617" y="7754"/>
                  </a:cubicBezTo>
                  <a:cubicBezTo>
                    <a:pt x="14639" y="7747"/>
                    <a:pt x="14662" y="7741"/>
                    <a:pt x="14687" y="7735"/>
                  </a:cubicBezTo>
                  <a:cubicBezTo>
                    <a:pt x="14690" y="7628"/>
                    <a:pt x="14703" y="7492"/>
                    <a:pt x="14714" y="7380"/>
                  </a:cubicBezTo>
                  <a:cubicBezTo>
                    <a:pt x="14718" y="7330"/>
                    <a:pt x="14723" y="7277"/>
                    <a:pt x="14724" y="7258"/>
                  </a:cubicBezTo>
                  <a:cubicBezTo>
                    <a:pt x="14736" y="7019"/>
                    <a:pt x="14998" y="6562"/>
                    <a:pt x="15373" y="6562"/>
                  </a:cubicBezTo>
                  <a:cubicBezTo>
                    <a:pt x="15425" y="6562"/>
                    <a:pt x="15476" y="6571"/>
                    <a:pt x="15524" y="6587"/>
                  </a:cubicBezTo>
                  <a:cubicBezTo>
                    <a:pt x="16057" y="6771"/>
                    <a:pt x="15983" y="7241"/>
                    <a:pt x="15952" y="7442"/>
                  </a:cubicBezTo>
                  <a:cubicBezTo>
                    <a:pt x="15950" y="7453"/>
                    <a:pt x="15948" y="7465"/>
                    <a:pt x="15946" y="7478"/>
                  </a:cubicBezTo>
                  <a:cubicBezTo>
                    <a:pt x="16035" y="7491"/>
                    <a:pt x="16163" y="7494"/>
                    <a:pt x="16228" y="7496"/>
                  </a:cubicBezTo>
                  <a:cubicBezTo>
                    <a:pt x="16263" y="7497"/>
                    <a:pt x="16296" y="7498"/>
                    <a:pt x="16328" y="7500"/>
                  </a:cubicBezTo>
                  <a:cubicBezTo>
                    <a:pt x="16373" y="7467"/>
                    <a:pt x="16442" y="7420"/>
                    <a:pt x="16548" y="7385"/>
                  </a:cubicBezTo>
                  <a:cubicBezTo>
                    <a:pt x="16608" y="7365"/>
                    <a:pt x="16674" y="7355"/>
                    <a:pt x="16743" y="7355"/>
                  </a:cubicBezTo>
                  <a:cubicBezTo>
                    <a:pt x="16848" y="7355"/>
                    <a:pt x="16945" y="7379"/>
                    <a:pt x="17022" y="7398"/>
                  </a:cubicBezTo>
                  <a:cubicBezTo>
                    <a:pt x="17045" y="7403"/>
                    <a:pt x="17076" y="7411"/>
                    <a:pt x="17098" y="7415"/>
                  </a:cubicBezTo>
                  <a:cubicBezTo>
                    <a:pt x="17118" y="7407"/>
                    <a:pt x="17138" y="7401"/>
                    <a:pt x="17158" y="7396"/>
                  </a:cubicBezTo>
                  <a:cubicBezTo>
                    <a:pt x="17097" y="7282"/>
                    <a:pt x="17090" y="7139"/>
                    <a:pt x="17142" y="6986"/>
                  </a:cubicBezTo>
                  <a:cubicBezTo>
                    <a:pt x="17245" y="6674"/>
                    <a:pt x="17624" y="6642"/>
                    <a:pt x="17902" y="6619"/>
                  </a:cubicBezTo>
                  <a:lnTo>
                    <a:pt x="17909" y="6618"/>
                  </a:lnTo>
                  <a:cubicBezTo>
                    <a:pt x="17922" y="6579"/>
                    <a:pt x="17941" y="6534"/>
                    <a:pt x="17973" y="6489"/>
                  </a:cubicBezTo>
                  <a:cubicBezTo>
                    <a:pt x="18015" y="6428"/>
                    <a:pt x="18066" y="6380"/>
                    <a:pt x="18108" y="6341"/>
                  </a:cubicBezTo>
                  <a:cubicBezTo>
                    <a:pt x="18157" y="6294"/>
                    <a:pt x="18180" y="6272"/>
                    <a:pt x="18185" y="6251"/>
                  </a:cubicBezTo>
                  <a:cubicBezTo>
                    <a:pt x="18235" y="6040"/>
                    <a:pt x="18424" y="5903"/>
                    <a:pt x="18666" y="5903"/>
                  </a:cubicBezTo>
                  <a:cubicBezTo>
                    <a:pt x="18695" y="5903"/>
                    <a:pt x="18724" y="5905"/>
                    <a:pt x="18750" y="5908"/>
                  </a:cubicBezTo>
                  <a:cubicBezTo>
                    <a:pt x="18750" y="5907"/>
                    <a:pt x="18751" y="5907"/>
                    <a:pt x="18751" y="5906"/>
                  </a:cubicBezTo>
                  <a:cubicBezTo>
                    <a:pt x="18837" y="5648"/>
                    <a:pt x="19118" y="5578"/>
                    <a:pt x="19269" y="5540"/>
                  </a:cubicBezTo>
                  <a:cubicBezTo>
                    <a:pt x="19291" y="5534"/>
                    <a:pt x="19324" y="5526"/>
                    <a:pt x="19337" y="5522"/>
                  </a:cubicBezTo>
                  <a:cubicBezTo>
                    <a:pt x="19401" y="5493"/>
                    <a:pt x="19469" y="5479"/>
                    <a:pt x="19537" y="5479"/>
                  </a:cubicBezTo>
                  <a:cubicBezTo>
                    <a:pt x="19671" y="5479"/>
                    <a:pt x="19768" y="5533"/>
                    <a:pt x="19829" y="5581"/>
                  </a:cubicBezTo>
                  <a:cubicBezTo>
                    <a:pt x="19836" y="5582"/>
                    <a:pt x="19844" y="5583"/>
                    <a:pt x="19851" y="5584"/>
                  </a:cubicBezTo>
                  <a:cubicBezTo>
                    <a:pt x="19986" y="5470"/>
                    <a:pt x="20218" y="5305"/>
                    <a:pt x="20437" y="5305"/>
                  </a:cubicBezTo>
                  <a:cubicBezTo>
                    <a:pt x="20580" y="5305"/>
                    <a:pt x="20707" y="5364"/>
                    <a:pt x="20784" y="5465"/>
                  </a:cubicBezTo>
                  <a:cubicBezTo>
                    <a:pt x="20834" y="5531"/>
                    <a:pt x="20853" y="5598"/>
                    <a:pt x="20855" y="5663"/>
                  </a:cubicBezTo>
                  <a:cubicBezTo>
                    <a:pt x="20933" y="5702"/>
                    <a:pt x="20996" y="5759"/>
                    <a:pt x="21035" y="5829"/>
                  </a:cubicBezTo>
                  <a:cubicBezTo>
                    <a:pt x="21080" y="5910"/>
                    <a:pt x="21085" y="5994"/>
                    <a:pt x="21069" y="6075"/>
                  </a:cubicBezTo>
                  <a:cubicBezTo>
                    <a:pt x="21084" y="6073"/>
                    <a:pt x="21100" y="6073"/>
                    <a:pt x="21116" y="6073"/>
                  </a:cubicBezTo>
                  <a:cubicBezTo>
                    <a:pt x="21252" y="6073"/>
                    <a:pt x="21375" y="6133"/>
                    <a:pt x="21443" y="6233"/>
                  </a:cubicBezTo>
                  <a:cubicBezTo>
                    <a:pt x="21459" y="6255"/>
                    <a:pt x="21471" y="6278"/>
                    <a:pt x="21480" y="6302"/>
                  </a:cubicBezTo>
                  <a:cubicBezTo>
                    <a:pt x="21537" y="6368"/>
                    <a:pt x="21613" y="6482"/>
                    <a:pt x="21597" y="6635"/>
                  </a:cubicBezTo>
                  <a:cubicBezTo>
                    <a:pt x="21583" y="6772"/>
                    <a:pt x="21502" y="6892"/>
                    <a:pt x="21356" y="6994"/>
                  </a:cubicBezTo>
                  <a:cubicBezTo>
                    <a:pt x="21347" y="7001"/>
                    <a:pt x="21339" y="7007"/>
                    <a:pt x="21332" y="7012"/>
                  </a:cubicBezTo>
                  <a:cubicBezTo>
                    <a:pt x="21383" y="7097"/>
                    <a:pt x="21467" y="7246"/>
                    <a:pt x="21360" y="7408"/>
                  </a:cubicBezTo>
                  <a:cubicBezTo>
                    <a:pt x="21293" y="7511"/>
                    <a:pt x="21173" y="7572"/>
                    <a:pt x="21039" y="7572"/>
                  </a:cubicBezTo>
                  <a:cubicBezTo>
                    <a:pt x="20949" y="7572"/>
                    <a:pt x="20885" y="7546"/>
                    <a:pt x="20796" y="7511"/>
                  </a:cubicBezTo>
                  <a:cubicBezTo>
                    <a:pt x="20783" y="7507"/>
                    <a:pt x="20770" y="7501"/>
                    <a:pt x="20755" y="7495"/>
                  </a:cubicBezTo>
                  <a:cubicBezTo>
                    <a:pt x="20726" y="7499"/>
                    <a:pt x="20650" y="7524"/>
                    <a:pt x="20555" y="7593"/>
                  </a:cubicBezTo>
                  <a:cubicBezTo>
                    <a:pt x="20519" y="7618"/>
                    <a:pt x="20475" y="7660"/>
                    <a:pt x="20428" y="7703"/>
                  </a:cubicBezTo>
                  <a:cubicBezTo>
                    <a:pt x="20359" y="7768"/>
                    <a:pt x="20278" y="7844"/>
                    <a:pt x="20175" y="7918"/>
                  </a:cubicBezTo>
                  <a:cubicBezTo>
                    <a:pt x="20201" y="7973"/>
                    <a:pt x="20228" y="8042"/>
                    <a:pt x="20228" y="8122"/>
                  </a:cubicBezTo>
                  <a:cubicBezTo>
                    <a:pt x="20228" y="8285"/>
                    <a:pt x="20097" y="8563"/>
                    <a:pt x="19869" y="8723"/>
                  </a:cubicBezTo>
                  <a:cubicBezTo>
                    <a:pt x="19946" y="8991"/>
                    <a:pt x="19768" y="9297"/>
                    <a:pt x="19651" y="9434"/>
                  </a:cubicBezTo>
                  <a:cubicBezTo>
                    <a:pt x="19621" y="9483"/>
                    <a:pt x="19575" y="9640"/>
                    <a:pt x="19557" y="9700"/>
                  </a:cubicBezTo>
                  <a:cubicBezTo>
                    <a:pt x="19534" y="9781"/>
                    <a:pt x="19519" y="9830"/>
                    <a:pt x="19494" y="9876"/>
                  </a:cubicBezTo>
                  <a:cubicBezTo>
                    <a:pt x="19427" y="9996"/>
                    <a:pt x="19291" y="10068"/>
                    <a:pt x="19131" y="10068"/>
                  </a:cubicBezTo>
                  <a:cubicBezTo>
                    <a:pt x="19111" y="10068"/>
                    <a:pt x="19090" y="10067"/>
                    <a:pt x="19068" y="10065"/>
                  </a:cubicBezTo>
                  <a:cubicBezTo>
                    <a:pt x="19068" y="10072"/>
                    <a:pt x="19068" y="10078"/>
                    <a:pt x="19068" y="10085"/>
                  </a:cubicBezTo>
                  <a:cubicBezTo>
                    <a:pt x="19068" y="10309"/>
                    <a:pt x="18970" y="10436"/>
                    <a:pt x="18869" y="10514"/>
                  </a:cubicBezTo>
                  <a:cubicBezTo>
                    <a:pt x="18889" y="10685"/>
                    <a:pt x="18900" y="10851"/>
                    <a:pt x="18845" y="10998"/>
                  </a:cubicBezTo>
                  <a:cubicBezTo>
                    <a:pt x="18770" y="11201"/>
                    <a:pt x="18643" y="11312"/>
                    <a:pt x="18423" y="11369"/>
                  </a:cubicBezTo>
                  <a:cubicBezTo>
                    <a:pt x="18381" y="11380"/>
                    <a:pt x="18339" y="11385"/>
                    <a:pt x="18296" y="11385"/>
                  </a:cubicBezTo>
                  <a:cubicBezTo>
                    <a:pt x="18154" y="11385"/>
                    <a:pt x="18055" y="11325"/>
                    <a:pt x="18000" y="11283"/>
                  </a:cubicBezTo>
                  <a:cubicBezTo>
                    <a:pt x="17922" y="11264"/>
                    <a:pt x="17851" y="11225"/>
                    <a:pt x="17798" y="11168"/>
                  </a:cubicBezTo>
                  <a:cubicBezTo>
                    <a:pt x="17675" y="11037"/>
                    <a:pt x="17686" y="10875"/>
                    <a:pt x="17712" y="10723"/>
                  </a:cubicBezTo>
                  <a:cubicBezTo>
                    <a:pt x="17665" y="10741"/>
                    <a:pt x="17612" y="10750"/>
                    <a:pt x="17557" y="10750"/>
                  </a:cubicBezTo>
                  <a:cubicBezTo>
                    <a:pt x="17422" y="10750"/>
                    <a:pt x="17324" y="10691"/>
                    <a:pt x="17245" y="10644"/>
                  </a:cubicBezTo>
                  <a:cubicBezTo>
                    <a:pt x="17217" y="10627"/>
                    <a:pt x="17187" y="10609"/>
                    <a:pt x="17165" y="10599"/>
                  </a:cubicBezTo>
                  <a:cubicBezTo>
                    <a:pt x="16900" y="10480"/>
                    <a:pt x="16829" y="10179"/>
                    <a:pt x="16784" y="9906"/>
                  </a:cubicBezTo>
                  <a:cubicBezTo>
                    <a:pt x="16782" y="9894"/>
                    <a:pt x="16780" y="9884"/>
                    <a:pt x="16779" y="9877"/>
                  </a:cubicBezTo>
                  <a:cubicBezTo>
                    <a:pt x="16712" y="9577"/>
                    <a:pt x="17045" y="9414"/>
                    <a:pt x="17422" y="9260"/>
                  </a:cubicBezTo>
                  <a:cubicBezTo>
                    <a:pt x="17453" y="9246"/>
                    <a:pt x="17475" y="9233"/>
                    <a:pt x="17488" y="9224"/>
                  </a:cubicBezTo>
                  <a:cubicBezTo>
                    <a:pt x="17472" y="9223"/>
                    <a:pt x="17458" y="9222"/>
                    <a:pt x="17444" y="9221"/>
                  </a:cubicBezTo>
                  <a:cubicBezTo>
                    <a:pt x="17401" y="9217"/>
                    <a:pt x="17350" y="9215"/>
                    <a:pt x="17301" y="9215"/>
                  </a:cubicBezTo>
                  <a:cubicBezTo>
                    <a:pt x="17189" y="9215"/>
                    <a:pt x="17089" y="9226"/>
                    <a:pt x="17032" y="9242"/>
                  </a:cubicBezTo>
                  <a:cubicBezTo>
                    <a:pt x="16972" y="9261"/>
                    <a:pt x="16906" y="9269"/>
                    <a:pt x="16830" y="9269"/>
                  </a:cubicBezTo>
                  <a:cubicBezTo>
                    <a:pt x="16668" y="9269"/>
                    <a:pt x="16192" y="9191"/>
                    <a:pt x="15983" y="8963"/>
                  </a:cubicBezTo>
                  <a:cubicBezTo>
                    <a:pt x="15972" y="8998"/>
                    <a:pt x="15955" y="9031"/>
                    <a:pt x="15934" y="9063"/>
                  </a:cubicBezTo>
                  <a:cubicBezTo>
                    <a:pt x="15890" y="9129"/>
                    <a:pt x="15785" y="9239"/>
                    <a:pt x="15569" y="9248"/>
                  </a:cubicBezTo>
                  <a:cubicBezTo>
                    <a:pt x="15677" y="9278"/>
                    <a:pt x="15766" y="9342"/>
                    <a:pt x="15821" y="9432"/>
                  </a:cubicBezTo>
                  <a:cubicBezTo>
                    <a:pt x="15912" y="9578"/>
                    <a:pt x="15902" y="9765"/>
                    <a:pt x="15790" y="9987"/>
                  </a:cubicBezTo>
                  <a:cubicBezTo>
                    <a:pt x="15787" y="9993"/>
                    <a:pt x="15784" y="9999"/>
                    <a:pt x="15781" y="10004"/>
                  </a:cubicBezTo>
                  <a:cubicBezTo>
                    <a:pt x="15805" y="10044"/>
                    <a:pt x="15818" y="10084"/>
                    <a:pt x="15825" y="10120"/>
                  </a:cubicBezTo>
                  <a:cubicBezTo>
                    <a:pt x="15884" y="10194"/>
                    <a:pt x="15961" y="10313"/>
                    <a:pt x="15944" y="10470"/>
                  </a:cubicBezTo>
                  <a:cubicBezTo>
                    <a:pt x="15956" y="10502"/>
                    <a:pt x="15972" y="10554"/>
                    <a:pt x="15972" y="10624"/>
                  </a:cubicBezTo>
                  <a:cubicBezTo>
                    <a:pt x="15972" y="10657"/>
                    <a:pt x="15972" y="10705"/>
                    <a:pt x="16053" y="10877"/>
                  </a:cubicBezTo>
                  <a:cubicBezTo>
                    <a:pt x="16182" y="11153"/>
                    <a:pt x="16106" y="11418"/>
                    <a:pt x="15991" y="11573"/>
                  </a:cubicBezTo>
                  <a:cubicBezTo>
                    <a:pt x="15891" y="11709"/>
                    <a:pt x="15744" y="11786"/>
                    <a:pt x="15588" y="11786"/>
                  </a:cubicBezTo>
                  <a:cubicBezTo>
                    <a:pt x="15569" y="11786"/>
                    <a:pt x="15549" y="11785"/>
                    <a:pt x="15530" y="11783"/>
                  </a:cubicBezTo>
                  <a:cubicBezTo>
                    <a:pt x="15502" y="11779"/>
                    <a:pt x="15472" y="11775"/>
                    <a:pt x="15441" y="11768"/>
                  </a:cubicBezTo>
                  <a:cubicBezTo>
                    <a:pt x="15362" y="11820"/>
                    <a:pt x="15268" y="11845"/>
                    <a:pt x="15177" y="11845"/>
                  </a:cubicBezTo>
                  <a:cubicBezTo>
                    <a:pt x="15095" y="11845"/>
                    <a:pt x="15014" y="11827"/>
                    <a:pt x="14928" y="11788"/>
                  </a:cubicBezTo>
                  <a:cubicBezTo>
                    <a:pt x="14898" y="11775"/>
                    <a:pt x="14871" y="11759"/>
                    <a:pt x="14848" y="11742"/>
                  </a:cubicBezTo>
                  <a:cubicBezTo>
                    <a:pt x="14769" y="11775"/>
                    <a:pt x="14687" y="11797"/>
                    <a:pt x="14606" y="11806"/>
                  </a:cubicBezTo>
                  <a:cubicBezTo>
                    <a:pt x="14590" y="11821"/>
                    <a:pt x="14568" y="11845"/>
                    <a:pt x="14552" y="11863"/>
                  </a:cubicBezTo>
                  <a:cubicBezTo>
                    <a:pt x="14532" y="11884"/>
                    <a:pt x="14511" y="11907"/>
                    <a:pt x="14487" y="11930"/>
                  </a:cubicBezTo>
                  <a:cubicBezTo>
                    <a:pt x="14509" y="12006"/>
                    <a:pt x="14530" y="12103"/>
                    <a:pt x="14506" y="12210"/>
                  </a:cubicBezTo>
                  <a:cubicBezTo>
                    <a:pt x="14452" y="12454"/>
                    <a:pt x="14314" y="12628"/>
                    <a:pt x="14095" y="12726"/>
                  </a:cubicBezTo>
                  <a:cubicBezTo>
                    <a:pt x="14088" y="12735"/>
                    <a:pt x="14078" y="12747"/>
                    <a:pt x="14071" y="12756"/>
                  </a:cubicBezTo>
                  <a:cubicBezTo>
                    <a:pt x="13999" y="12845"/>
                    <a:pt x="13867" y="13010"/>
                    <a:pt x="13587" y="13066"/>
                  </a:cubicBezTo>
                  <a:cubicBezTo>
                    <a:pt x="13490" y="13086"/>
                    <a:pt x="13411" y="13097"/>
                    <a:pt x="13339" y="13103"/>
                  </a:cubicBezTo>
                  <a:cubicBezTo>
                    <a:pt x="13275" y="13312"/>
                    <a:pt x="13015" y="13426"/>
                    <a:pt x="12842" y="13481"/>
                  </a:cubicBezTo>
                  <a:cubicBezTo>
                    <a:pt x="12783" y="13545"/>
                    <a:pt x="12680" y="13682"/>
                    <a:pt x="12621" y="13762"/>
                  </a:cubicBezTo>
                  <a:cubicBezTo>
                    <a:pt x="12545" y="13863"/>
                    <a:pt x="12479" y="13951"/>
                    <a:pt x="12426" y="14009"/>
                  </a:cubicBezTo>
                  <a:cubicBezTo>
                    <a:pt x="12264" y="14187"/>
                    <a:pt x="12106" y="14234"/>
                    <a:pt x="11991" y="14268"/>
                  </a:cubicBezTo>
                  <a:cubicBezTo>
                    <a:pt x="11979" y="14272"/>
                    <a:pt x="11968" y="14275"/>
                    <a:pt x="11958" y="14278"/>
                  </a:cubicBezTo>
                  <a:cubicBezTo>
                    <a:pt x="11928" y="14310"/>
                    <a:pt x="11881" y="14375"/>
                    <a:pt x="11851" y="14417"/>
                  </a:cubicBezTo>
                  <a:cubicBezTo>
                    <a:pt x="11786" y="14505"/>
                    <a:pt x="11719" y="14597"/>
                    <a:pt x="11637" y="14671"/>
                  </a:cubicBezTo>
                  <a:cubicBezTo>
                    <a:pt x="11473" y="14819"/>
                    <a:pt x="11350" y="14870"/>
                    <a:pt x="11166" y="14947"/>
                  </a:cubicBezTo>
                  <a:cubicBezTo>
                    <a:pt x="11143" y="14956"/>
                    <a:pt x="11120" y="14966"/>
                    <a:pt x="11094" y="14977"/>
                  </a:cubicBezTo>
                  <a:cubicBezTo>
                    <a:pt x="11094" y="15002"/>
                    <a:pt x="11098" y="15036"/>
                    <a:pt x="11100" y="15061"/>
                  </a:cubicBezTo>
                  <a:lnTo>
                    <a:pt x="11102" y="15091"/>
                  </a:lnTo>
                  <a:cubicBezTo>
                    <a:pt x="11112" y="15217"/>
                    <a:pt x="11068" y="15446"/>
                    <a:pt x="10656" y="15566"/>
                  </a:cubicBezTo>
                  <a:cubicBezTo>
                    <a:pt x="10515" y="15607"/>
                    <a:pt x="10349" y="15632"/>
                    <a:pt x="10216" y="15653"/>
                  </a:cubicBezTo>
                  <a:cubicBezTo>
                    <a:pt x="10194" y="15657"/>
                    <a:pt x="10168" y="15661"/>
                    <a:pt x="10144" y="15664"/>
                  </a:cubicBezTo>
                  <a:cubicBezTo>
                    <a:pt x="10138" y="15683"/>
                    <a:pt x="10133" y="15702"/>
                    <a:pt x="10128" y="15716"/>
                  </a:cubicBezTo>
                  <a:cubicBezTo>
                    <a:pt x="10097" y="15822"/>
                    <a:pt x="10062" y="15941"/>
                    <a:pt x="9960" y="16033"/>
                  </a:cubicBezTo>
                  <a:cubicBezTo>
                    <a:pt x="9876" y="16109"/>
                    <a:pt x="9779" y="16147"/>
                    <a:pt x="9672" y="16147"/>
                  </a:cubicBezTo>
                  <a:cubicBezTo>
                    <a:pt x="9603" y="16147"/>
                    <a:pt x="9505" y="16130"/>
                    <a:pt x="9413" y="16054"/>
                  </a:cubicBezTo>
                  <a:cubicBezTo>
                    <a:pt x="9408" y="16054"/>
                    <a:pt x="9402" y="16053"/>
                    <a:pt x="9395" y="16053"/>
                  </a:cubicBezTo>
                  <a:cubicBezTo>
                    <a:pt x="9336" y="16257"/>
                    <a:pt x="9398" y="16794"/>
                    <a:pt x="9451" y="16956"/>
                  </a:cubicBezTo>
                  <a:cubicBezTo>
                    <a:pt x="9539" y="17213"/>
                    <a:pt x="9481" y="17872"/>
                    <a:pt x="9244" y="18200"/>
                  </a:cubicBezTo>
                  <a:cubicBezTo>
                    <a:pt x="9121" y="18370"/>
                    <a:pt x="9071" y="18580"/>
                    <a:pt x="9070" y="18643"/>
                  </a:cubicBezTo>
                  <a:cubicBezTo>
                    <a:pt x="9095" y="18747"/>
                    <a:pt x="9089" y="18881"/>
                    <a:pt x="9078" y="19083"/>
                  </a:cubicBezTo>
                  <a:cubicBezTo>
                    <a:pt x="9072" y="19173"/>
                    <a:pt x="9066" y="19285"/>
                    <a:pt x="9070" y="19333"/>
                  </a:cubicBezTo>
                  <a:lnTo>
                    <a:pt x="9071" y="19345"/>
                  </a:lnTo>
                  <a:cubicBezTo>
                    <a:pt x="9080" y="19443"/>
                    <a:pt x="9094" y="19606"/>
                    <a:pt x="8955" y="19742"/>
                  </a:cubicBezTo>
                  <a:cubicBezTo>
                    <a:pt x="8849" y="19845"/>
                    <a:pt x="8711" y="19878"/>
                    <a:pt x="8567" y="19889"/>
                  </a:cubicBezTo>
                  <a:cubicBezTo>
                    <a:pt x="8549" y="19958"/>
                    <a:pt x="8509" y="20033"/>
                    <a:pt x="8426" y="20097"/>
                  </a:cubicBezTo>
                  <a:cubicBezTo>
                    <a:pt x="8416" y="20104"/>
                    <a:pt x="8370" y="20144"/>
                    <a:pt x="8374" y="20206"/>
                  </a:cubicBezTo>
                  <a:cubicBezTo>
                    <a:pt x="8406" y="20599"/>
                    <a:pt x="7944" y="20749"/>
                    <a:pt x="7667" y="20830"/>
                  </a:cubicBezTo>
                  <a:cubicBezTo>
                    <a:pt x="7665" y="20849"/>
                    <a:pt x="7664" y="20870"/>
                    <a:pt x="7663" y="20886"/>
                  </a:cubicBezTo>
                  <a:cubicBezTo>
                    <a:pt x="7658" y="20977"/>
                    <a:pt x="7652" y="21080"/>
                    <a:pt x="7591" y="21176"/>
                  </a:cubicBezTo>
                  <a:cubicBezTo>
                    <a:pt x="7450" y="21398"/>
                    <a:pt x="6895" y="21599"/>
                    <a:pt x="6729" y="2159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7E00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25A305">
                    <a:alpha val="100000"/>
                  </a:srgbClr>
                </a:gs>
              </a:gsLst>
              <a:lin ang="5400000" scaled="1"/>
            </a:gradFill>
            <a:ln w="15725" cap="rnd" cmpd="sng">
              <a:noFill/>
              <a:prstDash val="solid"/>
              <a:round/>
            </a:ln>
            <a:effectLst>
              <a:outerShdw algn="t" blurRad="50800" dir="5400000" dist="50800" rotWithShape="0" sx="100000" sy="100000">
                <a:srgbClr val="000000">
                  <a:alpha val="79607"/>
                </a:srgbClr>
              </a:outerShdw>
            </a:effectLst>
          </p:spPr>
        </p:sp>
        <p:sp useBgFill="1">
          <p:nvSpPr>
            <p:cNvPr id="1048587" name="曲线"/>
            <p:cNvSpPr/>
            <p:nvPr/>
          </p:nvSpPr>
          <p:spPr>
            <a:xfrm rot="0">
              <a:off x="1215375" y="716385"/>
              <a:ext cx="4515674" cy="50385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630" y="1310"/>
                  </a:moveTo>
                  <a:cubicBezTo>
                    <a:pt x="7625" y="1233"/>
                    <a:pt x="7659" y="1107"/>
                    <a:pt x="7546" y="1095"/>
                  </a:cubicBezTo>
                  <a:cubicBezTo>
                    <a:pt x="7433" y="1082"/>
                    <a:pt x="7193" y="1095"/>
                    <a:pt x="7193" y="1006"/>
                  </a:cubicBezTo>
                  <a:cubicBezTo>
                    <a:pt x="7193" y="918"/>
                    <a:pt x="7235" y="829"/>
                    <a:pt x="7122" y="804"/>
                  </a:cubicBezTo>
                  <a:cubicBezTo>
                    <a:pt x="7010" y="778"/>
                    <a:pt x="6897" y="589"/>
                    <a:pt x="6784" y="576"/>
                  </a:cubicBezTo>
                  <a:cubicBezTo>
                    <a:pt x="6671" y="563"/>
                    <a:pt x="6459" y="563"/>
                    <a:pt x="6416" y="424"/>
                  </a:cubicBezTo>
                  <a:cubicBezTo>
                    <a:pt x="6374" y="285"/>
                    <a:pt x="6191" y="285"/>
                    <a:pt x="6205" y="184"/>
                  </a:cubicBezTo>
                  <a:cubicBezTo>
                    <a:pt x="6219" y="83"/>
                    <a:pt x="6191" y="-16"/>
                    <a:pt x="6092" y="58"/>
                  </a:cubicBezTo>
                  <a:cubicBezTo>
                    <a:pt x="5993" y="133"/>
                    <a:pt x="5852" y="259"/>
                    <a:pt x="5781" y="158"/>
                  </a:cubicBezTo>
                  <a:cubicBezTo>
                    <a:pt x="5711" y="57"/>
                    <a:pt x="5823" y="-79"/>
                    <a:pt x="5570" y="58"/>
                  </a:cubicBezTo>
                  <a:cubicBezTo>
                    <a:pt x="5315" y="196"/>
                    <a:pt x="5259" y="259"/>
                    <a:pt x="5160" y="196"/>
                  </a:cubicBezTo>
                  <a:cubicBezTo>
                    <a:pt x="5062" y="133"/>
                    <a:pt x="4906" y="133"/>
                    <a:pt x="4963" y="171"/>
                  </a:cubicBezTo>
                  <a:cubicBezTo>
                    <a:pt x="5019" y="209"/>
                    <a:pt x="5037" y="272"/>
                    <a:pt x="4951" y="272"/>
                  </a:cubicBezTo>
                  <a:cubicBezTo>
                    <a:pt x="4864" y="272"/>
                    <a:pt x="4624" y="196"/>
                    <a:pt x="4553" y="234"/>
                  </a:cubicBezTo>
                  <a:cubicBezTo>
                    <a:pt x="4483" y="272"/>
                    <a:pt x="4497" y="336"/>
                    <a:pt x="4440" y="361"/>
                  </a:cubicBezTo>
                  <a:cubicBezTo>
                    <a:pt x="4384" y="386"/>
                    <a:pt x="4229" y="513"/>
                    <a:pt x="4158" y="551"/>
                  </a:cubicBezTo>
                  <a:cubicBezTo>
                    <a:pt x="4087" y="588"/>
                    <a:pt x="4003" y="639"/>
                    <a:pt x="4059" y="728"/>
                  </a:cubicBezTo>
                  <a:cubicBezTo>
                    <a:pt x="4116" y="816"/>
                    <a:pt x="4116" y="880"/>
                    <a:pt x="4285" y="842"/>
                  </a:cubicBezTo>
                  <a:cubicBezTo>
                    <a:pt x="4455" y="804"/>
                    <a:pt x="4440" y="804"/>
                    <a:pt x="4483" y="892"/>
                  </a:cubicBezTo>
                  <a:cubicBezTo>
                    <a:pt x="4525" y="981"/>
                    <a:pt x="4553" y="1056"/>
                    <a:pt x="4666" y="1056"/>
                  </a:cubicBezTo>
                  <a:cubicBezTo>
                    <a:pt x="4779" y="1056"/>
                    <a:pt x="5033" y="1056"/>
                    <a:pt x="4949" y="1145"/>
                  </a:cubicBezTo>
                  <a:cubicBezTo>
                    <a:pt x="4864" y="1233"/>
                    <a:pt x="4808" y="1259"/>
                    <a:pt x="4934" y="1309"/>
                  </a:cubicBezTo>
                  <a:cubicBezTo>
                    <a:pt x="5061" y="1360"/>
                    <a:pt x="5202" y="1372"/>
                    <a:pt x="5146" y="1486"/>
                  </a:cubicBezTo>
                  <a:cubicBezTo>
                    <a:pt x="5090" y="1600"/>
                    <a:pt x="5019" y="1651"/>
                    <a:pt x="4906" y="1689"/>
                  </a:cubicBezTo>
                  <a:cubicBezTo>
                    <a:pt x="4793" y="1727"/>
                    <a:pt x="4906" y="1752"/>
                    <a:pt x="4793" y="1790"/>
                  </a:cubicBezTo>
                  <a:cubicBezTo>
                    <a:pt x="4680" y="1828"/>
                    <a:pt x="4582" y="1765"/>
                    <a:pt x="4624" y="1929"/>
                  </a:cubicBezTo>
                  <a:cubicBezTo>
                    <a:pt x="4666" y="2094"/>
                    <a:pt x="4765" y="2119"/>
                    <a:pt x="4751" y="2233"/>
                  </a:cubicBezTo>
                  <a:cubicBezTo>
                    <a:pt x="4736" y="2347"/>
                    <a:pt x="4765" y="2448"/>
                    <a:pt x="4736" y="2562"/>
                  </a:cubicBezTo>
                  <a:cubicBezTo>
                    <a:pt x="4708" y="2676"/>
                    <a:pt x="4666" y="2815"/>
                    <a:pt x="4849" y="2929"/>
                  </a:cubicBezTo>
                  <a:cubicBezTo>
                    <a:pt x="5033" y="3042"/>
                    <a:pt x="5132" y="3081"/>
                    <a:pt x="5245" y="3118"/>
                  </a:cubicBezTo>
                  <a:cubicBezTo>
                    <a:pt x="5358" y="3156"/>
                    <a:pt x="5400" y="3194"/>
                    <a:pt x="5428" y="3283"/>
                  </a:cubicBezTo>
                  <a:cubicBezTo>
                    <a:pt x="5456" y="3371"/>
                    <a:pt x="5555" y="3384"/>
                    <a:pt x="5626" y="3384"/>
                  </a:cubicBezTo>
                  <a:cubicBezTo>
                    <a:pt x="5697" y="3384"/>
                    <a:pt x="5965" y="3371"/>
                    <a:pt x="5936" y="3460"/>
                  </a:cubicBezTo>
                  <a:cubicBezTo>
                    <a:pt x="5908" y="3548"/>
                    <a:pt x="5908" y="3599"/>
                    <a:pt x="5739" y="3650"/>
                  </a:cubicBezTo>
                  <a:cubicBezTo>
                    <a:pt x="5569" y="3700"/>
                    <a:pt x="5485" y="3776"/>
                    <a:pt x="5386" y="3814"/>
                  </a:cubicBezTo>
                  <a:cubicBezTo>
                    <a:pt x="5287" y="3852"/>
                    <a:pt x="5259" y="3890"/>
                    <a:pt x="5287" y="4054"/>
                  </a:cubicBezTo>
                  <a:cubicBezTo>
                    <a:pt x="5315" y="4219"/>
                    <a:pt x="5344" y="4079"/>
                    <a:pt x="5315" y="4219"/>
                  </a:cubicBezTo>
                  <a:cubicBezTo>
                    <a:pt x="5287" y="4358"/>
                    <a:pt x="5442" y="4307"/>
                    <a:pt x="5273" y="4421"/>
                  </a:cubicBezTo>
                  <a:cubicBezTo>
                    <a:pt x="5104" y="4535"/>
                    <a:pt x="4821" y="4725"/>
                    <a:pt x="4808" y="4838"/>
                  </a:cubicBezTo>
                  <a:cubicBezTo>
                    <a:pt x="4794" y="4952"/>
                    <a:pt x="4864" y="5066"/>
                    <a:pt x="4709" y="5104"/>
                  </a:cubicBezTo>
                  <a:cubicBezTo>
                    <a:pt x="4554" y="5142"/>
                    <a:pt x="4554" y="5066"/>
                    <a:pt x="4384" y="5167"/>
                  </a:cubicBezTo>
                  <a:cubicBezTo>
                    <a:pt x="4215" y="5268"/>
                    <a:pt x="4328" y="5370"/>
                    <a:pt x="4201" y="5496"/>
                  </a:cubicBezTo>
                  <a:cubicBezTo>
                    <a:pt x="4074" y="5623"/>
                    <a:pt x="4130" y="5736"/>
                    <a:pt x="3961" y="5812"/>
                  </a:cubicBezTo>
                  <a:cubicBezTo>
                    <a:pt x="3792" y="5888"/>
                    <a:pt x="3608" y="5850"/>
                    <a:pt x="3481" y="6027"/>
                  </a:cubicBezTo>
                  <a:cubicBezTo>
                    <a:pt x="3354" y="6204"/>
                    <a:pt x="3467" y="6331"/>
                    <a:pt x="3326" y="6356"/>
                  </a:cubicBezTo>
                  <a:cubicBezTo>
                    <a:pt x="3185" y="6382"/>
                    <a:pt x="3171" y="6470"/>
                    <a:pt x="3086" y="6533"/>
                  </a:cubicBezTo>
                  <a:cubicBezTo>
                    <a:pt x="3002" y="6597"/>
                    <a:pt x="2931" y="6647"/>
                    <a:pt x="2705" y="6647"/>
                  </a:cubicBezTo>
                  <a:cubicBezTo>
                    <a:pt x="2479" y="6647"/>
                    <a:pt x="2296" y="6736"/>
                    <a:pt x="2268" y="6698"/>
                  </a:cubicBezTo>
                  <a:cubicBezTo>
                    <a:pt x="2240" y="6660"/>
                    <a:pt x="2366" y="6622"/>
                    <a:pt x="2169" y="6521"/>
                  </a:cubicBezTo>
                  <a:cubicBezTo>
                    <a:pt x="1971" y="6419"/>
                    <a:pt x="1943" y="6419"/>
                    <a:pt x="1830" y="6571"/>
                  </a:cubicBezTo>
                  <a:cubicBezTo>
                    <a:pt x="1717" y="6723"/>
                    <a:pt x="1506" y="6976"/>
                    <a:pt x="1378" y="7014"/>
                  </a:cubicBezTo>
                  <a:cubicBezTo>
                    <a:pt x="1251" y="7052"/>
                    <a:pt x="1172" y="7267"/>
                    <a:pt x="1261" y="7368"/>
                  </a:cubicBezTo>
                  <a:cubicBezTo>
                    <a:pt x="1350" y="7470"/>
                    <a:pt x="1675" y="7394"/>
                    <a:pt x="1689" y="7507"/>
                  </a:cubicBezTo>
                  <a:cubicBezTo>
                    <a:pt x="1703" y="7621"/>
                    <a:pt x="1703" y="7900"/>
                    <a:pt x="1646" y="7975"/>
                  </a:cubicBezTo>
                  <a:cubicBezTo>
                    <a:pt x="1590" y="8051"/>
                    <a:pt x="1689" y="8115"/>
                    <a:pt x="1830" y="8153"/>
                  </a:cubicBezTo>
                  <a:cubicBezTo>
                    <a:pt x="1971" y="8190"/>
                    <a:pt x="2056" y="8241"/>
                    <a:pt x="2056" y="8330"/>
                  </a:cubicBezTo>
                  <a:cubicBezTo>
                    <a:pt x="2056" y="8419"/>
                    <a:pt x="2197" y="8444"/>
                    <a:pt x="2197" y="8634"/>
                  </a:cubicBezTo>
                  <a:cubicBezTo>
                    <a:pt x="2197" y="8824"/>
                    <a:pt x="2267" y="8937"/>
                    <a:pt x="2267" y="8988"/>
                  </a:cubicBezTo>
                  <a:cubicBezTo>
                    <a:pt x="2267" y="9038"/>
                    <a:pt x="2394" y="9102"/>
                    <a:pt x="2267" y="9140"/>
                  </a:cubicBezTo>
                  <a:cubicBezTo>
                    <a:pt x="2140" y="9178"/>
                    <a:pt x="2211" y="9266"/>
                    <a:pt x="2084" y="9279"/>
                  </a:cubicBezTo>
                  <a:cubicBezTo>
                    <a:pt x="1957" y="9291"/>
                    <a:pt x="2028" y="9228"/>
                    <a:pt x="1886" y="9203"/>
                  </a:cubicBezTo>
                  <a:cubicBezTo>
                    <a:pt x="1745" y="9178"/>
                    <a:pt x="1759" y="9215"/>
                    <a:pt x="1618" y="9228"/>
                  </a:cubicBezTo>
                  <a:cubicBezTo>
                    <a:pt x="1477" y="9241"/>
                    <a:pt x="1576" y="9257"/>
                    <a:pt x="1407" y="9280"/>
                  </a:cubicBezTo>
                  <a:cubicBezTo>
                    <a:pt x="1237" y="9304"/>
                    <a:pt x="1237" y="9241"/>
                    <a:pt x="1124" y="9203"/>
                  </a:cubicBezTo>
                  <a:cubicBezTo>
                    <a:pt x="1011" y="9165"/>
                    <a:pt x="913" y="9190"/>
                    <a:pt x="687" y="9190"/>
                  </a:cubicBezTo>
                  <a:cubicBezTo>
                    <a:pt x="461" y="9190"/>
                    <a:pt x="616" y="9291"/>
                    <a:pt x="503" y="9354"/>
                  </a:cubicBezTo>
                  <a:cubicBezTo>
                    <a:pt x="390" y="9417"/>
                    <a:pt x="207" y="9278"/>
                    <a:pt x="150" y="9354"/>
                  </a:cubicBezTo>
                  <a:cubicBezTo>
                    <a:pt x="94" y="9430"/>
                    <a:pt x="-74" y="9696"/>
                    <a:pt x="37" y="9658"/>
                  </a:cubicBezTo>
                  <a:cubicBezTo>
                    <a:pt x="150" y="9620"/>
                    <a:pt x="362" y="9481"/>
                    <a:pt x="376" y="9531"/>
                  </a:cubicBezTo>
                  <a:cubicBezTo>
                    <a:pt x="391" y="9582"/>
                    <a:pt x="150" y="9658"/>
                    <a:pt x="179" y="9759"/>
                  </a:cubicBezTo>
                  <a:cubicBezTo>
                    <a:pt x="207" y="9860"/>
                    <a:pt x="249" y="10037"/>
                    <a:pt x="447" y="10139"/>
                  </a:cubicBezTo>
                  <a:cubicBezTo>
                    <a:pt x="644" y="10240"/>
                    <a:pt x="800" y="10455"/>
                    <a:pt x="983" y="10417"/>
                  </a:cubicBezTo>
                  <a:cubicBezTo>
                    <a:pt x="1166" y="10379"/>
                    <a:pt x="1505" y="10151"/>
                    <a:pt x="1562" y="10278"/>
                  </a:cubicBezTo>
                  <a:cubicBezTo>
                    <a:pt x="1618" y="10405"/>
                    <a:pt x="1068" y="10658"/>
                    <a:pt x="941" y="10683"/>
                  </a:cubicBezTo>
                  <a:cubicBezTo>
                    <a:pt x="814" y="10708"/>
                    <a:pt x="701" y="10784"/>
                    <a:pt x="658" y="10683"/>
                  </a:cubicBezTo>
                  <a:cubicBezTo>
                    <a:pt x="616" y="10581"/>
                    <a:pt x="432" y="10544"/>
                    <a:pt x="419" y="10632"/>
                  </a:cubicBezTo>
                  <a:cubicBezTo>
                    <a:pt x="405" y="10720"/>
                    <a:pt x="390" y="10822"/>
                    <a:pt x="560" y="10961"/>
                  </a:cubicBezTo>
                  <a:cubicBezTo>
                    <a:pt x="729" y="11100"/>
                    <a:pt x="955" y="11366"/>
                    <a:pt x="1068" y="11530"/>
                  </a:cubicBezTo>
                  <a:cubicBezTo>
                    <a:pt x="1181" y="11695"/>
                    <a:pt x="1576" y="12061"/>
                    <a:pt x="1788" y="12036"/>
                  </a:cubicBezTo>
                  <a:cubicBezTo>
                    <a:pt x="1999" y="12011"/>
                    <a:pt x="2465" y="11833"/>
                    <a:pt x="2606" y="11796"/>
                  </a:cubicBezTo>
                  <a:cubicBezTo>
                    <a:pt x="2747" y="11758"/>
                    <a:pt x="2804" y="11631"/>
                    <a:pt x="2903" y="11530"/>
                  </a:cubicBezTo>
                  <a:cubicBezTo>
                    <a:pt x="3001" y="11429"/>
                    <a:pt x="2973" y="11403"/>
                    <a:pt x="2945" y="11340"/>
                  </a:cubicBezTo>
                  <a:cubicBezTo>
                    <a:pt x="2917" y="11277"/>
                    <a:pt x="2775" y="11277"/>
                    <a:pt x="2846" y="11176"/>
                  </a:cubicBezTo>
                  <a:cubicBezTo>
                    <a:pt x="2917" y="11075"/>
                    <a:pt x="3044" y="11075"/>
                    <a:pt x="3044" y="11024"/>
                  </a:cubicBezTo>
                  <a:cubicBezTo>
                    <a:pt x="3044" y="10973"/>
                    <a:pt x="3002" y="10745"/>
                    <a:pt x="3100" y="10828"/>
                  </a:cubicBezTo>
                  <a:cubicBezTo>
                    <a:pt x="3199" y="10910"/>
                    <a:pt x="3411" y="10873"/>
                    <a:pt x="3368" y="10949"/>
                  </a:cubicBezTo>
                  <a:cubicBezTo>
                    <a:pt x="3326" y="11024"/>
                    <a:pt x="3241" y="10961"/>
                    <a:pt x="3227" y="11138"/>
                  </a:cubicBezTo>
                  <a:cubicBezTo>
                    <a:pt x="3213" y="11315"/>
                    <a:pt x="3142" y="11366"/>
                    <a:pt x="3255" y="11391"/>
                  </a:cubicBezTo>
                  <a:cubicBezTo>
                    <a:pt x="3368" y="11417"/>
                    <a:pt x="3453" y="11391"/>
                    <a:pt x="3326" y="11505"/>
                  </a:cubicBezTo>
                  <a:cubicBezTo>
                    <a:pt x="3199" y="11619"/>
                    <a:pt x="3128" y="11657"/>
                    <a:pt x="3298" y="11796"/>
                  </a:cubicBezTo>
                  <a:cubicBezTo>
                    <a:pt x="3467" y="11935"/>
                    <a:pt x="3594" y="12062"/>
                    <a:pt x="3453" y="12163"/>
                  </a:cubicBezTo>
                  <a:cubicBezTo>
                    <a:pt x="3312" y="12264"/>
                    <a:pt x="3354" y="12251"/>
                    <a:pt x="3439" y="12340"/>
                  </a:cubicBezTo>
                  <a:cubicBezTo>
                    <a:pt x="3524" y="12428"/>
                    <a:pt x="3707" y="12428"/>
                    <a:pt x="3679" y="12530"/>
                  </a:cubicBezTo>
                  <a:cubicBezTo>
                    <a:pt x="3650" y="12631"/>
                    <a:pt x="3524" y="12517"/>
                    <a:pt x="3411" y="12530"/>
                  </a:cubicBezTo>
                  <a:cubicBezTo>
                    <a:pt x="3298" y="12542"/>
                    <a:pt x="3185" y="12631"/>
                    <a:pt x="3213" y="12795"/>
                  </a:cubicBezTo>
                  <a:cubicBezTo>
                    <a:pt x="3241" y="12959"/>
                    <a:pt x="3269" y="13061"/>
                    <a:pt x="3312" y="13339"/>
                  </a:cubicBezTo>
                  <a:cubicBezTo>
                    <a:pt x="3354" y="13618"/>
                    <a:pt x="3241" y="13618"/>
                    <a:pt x="3255" y="13693"/>
                  </a:cubicBezTo>
                  <a:cubicBezTo>
                    <a:pt x="3269" y="13769"/>
                    <a:pt x="3495" y="14617"/>
                    <a:pt x="3481" y="14819"/>
                  </a:cubicBezTo>
                  <a:cubicBezTo>
                    <a:pt x="3467" y="15022"/>
                    <a:pt x="3516" y="15665"/>
                    <a:pt x="3693" y="15793"/>
                  </a:cubicBezTo>
                  <a:cubicBezTo>
                    <a:pt x="3870" y="15922"/>
                    <a:pt x="4130" y="15894"/>
                    <a:pt x="4172" y="16021"/>
                  </a:cubicBezTo>
                  <a:cubicBezTo>
                    <a:pt x="4214" y="16147"/>
                    <a:pt x="4257" y="16451"/>
                    <a:pt x="4130" y="16527"/>
                  </a:cubicBezTo>
                  <a:cubicBezTo>
                    <a:pt x="4003" y="16603"/>
                    <a:pt x="4173" y="16666"/>
                    <a:pt x="4229" y="16755"/>
                  </a:cubicBezTo>
                  <a:cubicBezTo>
                    <a:pt x="4285" y="16843"/>
                    <a:pt x="4342" y="17109"/>
                    <a:pt x="4398" y="17198"/>
                  </a:cubicBezTo>
                  <a:cubicBezTo>
                    <a:pt x="4455" y="17286"/>
                    <a:pt x="4539" y="17450"/>
                    <a:pt x="4511" y="17678"/>
                  </a:cubicBezTo>
                  <a:cubicBezTo>
                    <a:pt x="4483" y="17906"/>
                    <a:pt x="4836" y="18640"/>
                    <a:pt x="4935" y="18753"/>
                  </a:cubicBezTo>
                  <a:cubicBezTo>
                    <a:pt x="5033" y="18867"/>
                    <a:pt x="5401" y="19373"/>
                    <a:pt x="5443" y="19563"/>
                  </a:cubicBezTo>
                  <a:cubicBezTo>
                    <a:pt x="5485" y="19753"/>
                    <a:pt x="5697" y="20158"/>
                    <a:pt x="5697" y="20562"/>
                  </a:cubicBezTo>
                  <a:cubicBezTo>
                    <a:pt x="5697" y="20967"/>
                    <a:pt x="6516" y="21600"/>
                    <a:pt x="6587" y="21600"/>
                  </a:cubicBezTo>
                  <a:cubicBezTo>
                    <a:pt x="6657" y="21600"/>
                    <a:pt x="7095" y="21422"/>
                    <a:pt x="7151" y="21334"/>
                  </a:cubicBezTo>
                  <a:cubicBezTo>
                    <a:pt x="7208" y="21246"/>
                    <a:pt x="7123" y="20916"/>
                    <a:pt x="7334" y="20853"/>
                  </a:cubicBezTo>
                  <a:cubicBezTo>
                    <a:pt x="7546" y="20790"/>
                    <a:pt x="7927" y="20702"/>
                    <a:pt x="7913" y="20524"/>
                  </a:cubicBezTo>
                  <a:cubicBezTo>
                    <a:pt x="7899" y="20347"/>
                    <a:pt x="7998" y="20208"/>
                    <a:pt x="8097" y="20132"/>
                  </a:cubicBezTo>
                  <a:cubicBezTo>
                    <a:pt x="8195" y="20056"/>
                    <a:pt x="7984" y="19841"/>
                    <a:pt x="8322" y="19841"/>
                  </a:cubicBezTo>
                  <a:cubicBezTo>
                    <a:pt x="8661" y="19841"/>
                    <a:pt x="8647" y="19791"/>
                    <a:pt x="8633" y="19626"/>
                  </a:cubicBezTo>
                  <a:cubicBezTo>
                    <a:pt x="8619" y="19462"/>
                    <a:pt x="8673" y="19070"/>
                    <a:pt x="8639" y="18956"/>
                  </a:cubicBezTo>
                  <a:cubicBezTo>
                    <a:pt x="8605" y="18842"/>
                    <a:pt x="8690" y="18501"/>
                    <a:pt x="8873" y="18247"/>
                  </a:cubicBezTo>
                  <a:cubicBezTo>
                    <a:pt x="9056" y="17994"/>
                    <a:pt x="9099" y="17413"/>
                    <a:pt x="9042" y="17248"/>
                  </a:cubicBezTo>
                  <a:cubicBezTo>
                    <a:pt x="8986" y="17084"/>
                    <a:pt x="8774" y="15907"/>
                    <a:pt x="9226" y="15882"/>
                  </a:cubicBezTo>
                  <a:cubicBezTo>
                    <a:pt x="9677" y="15857"/>
                    <a:pt x="9579" y="16034"/>
                    <a:pt x="9663" y="15958"/>
                  </a:cubicBezTo>
                  <a:cubicBezTo>
                    <a:pt x="9748" y="15882"/>
                    <a:pt x="9748" y="15566"/>
                    <a:pt x="9903" y="15515"/>
                  </a:cubicBezTo>
                  <a:cubicBezTo>
                    <a:pt x="10058" y="15464"/>
                    <a:pt x="10750" y="15427"/>
                    <a:pt x="10736" y="15249"/>
                  </a:cubicBezTo>
                  <a:cubicBezTo>
                    <a:pt x="10722" y="15072"/>
                    <a:pt x="10694" y="14908"/>
                    <a:pt x="10934" y="14807"/>
                  </a:cubicBezTo>
                  <a:cubicBezTo>
                    <a:pt x="11174" y="14705"/>
                    <a:pt x="11258" y="14680"/>
                    <a:pt x="11400" y="14554"/>
                  </a:cubicBezTo>
                  <a:cubicBezTo>
                    <a:pt x="11541" y="14427"/>
                    <a:pt x="11682" y="14136"/>
                    <a:pt x="11823" y="14086"/>
                  </a:cubicBezTo>
                  <a:cubicBezTo>
                    <a:pt x="11964" y="14035"/>
                    <a:pt x="12063" y="14035"/>
                    <a:pt x="12190" y="13896"/>
                  </a:cubicBezTo>
                  <a:cubicBezTo>
                    <a:pt x="12317" y="13757"/>
                    <a:pt x="12627" y="13289"/>
                    <a:pt x="12726" y="13264"/>
                  </a:cubicBezTo>
                  <a:cubicBezTo>
                    <a:pt x="12825" y="13238"/>
                    <a:pt x="13065" y="13150"/>
                    <a:pt x="13065" y="13074"/>
                  </a:cubicBezTo>
                  <a:cubicBezTo>
                    <a:pt x="13065" y="12998"/>
                    <a:pt x="12867" y="12770"/>
                    <a:pt x="13065" y="12808"/>
                  </a:cubicBezTo>
                  <a:cubicBezTo>
                    <a:pt x="13263" y="12846"/>
                    <a:pt x="13347" y="12859"/>
                    <a:pt x="13602" y="12808"/>
                  </a:cubicBezTo>
                  <a:cubicBezTo>
                    <a:pt x="13856" y="12758"/>
                    <a:pt x="13870" y="12555"/>
                    <a:pt x="14025" y="12492"/>
                  </a:cubicBezTo>
                  <a:cubicBezTo>
                    <a:pt x="14180" y="12429"/>
                    <a:pt x="14237" y="12315"/>
                    <a:pt x="14265" y="12188"/>
                  </a:cubicBezTo>
                  <a:cubicBezTo>
                    <a:pt x="14293" y="12062"/>
                    <a:pt x="14138" y="11872"/>
                    <a:pt x="14265" y="11796"/>
                  </a:cubicBezTo>
                  <a:cubicBezTo>
                    <a:pt x="14392" y="11720"/>
                    <a:pt x="14477" y="11518"/>
                    <a:pt x="14674" y="11505"/>
                  </a:cubicBezTo>
                  <a:cubicBezTo>
                    <a:pt x="14872" y="11492"/>
                    <a:pt x="15084" y="11328"/>
                    <a:pt x="15084" y="11214"/>
                  </a:cubicBezTo>
                  <a:cubicBezTo>
                    <a:pt x="15084" y="11100"/>
                    <a:pt x="14971" y="10898"/>
                    <a:pt x="15084" y="11024"/>
                  </a:cubicBezTo>
                  <a:cubicBezTo>
                    <a:pt x="15197" y="11151"/>
                    <a:pt x="15154" y="11480"/>
                    <a:pt x="15239" y="11518"/>
                  </a:cubicBezTo>
                  <a:cubicBezTo>
                    <a:pt x="15324" y="11556"/>
                    <a:pt x="15422" y="11568"/>
                    <a:pt x="15436" y="11391"/>
                  </a:cubicBezTo>
                  <a:cubicBezTo>
                    <a:pt x="15450" y="11214"/>
                    <a:pt x="15507" y="11012"/>
                    <a:pt x="15549" y="11126"/>
                  </a:cubicBezTo>
                  <a:cubicBezTo>
                    <a:pt x="15592" y="11240"/>
                    <a:pt x="15521" y="11429"/>
                    <a:pt x="15634" y="11455"/>
                  </a:cubicBezTo>
                  <a:cubicBezTo>
                    <a:pt x="15747" y="11480"/>
                    <a:pt x="15648" y="11467"/>
                    <a:pt x="15747" y="11480"/>
                  </a:cubicBezTo>
                  <a:cubicBezTo>
                    <a:pt x="15846" y="11493"/>
                    <a:pt x="16001" y="11252"/>
                    <a:pt x="15888" y="11012"/>
                  </a:cubicBezTo>
                  <a:cubicBezTo>
                    <a:pt x="15775" y="10772"/>
                    <a:pt x="15775" y="10683"/>
                    <a:pt x="15775" y="10620"/>
                  </a:cubicBezTo>
                  <a:cubicBezTo>
                    <a:pt x="15775" y="10557"/>
                    <a:pt x="15733" y="10544"/>
                    <a:pt x="15747" y="10430"/>
                  </a:cubicBezTo>
                  <a:cubicBezTo>
                    <a:pt x="15761" y="10316"/>
                    <a:pt x="15592" y="10228"/>
                    <a:pt x="15620" y="10177"/>
                  </a:cubicBezTo>
                  <a:cubicBezTo>
                    <a:pt x="15648" y="10126"/>
                    <a:pt x="15592" y="10139"/>
                    <a:pt x="15564" y="10051"/>
                  </a:cubicBezTo>
                  <a:cubicBezTo>
                    <a:pt x="15535" y="9962"/>
                    <a:pt x="15550" y="9962"/>
                    <a:pt x="15620" y="9823"/>
                  </a:cubicBezTo>
                  <a:cubicBezTo>
                    <a:pt x="15691" y="9684"/>
                    <a:pt x="15719" y="9532"/>
                    <a:pt x="15606" y="9519"/>
                  </a:cubicBezTo>
                  <a:cubicBezTo>
                    <a:pt x="15493" y="9506"/>
                    <a:pt x="15225" y="9456"/>
                    <a:pt x="15211" y="9380"/>
                  </a:cubicBezTo>
                  <a:cubicBezTo>
                    <a:pt x="15197" y="9304"/>
                    <a:pt x="15028" y="9178"/>
                    <a:pt x="15240" y="9127"/>
                  </a:cubicBezTo>
                  <a:cubicBezTo>
                    <a:pt x="15451" y="9076"/>
                    <a:pt x="15395" y="8950"/>
                    <a:pt x="15479" y="8887"/>
                  </a:cubicBezTo>
                  <a:cubicBezTo>
                    <a:pt x="15564" y="8824"/>
                    <a:pt x="15747" y="8899"/>
                    <a:pt x="15790" y="8836"/>
                  </a:cubicBezTo>
                  <a:cubicBezTo>
                    <a:pt x="15832" y="8773"/>
                    <a:pt x="15776" y="8709"/>
                    <a:pt x="15705" y="8684"/>
                  </a:cubicBezTo>
                  <a:cubicBezTo>
                    <a:pt x="15635" y="8659"/>
                    <a:pt x="15465" y="8570"/>
                    <a:pt x="15352" y="8507"/>
                  </a:cubicBezTo>
                  <a:cubicBezTo>
                    <a:pt x="15240" y="8444"/>
                    <a:pt x="15183" y="8507"/>
                    <a:pt x="15197" y="8355"/>
                  </a:cubicBezTo>
                  <a:cubicBezTo>
                    <a:pt x="15212" y="8203"/>
                    <a:pt x="15339" y="8178"/>
                    <a:pt x="15381" y="8064"/>
                  </a:cubicBezTo>
                  <a:cubicBezTo>
                    <a:pt x="15423" y="7951"/>
                    <a:pt x="15465" y="7963"/>
                    <a:pt x="15409" y="7862"/>
                  </a:cubicBezTo>
                  <a:cubicBezTo>
                    <a:pt x="15352" y="7761"/>
                    <a:pt x="15508" y="7786"/>
                    <a:pt x="15550" y="7836"/>
                  </a:cubicBezTo>
                  <a:cubicBezTo>
                    <a:pt x="15592" y="7887"/>
                    <a:pt x="15663" y="8026"/>
                    <a:pt x="15734" y="8026"/>
                  </a:cubicBezTo>
                  <a:cubicBezTo>
                    <a:pt x="15804" y="8026"/>
                    <a:pt x="15677" y="7849"/>
                    <a:pt x="15832" y="7938"/>
                  </a:cubicBezTo>
                  <a:cubicBezTo>
                    <a:pt x="15987" y="8026"/>
                    <a:pt x="16058" y="8279"/>
                    <a:pt x="16143" y="8241"/>
                  </a:cubicBezTo>
                  <a:cubicBezTo>
                    <a:pt x="16228" y="8204"/>
                    <a:pt x="16326" y="7900"/>
                    <a:pt x="16439" y="8115"/>
                  </a:cubicBezTo>
                  <a:cubicBezTo>
                    <a:pt x="16552" y="8330"/>
                    <a:pt x="16383" y="8558"/>
                    <a:pt x="16439" y="8671"/>
                  </a:cubicBezTo>
                  <a:cubicBezTo>
                    <a:pt x="16496" y="8785"/>
                    <a:pt x="16961" y="8924"/>
                    <a:pt x="17131" y="8874"/>
                  </a:cubicBezTo>
                  <a:cubicBezTo>
                    <a:pt x="17300" y="8823"/>
                    <a:pt x="17554" y="8823"/>
                    <a:pt x="17710" y="8836"/>
                  </a:cubicBezTo>
                  <a:cubicBezTo>
                    <a:pt x="17865" y="8848"/>
                    <a:pt x="18288" y="8798"/>
                    <a:pt x="18260" y="8937"/>
                  </a:cubicBezTo>
                  <a:cubicBezTo>
                    <a:pt x="18232" y="9076"/>
                    <a:pt x="18105" y="9152"/>
                    <a:pt x="18091" y="9253"/>
                  </a:cubicBezTo>
                  <a:cubicBezTo>
                    <a:pt x="18076" y="9355"/>
                    <a:pt x="17963" y="9456"/>
                    <a:pt x="17808" y="9519"/>
                  </a:cubicBezTo>
                  <a:cubicBezTo>
                    <a:pt x="17653" y="9582"/>
                    <a:pt x="17343" y="9722"/>
                    <a:pt x="17357" y="9785"/>
                  </a:cubicBezTo>
                  <a:cubicBezTo>
                    <a:pt x="17371" y="9848"/>
                    <a:pt x="17413" y="10227"/>
                    <a:pt x="17555" y="10291"/>
                  </a:cubicBezTo>
                  <a:cubicBezTo>
                    <a:pt x="17696" y="10354"/>
                    <a:pt x="17809" y="10468"/>
                    <a:pt x="17823" y="10379"/>
                  </a:cubicBezTo>
                  <a:cubicBezTo>
                    <a:pt x="17837" y="10291"/>
                    <a:pt x="17780" y="10101"/>
                    <a:pt x="17865" y="10063"/>
                  </a:cubicBezTo>
                  <a:cubicBezTo>
                    <a:pt x="17949" y="10025"/>
                    <a:pt x="17907" y="9886"/>
                    <a:pt x="17992" y="9886"/>
                  </a:cubicBezTo>
                  <a:cubicBezTo>
                    <a:pt x="18077" y="9886"/>
                    <a:pt x="18091" y="9747"/>
                    <a:pt x="18147" y="9911"/>
                  </a:cubicBezTo>
                  <a:cubicBezTo>
                    <a:pt x="18204" y="10076"/>
                    <a:pt x="18291" y="10114"/>
                    <a:pt x="18262" y="10240"/>
                  </a:cubicBezTo>
                  <a:cubicBezTo>
                    <a:pt x="18232" y="10367"/>
                    <a:pt x="18345" y="10430"/>
                    <a:pt x="18359" y="10531"/>
                  </a:cubicBezTo>
                  <a:cubicBezTo>
                    <a:pt x="18373" y="10632"/>
                    <a:pt x="18246" y="10974"/>
                    <a:pt x="18359" y="10974"/>
                  </a:cubicBezTo>
                  <a:cubicBezTo>
                    <a:pt x="18472" y="10974"/>
                    <a:pt x="18486" y="11088"/>
                    <a:pt x="18585" y="11062"/>
                  </a:cubicBezTo>
                  <a:cubicBezTo>
                    <a:pt x="18684" y="11037"/>
                    <a:pt x="18726" y="11012"/>
                    <a:pt x="18769" y="10898"/>
                  </a:cubicBezTo>
                  <a:cubicBezTo>
                    <a:pt x="18811" y="10784"/>
                    <a:pt x="18783" y="10594"/>
                    <a:pt x="18769" y="10480"/>
                  </a:cubicBezTo>
                  <a:cubicBezTo>
                    <a:pt x="18755" y="10367"/>
                    <a:pt x="18672" y="10379"/>
                    <a:pt x="18791" y="10316"/>
                  </a:cubicBezTo>
                  <a:cubicBezTo>
                    <a:pt x="18910" y="10253"/>
                    <a:pt x="18980" y="10228"/>
                    <a:pt x="18980" y="10063"/>
                  </a:cubicBezTo>
                  <a:cubicBezTo>
                    <a:pt x="18980" y="9898"/>
                    <a:pt x="18882" y="9620"/>
                    <a:pt x="18980" y="9620"/>
                  </a:cubicBezTo>
                  <a:cubicBezTo>
                    <a:pt x="19079" y="9620"/>
                    <a:pt x="19432" y="9747"/>
                    <a:pt x="19460" y="9696"/>
                  </a:cubicBezTo>
                  <a:cubicBezTo>
                    <a:pt x="19488" y="9646"/>
                    <a:pt x="19559" y="9304"/>
                    <a:pt x="19658" y="9190"/>
                  </a:cubicBezTo>
                  <a:cubicBezTo>
                    <a:pt x="19757" y="9077"/>
                    <a:pt x="19869" y="8849"/>
                    <a:pt x="19813" y="8722"/>
                  </a:cubicBezTo>
                  <a:cubicBezTo>
                    <a:pt x="19757" y="8596"/>
                    <a:pt x="19631" y="8469"/>
                    <a:pt x="19828" y="8444"/>
                  </a:cubicBezTo>
                  <a:cubicBezTo>
                    <a:pt x="20025" y="8419"/>
                    <a:pt x="20180" y="8140"/>
                    <a:pt x="20180" y="8039"/>
                  </a:cubicBezTo>
                  <a:cubicBezTo>
                    <a:pt x="20180" y="7938"/>
                    <a:pt x="19968" y="7748"/>
                    <a:pt x="20180" y="7621"/>
                  </a:cubicBezTo>
                  <a:cubicBezTo>
                    <a:pt x="20392" y="7495"/>
                    <a:pt x="20519" y="7331"/>
                    <a:pt x="20660" y="7229"/>
                  </a:cubicBezTo>
                  <a:cubicBezTo>
                    <a:pt x="20801" y="7128"/>
                    <a:pt x="21041" y="7002"/>
                    <a:pt x="21239" y="7077"/>
                  </a:cubicBezTo>
                  <a:cubicBezTo>
                    <a:pt x="21436" y="7153"/>
                    <a:pt x="21436" y="7166"/>
                    <a:pt x="21352" y="7027"/>
                  </a:cubicBezTo>
                  <a:cubicBezTo>
                    <a:pt x="21267" y="6888"/>
                    <a:pt x="21239" y="6787"/>
                    <a:pt x="21493" y="6609"/>
                  </a:cubicBezTo>
                  <a:cubicBezTo>
                    <a:pt x="21747" y="6432"/>
                    <a:pt x="21464" y="6331"/>
                    <a:pt x="21493" y="6280"/>
                  </a:cubicBezTo>
                  <a:cubicBezTo>
                    <a:pt x="21521" y="6230"/>
                    <a:pt x="21338" y="6306"/>
                    <a:pt x="21252" y="6268"/>
                  </a:cubicBezTo>
                  <a:cubicBezTo>
                    <a:pt x="21168" y="6230"/>
                    <a:pt x="21154" y="6204"/>
                    <a:pt x="20998" y="6217"/>
                  </a:cubicBezTo>
                  <a:cubicBezTo>
                    <a:pt x="20843" y="6229"/>
                    <a:pt x="20843" y="6166"/>
                    <a:pt x="20914" y="6103"/>
                  </a:cubicBezTo>
                  <a:cubicBezTo>
                    <a:pt x="20984" y="6040"/>
                    <a:pt x="21083" y="5875"/>
                    <a:pt x="21055" y="5825"/>
                  </a:cubicBezTo>
                  <a:cubicBezTo>
                    <a:pt x="21027" y="5774"/>
                    <a:pt x="20900" y="5761"/>
                    <a:pt x="20843" y="5800"/>
                  </a:cubicBezTo>
                  <a:cubicBezTo>
                    <a:pt x="20787" y="5837"/>
                    <a:pt x="20745" y="5762"/>
                    <a:pt x="20772" y="5686"/>
                  </a:cubicBezTo>
                  <a:cubicBezTo>
                    <a:pt x="20801" y="5610"/>
                    <a:pt x="20885" y="5471"/>
                    <a:pt x="20772" y="5471"/>
                  </a:cubicBezTo>
                  <a:cubicBezTo>
                    <a:pt x="20659" y="5471"/>
                    <a:pt x="20405" y="5673"/>
                    <a:pt x="20335" y="5749"/>
                  </a:cubicBezTo>
                  <a:cubicBezTo>
                    <a:pt x="20264" y="5825"/>
                    <a:pt x="20123" y="5736"/>
                    <a:pt x="20024" y="5749"/>
                  </a:cubicBezTo>
                  <a:cubicBezTo>
                    <a:pt x="19926" y="5762"/>
                    <a:pt x="19911" y="5610"/>
                    <a:pt x="19798" y="5661"/>
                  </a:cubicBezTo>
                  <a:cubicBezTo>
                    <a:pt x="19685" y="5711"/>
                    <a:pt x="19431" y="5724"/>
                    <a:pt x="19389" y="5850"/>
                  </a:cubicBezTo>
                  <a:cubicBezTo>
                    <a:pt x="19347" y="5977"/>
                    <a:pt x="19403" y="6091"/>
                    <a:pt x="19248" y="6116"/>
                  </a:cubicBezTo>
                  <a:cubicBezTo>
                    <a:pt x="19093" y="6141"/>
                    <a:pt x="18852" y="6002"/>
                    <a:pt x="18810" y="6179"/>
                  </a:cubicBezTo>
                  <a:cubicBezTo>
                    <a:pt x="18768" y="6356"/>
                    <a:pt x="18613" y="6432"/>
                    <a:pt x="18542" y="6533"/>
                  </a:cubicBezTo>
                  <a:cubicBezTo>
                    <a:pt x="18471" y="6635"/>
                    <a:pt x="18542" y="6787"/>
                    <a:pt x="18316" y="6812"/>
                  </a:cubicBezTo>
                  <a:cubicBezTo>
                    <a:pt x="18090" y="6837"/>
                    <a:pt x="17766" y="6837"/>
                    <a:pt x="17724" y="6964"/>
                  </a:cubicBezTo>
                  <a:cubicBezTo>
                    <a:pt x="17681" y="7090"/>
                    <a:pt x="17695" y="7229"/>
                    <a:pt x="17879" y="7179"/>
                  </a:cubicBezTo>
                  <a:cubicBezTo>
                    <a:pt x="18062" y="7128"/>
                    <a:pt x="18090" y="7204"/>
                    <a:pt x="18048" y="7292"/>
                  </a:cubicBezTo>
                  <a:cubicBezTo>
                    <a:pt x="18006" y="7381"/>
                    <a:pt x="18020" y="7343"/>
                    <a:pt x="18020" y="7444"/>
                  </a:cubicBezTo>
                  <a:cubicBezTo>
                    <a:pt x="18020" y="7546"/>
                    <a:pt x="17822" y="7621"/>
                    <a:pt x="17724" y="7621"/>
                  </a:cubicBezTo>
                  <a:cubicBezTo>
                    <a:pt x="17625" y="7621"/>
                    <a:pt x="17582" y="7571"/>
                    <a:pt x="17427" y="7634"/>
                  </a:cubicBezTo>
                  <a:cubicBezTo>
                    <a:pt x="17272" y="7697"/>
                    <a:pt x="17032" y="7546"/>
                    <a:pt x="16877" y="7597"/>
                  </a:cubicBezTo>
                  <a:cubicBezTo>
                    <a:pt x="16722" y="7647"/>
                    <a:pt x="16722" y="7748"/>
                    <a:pt x="16524" y="7736"/>
                  </a:cubicBezTo>
                  <a:cubicBezTo>
                    <a:pt x="16326" y="7723"/>
                    <a:pt x="15879" y="7746"/>
                    <a:pt x="15766" y="7568"/>
                  </a:cubicBezTo>
                  <a:cubicBezTo>
                    <a:pt x="15653" y="7391"/>
                    <a:pt x="15978" y="6917"/>
                    <a:pt x="15554" y="6771"/>
                  </a:cubicBezTo>
                  <a:cubicBezTo>
                    <a:pt x="15441" y="6733"/>
                    <a:pt x="15244" y="7025"/>
                    <a:pt x="15237" y="7164"/>
                  </a:cubicBezTo>
                  <a:cubicBezTo>
                    <a:pt x="15233" y="7244"/>
                    <a:pt x="15197" y="7546"/>
                    <a:pt x="15197" y="7697"/>
                  </a:cubicBezTo>
                  <a:cubicBezTo>
                    <a:pt x="15197" y="7849"/>
                    <a:pt x="15197" y="7925"/>
                    <a:pt x="15000" y="7951"/>
                  </a:cubicBezTo>
                  <a:cubicBezTo>
                    <a:pt x="14802" y="7976"/>
                    <a:pt x="14604" y="8115"/>
                    <a:pt x="14520" y="7976"/>
                  </a:cubicBezTo>
                  <a:cubicBezTo>
                    <a:pt x="14435" y="7837"/>
                    <a:pt x="14534" y="7887"/>
                    <a:pt x="14280" y="7913"/>
                  </a:cubicBezTo>
                  <a:cubicBezTo>
                    <a:pt x="14026" y="7938"/>
                    <a:pt x="14021" y="7811"/>
                    <a:pt x="13741" y="7862"/>
                  </a:cubicBezTo>
                  <a:cubicBezTo>
                    <a:pt x="13461" y="7913"/>
                    <a:pt x="13588" y="7799"/>
                    <a:pt x="13489" y="7736"/>
                  </a:cubicBezTo>
                  <a:cubicBezTo>
                    <a:pt x="13391" y="7672"/>
                    <a:pt x="13235" y="7773"/>
                    <a:pt x="13066" y="7698"/>
                  </a:cubicBezTo>
                  <a:cubicBezTo>
                    <a:pt x="12896" y="7622"/>
                    <a:pt x="12685" y="7672"/>
                    <a:pt x="12670" y="7521"/>
                  </a:cubicBezTo>
                  <a:cubicBezTo>
                    <a:pt x="12656" y="7369"/>
                    <a:pt x="12812" y="7382"/>
                    <a:pt x="12572" y="7318"/>
                  </a:cubicBezTo>
                  <a:cubicBezTo>
                    <a:pt x="12332" y="7255"/>
                    <a:pt x="12388" y="7179"/>
                    <a:pt x="12134" y="7192"/>
                  </a:cubicBezTo>
                  <a:cubicBezTo>
                    <a:pt x="11880" y="7204"/>
                    <a:pt x="11795" y="7267"/>
                    <a:pt x="11570" y="7255"/>
                  </a:cubicBezTo>
                  <a:cubicBezTo>
                    <a:pt x="11344" y="7242"/>
                    <a:pt x="11316" y="7116"/>
                    <a:pt x="11217" y="7065"/>
                  </a:cubicBezTo>
                  <a:cubicBezTo>
                    <a:pt x="11118" y="7014"/>
                    <a:pt x="11147" y="7002"/>
                    <a:pt x="10921" y="6964"/>
                  </a:cubicBezTo>
                  <a:cubicBezTo>
                    <a:pt x="10695" y="6926"/>
                    <a:pt x="10427" y="6926"/>
                    <a:pt x="10285" y="6825"/>
                  </a:cubicBezTo>
                  <a:cubicBezTo>
                    <a:pt x="10144" y="6723"/>
                    <a:pt x="10172" y="6597"/>
                    <a:pt x="9989" y="6509"/>
                  </a:cubicBezTo>
                  <a:cubicBezTo>
                    <a:pt x="9806" y="6420"/>
                    <a:pt x="9848" y="6458"/>
                    <a:pt x="9552" y="6319"/>
                  </a:cubicBezTo>
                  <a:cubicBezTo>
                    <a:pt x="9255" y="6180"/>
                    <a:pt x="9213" y="6104"/>
                    <a:pt x="9340" y="5977"/>
                  </a:cubicBezTo>
                  <a:cubicBezTo>
                    <a:pt x="9467" y="5851"/>
                    <a:pt x="9425" y="5724"/>
                    <a:pt x="9538" y="5598"/>
                  </a:cubicBezTo>
                  <a:cubicBezTo>
                    <a:pt x="9651" y="5471"/>
                    <a:pt x="9933" y="5269"/>
                    <a:pt x="9947" y="5167"/>
                  </a:cubicBezTo>
                  <a:cubicBezTo>
                    <a:pt x="9961" y="5066"/>
                    <a:pt x="9905" y="5016"/>
                    <a:pt x="9749" y="4990"/>
                  </a:cubicBezTo>
                  <a:cubicBezTo>
                    <a:pt x="9594" y="4965"/>
                    <a:pt x="9467" y="4914"/>
                    <a:pt x="9467" y="4826"/>
                  </a:cubicBezTo>
                  <a:cubicBezTo>
                    <a:pt x="9467" y="4738"/>
                    <a:pt x="9227" y="4611"/>
                    <a:pt x="9071" y="4598"/>
                  </a:cubicBezTo>
                  <a:cubicBezTo>
                    <a:pt x="8916" y="4586"/>
                    <a:pt x="8874" y="4586"/>
                    <a:pt x="8832" y="4510"/>
                  </a:cubicBezTo>
                  <a:cubicBezTo>
                    <a:pt x="8789" y="4434"/>
                    <a:pt x="8761" y="4282"/>
                    <a:pt x="8676" y="4282"/>
                  </a:cubicBezTo>
                  <a:cubicBezTo>
                    <a:pt x="8592" y="4282"/>
                    <a:pt x="8380" y="4408"/>
                    <a:pt x="8408" y="4295"/>
                  </a:cubicBezTo>
                  <a:cubicBezTo>
                    <a:pt x="8437" y="4181"/>
                    <a:pt x="8507" y="4181"/>
                    <a:pt x="8437" y="3966"/>
                  </a:cubicBezTo>
                  <a:cubicBezTo>
                    <a:pt x="8366" y="3751"/>
                    <a:pt x="8225" y="3662"/>
                    <a:pt x="8225" y="3574"/>
                  </a:cubicBezTo>
                  <a:cubicBezTo>
                    <a:pt x="8225" y="3485"/>
                    <a:pt x="8225" y="3359"/>
                    <a:pt x="8324" y="3346"/>
                  </a:cubicBezTo>
                  <a:cubicBezTo>
                    <a:pt x="8422" y="3333"/>
                    <a:pt x="8394" y="3498"/>
                    <a:pt x="8550" y="3548"/>
                  </a:cubicBezTo>
                  <a:cubicBezTo>
                    <a:pt x="8705" y="3599"/>
                    <a:pt x="8761" y="3460"/>
                    <a:pt x="8917" y="3447"/>
                  </a:cubicBezTo>
                  <a:cubicBezTo>
                    <a:pt x="9072" y="3434"/>
                    <a:pt x="9157" y="3308"/>
                    <a:pt x="9114" y="3257"/>
                  </a:cubicBezTo>
                  <a:cubicBezTo>
                    <a:pt x="9072" y="3207"/>
                    <a:pt x="8973" y="3156"/>
                    <a:pt x="8959" y="3017"/>
                  </a:cubicBezTo>
                  <a:cubicBezTo>
                    <a:pt x="8945" y="2878"/>
                    <a:pt x="8719" y="2967"/>
                    <a:pt x="8677" y="2891"/>
                  </a:cubicBezTo>
                  <a:cubicBezTo>
                    <a:pt x="8635" y="2815"/>
                    <a:pt x="8733" y="2713"/>
                    <a:pt x="8733" y="2663"/>
                  </a:cubicBezTo>
                  <a:cubicBezTo>
                    <a:pt x="8733" y="2612"/>
                    <a:pt x="8564" y="2384"/>
                    <a:pt x="8649" y="2372"/>
                  </a:cubicBezTo>
                  <a:cubicBezTo>
                    <a:pt x="8733" y="2359"/>
                    <a:pt x="9072" y="2397"/>
                    <a:pt x="9114" y="2233"/>
                  </a:cubicBezTo>
                  <a:cubicBezTo>
                    <a:pt x="9157" y="2069"/>
                    <a:pt x="9213" y="2195"/>
                    <a:pt x="9284" y="2081"/>
                  </a:cubicBezTo>
                  <a:cubicBezTo>
                    <a:pt x="9354" y="1967"/>
                    <a:pt x="9580" y="1891"/>
                    <a:pt x="9594" y="1777"/>
                  </a:cubicBezTo>
                  <a:cubicBezTo>
                    <a:pt x="9608" y="1664"/>
                    <a:pt x="9736" y="1474"/>
                    <a:pt x="9750" y="1372"/>
                  </a:cubicBezTo>
                  <a:cubicBezTo>
                    <a:pt x="9764" y="1271"/>
                    <a:pt x="9524" y="1107"/>
                    <a:pt x="9510" y="1069"/>
                  </a:cubicBezTo>
                  <a:cubicBezTo>
                    <a:pt x="9496" y="1031"/>
                    <a:pt x="9185" y="1145"/>
                    <a:pt x="9114" y="955"/>
                  </a:cubicBezTo>
                  <a:cubicBezTo>
                    <a:pt x="9044" y="765"/>
                    <a:pt x="8945" y="854"/>
                    <a:pt x="8790" y="879"/>
                  </a:cubicBezTo>
                  <a:cubicBezTo>
                    <a:pt x="8635" y="904"/>
                    <a:pt x="8649" y="1031"/>
                    <a:pt x="8536" y="1043"/>
                  </a:cubicBezTo>
                  <a:cubicBezTo>
                    <a:pt x="8423" y="1056"/>
                    <a:pt x="8268" y="1081"/>
                    <a:pt x="8225" y="1132"/>
                  </a:cubicBezTo>
                  <a:cubicBezTo>
                    <a:pt x="8183" y="1182"/>
                    <a:pt x="7635" y="1360"/>
                    <a:pt x="7632" y="1309"/>
                  </a:cubicBezTo>
                  <a:close/>
                </a:path>
              </a:pathLst>
            </a:custGeom>
            <a:ln w="15725" cap="rnd" cmpd="sng">
              <a:noFill/>
              <a:prstDash val="solid"/>
              <a:round/>
            </a:ln>
          </p:spPr>
        </p:sp>
      </p:grpSp>
      <p:grpSp>
        <p:nvGrpSpPr>
          <p:cNvPr id="33" name="组合"/>
          <p:cNvGrpSpPr/>
          <p:nvPr/>
        </p:nvGrpSpPr>
        <p:grpSpPr>
          <a:xfrm>
            <a:off x="1255436" y="735682"/>
            <a:ext cx="4452819" cy="5019280"/>
            <a:chOff x="1255436" y="735682"/>
            <a:chExt cx="4452819" cy="5019280"/>
          </a:xfrm>
        </p:grpSpPr>
        <p:sp>
          <p:nvSpPr>
            <p:cNvPr id="1048588" name="曲线"/>
            <p:cNvSpPr/>
            <p:nvPr/>
          </p:nvSpPr>
          <p:spPr>
            <a:xfrm rot="0">
              <a:off x="2857762" y="921537"/>
              <a:ext cx="203567" cy="885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5970" y="12960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89" name="曲线"/>
            <p:cNvSpPr/>
            <p:nvPr/>
          </p:nvSpPr>
          <p:spPr>
            <a:xfrm rot="0">
              <a:off x="3008272" y="921537"/>
              <a:ext cx="221279" cy="973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786"/>
                  </a:moveTo>
                  <a:lnTo>
                    <a:pt x="5179" y="0"/>
                  </a:lnTo>
                  <a:lnTo>
                    <a:pt x="21600" y="21600"/>
                  </a:lnTo>
                  <a:lnTo>
                    <a:pt x="0" y="1178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0" name="曲线"/>
            <p:cNvSpPr/>
            <p:nvPr/>
          </p:nvSpPr>
          <p:spPr>
            <a:xfrm rot="0">
              <a:off x="3008272" y="974673"/>
              <a:ext cx="221279" cy="2124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4497"/>
                  </a:lnTo>
                  <a:lnTo>
                    <a:pt x="18142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1" name="曲线"/>
            <p:cNvSpPr/>
            <p:nvPr/>
          </p:nvSpPr>
          <p:spPr>
            <a:xfrm rot="0">
              <a:off x="3008272" y="974673"/>
              <a:ext cx="185855" cy="3187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398"/>
                  </a:lnTo>
                  <a:lnTo>
                    <a:pt x="205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2" name="曲线"/>
            <p:cNvSpPr/>
            <p:nvPr/>
          </p:nvSpPr>
          <p:spPr>
            <a:xfrm rot="0">
              <a:off x="2928608" y="1293407"/>
              <a:ext cx="177039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880" y="0"/>
                  </a:moveTo>
                  <a:lnTo>
                    <a:pt x="21600" y="20731"/>
                  </a:lnTo>
                  <a:lnTo>
                    <a:pt x="0" y="21600"/>
                  </a:lnTo>
                  <a:lnTo>
                    <a:pt x="1188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3" name="曲线"/>
            <p:cNvSpPr/>
            <p:nvPr/>
          </p:nvSpPr>
          <p:spPr>
            <a:xfrm rot="0">
              <a:off x="2928608" y="1505791"/>
              <a:ext cx="177039" cy="23906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03"/>
                  </a:moveTo>
                  <a:lnTo>
                    <a:pt x="21600" y="0"/>
                  </a:lnTo>
                  <a:lnTo>
                    <a:pt x="7558" y="21600"/>
                  </a:lnTo>
                  <a:lnTo>
                    <a:pt x="0" y="80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4" name="曲线"/>
            <p:cNvSpPr/>
            <p:nvPr/>
          </p:nvSpPr>
          <p:spPr>
            <a:xfrm rot="0">
              <a:off x="2990561" y="1505791"/>
              <a:ext cx="159327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5765"/>
                  </a:moveTo>
                  <a:lnTo>
                    <a:pt x="15602" y="0"/>
                  </a:lnTo>
                  <a:lnTo>
                    <a:pt x="21600" y="21600"/>
                  </a:lnTo>
                  <a:lnTo>
                    <a:pt x="0" y="1576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5" name="曲线"/>
            <p:cNvSpPr/>
            <p:nvPr/>
          </p:nvSpPr>
          <p:spPr>
            <a:xfrm rot="0">
              <a:off x="4911541" y="2311400"/>
              <a:ext cx="70767" cy="2035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9729"/>
                  </a:lnTo>
                  <a:lnTo>
                    <a:pt x="10788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6" name="曲线"/>
            <p:cNvSpPr/>
            <p:nvPr/>
          </p:nvSpPr>
          <p:spPr>
            <a:xfrm rot="0">
              <a:off x="4946885" y="2240554"/>
              <a:ext cx="159405" cy="2567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959"/>
                  </a:moveTo>
                  <a:lnTo>
                    <a:pt x="4800" y="21600"/>
                  </a:lnTo>
                  <a:lnTo>
                    <a:pt x="21600" y="0"/>
                  </a:lnTo>
                  <a:lnTo>
                    <a:pt x="0" y="595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7" name="曲线"/>
            <p:cNvSpPr/>
            <p:nvPr/>
          </p:nvSpPr>
          <p:spPr>
            <a:xfrm rot="0">
              <a:off x="5106291" y="2045802"/>
              <a:ext cx="265519" cy="19474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7283" y="6879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8" name="曲线"/>
            <p:cNvSpPr/>
            <p:nvPr/>
          </p:nvSpPr>
          <p:spPr>
            <a:xfrm rot="0">
              <a:off x="5318754" y="2045802"/>
              <a:ext cx="389501" cy="1770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7568"/>
                  </a:moveTo>
                  <a:lnTo>
                    <a:pt x="2942" y="0"/>
                  </a:lnTo>
                  <a:lnTo>
                    <a:pt x="21600" y="21600"/>
                  </a:lnTo>
                  <a:lnTo>
                    <a:pt x="0" y="756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599" name="曲线"/>
            <p:cNvSpPr/>
            <p:nvPr/>
          </p:nvSpPr>
          <p:spPr>
            <a:xfrm rot="0">
              <a:off x="5318754" y="2107834"/>
              <a:ext cx="389501" cy="36289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6845"/>
                  </a:lnTo>
                  <a:lnTo>
                    <a:pt x="8835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0" name="曲线"/>
            <p:cNvSpPr/>
            <p:nvPr/>
          </p:nvSpPr>
          <p:spPr>
            <a:xfrm rot="0">
              <a:off x="5478081" y="2222842"/>
              <a:ext cx="230173" cy="24788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937" y="11571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9937" y="115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1" name="曲线"/>
            <p:cNvSpPr/>
            <p:nvPr/>
          </p:nvSpPr>
          <p:spPr>
            <a:xfrm rot="0">
              <a:off x="5177060" y="2674374"/>
              <a:ext cx="247886" cy="30094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115" y="21600"/>
                  </a:moveTo>
                  <a:lnTo>
                    <a:pt x="21600" y="0"/>
                  </a:lnTo>
                  <a:lnTo>
                    <a:pt x="0" y="20967"/>
                  </a:lnTo>
                  <a:lnTo>
                    <a:pt x="13115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2" name="曲线"/>
            <p:cNvSpPr/>
            <p:nvPr/>
          </p:nvSpPr>
          <p:spPr>
            <a:xfrm rot="0">
              <a:off x="5168243" y="2966501"/>
              <a:ext cx="159326" cy="1416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95" y="0"/>
                  </a:moveTo>
                  <a:lnTo>
                    <a:pt x="21600" y="1344"/>
                  </a:lnTo>
                  <a:lnTo>
                    <a:pt x="0" y="21600"/>
                  </a:lnTo>
                  <a:lnTo>
                    <a:pt x="1195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3" name="曲线"/>
            <p:cNvSpPr/>
            <p:nvPr/>
          </p:nvSpPr>
          <p:spPr>
            <a:xfrm rot="0">
              <a:off x="5008915" y="2966501"/>
              <a:ext cx="168142" cy="1416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467" y="21600"/>
                  </a:moveTo>
                  <a:lnTo>
                    <a:pt x="21600" y="0"/>
                  </a:lnTo>
                  <a:lnTo>
                    <a:pt x="0" y="9449"/>
                  </a:lnTo>
                  <a:lnTo>
                    <a:pt x="20467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4" name="曲线"/>
            <p:cNvSpPr/>
            <p:nvPr/>
          </p:nvSpPr>
          <p:spPr>
            <a:xfrm rot="0">
              <a:off x="4929252" y="3028452"/>
              <a:ext cx="238989" cy="11508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200" y="0"/>
                  </a:moveTo>
                  <a:lnTo>
                    <a:pt x="21600" y="14951"/>
                  </a:lnTo>
                  <a:lnTo>
                    <a:pt x="0" y="21600"/>
                  </a:lnTo>
                  <a:lnTo>
                    <a:pt x="720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5" name="曲线"/>
            <p:cNvSpPr/>
            <p:nvPr/>
          </p:nvSpPr>
          <p:spPr>
            <a:xfrm rot="0">
              <a:off x="4929252" y="3108115"/>
              <a:ext cx="238989" cy="19474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601" y="21600"/>
                  </a:moveTo>
                  <a:lnTo>
                    <a:pt x="21600" y="0"/>
                  </a:lnTo>
                  <a:lnTo>
                    <a:pt x="0" y="3928"/>
                  </a:lnTo>
                  <a:lnTo>
                    <a:pt x="1760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6" name="曲线"/>
            <p:cNvSpPr/>
            <p:nvPr/>
          </p:nvSpPr>
          <p:spPr>
            <a:xfrm rot="0">
              <a:off x="4858404" y="2993028"/>
              <a:ext cx="150509" cy="15051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167" y="21600"/>
                  </a:moveTo>
                  <a:lnTo>
                    <a:pt x="21600" y="5083"/>
                  </a:lnTo>
                  <a:lnTo>
                    <a:pt x="0" y="0"/>
                  </a:lnTo>
                  <a:lnTo>
                    <a:pt x="10167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7" name="曲线"/>
            <p:cNvSpPr/>
            <p:nvPr/>
          </p:nvSpPr>
          <p:spPr>
            <a:xfrm rot="0">
              <a:off x="4858404" y="2886836"/>
              <a:ext cx="150509" cy="14161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197"/>
                  </a:moveTo>
                  <a:lnTo>
                    <a:pt x="21600" y="21600"/>
                  </a:lnTo>
                  <a:lnTo>
                    <a:pt x="19058" y="0"/>
                  </a:lnTo>
                  <a:lnTo>
                    <a:pt x="0" y="1619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8" name="曲线"/>
            <p:cNvSpPr/>
            <p:nvPr/>
          </p:nvSpPr>
          <p:spPr>
            <a:xfrm rot="0">
              <a:off x="4991204" y="2886836"/>
              <a:ext cx="185855" cy="14161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58" y="21600"/>
                  </a:moveTo>
                  <a:lnTo>
                    <a:pt x="21600" y="12150"/>
                  </a:lnTo>
                  <a:lnTo>
                    <a:pt x="0" y="0"/>
                  </a:lnTo>
                  <a:lnTo>
                    <a:pt x="205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09" name="曲线"/>
            <p:cNvSpPr/>
            <p:nvPr/>
          </p:nvSpPr>
          <p:spPr>
            <a:xfrm rot="0">
              <a:off x="4991204" y="2789462"/>
              <a:ext cx="185855" cy="1770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880"/>
                  </a:moveTo>
                  <a:lnTo>
                    <a:pt x="21600" y="21600"/>
                  </a:lnTo>
                  <a:lnTo>
                    <a:pt x="6175" y="0"/>
                  </a:lnTo>
                  <a:lnTo>
                    <a:pt x="0" y="1188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0" name="曲线"/>
            <p:cNvSpPr/>
            <p:nvPr/>
          </p:nvSpPr>
          <p:spPr>
            <a:xfrm rot="0">
              <a:off x="5044339" y="2674374"/>
              <a:ext cx="380605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532" y="21600"/>
                  </a:moveTo>
                  <a:lnTo>
                    <a:pt x="21600" y="0"/>
                  </a:lnTo>
                  <a:lnTo>
                    <a:pt x="0" y="8509"/>
                  </a:lnTo>
                  <a:lnTo>
                    <a:pt x="7532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1" name="曲线"/>
            <p:cNvSpPr/>
            <p:nvPr/>
          </p:nvSpPr>
          <p:spPr>
            <a:xfrm rot="0">
              <a:off x="4716790" y="2514968"/>
              <a:ext cx="194749" cy="27449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9813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2" name="曲线"/>
            <p:cNvSpPr/>
            <p:nvPr/>
          </p:nvSpPr>
          <p:spPr>
            <a:xfrm rot="0">
              <a:off x="4690183" y="2514968"/>
              <a:ext cx="115086" cy="27449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993" y="0"/>
                  </a:moveTo>
                  <a:lnTo>
                    <a:pt x="21600" y="21600"/>
                  </a:lnTo>
                  <a:lnTo>
                    <a:pt x="0" y="19506"/>
                  </a:lnTo>
                  <a:lnTo>
                    <a:pt x="499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3" name="曲线"/>
            <p:cNvSpPr/>
            <p:nvPr/>
          </p:nvSpPr>
          <p:spPr>
            <a:xfrm rot="0">
              <a:off x="4495432" y="2453017"/>
              <a:ext cx="221356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196"/>
                  </a:lnTo>
                  <a:lnTo>
                    <a:pt x="1295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4" name="曲线"/>
            <p:cNvSpPr/>
            <p:nvPr/>
          </p:nvSpPr>
          <p:spPr>
            <a:xfrm rot="0">
              <a:off x="4628231" y="2514968"/>
              <a:ext cx="88558" cy="24788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110" y="21600"/>
                  </a:moveTo>
                  <a:lnTo>
                    <a:pt x="21600" y="0"/>
                  </a:lnTo>
                  <a:lnTo>
                    <a:pt x="0" y="10803"/>
                  </a:lnTo>
                  <a:lnTo>
                    <a:pt x="1511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5" name="曲线"/>
            <p:cNvSpPr/>
            <p:nvPr/>
          </p:nvSpPr>
          <p:spPr>
            <a:xfrm rot="0">
              <a:off x="4150170" y="2559286"/>
              <a:ext cx="274413" cy="3542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lnTo>
                    <a:pt x="17423" y="21600"/>
                  </a:lnTo>
                  <a:lnTo>
                    <a:pt x="21600" y="0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6" name="曲线"/>
            <p:cNvSpPr/>
            <p:nvPr/>
          </p:nvSpPr>
          <p:spPr>
            <a:xfrm rot="0">
              <a:off x="4150170" y="2453017"/>
              <a:ext cx="345260" cy="1239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0"/>
                  </a:lnTo>
                  <a:lnTo>
                    <a:pt x="17167" y="18514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7" name="曲线"/>
            <p:cNvSpPr/>
            <p:nvPr/>
          </p:nvSpPr>
          <p:spPr>
            <a:xfrm rot="0">
              <a:off x="4424585" y="2453017"/>
              <a:ext cx="203646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514" y="0"/>
                  </a:moveTo>
                  <a:lnTo>
                    <a:pt x="21600" y="21600"/>
                  </a:lnTo>
                  <a:lnTo>
                    <a:pt x="0" y="12345"/>
                  </a:lnTo>
                  <a:lnTo>
                    <a:pt x="7514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8" name="曲线"/>
            <p:cNvSpPr/>
            <p:nvPr/>
          </p:nvSpPr>
          <p:spPr>
            <a:xfrm rot="0">
              <a:off x="4371528" y="2559286"/>
              <a:ext cx="53056" cy="16814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455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455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19" name="曲线"/>
            <p:cNvSpPr/>
            <p:nvPr/>
          </p:nvSpPr>
          <p:spPr>
            <a:xfrm rot="0">
              <a:off x="4389240" y="2727431"/>
              <a:ext cx="106191" cy="1594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189" y="0"/>
                  </a:moveTo>
                  <a:lnTo>
                    <a:pt x="21600" y="7199"/>
                  </a:lnTo>
                  <a:lnTo>
                    <a:pt x="0" y="21600"/>
                  </a:lnTo>
                  <a:lnTo>
                    <a:pt x="7189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0" name="曲线"/>
            <p:cNvSpPr/>
            <p:nvPr/>
          </p:nvSpPr>
          <p:spPr>
            <a:xfrm rot="0">
              <a:off x="4345000" y="3081588"/>
              <a:ext cx="185855" cy="3186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458" y="0"/>
                  </a:moveTo>
                  <a:lnTo>
                    <a:pt x="21600" y="21600"/>
                  </a:lnTo>
                  <a:lnTo>
                    <a:pt x="0" y="16797"/>
                  </a:lnTo>
                  <a:lnTo>
                    <a:pt x="1645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1" name="曲线"/>
            <p:cNvSpPr/>
            <p:nvPr/>
          </p:nvSpPr>
          <p:spPr>
            <a:xfrm rot="0">
              <a:off x="4203305" y="3329395"/>
              <a:ext cx="327549" cy="11508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343" y="0"/>
                  </a:moveTo>
                  <a:lnTo>
                    <a:pt x="21600" y="13296"/>
                  </a:lnTo>
                  <a:lnTo>
                    <a:pt x="0" y="21600"/>
                  </a:lnTo>
                  <a:lnTo>
                    <a:pt x="934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2" name="曲线"/>
            <p:cNvSpPr/>
            <p:nvPr/>
          </p:nvSpPr>
          <p:spPr>
            <a:xfrm rot="0">
              <a:off x="3302680" y="4160667"/>
              <a:ext cx="234346" cy="17884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351" y="13271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4351" y="132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3" name="曲线"/>
            <p:cNvSpPr/>
            <p:nvPr/>
          </p:nvSpPr>
          <p:spPr>
            <a:xfrm rot="0">
              <a:off x="3149888" y="4347468"/>
              <a:ext cx="159327" cy="884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800" y="21600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080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4" name="曲线"/>
            <p:cNvSpPr/>
            <p:nvPr/>
          </p:nvSpPr>
          <p:spPr>
            <a:xfrm rot="0">
              <a:off x="3034801" y="4878585"/>
              <a:ext cx="97375" cy="4426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73" y="8639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973" y="863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5" name="曲线"/>
            <p:cNvSpPr/>
            <p:nvPr/>
          </p:nvSpPr>
          <p:spPr>
            <a:xfrm rot="0">
              <a:off x="2866578" y="5321221"/>
              <a:ext cx="168222" cy="21246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822" y="6298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6822" y="629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6" name="曲线"/>
            <p:cNvSpPr/>
            <p:nvPr/>
          </p:nvSpPr>
          <p:spPr>
            <a:xfrm rot="0">
              <a:off x="2282325" y="5135366"/>
              <a:ext cx="168222" cy="46916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503" y="10187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12503" y="1018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7" name="曲线"/>
            <p:cNvSpPr/>
            <p:nvPr/>
          </p:nvSpPr>
          <p:spPr>
            <a:xfrm rot="0">
              <a:off x="1963671" y="4356285"/>
              <a:ext cx="132798" cy="2567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7449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21600" y="744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8" name="曲线"/>
            <p:cNvSpPr/>
            <p:nvPr/>
          </p:nvSpPr>
          <p:spPr>
            <a:xfrm rot="0">
              <a:off x="1963671" y="4356285"/>
              <a:ext cx="221279" cy="5222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963" y="10619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12963" y="1061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29" name="曲线"/>
            <p:cNvSpPr/>
            <p:nvPr/>
          </p:nvSpPr>
          <p:spPr>
            <a:xfrm rot="0">
              <a:off x="1830871" y="3205492"/>
              <a:ext cx="88558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0" y="0"/>
                  </a:moveTo>
                  <a:lnTo>
                    <a:pt x="21600" y="21600"/>
                  </a:lnTo>
                  <a:lnTo>
                    <a:pt x="0" y="18509"/>
                  </a:lnTo>
                  <a:lnTo>
                    <a:pt x="1943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0" name="曲线"/>
            <p:cNvSpPr/>
            <p:nvPr/>
          </p:nvSpPr>
          <p:spPr>
            <a:xfrm rot="0">
              <a:off x="1830871" y="3364819"/>
              <a:ext cx="88558" cy="2567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0" y="21600"/>
                  </a:moveTo>
                  <a:lnTo>
                    <a:pt x="21600" y="2238"/>
                  </a:lnTo>
                  <a:lnTo>
                    <a:pt x="0" y="0"/>
                  </a:lnTo>
                  <a:lnTo>
                    <a:pt x="1943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1" name="曲线"/>
            <p:cNvSpPr/>
            <p:nvPr/>
          </p:nvSpPr>
          <p:spPr>
            <a:xfrm rot="0">
              <a:off x="1326282" y="3134644"/>
              <a:ext cx="212462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452"/>
                  </a:moveTo>
                  <a:lnTo>
                    <a:pt x="16198" y="21600"/>
                  </a:lnTo>
                  <a:lnTo>
                    <a:pt x="21600" y="0"/>
                  </a:lnTo>
                  <a:lnTo>
                    <a:pt x="0" y="945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2" name="曲线"/>
            <p:cNvSpPr/>
            <p:nvPr/>
          </p:nvSpPr>
          <p:spPr>
            <a:xfrm rot="0">
              <a:off x="1317467" y="3072693"/>
              <a:ext cx="221279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60" y="21600"/>
                  </a:moveTo>
                  <a:lnTo>
                    <a:pt x="21599" y="7196"/>
                  </a:lnTo>
                  <a:lnTo>
                    <a:pt x="0" y="0"/>
                  </a:lnTo>
                  <a:lnTo>
                    <a:pt x="86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3" name="曲线"/>
            <p:cNvSpPr/>
            <p:nvPr/>
          </p:nvSpPr>
          <p:spPr>
            <a:xfrm rot="0">
              <a:off x="1255436" y="2931077"/>
              <a:ext cx="70847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912" y="9338"/>
                  </a:moveTo>
                  <a:lnTo>
                    <a:pt x="21599" y="21600"/>
                  </a:lnTo>
                  <a:lnTo>
                    <a:pt x="0" y="0"/>
                  </a:lnTo>
                  <a:lnTo>
                    <a:pt x="18912" y="933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4" name="曲线"/>
            <p:cNvSpPr/>
            <p:nvPr/>
          </p:nvSpPr>
          <p:spPr>
            <a:xfrm rot="0">
              <a:off x="1255436" y="2869124"/>
              <a:ext cx="123982" cy="20356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6573"/>
                  </a:moveTo>
                  <a:lnTo>
                    <a:pt x="10806" y="21600"/>
                  </a:lnTo>
                  <a:lnTo>
                    <a:pt x="21599" y="0"/>
                  </a:lnTo>
                  <a:lnTo>
                    <a:pt x="0" y="657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5" name="曲线"/>
            <p:cNvSpPr/>
            <p:nvPr/>
          </p:nvSpPr>
          <p:spPr>
            <a:xfrm rot="0">
              <a:off x="1317467" y="2869124"/>
              <a:ext cx="221279" cy="26551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60"/>
                  </a:moveTo>
                  <a:lnTo>
                    <a:pt x="21599" y="21600"/>
                  </a:lnTo>
                  <a:lnTo>
                    <a:pt x="6047" y="0"/>
                  </a:lnTo>
                  <a:lnTo>
                    <a:pt x="0" y="1656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6" name="曲线"/>
            <p:cNvSpPr/>
            <p:nvPr/>
          </p:nvSpPr>
          <p:spPr>
            <a:xfrm rot="0">
              <a:off x="1379418" y="2869124"/>
              <a:ext cx="318654" cy="26551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71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7" name="曲线"/>
            <p:cNvSpPr/>
            <p:nvPr/>
          </p:nvSpPr>
          <p:spPr>
            <a:xfrm rot="0">
              <a:off x="1485611" y="2205208"/>
              <a:ext cx="177039" cy="2832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823"/>
                  </a:moveTo>
                  <a:lnTo>
                    <a:pt x="11880" y="21600"/>
                  </a:lnTo>
                  <a:lnTo>
                    <a:pt x="21599" y="0"/>
                  </a:lnTo>
                  <a:lnTo>
                    <a:pt x="0" y="1282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8" name="曲线"/>
            <p:cNvSpPr/>
            <p:nvPr/>
          </p:nvSpPr>
          <p:spPr>
            <a:xfrm rot="0">
              <a:off x="1582985" y="2205208"/>
              <a:ext cx="256701" cy="2832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6703" y="0"/>
                  </a:lnTo>
                  <a:lnTo>
                    <a:pt x="21600" y="6075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39" name="曲线"/>
            <p:cNvSpPr/>
            <p:nvPr/>
          </p:nvSpPr>
          <p:spPr>
            <a:xfrm rot="0">
              <a:off x="2167237" y="1576638"/>
              <a:ext cx="185934" cy="34526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9416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0" name="曲线"/>
            <p:cNvSpPr/>
            <p:nvPr/>
          </p:nvSpPr>
          <p:spPr>
            <a:xfrm rot="0">
              <a:off x="2353172" y="1505791"/>
              <a:ext cx="132799" cy="2213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6913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1" name="曲线"/>
            <p:cNvSpPr/>
            <p:nvPr/>
          </p:nvSpPr>
          <p:spPr>
            <a:xfrm rot="0">
              <a:off x="2229190" y="1399599"/>
              <a:ext cx="256781" cy="1770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429" y="21600"/>
                  </a:moveTo>
                  <a:lnTo>
                    <a:pt x="21600" y="12956"/>
                  </a:lnTo>
                  <a:lnTo>
                    <a:pt x="0" y="0"/>
                  </a:lnTo>
                  <a:lnTo>
                    <a:pt x="1042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2" name="曲线"/>
            <p:cNvSpPr/>
            <p:nvPr/>
          </p:nvSpPr>
          <p:spPr>
            <a:xfrm rot="0">
              <a:off x="2043334" y="788817"/>
              <a:ext cx="150510" cy="1416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495"/>
                  </a:moveTo>
                  <a:lnTo>
                    <a:pt x="16516" y="0"/>
                  </a:lnTo>
                  <a:lnTo>
                    <a:pt x="21600" y="21600"/>
                  </a:lnTo>
                  <a:lnTo>
                    <a:pt x="0" y="1349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3" name="曲线"/>
            <p:cNvSpPr/>
            <p:nvPr/>
          </p:nvSpPr>
          <p:spPr>
            <a:xfrm rot="0">
              <a:off x="2043334" y="877298"/>
              <a:ext cx="150510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0323" y="21600"/>
                  </a:lnTo>
                  <a:lnTo>
                    <a:pt x="21600" y="40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4" name="曲线"/>
            <p:cNvSpPr/>
            <p:nvPr/>
          </p:nvSpPr>
          <p:spPr>
            <a:xfrm rot="0">
              <a:off x="2184950" y="930433"/>
              <a:ext cx="88558" cy="2301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2462"/>
                  </a:lnTo>
                  <a:lnTo>
                    <a:pt x="2169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5" name="曲线"/>
            <p:cNvSpPr/>
            <p:nvPr/>
          </p:nvSpPr>
          <p:spPr>
            <a:xfrm rot="0">
              <a:off x="2158422" y="788817"/>
              <a:ext cx="194749" cy="1416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928" y="21600"/>
                  </a:lnTo>
                  <a:lnTo>
                    <a:pt x="21600" y="94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6" name="曲线"/>
            <p:cNvSpPr/>
            <p:nvPr/>
          </p:nvSpPr>
          <p:spPr>
            <a:xfrm rot="0">
              <a:off x="2158422" y="744498"/>
              <a:ext cx="194749" cy="10626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008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900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7" name="曲线"/>
            <p:cNvSpPr/>
            <p:nvPr/>
          </p:nvSpPr>
          <p:spPr>
            <a:xfrm rot="0">
              <a:off x="2193844" y="850770"/>
              <a:ext cx="159327" cy="2124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099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809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8" name="曲线"/>
            <p:cNvSpPr/>
            <p:nvPr/>
          </p:nvSpPr>
          <p:spPr>
            <a:xfrm rot="0">
              <a:off x="2353172" y="735682"/>
              <a:ext cx="123903" cy="11508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4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0" y="165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49" name="曲线"/>
            <p:cNvSpPr/>
            <p:nvPr/>
          </p:nvSpPr>
          <p:spPr>
            <a:xfrm rot="0">
              <a:off x="2353172" y="735682"/>
              <a:ext cx="230174" cy="11508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627" y="0"/>
                  </a:moveTo>
                  <a:lnTo>
                    <a:pt x="21599" y="19930"/>
                  </a:lnTo>
                  <a:lnTo>
                    <a:pt x="0" y="21600"/>
                  </a:lnTo>
                  <a:lnTo>
                    <a:pt x="11627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0" name="曲线"/>
            <p:cNvSpPr/>
            <p:nvPr/>
          </p:nvSpPr>
          <p:spPr>
            <a:xfrm rot="0">
              <a:off x="2273508" y="850770"/>
              <a:ext cx="265519" cy="2124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6480" y="0"/>
                  </a:lnTo>
                  <a:lnTo>
                    <a:pt x="21600" y="1529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1" name="曲线"/>
            <p:cNvSpPr/>
            <p:nvPr/>
          </p:nvSpPr>
          <p:spPr>
            <a:xfrm rot="0">
              <a:off x="2353172" y="841874"/>
              <a:ext cx="230174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05"/>
                  </a:moveTo>
                  <a:lnTo>
                    <a:pt x="21599" y="0"/>
                  </a:lnTo>
                  <a:lnTo>
                    <a:pt x="17441" y="21600"/>
                  </a:lnTo>
                  <a:lnTo>
                    <a:pt x="0" y="12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2" name="曲线"/>
            <p:cNvSpPr/>
            <p:nvPr/>
          </p:nvSpPr>
          <p:spPr>
            <a:xfrm rot="0">
              <a:off x="2539027" y="841874"/>
              <a:ext cx="203646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700" y="0"/>
                  </a:moveTo>
                  <a:lnTo>
                    <a:pt x="21600" y="16808"/>
                  </a:lnTo>
                  <a:lnTo>
                    <a:pt x="0" y="21600"/>
                  </a:lnTo>
                  <a:lnTo>
                    <a:pt x="470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3" name="曲线"/>
            <p:cNvSpPr/>
            <p:nvPr/>
          </p:nvSpPr>
          <p:spPr>
            <a:xfrm rot="0">
              <a:off x="2184950" y="1160608"/>
              <a:ext cx="212461" cy="23898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449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4" name="曲线"/>
            <p:cNvSpPr/>
            <p:nvPr/>
          </p:nvSpPr>
          <p:spPr>
            <a:xfrm rot="0">
              <a:off x="2184950" y="1063231"/>
              <a:ext cx="212461" cy="973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03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5" name="曲线"/>
            <p:cNvSpPr/>
            <p:nvPr/>
          </p:nvSpPr>
          <p:spPr>
            <a:xfrm rot="0">
              <a:off x="2229190" y="1160608"/>
              <a:ext cx="256781" cy="3451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955"/>
                  </a:moveTo>
                  <a:lnTo>
                    <a:pt x="21600" y="21600"/>
                  </a:lnTo>
                  <a:lnTo>
                    <a:pt x="14150" y="0"/>
                  </a:lnTo>
                  <a:lnTo>
                    <a:pt x="0" y="1495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6" name="曲线"/>
            <p:cNvSpPr/>
            <p:nvPr/>
          </p:nvSpPr>
          <p:spPr>
            <a:xfrm rot="0">
              <a:off x="2273508" y="1001201"/>
              <a:ext cx="265519" cy="1594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405"/>
                  </a:moveTo>
                  <a:lnTo>
                    <a:pt x="21600" y="0"/>
                  </a:lnTo>
                  <a:lnTo>
                    <a:pt x="10079" y="21600"/>
                  </a:lnTo>
                  <a:lnTo>
                    <a:pt x="0" y="84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7" name="曲线"/>
            <p:cNvSpPr/>
            <p:nvPr/>
          </p:nvSpPr>
          <p:spPr>
            <a:xfrm rot="0">
              <a:off x="2397412" y="1160608"/>
              <a:ext cx="265597" cy="3451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7202" y="21600"/>
                  </a:lnTo>
                  <a:lnTo>
                    <a:pt x="21600" y="166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8" name="曲线"/>
            <p:cNvSpPr/>
            <p:nvPr/>
          </p:nvSpPr>
          <p:spPr>
            <a:xfrm rot="0">
              <a:off x="2397412" y="1001201"/>
              <a:ext cx="265597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518"/>
                  </a:moveTo>
                  <a:lnTo>
                    <a:pt x="11517" y="0"/>
                  </a:lnTo>
                  <a:lnTo>
                    <a:pt x="21600" y="21600"/>
                  </a:lnTo>
                  <a:lnTo>
                    <a:pt x="0" y="1851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59" name="曲线"/>
            <p:cNvSpPr/>
            <p:nvPr/>
          </p:nvSpPr>
          <p:spPr>
            <a:xfrm rot="0">
              <a:off x="2539027" y="965857"/>
              <a:ext cx="203646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450"/>
                  </a:moveTo>
                  <a:lnTo>
                    <a:pt x="21600" y="0"/>
                  </a:lnTo>
                  <a:lnTo>
                    <a:pt x="13150" y="21600"/>
                  </a:lnTo>
                  <a:lnTo>
                    <a:pt x="0" y="345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0" name="曲线"/>
            <p:cNvSpPr/>
            <p:nvPr/>
          </p:nvSpPr>
          <p:spPr>
            <a:xfrm rot="0">
              <a:off x="2663011" y="965857"/>
              <a:ext cx="194749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835" y="0"/>
                  </a:moveTo>
                  <a:lnTo>
                    <a:pt x="21600" y="4318"/>
                  </a:lnTo>
                  <a:lnTo>
                    <a:pt x="0" y="21600"/>
                  </a:lnTo>
                  <a:lnTo>
                    <a:pt x="8835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1" name="曲线"/>
            <p:cNvSpPr/>
            <p:nvPr/>
          </p:nvSpPr>
          <p:spPr>
            <a:xfrm rot="0">
              <a:off x="2663011" y="1010096"/>
              <a:ext cx="230174" cy="2035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785"/>
                  </a:moveTo>
                  <a:lnTo>
                    <a:pt x="18275" y="0"/>
                  </a:lnTo>
                  <a:lnTo>
                    <a:pt x="21600" y="21600"/>
                  </a:lnTo>
                  <a:lnTo>
                    <a:pt x="0" y="1878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2" name="曲线"/>
            <p:cNvSpPr/>
            <p:nvPr/>
          </p:nvSpPr>
          <p:spPr>
            <a:xfrm rot="0">
              <a:off x="2663011" y="1187135"/>
              <a:ext cx="265596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18719" y="17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3" name="曲线"/>
            <p:cNvSpPr/>
            <p:nvPr/>
          </p:nvSpPr>
          <p:spPr>
            <a:xfrm rot="0">
              <a:off x="2857762" y="974673"/>
              <a:ext cx="150510" cy="23898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201"/>
                  </a:moveTo>
                  <a:lnTo>
                    <a:pt x="21600" y="0"/>
                  </a:lnTo>
                  <a:lnTo>
                    <a:pt x="5083" y="21600"/>
                  </a:lnTo>
                  <a:lnTo>
                    <a:pt x="0" y="32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4" name="曲线"/>
            <p:cNvSpPr/>
            <p:nvPr/>
          </p:nvSpPr>
          <p:spPr>
            <a:xfrm rot="0">
              <a:off x="2893184" y="1213665"/>
              <a:ext cx="132798" cy="30102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761" y="21600"/>
                  </a:moveTo>
                  <a:lnTo>
                    <a:pt x="21600" y="5721"/>
                  </a:lnTo>
                  <a:lnTo>
                    <a:pt x="0" y="0"/>
                  </a:lnTo>
                  <a:lnTo>
                    <a:pt x="576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5" name="曲线"/>
            <p:cNvSpPr/>
            <p:nvPr/>
          </p:nvSpPr>
          <p:spPr>
            <a:xfrm rot="0">
              <a:off x="2893184" y="974673"/>
              <a:ext cx="132798" cy="3187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719" y="0"/>
                  </a:moveTo>
                  <a:lnTo>
                    <a:pt x="21600" y="21600"/>
                  </a:lnTo>
                  <a:lnTo>
                    <a:pt x="0" y="16196"/>
                  </a:lnTo>
                  <a:lnTo>
                    <a:pt x="18719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6" name="曲线"/>
            <p:cNvSpPr/>
            <p:nvPr/>
          </p:nvSpPr>
          <p:spPr>
            <a:xfrm rot="0">
              <a:off x="2353172" y="1505791"/>
              <a:ext cx="318654" cy="2213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01" y="0"/>
                  </a:lnTo>
                  <a:lnTo>
                    <a:pt x="21600" y="950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7" name="曲线"/>
            <p:cNvSpPr/>
            <p:nvPr/>
          </p:nvSpPr>
          <p:spPr>
            <a:xfrm rot="0">
              <a:off x="2485972" y="1187135"/>
              <a:ext cx="185855" cy="4160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44"/>
                  </a:moveTo>
                  <a:lnTo>
                    <a:pt x="20575" y="0"/>
                  </a:lnTo>
                  <a:lnTo>
                    <a:pt x="21600" y="21600"/>
                  </a:lnTo>
                  <a:lnTo>
                    <a:pt x="0" y="1654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8" name="曲线"/>
            <p:cNvSpPr/>
            <p:nvPr/>
          </p:nvSpPr>
          <p:spPr>
            <a:xfrm rot="0">
              <a:off x="2663011" y="1187135"/>
              <a:ext cx="265596" cy="4160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7006"/>
                  </a:lnTo>
                  <a:lnTo>
                    <a:pt x="71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69" name="曲线"/>
            <p:cNvSpPr/>
            <p:nvPr/>
          </p:nvSpPr>
          <p:spPr>
            <a:xfrm rot="0">
              <a:off x="2671827" y="1514685"/>
              <a:ext cx="256781" cy="1859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278"/>
                  </a:moveTo>
                  <a:lnTo>
                    <a:pt x="21600" y="0"/>
                  </a:lnTo>
                  <a:lnTo>
                    <a:pt x="17872" y="21600"/>
                  </a:lnTo>
                  <a:lnTo>
                    <a:pt x="0" y="1027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0" name="曲线"/>
            <p:cNvSpPr/>
            <p:nvPr/>
          </p:nvSpPr>
          <p:spPr>
            <a:xfrm rot="0">
              <a:off x="2884290" y="1514685"/>
              <a:ext cx="106270" cy="2301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008" y="0"/>
                  </a:moveTo>
                  <a:lnTo>
                    <a:pt x="21600" y="21600"/>
                  </a:lnTo>
                  <a:lnTo>
                    <a:pt x="0" y="17448"/>
                  </a:lnTo>
                  <a:lnTo>
                    <a:pt x="900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1" name="曲线"/>
            <p:cNvSpPr/>
            <p:nvPr/>
          </p:nvSpPr>
          <p:spPr>
            <a:xfrm rot="0">
              <a:off x="2884290" y="1700619"/>
              <a:ext cx="123982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514" y="3482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2" name="曲线"/>
            <p:cNvSpPr/>
            <p:nvPr/>
          </p:nvSpPr>
          <p:spPr>
            <a:xfrm rot="0">
              <a:off x="2990561" y="1744859"/>
              <a:ext cx="159327" cy="2301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8303"/>
                  </a:lnTo>
                  <a:lnTo>
                    <a:pt x="2401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3" name="曲线"/>
            <p:cNvSpPr/>
            <p:nvPr/>
          </p:nvSpPr>
          <p:spPr>
            <a:xfrm rot="0">
              <a:off x="3008272" y="1833341"/>
              <a:ext cx="265519" cy="14169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520" y="0"/>
                  </a:moveTo>
                  <a:lnTo>
                    <a:pt x="21600" y="13500"/>
                  </a:lnTo>
                  <a:lnTo>
                    <a:pt x="0" y="21600"/>
                  </a:lnTo>
                  <a:lnTo>
                    <a:pt x="1152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4" name="曲线"/>
            <p:cNvSpPr/>
            <p:nvPr/>
          </p:nvSpPr>
          <p:spPr>
            <a:xfrm rot="0">
              <a:off x="3008272" y="1921899"/>
              <a:ext cx="265519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678" y="21600"/>
                  </a:moveTo>
                  <a:lnTo>
                    <a:pt x="21600" y="0"/>
                  </a:lnTo>
                  <a:lnTo>
                    <a:pt x="0" y="4051"/>
                  </a:lnTo>
                  <a:lnTo>
                    <a:pt x="1367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5" name="曲线"/>
            <p:cNvSpPr/>
            <p:nvPr/>
          </p:nvSpPr>
          <p:spPr>
            <a:xfrm rot="0">
              <a:off x="2955137" y="1975034"/>
              <a:ext cx="221279" cy="3451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186" y="0"/>
                  </a:moveTo>
                  <a:lnTo>
                    <a:pt x="21600" y="14403"/>
                  </a:lnTo>
                  <a:lnTo>
                    <a:pt x="0" y="21600"/>
                  </a:lnTo>
                  <a:lnTo>
                    <a:pt x="518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6" name="曲线"/>
            <p:cNvSpPr/>
            <p:nvPr/>
          </p:nvSpPr>
          <p:spPr>
            <a:xfrm rot="0">
              <a:off x="2353172" y="1603166"/>
              <a:ext cx="318654" cy="4603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817"/>
                  </a:moveTo>
                  <a:lnTo>
                    <a:pt x="21600" y="0"/>
                  </a:lnTo>
                  <a:lnTo>
                    <a:pt x="16802" y="21600"/>
                  </a:lnTo>
                  <a:lnTo>
                    <a:pt x="0" y="581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7" name="曲线"/>
            <p:cNvSpPr/>
            <p:nvPr/>
          </p:nvSpPr>
          <p:spPr>
            <a:xfrm rot="0">
              <a:off x="2601058" y="1603166"/>
              <a:ext cx="283230" cy="4603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396" y="0"/>
                  </a:moveTo>
                  <a:lnTo>
                    <a:pt x="21600" y="4572"/>
                  </a:lnTo>
                  <a:lnTo>
                    <a:pt x="0" y="21600"/>
                  </a:lnTo>
                  <a:lnTo>
                    <a:pt x="539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8" name="曲线"/>
            <p:cNvSpPr/>
            <p:nvPr/>
          </p:nvSpPr>
          <p:spPr>
            <a:xfrm rot="0">
              <a:off x="2601058" y="1700619"/>
              <a:ext cx="407213" cy="36289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023" y="0"/>
                  </a:moveTo>
                  <a:lnTo>
                    <a:pt x="21600" y="16333"/>
                  </a:lnTo>
                  <a:lnTo>
                    <a:pt x="0" y="21600"/>
                  </a:lnTo>
                  <a:lnTo>
                    <a:pt x="1502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79" name="曲线"/>
            <p:cNvSpPr/>
            <p:nvPr/>
          </p:nvSpPr>
          <p:spPr>
            <a:xfrm rot="0">
              <a:off x="2061046" y="1921899"/>
              <a:ext cx="194750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1777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0" name="曲线"/>
            <p:cNvSpPr/>
            <p:nvPr/>
          </p:nvSpPr>
          <p:spPr>
            <a:xfrm rot="0">
              <a:off x="2167237" y="1727148"/>
              <a:ext cx="185934" cy="35407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880"/>
                  </a:moveTo>
                  <a:lnTo>
                    <a:pt x="21600" y="0"/>
                  </a:lnTo>
                  <a:lnTo>
                    <a:pt x="10287" y="21600"/>
                  </a:lnTo>
                  <a:lnTo>
                    <a:pt x="0" y="1188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1" name="曲线"/>
            <p:cNvSpPr/>
            <p:nvPr/>
          </p:nvSpPr>
          <p:spPr>
            <a:xfrm rot="0">
              <a:off x="2255797" y="1727148"/>
              <a:ext cx="345260" cy="35407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091" y="0"/>
                  </a:moveTo>
                  <a:lnTo>
                    <a:pt x="21600" y="20519"/>
                  </a:lnTo>
                  <a:lnTo>
                    <a:pt x="0" y="21600"/>
                  </a:lnTo>
                  <a:lnTo>
                    <a:pt x="609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2" name="曲线"/>
            <p:cNvSpPr/>
            <p:nvPr/>
          </p:nvSpPr>
          <p:spPr>
            <a:xfrm rot="0">
              <a:off x="2061046" y="2081226"/>
              <a:ext cx="221279" cy="34526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9010" y="0"/>
                  </a:lnTo>
                  <a:lnTo>
                    <a:pt x="2159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3" name="曲线"/>
            <p:cNvSpPr/>
            <p:nvPr/>
          </p:nvSpPr>
          <p:spPr>
            <a:xfrm rot="0">
              <a:off x="2255797" y="2063515"/>
              <a:ext cx="345260" cy="36297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54"/>
                  </a:moveTo>
                  <a:lnTo>
                    <a:pt x="21600" y="0"/>
                  </a:lnTo>
                  <a:lnTo>
                    <a:pt x="1659" y="21600"/>
                  </a:lnTo>
                  <a:lnTo>
                    <a:pt x="0" y="105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4" name="曲线"/>
            <p:cNvSpPr/>
            <p:nvPr/>
          </p:nvSpPr>
          <p:spPr>
            <a:xfrm rot="0">
              <a:off x="2007911" y="2081226"/>
              <a:ext cx="274413" cy="4161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182" y="0"/>
                  </a:moveTo>
                  <a:lnTo>
                    <a:pt x="21600" y="17922"/>
                  </a:lnTo>
                  <a:lnTo>
                    <a:pt x="0" y="21600"/>
                  </a:lnTo>
                  <a:lnTo>
                    <a:pt x="4182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5" name="曲线"/>
            <p:cNvSpPr/>
            <p:nvPr/>
          </p:nvSpPr>
          <p:spPr>
            <a:xfrm rot="0">
              <a:off x="1839689" y="2081226"/>
              <a:ext cx="221356" cy="4161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571"/>
                  </a:moveTo>
                  <a:lnTo>
                    <a:pt x="21600" y="0"/>
                  </a:lnTo>
                  <a:lnTo>
                    <a:pt x="16415" y="21600"/>
                  </a:lnTo>
                  <a:lnTo>
                    <a:pt x="0" y="105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6" name="曲线"/>
            <p:cNvSpPr/>
            <p:nvPr/>
          </p:nvSpPr>
          <p:spPr>
            <a:xfrm rot="0">
              <a:off x="1582985" y="2488439"/>
              <a:ext cx="256701" cy="15932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729" y="21600"/>
                  </a:lnTo>
                  <a:lnTo>
                    <a:pt x="21600" y="1200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7" name="曲线"/>
            <p:cNvSpPr/>
            <p:nvPr/>
          </p:nvSpPr>
          <p:spPr>
            <a:xfrm rot="0">
              <a:off x="1582985" y="2284873"/>
              <a:ext cx="256701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5051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1505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8" name="曲线"/>
            <p:cNvSpPr/>
            <p:nvPr/>
          </p:nvSpPr>
          <p:spPr>
            <a:xfrm rot="0">
              <a:off x="1627305" y="2576998"/>
              <a:ext cx="212382" cy="30094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079"/>
                  </a:moveTo>
                  <a:lnTo>
                    <a:pt x="7197" y="21600"/>
                  </a:lnTo>
                  <a:lnTo>
                    <a:pt x="21600" y="0"/>
                  </a:lnTo>
                  <a:lnTo>
                    <a:pt x="0" y="507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89" name="曲线"/>
            <p:cNvSpPr/>
            <p:nvPr/>
          </p:nvSpPr>
          <p:spPr>
            <a:xfrm rot="0">
              <a:off x="1839689" y="2284873"/>
              <a:ext cx="168222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5709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0" name="曲线"/>
            <p:cNvSpPr/>
            <p:nvPr/>
          </p:nvSpPr>
          <p:spPr>
            <a:xfrm rot="0">
              <a:off x="1698073" y="2576998"/>
              <a:ext cx="345261" cy="37178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484"/>
                  </a:moveTo>
                  <a:lnTo>
                    <a:pt x="8859" y="0"/>
                  </a:lnTo>
                  <a:lnTo>
                    <a:pt x="21600" y="21600"/>
                  </a:lnTo>
                  <a:lnTo>
                    <a:pt x="0" y="1748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1" name="曲线"/>
            <p:cNvSpPr/>
            <p:nvPr/>
          </p:nvSpPr>
          <p:spPr>
            <a:xfrm rot="0">
              <a:off x="1839689" y="2497335"/>
              <a:ext cx="203645" cy="45145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811"/>
                  </a:moveTo>
                  <a:lnTo>
                    <a:pt x="17842" y="0"/>
                  </a:lnTo>
                  <a:lnTo>
                    <a:pt x="21599" y="21600"/>
                  </a:lnTo>
                  <a:lnTo>
                    <a:pt x="0" y="381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2" name="曲线"/>
            <p:cNvSpPr/>
            <p:nvPr/>
          </p:nvSpPr>
          <p:spPr>
            <a:xfrm rot="0">
              <a:off x="2007911" y="2426488"/>
              <a:ext cx="274413" cy="5222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929"/>
                  </a:moveTo>
                  <a:lnTo>
                    <a:pt x="21600" y="0"/>
                  </a:lnTo>
                  <a:lnTo>
                    <a:pt x="2788" y="21600"/>
                  </a:lnTo>
                  <a:lnTo>
                    <a:pt x="0" y="292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3" name="曲线"/>
            <p:cNvSpPr/>
            <p:nvPr/>
          </p:nvSpPr>
          <p:spPr>
            <a:xfrm rot="0">
              <a:off x="1538746" y="2877942"/>
              <a:ext cx="185934" cy="2567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8509" y="0"/>
                  </a:lnTo>
                  <a:lnTo>
                    <a:pt x="21600" y="74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4" name="曲线"/>
            <p:cNvSpPr/>
            <p:nvPr/>
          </p:nvSpPr>
          <p:spPr>
            <a:xfrm rot="0">
              <a:off x="1698073" y="2877942"/>
              <a:ext cx="345261" cy="885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7280"/>
                  </a:lnTo>
                  <a:lnTo>
                    <a:pt x="1664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5" name="曲线"/>
            <p:cNvSpPr/>
            <p:nvPr/>
          </p:nvSpPr>
          <p:spPr>
            <a:xfrm rot="0">
              <a:off x="1724680" y="2948789"/>
              <a:ext cx="318654" cy="2567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598" y="21600"/>
                  </a:moveTo>
                  <a:lnTo>
                    <a:pt x="21600" y="0"/>
                  </a:lnTo>
                  <a:lnTo>
                    <a:pt x="0" y="1490"/>
                  </a:lnTo>
                  <a:lnTo>
                    <a:pt x="1259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6" name="曲线"/>
            <p:cNvSpPr/>
            <p:nvPr/>
          </p:nvSpPr>
          <p:spPr>
            <a:xfrm rot="0">
              <a:off x="1485611" y="3134644"/>
              <a:ext cx="141694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8099" y="0"/>
                  </a:lnTo>
                  <a:lnTo>
                    <a:pt x="21599" y="945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7" name="曲线"/>
            <p:cNvSpPr/>
            <p:nvPr/>
          </p:nvSpPr>
          <p:spPr>
            <a:xfrm rot="0">
              <a:off x="1485611" y="3258626"/>
              <a:ext cx="168222" cy="2567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406"/>
                  </a:moveTo>
                  <a:lnTo>
                    <a:pt x="21600" y="21600"/>
                  </a:lnTo>
                  <a:lnTo>
                    <a:pt x="18193" y="0"/>
                  </a:lnTo>
                  <a:lnTo>
                    <a:pt x="0" y="134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8" name="曲线"/>
            <p:cNvSpPr/>
            <p:nvPr/>
          </p:nvSpPr>
          <p:spPr>
            <a:xfrm rot="0">
              <a:off x="1538746" y="2966501"/>
              <a:ext cx="185934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432"/>
                  </a:moveTo>
                  <a:lnTo>
                    <a:pt x="21600" y="0"/>
                  </a:lnTo>
                  <a:lnTo>
                    <a:pt x="10287" y="21600"/>
                  </a:lnTo>
                  <a:lnTo>
                    <a:pt x="0" y="1243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699" name="曲线"/>
            <p:cNvSpPr/>
            <p:nvPr/>
          </p:nvSpPr>
          <p:spPr>
            <a:xfrm rot="0">
              <a:off x="1627305" y="3258626"/>
              <a:ext cx="203567" cy="2567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814" y="21600"/>
                  </a:moveTo>
                  <a:lnTo>
                    <a:pt x="21600" y="8935"/>
                  </a:lnTo>
                  <a:lnTo>
                    <a:pt x="0" y="0"/>
                  </a:lnTo>
                  <a:lnTo>
                    <a:pt x="281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0" name="曲线"/>
            <p:cNvSpPr/>
            <p:nvPr/>
          </p:nvSpPr>
          <p:spPr>
            <a:xfrm rot="0">
              <a:off x="1627305" y="2966501"/>
              <a:ext cx="283230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426" y="0"/>
                  </a:moveTo>
                  <a:lnTo>
                    <a:pt x="21600" y="17671"/>
                  </a:lnTo>
                  <a:lnTo>
                    <a:pt x="0" y="21600"/>
                  </a:lnTo>
                  <a:lnTo>
                    <a:pt x="742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1" name="曲线"/>
            <p:cNvSpPr/>
            <p:nvPr/>
          </p:nvSpPr>
          <p:spPr>
            <a:xfrm rot="0">
              <a:off x="1627305" y="3205492"/>
              <a:ext cx="283230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524" y="21600"/>
                  </a:moveTo>
                  <a:lnTo>
                    <a:pt x="21600" y="0"/>
                  </a:lnTo>
                  <a:lnTo>
                    <a:pt x="0" y="7203"/>
                  </a:lnTo>
                  <a:lnTo>
                    <a:pt x="1552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2" name="曲线"/>
            <p:cNvSpPr/>
            <p:nvPr/>
          </p:nvSpPr>
          <p:spPr>
            <a:xfrm rot="0">
              <a:off x="2043334" y="2426488"/>
              <a:ext cx="238990" cy="61967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205"/>
                  </a:moveTo>
                  <a:lnTo>
                    <a:pt x="21600" y="0"/>
                  </a:lnTo>
                  <a:lnTo>
                    <a:pt x="8800" y="21600"/>
                  </a:lnTo>
                  <a:lnTo>
                    <a:pt x="0" y="182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3" name="曲线"/>
            <p:cNvSpPr/>
            <p:nvPr/>
          </p:nvSpPr>
          <p:spPr>
            <a:xfrm rot="0">
              <a:off x="1910535" y="2948789"/>
              <a:ext cx="230174" cy="2567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2462" y="0"/>
                  </a:lnTo>
                  <a:lnTo>
                    <a:pt x="21600" y="819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4" name="曲线"/>
            <p:cNvSpPr/>
            <p:nvPr/>
          </p:nvSpPr>
          <p:spPr>
            <a:xfrm rot="0">
              <a:off x="1910535" y="3046164"/>
              <a:ext cx="230174" cy="34526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967"/>
                  </a:moveTo>
                  <a:lnTo>
                    <a:pt x="834" y="21600"/>
                  </a:lnTo>
                  <a:lnTo>
                    <a:pt x="21600" y="0"/>
                  </a:lnTo>
                  <a:lnTo>
                    <a:pt x="0" y="996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5" name="曲线"/>
            <p:cNvSpPr/>
            <p:nvPr/>
          </p:nvSpPr>
          <p:spPr>
            <a:xfrm rot="0">
              <a:off x="2140710" y="2426488"/>
              <a:ext cx="557724" cy="61967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5484" y="0"/>
                  </a:lnTo>
                  <a:lnTo>
                    <a:pt x="21600" y="9565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6" name="曲线"/>
            <p:cNvSpPr/>
            <p:nvPr/>
          </p:nvSpPr>
          <p:spPr>
            <a:xfrm rot="0">
              <a:off x="2140710" y="2700902"/>
              <a:ext cx="557724" cy="4603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200"/>
                  </a:moveTo>
                  <a:lnTo>
                    <a:pt x="9600" y="21600"/>
                  </a:lnTo>
                  <a:lnTo>
                    <a:pt x="21600" y="0"/>
                  </a:lnTo>
                  <a:lnTo>
                    <a:pt x="0" y="162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7" name="曲线"/>
            <p:cNvSpPr/>
            <p:nvPr/>
          </p:nvSpPr>
          <p:spPr>
            <a:xfrm rot="0">
              <a:off x="2282325" y="2426488"/>
              <a:ext cx="513484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7503" y="21600"/>
                  </a:lnTo>
                  <a:lnTo>
                    <a:pt x="21600" y="1393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8" name="曲线"/>
            <p:cNvSpPr/>
            <p:nvPr/>
          </p:nvSpPr>
          <p:spPr>
            <a:xfrm rot="0">
              <a:off x="2282325" y="2063515"/>
              <a:ext cx="407213" cy="36297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6906" y="0"/>
                  </a:lnTo>
                  <a:lnTo>
                    <a:pt x="21600" y="790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09" name="曲线"/>
            <p:cNvSpPr/>
            <p:nvPr/>
          </p:nvSpPr>
          <p:spPr>
            <a:xfrm rot="0">
              <a:off x="2282325" y="2196314"/>
              <a:ext cx="513484" cy="4072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209"/>
                  </a:moveTo>
                  <a:lnTo>
                    <a:pt x="21600" y="21600"/>
                  </a:lnTo>
                  <a:lnTo>
                    <a:pt x="17129" y="0"/>
                  </a:lnTo>
                  <a:lnTo>
                    <a:pt x="0" y="1220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0" name="曲线"/>
            <p:cNvSpPr/>
            <p:nvPr/>
          </p:nvSpPr>
          <p:spPr>
            <a:xfrm rot="0">
              <a:off x="2601058" y="1975034"/>
              <a:ext cx="407213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636"/>
                  </a:moveTo>
                  <a:lnTo>
                    <a:pt x="21600" y="0"/>
                  </a:lnTo>
                  <a:lnTo>
                    <a:pt x="4693" y="21600"/>
                  </a:lnTo>
                  <a:lnTo>
                    <a:pt x="0" y="863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1" name="曲线"/>
            <p:cNvSpPr/>
            <p:nvPr/>
          </p:nvSpPr>
          <p:spPr>
            <a:xfrm rot="0">
              <a:off x="2689539" y="2196314"/>
              <a:ext cx="265596" cy="4072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642" y="21600"/>
                  </a:moveTo>
                  <a:lnTo>
                    <a:pt x="21600" y="6572"/>
                  </a:lnTo>
                  <a:lnTo>
                    <a:pt x="0" y="0"/>
                  </a:lnTo>
                  <a:lnTo>
                    <a:pt x="8642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2" name="曲线"/>
            <p:cNvSpPr/>
            <p:nvPr/>
          </p:nvSpPr>
          <p:spPr>
            <a:xfrm rot="0">
              <a:off x="2689539" y="1975034"/>
              <a:ext cx="318732" cy="3451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999" y="21600"/>
                  </a:moveTo>
                  <a:lnTo>
                    <a:pt x="21600" y="0"/>
                  </a:lnTo>
                  <a:lnTo>
                    <a:pt x="0" y="13846"/>
                  </a:lnTo>
                  <a:lnTo>
                    <a:pt x="1799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3" name="曲线"/>
            <p:cNvSpPr/>
            <p:nvPr/>
          </p:nvSpPr>
          <p:spPr>
            <a:xfrm rot="0">
              <a:off x="2795810" y="2320218"/>
              <a:ext cx="424925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8098" y="0"/>
                  </a:lnTo>
                  <a:lnTo>
                    <a:pt x="21600" y="810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4" name="曲线"/>
            <p:cNvSpPr/>
            <p:nvPr/>
          </p:nvSpPr>
          <p:spPr>
            <a:xfrm rot="0">
              <a:off x="2955137" y="2205208"/>
              <a:ext cx="265596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226"/>
                  </a:moveTo>
                  <a:lnTo>
                    <a:pt x="17995" y="0"/>
                  </a:lnTo>
                  <a:lnTo>
                    <a:pt x="21600" y="21600"/>
                  </a:lnTo>
                  <a:lnTo>
                    <a:pt x="0" y="1122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5" name="曲线"/>
            <p:cNvSpPr/>
            <p:nvPr/>
          </p:nvSpPr>
          <p:spPr>
            <a:xfrm rot="0">
              <a:off x="3176415" y="2205208"/>
              <a:ext cx="185934" cy="22127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9505"/>
                  </a:lnTo>
                  <a:lnTo>
                    <a:pt x="514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6" name="曲线"/>
            <p:cNvSpPr/>
            <p:nvPr/>
          </p:nvSpPr>
          <p:spPr>
            <a:xfrm rot="0">
              <a:off x="3220734" y="2302585"/>
              <a:ext cx="424846" cy="13271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200" y="0"/>
                  </a:moveTo>
                  <a:lnTo>
                    <a:pt x="21600" y="21600"/>
                  </a:lnTo>
                  <a:lnTo>
                    <a:pt x="0" y="20165"/>
                  </a:lnTo>
                  <a:lnTo>
                    <a:pt x="720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7" name="曲线"/>
            <p:cNvSpPr/>
            <p:nvPr/>
          </p:nvSpPr>
          <p:spPr>
            <a:xfrm rot="0">
              <a:off x="2698434" y="2603527"/>
              <a:ext cx="584251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201"/>
                  </a:moveTo>
                  <a:lnTo>
                    <a:pt x="3600" y="0"/>
                  </a:lnTo>
                  <a:lnTo>
                    <a:pt x="21600" y="21600"/>
                  </a:lnTo>
                  <a:lnTo>
                    <a:pt x="0" y="132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8" name="曲线"/>
            <p:cNvSpPr/>
            <p:nvPr/>
          </p:nvSpPr>
          <p:spPr>
            <a:xfrm rot="0">
              <a:off x="2795810" y="2426488"/>
              <a:ext cx="486877" cy="33636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368"/>
                  </a:moveTo>
                  <a:lnTo>
                    <a:pt x="18851" y="0"/>
                  </a:lnTo>
                  <a:lnTo>
                    <a:pt x="21600" y="21600"/>
                  </a:lnTo>
                  <a:lnTo>
                    <a:pt x="0" y="1136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19" name="曲线"/>
            <p:cNvSpPr/>
            <p:nvPr/>
          </p:nvSpPr>
          <p:spPr>
            <a:xfrm rot="0">
              <a:off x="3220734" y="2426488"/>
              <a:ext cx="371789" cy="33636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599" y="21600"/>
                  </a:lnTo>
                  <a:lnTo>
                    <a:pt x="21600" y="170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0" name="曲线"/>
            <p:cNvSpPr/>
            <p:nvPr/>
          </p:nvSpPr>
          <p:spPr>
            <a:xfrm rot="0">
              <a:off x="3220734" y="2426488"/>
              <a:ext cx="424846" cy="26559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17"/>
                  </a:lnTo>
                  <a:lnTo>
                    <a:pt x="18902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1" name="曲线"/>
            <p:cNvSpPr/>
            <p:nvPr/>
          </p:nvSpPr>
          <p:spPr>
            <a:xfrm rot="0">
              <a:off x="3592524" y="2435305"/>
              <a:ext cx="265519" cy="2567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316" y="0"/>
                  </a:moveTo>
                  <a:lnTo>
                    <a:pt x="21600" y="3728"/>
                  </a:lnTo>
                  <a:lnTo>
                    <a:pt x="0" y="21600"/>
                  </a:lnTo>
                  <a:lnTo>
                    <a:pt x="431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2" name="曲线"/>
            <p:cNvSpPr/>
            <p:nvPr/>
          </p:nvSpPr>
          <p:spPr>
            <a:xfrm rot="0">
              <a:off x="3592524" y="2479623"/>
              <a:ext cx="300942" cy="26551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283"/>
                  </a:moveTo>
                  <a:lnTo>
                    <a:pt x="19057" y="0"/>
                  </a:lnTo>
                  <a:lnTo>
                    <a:pt x="21600" y="21600"/>
                  </a:lnTo>
                  <a:lnTo>
                    <a:pt x="0" y="1728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3" name="曲线"/>
            <p:cNvSpPr/>
            <p:nvPr/>
          </p:nvSpPr>
          <p:spPr>
            <a:xfrm rot="0">
              <a:off x="3858044" y="2479623"/>
              <a:ext cx="292125" cy="26551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921"/>
                  </a:lnTo>
                  <a:lnTo>
                    <a:pt x="261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4" name="曲线"/>
            <p:cNvSpPr/>
            <p:nvPr/>
          </p:nvSpPr>
          <p:spPr>
            <a:xfrm rot="0">
              <a:off x="3893467" y="2576998"/>
              <a:ext cx="345260" cy="16814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6059" y="0"/>
                  </a:lnTo>
                  <a:lnTo>
                    <a:pt x="21600" y="19324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5" name="曲线"/>
            <p:cNvSpPr/>
            <p:nvPr/>
          </p:nvSpPr>
          <p:spPr>
            <a:xfrm rot="0">
              <a:off x="4150170" y="2576998"/>
              <a:ext cx="221356" cy="1504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543"/>
                  </a:lnTo>
                  <a:lnTo>
                    <a:pt x="8641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6" name="曲线"/>
            <p:cNvSpPr/>
            <p:nvPr/>
          </p:nvSpPr>
          <p:spPr>
            <a:xfrm rot="0">
              <a:off x="4238729" y="2594710"/>
              <a:ext cx="185855" cy="13272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433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1543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7" name="曲线"/>
            <p:cNvSpPr/>
            <p:nvPr/>
          </p:nvSpPr>
          <p:spPr>
            <a:xfrm rot="0">
              <a:off x="4238729" y="2727431"/>
              <a:ext cx="185855" cy="1594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492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17492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8" name="曲线"/>
            <p:cNvSpPr/>
            <p:nvPr/>
          </p:nvSpPr>
          <p:spPr>
            <a:xfrm rot="0">
              <a:off x="3893467" y="2727431"/>
              <a:ext cx="389501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68"/>
                  </a:moveTo>
                  <a:lnTo>
                    <a:pt x="19146" y="0"/>
                  </a:lnTo>
                  <a:lnTo>
                    <a:pt x="21600" y="21600"/>
                  </a:lnTo>
                  <a:lnTo>
                    <a:pt x="0" y="116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29" name="曲线"/>
            <p:cNvSpPr/>
            <p:nvPr/>
          </p:nvSpPr>
          <p:spPr>
            <a:xfrm rot="0">
              <a:off x="4238729" y="2727431"/>
              <a:ext cx="150510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0511"/>
                  </a:lnTo>
                  <a:lnTo>
                    <a:pt x="634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0" name="曲线"/>
            <p:cNvSpPr/>
            <p:nvPr/>
          </p:nvSpPr>
          <p:spPr>
            <a:xfrm rot="0">
              <a:off x="4282969" y="3054981"/>
              <a:ext cx="203646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579" y="21600"/>
                  </a:moveTo>
                  <a:lnTo>
                    <a:pt x="21600" y="2094"/>
                  </a:lnTo>
                  <a:lnTo>
                    <a:pt x="0" y="0"/>
                  </a:lnTo>
                  <a:lnTo>
                    <a:pt x="657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1" name="曲线"/>
            <p:cNvSpPr/>
            <p:nvPr/>
          </p:nvSpPr>
          <p:spPr>
            <a:xfrm rot="0">
              <a:off x="4282969" y="2886836"/>
              <a:ext cx="203646" cy="19474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271" y="0"/>
                  </a:moveTo>
                  <a:lnTo>
                    <a:pt x="21600" y="21600"/>
                  </a:lnTo>
                  <a:lnTo>
                    <a:pt x="0" y="18649"/>
                  </a:lnTo>
                  <a:lnTo>
                    <a:pt x="1127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2" name="曲线"/>
            <p:cNvSpPr/>
            <p:nvPr/>
          </p:nvSpPr>
          <p:spPr>
            <a:xfrm rot="0">
              <a:off x="4805270" y="2514968"/>
              <a:ext cx="212462" cy="27449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0804" y="0"/>
                  </a:lnTo>
                  <a:lnTo>
                    <a:pt x="21600" y="836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3" name="曲线"/>
            <p:cNvSpPr/>
            <p:nvPr/>
          </p:nvSpPr>
          <p:spPr>
            <a:xfrm rot="0">
              <a:off x="4805270" y="2621239"/>
              <a:ext cx="239068" cy="16822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19196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4" name="曲线"/>
            <p:cNvSpPr/>
            <p:nvPr/>
          </p:nvSpPr>
          <p:spPr>
            <a:xfrm rot="0">
              <a:off x="4911541" y="2497335"/>
              <a:ext cx="106191" cy="1239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073"/>
                  </a:moveTo>
                  <a:lnTo>
                    <a:pt x="14394" y="0"/>
                  </a:lnTo>
                  <a:lnTo>
                    <a:pt x="21600" y="21600"/>
                  </a:lnTo>
                  <a:lnTo>
                    <a:pt x="0" y="307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5" name="曲线"/>
            <p:cNvSpPr/>
            <p:nvPr/>
          </p:nvSpPr>
          <p:spPr>
            <a:xfrm rot="0">
              <a:off x="4982309" y="2240554"/>
              <a:ext cx="327548" cy="2567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8175" y="0"/>
                  </a:lnTo>
                  <a:lnTo>
                    <a:pt x="21600" y="11919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6" name="曲线"/>
            <p:cNvSpPr/>
            <p:nvPr/>
          </p:nvSpPr>
          <p:spPr>
            <a:xfrm rot="0">
              <a:off x="5106291" y="2107834"/>
              <a:ext cx="212462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446"/>
                  </a:moveTo>
                  <a:lnTo>
                    <a:pt x="21600" y="0"/>
                  </a:lnTo>
                  <a:lnTo>
                    <a:pt x="20695" y="21600"/>
                  </a:lnTo>
                  <a:lnTo>
                    <a:pt x="0" y="1044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7" name="曲线"/>
            <p:cNvSpPr/>
            <p:nvPr/>
          </p:nvSpPr>
          <p:spPr>
            <a:xfrm rot="0">
              <a:off x="5309859" y="2107834"/>
              <a:ext cx="168222" cy="36289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42" y="0"/>
                  </a:moveTo>
                  <a:lnTo>
                    <a:pt x="21600" y="21600"/>
                  </a:lnTo>
                  <a:lnTo>
                    <a:pt x="0" y="16333"/>
                  </a:lnTo>
                  <a:lnTo>
                    <a:pt x="1142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8" name="曲线"/>
            <p:cNvSpPr/>
            <p:nvPr/>
          </p:nvSpPr>
          <p:spPr>
            <a:xfrm rot="0">
              <a:off x="4982309" y="2497335"/>
              <a:ext cx="274413" cy="1239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788" y="21600"/>
                  </a:lnTo>
                  <a:lnTo>
                    <a:pt x="21600" y="1233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39" name="曲线"/>
            <p:cNvSpPr/>
            <p:nvPr/>
          </p:nvSpPr>
          <p:spPr>
            <a:xfrm rot="0">
              <a:off x="4982309" y="2382248"/>
              <a:ext cx="327548" cy="18585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375"/>
                  </a:moveTo>
                  <a:lnTo>
                    <a:pt x="21600" y="0"/>
                  </a:lnTo>
                  <a:lnTo>
                    <a:pt x="18096" y="21600"/>
                  </a:lnTo>
                  <a:lnTo>
                    <a:pt x="0" y="1337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0" name="曲线"/>
            <p:cNvSpPr/>
            <p:nvPr/>
          </p:nvSpPr>
          <p:spPr>
            <a:xfrm rot="0">
              <a:off x="5017732" y="2568104"/>
              <a:ext cx="238990" cy="2213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184"/>
                  </a:moveTo>
                  <a:lnTo>
                    <a:pt x="2404" y="21600"/>
                  </a:lnTo>
                  <a:lnTo>
                    <a:pt x="21600" y="0"/>
                  </a:lnTo>
                  <a:lnTo>
                    <a:pt x="0" y="518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1" name="曲线"/>
            <p:cNvSpPr/>
            <p:nvPr/>
          </p:nvSpPr>
          <p:spPr>
            <a:xfrm rot="0">
              <a:off x="5044339" y="2568104"/>
              <a:ext cx="380605" cy="2213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0369"/>
                  </a:lnTo>
                  <a:lnTo>
                    <a:pt x="12053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2" name="曲线"/>
            <p:cNvSpPr/>
            <p:nvPr/>
          </p:nvSpPr>
          <p:spPr>
            <a:xfrm rot="0">
              <a:off x="5256723" y="2382248"/>
              <a:ext cx="221358" cy="18585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184" y="0"/>
                  </a:moveTo>
                  <a:lnTo>
                    <a:pt x="21600" y="10283"/>
                  </a:lnTo>
                  <a:lnTo>
                    <a:pt x="0" y="21600"/>
                  </a:lnTo>
                  <a:lnTo>
                    <a:pt x="5184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3" name="曲线"/>
            <p:cNvSpPr/>
            <p:nvPr/>
          </p:nvSpPr>
          <p:spPr>
            <a:xfrm rot="0">
              <a:off x="5256723" y="2470727"/>
              <a:ext cx="221358" cy="20364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6415" y="21600"/>
                  </a:moveTo>
                  <a:lnTo>
                    <a:pt x="21600" y="0"/>
                  </a:lnTo>
                  <a:lnTo>
                    <a:pt x="0" y="10328"/>
                  </a:lnTo>
                  <a:lnTo>
                    <a:pt x="16415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4" name="曲线"/>
            <p:cNvSpPr/>
            <p:nvPr/>
          </p:nvSpPr>
          <p:spPr>
            <a:xfrm rot="0">
              <a:off x="3592524" y="2692086"/>
              <a:ext cx="345260" cy="5045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827" y="2271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5" name="曲线"/>
            <p:cNvSpPr/>
            <p:nvPr/>
          </p:nvSpPr>
          <p:spPr>
            <a:xfrm rot="0">
              <a:off x="3893467" y="2745143"/>
              <a:ext cx="389501" cy="4515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821"/>
                  </a:lnTo>
                  <a:lnTo>
                    <a:pt x="245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6" name="曲线"/>
            <p:cNvSpPr/>
            <p:nvPr/>
          </p:nvSpPr>
          <p:spPr>
            <a:xfrm rot="0">
              <a:off x="3937787" y="3196674"/>
              <a:ext cx="407213" cy="24780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084" y="21600"/>
                  </a:moveTo>
                  <a:lnTo>
                    <a:pt x="21600" y="11568"/>
                  </a:lnTo>
                  <a:lnTo>
                    <a:pt x="0" y="0"/>
                  </a:lnTo>
                  <a:lnTo>
                    <a:pt x="1408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7" name="曲线"/>
            <p:cNvSpPr/>
            <p:nvPr/>
          </p:nvSpPr>
          <p:spPr>
            <a:xfrm rot="0">
              <a:off x="3937787" y="3054981"/>
              <a:ext cx="407213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309" y="0"/>
                  </a:moveTo>
                  <a:lnTo>
                    <a:pt x="21600" y="21600"/>
                  </a:lnTo>
                  <a:lnTo>
                    <a:pt x="0" y="11153"/>
                  </a:lnTo>
                  <a:lnTo>
                    <a:pt x="18309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8" name="曲线"/>
            <p:cNvSpPr/>
            <p:nvPr/>
          </p:nvSpPr>
          <p:spPr>
            <a:xfrm rot="0">
              <a:off x="3937787" y="3196674"/>
              <a:ext cx="265519" cy="24780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2875" y="2083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49" name="曲线"/>
            <p:cNvSpPr/>
            <p:nvPr/>
          </p:nvSpPr>
          <p:spPr>
            <a:xfrm rot="0">
              <a:off x="3973130" y="3435665"/>
              <a:ext cx="212461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3601" y="21600"/>
                  </a:moveTo>
                  <a:lnTo>
                    <a:pt x="21600" y="11780"/>
                  </a:lnTo>
                  <a:lnTo>
                    <a:pt x="0" y="0"/>
                  </a:lnTo>
                  <a:lnTo>
                    <a:pt x="360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0" name="曲线"/>
            <p:cNvSpPr/>
            <p:nvPr/>
          </p:nvSpPr>
          <p:spPr>
            <a:xfrm rot="0">
              <a:off x="3973130" y="3435665"/>
              <a:ext cx="230174" cy="1593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937" y="21600"/>
                  </a:moveTo>
                  <a:lnTo>
                    <a:pt x="21600" y="1195"/>
                  </a:lnTo>
                  <a:lnTo>
                    <a:pt x="0" y="0"/>
                  </a:lnTo>
                  <a:lnTo>
                    <a:pt x="19937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1" name="曲线"/>
            <p:cNvSpPr/>
            <p:nvPr/>
          </p:nvSpPr>
          <p:spPr>
            <a:xfrm rot="0">
              <a:off x="3530494" y="3665840"/>
              <a:ext cx="185934" cy="48687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4922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2" name="曲线"/>
            <p:cNvSpPr/>
            <p:nvPr/>
          </p:nvSpPr>
          <p:spPr>
            <a:xfrm rot="0">
              <a:off x="3716427" y="3665840"/>
              <a:ext cx="141615" cy="33636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3072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3" name="曲线"/>
            <p:cNvSpPr/>
            <p:nvPr/>
          </p:nvSpPr>
          <p:spPr>
            <a:xfrm rot="0">
              <a:off x="3716427" y="3665840"/>
              <a:ext cx="292125" cy="2035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471" y="21600"/>
                  </a:moveTo>
                  <a:lnTo>
                    <a:pt x="21600" y="6573"/>
                  </a:lnTo>
                  <a:lnTo>
                    <a:pt x="0" y="0"/>
                  </a:lnTo>
                  <a:lnTo>
                    <a:pt x="1047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4" name="曲线"/>
            <p:cNvSpPr/>
            <p:nvPr/>
          </p:nvSpPr>
          <p:spPr>
            <a:xfrm rot="0">
              <a:off x="3716427" y="3435665"/>
              <a:ext cx="292125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980" y="0"/>
                  </a:moveTo>
                  <a:lnTo>
                    <a:pt x="21600" y="21600"/>
                  </a:lnTo>
                  <a:lnTo>
                    <a:pt x="0" y="17019"/>
                  </a:lnTo>
                  <a:lnTo>
                    <a:pt x="1898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5" name="曲线"/>
            <p:cNvSpPr/>
            <p:nvPr/>
          </p:nvSpPr>
          <p:spPr>
            <a:xfrm rot="0">
              <a:off x="3521677" y="2692086"/>
              <a:ext cx="416108" cy="6462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3677" y="0"/>
                  </a:moveTo>
                  <a:lnTo>
                    <a:pt x="21600" y="16866"/>
                  </a:lnTo>
                  <a:lnTo>
                    <a:pt x="0" y="21600"/>
                  </a:lnTo>
                  <a:lnTo>
                    <a:pt x="3677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6" name="曲线"/>
            <p:cNvSpPr/>
            <p:nvPr/>
          </p:nvSpPr>
          <p:spPr>
            <a:xfrm rot="0">
              <a:off x="3521677" y="3338290"/>
              <a:ext cx="451453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317" y="21600"/>
                  </a:moveTo>
                  <a:lnTo>
                    <a:pt x="21600" y="6421"/>
                  </a:lnTo>
                  <a:lnTo>
                    <a:pt x="0" y="0"/>
                  </a:lnTo>
                  <a:lnTo>
                    <a:pt x="9317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7" name="曲线"/>
            <p:cNvSpPr/>
            <p:nvPr/>
          </p:nvSpPr>
          <p:spPr>
            <a:xfrm rot="0">
              <a:off x="3521677" y="3196674"/>
              <a:ext cx="451453" cy="23898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908" y="0"/>
                  </a:moveTo>
                  <a:lnTo>
                    <a:pt x="21600" y="21600"/>
                  </a:lnTo>
                  <a:lnTo>
                    <a:pt x="0" y="12799"/>
                  </a:lnTo>
                  <a:lnTo>
                    <a:pt x="1990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8" name="曲线"/>
            <p:cNvSpPr/>
            <p:nvPr/>
          </p:nvSpPr>
          <p:spPr>
            <a:xfrm rot="0">
              <a:off x="3229552" y="2692086"/>
              <a:ext cx="362972" cy="48687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3161" y="3139"/>
                  </a:moveTo>
                  <a:lnTo>
                    <a:pt x="21600" y="0"/>
                  </a:lnTo>
                  <a:lnTo>
                    <a:pt x="0" y="21599"/>
                  </a:lnTo>
                  <a:lnTo>
                    <a:pt x="3161" y="313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59" name="曲线"/>
            <p:cNvSpPr/>
            <p:nvPr/>
          </p:nvSpPr>
          <p:spPr>
            <a:xfrm rot="0">
              <a:off x="3229552" y="2692086"/>
              <a:ext cx="362972" cy="6462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384" y="21600"/>
                  </a:moveTo>
                  <a:lnTo>
                    <a:pt x="21600" y="0"/>
                  </a:lnTo>
                  <a:lnTo>
                    <a:pt x="0" y="16274"/>
                  </a:lnTo>
                  <a:lnTo>
                    <a:pt x="1738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0" name="曲线"/>
            <p:cNvSpPr/>
            <p:nvPr/>
          </p:nvSpPr>
          <p:spPr>
            <a:xfrm rot="0">
              <a:off x="3149888" y="3178963"/>
              <a:ext cx="371789" cy="24780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628" y="0"/>
                  </a:moveTo>
                  <a:lnTo>
                    <a:pt x="21600" y="13887"/>
                  </a:lnTo>
                  <a:lnTo>
                    <a:pt x="0" y="21600"/>
                  </a:lnTo>
                  <a:lnTo>
                    <a:pt x="462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1" name="曲线"/>
            <p:cNvSpPr/>
            <p:nvPr/>
          </p:nvSpPr>
          <p:spPr>
            <a:xfrm rot="0">
              <a:off x="3149888" y="3338290"/>
              <a:ext cx="566539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174" y="0"/>
                  </a:moveTo>
                  <a:lnTo>
                    <a:pt x="21600" y="21600"/>
                  </a:lnTo>
                  <a:lnTo>
                    <a:pt x="0" y="5834"/>
                  </a:lnTo>
                  <a:lnTo>
                    <a:pt x="14174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2" name="曲线"/>
            <p:cNvSpPr/>
            <p:nvPr/>
          </p:nvSpPr>
          <p:spPr>
            <a:xfrm rot="0">
              <a:off x="3149888" y="3426771"/>
              <a:ext cx="566539" cy="7259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511" y="21600"/>
                  </a:moveTo>
                  <a:lnTo>
                    <a:pt x="21600" y="7113"/>
                  </a:lnTo>
                  <a:lnTo>
                    <a:pt x="0" y="0"/>
                  </a:lnTo>
                  <a:lnTo>
                    <a:pt x="1451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3" name="曲线"/>
            <p:cNvSpPr/>
            <p:nvPr/>
          </p:nvSpPr>
          <p:spPr>
            <a:xfrm rot="0">
              <a:off x="2388596" y="2700902"/>
              <a:ext cx="362894" cy="5045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9706"/>
                  </a:moveTo>
                  <a:lnTo>
                    <a:pt x="18442" y="0"/>
                  </a:lnTo>
                  <a:lnTo>
                    <a:pt x="21600" y="21600"/>
                  </a:lnTo>
                  <a:lnTo>
                    <a:pt x="0" y="197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4" name="曲线"/>
            <p:cNvSpPr/>
            <p:nvPr/>
          </p:nvSpPr>
          <p:spPr>
            <a:xfrm rot="0">
              <a:off x="2698434" y="2700902"/>
              <a:ext cx="584251" cy="5045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652"/>
                  </a:lnTo>
                  <a:lnTo>
                    <a:pt x="1961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5" name="曲线"/>
            <p:cNvSpPr/>
            <p:nvPr/>
          </p:nvSpPr>
          <p:spPr>
            <a:xfrm rot="0">
              <a:off x="2751491" y="3178963"/>
              <a:ext cx="478060" cy="24780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000" y="21600"/>
                  </a:moveTo>
                  <a:lnTo>
                    <a:pt x="21600" y="0"/>
                  </a:lnTo>
                  <a:lnTo>
                    <a:pt x="0" y="2312"/>
                  </a:lnTo>
                  <a:lnTo>
                    <a:pt x="1800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6" name="曲线"/>
            <p:cNvSpPr/>
            <p:nvPr/>
          </p:nvSpPr>
          <p:spPr>
            <a:xfrm rot="0">
              <a:off x="2751491" y="2762855"/>
              <a:ext cx="531195" cy="44263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9" y="20305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9439" y="203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7" name="曲线"/>
            <p:cNvSpPr/>
            <p:nvPr/>
          </p:nvSpPr>
          <p:spPr>
            <a:xfrm rot="0">
              <a:off x="2388596" y="3161251"/>
              <a:ext cx="424845" cy="44263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450" y="2158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8" name="曲线"/>
            <p:cNvSpPr/>
            <p:nvPr/>
          </p:nvSpPr>
          <p:spPr>
            <a:xfrm rot="0">
              <a:off x="2751491" y="3205492"/>
              <a:ext cx="398396" cy="39839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1997"/>
                  </a:lnTo>
                  <a:lnTo>
                    <a:pt x="335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69" name="曲线"/>
            <p:cNvSpPr/>
            <p:nvPr/>
          </p:nvSpPr>
          <p:spPr>
            <a:xfrm rot="0">
              <a:off x="2813443" y="3426771"/>
              <a:ext cx="336444" cy="49577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7716"/>
                  </a:moveTo>
                  <a:lnTo>
                    <a:pt x="21600" y="0"/>
                  </a:lnTo>
                  <a:lnTo>
                    <a:pt x="6822" y="21600"/>
                  </a:lnTo>
                  <a:lnTo>
                    <a:pt x="0" y="771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0" name="曲线"/>
            <p:cNvSpPr/>
            <p:nvPr/>
          </p:nvSpPr>
          <p:spPr>
            <a:xfrm rot="0">
              <a:off x="2919713" y="3426771"/>
              <a:ext cx="610779" cy="7259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140" y="0"/>
                  </a:moveTo>
                  <a:lnTo>
                    <a:pt x="21600" y="21600"/>
                  </a:lnTo>
                  <a:lnTo>
                    <a:pt x="0" y="14751"/>
                  </a:lnTo>
                  <a:lnTo>
                    <a:pt x="814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1" name="曲线"/>
            <p:cNvSpPr/>
            <p:nvPr/>
          </p:nvSpPr>
          <p:spPr>
            <a:xfrm rot="0">
              <a:off x="2919713" y="3922543"/>
              <a:ext cx="389501" cy="5134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764" y="21600"/>
                  </a:moveTo>
                  <a:lnTo>
                    <a:pt x="21600" y="17877"/>
                  </a:lnTo>
                  <a:lnTo>
                    <a:pt x="0" y="0"/>
                  </a:lnTo>
                  <a:lnTo>
                    <a:pt x="1276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2" name="曲线"/>
            <p:cNvSpPr/>
            <p:nvPr/>
          </p:nvSpPr>
          <p:spPr>
            <a:xfrm rot="0">
              <a:off x="2919713" y="3922543"/>
              <a:ext cx="610779" cy="424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774" y="21600"/>
                  </a:moveTo>
                  <a:lnTo>
                    <a:pt x="21600" y="11700"/>
                  </a:lnTo>
                  <a:lnTo>
                    <a:pt x="0" y="0"/>
                  </a:lnTo>
                  <a:lnTo>
                    <a:pt x="1377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3" name="曲线"/>
            <p:cNvSpPr/>
            <p:nvPr/>
          </p:nvSpPr>
          <p:spPr>
            <a:xfrm rot="0">
              <a:off x="2388596" y="3161251"/>
              <a:ext cx="424845" cy="6550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594"/>
                  </a:lnTo>
                  <a:lnTo>
                    <a:pt x="629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4" name="曲线"/>
            <p:cNvSpPr/>
            <p:nvPr/>
          </p:nvSpPr>
          <p:spPr>
            <a:xfrm rot="0">
              <a:off x="2512500" y="3603887"/>
              <a:ext cx="407213" cy="3186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963" y="0"/>
                  </a:moveTo>
                  <a:lnTo>
                    <a:pt x="21600" y="21600"/>
                  </a:lnTo>
                  <a:lnTo>
                    <a:pt x="0" y="14401"/>
                  </a:lnTo>
                  <a:lnTo>
                    <a:pt x="1596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5" name="曲线"/>
            <p:cNvSpPr/>
            <p:nvPr/>
          </p:nvSpPr>
          <p:spPr>
            <a:xfrm rot="0">
              <a:off x="2273508" y="3816350"/>
              <a:ext cx="460270" cy="32747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922"/>
                  </a:moveTo>
                  <a:lnTo>
                    <a:pt x="11215" y="0"/>
                  </a:lnTo>
                  <a:lnTo>
                    <a:pt x="21600" y="21600"/>
                  </a:lnTo>
                  <a:lnTo>
                    <a:pt x="0" y="992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6" name="曲线"/>
            <p:cNvSpPr/>
            <p:nvPr/>
          </p:nvSpPr>
          <p:spPr>
            <a:xfrm rot="0">
              <a:off x="2512500" y="3816350"/>
              <a:ext cx="407213" cy="32747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004"/>
                  </a:lnTo>
                  <a:lnTo>
                    <a:pt x="1173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7" name="曲线"/>
            <p:cNvSpPr/>
            <p:nvPr/>
          </p:nvSpPr>
          <p:spPr>
            <a:xfrm rot="0">
              <a:off x="2733779" y="3922543"/>
              <a:ext cx="416108" cy="5134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651" y="0"/>
                  </a:moveTo>
                  <a:lnTo>
                    <a:pt x="21600" y="21600"/>
                  </a:lnTo>
                  <a:lnTo>
                    <a:pt x="0" y="9309"/>
                  </a:lnTo>
                  <a:lnTo>
                    <a:pt x="965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8" name="曲线"/>
            <p:cNvSpPr/>
            <p:nvPr/>
          </p:nvSpPr>
          <p:spPr>
            <a:xfrm rot="0">
              <a:off x="2671827" y="4143822"/>
              <a:ext cx="309838" cy="4249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401"/>
                  </a:moveTo>
                  <a:lnTo>
                    <a:pt x="4318" y="0"/>
                  </a:lnTo>
                  <a:lnTo>
                    <a:pt x="21600" y="21600"/>
                  </a:lnTo>
                  <a:lnTo>
                    <a:pt x="0" y="144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79" name="曲线"/>
            <p:cNvSpPr/>
            <p:nvPr/>
          </p:nvSpPr>
          <p:spPr>
            <a:xfrm rot="0">
              <a:off x="2733779" y="4143822"/>
              <a:ext cx="416108" cy="4249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849"/>
                  </a:lnTo>
                  <a:lnTo>
                    <a:pt x="1286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0" name="曲线"/>
            <p:cNvSpPr/>
            <p:nvPr/>
          </p:nvSpPr>
          <p:spPr>
            <a:xfrm rot="0">
              <a:off x="2981665" y="4435948"/>
              <a:ext cx="168222" cy="22135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919" y="21600"/>
                  </a:moveTo>
                  <a:lnTo>
                    <a:pt x="21600" y="0"/>
                  </a:lnTo>
                  <a:lnTo>
                    <a:pt x="0" y="12958"/>
                  </a:lnTo>
                  <a:lnTo>
                    <a:pt x="1591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1" name="曲线"/>
            <p:cNvSpPr/>
            <p:nvPr/>
          </p:nvSpPr>
          <p:spPr>
            <a:xfrm rot="0">
              <a:off x="2184950" y="4878585"/>
              <a:ext cx="389500" cy="2567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21600" y="595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2" name="曲线"/>
            <p:cNvSpPr/>
            <p:nvPr/>
          </p:nvSpPr>
          <p:spPr>
            <a:xfrm rot="0">
              <a:off x="2096470" y="4444844"/>
              <a:ext cx="238990" cy="16822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170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3" name="曲线"/>
            <p:cNvSpPr/>
            <p:nvPr/>
          </p:nvSpPr>
          <p:spPr>
            <a:xfrm rot="0">
              <a:off x="2096470" y="4577643"/>
              <a:ext cx="238990" cy="30094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542"/>
                  </a:moveTo>
                  <a:lnTo>
                    <a:pt x="7996" y="21600"/>
                  </a:lnTo>
                  <a:lnTo>
                    <a:pt x="21600" y="0"/>
                  </a:lnTo>
                  <a:lnTo>
                    <a:pt x="0" y="254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4" name="曲线"/>
            <p:cNvSpPr/>
            <p:nvPr/>
          </p:nvSpPr>
          <p:spPr>
            <a:xfrm rot="0">
              <a:off x="2184950" y="4577643"/>
              <a:ext cx="389500" cy="37178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484"/>
                  </a:moveTo>
                  <a:lnTo>
                    <a:pt x="21600" y="21600"/>
                  </a:lnTo>
                  <a:lnTo>
                    <a:pt x="8346" y="0"/>
                  </a:lnTo>
                  <a:lnTo>
                    <a:pt x="0" y="1748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5" name="曲线"/>
            <p:cNvSpPr/>
            <p:nvPr/>
          </p:nvSpPr>
          <p:spPr>
            <a:xfrm rot="0">
              <a:off x="2335461" y="4427132"/>
              <a:ext cx="336365" cy="5222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346" y="21600"/>
                  </a:moveTo>
                  <a:lnTo>
                    <a:pt x="21600" y="0"/>
                  </a:lnTo>
                  <a:lnTo>
                    <a:pt x="0" y="6224"/>
                  </a:lnTo>
                  <a:lnTo>
                    <a:pt x="15346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6" name="曲线"/>
            <p:cNvSpPr/>
            <p:nvPr/>
          </p:nvSpPr>
          <p:spPr>
            <a:xfrm rot="0">
              <a:off x="2096470" y="4241198"/>
              <a:ext cx="238990" cy="33644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074"/>
                  </a:moveTo>
                  <a:lnTo>
                    <a:pt x="21600" y="21600"/>
                  </a:lnTo>
                  <a:lnTo>
                    <a:pt x="6396" y="0"/>
                  </a:lnTo>
                  <a:lnTo>
                    <a:pt x="0" y="1307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7" name="曲线"/>
            <p:cNvSpPr/>
            <p:nvPr/>
          </p:nvSpPr>
          <p:spPr>
            <a:xfrm rot="0">
              <a:off x="2167237" y="3966783"/>
              <a:ext cx="566540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051" y="0"/>
                  </a:moveTo>
                  <a:lnTo>
                    <a:pt x="21600" y="13935"/>
                  </a:lnTo>
                  <a:lnTo>
                    <a:pt x="0" y="21600"/>
                  </a:lnTo>
                  <a:lnTo>
                    <a:pt x="405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8" name="曲线"/>
            <p:cNvSpPr/>
            <p:nvPr/>
          </p:nvSpPr>
          <p:spPr>
            <a:xfrm rot="0">
              <a:off x="2167237" y="4241198"/>
              <a:ext cx="504587" cy="33644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201" y="21600"/>
                  </a:moveTo>
                  <a:lnTo>
                    <a:pt x="21600" y="11937"/>
                  </a:lnTo>
                  <a:lnTo>
                    <a:pt x="0" y="0"/>
                  </a:lnTo>
                  <a:lnTo>
                    <a:pt x="720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89" name="曲线"/>
            <p:cNvSpPr/>
            <p:nvPr/>
          </p:nvSpPr>
          <p:spPr>
            <a:xfrm rot="0">
              <a:off x="2167237" y="4143822"/>
              <a:ext cx="566540" cy="2833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238" y="21600"/>
                  </a:moveTo>
                  <a:lnTo>
                    <a:pt x="21600" y="0"/>
                  </a:lnTo>
                  <a:lnTo>
                    <a:pt x="0" y="7424"/>
                  </a:lnTo>
                  <a:lnTo>
                    <a:pt x="1923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0" name="曲线"/>
            <p:cNvSpPr/>
            <p:nvPr/>
          </p:nvSpPr>
          <p:spPr>
            <a:xfrm rot="0">
              <a:off x="1928248" y="4064158"/>
              <a:ext cx="238990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201" y="21600"/>
                  </a:lnTo>
                  <a:lnTo>
                    <a:pt x="21600" y="13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1" name="曲线"/>
            <p:cNvSpPr/>
            <p:nvPr/>
          </p:nvSpPr>
          <p:spPr>
            <a:xfrm rot="0">
              <a:off x="1963671" y="4241198"/>
              <a:ext cx="203567" cy="2036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206"/>
                  </a:moveTo>
                  <a:lnTo>
                    <a:pt x="14090" y="21600"/>
                  </a:lnTo>
                  <a:lnTo>
                    <a:pt x="21600" y="0"/>
                  </a:lnTo>
                  <a:lnTo>
                    <a:pt x="0" y="122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2" name="曲线"/>
            <p:cNvSpPr/>
            <p:nvPr/>
          </p:nvSpPr>
          <p:spPr>
            <a:xfrm rot="0">
              <a:off x="2282325" y="5135366"/>
              <a:ext cx="433820" cy="2212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4848" y="21600"/>
                  </a:lnTo>
                  <a:lnTo>
                    <a:pt x="21600" y="51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3" name="曲线"/>
            <p:cNvSpPr/>
            <p:nvPr/>
          </p:nvSpPr>
          <p:spPr>
            <a:xfrm rot="0">
              <a:off x="2282325" y="4949432"/>
              <a:ext cx="433820" cy="23899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804"/>
                  </a:moveTo>
                  <a:lnTo>
                    <a:pt x="14545" y="0"/>
                  </a:lnTo>
                  <a:lnTo>
                    <a:pt x="21600" y="21600"/>
                  </a:lnTo>
                  <a:lnTo>
                    <a:pt x="0" y="168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4" name="曲线"/>
            <p:cNvSpPr/>
            <p:nvPr/>
          </p:nvSpPr>
          <p:spPr>
            <a:xfrm rot="0">
              <a:off x="2716146" y="5188424"/>
              <a:ext cx="318653" cy="19475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798" y="21600"/>
                  </a:moveTo>
                  <a:lnTo>
                    <a:pt x="21600" y="14728"/>
                  </a:lnTo>
                  <a:lnTo>
                    <a:pt x="0" y="0"/>
                  </a:lnTo>
                  <a:lnTo>
                    <a:pt x="1379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5" name="曲线"/>
            <p:cNvSpPr/>
            <p:nvPr/>
          </p:nvSpPr>
          <p:spPr>
            <a:xfrm rot="0">
              <a:off x="2716146" y="5055624"/>
              <a:ext cx="327549" cy="26559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013" y="21600"/>
                  </a:moveTo>
                  <a:lnTo>
                    <a:pt x="21600" y="0"/>
                  </a:lnTo>
                  <a:lnTo>
                    <a:pt x="0" y="10800"/>
                  </a:lnTo>
                  <a:lnTo>
                    <a:pt x="21013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6" name="曲线"/>
            <p:cNvSpPr/>
            <p:nvPr/>
          </p:nvSpPr>
          <p:spPr>
            <a:xfrm rot="0">
              <a:off x="2574451" y="4427132"/>
              <a:ext cx="292126" cy="5222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7200" y="0"/>
                  </a:lnTo>
                  <a:lnTo>
                    <a:pt x="21600" y="13546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7" name="曲线"/>
            <p:cNvSpPr/>
            <p:nvPr/>
          </p:nvSpPr>
          <p:spPr>
            <a:xfrm rot="0">
              <a:off x="2574451" y="4754682"/>
              <a:ext cx="292126" cy="43374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698"/>
                  </a:moveTo>
                  <a:lnTo>
                    <a:pt x="10476" y="21600"/>
                  </a:lnTo>
                  <a:lnTo>
                    <a:pt x="21600" y="0"/>
                  </a:lnTo>
                  <a:lnTo>
                    <a:pt x="0" y="969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8" name="曲线"/>
            <p:cNvSpPr/>
            <p:nvPr/>
          </p:nvSpPr>
          <p:spPr>
            <a:xfrm rot="0">
              <a:off x="2671827" y="4427132"/>
              <a:ext cx="309838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9338"/>
                  </a:lnTo>
                  <a:lnTo>
                    <a:pt x="13576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799" name="曲线"/>
            <p:cNvSpPr/>
            <p:nvPr/>
          </p:nvSpPr>
          <p:spPr>
            <a:xfrm rot="0">
              <a:off x="2716146" y="4754682"/>
              <a:ext cx="327549" cy="43374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4986"/>
                  </a:lnTo>
                  <a:lnTo>
                    <a:pt x="992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0" name="曲线"/>
            <p:cNvSpPr/>
            <p:nvPr/>
          </p:nvSpPr>
          <p:spPr>
            <a:xfrm rot="0">
              <a:off x="2866578" y="4568747"/>
              <a:ext cx="239068" cy="18593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398" y="0"/>
                  </a:moveTo>
                  <a:lnTo>
                    <a:pt x="21600" y="10287"/>
                  </a:lnTo>
                  <a:lnTo>
                    <a:pt x="0" y="21600"/>
                  </a:lnTo>
                  <a:lnTo>
                    <a:pt x="1039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1" name="曲线"/>
            <p:cNvSpPr/>
            <p:nvPr/>
          </p:nvSpPr>
          <p:spPr>
            <a:xfrm rot="0">
              <a:off x="2866578" y="4754682"/>
              <a:ext cx="265596" cy="30094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404" y="21600"/>
                  </a:moveTo>
                  <a:lnTo>
                    <a:pt x="21600" y="8893"/>
                  </a:lnTo>
                  <a:lnTo>
                    <a:pt x="0" y="0"/>
                  </a:lnTo>
                  <a:lnTo>
                    <a:pt x="1440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2" name="曲线"/>
            <p:cNvSpPr/>
            <p:nvPr/>
          </p:nvSpPr>
          <p:spPr>
            <a:xfrm rot="0">
              <a:off x="2866578" y="4657305"/>
              <a:ext cx="265596" cy="2212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42" y="0"/>
                  </a:moveTo>
                  <a:lnTo>
                    <a:pt x="21600" y="21600"/>
                  </a:lnTo>
                  <a:lnTo>
                    <a:pt x="0" y="9505"/>
                  </a:lnTo>
                  <a:lnTo>
                    <a:pt x="19442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3" name="曲线"/>
            <p:cNvSpPr/>
            <p:nvPr/>
          </p:nvSpPr>
          <p:spPr>
            <a:xfrm rot="0">
              <a:off x="2379701" y="5356646"/>
              <a:ext cx="230174" cy="24788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6648" y="21600"/>
                  </a:lnTo>
                  <a:lnTo>
                    <a:pt x="21600" y="1079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4" name="曲线"/>
            <p:cNvSpPr/>
            <p:nvPr/>
          </p:nvSpPr>
          <p:spPr>
            <a:xfrm rot="0">
              <a:off x="2379701" y="5188424"/>
              <a:ext cx="336444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438"/>
                  </a:moveTo>
                  <a:lnTo>
                    <a:pt x="21600" y="0"/>
                  </a:lnTo>
                  <a:lnTo>
                    <a:pt x="14777" y="21600"/>
                  </a:lnTo>
                  <a:lnTo>
                    <a:pt x="0" y="1243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5" name="曲线"/>
            <p:cNvSpPr/>
            <p:nvPr/>
          </p:nvSpPr>
          <p:spPr>
            <a:xfrm rot="0">
              <a:off x="2450548" y="5480549"/>
              <a:ext cx="230174" cy="2124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604"/>
                  </a:moveTo>
                  <a:lnTo>
                    <a:pt x="21600" y="21600"/>
                  </a:lnTo>
                  <a:lnTo>
                    <a:pt x="14951" y="0"/>
                  </a:lnTo>
                  <a:lnTo>
                    <a:pt x="0" y="126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6" name="曲线"/>
            <p:cNvSpPr/>
            <p:nvPr/>
          </p:nvSpPr>
          <p:spPr>
            <a:xfrm rot="0">
              <a:off x="2609874" y="5480549"/>
              <a:ext cx="132799" cy="21246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523" y="21600"/>
                  </a:moveTo>
                  <a:lnTo>
                    <a:pt x="21600" y="10804"/>
                  </a:lnTo>
                  <a:lnTo>
                    <a:pt x="0" y="0"/>
                  </a:lnTo>
                  <a:lnTo>
                    <a:pt x="11523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7" name="曲线"/>
            <p:cNvSpPr/>
            <p:nvPr/>
          </p:nvSpPr>
          <p:spPr>
            <a:xfrm rot="0">
              <a:off x="2609874" y="5188424"/>
              <a:ext cx="309838" cy="2921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408" y="0"/>
                  </a:moveTo>
                  <a:lnTo>
                    <a:pt x="21600" y="14400"/>
                  </a:lnTo>
                  <a:lnTo>
                    <a:pt x="0" y="21600"/>
                  </a:lnTo>
                  <a:lnTo>
                    <a:pt x="740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8" name="曲线"/>
            <p:cNvSpPr/>
            <p:nvPr/>
          </p:nvSpPr>
          <p:spPr>
            <a:xfrm rot="0">
              <a:off x="2609874" y="5480549"/>
              <a:ext cx="256702" cy="10626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174" y="21600"/>
                  </a:moveTo>
                  <a:lnTo>
                    <a:pt x="21600" y="10800"/>
                  </a:lnTo>
                  <a:lnTo>
                    <a:pt x="0" y="0"/>
                  </a:lnTo>
                  <a:lnTo>
                    <a:pt x="1117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09" name="曲线"/>
            <p:cNvSpPr/>
            <p:nvPr/>
          </p:nvSpPr>
          <p:spPr>
            <a:xfrm rot="0">
              <a:off x="2609874" y="5383174"/>
              <a:ext cx="309838" cy="15051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895" y="21600"/>
                  </a:moveTo>
                  <a:lnTo>
                    <a:pt x="21600" y="0"/>
                  </a:lnTo>
                  <a:lnTo>
                    <a:pt x="0" y="13974"/>
                  </a:lnTo>
                  <a:lnTo>
                    <a:pt x="17895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0" name="曲线"/>
            <p:cNvSpPr/>
            <p:nvPr/>
          </p:nvSpPr>
          <p:spPr>
            <a:xfrm rot="0">
              <a:off x="2122998" y="3046164"/>
              <a:ext cx="265597" cy="5045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40" y="0"/>
                  </a:moveTo>
                  <a:lnTo>
                    <a:pt x="21600" y="4926"/>
                  </a:lnTo>
                  <a:lnTo>
                    <a:pt x="0" y="21600"/>
                  </a:lnTo>
                  <a:lnTo>
                    <a:pt x="144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1" name="曲线"/>
            <p:cNvSpPr/>
            <p:nvPr/>
          </p:nvSpPr>
          <p:spPr>
            <a:xfrm rot="0">
              <a:off x="2122998" y="3550753"/>
              <a:ext cx="389501" cy="4160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346" y="21600"/>
                  </a:moveTo>
                  <a:lnTo>
                    <a:pt x="21600" y="13789"/>
                  </a:lnTo>
                  <a:lnTo>
                    <a:pt x="0" y="0"/>
                  </a:lnTo>
                  <a:lnTo>
                    <a:pt x="8346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2" name="曲线"/>
            <p:cNvSpPr/>
            <p:nvPr/>
          </p:nvSpPr>
          <p:spPr>
            <a:xfrm rot="0">
              <a:off x="2122998" y="3161251"/>
              <a:ext cx="389501" cy="6550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728" y="0"/>
                  </a:moveTo>
                  <a:lnTo>
                    <a:pt x="21600" y="21600"/>
                  </a:lnTo>
                  <a:lnTo>
                    <a:pt x="0" y="12842"/>
                  </a:lnTo>
                  <a:lnTo>
                    <a:pt x="1472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3" name="曲线"/>
            <p:cNvSpPr/>
            <p:nvPr/>
          </p:nvSpPr>
          <p:spPr>
            <a:xfrm rot="0">
              <a:off x="1910535" y="3391425"/>
              <a:ext cx="212461" cy="2301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4" y="0"/>
                  </a:lnTo>
                  <a:lnTo>
                    <a:pt x="21600" y="149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4" name="曲线"/>
            <p:cNvSpPr/>
            <p:nvPr/>
          </p:nvSpPr>
          <p:spPr>
            <a:xfrm rot="0">
              <a:off x="1910535" y="3550753"/>
              <a:ext cx="212461" cy="3275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4671"/>
                  </a:moveTo>
                  <a:lnTo>
                    <a:pt x="1800" y="21600"/>
                  </a:lnTo>
                  <a:lnTo>
                    <a:pt x="21600" y="0"/>
                  </a:lnTo>
                  <a:lnTo>
                    <a:pt x="0" y="46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5" name="曲线"/>
            <p:cNvSpPr/>
            <p:nvPr/>
          </p:nvSpPr>
          <p:spPr>
            <a:xfrm rot="0">
              <a:off x="1919431" y="3046164"/>
              <a:ext cx="221279" cy="5045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779"/>
                  </a:moveTo>
                  <a:lnTo>
                    <a:pt x="21599" y="0"/>
                  </a:lnTo>
                  <a:lnTo>
                    <a:pt x="19871" y="21600"/>
                  </a:lnTo>
                  <a:lnTo>
                    <a:pt x="0" y="1477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6" name="曲线"/>
            <p:cNvSpPr/>
            <p:nvPr/>
          </p:nvSpPr>
          <p:spPr>
            <a:xfrm rot="0">
              <a:off x="2122998" y="3550753"/>
              <a:ext cx="150510" cy="4160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7" name="曲线"/>
            <p:cNvSpPr/>
            <p:nvPr/>
          </p:nvSpPr>
          <p:spPr>
            <a:xfrm rot="0">
              <a:off x="2122998" y="3966783"/>
              <a:ext cx="150510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348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634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8" name="曲线"/>
            <p:cNvSpPr/>
            <p:nvPr/>
          </p:nvSpPr>
          <p:spPr>
            <a:xfrm rot="0">
              <a:off x="1928248" y="3550753"/>
              <a:ext cx="194749" cy="4160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006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170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19" name="曲线"/>
            <p:cNvSpPr/>
            <p:nvPr/>
          </p:nvSpPr>
          <p:spPr>
            <a:xfrm rot="0">
              <a:off x="1928248" y="3878303"/>
              <a:ext cx="194749" cy="1858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1028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20" name="曲线"/>
            <p:cNvSpPr/>
            <p:nvPr/>
          </p:nvSpPr>
          <p:spPr>
            <a:xfrm rot="0">
              <a:off x="1928248" y="3966783"/>
              <a:ext cx="238990" cy="2744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7664"/>
                  </a:moveTo>
                  <a:lnTo>
                    <a:pt x="21600" y="21600"/>
                  </a:lnTo>
                  <a:lnTo>
                    <a:pt x="17601" y="0"/>
                  </a:lnTo>
                  <a:lnTo>
                    <a:pt x="0" y="766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21" name="曲线"/>
            <p:cNvSpPr/>
            <p:nvPr/>
          </p:nvSpPr>
          <p:spPr>
            <a:xfrm rot="0">
              <a:off x="4150170" y="2296051"/>
              <a:ext cx="345260" cy="2809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2067"/>
                  </a:moveTo>
                  <a:lnTo>
                    <a:pt x="19822" y="0"/>
                  </a:lnTo>
                  <a:lnTo>
                    <a:pt x="0" y="21600"/>
                  </a:lnTo>
                  <a:lnTo>
                    <a:pt x="21600" y="1206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22" name="曲线"/>
            <p:cNvSpPr/>
            <p:nvPr/>
          </p:nvSpPr>
          <p:spPr>
            <a:xfrm rot="0">
              <a:off x="5371811" y="1992747"/>
              <a:ext cx="336444" cy="23009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4980"/>
                  </a:moveTo>
                  <a:lnTo>
                    <a:pt x="11947" y="0"/>
                  </a:lnTo>
                  <a:lnTo>
                    <a:pt x="21600" y="21600"/>
                  </a:lnTo>
                  <a:lnTo>
                    <a:pt x="0" y="498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8823" name="曲线"/>
            <p:cNvSpPr/>
            <p:nvPr/>
          </p:nvSpPr>
          <p:spPr>
            <a:xfrm rot="0">
              <a:off x="2450548" y="5604532"/>
              <a:ext cx="230174" cy="1504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2704"/>
                  </a:moveTo>
                  <a:lnTo>
                    <a:pt x="13304" y="21600"/>
                  </a:lnTo>
                  <a:lnTo>
                    <a:pt x="0" y="0"/>
                  </a:lnTo>
                  <a:lnTo>
                    <a:pt x="21600" y="127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</p:grpSp>
      <p:grpSp>
        <p:nvGrpSpPr>
          <p:cNvPr id="34" name="组合"/>
          <p:cNvGrpSpPr/>
          <p:nvPr/>
        </p:nvGrpSpPr>
        <p:grpSpPr>
          <a:xfrm>
            <a:off x="1602822" y="696480"/>
            <a:ext cx="2917013" cy="5233399"/>
            <a:chOff x="1602822" y="696480"/>
            <a:chExt cx="2917013" cy="5233399"/>
          </a:xfrm>
        </p:grpSpPr>
        <p:sp>
          <p:nvSpPr>
            <p:cNvPr id="1048824" name="曲线"/>
            <p:cNvSpPr/>
            <p:nvPr/>
          </p:nvSpPr>
          <p:spPr>
            <a:xfrm rot="0">
              <a:off x="1886132" y="3313808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25" name="曲线"/>
            <p:cNvSpPr/>
            <p:nvPr/>
          </p:nvSpPr>
          <p:spPr>
            <a:xfrm rot="0">
              <a:off x="2558942" y="2366661"/>
              <a:ext cx="473733" cy="4737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26" name="曲线"/>
            <p:cNvSpPr/>
            <p:nvPr/>
          </p:nvSpPr>
          <p:spPr>
            <a:xfrm rot="0">
              <a:off x="4046103" y="2818113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27" name="曲线"/>
            <p:cNvSpPr/>
            <p:nvPr/>
          </p:nvSpPr>
          <p:spPr>
            <a:xfrm rot="0">
              <a:off x="2992685" y="2942027"/>
              <a:ext cx="473733" cy="47379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798"/>
                  </a:moveTo>
                  <a:cubicBezTo>
                    <a:pt x="0" y="4834"/>
                    <a:pt x="4835" y="0"/>
                    <a:pt x="10800" y="0"/>
                  </a:cubicBezTo>
                  <a:cubicBezTo>
                    <a:pt x="16764" y="0"/>
                    <a:pt x="21600" y="4834"/>
                    <a:pt x="21600" y="10798"/>
                  </a:cubicBezTo>
                  <a:cubicBezTo>
                    <a:pt x="21600" y="16762"/>
                    <a:pt x="16764" y="21600"/>
                    <a:pt x="10800" y="21600"/>
                  </a:cubicBezTo>
                  <a:cubicBezTo>
                    <a:pt x="4835" y="21600"/>
                    <a:pt x="0" y="16765"/>
                    <a:pt x="0" y="10798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28" name="曲线"/>
            <p:cNvSpPr/>
            <p:nvPr/>
          </p:nvSpPr>
          <p:spPr>
            <a:xfrm rot="0">
              <a:off x="3284810" y="3101433"/>
              <a:ext cx="473733" cy="47379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798"/>
                  </a:moveTo>
                  <a:cubicBezTo>
                    <a:pt x="0" y="4834"/>
                    <a:pt x="4835" y="0"/>
                    <a:pt x="10800" y="0"/>
                  </a:cubicBezTo>
                  <a:cubicBezTo>
                    <a:pt x="16764" y="0"/>
                    <a:pt x="21600" y="4834"/>
                    <a:pt x="21600" y="10798"/>
                  </a:cubicBezTo>
                  <a:cubicBezTo>
                    <a:pt x="21600" y="16762"/>
                    <a:pt x="16764" y="21600"/>
                    <a:pt x="10800" y="21600"/>
                  </a:cubicBezTo>
                  <a:cubicBezTo>
                    <a:pt x="4835" y="21600"/>
                    <a:pt x="0" y="16765"/>
                    <a:pt x="0" y="10798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29" name="曲线"/>
            <p:cNvSpPr/>
            <p:nvPr/>
          </p:nvSpPr>
          <p:spPr>
            <a:xfrm rot="0">
              <a:off x="2682846" y="3685676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0" name="曲线"/>
            <p:cNvSpPr/>
            <p:nvPr/>
          </p:nvSpPr>
          <p:spPr>
            <a:xfrm rot="0">
              <a:off x="2496912" y="3906955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1" name="曲线"/>
            <p:cNvSpPr/>
            <p:nvPr/>
          </p:nvSpPr>
          <p:spPr>
            <a:xfrm rot="0">
              <a:off x="2452672" y="4949904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2" name="曲线"/>
            <p:cNvSpPr/>
            <p:nvPr/>
          </p:nvSpPr>
          <p:spPr>
            <a:xfrm rot="0">
              <a:off x="2473533" y="5456146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3" name="曲线"/>
            <p:cNvSpPr/>
            <p:nvPr/>
          </p:nvSpPr>
          <p:spPr>
            <a:xfrm rot="0">
              <a:off x="1806468" y="2711922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4" name="曲线"/>
            <p:cNvSpPr/>
            <p:nvPr/>
          </p:nvSpPr>
          <p:spPr>
            <a:xfrm rot="0">
              <a:off x="2249105" y="1268924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5" name="曲线"/>
            <p:cNvSpPr/>
            <p:nvPr/>
          </p:nvSpPr>
          <p:spPr>
            <a:xfrm rot="0">
              <a:off x="1963827" y="696480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6" name="曲线"/>
            <p:cNvSpPr/>
            <p:nvPr/>
          </p:nvSpPr>
          <p:spPr>
            <a:xfrm rot="0">
              <a:off x="2771406" y="737806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7" name="曲线"/>
            <p:cNvSpPr/>
            <p:nvPr/>
          </p:nvSpPr>
          <p:spPr>
            <a:xfrm rot="0">
              <a:off x="2709375" y="1277819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8" name="曲线"/>
            <p:cNvSpPr/>
            <p:nvPr/>
          </p:nvSpPr>
          <p:spPr>
            <a:xfrm rot="0">
              <a:off x="2913021" y="1911192"/>
              <a:ext cx="473733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39" name="曲线"/>
            <p:cNvSpPr/>
            <p:nvPr/>
          </p:nvSpPr>
          <p:spPr>
            <a:xfrm rot="0">
              <a:off x="1602822" y="2047927"/>
              <a:ext cx="473733" cy="4737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40" name="曲线"/>
            <p:cNvSpPr/>
            <p:nvPr/>
          </p:nvSpPr>
          <p:spPr>
            <a:xfrm rot="0">
              <a:off x="2365137" y="1824680"/>
              <a:ext cx="473732" cy="47373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</p:grpSp>
      <p:sp>
        <p:nvSpPr>
          <p:cNvPr id="1048841" name="矩形"/>
          <p:cNvSpPr/>
          <p:nvPr/>
        </p:nvSpPr>
        <p:spPr>
          <a:xfrm rot="0">
            <a:off x="6304652" y="1424378"/>
            <a:ext cx="4751260" cy="1513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9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</a:t>
            </a:r>
            <a:endParaRPr altLang="en-US" baseline="0" b="1" cap="none" sz="96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42" name="矩形"/>
          <p:cNvSpPr/>
          <p:nvPr/>
        </p:nvSpPr>
        <p:spPr>
          <a:xfrm rot="0">
            <a:off x="6304652" y="2658057"/>
            <a:ext cx="4751260" cy="18059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11500" i="0" kern="1200" lang="en-US" spc="600" strike="noStrike" u="none">
                <a:gradFill>
                  <a:gsLst>
                    <a:gs pos="0">
                      <a:srgbClr val="FF7E00"/>
                    </a:gs>
                    <a:gs pos="43000">
                      <a:srgbClr val="FFFFFF"/>
                    </a:gs>
                    <a:gs pos="58000">
                      <a:srgbClr val="FFFFFF"/>
                    </a:gs>
                    <a:gs pos="100000">
                      <a:srgbClr val="25A305"/>
                    </a:gs>
                  </a:gsLst>
                  <a:lin ang="5400000" scaled="0"/>
                </a:gradFill>
                <a:latin typeface="Shanti" pitchFamily="2" charset="0"/>
                <a:ea typeface="宋体" pitchFamily="0" charset="0"/>
                <a:cs typeface="Droid Sans" pitchFamily="0" charset="0"/>
              </a:rPr>
              <a:t>INDIA</a:t>
            </a:r>
            <a:endParaRPr altLang="en-US" baseline="0" b="1" cap="none" sz="11500" i="0" kern="1200" lang="zh-CN" spc="600" strike="noStrike" u="none">
              <a:gradFill>
                <a:gsLst>
                  <a:gs pos="0">
                    <a:srgbClr val="FF7E00"/>
                  </a:gs>
                  <a:gs pos="43000">
                    <a:srgbClr val="FFFFFF"/>
                  </a:gs>
                  <a:gs pos="58000">
                    <a:srgbClr val="FFFFFF"/>
                  </a:gs>
                  <a:gs pos="100000">
                    <a:srgbClr val="25A305"/>
                  </a:gs>
                </a:gsLst>
                <a:lin ang="5400000" scaled="0"/>
              </a:gra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43" name="矩形"/>
          <p:cNvSpPr/>
          <p:nvPr/>
        </p:nvSpPr>
        <p:spPr>
          <a:xfrm rot="0">
            <a:off x="6557538" y="4184123"/>
            <a:ext cx="4245486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2400" i="0" kern="1200" lang="en-US" spc="6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Power to Empower</a:t>
            </a:r>
            <a:endParaRPr altLang="en-US" baseline="0" b="0" cap="none" sz="2400" i="0" kern="1200" lang="zh-CN" spc="6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44" name="矩形"/>
          <p:cNvSpPr/>
          <p:nvPr/>
        </p:nvSpPr>
        <p:spPr>
          <a:xfrm rot="0">
            <a:off x="6557538" y="4696621"/>
            <a:ext cx="4245486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US" baseline="0" b="0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35" name="组合"/>
          <p:cNvGrpSpPr/>
          <p:nvPr/>
        </p:nvGrpSpPr>
        <p:grpSpPr>
          <a:xfrm>
            <a:off x="12186911" y="11210807"/>
            <a:ext cx="280371" cy="554121"/>
            <a:chOff x="12186911" y="11210807"/>
            <a:chExt cx="280371" cy="554121"/>
          </a:xfrm>
        </p:grpSpPr>
        <p:sp>
          <p:nvSpPr>
            <p:cNvPr id="1048845" name="曲线"/>
            <p:cNvSpPr/>
            <p:nvPr/>
          </p:nvSpPr>
          <p:spPr>
            <a:xfrm rot="0">
              <a:off x="12337729" y="11421594"/>
              <a:ext cx="25698" cy="154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799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5" y="21600"/>
                    <a:pt x="0" y="16764"/>
                    <a:pt x="0" y="10799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799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46" name="曲线"/>
            <p:cNvSpPr/>
            <p:nvPr/>
          </p:nvSpPr>
          <p:spPr>
            <a:xfrm rot="0">
              <a:off x="12371897" y="11305306"/>
              <a:ext cx="25699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5" y="21600"/>
                    <a:pt x="10799" y="21600"/>
                  </a:cubicBezTo>
                  <a:cubicBezTo>
                    <a:pt x="4834" y="21600"/>
                    <a:pt x="0" y="16764"/>
                    <a:pt x="0" y="10800"/>
                  </a:cubicBezTo>
                  <a:cubicBezTo>
                    <a:pt x="0" y="4835"/>
                    <a:pt x="4834" y="0"/>
                    <a:pt x="10799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47" name="曲线"/>
            <p:cNvSpPr/>
            <p:nvPr/>
          </p:nvSpPr>
          <p:spPr>
            <a:xfrm rot="0">
              <a:off x="12325161" y="11274707"/>
              <a:ext cx="25698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800"/>
                  </a:cubicBezTo>
                  <a:cubicBezTo>
                    <a:pt x="0" y="4835"/>
                    <a:pt x="4834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48" name="曲线"/>
            <p:cNvSpPr/>
            <p:nvPr/>
          </p:nvSpPr>
          <p:spPr>
            <a:xfrm rot="0">
              <a:off x="12272598" y="11340819"/>
              <a:ext cx="25698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800"/>
                  </a:cubicBezTo>
                  <a:cubicBezTo>
                    <a:pt x="0" y="4835"/>
                    <a:pt x="4834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49" name="曲线"/>
            <p:cNvSpPr/>
            <p:nvPr/>
          </p:nvSpPr>
          <p:spPr>
            <a:xfrm rot="0">
              <a:off x="12282852" y="11551662"/>
              <a:ext cx="25698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0" name="曲线"/>
            <p:cNvSpPr/>
            <p:nvPr/>
          </p:nvSpPr>
          <p:spPr>
            <a:xfrm rot="0">
              <a:off x="12386706" y="11219546"/>
              <a:ext cx="25698" cy="154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800"/>
                  </a:cubicBezTo>
                  <a:cubicBezTo>
                    <a:pt x="0" y="4835"/>
                    <a:pt x="4834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1" name="曲线"/>
            <p:cNvSpPr/>
            <p:nvPr/>
          </p:nvSpPr>
          <p:spPr>
            <a:xfrm rot="0">
              <a:off x="12441585" y="11219546"/>
              <a:ext cx="25698" cy="154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2" name="曲线"/>
            <p:cNvSpPr/>
            <p:nvPr/>
          </p:nvSpPr>
          <p:spPr>
            <a:xfrm rot="0">
              <a:off x="12438660" y="11514366"/>
              <a:ext cx="25699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3" name="曲线"/>
            <p:cNvSpPr/>
            <p:nvPr/>
          </p:nvSpPr>
          <p:spPr>
            <a:xfrm rot="0">
              <a:off x="12226751" y="11210807"/>
              <a:ext cx="25699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4" y="21600"/>
                    <a:pt x="10799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799" y="0"/>
                  </a:cubicBezTo>
                  <a:cubicBezTo>
                    <a:pt x="16764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4" name="曲线"/>
            <p:cNvSpPr/>
            <p:nvPr/>
          </p:nvSpPr>
          <p:spPr>
            <a:xfrm rot="0">
              <a:off x="12186911" y="11418156"/>
              <a:ext cx="25696" cy="154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799"/>
                  </a:moveTo>
                  <a:cubicBezTo>
                    <a:pt x="21600" y="16764"/>
                    <a:pt x="16765" y="21600"/>
                    <a:pt x="10799" y="21600"/>
                  </a:cubicBezTo>
                  <a:cubicBezTo>
                    <a:pt x="4834" y="21600"/>
                    <a:pt x="0" y="16764"/>
                    <a:pt x="0" y="10799"/>
                  </a:cubicBezTo>
                  <a:cubicBezTo>
                    <a:pt x="0" y="4835"/>
                    <a:pt x="4834" y="0"/>
                    <a:pt x="10799" y="0"/>
                  </a:cubicBezTo>
                  <a:cubicBezTo>
                    <a:pt x="16765" y="0"/>
                    <a:pt x="21600" y="4835"/>
                    <a:pt x="21600" y="10799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5" name="曲线"/>
            <p:cNvSpPr/>
            <p:nvPr/>
          </p:nvSpPr>
          <p:spPr>
            <a:xfrm rot="0">
              <a:off x="12202274" y="11610255"/>
              <a:ext cx="25698" cy="154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799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799"/>
                  </a:cubicBezTo>
                  <a:cubicBezTo>
                    <a:pt x="0" y="4835"/>
                    <a:pt x="4834" y="0"/>
                    <a:pt x="10800" y="0"/>
                  </a:cubicBezTo>
                  <a:cubicBezTo>
                    <a:pt x="16765" y="0"/>
                    <a:pt x="21600" y="4835"/>
                    <a:pt x="21600" y="10799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6" name="曲线"/>
            <p:cNvSpPr/>
            <p:nvPr/>
          </p:nvSpPr>
          <p:spPr>
            <a:xfrm rot="0">
              <a:off x="12238269" y="11526764"/>
              <a:ext cx="25698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8857" name="曲线"/>
            <p:cNvSpPr/>
            <p:nvPr/>
          </p:nvSpPr>
          <p:spPr>
            <a:xfrm rot="0">
              <a:off x="12291522" y="11247905"/>
              <a:ext cx="25699" cy="15467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0800"/>
                  </a:moveTo>
                  <a:cubicBezTo>
                    <a:pt x="21600" y="16764"/>
                    <a:pt x="16765" y="21600"/>
                    <a:pt x="10800" y="21600"/>
                  </a:cubicBezTo>
                  <a:cubicBezTo>
                    <a:pt x="4834" y="21600"/>
                    <a:pt x="0" y="16764"/>
                    <a:pt x="0" y="10800"/>
                  </a:cubicBezTo>
                  <a:cubicBezTo>
                    <a:pt x="0" y="4835"/>
                    <a:pt x="4834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0"/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"/>
                                        <p:tgtEl>
                                          <p:spTgt spid="104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11"/>
                                        <p:tgtEl>
                                          <p:spTgt spid="1048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12"/>
                                        <p:tgtEl>
                                          <p:spTgt spid="1048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3" nodeType="with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15"/>
                                        <p:tgtEl>
                                          <p:spTgt spid="1048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16"/>
                                        <p:tgtEl>
                                          <p:spTgt spid="104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7" nodeType="with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9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2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25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27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28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grpId="0" id="29" nodeType="withEffect" presetClass="entr" presetID="1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3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dur="500" id="32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3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34" nodeType="afterEffect" presetClass="entr" presetID="16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dur="500" id="36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7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50" id="39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0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4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3"/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4"/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5"/>
                                        <p:tgtEl>
                                          <p:spTgt spid="10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6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9"/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0"/>
                                        <p:tgtEl>
                                          <p:spTgt spid="10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1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3"/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4"/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5"/>
                                        <p:tgtEl>
                                          <p:spTgt spid="10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6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5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9"/>
                                        <p:tgtEl>
                                          <p:spTgt spid="10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76" grpId="0" animBg="1"/>
      <p:bldP spid="1048577" grpId="0" animBg="1"/>
      <p:bldP spid="1048578" grpId="0" animBg="1"/>
      <p:bldP spid="30" grpId="0" animBg="1"/>
      <p:bldP spid="35" grpId="0" animBg="1"/>
      <p:bldP spid="31" grpId="0" animBg="1"/>
      <p:bldP spid="32" grpId="0" animBg="1"/>
      <p:bldP spid="33" grpId="0" animBg="1"/>
      <p:bldP spid="34" grpId="0" animBg="1"/>
      <p:bldP spid="1048841" grpId="0"/>
      <p:bldP spid="1048842" grpId="0"/>
      <p:bldP spid="1048843" grpId="0"/>
      <p:bldP spid="104884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4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TABLE OF CONTENT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65" name="矩形"/>
          <p:cNvSpPr/>
          <p:nvPr/>
        </p:nvSpPr>
        <p:spPr>
          <a:xfrm rot="0">
            <a:off x="1825168" y="1936130"/>
            <a:ext cx="3947514" cy="6248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Overview of Digital India and its objectives 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866" name="矩形"/>
          <p:cNvSpPr/>
          <p:nvPr/>
        </p:nvSpPr>
        <p:spPr>
          <a:xfrm rot="0">
            <a:off x="1825165" y="1625352"/>
            <a:ext cx="3612468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Introduction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67" name="圆角矩形"/>
          <p:cNvSpPr/>
          <p:nvPr/>
        </p:nvSpPr>
        <p:spPr>
          <a:xfrm rot="0">
            <a:off x="949328" y="1667951"/>
            <a:ext cx="733190" cy="810354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68" name="矩形"/>
          <p:cNvSpPr/>
          <p:nvPr/>
        </p:nvSpPr>
        <p:spPr>
          <a:xfrm rot="0">
            <a:off x="996662" y="1780741"/>
            <a:ext cx="638524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A9D6F5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01</a:t>
            </a:r>
            <a:endParaRPr altLang="en-US" baseline="0" b="1" cap="none" sz="3000" i="0" kern="1200" lang="zh-CN" spc="0" strike="noStrike" u="none">
              <a:solidFill>
                <a:srgbClr val="A9D6F5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69" name="矩形"/>
          <p:cNvSpPr/>
          <p:nvPr/>
        </p:nvSpPr>
        <p:spPr>
          <a:xfrm rot="0">
            <a:off x="1825168" y="3714117"/>
            <a:ext cx="3947514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Overview of Digital India and its objectives</a:t>
            </a:r>
          </a:p>
        </p:txBody>
      </p:sp>
      <p:sp>
        <p:nvSpPr>
          <p:cNvPr id="1048870" name="矩形"/>
          <p:cNvSpPr/>
          <p:nvPr/>
        </p:nvSpPr>
        <p:spPr>
          <a:xfrm rot="0">
            <a:off x="1825164" y="3403340"/>
            <a:ext cx="4850489" cy="396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India Programme Pillars</a:t>
            </a:r>
          </a:p>
        </p:txBody>
      </p:sp>
      <p:sp>
        <p:nvSpPr>
          <p:cNvPr id="1048871" name="圆角矩形"/>
          <p:cNvSpPr/>
          <p:nvPr/>
        </p:nvSpPr>
        <p:spPr>
          <a:xfrm rot="0">
            <a:off x="949328" y="3445939"/>
            <a:ext cx="733190" cy="810354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72" name="矩形"/>
          <p:cNvSpPr/>
          <p:nvPr/>
        </p:nvSpPr>
        <p:spPr>
          <a:xfrm rot="0">
            <a:off x="996662" y="3558729"/>
            <a:ext cx="638524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03</a:t>
            </a:r>
            <a:endParaRPr altLang="en-US" baseline="0" b="1" cap="none" sz="3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73" name="矩形"/>
          <p:cNvSpPr/>
          <p:nvPr/>
        </p:nvSpPr>
        <p:spPr>
          <a:xfrm rot="0">
            <a:off x="1825168" y="5492105"/>
            <a:ext cx="3947514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Major schemes and platforms driving digital transformation</a:t>
            </a:r>
          </a:p>
        </p:txBody>
      </p:sp>
      <p:sp>
        <p:nvSpPr>
          <p:cNvPr id="1048874" name="矩形"/>
          <p:cNvSpPr/>
          <p:nvPr/>
        </p:nvSpPr>
        <p:spPr>
          <a:xfrm rot="0">
            <a:off x="1825165" y="5181327"/>
            <a:ext cx="3612468" cy="396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Vision of Digital India</a:t>
            </a:r>
          </a:p>
        </p:txBody>
      </p:sp>
      <p:sp>
        <p:nvSpPr>
          <p:cNvPr id="1048875" name="圆角矩形"/>
          <p:cNvSpPr/>
          <p:nvPr/>
        </p:nvSpPr>
        <p:spPr>
          <a:xfrm rot="0">
            <a:off x="949328" y="5223926"/>
            <a:ext cx="733190" cy="810353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76" name="矩形"/>
          <p:cNvSpPr/>
          <p:nvPr/>
        </p:nvSpPr>
        <p:spPr>
          <a:xfrm rot="0">
            <a:off x="996662" y="5336715"/>
            <a:ext cx="638524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05</a:t>
            </a:r>
            <a:endParaRPr altLang="en-US" baseline="0" b="1" cap="none" sz="3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77" name="矩形"/>
          <p:cNvSpPr/>
          <p:nvPr/>
        </p:nvSpPr>
        <p:spPr>
          <a:xfrm rot="0">
            <a:off x="7347534" y="1936130"/>
            <a:ext cx="3947514" cy="6248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r>
              <a:rPr>
                <a:solidFill>
                  <a:srgbClr val="FFFFFF"/>
                </a:solidFill>
              </a:rPr>
              <a:t>Nine foundational pillars of the programme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48878" name="矩形"/>
          <p:cNvSpPr/>
          <p:nvPr/>
        </p:nvSpPr>
        <p:spPr>
          <a:xfrm rot="0">
            <a:off x="7347531" y="1625352"/>
            <a:ext cx="4660024" cy="396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Key Initiatives Under Digital India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79" name="圆角矩形"/>
          <p:cNvSpPr/>
          <p:nvPr/>
        </p:nvSpPr>
        <p:spPr>
          <a:xfrm rot="0">
            <a:off x="6471694" y="1667951"/>
            <a:ext cx="733190" cy="810354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80" name="矩形"/>
          <p:cNvSpPr/>
          <p:nvPr/>
        </p:nvSpPr>
        <p:spPr>
          <a:xfrm rot="0">
            <a:off x="6519028" y="1780741"/>
            <a:ext cx="638523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02</a:t>
            </a:r>
            <a:endParaRPr altLang="en-US" baseline="0" b="1" cap="none" sz="3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81" name="矩形"/>
          <p:cNvSpPr/>
          <p:nvPr/>
        </p:nvSpPr>
        <p:spPr>
          <a:xfrm rot="0">
            <a:off x="7347534" y="3714117"/>
            <a:ext cx="3947514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Long-term goals for a digitally empowered society</a:t>
            </a:r>
          </a:p>
        </p:txBody>
      </p:sp>
      <p:sp>
        <p:nvSpPr>
          <p:cNvPr id="1048882" name="矩形"/>
          <p:cNvSpPr/>
          <p:nvPr/>
        </p:nvSpPr>
        <p:spPr>
          <a:xfrm rot="0">
            <a:off x="7347531" y="3403340"/>
            <a:ext cx="3612468" cy="3962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Impact &amp; Benefits</a:t>
            </a:r>
          </a:p>
        </p:txBody>
      </p:sp>
      <p:sp>
        <p:nvSpPr>
          <p:cNvPr id="1048883" name="圆角矩形"/>
          <p:cNvSpPr/>
          <p:nvPr/>
        </p:nvSpPr>
        <p:spPr>
          <a:xfrm rot="0">
            <a:off x="6471694" y="3445939"/>
            <a:ext cx="733190" cy="810354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84" name="矩形"/>
          <p:cNvSpPr/>
          <p:nvPr/>
        </p:nvSpPr>
        <p:spPr>
          <a:xfrm rot="0">
            <a:off x="6519028" y="3558729"/>
            <a:ext cx="638523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04</a:t>
            </a:r>
            <a:endParaRPr altLang="en-US" baseline="0" b="1" cap="none" sz="3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885" name="矩形"/>
          <p:cNvSpPr/>
          <p:nvPr/>
        </p:nvSpPr>
        <p:spPr>
          <a:xfrm rot="0">
            <a:off x="7347534" y="5492105"/>
            <a:ext cx="3947514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Key achievements and socio-economic outcomes</a:t>
            </a:r>
          </a:p>
        </p:txBody>
      </p:sp>
      <p:sp>
        <p:nvSpPr>
          <p:cNvPr id="1048886" name="矩形"/>
          <p:cNvSpPr/>
          <p:nvPr/>
        </p:nvSpPr>
        <p:spPr>
          <a:xfrm rot="0">
            <a:off x="7347531" y="5181327"/>
            <a:ext cx="3612468" cy="396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Challenges &amp; Future Trends</a:t>
            </a:r>
          </a:p>
        </p:txBody>
      </p:sp>
      <p:sp>
        <p:nvSpPr>
          <p:cNvPr id="1048887" name="圆角矩形"/>
          <p:cNvSpPr/>
          <p:nvPr/>
        </p:nvSpPr>
        <p:spPr>
          <a:xfrm rot="0">
            <a:off x="6471694" y="5223926"/>
            <a:ext cx="733190" cy="810353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888" name="矩形"/>
          <p:cNvSpPr/>
          <p:nvPr/>
        </p:nvSpPr>
        <p:spPr>
          <a:xfrm rot="0">
            <a:off x="6519028" y="5336715"/>
            <a:ext cx="638523" cy="5391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06</a:t>
            </a:r>
            <a:endParaRPr altLang="en-US" baseline="0" b="1" cap="none" sz="3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extLst>
          <p:ext uri="http://mobile.wps.com/transition/2016/1">
            <p:transition val="wps_twist_l_1500"/>
          </p:ext>
        </p:extLst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10488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"/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5"/>
                                        <p:tgtEl>
                                          <p:spTgt spid="10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9"/>
                                        <p:tgtEl>
                                          <p:spTgt spid="104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2"/>
                                        <p:tgtEl>
                                          <p:spTgt spid="1048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 nodeType="clickPar">
                      <p:stCondLst>
                        <p:cond delay="indefinite"/>
                      </p:stCondLst>
                      <p:childTnLst>
                        <p:par>
                          <p:cTn fill="hold" id="2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7"/>
                                        <p:tgtEl>
                                          <p:spTgt spid="1048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3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3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4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5"/>
                                        <p:tgtEl>
                                          <p:spTgt spid="104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3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9"/>
                                        <p:tgtEl>
                                          <p:spTgt spid="10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2"/>
                                        <p:tgtEl>
                                          <p:spTgt spid="10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3" nodeType="clickPar">
                      <p:stCondLst>
                        <p:cond delay="indefinite"/>
                      </p:stCondLst>
                      <p:childTnLst>
                        <p:par>
                          <p:cTn fill="hold" id="4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7"/>
                                        <p:tgtEl>
                                          <p:spTgt spid="10488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1048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9"/>
                                        <p:tgtEl>
                                          <p:spTgt spid="1048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5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3"/>
                                        <p:tgtEl>
                                          <p:spTgt spid="1048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4"/>
                                        <p:tgtEl>
                                          <p:spTgt spid="1048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5"/>
                                        <p:tgtEl>
                                          <p:spTgt spid="10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9"/>
                                        <p:tgtEl>
                                          <p:spTgt spid="10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2"/>
                                        <p:tgtEl>
                                          <p:spTgt spid="10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3" nodeType="clickPar">
                      <p:stCondLst>
                        <p:cond delay="indefinite"/>
                      </p:stCondLst>
                      <p:childTnLst>
                        <p:par>
                          <p:cTn fill="hold" id="6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6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7"/>
                                        <p:tgtEl>
                                          <p:spTgt spid="1048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68"/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9"/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7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3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4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5"/>
                                        <p:tgtEl>
                                          <p:spTgt spid="104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7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9"/>
                                        <p:tgtEl>
                                          <p:spTgt spid="104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8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2"/>
                                        <p:tgtEl>
                                          <p:spTgt spid="104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3" nodeType="clickPar">
                      <p:stCondLst>
                        <p:cond delay="indefinite"/>
                      </p:stCondLst>
                      <p:childTnLst>
                        <p:par>
                          <p:cTn fill="hold" id="8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8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7"/>
                                        <p:tgtEl>
                                          <p:spTgt spid="10488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8"/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9"/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93"/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4"/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5"/>
                                        <p:tgtEl>
                                          <p:spTgt spid="10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9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99"/>
                                        <p:tgtEl>
                                          <p:spTgt spid="104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0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02"/>
                                        <p:tgtEl>
                                          <p:spTgt spid="10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3" nodeType="clickPar">
                      <p:stCondLst>
                        <p:cond delay="indefinite"/>
                      </p:stCondLst>
                      <p:childTnLst>
                        <p:par>
                          <p:cTn fill="hold" id="10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07"/>
                                        <p:tgtEl>
                                          <p:spTgt spid="1048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08"/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9"/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3"/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14"/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15"/>
                                        <p:tgtEl>
                                          <p:spTgt spid="10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19"/>
                                        <p:tgtEl>
                                          <p:spTgt spid="104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2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2"/>
                                        <p:tgtEl>
                                          <p:spTgt spid="10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67" grpId="0" animBg="1"/>
      <p:bldP spid="1048868" grpId="0"/>
      <p:bldP spid="1048866" grpId="0"/>
      <p:bldP spid="1048865" grpId="0"/>
      <p:bldP spid="1048879" grpId="0" animBg="1"/>
      <p:bldP spid="1048880" grpId="0"/>
      <p:bldP spid="1048878" grpId="0"/>
      <p:bldP spid="1048877" grpId="0"/>
      <p:bldP spid="1048871" grpId="0" animBg="1"/>
      <p:bldP spid="1048872" grpId="0"/>
      <p:bldP spid="1048870" grpId="0"/>
      <p:bldP spid="1048869" grpId="0"/>
      <p:bldP spid="1048883" grpId="0" animBg="1"/>
      <p:bldP spid="1048884" grpId="0"/>
      <p:bldP spid="1048882" grpId="0"/>
      <p:bldP spid="1048881" grpId="0"/>
      <p:bldP spid="1048875" grpId="0" animBg="1"/>
      <p:bldP spid="1048876" grpId="0"/>
      <p:bldP spid="1048874" grpId="0"/>
      <p:bldP spid="1048873" grpId="0"/>
      <p:bldP spid="1048887" grpId="0" animBg="1"/>
      <p:bldP spid="1048888" grpId="0"/>
      <p:bldP spid="1048886" grpId="0"/>
      <p:bldP spid="1048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INTRODUCTION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grpSp>
        <p:nvGrpSpPr>
          <p:cNvPr id="40" name="组合"/>
          <p:cNvGrpSpPr/>
          <p:nvPr/>
        </p:nvGrpSpPr>
        <p:grpSpPr>
          <a:xfrm>
            <a:off x="716173" y="969530"/>
            <a:ext cx="3780430" cy="4918938"/>
            <a:chOff x="716173" y="969530"/>
            <a:chExt cx="3780430" cy="4918938"/>
          </a:xfrm>
        </p:grpSpPr>
        <p:pic>
          <p:nvPicPr>
            <p:cNvPr id="2097152" name="图片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" cstate="print"/>
            <a:srcRect l="14152" t="3356" r="14152" b="3356"/>
            <a:stretch>
              <a:fillRect/>
            </a:stretch>
          </p:blipFill>
          <p:spPr>
            <a:xfrm rot="0">
              <a:off x="716173" y="969530"/>
              <a:ext cx="3780430" cy="4918938"/>
            </a:xfrm>
            <a:prstGeom prst="rect"/>
            <a:noFill/>
            <a:ln w="12700" cap="flat" cmpd="sng">
              <a:noFill/>
              <a:prstDash val="solid"/>
              <a:miter/>
            </a:ln>
          </p:spPr>
        </p:pic>
        <p:sp>
          <p:nvSpPr>
            <p:cNvPr id="1048897" name="曲线"/>
            <p:cNvSpPr/>
            <p:nvPr/>
          </p:nvSpPr>
          <p:spPr>
            <a:xfrm rot="0">
              <a:off x="716173" y="969530"/>
              <a:ext cx="3780430" cy="49189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60" y="0"/>
                  </a:moveTo>
                  <a:lnTo>
                    <a:pt x="20339" y="0"/>
                  </a:lnTo>
                  <a:cubicBezTo>
                    <a:pt x="21035" y="0"/>
                    <a:pt x="21600" y="433"/>
                    <a:pt x="21600" y="968"/>
                  </a:cubicBezTo>
                  <a:lnTo>
                    <a:pt x="21600" y="20631"/>
                  </a:lnTo>
                  <a:cubicBezTo>
                    <a:pt x="21600" y="21166"/>
                    <a:pt x="21035" y="21600"/>
                    <a:pt x="20339" y="21600"/>
                  </a:cubicBezTo>
                  <a:lnTo>
                    <a:pt x="1260" y="21600"/>
                  </a:lnTo>
                  <a:cubicBezTo>
                    <a:pt x="564" y="21600"/>
                    <a:pt x="0" y="21166"/>
                    <a:pt x="0" y="20631"/>
                  </a:cubicBezTo>
                  <a:lnTo>
                    <a:pt x="0" y="968"/>
                  </a:lnTo>
                  <a:cubicBezTo>
                    <a:pt x="0" y="433"/>
                    <a:pt x="564" y="0"/>
                    <a:pt x="1260" y="0"/>
                  </a:cubicBezTo>
                  <a:close/>
                </a:path>
              </a:pathLst>
            </a:custGeom>
            <a:gradFill rotWithShape="1">
              <a:gsLst>
                <a:gs pos="28000">
                  <a:srgbClr val="113455">
                    <a:alpha val="69803"/>
                  </a:srgbClr>
                </a:gs>
                <a:gs pos="100000">
                  <a:srgbClr val="164269">
                    <a:alpha val="37647"/>
                  </a:srgbClr>
                </a:gs>
              </a:gsLst>
              <a:lin ang="5400000" scaled="1"/>
            </a:gradFill>
            <a:ln w="22225" cap="flat" cmpd="sng">
              <a:noFill/>
              <a:prstDash val="solid"/>
              <a:round/>
            </a:ln>
          </p:spPr>
        </p:sp>
      </p:grpSp>
      <p:sp>
        <p:nvSpPr>
          <p:cNvPr id="1048898" name="矩形"/>
          <p:cNvSpPr/>
          <p:nvPr/>
        </p:nvSpPr>
        <p:spPr>
          <a:xfrm rot="0">
            <a:off x="5436038" y="1536174"/>
            <a:ext cx="5748003" cy="40030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24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India is a flagship program launched by the Indian government to harness the power of digital technologies for comprehensive development. It envisions providing digital infrastructure, e-governance services, and digital literacy to all citizens, aiming to bridge the digital divide and promote socio-economic inclusivity and empowerment across the nation.</a:t>
            </a:r>
            <a:endParaRPr altLang="en-US" baseline="0" b="0" cap="none" sz="24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800">
        <p14:flythrough dir="out" hasBounce="0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10488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9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KEY INITIATIVES UNDER DIGITAL INDIA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900" name="椭圆"/>
          <p:cNvSpPr/>
          <p:nvPr/>
        </p:nvSpPr>
        <p:spPr>
          <a:xfrm rot="0">
            <a:off x="1941226" y="1460538"/>
            <a:ext cx="924180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01" name="矩形"/>
          <p:cNvSpPr/>
          <p:nvPr/>
        </p:nvSpPr>
        <p:spPr>
          <a:xfrm rot="0">
            <a:off x="940275" y="2520575"/>
            <a:ext cx="2926080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Bharat Net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2" name="矩形"/>
          <p:cNvSpPr/>
          <p:nvPr/>
        </p:nvSpPr>
        <p:spPr>
          <a:xfrm rot="0">
            <a:off x="1031716" y="2949271"/>
            <a:ext cx="2743200" cy="3581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Connecting Rural India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3" name="椭圆"/>
          <p:cNvSpPr/>
          <p:nvPr/>
        </p:nvSpPr>
        <p:spPr>
          <a:xfrm rot="0">
            <a:off x="1941226" y="3878991"/>
            <a:ext cx="924180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04" name="矩形"/>
          <p:cNvSpPr/>
          <p:nvPr/>
        </p:nvSpPr>
        <p:spPr>
          <a:xfrm rot="0">
            <a:off x="940275" y="4939028"/>
            <a:ext cx="2926080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Aadhaar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5" name="矩形"/>
          <p:cNvSpPr/>
          <p:nvPr/>
        </p:nvSpPr>
        <p:spPr>
          <a:xfrm rot="0">
            <a:off x="1031716" y="5367724"/>
            <a:ext cx="2743200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India's Unique Identification System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6" name="椭圆"/>
          <p:cNvSpPr/>
          <p:nvPr/>
        </p:nvSpPr>
        <p:spPr>
          <a:xfrm rot="0">
            <a:off x="5633909" y="1460538"/>
            <a:ext cx="924180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07" name="矩形"/>
          <p:cNvSpPr/>
          <p:nvPr/>
        </p:nvSpPr>
        <p:spPr>
          <a:xfrm rot="0">
            <a:off x="4632960" y="2520575"/>
            <a:ext cx="2926079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Locker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8" name="矩形"/>
          <p:cNvSpPr/>
          <p:nvPr/>
        </p:nvSpPr>
        <p:spPr>
          <a:xfrm rot="0">
            <a:off x="4724400" y="2949271"/>
            <a:ext cx="2743200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A Secure Platform for Document Storage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09" name="椭圆"/>
          <p:cNvSpPr/>
          <p:nvPr/>
        </p:nvSpPr>
        <p:spPr>
          <a:xfrm rot="0">
            <a:off x="5633909" y="3878991"/>
            <a:ext cx="924180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10" name="矩形"/>
          <p:cNvSpPr/>
          <p:nvPr/>
        </p:nvSpPr>
        <p:spPr>
          <a:xfrm rot="0">
            <a:off x="4632960" y="4939028"/>
            <a:ext cx="2926079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My Gov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1" name="矩形"/>
          <p:cNvSpPr/>
          <p:nvPr/>
        </p:nvSpPr>
        <p:spPr>
          <a:xfrm rot="0">
            <a:off x="4724400" y="5367724"/>
            <a:ext cx="2743200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Citizen</a:t>
            </a:r>
            <a:endParaRPr altLang="zh-CN" baseline="0" b="0" cap="none" sz="1800" i="0" kern="1200" lang="en-US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Engagement Platform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2" name="椭圆"/>
          <p:cNvSpPr/>
          <p:nvPr/>
        </p:nvSpPr>
        <p:spPr>
          <a:xfrm rot="0">
            <a:off x="9326595" y="1460538"/>
            <a:ext cx="924179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13" name="矩形"/>
          <p:cNvSpPr/>
          <p:nvPr/>
        </p:nvSpPr>
        <p:spPr>
          <a:xfrm rot="0">
            <a:off x="8325645" y="2520575"/>
            <a:ext cx="2926080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E-hospital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4" name="矩形"/>
          <p:cNvSpPr/>
          <p:nvPr/>
        </p:nvSpPr>
        <p:spPr>
          <a:xfrm rot="0">
            <a:off x="8417085" y="2949271"/>
            <a:ext cx="2743200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Digitalizing Healthcare Services 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5" name="椭圆"/>
          <p:cNvSpPr/>
          <p:nvPr/>
        </p:nvSpPr>
        <p:spPr>
          <a:xfrm rot="0">
            <a:off x="9326595" y="3878991"/>
            <a:ext cx="924179" cy="924180"/>
          </a:xfrm>
          <a:prstGeom prst="ellipse"/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16" name="矩形"/>
          <p:cNvSpPr/>
          <p:nvPr/>
        </p:nvSpPr>
        <p:spPr>
          <a:xfrm rot="0">
            <a:off x="7868941" y="4939028"/>
            <a:ext cx="3839486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Bharat Bill Payment System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7" name="矩形"/>
          <p:cNvSpPr/>
          <p:nvPr/>
        </p:nvSpPr>
        <p:spPr>
          <a:xfrm rot="0">
            <a:off x="8417085" y="5367724"/>
            <a:ext cx="2743200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Unified</a:t>
            </a:r>
            <a:endParaRPr altLang="zh-CN" baseline="0" b="0" cap="none" sz="1800" i="0" kern="1200" lang="en-US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Payment Interface</a:t>
            </a:r>
            <a:endParaRPr altLang="en-US" baseline="0" b="0" cap="none" sz="18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18" name="曲线"/>
          <p:cNvSpPr/>
          <p:nvPr/>
        </p:nvSpPr>
        <p:spPr>
          <a:xfrm rot="0">
            <a:off x="5828874" y="1668984"/>
            <a:ext cx="534251" cy="507288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7608" y="12143"/>
                </a:moveTo>
                <a:cubicBezTo>
                  <a:pt x="7788" y="12148"/>
                  <a:pt x="7955" y="12224"/>
                  <a:pt x="8059" y="12325"/>
                </a:cubicBezTo>
                <a:cubicBezTo>
                  <a:pt x="8443" y="12703"/>
                  <a:pt x="8386" y="13115"/>
                  <a:pt x="7846" y="13710"/>
                </a:cubicBezTo>
                <a:lnTo>
                  <a:pt x="7845" y="13710"/>
                </a:lnTo>
                <a:cubicBezTo>
                  <a:pt x="7977" y="14237"/>
                  <a:pt x="8105" y="14743"/>
                  <a:pt x="8232" y="15249"/>
                </a:cubicBezTo>
                <a:cubicBezTo>
                  <a:pt x="7906" y="15348"/>
                  <a:pt x="7394" y="15357"/>
                  <a:pt x="6935" y="15273"/>
                </a:cubicBezTo>
                <a:cubicBezTo>
                  <a:pt x="7066" y="14736"/>
                  <a:pt x="7198" y="14202"/>
                  <a:pt x="7324" y="13689"/>
                </a:cubicBezTo>
                <a:cubicBezTo>
                  <a:pt x="6831" y="13192"/>
                  <a:pt x="6772" y="12754"/>
                  <a:pt x="7088" y="12379"/>
                </a:cubicBezTo>
                <a:cubicBezTo>
                  <a:pt x="7238" y="12201"/>
                  <a:pt x="7429" y="12137"/>
                  <a:pt x="7608" y="12143"/>
                </a:cubicBezTo>
              </a:path>
              <a:path w="21600" h="21600">
                <a:moveTo>
                  <a:pt x="6906" y="7505"/>
                </a:moveTo>
                <a:cubicBezTo>
                  <a:pt x="6472" y="7467"/>
                  <a:pt x="6011" y="7505"/>
                  <a:pt x="5525" y="7628"/>
                </a:cubicBezTo>
                <a:cubicBezTo>
                  <a:pt x="3346" y="8179"/>
                  <a:pt x="2287" y="9801"/>
                  <a:pt x="2231" y="12154"/>
                </a:cubicBezTo>
                <a:cubicBezTo>
                  <a:pt x="2147" y="12209"/>
                  <a:pt x="2066" y="12258"/>
                  <a:pt x="1988" y="12312"/>
                </a:cubicBezTo>
                <a:cubicBezTo>
                  <a:pt x="985" y="13005"/>
                  <a:pt x="445" y="13930"/>
                  <a:pt x="461" y="15246"/>
                </a:cubicBezTo>
                <a:cubicBezTo>
                  <a:pt x="479" y="16765"/>
                  <a:pt x="1878" y="18223"/>
                  <a:pt x="3329" y="18218"/>
                </a:cubicBezTo>
                <a:cubicBezTo>
                  <a:pt x="6747" y="18207"/>
                  <a:pt x="10164" y="18218"/>
                  <a:pt x="13582" y="18218"/>
                </a:cubicBezTo>
                <a:cubicBezTo>
                  <a:pt x="13739" y="18218"/>
                  <a:pt x="13901" y="18236"/>
                  <a:pt x="14054" y="18205"/>
                </a:cubicBezTo>
                <a:cubicBezTo>
                  <a:pt x="14887" y="18041"/>
                  <a:pt x="15593" y="17646"/>
                  <a:pt x="16073" y="16887"/>
                </a:cubicBezTo>
                <a:cubicBezTo>
                  <a:pt x="16501" y="16210"/>
                  <a:pt x="16704" y="15484"/>
                  <a:pt x="16582" y="14647"/>
                </a:cubicBezTo>
                <a:cubicBezTo>
                  <a:pt x="16428" y="13606"/>
                  <a:pt x="15935" y="12838"/>
                  <a:pt x="15082" y="12323"/>
                </a:cubicBezTo>
                <a:cubicBezTo>
                  <a:pt x="14860" y="12188"/>
                  <a:pt x="14742" y="12025"/>
                  <a:pt x="14659" y="11774"/>
                </a:cubicBezTo>
                <a:cubicBezTo>
                  <a:pt x="14403" y="11002"/>
                  <a:pt x="13940" y="10393"/>
                  <a:pt x="13290" y="9933"/>
                </a:cubicBezTo>
                <a:cubicBezTo>
                  <a:pt x="12763" y="9560"/>
                  <a:pt x="12164" y="9394"/>
                  <a:pt x="11561" y="9385"/>
                </a:cubicBezTo>
                <a:cubicBezTo>
                  <a:pt x="11077" y="9378"/>
                  <a:pt x="10589" y="9573"/>
                  <a:pt x="10073" y="9685"/>
                </a:cubicBezTo>
                <a:lnTo>
                  <a:pt x="10071" y="9686"/>
                </a:lnTo>
                <a:cubicBezTo>
                  <a:pt x="9270" y="8422"/>
                  <a:pt x="8208" y="7620"/>
                  <a:pt x="6906" y="7505"/>
                </a:cubicBezTo>
              </a:path>
              <a:path w="21600" h="21600">
                <a:moveTo>
                  <a:pt x="13552" y="68"/>
                </a:moveTo>
                <a:cubicBezTo>
                  <a:pt x="16208" y="2351"/>
                  <a:pt x="18827" y="4602"/>
                  <a:pt x="21474" y="6877"/>
                </a:cubicBezTo>
                <a:lnTo>
                  <a:pt x="13552" y="6877"/>
                </a:lnTo>
              </a:path>
              <a:path w="21600" h="21600">
                <a:moveTo>
                  <a:pt x="12210" y="2"/>
                </a:moveTo>
                <a:cubicBezTo>
                  <a:pt x="12255" y="2"/>
                  <a:pt x="12301" y="16"/>
                  <a:pt x="12382" y="29"/>
                </a:cubicBezTo>
                <a:cubicBezTo>
                  <a:pt x="12391" y="169"/>
                  <a:pt x="12407" y="311"/>
                  <a:pt x="12407" y="453"/>
                </a:cubicBezTo>
                <a:cubicBezTo>
                  <a:pt x="12409" y="2727"/>
                  <a:pt x="12407" y="5001"/>
                  <a:pt x="12409" y="7276"/>
                </a:cubicBezTo>
                <a:cubicBezTo>
                  <a:pt x="12409" y="7451"/>
                  <a:pt x="12356" y="7641"/>
                  <a:pt x="12485" y="7804"/>
                </a:cubicBezTo>
                <a:lnTo>
                  <a:pt x="21581" y="7804"/>
                </a:lnTo>
                <a:cubicBezTo>
                  <a:pt x="21581" y="8139"/>
                  <a:pt x="21581" y="8447"/>
                  <a:pt x="21581" y="8756"/>
                </a:cubicBezTo>
                <a:cubicBezTo>
                  <a:pt x="21581" y="12557"/>
                  <a:pt x="21561" y="16359"/>
                  <a:pt x="21599" y="20160"/>
                </a:cubicBezTo>
                <a:cubicBezTo>
                  <a:pt x="21609" y="21104"/>
                  <a:pt x="21055" y="21508"/>
                  <a:pt x="20314" y="21593"/>
                </a:cubicBezTo>
                <a:cubicBezTo>
                  <a:pt x="20205" y="21606"/>
                  <a:pt x="20094" y="21596"/>
                  <a:pt x="19983" y="21597"/>
                </a:cubicBezTo>
                <a:cubicBezTo>
                  <a:pt x="15333" y="21597"/>
                  <a:pt x="10682" y="21599"/>
                  <a:pt x="6032" y="21594"/>
                </a:cubicBezTo>
                <a:cubicBezTo>
                  <a:pt x="5785" y="21594"/>
                  <a:pt x="5531" y="21560"/>
                  <a:pt x="5290" y="21499"/>
                </a:cubicBezTo>
                <a:cubicBezTo>
                  <a:pt x="4739" y="21359"/>
                  <a:pt x="4445" y="20948"/>
                  <a:pt x="4442" y="20352"/>
                </a:cubicBezTo>
                <a:cubicBezTo>
                  <a:pt x="4440" y="19825"/>
                  <a:pt x="4442" y="19297"/>
                  <a:pt x="4442" y="18718"/>
                </a:cubicBezTo>
                <a:lnTo>
                  <a:pt x="4442" y="18717"/>
                </a:lnTo>
                <a:cubicBezTo>
                  <a:pt x="4030" y="18717"/>
                  <a:pt x="3654" y="18686"/>
                  <a:pt x="3283" y="18722"/>
                </a:cubicBezTo>
                <a:cubicBezTo>
                  <a:pt x="1864" y="18859"/>
                  <a:pt x="371" y="17501"/>
                  <a:pt x="65" y="16098"/>
                </a:cubicBezTo>
                <a:cubicBezTo>
                  <a:pt x="-41" y="15607"/>
                  <a:pt x="21" y="15076"/>
                  <a:pt x="1" y="14563"/>
                </a:cubicBezTo>
                <a:cubicBezTo>
                  <a:pt x="-12" y="14222"/>
                  <a:pt x="83" y="13912"/>
                  <a:pt x="205" y="13604"/>
                </a:cubicBezTo>
                <a:cubicBezTo>
                  <a:pt x="470" y="12940"/>
                  <a:pt x="919" y="12438"/>
                  <a:pt x="1463" y="12026"/>
                </a:cubicBezTo>
                <a:cubicBezTo>
                  <a:pt x="1682" y="11860"/>
                  <a:pt x="1808" y="11688"/>
                  <a:pt x="1805" y="11376"/>
                </a:cubicBezTo>
                <a:cubicBezTo>
                  <a:pt x="1796" y="10368"/>
                  <a:pt x="2193" y="9512"/>
                  <a:pt x="2802" y="8766"/>
                </a:cubicBezTo>
                <a:cubicBezTo>
                  <a:pt x="3192" y="8288"/>
                  <a:pt x="3612" y="7831"/>
                  <a:pt x="4169" y="7560"/>
                </a:cubicBezTo>
                <a:cubicBezTo>
                  <a:pt x="4410" y="7443"/>
                  <a:pt x="4450" y="7247"/>
                  <a:pt x="4448" y="6992"/>
                </a:cubicBezTo>
                <a:cubicBezTo>
                  <a:pt x="4441" y="5167"/>
                  <a:pt x="4444" y="3341"/>
                  <a:pt x="4444" y="1514"/>
                </a:cubicBezTo>
                <a:cubicBezTo>
                  <a:pt x="4444" y="1414"/>
                  <a:pt x="4443" y="1315"/>
                  <a:pt x="4444" y="1215"/>
                </a:cubicBezTo>
                <a:cubicBezTo>
                  <a:pt x="4452" y="708"/>
                  <a:pt x="4692" y="313"/>
                  <a:pt x="5139" y="145"/>
                </a:cubicBezTo>
                <a:cubicBezTo>
                  <a:pt x="5356" y="63"/>
                  <a:pt x="5595" y="7"/>
                  <a:pt x="5825" y="6"/>
                </a:cubicBezTo>
                <a:cubicBezTo>
                  <a:pt x="7954" y="-2"/>
                  <a:pt x="10082" y="0"/>
                  <a:pt x="12210" y="2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  <p:sp>
        <p:nvSpPr>
          <p:cNvPr id="1048919" name="曲线"/>
          <p:cNvSpPr/>
          <p:nvPr/>
        </p:nvSpPr>
        <p:spPr>
          <a:xfrm rot="0">
            <a:off x="9596796" y="1650285"/>
            <a:ext cx="383778" cy="54468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9320" y="17940"/>
                </a:moveTo>
                <a:cubicBezTo>
                  <a:pt x="8355" y="17895"/>
                  <a:pt x="7521" y="18512"/>
                  <a:pt x="7555" y="19151"/>
                </a:cubicBezTo>
                <a:cubicBezTo>
                  <a:pt x="7596" y="19908"/>
                  <a:pt x="8358" y="20351"/>
                  <a:pt x="9331" y="20372"/>
                </a:cubicBezTo>
                <a:cubicBezTo>
                  <a:pt x="10226" y="20391"/>
                  <a:pt x="11036" y="19804"/>
                  <a:pt x="11069" y="19169"/>
                </a:cubicBezTo>
                <a:cubicBezTo>
                  <a:pt x="11101" y="18526"/>
                  <a:pt x="10272" y="17943"/>
                  <a:pt x="9320" y="17940"/>
                </a:cubicBezTo>
              </a:path>
              <a:path w="21600" h="21600">
                <a:moveTo>
                  <a:pt x="16573" y="7352"/>
                </a:moveTo>
                <a:cubicBezTo>
                  <a:pt x="16371" y="7346"/>
                  <a:pt x="16088" y="7352"/>
                  <a:pt x="15695" y="7353"/>
                </a:cubicBezTo>
                <a:cubicBezTo>
                  <a:pt x="15175" y="7354"/>
                  <a:pt x="15119" y="7404"/>
                  <a:pt x="15104" y="7788"/>
                </a:cubicBezTo>
                <a:cubicBezTo>
                  <a:pt x="15091" y="8146"/>
                  <a:pt x="15101" y="8506"/>
                  <a:pt x="15101" y="8917"/>
                </a:cubicBezTo>
                <a:lnTo>
                  <a:pt x="13034" y="8917"/>
                </a:lnTo>
                <a:lnTo>
                  <a:pt x="13034" y="10252"/>
                </a:lnTo>
                <a:lnTo>
                  <a:pt x="15098" y="10252"/>
                </a:lnTo>
                <a:cubicBezTo>
                  <a:pt x="15098" y="10570"/>
                  <a:pt x="15098" y="10811"/>
                  <a:pt x="15098" y="11052"/>
                </a:cubicBezTo>
                <a:cubicBezTo>
                  <a:pt x="15100" y="11895"/>
                  <a:pt x="15149" y="11928"/>
                  <a:pt x="16355" y="11888"/>
                </a:cubicBezTo>
                <a:cubicBezTo>
                  <a:pt x="16978" y="11868"/>
                  <a:pt x="17068" y="11806"/>
                  <a:pt x="17082" y="11358"/>
                </a:cubicBezTo>
                <a:cubicBezTo>
                  <a:pt x="17094" y="11000"/>
                  <a:pt x="17093" y="10642"/>
                  <a:pt x="17097" y="10248"/>
                </a:cubicBezTo>
                <a:cubicBezTo>
                  <a:pt x="17743" y="10248"/>
                  <a:pt x="18282" y="10247"/>
                  <a:pt x="18822" y="10248"/>
                </a:cubicBezTo>
                <a:cubicBezTo>
                  <a:pt x="19071" y="10248"/>
                  <a:pt x="19279" y="10195"/>
                  <a:pt x="19286" y="9997"/>
                </a:cubicBezTo>
                <a:lnTo>
                  <a:pt x="19285" y="9996"/>
                </a:lnTo>
                <a:cubicBezTo>
                  <a:pt x="19297" y="9657"/>
                  <a:pt x="19278" y="9316"/>
                  <a:pt x="19270" y="8913"/>
                </a:cubicBezTo>
                <a:lnTo>
                  <a:pt x="17082" y="8913"/>
                </a:lnTo>
                <a:cubicBezTo>
                  <a:pt x="17082" y="8649"/>
                  <a:pt x="17085" y="8460"/>
                  <a:pt x="17082" y="8271"/>
                </a:cubicBezTo>
                <a:cubicBezTo>
                  <a:pt x="17072" y="7512"/>
                  <a:pt x="17182" y="7373"/>
                  <a:pt x="16573" y="7352"/>
                </a:cubicBezTo>
              </a:path>
              <a:path w="21600" h="21600">
                <a:moveTo>
                  <a:pt x="12447" y="6364"/>
                </a:moveTo>
                <a:cubicBezTo>
                  <a:pt x="14919" y="6404"/>
                  <a:pt x="17393" y="6399"/>
                  <a:pt x="19865" y="6370"/>
                </a:cubicBezTo>
                <a:cubicBezTo>
                  <a:pt x="20876" y="6357"/>
                  <a:pt x="21593" y="7005"/>
                  <a:pt x="21593" y="7546"/>
                </a:cubicBezTo>
                <a:lnTo>
                  <a:pt x="21591" y="7546"/>
                </a:lnTo>
                <a:cubicBezTo>
                  <a:pt x="21593" y="8905"/>
                  <a:pt x="21614" y="10265"/>
                  <a:pt x="21582" y="11623"/>
                </a:cubicBezTo>
                <a:cubicBezTo>
                  <a:pt x="21568" y="12289"/>
                  <a:pt x="20863" y="12761"/>
                  <a:pt x="19914" y="12780"/>
                </a:cubicBezTo>
                <a:cubicBezTo>
                  <a:pt x="18976" y="12798"/>
                  <a:pt x="18035" y="12797"/>
                  <a:pt x="17096" y="12780"/>
                </a:cubicBezTo>
                <a:cubicBezTo>
                  <a:pt x="16624" y="12772"/>
                  <a:pt x="16229" y="12855"/>
                  <a:pt x="15861" y="13061"/>
                </a:cubicBezTo>
                <a:cubicBezTo>
                  <a:pt x="15417" y="13310"/>
                  <a:pt x="14956" y="13544"/>
                  <a:pt x="14492" y="13777"/>
                </a:cubicBezTo>
                <a:cubicBezTo>
                  <a:pt x="14311" y="13866"/>
                  <a:pt x="14119" y="13951"/>
                  <a:pt x="13915" y="14010"/>
                </a:cubicBezTo>
                <a:cubicBezTo>
                  <a:pt x="13483" y="14133"/>
                  <a:pt x="13274" y="14031"/>
                  <a:pt x="13255" y="13690"/>
                </a:cubicBezTo>
                <a:cubicBezTo>
                  <a:pt x="13240" y="13416"/>
                  <a:pt x="13252" y="13141"/>
                  <a:pt x="13252" y="12817"/>
                </a:cubicBezTo>
                <a:cubicBezTo>
                  <a:pt x="12915" y="12801"/>
                  <a:pt x="12720" y="12786"/>
                  <a:pt x="12526" y="12783"/>
                </a:cubicBezTo>
                <a:cubicBezTo>
                  <a:pt x="11359" y="12763"/>
                  <a:pt x="10700" y="12306"/>
                  <a:pt x="10693" y="11481"/>
                </a:cubicBezTo>
                <a:cubicBezTo>
                  <a:pt x="10681" y="10192"/>
                  <a:pt x="10736" y="8901"/>
                  <a:pt x="10671" y="7614"/>
                </a:cubicBezTo>
                <a:cubicBezTo>
                  <a:pt x="10638" y="6964"/>
                  <a:pt x="11557" y="6350"/>
                  <a:pt x="12447" y="6364"/>
                </a:cubicBezTo>
              </a:path>
              <a:path w="21600" h="21600">
                <a:moveTo>
                  <a:pt x="9354" y="1558"/>
                </a:moveTo>
                <a:cubicBezTo>
                  <a:pt x="8615" y="1558"/>
                  <a:pt x="7875" y="1550"/>
                  <a:pt x="7136" y="1561"/>
                </a:cubicBezTo>
                <a:lnTo>
                  <a:pt x="7132" y="1561"/>
                </a:lnTo>
                <a:cubicBezTo>
                  <a:pt x="6796" y="1566"/>
                  <a:pt x="6637" y="1710"/>
                  <a:pt x="6672" y="1930"/>
                </a:cubicBezTo>
                <a:cubicBezTo>
                  <a:pt x="6711" y="2164"/>
                  <a:pt x="6953" y="2183"/>
                  <a:pt x="7216" y="2183"/>
                </a:cubicBezTo>
                <a:cubicBezTo>
                  <a:pt x="8596" y="2183"/>
                  <a:pt x="9978" y="2183"/>
                  <a:pt x="11358" y="2183"/>
                </a:cubicBezTo>
                <a:cubicBezTo>
                  <a:pt x="11456" y="2183"/>
                  <a:pt x="11581" y="2199"/>
                  <a:pt x="11647" y="2165"/>
                </a:cubicBezTo>
                <a:cubicBezTo>
                  <a:pt x="11772" y="2100"/>
                  <a:pt x="11922" y="2013"/>
                  <a:pt x="11958" y="1917"/>
                </a:cubicBezTo>
                <a:cubicBezTo>
                  <a:pt x="12036" y="1705"/>
                  <a:pt x="11863" y="1569"/>
                  <a:pt x="11499" y="1562"/>
                </a:cubicBezTo>
                <a:cubicBezTo>
                  <a:pt x="10785" y="1549"/>
                  <a:pt x="10070" y="1558"/>
                  <a:pt x="9354" y="1558"/>
                </a:cubicBezTo>
              </a:path>
              <a:path w="21600" h="21600">
                <a:moveTo>
                  <a:pt x="14927" y="0"/>
                </a:moveTo>
                <a:cubicBezTo>
                  <a:pt x="16955" y="-25"/>
                  <a:pt x="18654" y="1070"/>
                  <a:pt x="18620" y="2603"/>
                </a:cubicBezTo>
                <a:cubicBezTo>
                  <a:pt x="18602" y="3405"/>
                  <a:pt x="18620" y="4207"/>
                  <a:pt x="18616" y="5009"/>
                </a:cubicBezTo>
                <a:cubicBezTo>
                  <a:pt x="18616" y="5144"/>
                  <a:pt x="18587" y="5280"/>
                  <a:pt x="18565" y="5469"/>
                </a:cubicBezTo>
                <a:lnTo>
                  <a:pt x="17269" y="5469"/>
                </a:lnTo>
                <a:cubicBezTo>
                  <a:pt x="17244" y="5313"/>
                  <a:pt x="17207" y="5181"/>
                  <a:pt x="17203" y="5047"/>
                </a:cubicBezTo>
                <a:cubicBezTo>
                  <a:pt x="17192" y="4681"/>
                  <a:pt x="17212" y="4315"/>
                  <a:pt x="17189" y="3949"/>
                </a:cubicBezTo>
                <a:cubicBezTo>
                  <a:pt x="17161" y="3492"/>
                  <a:pt x="16921" y="3321"/>
                  <a:pt x="16269" y="3316"/>
                </a:cubicBezTo>
                <a:cubicBezTo>
                  <a:pt x="14933" y="3305"/>
                  <a:pt x="13596" y="3309"/>
                  <a:pt x="12260" y="3309"/>
                </a:cubicBezTo>
                <a:cubicBezTo>
                  <a:pt x="9117" y="3309"/>
                  <a:pt x="5975" y="3311"/>
                  <a:pt x="2833" y="3312"/>
                </a:cubicBezTo>
                <a:cubicBezTo>
                  <a:pt x="2659" y="3312"/>
                  <a:pt x="2485" y="3307"/>
                  <a:pt x="2313" y="3315"/>
                </a:cubicBezTo>
                <a:cubicBezTo>
                  <a:pt x="1804" y="3339"/>
                  <a:pt x="1543" y="3495"/>
                  <a:pt x="1458" y="3846"/>
                </a:cubicBezTo>
                <a:cubicBezTo>
                  <a:pt x="1423" y="4000"/>
                  <a:pt x="1433" y="4159"/>
                  <a:pt x="1433" y="4316"/>
                </a:cubicBezTo>
                <a:cubicBezTo>
                  <a:pt x="1433" y="8117"/>
                  <a:pt x="1433" y="11919"/>
                  <a:pt x="1433" y="15721"/>
                </a:cubicBezTo>
                <a:cubicBezTo>
                  <a:pt x="1433" y="15825"/>
                  <a:pt x="1426" y="15931"/>
                  <a:pt x="1445" y="16034"/>
                </a:cubicBezTo>
                <a:cubicBezTo>
                  <a:pt x="1519" y="16441"/>
                  <a:pt x="1779" y="16609"/>
                  <a:pt x="2376" y="16628"/>
                </a:cubicBezTo>
                <a:cubicBezTo>
                  <a:pt x="2770" y="16640"/>
                  <a:pt x="3167" y="16633"/>
                  <a:pt x="3563" y="16633"/>
                </a:cubicBezTo>
                <a:cubicBezTo>
                  <a:pt x="7646" y="16633"/>
                  <a:pt x="11728" y="16633"/>
                  <a:pt x="15811" y="16631"/>
                </a:cubicBezTo>
                <a:cubicBezTo>
                  <a:pt x="16961" y="16630"/>
                  <a:pt x="17146" y="16498"/>
                  <a:pt x="17149" y="15691"/>
                </a:cubicBezTo>
                <a:cubicBezTo>
                  <a:pt x="17151" y="15255"/>
                  <a:pt x="17146" y="14819"/>
                  <a:pt x="17152" y="14383"/>
                </a:cubicBezTo>
                <a:cubicBezTo>
                  <a:pt x="17154" y="14247"/>
                  <a:pt x="17182" y="14112"/>
                  <a:pt x="17203" y="13945"/>
                </a:cubicBezTo>
                <a:lnTo>
                  <a:pt x="18507" y="13945"/>
                </a:lnTo>
                <a:cubicBezTo>
                  <a:pt x="18538" y="14064"/>
                  <a:pt x="18593" y="14179"/>
                  <a:pt x="18593" y="14294"/>
                </a:cubicBezTo>
                <a:cubicBezTo>
                  <a:pt x="18598" y="15846"/>
                  <a:pt x="18607" y="17398"/>
                  <a:pt x="18589" y="18950"/>
                </a:cubicBezTo>
                <a:cubicBezTo>
                  <a:pt x="18579" y="19827"/>
                  <a:pt x="18188" y="20590"/>
                  <a:pt x="17126" y="21128"/>
                </a:cubicBezTo>
                <a:cubicBezTo>
                  <a:pt x="16584" y="21402"/>
                  <a:pt x="16000" y="21556"/>
                  <a:pt x="15331" y="21554"/>
                </a:cubicBezTo>
                <a:cubicBezTo>
                  <a:pt x="14245" y="21551"/>
                  <a:pt x="13158" y="21548"/>
                  <a:pt x="12072" y="21556"/>
                </a:cubicBezTo>
                <a:cubicBezTo>
                  <a:pt x="10862" y="21564"/>
                  <a:pt x="9654" y="21583"/>
                  <a:pt x="8444" y="21597"/>
                </a:cubicBezTo>
                <a:cubicBezTo>
                  <a:pt x="8197" y="21599"/>
                  <a:pt x="7950" y="21601"/>
                  <a:pt x="7702" y="21599"/>
                </a:cubicBezTo>
                <a:cubicBezTo>
                  <a:pt x="6295" y="21585"/>
                  <a:pt x="4885" y="21522"/>
                  <a:pt x="3481" y="21565"/>
                </a:cubicBezTo>
                <a:cubicBezTo>
                  <a:pt x="1714" y="21618"/>
                  <a:pt x="0" y="20538"/>
                  <a:pt x="2" y="19112"/>
                </a:cubicBezTo>
                <a:cubicBezTo>
                  <a:pt x="7" y="17525"/>
                  <a:pt x="0" y="15938"/>
                  <a:pt x="0" y="14352"/>
                </a:cubicBezTo>
                <a:cubicBezTo>
                  <a:pt x="0" y="10550"/>
                  <a:pt x="0" y="6748"/>
                  <a:pt x="2" y="2947"/>
                </a:cubicBezTo>
                <a:cubicBezTo>
                  <a:pt x="4" y="2652"/>
                  <a:pt x="38" y="2356"/>
                  <a:pt x="75" y="2062"/>
                </a:cubicBezTo>
                <a:cubicBezTo>
                  <a:pt x="197" y="1089"/>
                  <a:pt x="1599" y="12"/>
                  <a:pt x="3496" y="6"/>
                </a:cubicBezTo>
                <a:cubicBezTo>
                  <a:pt x="5254" y="3"/>
                  <a:pt x="7009" y="6"/>
                  <a:pt x="8767" y="6"/>
                </a:cubicBezTo>
                <a:cubicBezTo>
                  <a:pt x="10821" y="6"/>
                  <a:pt x="12875" y="26"/>
                  <a:pt x="14927" y="0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  <p:sp>
        <p:nvSpPr>
          <p:cNvPr id="1048920" name="曲线"/>
          <p:cNvSpPr/>
          <p:nvPr/>
        </p:nvSpPr>
        <p:spPr>
          <a:xfrm rot="0">
            <a:off x="9531736" y="4107846"/>
            <a:ext cx="513898" cy="466469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7572" y="11958"/>
                </a:moveTo>
                <a:cubicBezTo>
                  <a:pt x="16780" y="11969"/>
                  <a:pt x="16309" y="12691"/>
                  <a:pt x="16313" y="13343"/>
                </a:cubicBezTo>
                <a:cubicBezTo>
                  <a:pt x="16318" y="14171"/>
                  <a:pt x="16982" y="14766"/>
                  <a:pt x="17575" y="14716"/>
                </a:cubicBezTo>
                <a:cubicBezTo>
                  <a:pt x="18158" y="14751"/>
                  <a:pt x="18828" y="14177"/>
                  <a:pt x="18822" y="13327"/>
                </a:cubicBezTo>
                <a:cubicBezTo>
                  <a:pt x="18818" y="12586"/>
                  <a:pt x="18244" y="11949"/>
                  <a:pt x="17572" y="11958"/>
                </a:cubicBezTo>
              </a:path>
              <a:path w="21600" h="21600">
                <a:moveTo>
                  <a:pt x="20078" y="11436"/>
                </a:moveTo>
                <a:cubicBezTo>
                  <a:pt x="20936" y="11392"/>
                  <a:pt x="21380" y="12048"/>
                  <a:pt x="21528" y="12711"/>
                </a:cubicBezTo>
                <a:lnTo>
                  <a:pt x="21527" y="12711"/>
                </a:lnTo>
                <a:cubicBezTo>
                  <a:pt x="21631" y="13178"/>
                  <a:pt x="21627" y="13648"/>
                  <a:pt x="21490" y="14112"/>
                </a:cubicBezTo>
                <a:cubicBezTo>
                  <a:pt x="21291" y="14788"/>
                  <a:pt x="20847" y="15268"/>
                  <a:pt x="20082" y="15262"/>
                </a:cubicBezTo>
                <a:cubicBezTo>
                  <a:pt x="19256" y="15255"/>
                  <a:pt x="18430" y="15263"/>
                  <a:pt x="17604" y="15259"/>
                </a:cubicBezTo>
                <a:cubicBezTo>
                  <a:pt x="17159" y="15257"/>
                  <a:pt x="16761" y="15108"/>
                  <a:pt x="16420" y="14781"/>
                </a:cubicBezTo>
                <a:cubicBezTo>
                  <a:pt x="15931" y="14311"/>
                  <a:pt x="15685" y="13509"/>
                  <a:pt x="15923" y="12721"/>
                </a:cubicBezTo>
                <a:cubicBezTo>
                  <a:pt x="16160" y="11939"/>
                  <a:pt x="16852" y="11454"/>
                  <a:pt x="17415" y="11449"/>
                </a:cubicBezTo>
                <a:cubicBezTo>
                  <a:pt x="17459" y="11448"/>
                  <a:pt x="17503" y="11441"/>
                  <a:pt x="17547" y="11441"/>
                </a:cubicBezTo>
                <a:cubicBezTo>
                  <a:pt x="17977" y="11440"/>
                  <a:pt x="18408" y="11440"/>
                  <a:pt x="18839" y="11440"/>
                </a:cubicBezTo>
                <a:cubicBezTo>
                  <a:pt x="19252" y="11440"/>
                  <a:pt x="19665" y="11458"/>
                  <a:pt x="20078" y="11436"/>
                </a:cubicBezTo>
              </a:path>
              <a:path w="21600" h="21600">
                <a:moveTo>
                  <a:pt x="6751" y="9603"/>
                </a:moveTo>
                <a:cubicBezTo>
                  <a:pt x="8157" y="9603"/>
                  <a:pt x="9563" y="9603"/>
                  <a:pt x="10969" y="9604"/>
                </a:cubicBezTo>
                <a:cubicBezTo>
                  <a:pt x="10985" y="9604"/>
                  <a:pt x="11001" y="9614"/>
                  <a:pt x="11044" y="9627"/>
                </a:cubicBezTo>
                <a:cubicBezTo>
                  <a:pt x="10901" y="9856"/>
                  <a:pt x="10769" y="10082"/>
                  <a:pt x="10621" y="10295"/>
                </a:cubicBezTo>
                <a:cubicBezTo>
                  <a:pt x="10587" y="10344"/>
                  <a:pt x="10503" y="10372"/>
                  <a:pt x="10440" y="10374"/>
                </a:cubicBezTo>
                <a:cubicBezTo>
                  <a:pt x="10230" y="10384"/>
                  <a:pt x="10018" y="10378"/>
                  <a:pt x="9807" y="10378"/>
                </a:cubicBezTo>
                <a:lnTo>
                  <a:pt x="9806" y="10380"/>
                </a:lnTo>
                <a:cubicBezTo>
                  <a:pt x="9721" y="10380"/>
                  <a:pt x="9636" y="10380"/>
                  <a:pt x="9559" y="10380"/>
                </a:cubicBezTo>
                <a:cubicBezTo>
                  <a:pt x="9703" y="10747"/>
                  <a:pt x="9836" y="11089"/>
                  <a:pt x="9979" y="11455"/>
                </a:cubicBezTo>
                <a:lnTo>
                  <a:pt x="11041" y="11455"/>
                </a:lnTo>
                <a:cubicBezTo>
                  <a:pt x="10910" y="11739"/>
                  <a:pt x="10752" y="11963"/>
                  <a:pt x="10596" y="12187"/>
                </a:cubicBezTo>
                <a:cubicBezTo>
                  <a:pt x="10567" y="12228"/>
                  <a:pt x="10486" y="12235"/>
                  <a:pt x="10428" y="12237"/>
                </a:cubicBezTo>
                <a:cubicBezTo>
                  <a:pt x="10271" y="12243"/>
                  <a:pt x="10114" y="12239"/>
                  <a:pt x="9943" y="12239"/>
                </a:cubicBezTo>
                <a:cubicBezTo>
                  <a:pt x="9660" y="13600"/>
                  <a:pt x="8788" y="14080"/>
                  <a:pt x="7575" y="14130"/>
                </a:cubicBezTo>
                <a:cubicBezTo>
                  <a:pt x="8615" y="15411"/>
                  <a:pt x="9641" y="16612"/>
                  <a:pt x="10672" y="17875"/>
                </a:cubicBezTo>
                <a:cubicBezTo>
                  <a:pt x="10231" y="17875"/>
                  <a:pt x="9825" y="17880"/>
                  <a:pt x="9420" y="17869"/>
                </a:cubicBezTo>
                <a:cubicBezTo>
                  <a:pt x="9364" y="17867"/>
                  <a:pt x="9300" y="17799"/>
                  <a:pt x="9256" y="17745"/>
                </a:cubicBezTo>
                <a:cubicBezTo>
                  <a:pt x="8593" y="16944"/>
                  <a:pt x="7932" y="16142"/>
                  <a:pt x="7271" y="15339"/>
                </a:cubicBezTo>
                <a:cubicBezTo>
                  <a:pt x="7012" y="15023"/>
                  <a:pt x="6757" y="14703"/>
                  <a:pt x="6492" y="14392"/>
                </a:cubicBezTo>
                <a:cubicBezTo>
                  <a:pt x="6409" y="14293"/>
                  <a:pt x="6364" y="14194"/>
                  <a:pt x="6369" y="14057"/>
                </a:cubicBezTo>
                <a:cubicBezTo>
                  <a:pt x="6377" y="13865"/>
                  <a:pt x="6371" y="13672"/>
                  <a:pt x="6371" y="13434"/>
                </a:cubicBezTo>
                <a:cubicBezTo>
                  <a:pt x="6677" y="13434"/>
                  <a:pt x="6948" y="13432"/>
                  <a:pt x="7219" y="13435"/>
                </a:cubicBezTo>
                <a:cubicBezTo>
                  <a:pt x="7522" y="13438"/>
                  <a:pt x="7814" y="13372"/>
                  <a:pt x="8091" y="13247"/>
                </a:cubicBezTo>
                <a:cubicBezTo>
                  <a:pt x="8444" y="13088"/>
                  <a:pt x="8727" y="12837"/>
                  <a:pt x="8868" y="12429"/>
                </a:cubicBezTo>
                <a:cubicBezTo>
                  <a:pt x="8883" y="12386"/>
                  <a:pt x="8888" y="12339"/>
                  <a:pt x="8906" y="12255"/>
                </a:cubicBezTo>
                <a:cubicBezTo>
                  <a:pt x="8584" y="12231"/>
                  <a:pt x="8280" y="12246"/>
                  <a:pt x="7976" y="12243"/>
                </a:cubicBezTo>
                <a:cubicBezTo>
                  <a:pt x="7678" y="12241"/>
                  <a:pt x="7379" y="12243"/>
                  <a:pt x="7080" y="12243"/>
                </a:cubicBezTo>
                <a:lnTo>
                  <a:pt x="6119" y="12243"/>
                </a:lnTo>
                <a:cubicBezTo>
                  <a:pt x="6279" y="11989"/>
                  <a:pt x="6424" y="11763"/>
                  <a:pt x="6565" y="11535"/>
                </a:cubicBezTo>
                <a:cubicBezTo>
                  <a:pt x="6628" y="11433"/>
                  <a:pt x="6721" y="11464"/>
                  <a:pt x="6805" y="11464"/>
                </a:cubicBezTo>
                <a:cubicBezTo>
                  <a:pt x="7402" y="11462"/>
                  <a:pt x="8000" y="11463"/>
                  <a:pt x="8598" y="11463"/>
                </a:cubicBezTo>
                <a:lnTo>
                  <a:pt x="8900" y="11463"/>
                </a:lnTo>
                <a:cubicBezTo>
                  <a:pt x="8831" y="11091"/>
                  <a:pt x="8649" y="10854"/>
                  <a:pt x="8401" y="10673"/>
                </a:cubicBezTo>
                <a:cubicBezTo>
                  <a:pt x="8131" y="10476"/>
                  <a:pt x="7826" y="10389"/>
                  <a:pt x="7504" y="10385"/>
                </a:cubicBezTo>
                <a:cubicBezTo>
                  <a:pt x="7057" y="10378"/>
                  <a:pt x="6608" y="10383"/>
                  <a:pt x="6119" y="10383"/>
                </a:cubicBezTo>
                <a:cubicBezTo>
                  <a:pt x="6280" y="10128"/>
                  <a:pt x="6420" y="9899"/>
                  <a:pt x="6568" y="9677"/>
                </a:cubicBezTo>
                <a:cubicBezTo>
                  <a:pt x="6594" y="9639"/>
                  <a:pt x="6653" y="9625"/>
                  <a:pt x="6699" y="9604"/>
                </a:cubicBezTo>
                <a:cubicBezTo>
                  <a:pt x="6714" y="9597"/>
                  <a:pt x="6734" y="9603"/>
                  <a:pt x="6751" y="9603"/>
                </a:cubicBezTo>
              </a:path>
              <a:path w="21600" h="21600">
                <a:moveTo>
                  <a:pt x="8565" y="7765"/>
                </a:moveTo>
                <a:cubicBezTo>
                  <a:pt x="5666" y="7760"/>
                  <a:pt x="3320" y="10333"/>
                  <a:pt x="3292" y="13524"/>
                </a:cubicBezTo>
                <a:cubicBezTo>
                  <a:pt x="3263" y="16828"/>
                  <a:pt x="5749" y="19448"/>
                  <a:pt x="8256" y="19379"/>
                </a:cubicBezTo>
                <a:cubicBezTo>
                  <a:pt x="10005" y="19383"/>
                  <a:pt x="11230" y="18819"/>
                  <a:pt x="12255" y="17731"/>
                </a:cubicBezTo>
                <a:lnTo>
                  <a:pt x="12255" y="17731"/>
                </a:lnTo>
                <a:cubicBezTo>
                  <a:pt x="13321" y="16598"/>
                  <a:pt x="13858" y="15182"/>
                  <a:pt x="13847" y="13572"/>
                </a:cubicBezTo>
                <a:cubicBezTo>
                  <a:pt x="13825" y="10297"/>
                  <a:pt x="11484" y="7771"/>
                  <a:pt x="8565" y="7765"/>
                </a:cubicBezTo>
              </a:path>
              <a:path w="21600" h="21600">
                <a:moveTo>
                  <a:pt x="7235" y="4512"/>
                </a:moveTo>
                <a:lnTo>
                  <a:pt x="7235" y="4512"/>
                </a:lnTo>
                <a:lnTo>
                  <a:pt x="7234" y="4512"/>
                </a:lnTo>
              </a:path>
              <a:path w="21600" h="21600">
                <a:moveTo>
                  <a:pt x="18239" y="2557"/>
                </a:moveTo>
                <a:cubicBezTo>
                  <a:pt x="18588" y="2491"/>
                  <a:pt x="18934" y="2496"/>
                  <a:pt x="19282" y="2568"/>
                </a:cubicBezTo>
                <a:cubicBezTo>
                  <a:pt x="19806" y="2677"/>
                  <a:pt x="20125" y="3025"/>
                  <a:pt x="20212" y="3599"/>
                </a:cubicBezTo>
                <a:cubicBezTo>
                  <a:pt x="20274" y="4010"/>
                  <a:pt x="20235" y="4419"/>
                  <a:pt x="20202" y="4852"/>
                </a:cubicBezTo>
                <a:cubicBezTo>
                  <a:pt x="19744" y="4852"/>
                  <a:pt x="19298" y="4866"/>
                  <a:pt x="18853" y="4846"/>
                </a:cubicBezTo>
                <a:cubicBezTo>
                  <a:pt x="18618" y="4836"/>
                  <a:pt x="18486" y="4643"/>
                  <a:pt x="18411" y="4409"/>
                </a:cubicBezTo>
                <a:cubicBezTo>
                  <a:pt x="18267" y="3964"/>
                  <a:pt x="18125" y="3518"/>
                  <a:pt x="17983" y="3072"/>
                </a:cubicBezTo>
                <a:cubicBezTo>
                  <a:pt x="17938" y="2928"/>
                  <a:pt x="17895" y="2783"/>
                  <a:pt x="17841" y="2603"/>
                </a:cubicBezTo>
                <a:cubicBezTo>
                  <a:pt x="17985" y="2587"/>
                  <a:pt x="18113" y="2581"/>
                  <a:pt x="18239" y="2557"/>
                </a:cubicBezTo>
              </a:path>
              <a:path w="21600" h="21600">
                <a:moveTo>
                  <a:pt x="8096" y="2513"/>
                </a:moveTo>
                <a:cubicBezTo>
                  <a:pt x="8147" y="2522"/>
                  <a:pt x="8193" y="2555"/>
                  <a:pt x="8223" y="2652"/>
                </a:cubicBezTo>
                <a:cubicBezTo>
                  <a:pt x="7438" y="3300"/>
                  <a:pt x="6708" y="4015"/>
                  <a:pt x="5869" y="4570"/>
                </a:cubicBezTo>
                <a:cubicBezTo>
                  <a:pt x="5453" y="4845"/>
                  <a:pt x="5022" y="4935"/>
                  <a:pt x="4538" y="4884"/>
                </a:cubicBezTo>
                <a:cubicBezTo>
                  <a:pt x="4059" y="4833"/>
                  <a:pt x="3572" y="4855"/>
                  <a:pt x="3089" y="4862"/>
                </a:cubicBezTo>
                <a:cubicBezTo>
                  <a:pt x="2877" y="4864"/>
                  <a:pt x="2735" y="5055"/>
                  <a:pt x="2713" y="5307"/>
                </a:cubicBezTo>
                <a:cubicBezTo>
                  <a:pt x="2692" y="5553"/>
                  <a:pt x="2800" y="5777"/>
                  <a:pt x="2999" y="5827"/>
                </a:cubicBezTo>
                <a:cubicBezTo>
                  <a:pt x="3158" y="5866"/>
                  <a:pt x="3328" y="5860"/>
                  <a:pt x="3493" y="5861"/>
                </a:cubicBezTo>
                <a:cubicBezTo>
                  <a:pt x="3614" y="5862"/>
                  <a:pt x="3737" y="5840"/>
                  <a:pt x="3859" y="5830"/>
                </a:cubicBezTo>
                <a:cubicBezTo>
                  <a:pt x="3902" y="5827"/>
                  <a:pt x="3947" y="5830"/>
                  <a:pt x="3990" y="5830"/>
                </a:cubicBezTo>
                <a:cubicBezTo>
                  <a:pt x="9306" y="5844"/>
                  <a:pt x="14621" y="5857"/>
                  <a:pt x="19936" y="5871"/>
                </a:cubicBezTo>
                <a:cubicBezTo>
                  <a:pt x="20022" y="5871"/>
                  <a:pt x="20108" y="5879"/>
                  <a:pt x="20208" y="5884"/>
                </a:cubicBezTo>
                <a:cubicBezTo>
                  <a:pt x="20216" y="5975"/>
                  <a:pt x="20224" y="6050"/>
                  <a:pt x="20227" y="6125"/>
                </a:cubicBezTo>
                <a:cubicBezTo>
                  <a:pt x="20231" y="6202"/>
                  <a:pt x="20228" y="6280"/>
                  <a:pt x="20228" y="6357"/>
                </a:cubicBezTo>
                <a:cubicBezTo>
                  <a:pt x="20241" y="7779"/>
                  <a:pt x="20254" y="9201"/>
                  <a:pt x="20266" y="10624"/>
                </a:cubicBezTo>
                <a:cubicBezTo>
                  <a:pt x="20267" y="10728"/>
                  <a:pt x="20266" y="10832"/>
                  <a:pt x="20266" y="10971"/>
                </a:cubicBezTo>
                <a:cubicBezTo>
                  <a:pt x="20148" y="10971"/>
                  <a:pt x="20055" y="10971"/>
                  <a:pt x="19961" y="10971"/>
                </a:cubicBezTo>
                <a:cubicBezTo>
                  <a:pt x="19144" y="10971"/>
                  <a:pt x="18326" y="10965"/>
                  <a:pt x="17509" y="10974"/>
                </a:cubicBezTo>
                <a:cubicBezTo>
                  <a:pt x="17104" y="10979"/>
                  <a:pt x="16706" y="11042"/>
                  <a:pt x="16343" y="11268"/>
                </a:cubicBezTo>
                <a:cubicBezTo>
                  <a:pt x="15638" y="11706"/>
                  <a:pt x="15237" y="12362"/>
                  <a:pt x="15210" y="13257"/>
                </a:cubicBezTo>
                <a:cubicBezTo>
                  <a:pt x="15182" y="14200"/>
                  <a:pt x="15563" y="14914"/>
                  <a:pt x="16298" y="15392"/>
                </a:cubicBezTo>
                <a:cubicBezTo>
                  <a:pt x="16638" y="15612"/>
                  <a:pt x="17011" y="15704"/>
                  <a:pt x="17406" y="15702"/>
                </a:cubicBezTo>
                <a:cubicBezTo>
                  <a:pt x="18250" y="15697"/>
                  <a:pt x="19093" y="15701"/>
                  <a:pt x="19937" y="15701"/>
                </a:cubicBezTo>
                <a:cubicBezTo>
                  <a:pt x="20033" y="15701"/>
                  <a:pt x="20129" y="15701"/>
                  <a:pt x="20245" y="15701"/>
                </a:cubicBezTo>
                <a:lnTo>
                  <a:pt x="20245" y="15701"/>
                </a:lnTo>
                <a:cubicBezTo>
                  <a:pt x="20253" y="15786"/>
                  <a:pt x="20265" y="15859"/>
                  <a:pt x="20265" y="15933"/>
                </a:cubicBezTo>
                <a:cubicBezTo>
                  <a:pt x="20267" y="17240"/>
                  <a:pt x="20269" y="18547"/>
                  <a:pt x="20264" y="19854"/>
                </a:cubicBezTo>
                <a:cubicBezTo>
                  <a:pt x="20262" y="20134"/>
                  <a:pt x="20242" y="20414"/>
                  <a:pt x="20213" y="20692"/>
                </a:cubicBezTo>
                <a:cubicBezTo>
                  <a:pt x="20183" y="20966"/>
                  <a:pt x="20042" y="21173"/>
                  <a:pt x="19838" y="21329"/>
                </a:cubicBezTo>
                <a:cubicBezTo>
                  <a:pt x="19607" y="21507"/>
                  <a:pt x="19342" y="21565"/>
                  <a:pt x="19069" y="21591"/>
                </a:cubicBezTo>
                <a:cubicBezTo>
                  <a:pt x="18964" y="21601"/>
                  <a:pt x="18858" y="21598"/>
                  <a:pt x="18752" y="21598"/>
                </a:cubicBezTo>
                <a:cubicBezTo>
                  <a:pt x="13576" y="21598"/>
                  <a:pt x="8401" y="21597"/>
                  <a:pt x="3225" y="21600"/>
                </a:cubicBezTo>
                <a:cubicBezTo>
                  <a:pt x="2854" y="21600"/>
                  <a:pt x="2488" y="21566"/>
                  <a:pt x="2130" y="21469"/>
                </a:cubicBezTo>
                <a:cubicBezTo>
                  <a:pt x="1059" y="21182"/>
                  <a:pt x="381" y="20449"/>
                  <a:pt x="118" y="19266"/>
                </a:cubicBezTo>
                <a:cubicBezTo>
                  <a:pt x="39" y="18910"/>
                  <a:pt x="0" y="18547"/>
                  <a:pt x="0" y="18177"/>
                </a:cubicBezTo>
                <a:cubicBezTo>
                  <a:pt x="2" y="14071"/>
                  <a:pt x="1" y="9966"/>
                  <a:pt x="2" y="5860"/>
                </a:cubicBezTo>
                <a:cubicBezTo>
                  <a:pt x="2" y="5333"/>
                  <a:pt x="88" y="4821"/>
                  <a:pt x="272" y="4336"/>
                </a:cubicBezTo>
                <a:cubicBezTo>
                  <a:pt x="639" y="3371"/>
                  <a:pt x="1327" y="2836"/>
                  <a:pt x="2235" y="2638"/>
                </a:cubicBezTo>
                <a:cubicBezTo>
                  <a:pt x="2602" y="2558"/>
                  <a:pt x="2982" y="2526"/>
                  <a:pt x="3357" y="2523"/>
                </a:cubicBezTo>
                <a:cubicBezTo>
                  <a:pt x="4886" y="2510"/>
                  <a:pt x="6415" y="2516"/>
                  <a:pt x="7944" y="2520"/>
                </a:cubicBezTo>
                <a:cubicBezTo>
                  <a:pt x="7991" y="2520"/>
                  <a:pt x="8046" y="2504"/>
                  <a:pt x="8096" y="2513"/>
                </a:cubicBezTo>
              </a:path>
              <a:path w="21600" h="21600">
                <a:moveTo>
                  <a:pt x="16222" y="2032"/>
                </a:moveTo>
                <a:cubicBezTo>
                  <a:pt x="16562" y="2029"/>
                  <a:pt x="16823" y="2180"/>
                  <a:pt x="16997" y="2486"/>
                </a:cubicBezTo>
                <a:cubicBezTo>
                  <a:pt x="17122" y="2704"/>
                  <a:pt x="17224" y="2944"/>
                  <a:pt x="17307" y="3186"/>
                </a:cubicBezTo>
                <a:cubicBezTo>
                  <a:pt x="17449" y="3602"/>
                  <a:pt x="17571" y="4025"/>
                  <a:pt x="17695" y="4447"/>
                </a:cubicBezTo>
                <a:cubicBezTo>
                  <a:pt x="17726" y="4552"/>
                  <a:pt x="17733" y="4664"/>
                  <a:pt x="17754" y="4794"/>
                </a:cubicBezTo>
                <a:lnTo>
                  <a:pt x="8876" y="4794"/>
                </a:lnTo>
                <a:cubicBezTo>
                  <a:pt x="8873" y="4777"/>
                  <a:pt x="8870" y="4759"/>
                  <a:pt x="8866" y="4741"/>
                </a:cubicBezTo>
                <a:lnTo>
                  <a:pt x="8865" y="4740"/>
                </a:lnTo>
                <a:cubicBezTo>
                  <a:pt x="8960" y="4697"/>
                  <a:pt x="9053" y="4647"/>
                  <a:pt x="9150" y="4610"/>
                </a:cubicBezTo>
                <a:cubicBezTo>
                  <a:pt x="11267" y="3799"/>
                  <a:pt x="13385" y="2988"/>
                  <a:pt x="15503" y="2178"/>
                </a:cubicBezTo>
                <a:cubicBezTo>
                  <a:pt x="15735" y="2089"/>
                  <a:pt x="15972" y="2034"/>
                  <a:pt x="16222" y="2032"/>
                </a:cubicBezTo>
              </a:path>
              <a:path w="21600" h="21600">
                <a:moveTo>
                  <a:pt x="12824" y="7"/>
                </a:moveTo>
                <a:cubicBezTo>
                  <a:pt x="13151" y="-29"/>
                  <a:pt x="13439" y="74"/>
                  <a:pt x="13661" y="335"/>
                </a:cubicBezTo>
                <a:cubicBezTo>
                  <a:pt x="13882" y="595"/>
                  <a:pt x="14079" y="881"/>
                  <a:pt x="14281" y="1160"/>
                </a:cubicBezTo>
                <a:cubicBezTo>
                  <a:pt x="14406" y="1333"/>
                  <a:pt x="14520" y="1515"/>
                  <a:pt x="14668" y="1737"/>
                </a:cubicBezTo>
                <a:lnTo>
                  <a:pt x="7235" y="4512"/>
                </a:lnTo>
                <a:lnTo>
                  <a:pt x="7389" y="4258"/>
                </a:lnTo>
                <a:cubicBezTo>
                  <a:pt x="7892" y="3838"/>
                  <a:pt x="8398" y="3421"/>
                  <a:pt x="8907" y="3008"/>
                </a:cubicBezTo>
                <a:cubicBezTo>
                  <a:pt x="10023" y="2100"/>
                  <a:pt x="11141" y="1196"/>
                  <a:pt x="12257" y="290"/>
                </a:cubicBezTo>
                <a:cubicBezTo>
                  <a:pt x="12428" y="151"/>
                  <a:pt x="12605" y="31"/>
                  <a:pt x="12824" y="7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  <p:sp>
        <p:nvSpPr>
          <p:cNvPr id="1048921" name="曲线"/>
          <p:cNvSpPr/>
          <p:nvPr/>
        </p:nvSpPr>
        <p:spPr>
          <a:xfrm rot="0">
            <a:off x="5792996" y="4178541"/>
            <a:ext cx="606007" cy="325079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2662" y="11751"/>
                </a:moveTo>
                <a:cubicBezTo>
                  <a:pt x="11695" y="11724"/>
                  <a:pt x="11481" y="12162"/>
                  <a:pt x="11105" y="13558"/>
                </a:cubicBezTo>
                <a:cubicBezTo>
                  <a:pt x="10944" y="14155"/>
                  <a:pt x="10930" y="14887"/>
                  <a:pt x="10849" y="15557"/>
                </a:cubicBezTo>
                <a:lnTo>
                  <a:pt x="10851" y="15559"/>
                </a:lnTo>
                <a:cubicBezTo>
                  <a:pt x="10835" y="16574"/>
                  <a:pt x="10999" y="17459"/>
                  <a:pt x="11289" y="18261"/>
                </a:cubicBezTo>
                <a:cubicBezTo>
                  <a:pt x="11820" y="19722"/>
                  <a:pt x="12905" y="19782"/>
                  <a:pt x="13553" y="18513"/>
                </a:cubicBezTo>
                <a:cubicBezTo>
                  <a:pt x="14181" y="17279"/>
                  <a:pt x="14329" y="14647"/>
                  <a:pt x="13698" y="12972"/>
                </a:cubicBezTo>
                <a:cubicBezTo>
                  <a:pt x="13454" y="12330"/>
                  <a:pt x="13165" y="11766"/>
                  <a:pt x="12662" y="11751"/>
                </a:cubicBezTo>
              </a:path>
              <a:path w="21600" h="21600">
                <a:moveTo>
                  <a:pt x="12616" y="9647"/>
                </a:moveTo>
                <a:lnTo>
                  <a:pt x="12614" y="9650"/>
                </a:lnTo>
                <a:cubicBezTo>
                  <a:pt x="14425" y="9425"/>
                  <a:pt x="15733" y="11877"/>
                  <a:pt x="15691" y="15472"/>
                </a:cubicBezTo>
                <a:cubicBezTo>
                  <a:pt x="15641" y="19671"/>
                  <a:pt x="14438" y="21523"/>
                  <a:pt x="12355" y="21598"/>
                </a:cubicBezTo>
                <a:cubicBezTo>
                  <a:pt x="10365" y="21670"/>
                  <a:pt x="9252" y="18627"/>
                  <a:pt x="9296" y="15605"/>
                </a:cubicBezTo>
                <a:cubicBezTo>
                  <a:pt x="9344" y="12156"/>
                  <a:pt x="10577" y="9410"/>
                  <a:pt x="12616" y="9647"/>
                </a:cubicBezTo>
              </a:path>
              <a:path w="21600" h="21600">
                <a:moveTo>
                  <a:pt x="16245" y="9642"/>
                </a:moveTo>
                <a:cubicBezTo>
                  <a:pt x="16526" y="9652"/>
                  <a:pt x="16809" y="9722"/>
                  <a:pt x="17103" y="9725"/>
                </a:cubicBezTo>
                <a:cubicBezTo>
                  <a:pt x="17562" y="12474"/>
                  <a:pt x="18017" y="15196"/>
                  <a:pt x="18484" y="17994"/>
                </a:cubicBezTo>
                <a:lnTo>
                  <a:pt x="18484" y="17991"/>
                </a:lnTo>
                <a:cubicBezTo>
                  <a:pt x="18903" y="15509"/>
                  <a:pt x="19294" y="13149"/>
                  <a:pt x="19700" y="10799"/>
                </a:cubicBezTo>
                <a:cubicBezTo>
                  <a:pt x="19893" y="9680"/>
                  <a:pt x="19906" y="9680"/>
                  <a:pt x="20547" y="9668"/>
                </a:cubicBezTo>
                <a:cubicBezTo>
                  <a:pt x="20859" y="9662"/>
                  <a:pt x="21170" y="9695"/>
                  <a:pt x="21600" y="9713"/>
                </a:cubicBezTo>
                <a:cubicBezTo>
                  <a:pt x="20830" y="13714"/>
                  <a:pt x="20102" y="17492"/>
                  <a:pt x="19365" y="21328"/>
                </a:cubicBezTo>
                <a:lnTo>
                  <a:pt x="17478" y="21328"/>
                </a:lnTo>
                <a:cubicBezTo>
                  <a:pt x="16786" y="17519"/>
                  <a:pt x="16103" y="13759"/>
                  <a:pt x="15406" y="9920"/>
                </a:cubicBezTo>
                <a:cubicBezTo>
                  <a:pt x="15688" y="9683"/>
                  <a:pt x="15965" y="9633"/>
                  <a:pt x="16245" y="9642"/>
                </a:cubicBezTo>
              </a:path>
              <a:path w="21600" h="21600">
                <a:moveTo>
                  <a:pt x="10923" y="96"/>
                </a:moveTo>
                <a:cubicBezTo>
                  <a:pt x="11266" y="96"/>
                  <a:pt x="11608" y="96"/>
                  <a:pt x="11973" y="96"/>
                </a:cubicBezTo>
                <a:cubicBezTo>
                  <a:pt x="12034" y="1357"/>
                  <a:pt x="11672" y="2230"/>
                  <a:pt x="11490" y="3182"/>
                </a:cubicBezTo>
                <a:cubicBezTo>
                  <a:pt x="11139" y="5010"/>
                  <a:pt x="10735" y="6808"/>
                  <a:pt x="10312" y="8584"/>
                </a:cubicBezTo>
                <a:cubicBezTo>
                  <a:pt x="10098" y="9485"/>
                  <a:pt x="9813" y="10334"/>
                  <a:pt x="9516" y="11154"/>
                </a:cubicBezTo>
                <a:cubicBezTo>
                  <a:pt x="9299" y="11757"/>
                  <a:pt x="8953" y="12105"/>
                  <a:pt x="8554" y="12084"/>
                </a:cubicBezTo>
                <a:cubicBezTo>
                  <a:pt x="8022" y="12057"/>
                  <a:pt x="7484" y="12030"/>
                  <a:pt x="6963" y="11862"/>
                </a:cubicBezTo>
                <a:cubicBezTo>
                  <a:pt x="6052" y="11571"/>
                  <a:pt x="5161" y="12234"/>
                  <a:pt x="4675" y="13690"/>
                </a:cubicBezTo>
                <a:cubicBezTo>
                  <a:pt x="4310" y="14782"/>
                  <a:pt x="4382" y="16775"/>
                  <a:pt x="4836" y="17955"/>
                </a:cubicBezTo>
                <a:cubicBezTo>
                  <a:pt x="5135" y="18732"/>
                  <a:pt x="5577" y="19113"/>
                  <a:pt x="6058" y="19260"/>
                </a:cubicBezTo>
                <a:cubicBezTo>
                  <a:pt x="6393" y="19362"/>
                  <a:pt x="6744" y="19281"/>
                  <a:pt x="7179" y="19281"/>
                </a:cubicBezTo>
                <a:lnTo>
                  <a:pt x="7179" y="19278"/>
                </a:lnTo>
                <a:lnTo>
                  <a:pt x="7179" y="16745"/>
                </a:lnTo>
                <a:cubicBezTo>
                  <a:pt x="6898" y="16655"/>
                  <a:pt x="6620" y="16568"/>
                  <a:pt x="6288" y="16463"/>
                </a:cubicBezTo>
                <a:lnTo>
                  <a:pt x="6288" y="14440"/>
                </a:lnTo>
                <a:cubicBezTo>
                  <a:pt x="6852" y="14137"/>
                  <a:pt x="7787" y="14110"/>
                  <a:pt x="8632" y="14398"/>
                </a:cubicBezTo>
                <a:cubicBezTo>
                  <a:pt x="8640" y="15250"/>
                  <a:pt x="8653" y="16136"/>
                  <a:pt x="8657" y="17021"/>
                </a:cubicBezTo>
                <a:cubicBezTo>
                  <a:pt x="8661" y="18021"/>
                  <a:pt x="8652" y="19020"/>
                  <a:pt x="8660" y="20020"/>
                </a:cubicBezTo>
                <a:cubicBezTo>
                  <a:pt x="8665" y="20599"/>
                  <a:pt x="8555" y="20959"/>
                  <a:pt x="8232" y="21091"/>
                </a:cubicBezTo>
                <a:cubicBezTo>
                  <a:pt x="7063" y="21571"/>
                  <a:pt x="5891" y="21646"/>
                  <a:pt x="4739" y="21001"/>
                </a:cubicBezTo>
                <a:cubicBezTo>
                  <a:pt x="3711" y="20422"/>
                  <a:pt x="2943" y="18423"/>
                  <a:pt x="2856" y="16379"/>
                </a:cubicBezTo>
                <a:cubicBezTo>
                  <a:pt x="2687" y="12354"/>
                  <a:pt x="4116" y="9980"/>
                  <a:pt x="6098" y="9692"/>
                </a:cubicBezTo>
                <a:cubicBezTo>
                  <a:pt x="6551" y="9626"/>
                  <a:pt x="7011" y="9734"/>
                  <a:pt x="7465" y="9668"/>
                </a:cubicBezTo>
                <a:cubicBezTo>
                  <a:pt x="7750" y="9629"/>
                  <a:pt x="8051" y="9500"/>
                  <a:pt x="8306" y="9266"/>
                </a:cubicBezTo>
                <a:cubicBezTo>
                  <a:pt x="8813" y="8797"/>
                  <a:pt x="8916" y="8158"/>
                  <a:pt x="8684" y="7156"/>
                </a:cubicBezTo>
                <a:cubicBezTo>
                  <a:pt x="8259" y="5325"/>
                  <a:pt x="7819" y="3503"/>
                  <a:pt x="7391" y="1675"/>
                </a:cubicBezTo>
                <a:cubicBezTo>
                  <a:pt x="7288" y="1234"/>
                  <a:pt x="7101" y="808"/>
                  <a:pt x="7256" y="283"/>
                </a:cubicBezTo>
                <a:cubicBezTo>
                  <a:pt x="7306" y="229"/>
                  <a:pt x="7349" y="147"/>
                  <a:pt x="7398" y="136"/>
                </a:cubicBezTo>
                <a:cubicBezTo>
                  <a:pt x="8225" y="-32"/>
                  <a:pt x="8770" y="617"/>
                  <a:pt x="9033" y="2083"/>
                </a:cubicBezTo>
                <a:cubicBezTo>
                  <a:pt x="9178" y="2888"/>
                  <a:pt x="9313" y="3698"/>
                  <a:pt x="9466" y="4497"/>
                </a:cubicBezTo>
                <a:cubicBezTo>
                  <a:pt x="9507" y="4710"/>
                  <a:pt x="9594" y="4896"/>
                  <a:pt x="9708" y="5244"/>
                </a:cubicBezTo>
                <a:cubicBezTo>
                  <a:pt x="9808" y="4827"/>
                  <a:pt x="9887" y="4580"/>
                  <a:pt x="9927" y="4313"/>
                </a:cubicBezTo>
                <a:cubicBezTo>
                  <a:pt x="10098" y="3164"/>
                  <a:pt x="10263" y="2008"/>
                  <a:pt x="10413" y="850"/>
                </a:cubicBezTo>
                <a:cubicBezTo>
                  <a:pt x="10482" y="322"/>
                  <a:pt x="10645" y="93"/>
                  <a:pt x="10923" y="96"/>
                </a:cubicBezTo>
              </a:path>
              <a:path w="21600" h="21600">
                <a:moveTo>
                  <a:pt x="5390" y="28"/>
                </a:moveTo>
                <a:cubicBezTo>
                  <a:pt x="6245" y="-186"/>
                  <a:pt x="7063" y="833"/>
                  <a:pt x="7169" y="2666"/>
                </a:cubicBezTo>
                <a:cubicBezTo>
                  <a:pt x="7277" y="4529"/>
                  <a:pt x="7190" y="6429"/>
                  <a:pt x="7190" y="8398"/>
                </a:cubicBezTo>
                <a:lnTo>
                  <a:pt x="5779" y="8398"/>
                </a:lnTo>
                <a:cubicBezTo>
                  <a:pt x="5770" y="7789"/>
                  <a:pt x="5757" y="7210"/>
                  <a:pt x="5752" y="6627"/>
                </a:cubicBezTo>
                <a:cubicBezTo>
                  <a:pt x="5746" y="5628"/>
                  <a:pt x="5770" y="4626"/>
                  <a:pt x="5733" y="3629"/>
                </a:cubicBezTo>
                <a:cubicBezTo>
                  <a:pt x="5701" y="2771"/>
                  <a:pt x="5393" y="2221"/>
                  <a:pt x="5037" y="2224"/>
                </a:cubicBezTo>
                <a:cubicBezTo>
                  <a:pt x="4738" y="2227"/>
                  <a:pt x="4361" y="2939"/>
                  <a:pt x="4316" y="3638"/>
                </a:cubicBezTo>
                <a:cubicBezTo>
                  <a:pt x="4290" y="4034"/>
                  <a:pt x="4306" y="4436"/>
                  <a:pt x="4306" y="4836"/>
                </a:cubicBezTo>
                <a:cubicBezTo>
                  <a:pt x="4306" y="5979"/>
                  <a:pt x="4306" y="7120"/>
                  <a:pt x="4306" y="8371"/>
                </a:cubicBezTo>
                <a:lnTo>
                  <a:pt x="2857" y="8371"/>
                </a:lnTo>
                <a:cubicBezTo>
                  <a:pt x="2857" y="7015"/>
                  <a:pt x="2869" y="5724"/>
                  <a:pt x="2852" y="4436"/>
                </a:cubicBezTo>
                <a:cubicBezTo>
                  <a:pt x="2846" y="3947"/>
                  <a:pt x="2830" y="3419"/>
                  <a:pt x="2727" y="2984"/>
                </a:cubicBezTo>
                <a:cubicBezTo>
                  <a:pt x="2503" y="2038"/>
                  <a:pt x="1936" y="1942"/>
                  <a:pt x="1656" y="2825"/>
                </a:cubicBezTo>
                <a:cubicBezTo>
                  <a:pt x="1502" y="3308"/>
                  <a:pt x="1436" y="3944"/>
                  <a:pt x="1420" y="4518"/>
                </a:cubicBezTo>
                <a:cubicBezTo>
                  <a:pt x="1386" y="5757"/>
                  <a:pt x="1408" y="7006"/>
                  <a:pt x="1408" y="8365"/>
                </a:cubicBezTo>
                <a:lnTo>
                  <a:pt x="0" y="8365"/>
                </a:lnTo>
                <a:lnTo>
                  <a:pt x="0" y="298"/>
                </a:lnTo>
                <a:cubicBezTo>
                  <a:pt x="696" y="256"/>
                  <a:pt x="1168" y="458"/>
                  <a:pt x="1415" y="904"/>
                </a:cubicBezTo>
                <a:cubicBezTo>
                  <a:pt x="2429" y="-344"/>
                  <a:pt x="3223" y="-281"/>
                  <a:pt x="4121" y="1276"/>
                </a:cubicBezTo>
                <a:cubicBezTo>
                  <a:pt x="4260" y="1078"/>
                  <a:pt x="4401" y="868"/>
                  <a:pt x="4548" y="670"/>
                </a:cubicBezTo>
                <a:cubicBezTo>
                  <a:pt x="4816" y="308"/>
                  <a:pt x="5105" y="99"/>
                  <a:pt x="5390" y="28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  <p:sp>
        <p:nvSpPr>
          <p:cNvPr id="1048922" name="曲线"/>
          <p:cNvSpPr/>
          <p:nvPr/>
        </p:nvSpPr>
        <p:spPr>
          <a:xfrm rot="0">
            <a:off x="2053252" y="4160300"/>
            <a:ext cx="700128" cy="361561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4177" y="18904"/>
                </a:moveTo>
                <a:cubicBezTo>
                  <a:pt x="4368" y="18905"/>
                  <a:pt x="4519" y="19200"/>
                  <a:pt x="4518" y="19571"/>
                </a:cubicBezTo>
                <a:cubicBezTo>
                  <a:pt x="4516" y="19941"/>
                  <a:pt x="4364" y="20233"/>
                  <a:pt x="4173" y="20231"/>
                </a:cubicBezTo>
                <a:cubicBezTo>
                  <a:pt x="3982" y="20230"/>
                  <a:pt x="3831" y="19934"/>
                  <a:pt x="3832" y="19565"/>
                </a:cubicBezTo>
                <a:cubicBezTo>
                  <a:pt x="3833" y="19194"/>
                  <a:pt x="3984" y="18903"/>
                  <a:pt x="4177" y="18904"/>
                </a:cubicBezTo>
              </a:path>
              <a:path w="21600" h="21600">
                <a:moveTo>
                  <a:pt x="9041" y="18894"/>
                </a:moveTo>
                <a:cubicBezTo>
                  <a:pt x="9567" y="18880"/>
                  <a:pt x="10045" y="19699"/>
                  <a:pt x="10096" y="20704"/>
                </a:cubicBezTo>
                <a:cubicBezTo>
                  <a:pt x="10126" y="21274"/>
                  <a:pt x="9990" y="21576"/>
                  <a:pt x="9690" y="21591"/>
                </a:cubicBezTo>
                <a:cubicBezTo>
                  <a:pt x="9480" y="21601"/>
                  <a:pt x="9270" y="21593"/>
                  <a:pt x="9060" y="21593"/>
                </a:cubicBezTo>
                <a:lnTo>
                  <a:pt x="9060" y="21592"/>
                </a:lnTo>
                <a:cubicBezTo>
                  <a:pt x="8842" y="21592"/>
                  <a:pt x="8625" y="21602"/>
                  <a:pt x="8408" y="21589"/>
                </a:cubicBezTo>
                <a:cubicBezTo>
                  <a:pt x="8121" y="21573"/>
                  <a:pt x="7989" y="21271"/>
                  <a:pt x="8015" y="20718"/>
                </a:cubicBezTo>
                <a:cubicBezTo>
                  <a:pt x="8060" y="19728"/>
                  <a:pt x="8521" y="18908"/>
                  <a:pt x="9041" y="18894"/>
                </a:cubicBezTo>
              </a:path>
              <a:path w="21600" h="21600">
                <a:moveTo>
                  <a:pt x="1555" y="18300"/>
                </a:moveTo>
                <a:cubicBezTo>
                  <a:pt x="1844" y="18101"/>
                  <a:pt x="2058" y="18353"/>
                  <a:pt x="2073" y="18936"/>
                </a:cubicBezTo>
                <a:cubicBezTo>
                  <a:pt x="2091" y="19594"/>
                  <a:pt x="2088" y="20254"/>
                  <a:pt x="2077" y="20913"/>
                </a:cubicBezTo>
                <a:cubicBezTo>
                  <a:pt x="2071" y="21325"/>
                  <a:pt x="1923" y="21581"/>
                  <a:pt x="1732" y="21579"/>
                </a:cubicBezTo>
                <a:cubicBezTo>
                  <a:pt x="1542" y="21578"/>
                  <a:pt x="1407" y="21320"/>
                  <a:pt x="1389" y="20904"/>
                </a:cubicBezTo>
                <a:lnTo>
                  <a:pt x="1366" y="19988"/>
                </a:lnTo>
                <a:lnTo>
                  <a:pt x="1366" y="19987"/>
                </a:lnTo>
                <a:lnTo>
                  <a:pt x="1366" y="19987"/>
                </a:lnTo>
                <a:lnTo>
                  <a:pt x="1366" y="19988"/>
                </a:lnTo>
                <a:lnTo>
                  <a:pt x="1068" y="20405"/>
                </a:lnTo>
                <a:cubicBezTo>
                  <a:pt x="923" y="20678"/>
                  <a:pt x="788" y="20971"/>
                  <a:pt x="652" y="21261"/>
                </a:cubicBezTo>
                <a:cubicBezTo>
                  <a:pt x="548" y="21483"/>
                  <a:pt x="432" y="21630"/>
                  <a:pt x="270" y="21551"/>
                </a:cubicBezTo>
                <a:cubicBezTo>
                  <a:pt x="19" y="21427"/>
                  <a:pt x="-82" y="20906"/>
                  <a:pt x="75" y="20489"/>
                </a:cubicBezTo>
                <a:cubicBezTo>
                  <a:pt x="352" y="19756"/>
                  <a:pt x="693" y="19152"/>
                  <a:pt x="1102" y="18704"/>
                </a:cubicBezTo>
                <a:cubicBezTo>
                  <a:pt x="1246" y="18547"/>
                  <a:pt x="1399" y="18408"/>
                  <a:pt x="1555" y="18300"/>
                </a:cubicBezTo>
              </a:path>
              <a:path w="21600" h="21600">
                <a:moveTo>
                  <a:pt x="20038" y="18295"/>
                </a:moveTo>
                <a:cubicBezTo>
                  <a:pt x="20541" y="18637"/>
                  <a:pt x="20962" y="19217"/>
                  <a:pt x="21313" y="19992"/>
                </a:cubicBezTo>
                <a:cubicBezTo>
                  <a:pt x="21376" y="20128"/>
                  <a:pt x="21436" y="20268"/>
                  <a:pt x="21494" y="20412"/>
                </a:cubicBezTo>
                <a:cubicBezTo>
                  <a:pt x="21643" y="20779"/>
                  <a:pt x="21633" y="21162"/>
                  <a:pt x="21469" y="21416"/>
                </a:cubicBezTo>
                <a:cubicBezTo>
                  <a:pt x="21304" y="21672"/>
                  <a:pt x="21114" y="21616"/>
                  <a:pt x="20952" y="21271"/>
                </a:cubicBezTo>
                <a:cubicBezTo>
                  <a:pt x="20810" y="20971"/>
                  <a:pt x="20669" y="20669"/>
                  <a:pt x="20520" y="20384"/>
                </a:cubicBezTo>
                <a:cubicBezTo>
                  <a:pt x="20451" y="20252"/>
                  <a:pt x="20364" y="20157"/>
                  <a:pt x="20284" y="20046"/>
                </a:cubicBezTo>
                <a:cubicBezTo>
                  <a:pt x="20260" y="20065"/>
                  <a:pt x="20235" y="20084"/>
                  <a:pt x="20211" y="20105"/>
                </a:cubicBezTo>
                <a:lnTo>
                  <a:pt x="20211" y="20103"/>
                </a:lnTo>
                <a:cubicBezTo>
                  <a:pt x="20211" y="20365"/>
                  <a:pt x="20214" y="20628"/>
                  <a:pt x="20210" y="20889"/>
                </a:cubicBezTo>
                <a:cubicBezTo>
                  <a:pt x="20204" y="21196"/>
                  <a:pt x="20136" y="21430"/>
                  <a:pt x="19980" y="21541"/>
                </a:cubicBezTo>
                <a:cubicBezTo>
                  <a:pt x="19767" y="21691"/>
                  <a:pt x="19538" y="21430"/>
                  <a:pt x="19526" y="20969"/>
                </a:cubicBezTo>
                <a:cubicBezTo>
                  <a:pt x="19509" y="20284"/>
                  <a:pt x="19508" y="19594"/>
                  <a:pt x="19527" y="18909"/>
                </a:cubicBezTo>
                <a:cubicBezTo>
                  <a:pt x="19544" y="18351"/>
                  <a:pt x="19759" y="18105"/>
                  <a:pt x="20038" y="18295"/>
                </a:cubicBezTo>
              </a:path>
              <a:path w="21600" h="21600">
                <a:moveTo>
                  <a:pt x="8728" y="13518"/>
                </a:moveTo>
                <a:cubicBezTo>
                  <a:pt x="10855" y="13166"/>
                  <a:pt x="12581" y="16150"/>
                  <a:pt x="12850" y="19840"/>
                </a:cubicBezTo>
                <a:cubicBezTo>
                  <a:pt x="12875" y="20187"/>
                  <a:pt x="12890" y="20540"/>
                  <a:pt x="12886" y="20889"/>
                </a:cubicBezTo>
                <a:cubicBezTo>
                  <a:pt x="12881" y="21329"/>
                  <a:pt x="12757" y="21576"/>
                  <a:pt x="12532" y="21585"/>
                </a:cubicBezTo>
                <a:cubicBezTo>
                  <a:pt x="12074" y="21604"/>
                  <a:pt x="11616" y="21605"/>
                  <a:pt x="11159" y="21585"/>
                </a:cubicBezTo>
                <a:cubicBezTo>
                  <a:pt x="10920" y="21575"/>
                  <a:pt x="10816" y="21331"/>
                  <a:pt x="10799" y="20807"/>
                </a:cubicBezTo>
                <a:cubicBezTo>
                  <a:pt x="10772" y="19977"/>
                  <a:pt x="10632" y="19228"/>
                  <a:pt x="10332" y="18633"/>
                </a:cubicBezTo>
                <a:cubicBezTo>
                  <a:pt x="9818" y="17616"/>
                  <a:pt x="9195" y="17279"/>
                  <a:pt x="8497" y="17740"/>
                </a:cubicBezTo>
                <a:cubicBezTo>
                  <a:pt x="7789" y="18207"/>
                  <a:pt x="7411" y="19230"/>
                  <a:pt x="7319" y="20657"/>
                </a:cubicBezTo>
                <a:cubicBezTo>
                  <a:pt x="7312" y="20768"/>
                  <a:pt x="7315" y="20883"/>
                  <a:pt x="7305" y="20992"/>
                </a:cubicBezTo>
                <a:cubicBezTo>
                  <a:pt x="7274" y="21355"/>
                  <a:pt x="7141" y="21583"/>
                  <a:pt x="6965" y="21583"/>
                </a:cubicBezTo>
                <a:cubicBezTo>
                  <a:pt x="6781" y="21583"/>
                  <a:pt x="6636" y="21336"/>
                  <a:pt x="6623" y="20951"/>
                </a:cubicBezTo>
                <a:cubicBezTo>
                  <a:pt x="6603" y="20367"/>
                  <a:pt x="6662" y="19799"/>
                  <a:pt x="6771" y="19259"/>
                </a:cubicBezTo>
                <a:cubicBezTo>
                  <a:pt x="7364" y="16303"/>
                  <a:pt x="9176" y="15273"/>
                  <a:pt x="10504" y="17129"/>
                </a:cubicBezTo>
                <a:cubicBezTo>
                  <a:pt x="10707" y="17414"/>
                  <a:pt x="10712" y="17414"/>
                  <a:pt x="10885" y="17086"/>
                </a:cubicBezTo>
                <a:cubicBezTo>
                  <a:pt x="10968" y="16929"/>
                  <a:pt x="11047" y="16765"/>
                  <a:pt x="11126" y="16600"/>
                </a:cubicBezTo>
                <a:cubicBezTo>
                  <a:pt x="11140" y="16572"/>
                  <a:pt x="11142" y="16524"/>
                  <a:pt x="11157" y="16453"/>
                </a:cubicBezTo>
                <a:lnTo>
                  <a:pt x="11156" y="16452"/>
                </a:lnTo>
                <a:cubicBezTo>
                  <a:pt x="11116" y="16371"/>
                  <a:pt x="11075" y="16273"/>
                  <a:pt x="11027" y="16195"/>
                </a:cubicBezTo>
                <a:cubicBezTo>
                  <a:pt x="9834" y="14273"/>
                  <a:pt x="7994" y="14440"/>
                  <a:pt x="6884" y="16544"/>
                </a:cubicBezTo>
                <a:cubicBezTo>
                  <a:pt x="6271" y="17706"/>
                  <a:pt x="5961" y="19108"/>
                  <a:pt x="5919" y="20752"/>
                </a:cubicBezTo>
                <a:cubicBezTo>
                  <a:pt x="5916" y="20864"/>
                  <a:pt x="5914" y="20979"/>
                  <a:pt x="5900" y="21086"/>
                </a:cubicBezTo>
                <a:cubicBezTo>
                  <a:pt x="5858" y="21395"/>
                  <a:pt x="5723" y="21588"/>
                  <a:pt x="5563" y="21583"/>
                </a:cubicBezTo>
                <a:cubicBezTo>
                  <a:pt x="5403" y="21577"/>
                  <a:pt x="5265" y="21379"/>
                  <a:pt x="5239" y="21062"/>
                </a:cubicBezTo>
                <a:cubicBezTo>
                  <a:pt x="5218" y="20815"/>
                  <a:pt x="5218" y="20556"/>
                  <a:pt x="5229" y="20306"/>
                </a:cubicBezTo>
                <a:cubicBezTo>
                  <a:pt x="5394" y="16691"/>
                  <a:pt x="6851" y="13828"/>
                  <a:pt x="8728" y="13518"/>
                </a:cubicBezTo>
              </a:path>
              <a:path w="21600" h="21600">
                <a:moveTo>
                  <a:pt x="2878" y="10796"/>
                </a:moveTo>
                <a:cubicBezTo>
                  <a:pt x="2979" y="10797"/>
                  <a:pt x="3081" y="10819"/>
                  <a:pt x="3179" y="10864"/>
                </a:cubicBezTo>
                <a:cubicBezTo>
                  <a:pt x="3375" y="10954"/>
                  <a:pt x="3489" y="11260"/>
                  <a:pt x="3465" y="11594"/>
                </a:cubicBezTo>
                <a:cubicBezTo>
                  <a:pt x="3440" y="11949"/>
                  <a:pt x="3280" y="12193"/>
                  <a:pt x="3075" y="12183"/>
                </a:cubicBezTo>
                <a:cubicBezTo>
                  <a:pt x="3039" y="12182"/>
                  <a:pt x="3003" y="12170"/>
                  <a:pt x="2918" y="12152"/>
                </a:cubicBezTo>
                <a:lnTo>
                  <a:pt x="2918" y="12153"/>
                </a:lnTo>
                <a:cubicBezTo>
                  <a:pt x="2613" y="12150"/>
                  <a:pt x="2278" y="12322"/>
                  <a:pt x="1950" y="12557"/>
                </a:cubicBezTo>
                <a:cubicBezTo>
                  <a:pt x="1832" y="12641"/>
                  <a:pt x="1831" y="12807"/>
                  <a:pt x="1857" y="13003"/>
                </a:cubicBezTo>
                <a:cubicBezTo>
                  <a:pt x="1947" y="13673"/>
                  <a:pt x="2065" y="14319"/>
                  <a:pt x="2275" y="14889"/>
                </a:cubicBezTo>
                <a:cubicBezTo>
                  <a:pt x="2309" y="14980"/>
                  <a:pt x="2347" y="15068"/>
                  <a:pt x="2375" y="15165"/>
                </a:cubicBezTo>
                <a:cubicBezTo>
                  <a:pt x="2465" y="15479"/>
                  <a:pt x="2433" y="15833"/>
                  <a:pt x="2298" y="16039"/>
                </a:cubicBezTo>
                <a:cubicBezTo>
                  <a:pt x="2156" y="16255"/>
                  <a:pt x="1950" y="16246"/>
                  <a:pt x="1828" y="15957"/>
                </a:cubicBezTo>
                <a:cubicBezTo>
                  <a:pt x="1686" y="15623"/>
                  <a:pt x="1554" y="15263"/>
                  <a:pt x="1448" y="14884"/>
                </a:cubicBezTo>
                <a:cubicBezTo>
                  <a:pt x="1228" y="14098"/>
                  <a:pt x="1113" y="13240"/>
                  <a:pt x="1049" y="12359"/>
                </a:cubicBezTo>
                <a:cubicBezTo>
                  <a:pt x="1022" y="11989"/>
                  <a:pt x="1088" y="11699"/>
                  <a:pt x="1262" y="11564"/>
                </a:cubicBezTo>
                <a:cubicBezTo>
                  <a:pt x="1781" y="11162"/>
                  <a:pt x="2306" y="10785"/>
                  <a:pt x="2878" y="10796"/>
                </a:cubicBezTo>
              </a:path>
              <a:path w="21600" h="21600">
                <a:moveTo>
                  <a:pt x="9063" y="10753"/>
                </a:moveTo>
                <a:lnTo>
                  <a:pt x="10936" y="11450"/>
                </a:lnTo>
                <a:cubicBezTo>
                  <a:pt x="12687" y="12778"/>
                  <a:pt x="14003" y="15873"/>
                  <a:pt x="14244" y="19660"/>
                </a:cubicBezTo>
                <a:cubicBezTo>
                  <a:pt x="14267" y="20022"/>
                  <a:pt x="14282" y="20387"/>
                  <a:pt x="14283" y="20752"/>
                </a:cubicBezTo>
                <a:cubicBezTo>
                  <a:pt x="14285" y="21288"/>
                  <a:pt x="14150" y="21590"/>
                  <a:pt x="13931" y="21581"/>
                </a:cubicBezTo>
                <a:cubicBezTo>
                  <a:pt x="13720" y="21573"/>
                  <a:pt x="13596" y="21286"/>
                  <a:pt x="13589" y="20769"/>
                </a:cubicBezTo>
                <a:cubicBezTo>
                  <a:pt x="13568" y="19234"/>
                  <a:pt x="13369" y="17791"/>
                  <a:pt x="12960" y="16476"/>
                </a:cubicBezTo>
                <a:cubicBezTo>
                  <a:pt x="12196" y="14023"/>
                  <a:pt x="11071" y="12602"/>
                  <a:pt x="9605" y="12226"/>
                </a:cubicBezTo>
                <a:cubicBezTo>
                  <a:pt x="8368" y="11910"/>
                  <a:pt x="7255" y="12551"/>
                  <a:pt x="6274" y="14006"/>
                </a:cubicBezTo>
                <a:cubicBezTo>
                  <a:pt x="5721" y="14826"/>
                  <a:pt x="5277" y="15846"/>
                  <a:pt x="4986" y="17092"/>
                </a:cubicBezTo>
                <a:cubicBezTo>
                  <a:pt x="4938" y="17297"/>
                  <a:pt x="4889" y="17503"/>
                  <a:pt x="4831" y="17696"/>
                </a:cubicBezTo>
                <a:cubicBezTo>
                  <a:pt x="4731" y="18026"/>
                  <a:pt x="4552" y="18142"/>
                  <a:pt x="4384" y="18003"/>
                </a:cubicBezTo>
                <a:cubicBezTo>
                  <a:pt x="4222" y="17870"/>
                  <a:pt x="4130" y="17507"/>
                  <a:pt x="4212" y="17156"/>
                </a:cubicBezTo>
                <a:cubicBezTo>
                  <a:pt x="4359" y="16530"/>
                  <a:pt x="4506" y="15894"/>
                  <a:pt x="4703" y="15327"/>
                </a:cubicBezTo>
                <a:cubicBezTo>
                  <a:pt x="5544" y="12909"/>
                  <a:pt x="6715" y="11443"/>
                  <a:pt x="8199" y="10936"/>
                </a:cubicBezTo>
              </a:path>
              <a:path w="21600" h="21600">
                <a:moveTo>
                  <a:pt x="9063" y="10752"/>
                </a:moveTo>
                <a:lnTo>
                  <a:pt x="9063" y="10752"/>
                </a:lnTo>
                <a:lnTo>
                  <a:pt x="9063" y="10753"/>
                </a:lnTo>
              </a:path>
              <a:path w="21600" h="21600">
                <a:moveTo>
                  <a:pt x="18385" y="10106"/>
                </a:moveTo>
                <a:lnTo>
                  <a:pt x="18386" y="10108"/>
                </a:lnTo>
                <a:cubicBezTo>
                  <a:pt x="18773" y="10132"/>
                  <a:pt x="19104" y="10282"/>
                  <a:pt x="19428" y="10493"/>
                </a:cubicBezTo>
                <a:cubicBezTo>
                  <a:pt x="19600" y="10605"/>
                  <a:pt x="19774" y="10709"/>
                  <a:pt x="19941" y="10842"/>
                </a:cubicBezTo>
                <a:cubicBezTo>
                  <a:pt x="20143" y="11003"/>
                  <a:pt x="20232" y="11277"/>
                  <a:pt x="20202" y="11667"/>
                </a:cubicBezTo>
                <a:cubicBezTo>
                  <a:pt x="20109" y="12890"/>
                  <a:pt x="19927" y="14051"/>
                  <a:pt x="19527" y="15046"/>
                </a:cubicBezTo>
                <a:cubicBezTo>
                  <a:pt x="19500" y="15112"/>
                  <a:pt x="19475" y="15181"/>
                  <a:pt x="19445" y="15243"/>
                </a:cubicBezTo>
                <a:cubicBezTo>
                  <a:pt x="19304" y="15539"/>
                  <a:pt x="19108" y="15587"/>
                  <a:pt x="18958" y="15366"/>
                </a:cubicBezTo>
                <a:cubicBezTo>
                  <a:pt x="18810" y="15149"/>
                  <a:pt x="18772" y="14750"/>
                  <a:pt x="18897" y="14426"/>
                </a:cubicBezTo>
                <a:cubicBezTo>
                  <a:pt x="19123" y="13843"/>
                  <a:pt x="19270" y="13193"/>
                  <a:pt x="19370" y="12498"/>
                </a:cubicBezTo>
                <a:cubicBezTo>
                  <a:pt x="19441" y="12004"/>
                  <a:pt x="19429" y="11955"/>
                  <a:pt x="19181" y="11799"/>
                </a:cubicBezTo>
                <a:cubicBezTo>
                  <a:pt x="18856" y="11594"/>
                  <a:pt x="18529" y="11430"/>
                  <a:pt x="18179" y="11502"/>
                </a:cubicBezTo>
                <a:cubicBezTo>
                  <a:pt x="17975" y="11545"/>
                  <a:pt x="17812" y="11284"/>
                  <a:pt x="17784" y="10931"/>
                </a:cubicBezTo>
                <a:cubicBezTo>
                  <a:pt x="17755" y="10584"/>
                  <a:pt x="17874" y="10272"/>
                  <a:pt x="18083" y="10181"/>
                </a:cubicBezTo>
                <a:cubicBezTo>
                  <a:pt x="18196" y="10133"/>
                  <a:pt x="18312" y="10123"/>
                  <a:pt x="18385" y="10106"/>
                </a:cubicBezTo>
              </a:path>
              <a:path w="21600" h="21600">
                <a:moveTo>
                  <a:pt x="13586" y="8109"/>
                </a:moveTo>
                <a:cubicBezTo>
                  <a:pt x="13839" y="8104"/>
                  <a:pt x="14094" y="8139"/>
                  <a:pt x="14344" y="8217"/>
                </a:cubicBezTo>
                <a:cubicBezTo>
                  <a:pt x="15145" y="8465"/>
                  <a:pt x="15848" y="9129"/>
                  <a:pt x="16463" y="10152"/>
                </a:cubicBezTo>
                <a:cubicBezTo>
                  <a:pt x="17304" y="11550"/>
                  <a:pt x="17875" y="13307"/>
                  <a:pt x="18271" y="15288"/>
                </a:cubicBezTo>
                <a:cubicBezTo>
                  <a:pt x="18609" y="16978"/>
                  <a:pt x="18793" y="18736"/>
                  <a:pt x="18818" y="20552"/>
                </a:cubicBezTo>
                <a:cubicBezTo>
                  <a:pt x="18819" y="20636"/>
                  <a:pt x="18819" y="20721"/>
                  <a:pt x="18817" y="20805"/>
                </a:cubicBezTo>
                <a:cubicBezTo>
                  <a:pt x="18806" y="21319"/>
                  <a:pt x="18696" y="21560"/>
                  <a:pt x="18432" y="21581"/>
                </a:cubicBezTo>
                <a:cubicBezTo>
                  <a:pt x="18156" y="21603"/>
                  <a:pt x="17880" y="21586"/>
                  <a:pt x="17604" y="21586"/>
                </a:cubicBezTo>
                <a:lnTo>
                  <a:pt x="17604" y="21595"/>
                </a:lnTo>
                <a:cubicBezTo>
                  <a:pt x="17365" y="21595"/>
                  <a:pt x="17125" y="21599"/>
                  <a:pt x="16886" y="21594"/>
                </a:cubicBezTo>
                <a:cubicBezTo>
                  <a:pt x="16541" y="21586"/>
                  <a:pt x="16427" y="21370"/>
                  <a:pt x="16420" y="20713"/>
                </a:cubicBezTo>
                <a:cubicBezTo>
                  <a:pt x="16401" y="18721"/>
                  <a:pt x="16203" y="16806"/>
                  <a:pt x="15770" y="14992"/>
                </a:cubicBezTo>
                <a:cubicBezTo>
                  <a:pt x="15471" y="13733"/>
                  <a:pt x="15080" y="12590"/>
                  <a:pt x="14611" y="11540"/>
                </a:cubicBezTo>
                <a:cubicBezTo>
                  <a:pt x="14259" y="10748"/>
                  <a:pt x="13859" y="10061"/>
                  <a:pt x="13440" y="9405"/>
                </a:cubicBezTo>
                <a:cubicBezTo>
                  <a:pt x="13361" y="9280"/>
                  <a:pt x="13288" y="9091"/>
                  <a:pt x="13259" y="8904"/>
                </a:cubicBezTo>
                <a:cubicBezTo>
                  <a:pt x="13196" y="8501"/>
                  <a:pt x="13350" y="8114"/>
                  <a:pt x="13586" y="8109"/>
                </a:cubicBezTo>
              </a:path>
              <a:path w="21600" h="21600">
                <a:moveTo>
                  <a:pt x="9280" y="8064"/>
                </a:moveTo>
                <a:cubicBezTo>
                  <a:pt x="10187" y="8121"/>
                  <a:pt x="11085" y="8566"/>
                  <a:pt x="11965" y="9420"/>
                </a:cubicBezTo>
                <a:cubicBezTo>
                  <a:pt x="14039" y="11434"/>
                  <a:pt x="15260" y="14735"/>
                  <a:pt x="15623" y="19193"/>
                </a:cubicBezTo>
                <a:cubicBezTo>
                  <a:pt x="15659" y="19636"/>
                  <a:pt x="15667" y="20088"/>
                  <a:pt x="15688" y="20535"/>
                </a:cubicBezTo>
                <a:cubicBezTo>
                  <a:pt x="15685" y="20535"/>
                  <a:pt x="15683" y="20536"/>
                  <a:pt x="15680" y="20537"/>
                </a:cubicBezTo>
                <a:lnTo>
                  <a:pt x="15680" y="20536"/>
                </a:lnTo>
                <a:cubicBezTo>
                  <a:pt x="15680" y="20620"/>
                  <a:pt x="15681" y="20705"/>
                  <a:pt x="15680" y="20789"/>
                </a:cubicBezTo>
                <a:cubicBezTo>
                  <a:pt x="15670" y="21293"/>
                  <a:pt x="15540" y="21586"/>
                  <a:pt x="15327" y="21581"/>
                </a:cubicBezTo>
                <a:cubicBezTo>
                  <a:pt x="15123" y="21576"/>
                  <a:pt x="14998" y="21296"/>
                  <a:pt x="14983" y="20814"/>
                </a:cubicBezTo>
                <a:cubicBezTo>
                  <a:pt x="14971" y="20450"/>
                  <a:pt x="14962" y="20085"/>
                  <a:pt x="14943" y="19722"/>
                </a:cubicBezTo>
                <a:cubicBezTo>
                  <a:pt x="14819" y="17387"/>
                  <a:pt x="14366" y="15319"/>
                  <a:pt x="13583" y="13530"/>
                </a:cubicBezTo>
                <a:cubicBezTo>
                  <a:pt x="12602" y="11289"/>
                  <a:pt x="11352" y="9951"/>
                  <a:pt x="9851" y="9567"/>
                </a:cubicBezTo>
                <a:cubicBezTo>
                  <a:pt x="8070" y="9112"/>
                  <a:pt x="6486" y="10031"/>
                  <a:pt x="5117" y="12296"/>
                </a:cubicBezTo>
                <a:cubicBezTo>
                  <a:pt x="5007" y="12479"/>
                  <a:pt x="4901" y="12672"/>
                  <a:pt x="4791" y="12856"/>
                </a:cubicBezTo>
                <a:cubicBezTo>
                  <a:pt x="4626" y="13137"/>
                  <a:pt x="4414" y="13150"/>
                  <a:pt x="4282" y="12892"/>
                </a:cubicBezTo>
                <a:cubicBezTo>
                  <a:pt x="4141" y="12616"/>
                  <a:pt x="4146" y="12248"/>
                  <a:pt x="4309" y="11917"/>
                </a:cubicBezTo>
                <a:cubicBezTo>
                  <a:pt x="4941" y="10636"/>
                  <a:pt x="5687" y="9677"/>
                  <a:pt x="6537" y="9032"/>
                </a:cubicBezTo>
                <a:cubicBezTo>
                  <a:pt x="7456" y="8336"/>
                  <a:pt x="8373" y="8006"/>
                  <a:pt x="9280" y="8064"/>
                </a:cubicBezTo>
              </a:path>
              <a:path w="21600" h="21600">
                <a:moveTo>
                  <a:pt x="15688" y="2719"/>
                </a:moveTo>
                <a:cubicBezTo>
                  <a:pt x="15907" y="2655"/>
                  <a:pt x="16048" y="2820"/>
                  <a:pt x="16127" y="3234"/>
                </a:cubicBezTo>
                <a:cubicBezTo>
                  <a:pt x="16282" y="4042"/>
                  <a:pt x="16375" y="4876"/>
                  <a:pt x="16381" y="5900"/>
                </a:cubicBezTo>
                <a:cubicBezTo>
                  <a:pt x="16371" y="6065"/>
                  <a:pt x="16358" y="6386"/>
                  <a:pt x="16331" y="6703"/>
                </a:cubicBezTo>
                <a:cubicBezTo>
                  <a:pt x="16289" y="7183"/>
                  <a:pt x="16122" y="7453"/>
                  <a:pt x="15921" y="7392"/>
                </a:cubicBezTo>
                <a:cubicBezTo>
                  <a:pt x="15727" y="7332"/>
                  <a:pt x="15608" y="7014"/>
                  <a:pt x="15644" y="6529"/>
                </a:cubicBezTo>
                <a:cubicBezTo>
                  <a:pt x="15691" y="5904"/>
                  <a:pt x="15662" y="5298"/>
                  <a:pt x="15590" y="4693"/>
                </a:cubicBezTo>
                <a:cubicBezTo>
                  <a:pt x="15536" y="4240"/>
                  <a:pt x="15501" y="4180"/>
                  <a:pt x="15280" y="4363"/>
                </a:cubicBezTo>
                <a:cubicBezTo>
                  <a:pt x="15049" y="4554"/>
                  <a:pt x="14834" y="4818"/>
                  <a:pt x="14614" y="5056"/>
                </a:cubicBezTo>
                <a:cubicBezTo>
                  <a:pt x="14545" y="5131"/>
                  <a:pt x="14486" y="5243"/>
                  <a:pt x="14415" y="5308"/>
                </a:cubicBezTo>
                <a:cubicBezTo>
                  <a:pt x="14276" y="5435"/>
                  <a:pt x="14134" y="5377"/>
                  <a:pt x="14036" y="5177"/>
                </a:cubicBezTo>
                <a:cubicBezTo>
                  <a:pt x="13934" y="4971"/>
                  <a:pt x="13907" y="4653"/>
                  <a:pt x="13985" y="4398"/>
                </a:cubicBezTo>
                <a:cubicBezTo>
                  <a:pt x="14025" y="4268"/>
                  <a:pt x="14081" y="4150"/>
                  <a:pt x="14140" y="4050"/>
                </a:cubicBezTo>
                <a:cubicBezTo>
                  <a:pt x="14584" y="3294"/>
                  <a:pt x="15110" y="2889"/>
                  <a:pt x="15688" y="2719"/>
                </a:cubicBezTo>
              </a:path>
              <a:path w="21600" h="21600">
                <a:moveTo>
                  <a:pt x="4506" y="2716"/>
                </a:moveTo>
                <a:cubicBezTo>
                  <a:pt x="5060" y="2882"/>
                  <a:pt x="5573" y="3245"/>
                  <a:pt x="6009" y="3950"/>
                </a:cubicBezTo>
                <a:cubicBezTo>
                  <a:pt x="6070" y="4048"/>
                  <a:pt x="6130" y="4155"/>
                  <a:pt x="6178" y="4275"/>
                </a:cubicBezTo>
                <a:cubicBezTo>
                  <a:pt x="6290" y="4553"/>
                  <a:pt x="6283" y="4867"/>
                  <a:pt x="6168" y="5121"/>
                </a:cubicBezTo>
                <a:cubicBezTo>
                  <a:pt x="6051" y="5381"/>
                  <a:pt x="5896" y="5441"/>
                  <a:pt x="5738" y="5258"/>
                </a:cubicBezTo>
                <a:cubicBezTo>
                  <a:pt x="5633" y="5136"/>
                  <a:pt x="5547" y="4950"/>
                  <a:pt x="5439" y="4841"/>
                </a:cubicBezTo>
                <a:cubicBezTo>
                  <a:pt x="5241" y="4641"/>
                  <a:pt x="5035" y="4470"/>
                  <a:pt x="4829" y="4303"/>
                </a:cubicBezTo>
                <a:cubicBezTo>
                  <a:pt x="4729" y="4222"/>
                  <a:pt x="4662" y="4303"/>
                  <a:pt x="4637" y="4513"/>
                </a:cubicBezTo>
                <a:cubicBezTo>
                  <a:pt x="4569" y="5088"/>
                  <a:pt x="4502" y="5663"/>
                  <a:pt x="4546" y="6260"/>
                </a:cubicBezTo>
                <a:cubicBezTo>
                  <a:pt x="4559" y="6426"/>
                  <a:pt x="4568" y="6597"/>
                  <a:pt x="4563" y="6763"/>
                </a:cubicBezTo>
                <a:cubicBezTo>
                  <a:pt x="4551" y="7113"/>
                  <a:pt x="4431" y="7359"/>
                  <a:pt x="4270" y="7397"/>
                </a:cubicBezTo>
                <a:cubicBezTo>
                  <a:pt x="4113" y="7432"/>
                  <a:pt x="3944" y="7246"/>
                  <a:pt x="3904" y="6923"/>
                </a:cubicBezTo>
                <a:cubicBezTo>
                  <a:pt x="3855" y="6531"/>
                  <a:pt x="3836" y="6124"/>
                  <a:pt x="3805" y="5724"/>
                </a:cubicBezTo>
                <a:lnTo>
                  <a:pt x="3805" y="5722"/>
                </a:lnTo>
                <a:cubicBezTo>
                  <a:pt x="3823" y="4847"/>
                  <a:pt x="3928" y="4018"/>
                  <a:pt x="4082" y="3211"/>
                </a:cubicBezTo>
                <a:cubicBezTo>
                  <a:pt x="4157" y="2818"/>
                  <a:pt x="4298" y="2654"/>
                  <a:pt x="4506" y="2716"/>
                </a:cubicBezTo>
              </a:path>
              <a:path w="21600" h="21600">
                <a:moveTo>
                  <a:pt x="9997" y="185"/>
                </a:moveTo>
                <a:cubicBezTo>
                  <a:pt x="10460" y="874"/>
                  <a:pt x="10824" y="1716"/>
                  <a:pt x="11054" y="2763"/>
                </a:cubicBezTo>
                <a:cubicBezTo>
                  <a:pt x="11096" y="2954"/>
                  <a:pt x="11123" y="3158"/>
                  <a:pt x="11143" y="3274"/>
                </a:cubicBezTo>
                <a:lnTo>
                  <a:pt x="11142" y="3274"/>
                </a:lnTo>
                <a:cubicBezTo>
                  <a:pt x="11138" y="3662"/>
                  <a:pt x="11045" y="3902"/>
                  <a:pt x="10897" y="3995"/>
                </a:cubicBezTo>
                <a:cubicBezTo>
                  <a:pt x="10755" y="4085"/>
                  <a:pt x="10600" y="3988"/>
                  <a:pt x="10515" y="3736"/>
                </a:cubicBezTo>
                <a:cubicBezTo>
                  <a:pt x="10475" y="3621"/>
                  <a:pt x="10450" y="3486"/>
                  <a:pt x="10421" y="3357"/>
                </a:cubicBezTo>
                <a:cubicBezTo>
                  <a:pt x="10300" y="2823"/>
                  <a:pt x="10135" y="2350"/>
                  <a:pt x="9917" y="1947"/>
                </a:cubicBezTo>
                <a:cubicBezTo>
                  <a:pt x="9765" y="1668"/>
                  <a:pt x="9743" y="1665"/>
                  <a:pt x="9597" y="1934"/>
                </a:cubicBezTo>
                <a:cubicBezTo>
                  <a:pt x="9379" y="2336"/>
                  <a:pt x="9205" y="2798"/>
                  <a:pt x="9089" y="3339"/>
                </a:cubicBezTo>
                <a:cubicBezTo>
                  <a:pt x="9070" y="3430"/>
                  <a:pt x="9053" y="3523"/>
                  <a:pt x="9030" y="3610"/>
                </a:cubicBezTo>
                <a:cubicBezTo>
                  <a:pt x="8939" y="3959"/>
                  <a:pt x="8769" y="4106"/>
                  <a:pt x="8599" y="3988"/>
                </a:cubicBezTo>
                <a:cubicBezTo>
                  <a:pt x="8415" y="3859"/>
                  <a:pt x="8313" y="3522"/>
                  <a:pt x="8387" y="3140"/>
                </a:cubicBezTo>
                <a:cubicBezTo>
                  <a:pt x="8475" y="2683"/>
                  <a:pt x="8583" y="2231"/>
                  <a:pt x="8716" y="1817"/>
                </a:cubicBezTo>
                <a:cubicBezTo>
                  <a:pt x="8920" y="1181"/>
                  <a:pt x="9194" y="655"/>
                  <a:pt x="9501" y="197"/>
                </a:cubicBezTo>
                <a:cubicBezTo>
                  <a:pt x="9674" y="-59"/>
                  <a:pt x="9827" y="-67"/>
                  <a:pt x="9997" y="185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  <p:sp>
        <p:nvSpPr>
          <p:cNvPr id="1048923" name="曲线"/>
          <p:cNvSpPr/>
          <p:nvPr/>
        </p:nvSpPr>
        <p:spPr>
          <a:xfrm rot="0">
            <a:off x="2128000" y="1683595"/>
            <a:ext cx="550632" cy="47806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3265" y="13596"/>
                </a:moveTo>
                <a:lnTo>
                  <a:pt x="3504" y="14346"/>
                </a:lnTo>
                <a:lnTo>
                  <a:pt x="3823" y="15106"/>
                </a:lnTo>
                <a:lnTo>
                  <a:pt x="3792" y="15144"/>
                </a:lnTo>
                <a:cubicBezTo>
                  <a:pt x="2292" y="17092"/>
                  <a:pt x="1178" y="18923"/>
                  <a:pt x="1217" y="19921"/>
                </a:cubicBezTo>
                <a:cubicBezTo>
                  <a:pt x="1262" y="20334"/>
                  <a:pt x="1487" y="20542"/>
                  <a:pt x="1712" y="20594"/>
                </a:cubicBezTo>
                <a:cubicBezTo>
                  <a:pt x="2657" y="20904"/>
                  <a:pt x="3961" y="19972"/>
                  <a:pt x="6211" y="18417"/>
                </a:cubicBezTo>
                <a:cubicBezTo>
                  <a:pt x="5626" y="18986"/>
                  <a:pt x="2972" y="21319"/>
                  <a:pt x="1442" y="21579"/>
                </a:cubicBezTo>
                <a:cubicBezTo>
                  <a:pt x="542" y="21733"/>
                  <a:pt x="-42" y="21008"/>
                  <a:pt x="2" y="19921"/>
                </a:cubicBezTo>
                <a:cubicBezTo>
                  <a:pt x="81" y="18605"/>
                  <a:pt x="1365" y="16338"/>
                  <a:pt x="2891" y="14125"/>
                </a:cubicBezTo>
              </a:path>
              <a:path w="21600" h="21600">
                <a:moveTo>
                  <a:pt x="10800" y="1679"/>
                </a:moveTo>
                <a:cubicBezTo>
                  <a:pt x="13800" y="1679"/>
                  <a:pt x="16418" y="3614"/>
                  <a:pt x="17761" y="6457"/>
                </a:cubicBezTo>
                <a:lnTo>
                  <a:pt x="17776" y="6494"/>
                </a:lnTo>
                <a:lnTo>
                  <a:pt x="17143" y="7295"/>
                </a:lnTo>
                <a:cubicBezTo>
                  <a:pt x="15320" y="9543"/>
                  <a:pt x="13138" y="11810"/>
                  <a:pt x="11744" y="13027"/>
                </a:cubicBezTo>
                <a:lnTo>
                  <a:pt x="10363" y="11437"/>
                </a:lnTo>
                <a:lnTo>
                  <a:pt x="10079" y="16604"/>
                </a:lnTo>
                <a:lnTo>
                  <a:pt x="14574" y="16332"/>
                </a:lnTo>
                <a:lnTo>
                  <a:pt x="13184" y="14687"/>
                </a:lnTo>
                <a:lnTo>
                  <a:pt x="13183" y="14686"/>
                </a:lnTo>
                <a:lnTo>
                  <a:pt x="13184" y="14686"/>
                </a:lnTo>
                <a:cubicBezTo>
                  <a:pt x="13993" y="13701"/>
                  <a:pt x="16108" y="11110"/>
                  <a:pt x="18042" y="8416"/>
                </a:cubicBezTo>
                <a:lnTo>
                  <a:pt x="18333" y="8004"/>
                </a:lnTo>
                <a:lnTo>
                  <a:pt x="18333" y="8004"/>
                </a:lnTo>
                <a:lnTo>
                  <a:pt x="18333" y="8004"/>
                </a:lnTo>
                <a:lnTo>
                  <a:pt x="18361" y="8092"/>
                </a:lnTo>
                <a:cubicBezTo>
                  <a:pt x="18593" y="8948"/>
                  <a:pt x="18718" y="9858"/>
                  <a:pt x="18718" y="10800"/>
                </a:cubicBezTo>
                <a:cubicBezTo>
                  <a:pt x="18718" y="15826"/>
                  <a:pt x="15164" y="19921"/>
                  <a:pt x="10799" y="19921"/>
                </a:cubicBezTo>
                <a:cubicBezTo>
                  <a:pt x="7799" y="19921"/>
                  <a:pt x="5181" y="17986"/>
                  <a:pt x="3838" y="15143"/>
                </a:cubicBezTo>
                <a:lnTo>
                  <a:pt x="3823" y="15106"/>
                </a:lnTo>
                <a:lnTo>
                  <a:pt x="4456" y="14304"/>
                </a:lnTo>
                <a:cubicBezTo>
                  <a:pt x="6279" y="12056"/>
                  <a:pt x="8461" y="9789"/>
                  <a:pt x="9855" y="8572"/>
                </a:cubicBezTo>
                <a:lnTo>
                  <a:pt x="11236" y="10162"/>
                </a:lnTo>
                <a:lnTo>
                  <a:pt x="11520" y="4996"/>
                </a:lnTo>
                <a:lnTo>
                  <a:pt x="7025" y="5267"/>
                </a:lnTo>
                <a:lnTo>
                  <a:pt x="8415" y="6913"/>
                </a:lnTo>
                <a:lnTo>
                  <a:pt x="8415" y="6913"/>
                </a:lnTo>
                <a:cubicBezTo>
                  <a:pt x="7606" y="7898"/>
                  <a:pt x="5491" y="10489"/>
                  <a:pt x="3557" y="13183"/>
                </a:cubicBezTo>
                <a:lnTo>
                  <a:pt x="3265" y="13596"/>
                </a:lnTo>
                <a:lnTo>
                  <a:pt x="3238" y="13509"/>
                </a:lnTo>
                <a:cubicBezTo>
                  <a:pt x="3006" y="12653"/>
                  <a:pt x="2881" y="11743"/>
                  <a:pt x="2881" y="10800"/>
                </a:cubicBezTo>
                <a:cubicBezTo>
                  <a:pt x="2881" y="5774"/>
                  <a:pt x="6435" y="1679"/>
                  <a:pt x="10799" y="1679"/>
                </a:cubicBezTo>
              </a:path>
              <a:path w="21600" h="21600">
                <a:moveTo>
                  <a:pt x="20479" y="2"/>
                </a:moveTo>
                <a:cubicBezTo>
                  <a:pt x="21193" y="53"/>
                  <a:pt x="21637" y="727"/>
                  <a:pt x="21597" y="1678"/>
                </a:cubicBezTo>
                <a:cubicBezTo>
                  <a:pt x="21518" y="2994"/>
                  <a:pt x="20234" y="5261"/>
                  <a:pt x="18708" y="7474"/>
                </a:cubicBezTo>
                <a:lnTo>
                  <a:pt x="18333" y="8004"/>
                </a:lnTo>
                <a:lnTo>
                  <a:pt x="18333" y="8004"/>
                </a:lnTo>
                <a:lnTo>
                  <a:pt x="18333" y="8004"/>
                </a:lnTo>
                <a:lnTo>
                  <a:pt x="18094" y="7254"/>
                </a:lnTo>
                <a:lnTo>
                  <a:pt x="17776" y="6494"/>
                </a:lnTo>
                <a:lnTo>
                  <a:pt x="17807" y="6455"/>
                </a:lnTo>
                <a:cubicBezTo>
                  <a:pt x="19307" y="4507"/>
                  <a:pt x="20421" y="2676"/>
                  <a:pt x="20382" y="1678"/>
                </a:cubicBezTo>
                <a:cubicBezTo>
                  <a:pt x="20337" y="1265"/>
                  <a:pt x="20112" y="1057"/>
                  <a:pt x="19887" y="1005"/>
                </a:cubicBezTo>
                <a:cubicBezTo>
                  <a:pt x="18942" y="694"/>
                  <a:pt x="17638" y="1627"/>
                  <a:pt x="15388" y="3182"/>
                </a:cubicBezTo>
                <a:cubicBezTo>
                  <a:pt x="15973" y="2612"/>
                  <a:pt x="18627" y="279"/>
                  <a:pt x="20157" y="20"/>
                </a:cubicBezTo>
                <a:cubicBezTo>
                  <a:pt x="20270" y="1"/>
                  <a:pt x="20377" y="-4"/>
                  <a:pt x="20479" y="2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"/>
                                        <p:tgtEl>
                                          <p:spTgt spid="104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7"/>
                                        <p:tgtEl>
                                          <p:spTgt spid="104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0"/>
                                        <p:tgtEl>
                                          <p:spTgt spid="104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25"/>
                                        <p:tgtEl>
                                          <p:spTgt spid="104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7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8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/>
                                        <p:tgtEl>
                                          <p:spTgt spid="104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3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5"/>
                                        <p:tgtEl>
                                          <p:spTgt spid="104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6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8"/>
                                        <p:tgtEl>
                                          <p:spTgt spid="104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1" nodeType="click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43"/>
                                        <p:tgtEl>
                                          <p:spTgt spid="104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4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45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7"/>
                                        <p:tgtEl>
                                          <p:spTgt spid="10489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10489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9"/>
                                        <p:tgtEl>
                                          <p:spTgt spid="104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3"/>
                                        <p:tgtEl>
                                          <p:spTgt spid="104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6"/>
                                        <p:tgtEl>
                                          <p:spTgt spid="104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9" nodeType="click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61"/>
                                        <p:tgtEl>
                                          <p:spTgt spid="104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2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63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65"/>
                                        <p:tgtEl>
                                          <p:spTgt spid="1048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6"/>
                                        <p:tgtEl>
                                          <p:spTgt spid="1048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67"/>
                                        <p:tgtEl>
                                          <p:spTgt spid="104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8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6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1"/>
                                        <p:tgtEl>
                                          <p:spTgt spid="104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7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4"/>
                                        <p:tgtEl>
                                          <p:spTgt spid="1048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5">
                      <p:stCondLst>
                        <p:cond delay="indefinite"/>
                      </p:stCondLst>
                      <p:childTnLst>
                        <p:par>
                          <p:cTn fill="hold" id="7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77" nodeType="click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9"/>
                                        <p:tgtEl>
                                          <p:spTgt spid="104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8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3"/>
                                        <p:tgtEl>
                                          <p:spTgt spid="1048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4"/>
                                        <p:tgtEl>
                                          <p:spTgt spid="1048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85"/>
                                        <p:tgtEl>
                                          <p:spTgt spid="104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8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9"/>
                                        <p:tgtEl>
                                          <p:spTgt spid="104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9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92"/>
                                        <p:tgtEl>
                                          <p:spTgt spid="104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3">
                      <p:stCondLst>
                        <p:cond delay="indefinite"/>
                      </p:stCondLst>
                      <p:childTnLst>
                        <p:par>
                          <p:cTn fill="hold" id="9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95" nodeType="click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97"/>
                                        <p:tgtEl>
                                          <p:spTgt spid="104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8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01"/>
                                        <p:tgtEl>
                                          <p:spTgt spid="1048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2"/>
                                        <p:tgtEl>
                                          <p:spTgt spid="1048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03"/>
                                        <p:tgtEl>
                                          <p:spTgt spid="104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4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0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07"/>
                                        <p:tgtEl>
                                          <p:spTgt spid="104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0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10"/>
                                        <p:tgtEl>
                                          <p:spTgt spid="104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00" grpId="0" animBg="1"/>
      <p:bldP spid="1048923" grpId="0" animBg="1"/>
      <p:bldP spid="1048901" grpId="0"/>
      <p:bldP spid="1048902" grpId="0"/>
      <p:bldP spid="1048906" grpId="0" animBg="1"/>
      <p:bldP spid="1048918" grpId="0" animBg="1"/>
      <p:bldP spid="1048907" grpId="0"/>
      <p:bldP spid="1048908" grpId="0"/>
      <p:bldP spid="1048912" grpId="0" animBg="1"/>
      <p:bldP spid="1048919" grpId="0" animBg="1"/>
      <p:bldP spid="1048913" grpId="0"/>
      <p:bldP spid="1048914" grpId="0"/>
      <p:bldP spid="1048903" grpId="0" animBg="1"/>
      <p:bldP spid="1048922" grpId="0" animBg="1"/>
      <p:bldP spid="1048904" grpId="0"/>
      <p:bldP spid="1048905" grpId="0"/>
      <p:bldP spid="1048909" grpId="0" animBg="1"/>
      <p:bldP spid="1048921" grpId="0" animBg="1"/>
      <p:bldP spid="1048910" grpId="0"/>
      <p:bldP spid="1048911" grpId="0"/>
      <p:bldP spid="1048915" grpId="0" animBg="1"/>
      <p:bldP spid="1048920" grpId="0" animBg="1"/>
      <p:bldP spid="1048916" grpId="0"/>
      <p:bldP spid="10489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4" name="圆角矩形"/>
          <p:cNvSpPr/>
          <p:nvPr/>
        </p:nvSpPr>
        <p:spPr>
          <a:xfrm rot="0" flipV="1">
            <a:off x="559141" y="1281089"/>
            <a:ext cx="1851316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25" name="圆角矩形"/>
          <p:cNvSpPr/>
          <p:nvPr/>
        </p:nvSpPr>
        <p:spPr>
          <a:xfrm rot="0" flipV="1">
            <a:off x="1711941" y="4212794"/>
            <a:ext cx="1851316" cy="1524137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26" name="圆角矩形"/>
          <p:cNvSpPr/>
          <p:nvPr/>
        </p:nvSpPr>
        <p:spPr>
          <a:xfrm rot="0" flipV="1">
            <a:off x="2864740" y="1281089"/>
            <a:ext cx="1851316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27" name="圆角矩形"/>
          <p:cNvSpPr/>
          <p:nvPr/>
        </p:nvSpPr>
        <p:spPr>
          <a:xfrm rot="0" flipV="1">
            <a:off x="4017541" y="4195525"/>
            <a:ext cx="1851316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28" name="圆角矩形"/>
          <p:cNvSpPr/>
          <p:nvPr/>
        </p:nvSpPr>
        <p:spPr>
          <a:xfrm rot="0" flipV="1">
            <a:off x="5170341" y="1281089"/>
            <a:ext cx="1851316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29" name="圆角矩形"/>
          <p:cNvSpPr/>
          <p:nvPr/>
        </p:nvSpPr>
        <p:spPr>
          <a:xfrm rot="0" flipV="1">
            <a:off x="6323141" y="4131435"/>
            <a:ext cx="1851315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30" name="圆角矩形"/>
          <p:cNvSpPr/>
          <p:nvPr/>
        </p:nvSpPr>
        <p:spPr>
          <a:xfrm rot="0" flipV="1">
            <a:off x="7475941" y="1281089"/>
            <a:ext cx="1851316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31" name="圆角矩形"/>
          <p:cNvSpPr/>
          <p:nvPr/>
        </p:nvSpPr>
        <p:spPr>
          <a:xfrm rot="0" flipV="1">
            <a:off x="8628741" y="4114165"/>
            <a:ext cx="1851315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32" name="圆角矩形"/>
          <p:cNvSpPr/>
          <p:nvPr/>
        </p:nvSpPr>
        <p:spPr>
          <a:xfrm rot="0" flipV="1">
            <a:off x="9781544" y="1281089"/>
            <a:ext cx="1851315" cy="1524136"/>
          </a:xfrm>
          <a:prstGeom prst="roundRect">
            <a:avLst>
              <a:gd name="adj" fmla="val 14791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</p:sp>
      <p:sp>
        <p:nvSpPr>
          <p:cNvPr id="1048933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DIGITAL INDIA PROGRAMME PILLARS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934" name="矩形"/>
          <p:cNvSpPr/>
          <p:nvPr/>
        </p:nvSpPr>
        <p:spPr>
          <a:xfrm rot="0">
            <a:off x="637888" y="1904794"/>
            <a:ext cx="1693822" cy="5676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Broadband Highways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35" name="矩形"/>
          <p:cNvSpPr/>
          <p:nvPr/>
        </p:nvSpPr>
        <p:spPr>
          <a:xfrm rot="0">
            <a:off x="700611" y="1432053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01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36" name="矩形"/>
          <p:cNvSpPr/>
          <p:nvPr/>
        </p:nvSpPr>
        <p:spPr>
          <a:xfrm rot="0">
            <a:off x="1790687" y="4836499"/>
            <a:ext cx="1693822" cy="8153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Universal Access to Mobile Connectivity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37" name="矩形"/>
          <p:cNvSpPr/>
          <p:nvPr/>
        </p:nvSpPr>
        <p:spPr>
          <a:xfrm rot="0">
            <a:off x="1853412" y="4363757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02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38" name="矩形"/>
          <p:cNvSpPr/>
          <p:nvPr/>
        </p:nvSpPr>
        <p:spPr>
          <a:xfrm rot="0">
            <a:off x="2943488" y="1904794"/>
            <a:ext cx="1693822" cy="5676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Public Internet Access Program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39" name="矩形"/>
          <p:cNvSpPr/>
          <p:nvPr/>
        </p:nvSpPr>
        <p:spPr>
          <a:xfrm rot="0">
            <a:off x="3006212" y="1432053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03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0" name="矩形"/>
          <p:cNvSpPr/>
          <p:nvPr/>
        </p:nvSpPr>
        <p:spPr>
          <a:xfrm rot="0">
            <a:off x="4096288" y="4819230"/>
            <a:ext cx="1693821" cy="329564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e-Governance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1" name="矩形"/>
          <p:cNvSpPr/>
          <p:nvPr/>
        </p:nvSpPr>
        <p:spPr>
          <a:xfrm rot="0">
            <a:off x="4159012" y="4346488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04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2" name="矩形"/>
          <p:cNvSpPr/>
          <p:nvPr/>
        </p:nvSpPr>
        <p:spPr>
          <a:xfrm rot="0">
            <a:off x="5142295" y="1904794"/>
            <a:ext cx="1907408" cy="8058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e-Kranti (Electronic Delivery of Services)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3" name="矩形"/>
          <p:cNvSpPr/>
          <p:nvPr/>
        </p:nvSpPr>
        <p:spPr>
          <a:xfrm rot="0">
            <a:off x="5311812" y="1432053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05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4" name="矩形"/>
          <p:cNvSpPr/>
          <p:nvPr/>
        </p:nvSpPr>
        <p:spPr>
          <a:xfrm rot="0">
            <a:off x="6401888" y="4755140"/>
            <a:ext cx="1693822" cy="5676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Information</a:t>
            </a:r>
            <a:endParaRPr altLang="zh-CN" baseline="0" b="0" cap="none" sz="1600" i="0" kern="1200" lang="en-US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for All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5" name="矩形"/>
          <p:cNvSpPr/>
          <p:nvPr/>
        </p:nvSpPr>
        <p:spPr>
          <a:xfrm rot="0">
            <a:off x="6464612" y="4282398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06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6" name="矩形"/>
          <p:cNvSpPr/>
          <p:nvPr/>
        </p:nvSpPr>
        <p:spPr>
          <a:xfrm rot="0">
            <a:off x="7554688" y="1904794"/>
            <a:ext cx="1693822" cy="5676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Electronics Manufacturing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7" name="矩形"/>
          <p:cNvSpPr/>
          <p:nvPr/>
        </p:nvSpPr>
        <p:spPr>
          <a:xfrm rot="0">
            <a:off x="7617412" y="1432053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07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8" name="矩形"/>
          <p:cNvSpPr/>
          <p:nvPr/>
        </p:nvSpPr>
        <p:spPr>
          <a:xfrm rot="0">
            <a:off x="9119429" y="4737871"/>
            <a:ext cx="869939" cy="8058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IT</a:t>
            </a:r>
            <a:endParaRPr altLang="zh-CN" baseline="0" b="0" cap="none" sz="1600" i="0" kern="1200" lang="en-US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for Jobs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49" name="矩形"/>
          <p:cNvSpPr/>
          <p:nvPr/>
        </p:nvSpPr>
        <p:spPr>
          <a:xfrm rot="0">
            <a:off x="8770212" y="4265129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08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50" name="矩形"/>
          <p:cNvSpPr/>
          <p:nvPr/>
        </p:nvSpPr>
        <p:spPr>
          <a:xfrm rot="0">
            <a:off x="9860290" y="1904794"/>
            <a:ext cx="1693822" cy="5676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6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Early Harvest Programmes</a:t>
            </a:r>
            <a:endParaRPr altLang="en-US" baseline="0" b="0" cap="none" sz="16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51" name="矩形"/>
          <p:cNvSpPr/>
          <p:nvPr/>
        </p:nvSpPr>
        <p:spPr>
          <a:xfrm rot="0">
            <a:off x="9923014" y="1432053"/>
            <a:ext cx="1568374" cy="4533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4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09</a:t>
            </a:r>
            <a:endParaRPr altLang="en-US" baseline="0" b="1" cap="none" sz="24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52" name="矩形"/>
          <p:cNvSpPr/>
          <p:nvPr/>
        </p:nvSpPr>
        <p:spPr>
          <a:xfrm rot="0">
            <a:off x="0" y="3500173"/>
            <a:ext cx="12192000" cy="17671"/>
          </a:xfrm>
          <a:prstGeom prst="rect"/>
          <a:solidFill>
            <a:srgbClr val="C8E0F4"/>
          </a:solidFill>
          <a:ln w="12700" cap="flat" cmpd="sng">
            <a:noFill/>
            <a:prstDash val="solid"/>
            <a:round/>
          </a:ln>
        </p:spPr>
      </p:sp>
      <p:sp>
        <p:nvSpPr>
          <p:cNvPr id="1048953" name="直线"/>
          <p:cNvSpPr/>
          <p:nvPr/>
        </p:nvSpPr>
        <p:spPr>
          <a:xfrm rot="0" flipV="1">
            <a:off x="6095999" y="2805227"/>
            <a:ext cx="0" cy="694947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4" name="直线"/>
          <p:cNvSpPr/>
          <p:nvPr/>
        </p:nvSpPr>
        <p:spPr>
          <a:xfrm rot="0">
            <a:off x="7248799" y="3517846"/>
            <a:ext cx="0" cy="613588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5" name="直线"/>
          <p:cNvSpPr/>
          <p:nvPr/>
        </p:nvSpPr>
        <p:spPr>
          <a:xfrm rot="0" flipV="1">
            <a:off x="8401599" y="2805227"/>
            <a:ext cx="0" cy="694947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6" name="直线"/>
          <p:cNvSpPr/>
          <p:nvPr/>
        </p:nvSpPr>
        <p:spPr>
          <a:xfrm rot="0">
            <a:off x="9554399" y="3517846"/>
            <a:ext cx="0" cy="596319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7" name="直线"/>
          <p:cNvSpPr/>
          <p:nvPr/>
        </p:nvSpPr>
        <p:spPr>
          <a:xfrm rot="0" flipV="1">
            <a:off x="10707201" y="2805227"/>
            <a:ext cx="0" cy="694947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8" name="直线"/>
          <p:cNvSpPr/>
          <p:nvPr/>
        </p:nvSpPr>
        <p:spPr>
          <a:xfrm rot="0">
            <a:off x="4943199" y="3517846"/>
            <a:ext cx="0" cy="677679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59" name="直线"/>
          <p:cNvSpPr/>
          <p:nvPr/>
        </p:nvSpPr>
        <p:spPr>
          <a:xfrm rot="0" flipV="1">
            <a:off x="3790399" y="2805227"/>
            <a:ext cx="0" cy="694947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60" name="直线"/>
          <p:cNvSpPr/>
          <p:nvPr/>
        </p:nvSpPr>
        <p:spPr>
          <a:xfrm rot="0">
            <a:off x="2637599" y="3517846"/>
            <a:ext cx="0" cy="694948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  <p:sp>
        <p:nvSpPr>
          <p:cNvPr id="1048961" name="直线"/>
          <p:cNvSpPr/>
          <p:nvPr/>
        </p:nvSpPr>
        <p:spPr>
          <a:xfrm rot="0" flipV="1">
            <a:off x="1484799" y="2805227"/>
            <a:ext cx="0" cy="694947"/>
          </a:xfrm>
          <a:prstGeom prst="line"/>
          <a:gradFill rotWithShape="1">
            <a:gsLst>
              <a:gs pos="6000">
                <a:srgbClr val="2798E7">
                  <a:alpha val="100000"/>
                </a:srgbClr>
              </a:gs>
              <a:gs pos="83000">
                <a:srgbClr val="032D37">
                  <a:lumMod val="98000"/>
                  <a:alpha val="0"/>
                </a:srgbClr>
              </a:gs>
            </a:gsLst>
            <a:lin ang="5400000" scaled="1"/>
          </a:gradFill>
          <a:ln w="22225" cap="flat" cmpd="sng">
            <a:gradFill rotWithShape="1">
              <a:gsLst>
                <a:gs pos="21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  <a:headEnd type="oval" w="lg" len="lg"/>
          </a:ln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airplane" invX="0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"/>
                                        <p:tgtEl>
                                          <p:spTgt spid="104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250" id="11"/>
                                        <p:tgtEl>
                                          <p:spTgt spid="104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2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13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5"/>
                                        <p:tgtEl>
                                          <p:spTgt spid="104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17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9"/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0"/>
                                        <p:tgtEl>
                                          <p:spTgt spid="1048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1"/>
                                        <p:tgtEl>
                                          <p:spTgt spid="104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fill="hold" grpId="0" id="2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5"/>
                                        <p:tgtEl>
                                          <p:spTgt spid="104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6">
                      <p:stCondLst>
                        <p:cond delay="indefinite"/>
                      </p:stCondLst>
                      <p:childTnLst>
                        <p:par>
                          <p:cTn fill="hold" id="27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8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250" id="30"/>
                                        <p:tgtEl>
                                          <p:spTgt spid="10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32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34"/>
                                        <p:tgtEl>
                                          <p:spTgt spid="104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5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36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8"/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0"/>
                                        <p:tgtEl>
                                          <p:spTgt spid="104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1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4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4"/>
                                        <p:tgtEl>
                                          <p:spTgt spid="104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7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250" id="49"/>
                                        <p:tgtEl>
                                          <p:spTgt spid="104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51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53"/>
                                        <p:tgtEl>
                                          <p:spTgt spid="104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4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55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7"/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8"/>
                                        <p:tgtEl>
                                          <p:spTgt spid="1048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9"/>
                                        <p:tgtEl>
                                          <p:spTgt spid="104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0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6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3"/>
                                        <p:tgtEl>
                                          <p:spTgt spid="1048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4">
                      <p:stCondLst>
                        <p:cond delay="indefinite"/>
                      </p:stCondLst>
                      <p:childTnLst>
                        <p:par>
                          <p:cTn fill="hold" id="65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66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250" id="68"/>
                                        <p:tgtEl>
                                          <p:spTgt spid="1048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9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70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72"/>
                                        <p:tgtEl>
                                          <p:spTgt spid="104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3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74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6"/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7"/>
                                        <p:tgtEl>
                                          <p:spTgt spid="1048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8"/>
                                        <p:tgtEl>
                                          <p:spTgt spid="104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9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80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2"/>
                                        <p:tgtEl>
                                          <p:spTgt spid="104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3">
                      <p:stCondLst>
                        <p:cond delay="indefinite"/>
                      </p:stCondLst>
                      <p:childTnLst>
                        <p:par>
                          <p:cTn fill="hold" id="8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85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250" id="87"/>
                                        <p:tgtEl>
                                          <p:spTgt spid="1048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8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89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91"/>
                                        <p:tgtEl>
                                          <p:spTgt spid="104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2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93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95"/>
                                        <p:tgtEl>
                                          <p:spTgt spid="1048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6"/>
                                        <p:tgtEl>
                                          <p:spTgt spid="1048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7"/>
                                        <p:tgtEl>
                                          <p:spTgt spid="1048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8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9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01"/>
                                        <p:tgtEl>
                                          <p:spTgt spid="104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2">
                      <p:stCondLst>
                        <p:cond delay="indefinite"/>
                      </p:stCondLst>
                      <p:childTnLst>
                        <p:par>
                          <p:cTn fill="hold" id="103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4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250" id="106"/>
                                        <p:tgtEl>
                                          <p:spTgt spid="1048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7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108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110"/>
                                        <p:tgtEl>
                                          <p:spTgt spid="104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1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112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4"/>
                                        <p:tgtEl>
                                          <p:spTgt spid="1048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15"/>
                                        <p:tgtEl>
                                          <p:spTgt spid="1048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16"/>
                                        <p:tgtEl>
                                          <p:spTgt spid="104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17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118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0"/>
                                        <p:tgtEl>
                                          <p:spTgt spid="1048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21">
                      <p:stCondLst>
                        <p:cond delay="indefinite"/>
                      </p:stCondLst>
                      <p:childTnLst>
                        <p:par>
                          <p:cTn fill="hold" id="1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23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250" id="125"/>
                                        <p:tgtEl>
                                          <p:spTgt spid="104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26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127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29"/>
                                        <p:tgtEl>
                                          <p:spTgt spid="104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30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13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3"/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34"/>
                                        <p:tgtEl>
                                          <p:spTgt spid="1048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5"/>
                                        <p:tgtEl>
                                          <p:spTgt spid="104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36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13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9"/>
                                        <p:tgtEl>
                                          <p:spTgt spid="104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40">
                      <p:stCondLst>
                        <p:cond delay="indefinite"/>
                      </p:stCondLst>
                      <p:childTnLst>
                        <p:par>
                          <p:cTn fill="hold" id="141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42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250" id="144"/>
                                        <p:tgtEl>
                                          <p:spTgt spid="104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5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146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148"/>
                                        <p:tgtEl>
                                          <p:spTgt spid="104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9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150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2"/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3"/>
                                        <p:tgtEl>
                                          <p:spTgt spid="1048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54"/>
                                        <p:tgtEl>
                                          <p:spTgt spid="104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55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156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58"/>
                                        <p:tgtEl>
                                          <p:spTgt spid="104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9">
                      <p:stCondLst>
                        <p:cond delay="indefinite"/>
                      </p:stCondLst>
                      <p:childTnLst>
                        <p:par>
                          <p:cTn fill="hold" id="16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61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250" id="163"/>
                                        <p:tgtEl>
                                          <p:spTgt spid="104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4">
                            <p:stCondLst>
                              <p:cond delay="250"/>
                            </p:stCondLst>
                            <p:childTnLst>
                              <p:par>
                                <p:cTn fill="hold" grpId="0" id="165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67"/>
                                        <p:tgtEl>
                                          <p:spTgt spid="104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8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fill="hold" grpId="0" id="16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71"/>
                                        <p:tgtEl>
                                          <p:spTgt spid="1048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72"/>
                                        <p:tgtEl>
                                          <p:spTgt spid="1048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73"/>
                                        <p:tgtEl>
                                          <p:spTgt spid="104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74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fill="hold" grpId="0" id="17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77"/>
                                        <p:tgtEl>
                                          <p:spTgt spid="104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52" grpId="0" animBg="1"/>
      <p:bldP spid="1048961" grpId="0" animBg="1"/>
      <p:bldP spid="1048924" grpId="0" animBg="1"/>
      <p:bldP spid="1048935" grpId="0"/>
      <p:bldP spid="1048934" grpId="0"/>
      <p:bldP spid="1048960" grpId="0" animBg="1"/>
      <p:bldP spid="1048925" grpId="0" animBg="1"/>
      <p:bldP spid="1048937" grpId="0"/>
      <p:bldP spid="1048936" grpId="0"/>
      <p:bldP spid="1048959" grpId="0" animBg="1"/>
      <p:bldP spid="1048926" grpId="0" animBg="1"/>
      <p:bldP spid="1048939" grpId="0"/>
      <p:bldP spid="1048938" grpId="0"/>
      <p:bldP spid="1048958" grpId="0" animBg="1"/>
      <p:bldP spid="1048927" grpId="0" animBg="1"/>
      <p:bldP spid="1048941" grpId="0"/>
      <p:bldP spid="1048940" grpId="0"/>
      <p:bldP spid="1048953" grpId="0" animBg="1"/>
      <p:bldP spid="1048928" grpId="0" animBg="1"/>
      <p:bldP spid="1048943" grpId="0"/>
      <p:bldP spid="1048942" grpId="0"/>
      <p:bldP spid="1048954" grpId="0" animBg="1"/>
      <p:bldP spid="1048929" grpId="0" animBg="1"/>
      <p:bldP spid="1048945" grpId="0"/>
      <p:bldP spid="1048944" grpId="0"/>
      <p:bldP spid="1048955" grpId="0" animBg="1"/>
      <p:bldP spid="1048930" grpId="0" animBg="1"/>
      <p:bldP spid="1048947" grpId="0"/>
      <p:bldP spid="1048946" grpId="0"/>
      <p:bldP spid="1048956" grpId="0" animBg="1"/>
      <p:bldP spid="1048931" grpId="0" animBg="1"/>
      <p:bldP spid="1048949" grpId="0"/>
      <p:bldP spid="1048948" grpId="0"/>
      <p:bldP spid="1048957" grpId="0" animBg="1"/>
      <p:bldP spid="1048932" grpId="0" animBg="1"/>
      <p:bldP spid="1048951" grpId="0"/>
      <p:bldP spid="10489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2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VISION OF DIGITAL INDIA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963" name="矩形"/>
          <p:cNvSpPr/>
          <p:nvPr/>
        </p:nvSpPr>
        <p:spPr>
          <a:xfrm rot="0">
            <a:off x="6308799" y="1435597"/>
            <a:ext cx="3880638" cy="8915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Expansion of high-speed internet, data centers, and digital public infrastructure nationwide.</a:t>
            </a:r>
          </a:p>
        </p:txBody>
      </p:sp>
      <p:sp>
        <p:nvSpPr>
          <p:cNvPr id="1048964" name="矩形"/>
          <p:cNvSpPr/>
          <p:nvPr/>
        </p:nvSpPr>
        <p:spPr>
          <a:xfrm rot="0">
            <a:off x="6308801" y="1094434"/>
            <a:ext cx="3703216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Infrastructure Development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65" name="圆角矩形"/>
          <p:cNvSpPr/>
          <p:nvPr/>
        </p:nvSpPr>
        <p:spPr>
          <a:xfrm rot="16200000">
            <a:off x="5134119" y="1011541"/>
            <a:ext cx="1108520" cy="1108520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966" name="矩形"/>
          <p:cNvSpPr/>
          <p:nvPr/>
        </p:nvSpPr>
        <p:spPr>
          <a:xfrm rot="0" flipH="1">
            <a:off x="6317164" y="2818866"/>
            <a:ext cx="3880638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Empowering citizens through digital literacy, online services, and easy access to information.</a:t>
            </a:r>
          </a:p>
        </p:txBody>
      </p:sp>
      <p:sp>
        <p:nvSpPr>
          <p:cNvPr id="1048967" name="矩形"/>
          <p:cNvSpPr/>
          <p:nvPr/>
        </p:nvSpPr>
        <p:spPr>
          <a:xfrm rot="0" flipH="1">
            <a:off x="6494585" y="2477703"/>
            <a:ext cx="3703216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Empowerment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68" name="圆角矩形"/>
          <p:cNvSpPr/>
          <p:nvPr/>
        </p:nvSpPr>
        <p:spPr>
          <a:xfrm rot="5400000" flipH="1">
            <a:off x="10263963" y="2394810"/>
            <a:ext cx="1108520" cy="11085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969" name="矩形"/>
          <p:cNvSpPr/>
          <p:nvPr/>
        </p:nvSpPr>
        <p:spPr>
          <a:xfrm rot="0">
            <a:off x="6308799" y="4202135"/>
            <a:ext cx="3880638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Encouraging startups, technology adoption, and innovation-driven economic development.</a:t>
            </a:r>
          </a:p>
        </p:txBody>
      </p:sp>
      <p:sp>
        <p:nvSpPr>
          <p:cNvPr id="1048970" name="矩形"/>
          <p:cNvSpPr/>
          <p:nvPr/>
        </p:nvSpPr>
        <p:spPr>
          <a:xfrm rot="0">
            <a:off x="6308801" y="3860972"/>
            <a:ext cx="3955162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Innovation &amp; Entrepreneurship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71" name="圆角矩形"/>
          <p:cNvSpPr/>
          <p:nvPr/>
        </p:nvSpPr>
        <p:spPr>
          <a:xfrm rot="16200000">
            <a:off x="5134119" y="3778079"/>
            <a:ext cx="1108520" cy="11085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972" name="矩形"/>
          <p:cNvSpPr/>
          <p:nvPr/>
        </p:nvSpPr>
        <p:spPr>
          <a:xfrm rot="0" flipH="1">
            <a:off x="6317164" y="5585403"/>
            <a:ext cx="3880638" cy="8915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Promoting cashless transactions, e-commerce, and a strong digital marketplace.</a:t>
            </a:r>
          </a:p>
        </p:txBody>
      </p:sp>
      <p:sp>
        <p:nvSpPr>
          <p:cNvPr id="1048973" name="矩形"/>
          <p:cNvSpPr/>
          <p:nvPr/>
        </p:nvSpPr>
        <p:spPr>
          <a:xfrm rot="0" flipH="1">
            <a:off x="6494585" y="5244240"/>
            <a:ext cx="3703216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Economy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74" name="圆角矩形"/>
          <p:cNvSpPr/>
          <p:nvPr/>
        </p:nvSpPr>
        <p:spPr>
          <a:xfrm rot="5400000" flipH="1">
            <a:off x="10263963" y="5161347"/>
            <a:ext cx="1108520" cy="1108520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975" name="曲线"/>
          <p:cNvSpPr/>
          <p:nvPr/>
        </p:nvSpPr>
        <p:spPr>
          <a:xfrm rot="0">
            <a:off x="5309803" y="1191080"/>
            <a:ext cx="757151" cy="749442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8853" y="16778"/>
                </a:moveTo>
                <a:lnTo>
                  <a:pt x="11416" y="16778"/>
                </a:lnTo>
                <a:cubicBezTo>
                  <a:pt x="11506" y="17339"/>
                  <a:pt x="11597" y="17900"/>
                  <a:pt x="11692" y="18492"/>
                </a:cubicBezTo>
                <a:lnTo>
                  <a:pt x="8853" y="18492"/>
                </a:lnTo>
              </a:path>
              <a:path w="21600" h="21600">
                <a:moveTo>
                  <a:pt x="8848" y="14684"/>
                </a:moveTo>
                <a:lnTo>
                  <a:pt x="11830" y="14684"/>
                </a:lnTo>
                <a:cubicBezTo>
                  <a:pt x="11728" y="15062"/>
                  <a:pt x="11632" y="15419"/>
                  <a:pt x="11536" y="15773"/>
                </a:cubicBezTo>
                <a:cubicBezTo>
                  <a:pt x="11197" y="15867"/>
                  <a:pt x="9326" y="15879"/>
                  <a:pt x="8848" y="15782"/>
                </a:cubicBezTo>
              </a:path>
              <a:path w="21600" h="21600">
                <a:moveTo>
                  <a:pt x="5436" y="14650"/>
                </a:moveTo>
                <a:cubicBezTo>
                  <a:pt x="5241" y="14650"/>
                  <a:pt x="5120" y="14730"/>
                  <a:pt x="5121" y="14946"/>
                </a:cubicBezTo>
                <a:cubicBezTo>
                  <a:pt x="5122" y="15342"/>
                  <a:pt x="5121" y="15738"/>
                  <a:pt x="5122" y="16133"/>
                </a:cubicBezTo>
                <a:cubicBezTo>
                  <a:pt x="5122" y="16335"/>
                  <a:pt x="5232" y="16451"/>
                  <a:pt x="5424" y="16459"/>
                </a:cubicBezTo>
                <a:cubicBezTo>
                  <a:pt x="5694" y="16471"/>
                  <a:pt x="5966" y="16469"/>
                  <a:pt x="6237" y="16460"/>
                </a:cubicBezTo>
                <a:cubicBezTo>
                  <a:pt x="6458" y="16454"/>
                  <a:pt x="6557" y="16326"/>
                  <a:pt x="6549" y="16102"/>
                </a:cubicBezTo>
                <a:cubicBezTo>
                  <a:pt x="6541" y="15920"/>
                  <a:pt x="6547" y="15737"/>
                  <a:pt x="6548" y="15555"/>
                </a:cubicBezTo>
                <a:lnTo>
                  <a:pt x="6547" y="15555"/>
                </a:lnTo>
                <a:cubicBezTo>
                  <a:pt x="6547" y="15357"/>
                  <a:pt x="6543" y="15159"/>
                  <a:pt x="6548" y="14961"/>
                </a:cubicBezTo>
                <a:cubicBezTo>
                  <a:pt x="6552" y="14751"/>
                  <a:pt x="6453" y="14651"/>
                  <a:pt x="6249" y="14651"/>
                </a:cubicBezTo>
                <a:cubicBezTo>
                  <a:pt x="5978" y="14651"/>
                  <a:pt x="5707" y="14649"/>
                  <a:pt x="5436" y="14650"/>
                </a:cubicBezTo>
              </a:path>
              <a:path w="21600" h="21600">
                <a:moveTo>
                  <a:pt x="2009" y="14650"/>
                </a:moveTo>
                <a:cubicBezTo>
                  <a:pt x="1847" y="14650"/>
                  <a:pt x="1749" y="14735"/>
                  <a:pt x="1747" y="14900"/>
                </a:cubicBezTo>
                <a:cubicBezTo>
                  <a:pt x="1743" y="15328"/>
                  <a:pt x="1743" y="15757"/>
                  <a:pt x="1745" y="16185"/>
                </a:cubicBezTo>
                <a:cubicBezTo>
                  <a:pt x="1745" y="16346"/>
                  <a:pt x="1826" y="16453"/>
                  <a:pt x="1990" y="16456"/>
                </a:cubicBezTo>
                <a:cubicBezTo>
                  <a:pt x="2293" y="16464"/>
                  <a:pt x="2596" y="16467"/>
                  <a:pt x="2898" y="16453"/>
                </a:cubicBezTo>
                <a:cubicBezTo>
                  <a:pt x="3070" y="16445"/>
                  <a:pt x="3174" y="16342"/>
                  <a:pt x="3172" y="16154"/>
                </a:cubicBezTo>
                <a:cubicBezTo>
                  <a:pt x="3171" y="15955"/>
                  <a:pt x="3172" y="15756"/>
                  <a:pt x="3172" y="15557"/>
                </a:cubicBezTo>
                <a:lnTo>
                  <a:pt x="3171" y="15557"/>
                </a:lnTo>
                <a:lnTo>
                  <a:pt x="3170" y="15557"/>
                </a:lnTo>
                <a:cubicBezTo>
                  <a:pt x="3170" y="15343"/>
                  <a:pt x="3172" y="15130"/>
                  <a:pt x="3170" y="14915"/>
                </a:cubicBezTo>
                <a:cubicBezTo>
                  <a:pt x="3167" y="14750"/>
                  <a:pt x="3079" y="14656"/>
                  <a:pt x="2917" y="14652"/>
                </a:cubicBezTo>
                <a:cubicBezTo>
                  <a:pt x="2615" y="14646"/>
                  <a:pt x="2312" y="14648"/>
                  <a:pt x="2009" y="14650"/>
                </a:cubicBezTo>
              </a:path>
              <a:path w="21600" h="21600">
                <a:moveTo>
                  <a:pt x="16794" y="13770"/>
                </a:moveTo>
                <a:cubicBezTo>
                  <a:pt x="16907" y="13856"/>
                  <a:pt x="17006" y="13921"/>
                  <a:pt x="17093" y="14001"/>
                </a:cubicBezTo>
                <a:cubicBezTo>
                  <a:pt x="17673" y="14539"/>
                  <a:pt x="18251" y="15081"/>
                  <a:pt x="18829" y="15623"/>
                </a:cubicBezTo>
                <a:cubicBezTo>
                  <a:pt x="18884" y="15674"/>
                  <a:pt x="18942" y="15727"/>
                  <a:pt x="18984" y="15788"/>
                </a:cubicBezTo>
                <a:cubicBezTo>
                  <a:pt x="19099" y="15954"/>
                  <a:pt x="19045" y="16088"/>
                  <a:pt x="18843" y="16106"/>
                </a:cubicBezTo>
                <a:cubicBezTo>
                  <a:pt x="18636" y="16124"/>
                  <a:pt x="18424" y="16110"/>
                  <a:pt x="18130" y="16110"/>
                </a:cubicBezTo>
                <a:lnTo>
                  <a:pt x="18130" y="16111"/>
                </a:lnTo>
                <a:cubicBezTo>
                  <a:pt x="18130" y="16363"/>
                  <a:pt x="18130" y="16528"/>
                  <a:pt x="18130" y="16693"/>
                </a:cubicBezTo>
                <a:cubicBezTo>
                  <a:pt x="18130" y="17536"/>
                  <a:pt x="18130" y="18378"/>
                  <a:pt x="18130" y="19220"/>
                </a:cubicBezTo>
                <a:cubicBezTo>
                  <a:pt x="18130" y="19735"/>
                  <a:pt x="18127" y="19732"/>
                  <a:pt x="17635" y="19728"/>
                </a:cubicBezTo>
                <a:cubicBezTo>
                  <a:pt x="17089" y="19725"/>
                  <a:pt x="16543" y="19728"/>
                  <a:pt x="15997" y="19727"/>
                </a:cubicBezTo>
                <a:cubicBezTo>
                  <a:pt x="15849" y="19727"/>
                  <a:pt x="15702" y="19712"/>
                  <a:pt x="15515" y="19702"/>
                </a:cubicBezTo>
                <a:cubicBezTo>
                  <a:pt x="15500" y="18503"/>
                  <a:pt x="15485" y="17339"/>
                  <a:pt x="15469" y="16117"/>
                </a:cubicBezTo>
                <a:cubicBezTo>
                  <a:pt x="15262" y="16117"/>
                  <a:pt x="15100" y="16121"/>
                  <a:pt x="14939" y="16115"/>
                </a:cubicBezTo>
                <a:cubicBezTo>
                  <a:pt x="14808" y="16110"/>
                  <a:pt x="14620" y="16159"/>
                  <a:pt x="14596" y="15985"/>
                </a:cubicBezTo>
                <a:cubicBezTo>
                  <a:pt x="14583" y="15883"/>
                  <a:pt x="14690" y="15742"/>
                  <a:pt x="14777" y="15652"/>
                </a:cubicBezTo>
                <a:cubicBezTo>
                  <a:pt x="15064" y="15358"/>
                  <a:pt x="15362" y="15073"/>
                  <a:pt x="15664" y="14794"/>
                </a:cubicBezTo>
                <a:cubicBezTo>
                  <a:pt x="16030" y="14453"/>
                  <a:pt x="16404" y="14122"/>
                  <a:pt x="16794" y="13770"/>
                </a:cubicBezTo>
              </a:path>
              <a:path w="21600" h="21600">
                <a:moveTo>
                  <a:pt x="16890" y="12622"/>
                </a:moveTo>
                <a:cubicBezTo>
                  <a:pt x="14749" y="12580"/>
                  <a:pt x="12710" y="14271"/>
                  <a:pt x="12697" y="16741"/>
                </a:cubicBezTo>
                <a:cubicBezTo>
                  <a:pt x="12684" y="19260"/>
                  <a:pt x="14719" y="20939"/>
                  <a:pt x="16785" y="20902"/>
                </a:cubicBezTo>
                <a:cubicBezTo>
                  <a:pt x="18870" y="20967"/>
                  <a:pt x="20898" y="19277"/>
                  <a:pt x="20926" y="16796"/>
                </a:cubicBezTo>
                <a:cubicBezTo>
                  <a:pt x="20953" y="14441"/>
                  <a:pt x="19046" y="12665"/>
                  <a:pt x="16890" y="12622"/>
                </a:cubicBezTo>
              </a:path>
              <a:path w="21600" h="21600">
                <a:moveTo>
                  <a:pt x="13368" y="12559"/>
                </a:moveTo>
                <a:cubicBezTo>
                  <a:pt x="13147" y="12803"/>
                  <a:pt x="12935" y="12964"/>
                  <a:pt x="12818" y="13179"/>
                </a:cubicBezTo>
                <a:cubicBezTo>
                  <a:pt x="12534" y="13704"/>
                  <a:pt x="12103" y="13782"/>
                  <a:pt x="11563" y="13759"/>
                </a:cubicBezTo>
                <a:cubicBezTo>
                  <a:pt x="10732" y="13722"/>
                  <a:pt x="9898" y="13754"/>
                  <a:pt x="9065" y="13756"/>
                </a:cubicBezTo>
                <a:cubicBezTo>
                  <a:pt x="9008" y="13756"/>
                  <a:pt x="8949" y="13745"/>
                  <a:pt x="8861" y="13736"/>
                </a:cubicBezTo>
                <a:lnTo>
                  <a:pt x="8861" y="12631"/>
                </a:lnTo>
                <a:cubicBezTo>
                  <a:pt x="8939" y="12606"/>
                  <a:pt x="9009" y="12561"/>
                  <a:pt x="9079" y="12561"/>
                </a:cubicBezTo>
                <a:cubicBezTo>
                  <a:pt x="10492" y="12558"/>
                  <a:pt x="11907" y="12559"/>
                  <a:pt x="13368" y="12559"/>
                </a:cubicBezTo>
              </a:path>
              <a:path w="21600" h="21600">
                <a:moveTo>
                  <a:pt x="16814" y="11952"/>
                </a:moveTo>
                <a:lnTo>
                  <a:pt x="16815" y="11953"/>
                </a:lnTo>
                <a:cubicBezTo>
                  <a:pt x="19430" y="11893"/>
                  <a:pt x="21633" y="14161"/>
                  <a:pt x="21599" y="16807"/>
                </a:cubicBezTo>
                <a:cubicBezTo>
                  <a:pt x="21566" y="19357"/>
                  <a:pt x="19589" y="21636"/>
                  <a:pt x="16738" y="21599"/>
                </a:cubicBezTo>
                <a:cubicBezTo>
                  <a:pt x="13991" y="21563"/>
                  <a:pt x="11998" y="19348"/>
                  <a:pt x="12029" y="16755"/>
                </a:cubicBezTo>
                <a:cubicBezTo>
                  <a:pt x="12061" y="14054"/>
                  <a:pt x="14145" y="11936"/>
                  <a:pt x="16814" y="11952"/>
                </a:cubicBezTo>
              </a:path>
              <a:path w="21600" h="21600">
                <a:moveTo>
                  <a:pt x="6508" y="11523"/>
                </a:moveTo>
                <a:lnTo>
                  <a:pt x="6508" y="11523"/>
                </a:lnTo>
                <a:lnTo>
                  <a:pt x="5371" y="11525"/>
                </a:lnTo>
                <a:cubicBezTo>
                  <a:pt x="5213" y="11529"/>
                  <a:pt x="5122" y="11628"/>
                  <a:pt x="5121" y="11791"/>
                </a:cubicBezTo>
                <a:cubicBezTo>
                  <a:pt x="5120" y="12203"/>
                  <a:pt x="5119" y="12615"/>
                  <a:pt x="5122" y="13026"/>
                </a:cubicBezTo>
                <a:cubicBezTo>
                  <a:pt x="5124" y="13205"/>
                  <a:pt x="5226" y="13321"/>
                  <a:pt x="5398" y="13328"/>
                </a:cubicBezTo>
                <a:cubicBezTo>
                  <a:pt x="5699" y="13341"/>
                  <a:pt x="6003" y="13346"/>
                  <a:pt x="6302" y="13317"/>
                </a:cubicBezTo>
                <a:cubicBezTo>
                  <a:pt x="6388" y="13309"/>
                  <a:pt x="6528" y="13172"/>
                  <a:pt x="6531" y="13091"/>
                </a:cubicBezTo>
                <a:lnTo>
                  <a:pt x="6508" y="11523"/>
                </a:lnTo>
                <a:lnTo>
                  <a:pt x="6509" y="11523"/>
                </a:lnTo>
              </a:path>
              <a:path w="21600" h="21600">
                <a:moveTo>
                  <a:pt x="2629" y="11517"/>
                </a:moveTo>
                <a:cubicBezTo>
                  <a:pt x="1615" y="11521"/>
                  <a:pt x="1753" y="11434"/>
                  <a:pt x="1742" y="12387"/>
                </a:cubicBezTo>
                <a:cubicBezTo>
                  <a:pt x="1742" y="12601"/>
                  <a:pt x="1742" y="12814"/>
                  <a:pt x="1742" y="13029"/>
                </a:cubicBezTo>
                <a:cubicBezTo>
                  <a:pt x="1742" y="13238"/>
                  <a:pt x="1851" y="13336"/>
                  <a:pt x="2053" y="13335"/>
                </a:cubicBezTo>
                <a:cubicBezTo>
                  <a:pt x="2325" y="13334"/>
                  <a:pt x="2598" y="13338"/>
                  <a:pt x="2870" y="13328"/>
                </a:cubicBezTo>
                <a:cubicBezTo>
                  <a:pt x="3065" y="13321"/>
                  <a:pt x="3174" y="13220"/>
                  <a:pt x="3172" y="13009"/>
                </a:cubicBezTo>
                <a:cubicBezTo>
                  <a:pt x="3167" y="12611"/>
                  <a:pt x="3169" y="12214"/>
                  <a:pt x="3171" y="11816"/>
                </a:cubicBezTo>
                <a:cubicBezTo>
                  <a:pt x="3171" y="11631"/>
                  <a:pt x="3088" y="11529"/>
                  <a:pt x="2901" y="11522"/>
                </a:cubicBezTo>
                <a:cubicBezTo>
                  <a:pt x="2810" y="11518"/>
                  <a:pt x="2720" y="11517"/>
                  <a:pt x="2629" y="11517"/>
                </a:cubicBezTo>
              </a:path>
              <a:path w="21600" h="21600">
                <a:moveTo>
                  <a:pt x="5386" y="8394"/>
                </a:moveTo>
                <a:cubicBezTo>
                  <a:pt x="5229" y="8397"/>
                  <a:pt x="5123" y="8475"/>
                  <a:pt x="5122" y="8645"/>
                </a:cubicBezTo>
                <a:cubicBezTo>
                  <a:pt x="5120" y="9074"/>
                  <a:pt x="5120" y="9504"/>
                  <a:pt x="5122" y="9933"/>
                </a:cubicBezTo>
                <a:cubicBezTo>
                  <a:pt x="5122" y="10098"/>
                  <a:pt x="5213" y="10196"/>
                  <a:pt x="5373" y="10199"/>
                </a:cubicBezTo>
                <a:cubicBezTo>
                  <a:pt x="5691" y="10205"/>
                  <a:pt x="6009" y="10203"/>
                  <a:pt x="6326" y="10192"/>
                </a:cubicBezTo>
                <a:cubicBezTo>
                  <a:pt x="6470" y="10188"/>
                  <a:pt x="6540" y="10081"/>
                  <a:pt x="6543" y="9944"/>
                </a:cubicBezTo>
                <a:cubicBezTo>
                  <a:pt x="6550" y="9729"/>
                  <a:pt x="6545" y="9515"/>
                  <a:pt x="6545" y="9300"/>
                </a:cubicBezTo>
                <a:lnTo>
                  <a:pt x="6546" y="9300"/>
                </a:lnTo>
                <a:cubicBezTo>
                  <a:pt x="6546" y="9086"/>
                  <a:pt x="6546" y="8872"/>
                  <a:pt x="6546" y="8656"/>
                </a:cubicBezTo>
                <a:cubicBezTo>
                  <a:pt x="6546" y="8487"/>
                  <a:pt x="6455" y="8398"/>
                  <a:pt x="6295" y="8394"/>
                </a:cubicBezTo>
                <a:cubicBezTo>
                  <a:pt x="5992" y="8388"/>
                  <a:pt x="5689" y="8389"/>
                  <a:pt x="5386" y="8394"/>
                </a:cubicBezTo>
              </a:path>
              <a:path w="21600" h="21600">
                <a:moveTo>
                  <a:pt x="2925" y="8394"/>
                </a:moveTo>
                <a:cubicBezTo>
                  <a:pt x="2608" y="8389"/>
                  <a:pt x="2290" y="8388"/>
                  <a:pt x="1973" y="8397"/>
                </a:cubicBezTo>
                <a:cubicBezTo>
                  <a:pt x="1835" y="8401"/>
                  <a:pt x="1748" y="8491"/>
                  <a:pt x="1747" y="8633"/>
                </a:cubicBezTo>
                <a:cubicBezTo>
                  <a:pt x="1743" y="9060"/>
                  <a:pt x="1740" y="9488"/>
                  <a:pt x="1750" y="9915"/>
                </a:cubicBezTo>
                <a:cubicBezTo>
                  <a:pt x="1753" y="10087"/>
                  <a:pt x="1846" y="10202"/>
                  <a:pt x="2035" y="10202"/>
                </a:cubicBezTo>
                <a:cubicBezTo>
                  <a:pt x="2322" y="10202"/>
                  <a:pt x="2610" y="10208"/>
                  <a:pt x="2896" y="10194"/>
                </a:cubicBezTo>
                <a:cubicBezTo>
                  <a:pt x="3068" y="10186"/>
                  <a:pt x="3172" y="10084"/>
                  <a:pt x="3172" y="9897"/>
                </a:cubicBezTo>
                <a:cubicBezTo>
                  <a:pt x="3172" y="9698"/>
                  <a:pt x="3172" y="9500"/>
                  <a:pt x="3172" y="9301"/>
                </a:cubicBezTo>
                <a:lnTo>
                  <a:pt x="3171" y="9302"/>
                </a:lnTo>
                <a:cubicBezTo>
                  <a:pt x="3171" y="9302"/>
                  <a:pt x="3171" y="9302"/>
                  <a:pt x="3170" y="9302"/>
                </a:cubicBezTo>
                <a:cubicBezTo>
                  <a:pt x="3170" y="9089"/>
                  <a:pt x="3171" y="8875"/>
                  <a:pt x="3170" y="8661"/>
                </a:cubicBezTo>
                <a:cubicBezTo>
                  <a:pt x="3169" y="8497"/>
                  <a:pt x="3088" y="8397"/>
                  <a:pt x="2925" y="8394"/>
                </a:cubicBezTo>
              </a:path>
              <a:path w="21600" h="21600">
                <a:moveTo>
                  <a:pt x="7562" y="6281"/>
                </a:moveTo>
                <a:cubicBezTo>
                  <a:pt x="7668" y="6281"/>
                  <a:pt x="7775" y="6276"/>
                  <a:pt x="7880" y="6289"/>
                </a:cubicBezTo>
                <a:cubicBezTo>
                  <a:pt x="8191" y="6328"/>
                  <a:pt x="8268" y="6415"/>
                  <a:pt x="8285" y="6728"/>
                </a:cubicBezTo>
                <a:cubicBezTo>
                  <a:pt x="8290" y="6820"/>
                  <a:pt x="8288" y="6912"/>
                  <a:pt x="8288" y="7004"/>
                </a:cubicBezTo>
                <a:cubicBezTo>
                  <a:pt x="8288" y="10621"/>
                  <a:pt x="8288" y="14238"/>
                  <a:pt x="8288" y="17855"/>
                </a:cubicBezTo>
                <a:cubicBezTo>
                  <a:pt x="8288" y="17917"/>
                  <a:pt x="8290" y="17977"/>
                  <a:pt x="8288" y="18039"/>
                </a:cubicBezTo>
                <a:cubicBezTo>
                  <a:pt x="8277" y="18460"/>
                  <a:pt x="8227" y="18518"/>
                  <a:pt x="7811" y="18518"/>
                </a:cubicBezTo>
                <a:cubicBezTo>
                  <a:pt x="5368" y="18522"/>
                  <a:pt x="2927" y="18522"/>
                  <a:pt x="484" y="18520"/>
                </a:cubicBezTo>
                <a:cubicBezTo>
                  <a:pt x="68" y="18520"/>
                  <a:pt x="3" y="18454"/>
                  <a:pt x="2" y="17992"/>
                </a:cubicBezTo>
                <a:cubicBezTo>
                  <a:pt x="-1" y="16122"/>
                  <a:pt x="0" y="14253"/>
                  <a:pt x="0" y="12383"/>
                </a:cubicBezTo>
                <a:lnTo>
                  <a:pt x="1" y="12384"/>
                </a:lnTo>
                <a:cubicBezTo>
                  <a:pt x="1" y="10575"/>
                  <a:pt x="1" y="8767"/>
                  <a:pt x="1" y="6958"/>
                </a:cubicBezTo>
                <a:cubicBezTo>
                  <a:pt x="1" y="6850"/>
                  <a:pt x="-3" y="6743"/>
                  <a:pt x="5" y="6637"/>
                </a:cubicBezTo>
                <a:cubicBezTo>
                  <a:pt x="22" y="6440"/>
                  <a:pt x="131" y="6335"/>
                  <a:pt x="331" y="6328"/>
                </a:cubicBezTo>
                <a:cubicBezTo>
                  <a:pt x="693" y="6315"/>
                  <a:pt x="1056" y="6285"/>
                  <a:pt x="1418" y="6284"/>
                </a:cubicBezTo>
                <a:cubicBezTo>
                  <a:pt x="3467" y="6280"/>
                  <a:pt x="5514" y="6281"/>
                  <a:pt x="7562" y="6281"/>
                </a:cubicBezTo>
              </a:path>
              <a:path w="21600" h="21600">
                <a:moveTo>
                  <a:pt x="7472" y="2772"/>
                </a:moveTo>
                <a:cubicBezTo>
                  <a:pt x="7553" y="2728"/>
                  <a:pt x="7668" y="2751"/>
                  <a:pt x="7807" y="2849"/>
                </a:cubicBezTo>
                <a:cubicBezTo>
                  <a:pt x="8068" y="3032"/>
                  <a:pt x="8306" y="3249"/>
                  <a:pt x="8552" y="3453"/>
                </a:cubicBezTo>
                <a:cubicBezTo>
                  <a:pt x="10030" y="4676"/>
                  <a:pt x="11507" y="5899"/>
                  <a:pt x="12982" y="7124"/>
                </a:cubicBezTo>
                <a:cubicBezTo>
                  <a:pt x="13744" y="7756"/>
                  <a:pt x="14499" y="8396"/>
                  <a:pt x="15261" y="9027"/>
                </a:cubicBezTo>
                <a:cubicBezTo>
                  <a:pt x="15459" y="9191"/>
                  <a:pt x="15591" y="9362"/>
                  <a:pt x="15579" y="9646"/>
                </a:cubicBezTo>
                <a:cubicBezTo>
                  <a:pt x="15559" y="10145"/>
                  <a:pt x="15577" y="10646"/>
                  <a:pt x="15574" y="11145"/>
                </a:cubicBezTo>
                <a:cubicBezTo>
                  <a:pt x="15573" y="11501"/>
                  <a:pt x="15567" y="11496"/>
                  <a:pt x="15262" y="11611"/>
                </a:cubicBezTo>
                <a:cubicBezTo>
                  <a:pt x="14910" y="11743"/>
                  <a:pt x="14561" y="11885"/>
                  <a:pt x="14178" y="12035"/>
                </a:cubicBezTo>
                <a:cubicBezTo>
                  <a:pt x="14139" y="11712"/>
                  <a:pt x="13925" y="11684"/>
                  <a:pt x="13658" y="11685"/>
                </a:cubicBezTo>
                <a:cubicBezTo>
                  <a:pt x="12263" y="11696"/>
                  <a:pt x="10867" y="11691"/>
                  <a:pt x="9470" y="11692"/>
                </a:cubicBezTo>
                <a:lnTo>
                  <a:pt x="8850" y="11692"/>
                </a:lnTo>
                <a:lnTo>
                  <a:pt x="8850" y="10511"/>
                </a:lnTo>
                <a:cubicBezTo>
                  <a:pt x="9029" y="10503"/>
                  <a:pt x="9189" y="10488"/>
                  <a:pt x="9349" y="10488"/>
                </a:cubicBezTo>
                <a:cubicBezTo>
                  <a:pt x="10730" y="10487"/>
                  <a:pt x="12111" y="10487"/>
                  <a:pt x="13491" y="10487"/>
                </a:cubicBezTo>
                <a:cubicBezTo>
                  <a:pt x="13598" y="10487"/>
                  <a:pt x="13704" y="10486"/>
                  <a:pt x="13810" y="10487"/>
                </a:cubicBezTo>
                <a:cubicBezTo>
                  <a:pt x="14013" y="10488"/>
                  <a:pt x="14123" y="10393"/>
                  <a:pt x="14124" y="10183"/>
                </a:cubicBezTo>
                <a:cubicBezTo>
                  <a:pt x="14124" y="10017"/>
                  <a:pt x="14124" y="9852"/>
                  <a:pt x="14124" y="9641"/>
                </a:cubicBezTo>
                <a:cubicBezTo>
                  <a:pt x="13900" y="9621"/>
                  <a:pt x="13725" y="9592"/>
                  <a:pt x="13550" y="9591"/>
                </a:cubicBezTo>
                <a:cubicBezTo>
                  <a:pt x="12154" y="9587"/>
                  <a:pt x="10758" y="9588"/>
                  <a:pt x="9362" y="9588"/>
                </a:cubicBezTo>
                <a:cubicBezTo>
                  <a:pt x="9212" y="9588"/>
                  <a:pt x="9062" y="9588"/>
                  <a:pt x="8858" y="9588"/>
                </a:cubicBezTo>
                <a:cubicBezTo>
                  <a:pt x="8847" y="9396"/>
                  <a:pt x="8830" y="9234"/>
                  <a:pt x="8829" y="9073"/>
                </a:cubicBezTo>
                <a:cubicBezTo>
                  <a:pt x="8826" y="8291"/>
                  <a:pt x="8832" y="7510"/>
                  <a:pt x="8827" y="6728"/>
                </a:cubicBezTo>
                <a:cubicBezTo>
                  <a:pt x="8823" y="6021"/>
                  <a:pt x="8533" y="5740"/>
                  <a:pt x="7822" y="5734"/>
                </a:cubicBezTo>
                <a:cubicBezTo>
                  <a:pt x="7673" y="5733"/>
                  <a:pt x="7523" y="5734"/>
                  <a:pt x="7354" y="5734"/>
                </a:cubicBezTo>
                <a:cubicBezTo>
                  <a:pt x="7257" y="5094"/>
                  <a:pt x="7314" y="4483"/>
                  <a:pt x="7307" y="3874"/>
                </a:cubicBezTo>
                <a:cubicBezTo>
                  <a:pt x="7305" y="3615"/>
                  <a:pt x="7326" y="3355"/>
                  <a:pt x="7336" y="3095"/>
                </a:cubicBezTo>
                <a:cubicBezTo>
                  <a:pt x="7343" y="2926"/>
                  <a:pt x="7391" y="2816"/>
                  <a:pt x="7472" y="2772"/>
                </a:cubicBezTo>
              </a:path>
              <a:path w="21600" h="21600">
                <a:moveTo>
                  <a:pt x="11201" y="1412"/>
                </a:moveTo>
                <a:cubicBezTo>
                  <a:pt x="9017" y="1412"/>
                  <a:pt x="6833" y="1409"/>
                  <a:pt x="4648" y="1414"/>
                </a:cubicBezTo>
                <a:cubicBezTo>
                  <a:pt x="4194" y="1415"/>
                  <a:pt x="4149" y="1492"/>
                  <a:pt x="4258" y="2020"/>
                </a:cubicBezTo>
                <a:lnTo>
                  <a:pt x="4257" y="2021"/>
                </a:lnTo>
                <a:cubicBezTo>
                  <a:pt x="4407" y="2030"/>
                  <a:pt x="4569" y="2048"/>
                  <a:pt x="4731" y="2049"/>
                </a:cubicBezTo>
                <a:cubicBezTo>
                  <a:pt x="5866" y="2057"/>
                  <a:pt x="7001" y="2062"/>
                  <a:pt x="8137" y="2070"/>
                </a:cubicBezTo>
                <a:cubicBezTo>
                  <a:pt x="8832" y="2075"/>
                  <a:pt x="9528" y="2092"/>
                  <a:pt x="10223" y="2090"/>
                </a:cubicBezTo>
                <a:cubicBezTo>
                  <a:pt x="10602" y="2089"/>
                  <a:pt x="10980" y="2058"/>
                  <a:pt x="11358" y="2042"/>
                </a:cubicBezTo>
                <a:cubicBezTo>
                  <a:pt x="11545" y="2035"/>
                  <a:pt x="11631" y="1938"/>
                  <a:pt x="11632" y="1752"/>
                </a:cubicBezTo>
                <a:cubicBezTo>
                  <a:pt x="11633" y="1573"/>
                  <a:pt x="11556" y="1459"/>
                  <a:pt x="11382" y="1421"/>
                </a:cubicBezTo>
                <a:cubicBezTo>
                  <a:pt x="11324" y="1408"/>
                  <a:pt x="11261" y="1412"/>
                  <a:pt x="11201" y="1412"/>
                </a:cubicBezTo>
              </a:path>
              <a:path w="21600" h="21600">
                <a:moveTo>
                  <a:pt x="3630" y="2"/>
                </a:moveTo>
                <a:cubicBezTo>
                  <a:pt x="6468" y="0"/>
                  <a:pt x="9306" y="0"/>
                  <a:pt x="12144" y="2"/>
                </a:cubicBezTo>
                <a:cubicBezTo>
                  <a:pt x="12586" y="2"/>
                  <a:pt x="12643" y="55"/>
                  <a:pt x="12644" y="505"/>
                </a:cubicBezTo>
                <a:cubicBezTo>
                  <a:pt x="12649" y="2238"/>
                  <a:pt x="12647" y="3970"/>
                  <a:pt x="12644" y="5703"/>
                </a:cubicBezTo>
                <a:cubicBezTo>
                  <a:pt x="12644" y="5804"/>
                  <a:pt x="12618" y="5905"/>
                  <a:pt x="12593" y="6085"/>
                </a:cubicBezTo>
                <a:cubicBezTo>
                  <a:pt x="11781" y="5406"/>
                  <a:pt x="11019" y="4770"/>
                  <a:pt x="10257" y="4133"/>
                </a:cubicBezTo>
                <a:cubicBezTo>
                  <a:pt x="10269" y="4100"/>
                  <a:pt x="10281" y="4068"/>
                  <a:pt x="10293" y="4035"/>
                </a:cubicBezTo>
                <a:lnTo>
                  <a:pt x="10293" y="4034"/>
                </a:lnTo>
                <a:cubicBezTo>
                  <a:pt x="10610" y="4034"/>
                  <a:pt x="10927" y="4044"/>
                  <a:pt x="11242" y="4028"/>
                </a:cubicBezTo>
                <a:cubicBezTo>
                  <a:pt x="11352" y="4023"/>
                  <a:pt x="11498" y="3983"/>
                  <a:pt x="11558" y="3904"/>
                </a:cubicBezTo>
                <a:cubicBezTo>
                  <a:pt x="11619" y="3824"/>
                  <a:pt x="11638" y="3656"/>
                  <a:pt x="11595" y="3565"/>
                </a:cubicBezTo>
                <a:cubicBezTo>
                  <a:pt x="11557" y="3483"/>
                  <a:pt x="11411" y="3411"/>
                  <a:pt x="11310" y="3407"/>
                </a:cubicBezTo>
                <a:cubicBezTo>
                  <a:pt x="10825" y="3390"/>
                  <a:pt x="10338" y="3384"/>
                  <a:pt x="9854" y="3402"/>
                </a:cubicBezTo>
                <a:cubicBezTo>
                  <a:pt x="9515" y="3414"/>
                  <a:pt x="9239" y="3332"/>
                  <a:pt x="8989" y="3088"/>
                </a:cubicBezTo>
                <a:cubicBezTo>
                  <a:pt x="8739" y="2844"/>
                  <a:pt x="8444" y="2648"/>
                  <a:pt x="8180" y="2418"/>
                </a:cubicBezTo>
                <a:cubicBezTo>
                  <a:pt x="7898" y="2171"/>
                  <a:pt x="7579" y="2105"/>
                  <a:pt x="7253" y="2261"/>
                </a:cubicBezTo>
                <a:cubicBezTo>
                  <a:pt x="6930" y="2413"/>
                  <a:pt x="6749" y="2692"/>
                  <a:pt x="6756" y="3072"/>
                </a:cubicBezTo>
                <a:cubicBezTo>
                  <a:pt x="6758" y="3147"/>
                  <a:pt x="6743" y="3221"/>
                  <a:pt x="6731" y="3338"/>
                </a:cubicBezTo>
                <a:cubicBezTo>
                  <a:pt x="5907" y="3490"/>
                  <a:pt x="5071" y="3320"/>
                  <a:pt x="4243" y="3436"/>
                </a:cubicBezTo>
                <a:cubicBezTo>
                  <a:pt x="4223" y="3511"/>
                  <a:pt x="4192" y="3567"/>
                  <a:pt x="4192" y="3623"/>
                </a:cubicBezTo>
                <a:cubicBezTo>
                  <a:pt x="4188" y="3984"/>
                  <a:pt x="4223" y="4027"/>
                  <a:pt x="4570" y="4033"/>
                </a:cubicBezTo>
                <a:cubicBezTo>
                  <a:pt x="5040" y="4040"/>
                  <a:pt x="5511" y="4035"/>
                  <a:pt x="5982" y="4035"/>
                </a:cubicBezTo>
                <a:cubicBezTo>
                  <a:pt x="6221" y="4035"/>
                  <a:pt x="6459" y="4035"/>
                  <a:pt x="6725" y="4035"/>
                </a:cubicBezTo>
                <a:lnTo>
                  <a:pt x="6725" y="5703"/>
                </a:lnTo>
                <a:lnTo>
                  <a:pt x="3229" y="5703"/>
                </a:lnTo>
                <a:cubicBezTo>
                  <a:pt x="3211" y="5609"/>
                  <a:pt x="3175" y="5509"/>
                  <a:pt x="3175" y="5408"/>
                </a:cubicBezTo>
                <a:cubicBezTo>
                  <a:pt x="3172" y="3752"/>
                  <a:pt x="3170" y="2097"/>
                  <a:pt x="3173" y="440"/>
                </a:cubicBezTo>
                <a:cubicBezTo>
                  <a:pt x="3173" y="46"/>
                  <a:pt x="3222" y="2"/>
                  <a:pt x="3630" y="2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1048976" name="曲线"/>
          <p:cNvSpPr/>
          <p:nvPr/>
        </p:nvSpPr>
        <p:spPr>
          <a:xfrm rot="0">
            <a:off x="10500513" y="2545773"/>
            <a:ext cx="635420" cy="806595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2491" y="9674"/>
                </a:moveTo>
                <a:cubicBezTo>
                  <a:pt x="2246" y="9936"/>
                  <a:pt x="2095" y="10191"/>
                  <a:pt x="1973" y="10450"/>
                </a:cubicBezTo>
                <a:cubicBezTo>
                  <a:pt x="1405" y="11660"/>
                  <a:pt x="1215" y="12906"/>
                  <a:pt x="1465" y="14185"/>
                </a:cubicBezTo>
                <a:cubicBezTo>
                  <a:pt x="1638" y="15069"/>
                  <a:pt x="1994" y="15905"/>
                  <a:pt x="2537" y="16692"/>
                </a:cubicBezTo>
                <a:cubicBezTo>
                  <a:pt x="3038" y="17419"/>
                  <a:pt x="3696" y="18049"/>
                  <a:pt x="4466" y="18605"/>
                </a:cubicBezTo>
                <a:cubicBezTo>
                  <a:pt x="5322" y="19224"/>
                  <a:pt x="6290" y="19707"/>
                  <a:pt x="7381" y="20030"/>
                </a:cubicBezTo>
                <a:cubicBezTo>
                  <a:pt x="7464" y="20054"/>
                  <a:pt x="7557" y="20054"/>
                  <a:pt x="7679" y="20069"/>
                </a:cubicBezTo>
                <a:cubicBezTo>
                  <a:pt x="7596" y="19547"/>
                  <a:pt x="7545" y="19062"/>
                  <a:pt x="7438" y="18586"/>
                </a:cubicBezTo>
                <a:cubicBezTo>
                  <a:pt x="7215" y="17597"/>
                  <a:pt x="6940" y="16619"/>
                  <a:pt x="6486" y="15676"/>
                </a:cubicBezTo>
                <a:cubicBezTo>
                  <a:pt x="6079" y="14828"/>
                  <a:pt x="5662" y="13985"/>
                  <a:pt x="5083" y="13197"/>
                </a:cubicBezTo>
                <a:cubicBezTo>
                  <a:pt x="4359" y="12210"/>
                  <a:pt x="3646" y="11218"/>
                  <a:pt x="2926" y="10229"/>
                </a:cubicBezTo>
                <a:cubicBezTo>
                  <a:pt x="2799" y="10055"/>
                  <a:pt x="2658" y="9886"/>
                  <a:pt x="2491" y="9675"/>
                </a:cubicBezTo>
              </a:path>
              <a:path w="21600" h="21600">
                <a:moveTo>
                  <a:pt x="19037" y="9475"/>
                </a:moveTo>
                <a:cubicBezTo>
                  <a:pt x="18956" y="9577"/>
                  <a:pt x="18887" y="9657"/>
                  <a:pt x="18827" y="9741"/>
                </a:cubicBezTo>
                <a:cubicBezTo>
                  <a:pt x="18453" y="10257"/>
                  <a:pt x="18081" y="10773"/>
                  <a:pt x="17710" y="11290"/>
                </a:cubicBezTo>
                <a:cubicBezTo>
                  <a:pt x="17133" y="12095"/>
                  <a:pt x="16534" y="12891"/>
                  <a:pt x="15985" y="13707"/>
                </a:cubicBezTo>
                <a:cubicBezTo>
                  <a:pt x="15325" y="14690"/>
                  <a:pt x="14821" y="15725"/>
                  <a:pt x="14460" y="16802"/>
                </a:cubicBezTo>
                <a:cubicBezTo>
                  <a:pt x="14126" y="17802"/>
                  <a:pt x="13935" y="18821"/>
                  <a:pt x="13795" y="19847"/>
                </a:cubicBezTo>
                <a:cubicBezTo>
                  <a:pt x="13784" y="19930"/>
                  <a:pt x="13794" y="20015"/>
                  <a:pt x="13794" y="20133"/>
                </a:cubicBezTo>
                <a:lnTo>
                  <a:pt x="13794" y="20134"/>
                </a:lnTo>
                <a:cubicBezTo>
                  <a:pt x="13945" y="20097"/>
                  <a:pt x="14064" y="20079"/>
                  <a:pt x="14172" y="20040"/>
                </a:cubicBezTo>
                <a:cubicBezTo>
                  <a:pt x="14608" y="19880"/>
                  <a:pt x="15055" y="19735"/>
                  <a:pt x="15472" y="19549"/>
                </a:cubicBezTo>
                <a:cubicBezTo>
                  <a:pt x="16833" y="18944"/>
                  <a:pt x="17925" y="18109"/>
                  <a:pt x="18766" y="17075"/>
                </a:cubicBezTo>
                <a:cubicBezTo>
                  <a:pt x="19455" y="16229"/>
                  <a:pt x="19887" y="15302"/>
                  <a:pt x="20104" y="14310"/>
                </a:cubicBezTo>
                <a:cubicBezTo>
                  <a:pt x="20260" y="13595"/>
                  <a:pt x="20281" y="12879"/>
                  <a:pt x="20165" y="12162"/>
                </a:cubicBezTo>
                <a:cubicBezTo>
                  <a:pt x="20052" y="11464"/>
                  <a:pt x="19789" y="10793"/>
                  <a:pt x="19512" y="10128"/>
                </a:cubicBezTo>
                <a:cubicBezTo>
                  <a:pt x="19417" y="9900"/>
                  <a:pt x="19299" y="9661"/>
                  <a:pt x="19037" y="9475"/>
                </a:cubicBezTo>
              </a:path>
              <a:path w="21600" h="21600">
                <a:moveTo>
                  <a:pt x="10661" y="8926"/>
                </a:moveTo>
                <a:cubicBezTo>
                  <a:pt x="11988" y="8913"/>
                  <a:pt x="13271" y="9827"/>
                  <a:pt x="13210" y="10924"/>
                </a:cubicBezTo>
                <a:cubicBezTo>
                  <a:pt x="13265" y="12067"/>
                  <a:pt x="11989" y="12940"/>
                  <a:pt x="10687" y="12944"/>
                </a:cubicBezTo>
                <a:cubicBezTo>
                  <a:pt x="9365" y="12949"/>
                  <a:pt x="8109" y="12083"/>
                  <a:pt x="8124" y="10915"/>
                </a:cubicBezTo>
                <a:cubicBezTo>
                  <a:pt x="8138" y="9832"/>
                  <a:pt x="9281" y="8939"/>
                  <a:pt x="10661" y="8926"/>
                </a:cubicBezTo>
              </a:path>
              <a:path w="21600" h="21600">
                <a:moveTo>
                  <a:pt x="8936" y="3972"/>
                </a:moveTo>
                <a:lnTo>
                  <a:pt x="8936" y="7174"/>
                </a:lnTo>
                <a:cubicBezTo>
                  <a:pt x="7959" y="7316"/>
                  <a:pt x="7199" y="7127"/>
                  <a:pt x="6759" y="6371"/>
                </a:cubicBezTo>
                <a:cubicBezTo>
                  <a:pt x="5568" y="6814"/>
                  <a:pt x="4571" y="7418"/>
                  <a:pt x="3683" y="8191"/>
                </a:cubicBezTo>
                <a:cubicBezTo>
                  <a:pt x="3900" y="8431"/>
                  <a:pt x="4105" y="8659"/>
                  <a:pt x="4310" y="8887"/>
                </a:cubicBezTo>
                <a:cubicBezTo>
                  <a:pt x="4581" y="9189"/>
                  <a:pt x="4846" y="9494"/>
                  <a:pt x="5125" y="9792"/>
                </a:cubicBezTo>
                <a:cubicBezTo>
                  <a:pt x="5535" y="10231"/>
                  <a:pt x="5957" y="10664"/>
                  <a:pt x="6369" y="11102"/>
                </a:cubicBezTo>
                <a:cubicBezTo>
                  <a:pt x="6715" y="11470"/>
                  <a:pt x="7060" y="11837"/>
                  <a:pt x="7392" y="12213"/>
                </a:cubicBezTo>
                <a:cubicBezTo>
                  <a:pt x="7888" y="12777"/>
                  <a:pt x="8499" y="13244"/>
                  <a:pt x="9293" y="13527"/>
                </a:cubicBezTo>
                <a:cubicBezTo>
                  <a:pt x="9892" y="13742"/>
                  <a:pt x="10514" y="13844"/>
                  <a:pt x="11202" y="13735"/>
                </a:cubicBezTo>
                <a:cubicBezTo>
                  <a:pt x="12301" y="13560"/>
                  <a:pt x="13108" y="13080"/>
                  <a:pt x="13767" y="12401"/>
                </a:cubicBezTo>
                <a:cubicBezTo>
                  <a:pt x="14045" y="12115"/>
                  <a:pt x="14335" y="11837"/>
                  <a:pt x="14613" y="11550"/>
                </a:cubicBezTo>
                <a:cubicBezTo>
                  <a:pt x="14927" y="11225"/>
                  <a:pt x="15240" y="10899"/>
                  <a:pt x="15542" y="10567"/>
                </a:cubicBezTo>
                <a:cubicBezTo>
                  <a:pt x="16218" y="9823"/>
                  <a:pt x="16887" y="9075"/>
                  <a:pt x="17557" y="8328"/>
                </a:cubicBezTo>
                <a:cubicBezTo>
                  <a:pt x="17621" y="8256"/>
                  <a:pt x="17677" y="8181"/>
                  <a:pt x="17759" y="8080"/>
                </a:cubicBezTo>
                <a:cubicBezTo>
                  <a:pt x="16962" y="7388"/>
                  <a:pt x="16051" y="6827"/>
                  <a:pt x="14961" y="6426"/>
                </a:cubicBezTo>
                <a:cubicBezTo>
                  <a:pt x="14830" y="6564"/>
                  <a:pt x="14723" y="6692"/>
                  <a:pt x="14596" y="6807"/>
                </a:cubicBezTo>
                <a:cubicBezTo>
                  <a:pt x="14306" y="7073"/>
                  <a:pt x="13934" y="7207"/>
                  <a:pt x="13487" y="7208"/>
                </a:cubicBezTo>
                <a:cubicBezTo>
                  <a:pt x="13216" y="7208"/>
                  <a:pt x="12946" y="7208"/>
                  <a:pt x="12655" y="7208"/>
                </a:cubicBezTo>
                <a:cubicBezTo>
                  <a:pt x="12641" y="6965"/>
                  <a:pt x="12629" y="6748"/>
                  <a:pt x="12614" y="6498"/>
                </a:cubicBezTo>
                <a:cubicBezTo>
                  <a:pt x="12304" y="6498"/>
                  <a:pt x="12035" y="6498"/>
                  <a:pt x="11765" y="6498"/>
                </a:cubicBezTo>
                <a:cubicBezTo>
                  <a:pt x="11678" y="6498"/>
                  <a:pt x="11591" y="6502"/>
                  <a:pt x="11505" y="6495"/>
                </a:cubicBezTo>
                <a:cubicBezTo>
                  <a:pt x="11343" y="6481"/>
                  <a:pt x="11274" y="6392"/>
                  <a:pt x="11254" y="6277"/>
                </a:cubicBezTo>
                <a:cubicBezTo>
                  <a:pt x="11234" y="6160"/>
                  <a:pt x="11315" y="6069"/>
                  <a:pt x="11472" y="6044"/>
                </a:cubicBezTo>
                <a:cubicBezTo>
                  <a:pt x="11580" y="6027"/>
                  <a:pt x="11694" y="6033"/>
                  <a:pt x="11804" y="6031"/>
                </a:cubicBezTo>
                <a:cubicBezTo>
                  <a:pt x="12027" y="6028"/>
                  <a:pt x="12250" y="6029"/>
                  <a:pt x="12472" y="6025"/>
                </a:cubicBezTo>
                <a:cubicBezTo>
                  <a:pt x="12507" y="6024"/>
                  <a:pt x="12542" y="6008"/>
                  <a:pt x="12597" y="5994"/>
                </a:cubicBezTo>
                <a:cubicBezTo>
                  <a:pt x="12721" y="5744"/>
                  <a:pt x="12587" y="5487"/>
                  <a:pt x="12662" y="5204"/>
                </a:cubicBezTo>
                <a:cubicBezTo>
                  <a:pt x="12365" y="5199"/>
                  <a:pt x="12133" y="5197"/>
                  <a:pt x="11901" y="5190"/>
                </a:cubicBezTo>
                <a:cubicBezTo>
                  <a:pt x="11766" y="5185"/>
                  <a:pt x="11627" y="5183"/>
                  <a:pt x="11497" y="5158"/>
                </a:cubicBezTo>
                <a:cubicBezTo>
                  <a:pt x="11308" y="5122"/>
                  <a:pt x="11242" y="5042"/>
                  <a:pt x="11253" y="4909"/>
                </a:cubicBezTo>
                <a:cubicBezTo>
                  <a:pt x="11263" y="4788"/>
                  <a:pt x="11361" y="4703"/>
                  <a:pt x="11542" y="4686"/>
                </a:cubicBezTo>
                <a:cubicBezTo>
                  <a:pt x="11688" y="4672"/>
                  <a:pt x="11838" y="4681"/>
                  <a:pt x="11987" y="4678"/>
                </a:cubicBezTo>
                <a:cubicBezTo>
                  <a:pt x="12182" y="4675"/>
                  <a:pt x="12377" y="4670"/>
                  <a:pt x="12600" y="4665"/>
                </a:cubicBezTo>
                <a:cubicBezTo>
                  <a:pt x="12618" y="4429"/>
                  <a:pt x="12634" y="4219"/>
                  <a:pt x="12651" y="3987"/>
                </a:cubicBezTo>
                <a:cubicBezTo>
                  <a:pt x="13355" y="3950"/>
                  <a:pt x="14060" y="3888"/>
                  <a:pt x="14604" y="4376"/>
                </a:cubicBezTo>
                <a:cubicBezTo>
                  <a:pt x="14815" y="4565"/>
                  <a:pt x="14970" y="4771"/>
                  <a:pt x="14980" y="5025"/>
                </a:cubicBezTo>
                <a:cubicBezTo>
                  <a:pt x="14986" y="5172"/>
                  <a:pt x="15058" y="5251"/>
                  <a:pt x="15229" y="5312"/>
                </a:cubicBezTo>
                <a:cubicBezTo>
                  <a:pt x="16080" y="5613"/>
                  <a:pt x="16869" y="5997"/>
                  <a:pt x="17590" y="6463"/>
                </a:cubicBezTo>
                <a:cubicBezTo>
                  <a:pt x="18970" y="7355"/>
                  <a:pt x="20026" y="8440"/>
                  <a:pt x="20735" y="9739"/>
                </a:cubicBezTo>
                <a:cubicBezTo>
                  <a:pt x="21173" y="10543"/>
                  <a:pt x="21476" y="11378"/>
                  <a:pt x="21556" y="12244"/>
                </a:cubicBezTo>
                <a:cubicBezTo>
                  <a:pt x="21631" y="13068"/>
                  <a:pt x="21623" y="13897"/>
                  <a:pt x="21416" y="14719"/>
                </a:cubicBezTo>
                <a:cubicBezTo>
                  <a:pt x="21105" y="15954"/>
                  <a:pt x="20480" y="17081"/>
                  <a:pt x="19557" y="18097"/>
                </a:cubicBezTo>
                <a:cubicBezTo>
                  <a:pt x="18669" y="19074"/>
                  <a:pt x="17549" y="19864"/>
                  <a:pt x="16221" y="20467"/>
                </a:cubicBezTo>
                <a:cubicBezTo>
                  <a:pt x="15215" y="20924"/>
                  <a:pt x="14153" y="21258"/>
                  <a:pt x="13014" y="21438"/>
                </a:cubicBezTo>
                <a:cubicBezTo>
                  <a:pt x="12408" y="21534"/>
                  <a:pt x="11798" y="21604"/>
                  <a:pt x="11175" y="21599"/>
                </a:cubicBezTo>
                <a:cubicBezTo>
                  <a:pt x="10296" y="21593"/>
                  <a:pt x="9423" y="21592"/>
                  <a:pt x="8556" y="21436"/>
                </a:cubicBezTo>
                <a:cubicBezTo>
                  <a:pt x="7621" y="21267"/>
                  <a:pt x="6727" y="21026"/>
                  <a:pt x="5874" y="20684"/>
                </a:cubicBezTo>
                <a:cubicBezTo>
                  <a:pt x="4086" y="19969"/>
                  <a:pt x="2668" y="18932"/>
                  <a:pt x="1614" y="17596"/>
                </a:cubicBezTo>
                <a:cubicBezTo>
                  <a:pt x="829" y="16602"/>
                  <a:pt x="307" y="15524"/>
                  <a:pt x="103" y="14356"/>
                </a:cubicBezTo>
                <a:cubicBezTo>
                  <a:pt x="-27" y="13607"/>
                  <a:pt x="-25" y="12852"/>
                  <a:pt x="59" y="12108"/>
                </a:cubicBezTo>
                <a:cubicBezTo>
                  <a:pt x="192" y="10952"/>
                  <a:pt x="666" y="9865"/>
                  <a:pt x="1409" y="8856"/>
                </a:cubicBezTo>
                <a:cubicBezTo>
                  <a:pt x="1827" y="8289"/>
                  <a:pt x="2312" y="7759"/>
                  <a:pt x="2883" y="7283"/>
                </a:cubicBezTo>
                <a:cubicBezTo>
                  <a:pt x="3888" y="6447"/>
                  <a:pt x="5040" y="5768"/>
                  <a:pt x="6387" y="5307"/>
                </a:cubicBezTo>
                <a:cubicBezTo>
                  <a:pt x="6597" y="5235"/>
                  <a:pt x="6712" y="5157"/>
                  <a:pt x="6739" y="4955"/>
                </a:cubicBezTo>
                <a:cubicBezTo>
                  <a:pt x="6802" y="4486"/>
                  <a:pt x="7475" y="4013"/>
                  <a:pt x="8092" y="3976"/>
                </a:cubicBezTo>
                <a:cubicBezTo>
                  <a:pt x="8361" y="3959"/>
                  <a:pt x="8631" y="3973"/>
                  <a:pt x="8934" y="3973"/>
                </a:cubicBezTo>
              </a:path>
              <a:path w="21600" h="21600">
                <a:moveTo>
                  <a:pt x="5659" y="33"/>
                </a:moveTo>
                <a:cubicBezTo>
                  <a:pt x="6712" y="585"/>
                  <a:pt x="7767" y="1136"/>
                  <a:pt x="8853" y="1705"/>
                </a:cubicBezTo>
                <a:cubicBezTo>
                  <a:pt x="8725" y="1811"/>
                  <a:pt x="8627" y="1896"/>
                  <a:pt x="8523" y="1975"/>
                </a:cubicBezTo>
                <a:cubicBezTo>
                  <a:pt x="8315" y="2135"/>
                  <a:pt x="8303" y="2163"/>
                  <a:pt x="8452" y="2342"/>
                </a:cubicBezTo>
                <a:cubicBezTo>
                  <a:pt x="8737" y="2684"/>
                  <a:pt x="9029" y="3021"/>
                  <a:pt x="9316" y="3361"/>
                </a:cubicBezTo>
                <a:cubicBezTo>
                  <a:pt x="9424" y="3489"/>
                  <a:pt x="9523" y="3621"/>
                  <a:pt x="9622" y="3746"/>
                </a:cubicBezTo>
                <a:cubicBezTo>
                  <a:pt x="9594" y="3768"/>
                  <a:pt x="9588" y="3778"/>
                  <a:pt x="9577" y="3782"/>
                </a:cubicBezTo>
                <a:cubicBezTo>
                  <a:pt x="9567" y="3785"/>
                  <a:pt x="9551" y="3787"/>
                  <a:pt x="9543" y="3782"/>
                </a:cubicBezTo>
                <a:cubicBezTo>
                  <a:pt x="8585" y="3284"/>
                  <a:pt x="7628" y="2785"/>
                  <a:pt x="6671" y="2285"/>
                </a:cubicBezTo>
                <a:cubicBezTo>
                  <a:pt x="6612" y="2254"/>
                  <a:pt x="6561" y="2214"/>
                  <a:pt x="6482" y="2162"/>
                </a:cubicBezTo>
                <a:lnTo>
                  <a:pt x="7010" y="1725"/>
                </a:lnTo>
                <a:lnTo>
                  <a:pt x="7011" y="1726"/>
                </a:lnTo>
                <a:lnTo>
                  <a:pt x="7010" y="1725"/>
                </a:lnTo>
                <a:lnTo>
                  <a:pt x="7010" y="1725"/>
                </a:lnTo>
                <a:lnTo>
                  <a:pt x="5630" y="67"/>
                </a:lnTo>
                <a:cubicBezTo>
                  <a:pt x="5639" y="56"/>
                  <a:pt x="5649" y="45"/>
                  <a:pt x="5659" y="33"/>
                </a:cubicBezTo>
              </a:path>
              <a:path w="21600" h="21600">
                <a:moveTo>
                  <a:pt x="16076" y="0"/>
                </a:moveTo>
                <a:cubicBezTo>
                  <a:pt x="16090" y="12"/>
                  <a:pt x="16105" y="24"/>
                  <a:pt x="16119" y="36"/>
                </a:cubicBezTo>
                <a:lnTo>
                  <a:pt x="16120" y="36"/>
                </a:lnTo>
                <a:cubicBezTo>
                  <a:pt x="15659" y="587"/>
                  <a:pt x="15198" y="1138"/>
                  <a:pt x="14729" y="1700"/>
                </a:cubicBezTo>
                <a:cubicBezTo>
                  <a:pt x="14917" y="1858"/>
                  <a:pt x="15090" y="2005"/>
                  <a:pt x="15278" y="2163"/>
                </a:cubicBezTo>
                <a:cubicBezTo>
                  <a:pt x="14190" y="2729"/>
                  <a:pt x="13130" y="3280"/>
                  <a:pt x="12029" y="3853"/>
                </a:cubicBezTo>
                <a:cubicBezTo>
                  <a:pt x="12111" y="3606"/>
                  <a:pt x="12334" y="3465"/>
                  <a:pt x="12468" y="3284"/>
                </a:cubicBezTo>
                <a:cubicBezTo>
                  <a:pt x="12611" y="3091"/>
                  <a:pt x="12766" y="2903"/>
                  <a:pt x="12923" y="2717"/>
                </a:cubicBezTo>
                <a:cubicBezTo>
                  <a:pt x="13080" y="2531"/>
                  <a:pt x="13245" y="2351"/>
                  <a:pt x="13427" y="2144"/>
                </a:cubicBezTo>
                <a:cubicBezTo>
                  <a:pt x="13249" y="1998"/>
                  <a:pt x="13074" y="1854"/>
                  <a:pt x="12861" y="1680"/>
                </a:cubicBezTo>
                <a:cubicBezTo>
                  <a:pt x="13949" y="1111"/>
                  <a:pt x="15012" y="556"/>
                  <a:pt x="16076" y="0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1048977" name="曲线"/>
          <p:cNvSpPr/>
          <p:nvPr/>
        </p:nvSpPr>
        <p:spPr>
          <a:xfrm rot="0">
            <a:off x="5422124" y="3946903"/>
            <a:ext cx="532510" cy="77087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17268" y="17940"/>
                </a:moveTo>
                <a:cubicBezTo>
                  <a:pt x="16228" y="17943"/>
                  <a:pt x="15226" y="17911"/>
                  <a:pt x="14230" y="17956"/>
                </a:cubicBezTo>
                <a:lnTo>
                  <a:pt x="14230" y="18463"/>
                </a:lnTo>
                <a:lnTo>
                  <a:pt x="17268" y="18463"/>
                </a:lnTo>
              </a:path>
              <a:path w="21600" h="21600">
                <a:moveTo>
                  <a:pt x="10786" y="15813"/>
                </a:moveTo>
                <a:lnTo>
                  <a:pt x="10785" y="15814"/>
                </a:lnTo>
                <a:cubicBezTo>
                  <a:pt x="10399" y="16827"/>
                  <a:pt x="10029" y="17790"/>
                  <a:pt x="9666" y="18754"/>
                </a:cubicBezTo>
                <a:cubicBezTo>
                  <a:pt x="9606" y="18912"/>
                  <a:pt x="9569" y="19068"/>
                  <a:pt x="9718" y="19228"/>
                </a:cubicBezTo>
                <a:cubicBezTo>
                  <a:pt x="10080" y="19618"/>
                  <a:pt x="10418" y="20018"/>
                  <a:pt x="10808" y="20462"/>
                </a:cubicBezTo>
                <a:cubicBezTo>
                  <a:pt x="11200" y="20037"/>
                  <a:pt x="11546" y="19640"/>
                  <a:pt x="11926" y="19258"/>
                </a:cubicBezTo>
                <a:cubicBezTo>
                  <a:pt x="12091" y="19093"/>
                  <a:pt x="12106" y="18943"/>
                  <a:pt x="12030" y="18759"/>
                </a:cubicBezTo>
                <a:cubicBezTo>
                  <a:pt x="11670" y="17876"/>
                  <a:pt x="11322" y="16991"/>
                  <a:pt x="10966" y="16108"/>
                </a:cubicBezTo>
                <a:cubicBezTo>
                  <a:pt x="10930" y="16020"/>
                  <a:pt x="10864" y="15938"/>
                  <a:pt x="10786" y="15813"/>
                </a:cubicBezTo>
              </a:path>
              <a:path w="21600" h="21600">
                <a:moveTo>
                  <a:pt x="7742" y="14270"/>
                </a:moveTo>
                <a:cubicBezTo>
                  <a:pt x="7998" y="14221"/>
                  <a:pt x="8159" y="14293"/>
                  <a:pt x="8335" y="14388"/>
                </a:cubicBezTo>
                <a:cubicBezTo>
                  <a:pt x="9137" y="14820"/>
                  <a:pt x="9941" y="15250"/>
                  <a:pt x="10803" y="15712"/>
                </a:cubicBezTo>
                <a:lnTo>
                  <a:pt x="10804" y="15711"/>
                </a:lnTo>
                <a:cubicBezTo>
                  <a:pt x="11587" y="15295"/>
                  <a:pt x="12360" y="14905"/>
                  <a:pt x="13095" y="14483"/>
                </a:cubicBezTo>
                <a:cubicBezTo>
                  <a:pt x="13455" y="14276"/>
                  <a:pt x="13775" y="14231"/>
                  <a:pt x="14227" y="14330"/>
                </a:cubicBezTo>
                <a:cubicBezTo>
                  <a:pt x="15929" y="14706"/>
                  <a:pt x="17552" y="15181"/>
                  <a:pt x="18959" y="15962"/>
                </a:cubicBezTo>
                <a:cubicBezTo>
                  <a:pt x="20156" y="16626"/>
                  <a:pt x="21052" y="17433"/>
                  <a:pt x="21438" y="18477"/>
                </a:cubicBezTo>
                <a:cubicBezTo>
                  <a:pt x="21506" y="18664"/>
                  <a:pt x="21579" y="18853"/>
                  <a:pt x="21596" y="19043"/>
                </a:cubicBezTo>
                <a:cubicBezTo>
                  <a:pt x="21633" y="19432"/>
                  <a:pt x="21390" y="19733"/>
                  <a:pt x="20919" y="19950"/>
                </a:cubicBezTo>
                <a:cubicBezTo>
                  <a:pt x="19830" y="20450"/>
                  <a:pt x="18639" y="20790"/>
                  <a:pt x="17385" y="21033"/>
                </a:cubicBezTo>
                <a:cubicBezTo>
                  <a:pt x="15981" y="21306"/>
                  <a:pt x="14551" y="21485"/>
                  <a:pt x="13092" y="21529"/>
                </a:cubicBezTo>
                <a:cubicBezTo>
                  <a:pt x="11976" y="21563"/>
                  <a:pt x="10857" y="21622"/>
                  <a:pt x="9744" y="21591"/>
                </a:cubicBezTo>
                <a:cubicBezTo>
                  <a:pt x="7164" y="21518"/>
                  <a:pt x="4622" y="21280"/>
                  <a:pt x="2242" y="20528"/>
                </a:cubicBezTo>
                <a:cubicBezTo>
                  <a:pt x="1808" y="20391"/>
                  <a:pt x="1386" y="20234"/>
                  <a:pt x="973" y="20068"/>
                </a:cubicBezTo>
                <a:cubicBezTo>
                  <a:pt x="-33" y="19665"/>
                  <a:pt x="-121" y="19377"/>
                  <a:pt x="99" y="18616"/>
                </a:cubicBezTo>
                <a:cubicBezTo>
                  <a:pt x="369" y="17685"/>
                  <a:pt x="1094" y="16908"/>
                  <a:pt x="2109" y="16271"/>
                </a:cubicBezTo>
                <a:cubicBezTo>
                  <a:pt x="3726" y="15258"/>
                  <a:pt x="5660" y="14665"/>
                  <a:pt x="7742" y="14270"/>
                </a:cubicBezTo>
              </a:path>
              <a:path w="21600" h="21600">
                <a:moveTo>
                  <a:pt x="8417" y="13156"/>
                </a:moveTo>
                <a:lnTo>
                  <a:pt x="13218" y="13156"/>
                </a:lnTo>
                <a:cubicBezTo>
                  <a:pt x="12915" y="13632"/>
                  <a:pt x="12385" y="13804"/>
                  <a:pt x="11794" y="13906"/>
                </a:cubicBezTo>
                <a:cubicBezTo>
                  <a:pt x="11581" y="13943"/>
                  <a:pt x="11405" y="13965"/>
                  <a:pt x="11252" y="14108"/>
                </a:cubicBezTo>
                <a:cubicBezTo>
                  <a:pt x="11026" y="14321"/>
                  <a:pt x="10629" y="14321"/>
                  <a:pt x="10393" y="14113"/>
                </a:cubicBezTo>
                <a:cubicBezTo>
                  <a:pt x="10240" y="13978"/>
                  <a:pt x="10072" y="13938"/>
                  <a:pt x="9850" y="13906"/>
                </a:cubicBezTo>
                <a:cubicBezTo>
                  <a:pt x="9231" y="13815"/>
                  <a:pt x="8714" y="13619"/>
                  <a:pt x="8417" y="13156"/>
                </a:cubicBezTo>
              </a:path>
              <a:path w="21600" h="21600">
                <a:moveTo>
                  <a:pt x="8245" y="12334"/>
                </a:moveTo>
                <a:lnTo>
                  <a:pt x="13326" y="12334"/>
                </a:lnTo>
                <a:cubicBezTo>
                  <a:pt x="13338" y="12466"/>
                  <a:pt x="13350" y="12597"/>
                  <a:pt x="13364" y="12764"/>
                </a:cubicBezTo>
                <a:lnTo>
                  <a:pt x="8245" y="12764"/>
                </a:lnTo>
              </a:path>
              <a:path w="21600" h="21600">
                <a:moveTo>
                  <a:pt x="19704" y="10359"/>
                </a:moveTo>
                <a:lnTo>
                  <a:pt x="19705" y="10359"/>
                </a:lnTo>
                <a:lnTo>
                  <a:pt x="19703" y="10360"/>
                </a:lnTo>
              </a:path>
              <a:path w="21600" h="21600">
                <a:moveTo>
                  <a:pt x="17847" y="9207"/>
                </a:moveTo>
                <a:cubicBezTo>
                  <a:pt x="18499" y="9435"/>
                  <a:pt x="19150" y="9666"/>
                  <a:pt x="19786" y="9913"/>
                </a:cubicBezTo>
                <a:cubicBezTo>
                  <a:pt x="19939" y="9972"/>
                  <a:pt x="20009" y="10025"/>
                  <a:pt x="19996" y="10092"/>
                </a:cubicBezTo>
                <a:lnTo>
                  <a:pt x="19704" y="10359"/>
                </a:lnTo>
                <a:lnTo>
                  <a:pt x="17572" y="9590"/>
                </a:lnTo>
                <a:cubicBezTo>
                  <a:pt x="17402" y="9528"/>
                  <a:pt x="17288" y="9441"/>
                  <a:pt x="17394" y="9293"/>
                </a:cubicBezTo>
                <a:cubicBezTo>
                  <a:pt x="17499" y="9146"/>
                  <a:pt x="17684" y="9150"/>
                  <a:pt x="17847" y="9207"/>
                </a:cubicBezTo>
              </a:path>
              <a:path w="21600" h="21600">
                <a:moveTo>
                  <a:pt x="3845" y="9187"/>
                </a:moveTo>
                <a:cubicBezTo>
                  <a:pt x="3959" y="9215"/>
                  <a:pt x="4049" y="9288"/>
                  <a:pt x="4167" y="9352"/>
                </a:cubicBezTo>
                <a:lnTo>
                  <a:pt x="4168" y="9352"/>
                </a:lnTo>
                <a:cubicBezTo>
                  <a:pt x="4091" y="9438"/>
                  <a:pt x="4060" y="9518"/>
                  <a:pt x="3988" y="9546"/>
                </a:cubicBezTo>
                <a:cubicBezTo>
                  <a:pt x="3292" y="9811"/>
                  <a:pt x="2592" y="10074"/>
                  <a:pt x="1881" y="10320"/>
                </a:cubicBezTo>
                <a:cubicBezTo>
                  <a:pt x="1803" y="10347"/>
                  <a:pt x="1593" y="10289"/>
                  <a:pt x="1541" y="10230"/>
                </a:cubicBezTo>
                <a:cubicBezTo>
                  <a:pt x="1488" y="10171"/>
                  <a:pt x="1546" y="10059"/>
                  <a:pt x="1578" y="9975"/>
                </a:cubicBezTo>
                <a:cubicBezTo>
                  <a:pt x="1590" y="9944"/>
                  <a:pt x="1668" y="9923"/>
                  <a:pt x="1719" y="9903"/>
                </a:cubicBezTo>
                <a:cubicBezTo>
                  <a:pt x="2334" y="9677"/>
                  <a:pt x="2949" y="9451"/>
                  <a:pt x="3567" y="9229"/>
                </a:cubicBezTo>
                <a:cubicBezTo>
                  <a:pt x="3651" y="9200"/>
                  <a:pt x="3770" y="9168"/>
                  <a:pt x="3845" y="9187"/>
                </a:cubicBezTo>
              </a:path>
              <a:path w="21600" h="21600">
                <a:moveTo>
                  <a:pt x="10793" y="8570"/>
                </a:moveTo>
                <a:cubicBezTo>
                  <a:pt x="10882" y="8673"/>
                  <a:pt x="10944" y="8739"/>
                  <a:pt x="10998" y="8809"/>
                </a:cubicBezTo>
                <a:cubicBezTo>
                  <a:pt x="11262" y="9146"/>
                  <a:pt x="11387" y="9168"/>
                  <a:pt x="11885" y="8968"/>
                </a:cubicBezTo>
                <a:cubicBezTo>
                  <a:pt x="11982" y="8929"/>
                  <a:pt x="12083" y="8893"/>
                  <a:pt x="12263" y="8827"/>
                </a:cubicBezTo>
                <a:cubicBezTo>
                  <a:pt x="11897" y="9908"/>
                  <a:pt x="11552" y="10930"/>
                  <a:pt x="11201" y="11971"/>
                </a:cubicBezTo>
                <a:lnTo>
                  <a:pt x="10385" y="11971"/>
                </a:lnTo>
                <a:cubicBezTo>
                  <a:pt x="10040" y="10947"/>
                  <a:pt x="9696" y="9927"/>
                  <a:pt x="9325" y="8829"/>
                </a:cubicBezTo>
                <a:cubicBezTo>
                  <a:pt x="9592" y="8931"/>
                  <a:pt x="9740" y="8993"/>
                  <a:pt x="9895" y="9046"/>
                </a:cubicBezTo>
                <a:cubicBezTo>
                  <a:pt x="10237" y="9162"/>
                  <a:pt x="10387" y="9126"/>
                  <a:pt x="10572" y="8892"/>
                </a:cubicBezTo>
                <a:cubicBezTo>
                  <a:pt x="10610" y="8844"/>
                  <a:pt x="10638" y="8792"/>
                  <a:pt x="10672" y="8743"/>
                </a:cubicBezTo>
                <a:cubicBezTo>
                  <a:pt x="10704" y="8698"/>
                  <a:pt x="10736" y="8653"/>
                  <a:pt x="10793" y="8570"/>
                </a:cubicBezTo>
              </a:path>
              <a:path w="21600" h="21600">
                <a:moveTo>
                  <a:pt x="18422" y="6837"/>
                </a:moveTo>
                <a:lnTo>
                  <a:pt x="18423" y="6837"/>
                </a:lnTo>
                <a:lnTo>
                  <a:pt x="18422" y="6838"/>
                </a:lnTo>
              </a:path>
              <a:path w="21600" h="21600">
                <a:moveTo>
                  <a:pt x="18931" y="6616"/>
                </a:moveTo>
                <a:cubicBezTo>
                  <a:pt x="19609" y="6621"/>
                  <a:pt x="20286" y="6618"/>
                  <a:pt x="20963" y="6619"/>
                </a:cubicBezTo>
                <a:cubicBezTo>
                  <a:pt x="21023" y="6619"/>
                  <a:pt x="21104" y="6607"/>
                  <a:pt x="21138" y="6630"/>
                </a:cubicBezTo>
                <a:cubicBezTo>
                  <a:pt x="21230" y="6689"/>
                  <a:pt x="21364" y="6763"/>
                  <a:pt x="21366" y="6832"/>
                </a:cubicBezTo>
                <a:cubicBezTo>
                  <a:pt x="21366" y="6899"/>
                  <a:pt x="21233" y="6977"/>
                  <a:pt x="21136" y="7028"/>
                </a:cubicBezTo>
                <a:cubicBezTo>
                  <a:pt x="21084" y="7055"/>
                  <a:pt x="20981" y="7040"/>
                  <a:pt x="20902" y="7040"/>
                </a:cubicBezTo>
                <a:cubicBezTo>
                  <a:pt x="20244" y="7040"/>
                  <a:pt x="19587" y="7040"/>
                  <a:pt x="18929" y="7040"/>
                </a:cubicBezTo>
                <a:cubicBezTo>
                  <a:pt x="18814" y="7040"/>
                  <a:pt x="18702" y="7039"/>
                  <a:pt x="18612" y="7013"/>
                </a:cubicBezTo>
                <a:lnTo>
                  <a:pt x="18423" y="6837"/>
                </a:lnTo>
              </a:path>
              <a:path w="21600" h="21600">
                <a:moveTo>
                  <a:pt x="475" y="6597"/>
                </a:moveTo>
                <a:cubicBezTo>
                  <a:pt x="1211" y="6595"/>
                  <a:pt x="1948" y="6595"/>
                  <a:pt x="2684" y="6598"/>
                </a:cubicBezTo>
                <a:cubicBezTo>
                  <a:pt x="2883" y="6599"/>
                  <a:pt x="3040" y="6656"/>
                  <a:pt x="3037" y="6815"/>
                </a:cubicBezTo>
                <a:cubicBezTo>
                  <a:pt x="3032" y="6976"/>
                  <a:pt x="2866" y="7020"/>
                  <a:pt x="2671" y="7023"/>
                </a:cubicBezTo>
                <a:cubicBezTo>
                  <a:pt x="2293" y="7027"/>
                  <a:pt x="1915" y="7024"/>
                  <a:pt x="1537" y="7024"/>
                </a:cubicBezTo>
                <a:cubicBezTo>
                  <a:pt x="1179" y="7024"/>
                  <a:pt x="820" y="7024"/>
                  <a:pt x="462" y="7024"/>
                </a:cubicBezTo>
                <a:cubicBezTo>
                  <a:pt x="261" y="7024"/>
                  <a:pt x="87" y="6966"/>
                  <a:pt x="73" y="6824"/>
                </a:cubicBezTo>
                <a:cubicBezTo>
                  <a:pt x="56" y="6647"/>
                  <a:pt x="259" y="6598"/>
                  <a:pt x="475" y="6597"/>
                </a:cubicBezTo>
              </a:path>
              <a:path w="21600" h="21600">
                <a:moveTo>
                  <a:pt x="19531" y="3342"/>
                </a:moveTo>
                <a:cubicBezTo>
                  <a:pt x="19779" y="3256"/>
                  <a:pt x="20013" y="3359"/>
                  <a:pt x="20001" y="3568"/>
                </a:cubicBezTo>
                <a:cubicBezTo>
                  <a:pt x="19947" y="3609"/>
                  <a:pt x="19875" y="3697"/>
                  <a:pt x="19764" y="3739"/>
                </a:cubicBezTo>
                <a:cubicBezTo>
                  <a:pt x="19136" y="3974"/>
                  <a:pt x="18500" y="4201"/>
                  <a:pt x="17865" y="4428"/>
                </a:cubicBezTo>
                <a:cubicBezTo>
                  <a:pt x="17690" y="4491"/>
                  <a:pt x="17517" y="4504"/>
                  <a:pt x="17409" y="4357"/>
                </a:cubicBezTo>
                <a:cubicBezTo>
                  <a:pt x="17305" y="4215"/>
                  <a:pt x="17407" y="4119"/>
                  <a:pt x="17581" y="4054"/>
                </a:cubicBezTo>
                <a:cubicBezTo>
                  <a:pt x="18228" y="3813"/>
                  <a:pt x="18873" y="3570"/>
                  <a:pt x="19531" y="3342"/>
                </a:cubicBezTo>
              </a:path>
              <a:path w="21600" h="21600">
                <a:moveTo>
                  <a:pt x="1743" y="3286"/>
                </a:moveTo>
                <a:cubicBezTo>
                  <a:pt x="1870" y="3313"/>
                  <a:pt x="1972" y="3322"/>
                  <a:pt x="2057" y="3353"/>
                </a:cubicBezTo>
                <a:cubicBezTo>
                  <a:pt x="2659" y="3567"/>
                  <a:pt x="3257" y="3786"/>
                  <a:pt x="3855" y="4004"/>
                </a:cubicBezTo>
                <a:cubicBezTo>
                  <a:pt x="3908" y="4023"/>
                  <a:pt x="3980" y="4044"/>
                  <a:pt x="3998" y="4076"/>
                </a:cubicBezTo>
                <a:cubicBezTo>
                  <a:pt x="4044" y="4158"/>
                  <a:pt x="4124" y="4268"/>
                  <a:pt x="4079" y="4328"/>
                </a:cubicBezTo>
                <a:cubicBezTo>
                  <a:pt x="4034" y="4391"/>
                  <a:pt x="3860" y="4410"/>
                  <a:pt x="3740" y="4446"/>
                </a:cubicBezTo>
                <a:cubicBezTo>
                  <a:pt x="3727" y="4450"/>
                  <a:pt x="3703" y="4437"/>
                  <a:pt x="3686" y="4431"/>
                </a:cubicBezTo>
                <a:cubicBezTo>
                  <a:pt x="2999" y="4181"/>
                  <a:pt x="2309" y="3936"/>
                  <a:pt x="1633" y="3673"/>
                </a:cubicBezTo>
                <a:cubicBezTo>
                  <a:pt x="1548" y="3640"/>
                  <a:pt x="1495" y="3512"/>
                  <a:pt x="1510" y="3434"/>
                </a:cubicBezTo>
                <a:cubicBezTo>
                  <a:pt x="1519" y="3378"/>
                  <a:pt x="1664" y="3334"/>
                  <a:pt x="1743" y="3287"/>
                </a:cubicBezTo>
              </a:path>
              <a:path w="21600" h="21600">
                <a:moveTo>
                  <a:pt x="11385" y="2833"/>
                </a:moveTo>
                <a:cubicBezTo>
                  <a:pt x="12855" y="2924"/>
                  <a:pt x="14269" y="3386"/>
                  <a:pt x="15298" y="4198"/>
                </a:cubicBezTo>
                <a:cubicBezTo>
                  <a:pt x="16249" y="4950"/>
                  <a:pt x="16643" y="5827"/>
                  <a:pt x="16520" y="6832"/>
                </a:cubicBezTo>
                <a:cubicBezTo>
                  <a:pt x="16379" y="7984"/>
                  <a:pt x="15735" y="8985"/>
                  <a:pt x="14701" y="9872"/>
                </a:cubicBezTo>
                <a:cubicBezTo>
                  <a:pt x="14237" y="10269"/>
                  <a:pt x="13983" y="10707"/>
                  <a:pt x="13810" y="11202"/>
                </a:cubicBezTo>
                <a:cubicBezTo>
                  <a:pt x="13524" y="12020"/>
                  <a:pt x="13558" y="12067"/>
                  <a:pt x="11991" y="11936"/>
                </a:cubicBezTo>
                <a:lnTo>
                  <a:pt x="11988" y="11933"/>
                </a:lnTo>
                <a:cubicBezTo>
                  <a:pt x="12097" y="11585"/>
                  <a:pt x="12200" y="11239"/>
                  <a:pt x="12317" y="10894"/>
                </a:cubicBezTo>
                <a:cubicBezTo>
                  <a:pt x="12592" y="10078"/>
                  <a:pt x="12873" y="9263"/>
                  <a:pt x="13158" y="8447"/>
                </a:cubicBezTo>
                <a:cubicBezTo>
                  <a:pt x="13206" y="8309"/>
                  <a:pt x="13274" y="8170"/>
                  <a:pt x="13078" y="8069"/>
                </a:cubicBezTo>
                <a:cubicBezTo>
                  <a:pt x="12872" y="7964"/>
                  <a:pt x="12664" y="8011"/>
                  <a:pt x="12469" y="8103"/>
                </a:cubicBezTo>
                <a:cubicBezTo>
                  <a:pt x="12223" y="8218"/>
                  <a:pt x="11975" y="8332"/>
                  <a:pt x="11686" y="8467"/>
                </a:cubicBezTo>
                <a:cubicBezTo>
                  <a:pt x="11596" y="8358"/>
                  <a:pt x="11516" y="8271"/>
                  <a:pt x="11450" y="8179"/>
                </a:cubicBezTo>
                <a:cubicBezTo>
                  <a:pt x="11389" y="8093"/>
                  <a:pt x="11353" y="7997"/>
                  <a:pt x="11290" y="7913"/>
                </a:cubicBezTo>
                <a:cubicBezTo>
                  <a:pt x="11190" y="7782"/>
                  <a:pt x="11119" y="7620"/>
                  <a:pt x="10837" y="7631"/>
                </a:cubicBezTo>
                <a:cubicBezTo>
                  <a:pt x="10600" y="7641"/>
                  <a:pt x="10505" y="7766"/>
                  <a:pt x="10418" y="7894"/>
                </a:cubicBezTo>
                <a:cubicBezTo>
                  <a:pt x="10288" y="8089"/>
                  <a:pt x="10158" y="8286"/>
                  <a:pt x="10013" y="8503"/>
                </a:cubicBezTo>
                <a:cubicBezTo>
                  <a:pt x="9727" y="8384"/>
                  <a:pt x="9491" y="8286"/>
                  <a:pt x="9255" y="8189"/>
                </a:cubicBezTo>
                <a:cubicBezTo>
                  <a:pt x="9153" y="8146"/>
                  <a:pt x="9058" y="8091"/>
                  <a:pt x="8948" y="8061"/>
                </a:cubicBezTo>
                <a:cubicBezTo>
                  <a:pt x="8604" y="7968"/>
                  <a:pt x="8340" y="8110"/>
                  <a:pt x="8413" y="8361"/>
                </a:cubicBezTo>
                <a:cubicBezTo>
                  <a:pt x="8552" y="8832"/>
                  <a:pt x="8716" y="9300"/>
                  <a:pt x="8871" y="9769"/>
                </a:cubicBezTo>
                <a:cubicBezTo>
                  <a:pt x="9070" y="10372"/>
                  <a:pt x="9270" y="10975"/>
                  <a:pt x="9465" y="11579"/>
                </a:cubicBezTo>
                <a:cubicBezTo>
                  <a:pt x="9504" y="11696"/>
                  <a:pt x="9519" y="11817"/>
                  <a:pt x="9557" y="11984"/>
                </a:cubicBezTo>
                <a:cubicBezTo>
                  <a:pt x="9126" y="11984"/>
                  <a:pt x="8749" y="12000"/>
                  <a:pt x="8376" y="11976"/>
                </a:cubicBezTo>
                <a:cubicBezTo>
                  <a:pt x="8249" y="11967"/>
                  <a:pt x="8081" y="11877"/>
                  <a:pt x="8028" y="11794"/>
                </a:cubicBezTo>
                <a:cubicBezTo>
                  <a:pt x="7900" y="11596"/>
                  <a:pt x="7792" y="11383"/>
                  <a:pt x="7741" y="11169"/>
                </a:cubicBezTo>
                <a:cubicBezTo>
                  <a:pt x="7626" y="10694"/>
                  <a:pt x="7346" y="10283"/>
                  <a:pt x="6897" y="9915"/>
                </a:cubicBezTo>
                <a:cubicBezTo>
                  <a:pt x="5938" y="9128"/>
                  <a:pt x="5298" y="8224"/>
                  <a:pt x="5111" y="7208"/>
                </a:cubicBezTo>
                <a:cubicBezTo>
                  <a:pt x="4852" y="5798"/>
                  <a:pt x="5476" y="4583"/>
                  <a:pt x="7133" y="3695"/>
                </a:cubicBezTo>
                <a:cubicBezTo>
                  <a:pt x="8389" y="3022"/>
                  <a:pt x="9915" y="2742"/>
                  <a:pt x="11385" y="2833"/>
                </a:cubicBezTo>
              </a:path>
              <a:path w="21600" h="21600">
                <a:moveTo>
                  <a:pt x="16048" y="943"/>
                </a:moveTo>
                <a:cubicBezTo>
                  <a:pt x="16208" y="989"/>
                  <a:pt x="16262" y="1103"/>
                  <a:pt x="16158" y="1219"/>
                </a:cubicBezTo>
                <a:cubicBezTo>
                  <a:pt x="15781" y="1638"/>
                  <a:pt x="15409" y="2060"/>
                  <a:pt x="15009" y="2468"/>
                </a:cubicBezTo>
                <a:cubicBezTo>
                  <a:pt x="14943" y="2536"/>
                  <a:pt x="14747" y="2558"/>
                  <a:pt x="14607" y="2567"/>
                </a:cubicBezTo>
                <a:cubicBezTo>
                  <a:pt x="14551" y="2570"/>
                  <a:pt x="14483" y="2483"/>
                  <a:pt x="14412" y="2431"/>
                </a:cubicBezTo>
                <a:cubicBezTo>
                  <a:pt x="14466" y="2341"/>
                  <a:pt x="14497" y="2261"/>
                  <a:pt x="14557" y="2194"/>
                </a:cubicBezTo>
                <a:cubicBezTo>
                  <a:pt x="14890" y="1820"/>
                  <a:pt x="15230" y="1449"/>
                  <a:pt x="15570" y="1078"/>
                </a:cubicBezTo>
                <a:cubicBezTo>
                  <a:pt x="15601" y="1044"/>
                  <a:pt x="15632" y="993"/>
                  <a:pt x="15677" y="983"/>
                </a:cubicBezTo>
                <a:cubicBezTo>
                  <a:pt x="15799" y="957"/>
                  <a:pt x="15948" y="914"/>
                  <a:pt x="16048" y="943"/>
                </a:cubicBezTo>
              </a:path>
              <a:path w="21600" h="21600">
                <a:moveTo>
                  <a:pt x="5447" y="924"/>
                </a:moveTo>
                <a:cubicBezTo>
                  <a:pt x="5666" y="840"/>
                  <a:pt x="5817" y="946"/>
                  <a:pt x="5932" y="1072"/>
                </a:cubicBezTo>
                <a:cubicBezTo>
                  <a:pt x="6259" y="1432"/>
                  <a:pt x="6591" y="1790"/>
                  <a:pt x="6915" y="2151"/>
                </a:cubicBezTo>
                <a:cubicBezTo>
                  <a:pt x="6976" y="2219"/>
                  <a:pt x="7012" y="2299"/>
                  <a:pt x="7072" y="2393"/>
                </a:cubicBezTo>
                <a:lnTo>
                  <a:pt x="7074" y="2393"/>
                </a:lnTo>
                <a:cubicBezTo>
                  <a:pt x="6995" y="2450"/>
                  <a:pt x="6923" y="2544"/>
                  <a:pt x="6842" y="2549"/>
                </a:cubicBezTo>
                <a:cubicBezTo>
                  <a:pt x="6726" y="2555"/>
                  <a:pt x="6557" y="2520"/>
                  <a:pt x="6491" y="2459"/>
                </a:cubicBezTo>
                <a:cubicBezTo>
                  <a:pt x="6287" y="2275"/>
                  <a:pt x="6120" y="2070"/>
                  <a:pt x="5939" y="1873"/>
                </a:cubicBezTo>
                <a:cubicBezTo>
                  <a:pt x="5760" y="1676"/>
                  <a:pt x="5576" y="1480"/>
                  <a:pt x="5401" y="1280"/>
                </a:cubicBezTo>
                <a:cubicBezTo>
                  <a:pt x="5293" y="1156"/>
                  <a:pt x="5215" y="1011"/>
                  <a:pt x="5447" y="924"/>
                </a:cubicBezTo>
              </a:path>
              <a:path w="21600" h="21600">
                <a:moveTo>
                  <a:pt x="10789" y="0"/>
                </a:moveTo>
                <a:cubicBezTo>
                  <a:pt x="11012" y="-3"/>
                  <a:pt x="11103" y="120"/>
                  <a:pt x="11105" y="249"/>
                </a:cubicBezTo>
                <a:cubicBezTo>
                  <a:pt x="11116" y="728"/>
                  <a:pt x="11113" y="1208"/>
                  <a:pt x="11103" y="1688"/>
                </a:cubicBezTo>
                <a:cubicBezTo>
                  <a:pt x="11100" y="1804"/>
                  <a:pt x="11010" y="1902"/>
                  <a:pt x="10810" y="1901"/>
                </a:cubicBezTo>
                <a:cubicBezTo>
                  <a:pt x="10581" y="1901"/>
                  <a:pt x="10500" y="1789"/>
                  <a:pt x="10494" y="1656"/>
                </a:cubicBezTo>
                <a:cubicBezTo>
                  <a:pt x="10482" y="1410"/>
                  <a:pt x="10490" y="1163"/>
                  <a:pt x="10490" y="916"/>
                </a:cubicBezTo>
                <a:lnTo>
                  <a:pt x="10491" y="916"/>
                </a:lnTo>
                <a:cubicBezTo>
                  <a:pt x="10491" y="697"/>
                  <a:pt x="10487" y="477"/>
                  <a:pt x="10493" y="258"/>
                </a:cubicBezTo>
                <a:cubicBezTo>
                  <a:pt x="10496" y="124"/>
                  <a:pt x="10566" y="3"/>
                  <a:pt x="10789" y="0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1048978" name="曲线"/>
          <p:cNvSpPr/>
          <p:nvPr/>
        </p:nvSpPr>
        <p:spPr>
          <a:xfrm rot="0">
            <a:off x="10530334" y="5385659"/>
            <a:ext cx="575775" cy="65989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rect l="T1" t="T2" r="T3" b="T4"/>
            <a:pathLst>
              <a:path w="21600" h="21600">
                <a:moveTo>
                  <a:pt x="8320" y="15495"/>
                </a:moveTo>
                <a:lnTo>
                  <a:pt x="8320" y="16462"/>
                </a:lnTo>
                <a:cubicBezTo>
                  <a:pt x="8652" y="16335"/>
                  <a:pt x="8752" y="16206"/>
                  <a:pt x="8748" y="15952"/>
                </a:cubicBezTo>
                <a:cubicBezTo>
                  <a:pt x="8745" y="15713"/>
                  <a:pt x="8570" y="15598"/>
                  <a:pt x="8320" y="15495"/>
                </a:cubicBezTo>
              </a:path>
              <a:path w="21600" h="21600">
                <a:moveTo>
                  <a:pt x="17569" y="14133"/>
                </a:moveTo>
                <a:cubicBezTo>
                  <a:pt x="17019" y="14125"/>
                  <a:pt x="16573" y="14503"/>
                  <a:pt x="16565" y="14985"/>
                </a:cubicBezTo>
                <a:cubicBezTo>
                  <a:pt x="16558" y="15464"/>
                  <a:pt x="16990" y="15872"/>
                  <a:pt x="17536" y="15868"/>
                </a:cubicBezTo>
                <a:cubicBezTo>
                  <a:pt x="18204" y="15863"/>
                  <a:pt x="18550" y="15405"/>
                  <a:pt x="18535" y="15013"/>
                </a:cubicBezTo>
                <a:cubicBezTo>
                  <a:pt x="18537" y="14516"/>
                  <a:pt x="18127" y="14142"/>
                  <a:pt x="17569" y="14133"/>
                </a:cubicBezTo>
              </a:path>
              <a:path w="21600" h="21600">
                <a:moveTo>
                  <a:pt x="7656" y="13820"/>
                </a:moveTo>
                <a:cubicBezTo>
                  <a:pt x="7383" y="14069"/>
                  <a:pt x="7379" y="14220"/>
                  <a:pt x="7656" y="14464"/>
                </a:cubicBezTo>
              </a:path>
              <a:path w="21600" h="21600">
                <a:moveTo>
                  <a:pt x="20481" y="12888"/>
                </a:moveTo>
                <a:cubicBezTo>
                  <a:pt x="21146" y="12866"/>
                  <a:pt x="21611" y="13356"/>
                  <a:pt x="21599" y="13853"/>
                </a:cubicBezTo>
                <a:cubicBezTo>
                  <a:pt x="21581" y="14624"/>
                  <a:pt x="21602" y="15395"/>
                  <a:pt x="21593" y="16166"/>
                </a:cubicBezTo>
                <a:cubicBezTo>
                  <a:pt x="21586" y="16733"/>
                  <a:pt x="21142" y="17114"/>
                  <a:pt x="20494" y="17117"/>
                </a:cubicBezTo>
                <a:cubicBezTo>
                  <a:pt x="19581" y="17122"/>
                  <a:pt x="18667" y="17139"/>
                  <a:pt x="17754" y="17113"/>
                </a:cubicBezTo>
                <a:cubicBezTo>
                  <a:pt x="16764" y="17084"/>
                  <a:pt x="16033" y="16657"/>
                  <a:pt x="15621" y="15873"/>
                </a:cubicBezTo>
                <a:cubicBezTo>
                  <a:pt x="15219" y="15108"/>
                  <a:pt x="15328" y="14370"/>
                  <a:pt x="15923" y="13702"/>
                </a:cubicBezTo>
                <a:cubicBezTo>
                  <a:pt x="16403" y="13163"/>
                  <a:pt x="17040" y="12887"/>
                  <a:pt x="17830" y="12894"/>
                </a:cubicBezTo>
                <a:cubicBezTo>
                  <a:pt x="18242" y="12897"/>
                  <a:pt x="18655" y="12894"/>
                  <a:pt x="19067" y="12894"/>
                </a:cubicBezTo>
                <a:cubicBezTo>
                  <a:pt x="19067" y="12893"/>
                  <a:pt x="19067" y="12892"/>
                  <a:pt x="19067" y="12891"/>
                </a:cubicBezTo>
                <a:cubicBezTo>
                  <a:pt x="19538" y="12891"/>
                  <a:pt x="20010" y="12904"/>
                  <a:pt x="20481" y="12888"/>
                </a:cubicBezTo>
              </a:path>
              <a:path w="21600" h="21600">
                <a:moveTo>
                  <a:pt x="7974" y="12787"/>
                </a:moveTo>
                <a:cubicBezTo>
                  <a:pt x="8180" y="12782"/>
                  <a:pt x="8234" y="12836"/>
                  <a:pt x="8318" y="13096"/>
                </a:cubicBezTo>
                <a:cubicBezTo>
                  <a:pt x="8563" y="13243"/>
                  <a:pt x="8786" y="13352"/>
                  <a:pt x="8973" y="13495"/>
                </a:cubicBezTo>
                <a:cubicBezTo>
                  <a:pt x="9164" y="13642"/>
                  <a:pt x="9241" y="13850"/>
                  <a:pt x="9218" y="14076"/>
                </a:cubicBezTo>
                <a:cubicBezTo>
                  <a:pt x="9202" y="14241"/>
                  <a:pt x="9108" y="14328"/>
                  <a:pt x="8932" y="14353"/>
                </a:cubicBezTo>
                <a:cubicBezTo>
                  <a:pt x="8759" y="14378"/>
                  <a:pt x="8655" y="14315"/>
                  <a:pt x="8591" y="14176"/>
                </a:cubicBezTo>
                <a:cubicBezTo>
                  <a:pt x="8535" y="14056"/>
                  <a:pt x="8464" y="13941"/>
                  <a:pt x="8399" y="13824"/>
                </a:cubicBezTo>
                <a:lnTo>
                  <a:pt x="8303" y="13844"/>
                </a:lnTo>
                <a:cubicBezTo>
                  <a:pt x="8303" y="14120"/>
                  <a:pt x="8296" y="14395"/>
                  <a:pt x="8310" y="14670"/>
                </a:cubicBezTo>
                <a:cubicBezTo>
                  <a:pt x="8312" y="14719"/>
                  <a:pt x="8396" y="14773"/>
                  <a:pt x="8455" y="14809"/>
                </a:cubicBezTo>
                <a:cubicBezTo>
                  <a:pt x="8654" y="14933"/>
                  <a:pt x="8881" y="15028"/>
                  <a:pt x="9056" y="15172"/>
                </a:cubicBezTo>
                <a:cubicBezTo>
                  <a:pt x="9716" y="15713"/>
                  <a:pt x="9520" y="16685"/>
                  <a:pt x="8696" y="17018"/>
                </a:cubicBezTo>
                <a:cubicBezTo>
                  <a:pt x="8581" y="17064"/>
                  <a:pt x="8459" y="17099"/>
                  <a:pt x="8322" y="17144"/>
                </a:cubicBezTo>
                <a:lnTo>
                  <a:pt x="8323" y="17145"/>
                </a:lnTo>
                <a:cubicBezTo>
                  <a:pt x="8256" y="17475"/>
                  <a:pt x="8210" y="17528"/>
                  <a:pt x="7991" y="17529"/>
                </a:cubicBezTo>
                <a:cubicBezTo>
                  <a:pt x="7760" y="17531"/>
                  <a:pt x="7705" y="17468"/>
                  <a:pt x="7658" y="17191"/>
                </a:cubicBezTo>
                <a:cubicBezTo>
                  <a:pt x="7357" y="17028"/>
                  <a:pt x="7072" y="16897"/>
                  <a:pt x="6819" y="16729"/>
                </a:cubicBezTo>
                <a:cubicBezTo>
                  <a:pt x="6611" y="16592"/>
                  <a:pt x="6504" y="16383"/>
                  <a:pt x="6484" y="16150"/>
                </a:cubicBezTo>
                <a:cubicBezTo>
                  <a:pt x="6469" y="15964"/>
                  <a:pt x="6567" y="15828"/>
                  <a:pt x="6735" y="15789"/>
                </a:cubicBezTo>
                <a:cubicBezTo>
                  <a:pt x="6934" y="15743"/>
                  <a:pt x="7073" y="15809"/>
                  <a:pt x="7166" y="16007"/>
                </a:cubicBezTo>
                <a:cubicBezTo>
                  <a:pt x="7259" y="16209"/>
                  <a:pt x="7368" y="16392"/>
                  <a:pt x="7674" y="16465"/>
                </a:cubicBezTo>
                <a:cubicBezTo>
                  <a:pt x="7674" y="16061"/>
                  <a:pt x="7679" y="15680"/>
                  <a:pt x="7668" y="15299"/>
                </a:cubicBezTo>
                <a:cubicBezTo>
                  <a:pt x="7666" y="15248"/>
                  <a:pt x="7589" y="15191"/>
                  <a:pt x="7533" y="15152"/>
                </a:cubicBezTo>
                <a:cubicBezTo>
                  <a:pt x="7404" y="15062"/>
                  <a:pt x="7255" y="14992"/>
                  <a:pt x="7133" y="14894"/>
                </a:cubicBezTo>
                <a:cubicBezTo>
                  <a:pt x="6556" y="14429"/>
                  <a:pt x="6702" y="13487"/>
                  <a:pt x="7472" y="13225"/>
                </a:cubicBezTo>
                <a:cubicBezTo>
                  <a:pt x="7535" y="13204"/>
                  <a:pt x="7594" y="13174"/>
                  <a:pt x="7651" y="13151"/>
                </a:cubicBezTo>
                <a:cubicBezTo>
                  <a:pt x="7726" y="12840"/>
                  <a:pt x="7769" y="12792"/>
                  <a:pt x="7974" y="12787"/>
                </a:cubicBezTo>
              </a:path>
              <a:path w="21600" h="21600">
                <a:moveTo>
                  <a:pt x="8020" y="11074"/>
                </a:moveTo>
                <a:cubicBezTo>
                  <a:pt x="5425" y="11077"/>
                  <a:pt x="3329" y="12896"/>
                  <a:pt x="3325" y="15148"/>
                </a:cubicBezTo>
                <a:cubicBezTo>
                  <a:pt x="3320" y="17405"/>
                  <a:pt x="5420" y="19243"/>
                  <a:pt x="8000" y="19238"/>
                </a:cubicBezTo>
                <a:lnTo>
                  <a:pt x="8000" y="19239"/>
                </a:lnTo>
                <a:cubicBezTo>
                  <a:pt x="10520" y="19272"/>
                  <a:pt x="12705" y="17448"/>
                  <a:pt x="12694" y="15141"/>
                </a:cubicBezTo>
                <a:cubicBezTo>
                  <a:pt x="12683" y="12900"/>
                  <a:pt x="10590" y="11071"/>
                  <a:pt x="8020" y="11074"/>
                </a:cubicBezTo>
              </a:path>
              <a:path w="21600" h="21600">
                <a:moveTo>
                  <a:pt x="11784" y="0"/>
                </a:moveTo>
                <a:cubicBezTo>
                  <a:pt x="12430" y="-3"/>
                  <a:pt x="13002" y="377"/>
                  <a:pt x="13181" y="926"/>
                </a:cubicBezTo>
                <a:cubicBezTo>
                  <a:pt x="13358" y="1473"/>
                  <a:pt x="13077" y="2079"/>
                  <a:pt x="12483" y="2348"/>
                </a:cubicBezTo>
                <a:cubicBezTo>
                  <a:pt x="12293" y="2434"/>
                  <a:pt x="12239" y="2526"/>
                  <a:pt x="12241" y="2700"/>
                </a:cubicBezTo>
                <a:cubicBezTo>
                  <a:pt x="12250" y="3480"/>
                  <a:pt x="12245" y="4260"/>
                  <a:pt x="12245" y="5039"/>
                </a:cubicBezTo>
                <a:lnTo>
                  <a:pt x="12245" y="5284"/>
                </a:lnTo>
                <a:lnTo>
                  <a:pt x="14209" y="5284"/>
                </a:lnTo>
                <a:cubicBezTo>
                  <a:pt x="14214" y="5202"/>
                  <a:pt x="14222" y="5127"/>
                  <a:pt x="14222" y="5053"/>
                </a:cubicBezTo>
                <a:cubicBezTo>
                  <a:pt x="14224" y="4461"/>
                  <a:pt x="14244" y="3869"/>
                  <a:pt x="14217" y="3279"/>
                </a:cubicBezTo>
                <a:cubicBezTo>
                  <a:pt x="14197" y="2854"/>
                  <a:pt x="14519" y="2489"/>
                  <a:pt x="15078" y="2512"/>
                </a:cubicBezTo>
                <a:cubicBezTo>
                  <a:pt x="15675" y="2537"/>
                  <a:pt x="16275" y="2518"/>
                  <a:pt x="16887" y="2518"/>
                </a:cubicBezTo>
                <a:cubicBezTo>
                  <a:pt x="16925" y="2454"/>
                  <a:pt x="16960" y="2395"/>
                  <a:pt x="16996" y="2336"/>
                </a:cubicBezTo>
                <a:cubicBezTo>
                  <a:pt x="17310" y="1813"/>
                  <a:pt x="17957" y="1552"/>
                  <a:pt x="18603" y="1687"/>
                </a:cubicBezTo>
                <a:cubicBezTo>
                  <a:pt x="19257" y="1823"/>
                  <a:pt x="19700" y="2309"/>
                  <a:pt x="19706" y="2896"/>
                </a:cubicBezTo>
                <a:cubicBezTo>
                  <a:pt x="19712" y="3483"/>
                  <a:pt x="19280" y="3972"/>
                  <a:pt x="18625" y="4119"/>
                </a:cubicBezTo>
                <a:cubicBezTo>
                  <a:pt x="17984" y="4262"/>
                  <a:pt x="17310" y="4011"/>
                  <a:pt x="17010" y="3489"/>
                </a:cubicBezTo>
                <a:cubicBezTo>
                  <a:pt x="16920" y="3331"/>
                  <a:pt x="16822" y="3284"/>
                  <a:pt x="16630" y="3289"/>
                </a:cubicBezTo>
                <a:cubicBezTo>
                  <a:pt x="16141" y="3301"/>
                  <a:pt x="15652" y="3293"/>
                  <a:pt x="15144" y="3293"/>
                </a:cubicBezTo>
                <a:lnTo>
                  <a:pt x="15144" y="8399"/>
                </a:lnTo>
                <a:cubicBezTo>
                  <a:pt x="15250" y="8404"/>
                  <a:pt x="15354" y="8412"/>
                  <a:pt x="15458" y="8412"/>
                </a:cubicBezTo>
                <a:cubicBezTo>
                  <a:pt x="16440" y="8413"/>
                  <a:pt x="17423" y="8433"/>
                  <a:pt x="18405" y="8406"/>
                </a:cubicBezTo>
                <a:cubicBezTo>
                  <a:pt x="19185" y="8385"/>
                  <a:pt x="19650" y="8868"/>
                  <a:pt x="19634" y="9469"/>
                </a:cubicBezTo>
                <a:cubicBezTo>
                  <a:pt x="19611" y="10257"/>
                  <a:pt x="19628" y="11046"/>
                  <a:pt x="19627" y="11834"/>
                </a:cubicBezTo>
                <a:cubicBezTo>
                  <a:pt x="19627" y="11909"/>
                  <a:pt x="19619" y="11984"/>
                  <a:pt x="19612" y="12085"/>
                </a:cubicBezTo>
                <a:cubicBezTo>
                  <a:pt x="19482" y="12085"/>
                  <a:pt x="19367" y="12084"/>
                  <a:pt x="19251" y="12085"/>
                </a:cubicBezTo>
                <a:cubicBezTo>
                  <a:pt x="18634" y="12096"/>
                  <a:pt x="18011" y="12070"/>
                  <a:pt x="17398" y="12127"/>
                </a:cubicBezTo>
                <a:cubicBezTo>
                  <a:pt x="15814" y="12273"/>
                  <a:pt x="14587" y="13446"/>
                  <a:pt x="14497" y="14835"/>
                </a:cubicBezTo>
                <a:cubicBezTo>
                  <a:pt x="14403" y="16299"/>
                  <a:pt x="15588" y="17620"/>
                  <a:pt x="17288" y="17871"/>
                </a:cubicBezTo>
                <a:cubicBezTo>
                  <a:pt x="17471" y="17897"/>
                  <a:pt x="17659" y="17902"/>
                  <a:pt x="17845" y="17904"/>
                </a:cubicBezTo>
                <a:cubicBezTo>
                  <a:pt x="18336" y="17909"/>
                  <a:pt x="18827" y="17906"/>
                  <a:pt x="19319" y="17907"/>
                </a:cubicBezTo>
                <a:cubicBezTo>
                  <a:pt x="19414" y="17907"/>
                  <a:pt x="19509" y="17916"/>
                  <a:pt x="19615" y="17922"/>
                </a:cubicBezTo>
                <a:cubicBezTo>
                  <a:pt x="19621" y="18020"/>
                  <a:pt x="19628" y="18096"/>
                  <a:pt x="19628" y="18171"/>
                </a:cubicBezTo>
                <a:cubicBezTo>
                  <a:pt x="19629" y="18969"/>
                  <a:pt x="19617" y="19766"/>
                  <a:pt x="19633" y="20562"/>
                </a:cubicBezTo>
                <a:cubicBezTo>
                  <a:pt x="19645" y="21175"/>
                  <a:pt x="19110" y="21601"/>
                  <a:pt x="18459" y="21600"/>
                </a:cubicBezTo>
                <a:cubicBezTo>
                  <a:pt x="12704" y="21590"/>
                  <a:pt x="6948" y="21592"/>
                  <a:pt x="1193" y="21595"/>
                </a:cubicBezTo>
                <a:cubicBezTo>
                  <a:pt x="707" y="21595"/>
                  <a:pt x="329" y="21449"/>
                  <a:pt x="115" y="21055"/>
                </a:cubicBezTo>
                <a:cubicBezTo>
                  <a:pt x="58" y="20951"/>
                  <a:pt x="34" y="20829"/>
                  <a:pt x="17" y="20712"/>
                </a:cubicBezTo>
                <a:cubicBezTo>
                  <a:pt x="0" y="20594"/>
                  <a:pt x="10" y="20473"/>
                  <a:pt x="10" y="20353"/>
                </a:cubicBezTo>
                <a:cubicBezTo>
                  <a:pt x="10" y="16737"/>
                  <a:pt x="10" y="13120"/>
                  <a:pt x="12" y="9504"/>
                </a:cubicBezTo>
                <a:cubicBezTo>
                  <a:pt x="12" y="9351"/>
                  <a:pt x="14" y="9190"/>
                  <a:pt x="67" y="9048"/>
                </a:cubicBezTo>
                <a:cubicBezTo>
                  <a:pt x="222" y="8634"/>
                  <a:pt x="590" y="8417"/>
                  <a:pt x="1124" y="8413"/>
                </a:cubicBezTo>
                <a:cubicBezTo>
                  <a:pt x="1802" y="8407"/>
                  <a:pt x="2480" y="8411"/>
                  <a:pt x="3157" y="8411"/>
                </a:cubicBezTo>
                <a:lnTo>
                  <a:pt x="3488" y="8411"/>
                </a:lnTo>
                <a:lnTo>
                  <a:pt x="3488" y="8412"/>
                </a:lnTo>
                <a:lnTo>
                  <a:pt x="3488" y="8411"/>
                </a:lnTo>
                <a:lnTo>
                  <a:pt x="3488" y="8411"/>
                </a:lnTo>
                <a:lnTo>
                  <a:pt x="3488" y="6231"/>
                </a:lnTo>
                <a:lnTo>
                  <a:pt x="2805" y="6231"/>
                </a:lnTo>
                <a:cubicBezTo>
                  <a:pt x="2775" y="6283"/>
                  <a:pt x="2741" y="6353"/>
                  <a:pt x="2696" y="6417"/>
                </a:cubicBezTo>
                <a:cubicBezTo>
                  <a:pt x="2379" y="6880"/>
                  <a:pt x="1914" y="7100"/>
                  <a:pt x="1293" y="7050"/>
                </a:cubicBezTo>
                <a:cubicBezTo>
                  <a:pt x="708" y="7002"/>
                  <a:pt x="312" y="6722"/>
                  <a:pt x="98" y="6255"/>
                </a:cubicBezTo>
                <a:cubicBezTo>
                  <a:pt x="-174" y="5657"/>
                  <a:pt x="138" y="4977"/>
                  <a:pt x="803" y="4688"/>
                </a:cubicBezTo>
                <a:cubicBezTo>
                  <a:pt x="1448" y="4407"/>
                  <a:pt x="2253" y="4600"/>
                  <a:pt x="2647" y="5128"/>
                </a:cubicBezTo>
                <a:cubicBezTo>
                  <a:pt x="2720" y="5226"/>
                  <a:pt x="2774" y="5385"/>
                  <a:pt x="2870" y="5407"/>
                </a:cubicBezTo>
                <a:cubicBezTo>
                  <a:pt x="3060" y="5452"/>
                  <a:pt x="3273" y="5420"/>
                  <a:pt x="3484" y="5420"/>
                </a:cubicBezTo>
                <a:cubicBezTo>
                  <a:pt x="3491" y="5338"/>
                  <a:pt x="3502" y="5278"/>
                  <a:pt x="3502" y="5220"/>
                </a:cubicBezTo>
                <a:cubicBezTo>
                  <a:pt x="3503" y="4363"/>
                  <a:pt x="3498" y="3506"/>
                  <a:pt x="3508" y="2649"/>
                </a:cubicBezTo>
                <a:cubicBezTo>
                  <a:pt x="3510" y="2495"/>
                  <a:pt x="3439" y="2428"/>
                  <a:pt x="3290" y="2360"/>
                </a:cubicBezTo>
                <a:cubicBezTo>
                  <a:pt x="2707" y="2098"/>
                  <a:pt x="2416" y="1530"/>
                  <a:pt x="2560" y="972"/>
                </a:cubicBezTo>
                <a:cubicBezTo>
                  <a:pt x="2699" y="435"/>
                  <a:pt x="3247" y="33"/>
                  <a:pt x="3886" y="2"/>
                </a:cubicBezTo>
                <a:cubicBezTo>
                  <a:pt x="4533" y="-29"/>
                  <a:pt x="5119" y="324"/>
                  <a:pt x="5324" y="872"/>
                </a:cubicBezTo>
                <a:cubicBezTo>
                  <a:pt x="5541" y="1448"/>
                  <a:pt x="5255" y="2077"/>
                  <a:pt x="4634" y="2358"/>
                </a:cubicBezTo>
                <a:cubicBezTo>
                  <a:pt x="4489" y="2424"/>
                  <a:pt x="4410" y="2486"/>
                  <a:pt x="4410" y="2643"/>
                </a:cubicBezTo>
                <a:cubicBezTo>
                  <a:pt x="4417" y="4503"/>
                  <a:pt x="4414" y="6362"/>
                  <a:pt x="4416" y="8222"/>
                </a:cubicBezTo>
                <a:cubicBezTo>
                  <a:pt x="4416" y="8272"/>
                  <a:pt x="4427" y="8323"/>
                  <a:pt x="4435" y="8392"/>
                </a:cubicBezTo>
                <a:lnTo>
                  <a:pt x="8716" y="8392"/>
                </a:lnTo>
                <a:lnTo>
                  <a:pt x="8716" y="5749"/>
                </a:lnTo>
                <a:cubicBezTo>
                  <a:pt x="8626" y="5743"/>
                  <a:pt x="8532" y="5740"/>
                  <a:pt x="8439" y="5730"/>
                </a:cubicBezTo>
                <a:cubicBezTo>
                  <a:pt x="8283" y="5714"/>
                  <a:pt x="8201" y="5767"/>
                  <a:pt x="8124" y="5896"/>
                </a:cubicBezTo>
                <a:cubicBezTo>
                  <a:pt x="7773" y="6480"/>
                  <a:pt x="7083" y="6722"/>
                  <a:pt x="6382" y="6527"/>
                </a:cubicBezTo>
                <a:cubicBezTo>
                  <a:pt x="5803" y="6365"/>
                  <a:pt x="5397" y="5873"/>
                  <a:pt x="5399" y="5337"/>
                </a:cubicBezTo>
                <a:cubicBezTo>
                  <a:pt x="5402" y="4785"/>
                  <a:pt x="5837" y="4284"/>
                  <a:pt x="6444" y="4132"/>
                </a:cubicBezTo>
                <a:cubicBezTo>
                  <a:pt x="7036" y="3985"/>
                  <a:pt x="7691" y="4190"/>
                  <a:pt x="8025" y="4632"/>
                </a:cubicBezTo>
                <a:cubicBezTo>
                  <a:pt x="8095" y="4725"/>
                  <a:pt x="8152" y="4825"/>
                  <a:pt x="8230" y="4944"/>
                </a:cubicBezTo>
                <a:cubicBezTo>
                  <a:pt x="8479" y="4944"/>
                  <a:pt x="8743" y="4943"/>
                  <a:pt x="9006" y="4944"/>
                </a:cubicBezTo>
                <a:cubicBezTo>
                  <a:pt x="9487" y="4947"/>
                  <a:pt x="9623" y="5063"/>
                  <a:pt x="9624" y="5475"/>
                </a:cubicBezTo>
                <a:cubicBezTo>
                  <a:pt x="9625" y="6349"/>
                  <a:pt x="9624" y="7223"/>
                  <a:pt x="9624" y="8097"/>
                </a:cubicBezTo>
                <a:cubicBezTo>
                  <a:pt x="9624" y="8190"/>
                  <a:pt x="9624" y="8282"/>
                  <a:pt x="9624" y="8393"/>
                </a:cubicBezTo>
                <a:lnTo>
                  <a:pt x="14198" y="8393"/>
                </a:lnTo>
                <a:lnTo>
                  <a:pt x="14198" y="6086"/>
                </a:lnTo>
                <a:cubicBezTo>
                  <a:pt x="14113" y="6083"/>
                  <a:pt x="14020" y="6076"/>
                  <a:pt x="13927" y="6076"/>
                </a:cubicBezTo>
                <a:cubicBezTo>
                  <a:pt x="13318" y="6074"/>
                  <a:pt x="12709" y="6077"/>
                  <a:pt x="12099" y="6073"/>
                </a:cubicBezTo>
                <a:cubicBezTo>
                  <a:pt x="11585" y="6070"/>
                  <a:pt x="11345" y="5861"/>
                  <a:pt x="11343" y="5410"/>
                </a:cubicBezTo>
                <a:cubicBezTo>
                  <a:pt x="11340" y="4493"/>
                  <a:pt x="11339" y="3576"/>
                  <a:pt x="11346" y="2659"/>
                </a:cubicBezTo>
                <a:cubicBezTo>
                  <a:pt x="11347" y="2513"/>
                  <a:pt x="11299" y="2434"/>
                  <a:pt x="11140" y="2365"/>
                </a:cubicBezTo>
                <a:cubicBezTo>
                  <a:pt x="10528" y="2097"/>
                  <a:pt x="10237" y="1519"/>
                  <a:pt x="10398" y="939"/>
                </a:cubicBezTo>
                <a:cubicBezTo>
                  <a:pt x="10547" y="404"/>
                  <a:pt x="11139" y="3"/>
                  <a:pt x="11784" y="0"/>
                </a:cubicBezTo>
                <a:close/>
              </a:path>
            </a:pathLst>
          </a:custGeom>
          <a:solidFill>
            <a:srgbClr val="C8E0F4"/>
          </a:solidFill>
          <a:ln w="0" cap="flat" cmpd="sng">
            <a:noFill/>
            <a:prstDash val="solid"/>
            <a:miter/>
          </a:ln>
        </p:spPr>
        <p:txBody>
          <a:bodyPr/>
          <a:p/>
        </p:txBody>
      </p:sp>
      <p:sp>
        <p:nvSpPr>
          <p:cNvPr id="1048979" name="矩形"/>
          <p:cNvSpPr/>
          <p:nvPr/>
        </p:nvSpPr>
        <p:spPr>
          <a:xfrm rot="0">
            <a:off x="512381" y="3108424"/>
            <a:ext cx="3880638" cy="31394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20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The vision of Digital India encompasses a technologically empowered nation where access to digital services is universal, bridging the urban-rural divide. It aims to foster innovation, economic growth, and inclusive development through digital empowerment across sectors.</a:t>
            </a:r>
            <a:endParaRPr altLang="en-US" baseline="0" b="0" cap="none" sz="2000" i="0" kern="1200" lang="zh-CN" spc="0" strike="noStrike" u="none">
              <a:solidFill>
                <a:schemeClr val="bg1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44" name="组合"/>
          <p:cNvGrpSpPr/>
          <p:nvPr/>
        </p:nvGrpSpPr>
        <p:grpSpPr>
          <a:xfrm>
            <a:off x="622429" y="1590845"/>
            <a:ext cx="1520599" cy="1421400"/>
            <a:chOff x="622429" y="1590845"/>
            <a:chExt cx="1520599" cy="1421400"/>
          </a:xfrm>
        </p:grpSpPr>
        <p:grpSp>
          <p:nvGrpSpPr>
            <p:cNvPr id="45" name="组合"/>
            <p:cNvGrpSpPr/>
            <p:nvPr/>
          </p:nvGrpSpPr>
          <p:grpSpPr>
            <a:xfrm>
              <a:off x="685096" y="1857624"/>
              <a:ext cx="1394588" cy="1154622"/>
              <a:chOff x="685096" y="1857624"/>
              <a:chExt cx="1394588" cy="1154622"/>
            </a:xfrm>
          </p:grpSpPr>
          <p:sp>
            <p:nvSpPr>
              <p:cNvPr id="1048980" name="曲线"/>
              <p:cNvSpPr/>
              <p:nvPr/>
            </p:nvSpPr>
            <p:spPr>
              <a:xfrm rot="0">
                <a:off x="685096" y="1858105"/>
                <a:ext cx="1394588" cy="721338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1600" y="10800"/>
                    </a:moveTo>
                    <a:cubicBezTo>
                      <a:pt x="21600" y="16764"/>
                      <a:pt x="16764" y="21600"/>
                      <a:pt x="10800" y="21600"/>
                    </a:cubicBezTo>
                    <a:cubicBezTo>
                      <a:pt x="4835" y="21600"/>
                      <a:pt x="0" y="1676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1" name="曲线"/>
              <p:cNvSpPr/>
              <p:nvPr/>
            </p:nvSpPr>
            <p:spPr>
              <a:xfrm rot="0">
                <a:off x="685096" y="1858105"/>
                <a:ext cx="1389466" cy="721338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12683" y="17280"/>
                    </a:moveTo>
                    <a:cubicBezTo>
                      <a:pt x="8807" y="17280"/>
                      <a:pt x="5267" y="14102"/>
                      <a:pt x="2548" y="8867"/>
                    </a:cubicBezTo>
                    <a:cubicBezTo>
                      <a:pt x="5138" y="5015"/>
                      <a:pt x="8314" y="2911"/>
                      <a:pt x="11587" y="2880"/>
                    </a:cubicBezTo>
                    <a:cubicBezTo>
                      <a:pt x="15163" y="2929"/>
                      <a:pt x="18613" y="5433"/>
                      <a:pt x="21316" y="9941"/>
                    </a:cubicBezTo>
                    <a:cubicBezTo>
                      <a:pt x="18670" y="3815"/>
                      <a:pt x="14957" y="0"/>
                      <a:pt x="10839" y="0"/>
                    </a:cubicBezTo>
                    <a:cubicBezTo>
                      <a:pt x="6532" y="0"/>
                      <a:pt x="2663" y="4176"/>
                      <a:pt x="0" y="10800"/>
                    </a:cubicBezTo>
                    <a:cubicBezTo>
                      <a:pt x="2663" y="17424"/>
                      <a:pt x="6532" y="21600"/>
                      <a:pt x="10839" y="21600"/>
                    </a:cubicBezTo>
                    <a:cubicBezTo>
                      <a:pt x="15105" y="21600"/>
                      <a:pt x="18939" y="17503"/>
                      <a:pt x="21600" y="10987"/>
                    </a:cubicBezTo>
                    <a:cubicBezTo>
                      <a:pt x="19096" y="15014"/>
                      <a:pt x="15944" y="17238"/>
                      <a:pt x="12683" y="1728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2" name="曲线"/>
              <p:cNvSpPr/>
              <p:nvPr/>
            </p:nvSpPr>
            <p:spPr>
              <a:xfrm rot="0">
                <a:off x="1021721" y="1857624"/>
                <a:ext cx="721338" cy="721818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1600" y="10807"/>
                    </a:moveTo>
                    <a:cubicBezTo>
                      <a:pt x="21607" y="4846"/>
                      <a:pt x="16779" y="7"/>
                      <a:pt x="10814" y="0"/>
                    </a:cubicBezTo>
                    <a:cubicBezTo>
                      <a:pt x="4849" y="-7"/>
                      <a:pt x="7" y="4817"/>
                      <a:pt x="0" y="10778"/>
                    </a:cubicBezTo>
                    <a:cubicBezTo>
                      <a:pt x="-4" y="14180"/>
                      <a:pt x="1596" y="17385"/>
                      <a:pt x="4319" y="19427"/>
                    </a:cubicBezTo>
                    <a:lnTo>
                      <a:pt x="4319" y="21600"/>
                    </a:lnTo>
                    <a:lnTo>
                      <a:pt x="17280" y="21600"/>
                    </a:lnTo>
                    <a:lnTo>
                      <a:pt x="17280" y="19427"/>
                    </a:lnTo>
                    <a:cubicBezTo>
                      <a:pt x="19998" y="17394"/>
                      <a:pt x="21599" y="14200"/>
                      <a:pt x="21600" y="1080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3" name="圆角矩形"/>
              <p:cNvSpPr/>
              <p:nvPr/>
            </p:nvSpPr>
            <p:spPr>
              <a:xfrm rot="0">
                <a:off x="1093855" y="2579443"/>
                <a:ext cx="577071" cy="96177"/>
              </a:xfrm>
              <a:prstGeom prst="roundRect">
                <a:avLst>
                  <a:gd name="adj" fmla="val 50000"/>
                </a:avLst>
              </a:prstGeom>
              <a:solidFill>
                <a:srgbClr val="D8D8D8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4" name="圆角矩形"/>
              <p:cNvSpPr/>
              <p:nvPr/>
            </p:nvSpPr>
            <p:spPr>
              <a:xfrm rot="0">
                <a:off x="1093855" y="2675622"/>
                <a:ext cx="577071" cy="96178"/>
              </a:xfrm>
              <a:prstGeom prst="roundRect">
                <a:avLst>
                  <a:gd name="adj" fmla="val 48851"/>
                </a:avLst>
              </a:prstGeom>
              <a:solidFill>
                <a:srgbClr val="D8D8D8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5" name="曲线"/>
              <p:cNvSpPr/>
              <p:nvPr/>
            </p:nvSpPr>
            <p:spPr>
              <a:xfrm rot="0">
                <a:off x="1165989" y="2771800"/>
                <a:ext cx="432803" cy="240445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21600" y="2160"/>
                    </a:lnTo>
                    <a:cubicBezTo>
                      <a:pt x="21600" y="12896"/>
                      <a:pt x="16764" y="21600"/>
                      <a:pt x="10800" y="21600"/>
                    </a:cubicBezTo>
                    <a:cubicBezTo>
                      <a:pt x="4835" y="21600"/>
                      <a:pt x="0" y="12896"/>
                      <a:pt x="0" y="2160"/>
                    </a:cubicBez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6" name="曲线"/>
              <p:cNvSpPr/>
              <p:nvPr/>
            </p:nvSpPr>
            <p:spPr>
              <a:xfrm rot="0">
                <a:off x="1021694" y="1928844"/>
                <a:ext cx="628577" cy="650598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1483" y="17608"/>
                    </a:moveTo>
                    <a:cubicBezTo>
                      <a:pt x="12356" y="17608"/>
                      <a:pt x="4958" y="10460"/>
                      <a:pt x="4958" y="1642"/>
                    </a:cubicBezTo>
                    <a:cubicBezTo>
                      <a:pt x="4958" y="1094"/>
                      <a:pt x="4987" y="545"/>
                      <a:pt x="5045" y="0"/>
                    </a:cubicBezTo>
                    <a:cubicBezTo>
                      <a:pt x="-457" y="3903"/>
                      <a:pt x="-1642" y="11378"/>
                      <a:pt x="2398" y="16694"/>
                    </a:cubicBezTo>
                    <a:cubicBezTo>
                      <a:pt x="3119" y="17643"/>
                      <a:pt x="3982" y="18484"/>
                      <a:pt x="4958" y="19189"/>
                    </a:cubicBezTo>
                    <a:lnTo>
                      <a:pt x="4958" y="21600"/>
                    </a:lnTo>
                    <a:lnTo>
                      <a:pt x="19831" y="21600"/>
                    </a:lnTo>
                    <a:lnTo>
                      <a:pt x="19831" y="19189"/>
                    </a:lnTo>
                    <a:cubicBezTo>
                      <a:pt x="20471" y="18716"/>
                      <a:pt x="21064" y="18185"/>
                      <a:pt x="21600" y="17602"/>
                    </a:cubicBezTo>
                    <a:cubicBezTo>
                      <a:pt x="21560" y="17602"/>
                      <a:pt x="21522" y="17608"/>
                      <a:pt x="21483" y="17608"/>
                    </a:cubicBezTo>
                    <a:close/>
                  </a:path>
                </a:pathLst>
              </a:custGeom>
              <a:solidFill>
                <a:srgbClr val="000000">
                  <a:alpha val="18000"/>
                </a:srgbClr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7" name="曲线"/>
              <p:cNvSpPr/>
              <p:nvPr/>
            </p:nvSpPr>
            <p:spPr>
              <a:xfrm rot="0">
                <a:off x="1214078" y="2050462"/>
                <a:ext cx="336623" cy="336624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1600" y="10800"/>
                    </a:moveTo>
                    <a:cubicBezTo>
                      <a:pt x="21600" y="16764"/>
                      <a:pt x="16764" y="21600"/>
                      <a:pt x="10799" y="21600"/>
                    </a:cubicBezTo>
                    <a:cubicBezTo>
                      <a:pt x="4835" y="21600"/>
                      <a:pt x="0" y="16764"/>
                      <a:pt x="0" y="10800"/>
                    </a:cubicBezTo>
                    <a:cubicBezTo>
                      <a:pt x="0" y="4835"/>
                      <a:pt x="4835" y="0"/>
                      <a:pt x="10799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solidFill>
                <a:srgbClr val="4090D8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8" name="曲线"/>
              <p:cNvSpPr/>
              <p:nvPr/>
            </p:nvSpPr>
            <p:spPr>
              <a:xfrm rot="0">
                <a:off x="1406435" y="2050462"/>
                <a:ext cx="144267" cy="144267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1600" y="10800"/>
                    </a:moveTo>
                    <a:cubicBezTo>
                      <a:pt x="21600" y="16764"/>
                      <a:pt x="16764" y="21600"/>
                      <a:pt x="10800" y="21600"/>
                    </a:cubicBezTo>
                    <a:cubicBezTo>
                      <a:pt x="4835" y="21600"/>
                      <a:pt x="0" y="16764"/>
                      <a:pt x="0" y="10800"/>
                    </a:cubicBez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0"/>
                      <a:pt x="21600" y="4835"/>
                      <a:pt x="21600" y="10800"/>
                    </a:cubicBezTo>
                    <a:close/>
                  </a:path>
                </a:pathLst>
              </a:custGeom>
              <a:solidFill>
                <a:srgbClr val="AAE1F9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89" name="曲线"/>
              <p:cNvSpPr/>
              <p:nvPr/>
            </p:nvSpPr>
            <p:spPr>
              <a:xfrm rot="0">
                <a:off x="1214098" y="2191796"/>
                <a:ext cx="179449" cy="195292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87" y="0"/>
                    </a:moveTo>
                    <a:cubicBezTo>
                      <a:pt x="-1573" y="10075"/>
                      <a:pt x="5806" y="19629"/>
                      <a:pt x="16772" y="21339"/>
                    </a:cubicBezTo>
                    <a:cubicBezTo>
                      <a:pt x="17923" y="21518"/>
                      <a:pt x="19089" y="21605"/>
                      <a:pt x="20257" y="21599"/>
                    </a:cubicBezTo>
                    <a:cubicBezTo>
                      <a:pt x="20708" y="21599"/>
                      <a:pt x="21154" y="21565"/>
                      <a:pt x="21600" y="21538"/>
                    </a:cubicBezTo>
                    <a:cubicBezTo>
                      <a:pt x="12459" y="16313"/>
                      <a:pt x="5080" y="8856"/>
                      <a:pt x="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90" name="曲线"/>
              <p:cNvSpPr/>
              <p:nvPr/>
            </p:nvSpPr>
            <p:spPr>
              <a:xfrm rot="0">
                <a:off x="1093855" y="2579443"/>
                <a:ext cx="577071" cy="96177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700" y="0"/>
                    </a:moveTo>
                    <a:lnTo>
                      <a:pt x="1799" y="0"/>
                    </a:lnTo>
                    <a:cubicBezTo>
                      <a:pt x="805" y="0"/>
                      <a:pt x="0" y="4835"/>
                      <a:pt x="0" y="10799"/>
                    </a:cubicBezTo>
                    <a:cubicBezTo>
                      <a:pt x="0" y="16764"/>
                      <a:pt x="805" y="21600"/>
                      <a:pt x="1799" y="21600"/>
                    </a:cubicBezTo>
                    <a:lnTo>
                      <a:pt x="19800" y="21600"/>
                    </a:lnTo>
                    <a:cubicBezTo>
                      <a:pt x="20794" y="21600"/>
                      <a:pt x="21600" y="16764"/>
                      <a:pt x="21600" y="10799"/>
                    </a:cubicBezTo>
                    <a:lnTo>
                      <a:pt x="4499" y="10799"/>
                    </a:lnTo>
                    <a:cubicBezTo>
                      <a:pt x="3505" y="10799"/>
                      <a:pt x="2700" y="5964"/>
                      <a:pt x="2700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91" name="曲线"/>
              <p:cNvSpPr/>
              <p:nvPr/>
            </p:nvSpPr>
            <p:spPr>
              <a:xfrm rot="0">
                <a:off x="1093855" y="2675622"/>
                <a:ext cx="577071" cy="96178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2700" y="0"/>
                    </a:moveTo>
                    <a:lnTo>
                      <a:pt x="1799" y="0"/>
                    </a:lnTo>
                    <a:cubicBezTo>
                      <a:pt x="805" y="0"/>
                      <a:pt x="0" y="4835"/>
                      <a:pt x="0" y="10800"/>
                    </a:cubicBezTo>
                    <a:cubicBezTo>
                      <a:pt x="0" y="16764"/>
                      <a:pt x="805" y="21600"/>
                      <a:pt x="1799" y="21600"/>
                    </a:cubicBezTo>
                    <a:lnTo>
                      <a:pt x="19800" y="21600"/>
                    </a:lnTo>
                    <a:cubicBezTo>
                      <a:pt x="20794" y="21600"/>
                      <a:pt x="21600" y="16764"/>
                      <a:pt x="21600" y="10800"/>
                    </a:cubicBezTo>
                    <a:lnTo>
                      <a:pt x="4499" y="10800"/>
                    </a:lnTo>
                    <a:cubicBezTo>
                      <a:pt x="3505" y="10800"/>
                      <a:pt x="2700" y="5964"/>
                      <a:pt x="2700" y="0"/>
                    </a:cubicBezTo>
                    <a:close/>
                  </a:path>
                </a:pathLst>
              </a:custGeom>
              <a:solidFill>
                <a:srgbClr val="BFBFBF"/>
              </a:solidFill>
              <a:ln w="23961" cap="flat" cmpd="sng">
                <a:noFill/>
                <a:prstDash val="solid"/>
                <a:miter/>
              </a:ln>
            </p:spPr>
          </p:sp>
          <p:sp>
            <p:nvSpPr>
              <p:cNvPr id="1048992" name="曲线"/>
              <p:cNvSpPr/>
              <p:nvPr/>
            </p:nvSpPr>
            <p:spPr>
              <a:xfrm rot="0">
                <a:off x="1165989" y="2771800"/>
                <a:ext cx="432803" cy="228086"/>
              </a:xfrm>
              <a:custGeom>
                <a:avLst/>
                <a:gdLst>
                  <a:gd name="T1" fmla="*/ 0 w 21600"/>
                  <a:gd name="T2" fmla="*/ 0 h 21600"/>
                  <a:gd name="T3" fmla="*/ 21600 w 21600"/>
                  <a:gd name="T4" fmla="*/ 21600 h 21600"/>
                </a:gdLst>
                <a:ahLst/>
                <a:rect l="T1" t="T2" r="T3" b="T4"/>
                <a:pathLst>
                  <a:path w="21600" h="21600">
                    <a:moveTo>
                      <a:pt x="14400" y="9108"/>
                    </a:moveTo>
                    <a:lnTo>
                      <a:pt x="20972" y="9108"/>
                    </a:lnTo>
                    <a:cubicBezTo>
                      <a:pt x="21385" y="6915"/>
                      <a:pt x="21597" y="4605"/>
                      <a:pt x="21600" y="2277"/>
                    </a:cubicBezTo>
                    <a:lnTo>
                      <a:pt x="21600" y="0"/>
                    </a:lnTo>
                    <a:lnTo>
                      <a:pt x="0" y="0"/>
                    </a:lnTo>
                    <a:lnTo>
                      <a:pt x="0" y="2277"/>
                    </a:lnTo>
                    <a:cubicBezTo>
                      <a:pt x="2" y="10978"/>
                      <a:pt x="2902" y="18727"/>
                      <a:pt x="7231" y="21600"/>
                    </a:cubicBezTo>
                    <a:cubicBezTo>
                      <a:pt x="7551" y="14537"/>
                      <a:pt x="10664" y="9112"/>
                      <a:pt x="14400" y="9108"/>
                    </a:cubicBezTo>
                    <a:close/>
                  </a:path>
                </a:pathLst>
              </a:custGeom>
              <a:solidFill>
                <a:srgbClr val="A5A5A5"/>
              </a:solidFill>
              <a:ln w="23961" cap="flat" cmpd="sng">
                <a:noFill/>
                <a:prstDash val="solid"/>
                <a:miter/>
              </a:ln>
            </p:spPr>
          </p:sp>
        </p:grpSp>
        <p:sp>
          <p:nvSpPr>
            <p:cNvPr id="1048993" name="曲线"/>
            <p:cNvSpPr/>
            <p:nvPr/>
          </p:nvSpPr>
          <p:spPr>
            <a:xfrm rot="0">
              <a:off x="622429" y="1590845"/>
              <a:ext cx="1520599" cy="112190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973" y="19106"/>
                  </a:moveTo>
                  <a:cubicBezTo>
                    <a:pt x="18064" y="19116"/>
                    <a:pt x="18153" y="19174"/>
                    <a:pt x="18217" y="19277"/>
                  </a:cubicBezTo>
                  <a:lnTo>
                    <a:pt x="18218" y="19277"/>
                  </a:lnTo>
                  <a:lnTo>
                    <a:pt x="19162" y="20799"/>
                  </a:lnTo>
                  <a:cubicBezTo>
                    <a:pt x="19290" y="21004"/>
                    <a:pt x="19270" y="21311"/>
                    <a:pt x="19119" y="21485"/>
                  </a:cubicBezTo>
                  <a:cubicBezTo>
                    <a:pt x="18967" y="21658"/>
                    <a:pt x="18740" y="21632"/>
                    <a:pt x="18612" y="21426"/>
                  </a:cubicBezTo>
                  <a:lnTo>
                    <a:pt x="17668" y="19907"/>
                  </a:lnTo>
                  <a:cubicBezTo>
                    <a:pt x="17540" y="19701"/>
                    <a:pt x="17559" y="19394"/>
                    <a:pt x="17710" y="19220"/>
                  </a:cubicBezTo>
                  <a:cubicBezTo>
                    <a:pt x="17786" y="19133"/>
                    <a:pt x="17881" y="19096"/>
                    <a:pt x="17973" y="19106"/>
                  </a:cubicBezTo>
                </a:path>
                <a:path w="21600" h="21600">
                  <a:moveTo>
                    <a:pt x="3597" y="19103"/>
                  </a:moveTo>
                  <a:cubicBezTo>
                    <a:pt x="3689" y="19094"/>
                    <a:pt x="3783" y="19132"/>
                    <a:pt x="3858" y="19220"/>
                  </a:cubicBezTo>
                  <a:cubicBezTo>
                    <a:pt x="4008" y="19396"/>
                    <a:pt x="4024" y="19703"/>
                    <a:pt x="3895" y="19907"/>
                  </a:cubicBezTo>
                  <a:lnTo>
                    <a:pt x="2951" y="21425"/>
                  </a:lnTo>
                  <a:cubicBezTo>
                    <a:pt x="2823" y="21630"/>
                    <a:pt x="2596" y="21656"/>
                    <a:pt x="2444" y="21483"/>
                  </a:cubicBezTo>
                  <a:cubicBezTo>
                    <a:pt x="2293" y="21310"/>
                    <a:pt x="2273" y="21002"/>
                    <a:pt x="2401" y="20797"/>
                  </a:cubicBezTo>
                  <a:lnTo>
                    <a:pt x="3345" y="19277"/>
                  </a:lnTo>
                  <a:lnTo>
                    <a:pt x="3346" y="19278"/>
                  </a:lnTo>
                  <a:lnTo>
                    <a:pt x="3346" y="19279"/>
                  </a:lnTo>
                  <a:cubicBezTo>
                    <a:pt x="3347" y="19276"/>
                    <a:pt x="3350" y="19273"/>
                    <a:pt x="3351" y="19270"/>
                  </a:cubicBezTo>
                  <a:cubicBezTo>
                    <a:pt x="3416" y="19169"/>
                    <a:pt x="3505" y="19112"/>
                    <a:pt x="3597" y="19103"/>
                  </a:cubicBezTo>
                </a:path>
                <a:path w="21600" h="21600">
                  <a:moveTo>
                    <a:pt x="1496" y="16683"/>
                  </a:moveTo>
                  <a:cubicBezTo>
                    <a:pt x="1586" y="16703"/>
                    <a:pt x="1672" y="16769"/>
                    <a:pt x="1730" y="16878"/>
                  </a:cubicBezTo>
                  <a:cubicBezTo>
                    <a:pt x="1846" y="17096"/>
                    <a:pt x="1810" y="17400"/>
                    <a:pt x="1649" y="17558"/>
                  </a:cubicBezTo>
                  <a:lnTo>
                    <a:pt x="587" y="18669"/>
                  </a:lnTo>
                  <a:cubicBezTo>
                    <a:pt x="581" y="18676"/>
                    <a:pt x="576" y="18682"/>
                    <a:pt x="569" y="18688"/>
                  </a:cubicBezTo>
                  <a:cubicBezTo>
                    <a:pt x="409" y="18846"/>
                    <a:pt x="184" y="18797"/>
                    <a:pt x="68" y="18579"/>
                  </a:cubicBezTo>
                  <a:cubicBezTo>
                    <a:pt x="-47" y="18361"/>
                    <a:pt x="-11" y="18057"/>
                    <a:pt x="148" y="17900"/>
                  </a:cubicBezTo>
                  <a:lnTo>
                    <a:pt x="1210" y="16788"/>
                  </a:lnTo>
                  <a:cubicBezTo>
                    <a:pt x="1216" y="16781"/>
                    <a:pt x="1222" y="16775"/>
                    <a:pt x="1228" y="16769"/>
                  </a:cubicBezTo>
                  <a:cubicBezTo>
                    <a:pt x="1309" y="16690"/>
                    <a:pt x="1405" y="16663"/>
                    <a:pt x="1496" y="16683"/>
                  </a:cubicBezTo>
                </a:path>
                <a:path w="21600" h="21600">
                  <a:moveTo>
                    <a:pt x="20105" y="16676"/>
                  </a:moveTo>
                  <a:cubicBezTo>
                    <a:pt x="20197" y="16670"/>
                    <a:pt x="20290" y="16711"/>
                    <a:pt x="20364" y="16801"/>
                  </a:cubicBezTo>
                  <a:lnTo>
                    <a:pt x="20363" y="16801"/>
                  </a:lnTo>
                  <a:lnTo>
                    <a:pt x="21477" y="18066"/>
                  </a:lnTo>
                  <a:cubicBezTo>
                    <a:pt x="21621" y="18238"/>
                    <a:pt x="21640" y="18533"/>
                    <a:pt x="21520" y="18736"/>
                  </a:cubicBezTo>
                  <a:cubicBezTo>
                    <a:pt x="21396" y="18945"/>
                    <a:pt x="21170" y="18979"/>
                    <a:pt x="21016" y="18812"/>
                  </a:cubicBezTo>
                  <a:lnTo>
                    <a:pt x="19902" y="17546"/>
                  </a:lnTo>
                  <a:cubicBezTo>
                    <a:pt x="19896" y="17539"/>
                    <a:pt x="19889" y="17532"/>
                    <a:pt x="19883" y="17524"/>
                  </a:cubicBezTo>
                  <a:cubicBezTo>
                    <a:pt x="19736" y="17344"/>
                    <a:pt x="19724" y="17036"/>
                    <a:pt x="19857" y="16837"/>
                  </a:cubicBezTo>
                  <a:cubicBezTo>
                    <a:pt x="19923" y="16737"/>
                    <a:pt x="20013" y="16683"/>
                    <a:pt x="20105" y="16676"/>
                  </a:cubicBezTo>
                </a:path>
                <a:path w="21600" h="21600">
                  <a:moveTo>
                    <a:pt x="324" y="5833"/>
                  </a:moveTo>
                  <a:cubicBezTo>
                    <a:pt x="415" y="5821"/>
                    <a:pt x="510" y="5856"/>
                    <a:pt x="587" y="5942"/>
                  </a:cubicBezTo>
                  <a:lnTo>
                    <a:pt x="1649" y="7054"/>
                  </a:lnTo>
                  <a:cubicBezTo>
                    <a:pt x="1655" y="7060"/>
                    <a:pt x="1661" y="7066"/>
                    <a:pt x="1667" y="7073"/>
                  </a:cubicBezTo>
                  <a:cubicBezTo>
                    <a:pt x="1820" y="7244"/>
                    <a:pt x="1842" y="7550"/>
                    <a:pt x="1716" y="7758"/>
                  </a:cubicBezTo>
                  <a:cubicBezTo>
                    <a:pt x="1590" y="7965"/>
                    <a:pt x="1363" y="7995"/>
                    <a:pt x="1210" y="7824"/>
                  </a:cubicBezTo>
                  <a:lnTo>
                    <a:pt x="148" y="6712"/>
                  </a:lnTo>
                  <a:cubicBezTo>
                    <a:pt x="142" y="6706"/>
                    <a:pt x="136" y="6700"/>
                    <a:pt x="130" y="6693"/>
                  </a:cubicBezTo>
                  <a:cubicBezTo>
                    <a:pt x="-22" y="6522"/>
                    <a:pt x="-44" y="6215"/>
                    <a:pt x="81" y="6008"/>
                  </a:cubicBezTo>
                  <a:cubicBezTo>
                    <a:pt x="144" y="5904"/>
                    <a:pt x="233" y="5845"/>
                    <a:pt x="324" y="5833"/>
                  </a:cubicBezTo>
                </a:path>
                <a:path w="21600" h="21600">
                  <a:moveTo>
                    <a:pt x="21272" y="5695"/>
                  </a:moveTo>
                  <a:cubicBezTo>
                    <a:pt x="21361" y="5706"/>
                    <a:pt x="21447" y="5761"/>
                    <a:pt x="21511" y="5860"/>
                  </a:cubicBezTo>
                  <a:cubicBezTo>
                    <a:pt x="21641" y="6062"/>
                    <a:pt x="21626" y="6369"/>
                    <a:pt x="21477" y="6546"/>
                  </a:cubicBezTo>
                  <a:lnTo>
                    <a:pt x="20364" y="7812"/>
                  </a:lnTo>
                  <a:cubicBezTo>
                    <a:pt x="20299" y="7885"/>
                    <a:pt x="20217" y="7926"/>
                    <a:pt x="20133" y="7926"/>
                  </a:cubicBezTo>
                  <a:lnTo>
                    <a:pt x="20133" y="7925"/>
                  </a:lnTo>
                  <a:cubicBezTo>
                    <a:pt x="20027" y="7925"/>
                    <a:pt x="19927" y="7861"/>
                    <a:pt x="19859" y="7752"/>
                  </a:cubicBezTo>
                  <a:cubicBezTo>
                    <a:pt x="19731" y="7546"/>
                    <a:pt x="19751" y="7239"/>
                    <a:pt x="19902" y="7066"/>
                  </a:cubicBezTo>
                  <a:lnTo>
                    <a:pt x="21016" y="5800"/>
                  </a:lnTo>
                  <a:cubicBezTo>
                    <a:pt x="21091" y="5719"/>
                    <a:pt x="21183" y="5685"/>
                    <a:pt x="21272" y="5695"/>
                  </a:cubicBezTo>
                </a:path>
                <a:path w="21600" h="21600">
                  <a:moveTo>
                    <a:pt x="2705" y="3021"/>
                  </a:moveTo>
                  <a:cubicBezTo>
                    <a:pt x="2796" y="3030"/>
                    <a:pt x="2885" y="3086"/>
                    <a:pt x="2950" y="3188"/>
                  </a:cubicBezTo>
                  <a:lnTo>
                    <a:pt x="3894" y="4708"/>
                  </a:lnTo>
                  <a:cubicBezTo>
                    <a:pt x="3896" y="4711"/>
                    <a:pt x="3898" y="4714"/>
                    <a:pt x="3900" y="4717"/>
                  </a:cubicBezTo>
                  <a:cubicBezTo>
                    <a:pt x="4026" y="4924"/>
                    <a:pt x="4004" y="5231"/>
                    <a:pt x="3851" y="5402"/>
                  </a:cubicBezTo>
                  <a:cubicBezTo>
                    <a:pt x="3698" y="5573"/>
                    <a:pt x="3471" y="5543"/>
                    <a:pt x="3345" y="5335"/>
                  </a:cubicBezTo>
                  <a:lnTo>
                    <a:pt x="2401" y="3815"/>
                  </a:lnTo>
                  <a:cubicBezTo>
                    <a:pt x="2278" y="3612"/>
                    <a:pt x="2297" y="3311"/>
                    <a:pt x="2444" y="3138"/>
                  </a:cubicBezTo>
                  <a:cubicBezTo>
                    <a:pt x="2519" y="3050"/>
                    <a:pt x="2613" y="3012"/>
                    <a:pt x="2705" y="3021"/>
                  </a:cubicBezTo>
                </a:path>
                <a:path w="21600" h="21600">
                  <a:moveTo>
                    <a:pt x="18864" y="3012"/>
                  </a:moveTo>
                  <a:cubicBezTo>
                    <a:pt x="18955" y="3003"/>
                    <a:pt x="19049" y="3041"/>
                    <a:pt x="19124" y="3129"/>
                  </a:cubicBezTo>
                  <a:cubicBezTo>
                    <a:pt x="19274" y="3305"/>
                    <a:pt x="19291" y="3612"/>
                    <a:pt x="19161" y="3815"/>
                  </a:cubicBezTo>
                  <a:lnTo>
                    <a:pt x="18217" y="5335"/>
                  </a:lnTo>
                  <a:cubicBezTo>
                    <a:pt x="18149" y="5445"/>
                    <a:pt x="18048" y="5508"/>
                    <a:pt x="17943" y="5508"/>
                  </a:cubicBezTo>
                  <a:cubicBezTo>
                    <a:pt x="17858" y="5508"/>
                    <a:pt x="17776" y="5467"/>
                    <a:pt x="17712" y="5393"/>
                  </a:cubicBezTo>
                  <a:cubicBezTo>
                    <a:pt x="17560" y="5221"/>
                    <a:pt x="17540" y="4913"/>
                    <a:pt x="17668" y="4708"/>
                  </a:cubicBezTo>
                  <a:lnTo>
                    <a:pt x="18612" y="3188"/>
                  </a:lnTo>
                  <a:cubicBezTo>
                    <a:pt x="18614" y="3185"/>
                    <a:pt x="18616" y="3182"/>
                    <a:pt x="18618" y="3179"/>
                  </a:cubicBezTo>
                  <a:cubicBezTo>
                    <a:pt x="18683" y="3077"/>
                    <a:pt x="18772" y="3021"/>
                    <a:pt x="18864" y="3012"/>
                  </a:cubicBezTo>
                </a:path>
                <a:path w="21600" h="21600">
                  <a:moveTo>
                    <a:pt x="16019" y="1291"/>
                  </a:moveTo>
                  <a:cubicBezTo>
                    <a:pt x="16107" y="1256"/>
                    <a:pt x="16205" y="1266"/>
                    <a:pt x="16293" y="1330"/>
                  </a:cubicBezTo>
                  <a:cubicBezTo>
                    <a:pt x="16467" y="1458"/>
                    <a:pt x="16531" y="1754"/>
                    <a:pt x="16437" y="1990"/>
                  </a:cubicBezTo>
                  <a:lnTo>
                    <a:pt x="15741" y="3726"/>
                  </a:lnTo>
                  <a:cubicBezTo>
                    <a:pt x="15647" y="3962"/>
                    <a:pt x="15428" y="4049"/>
                    <a:pt x="15254" y="3921"/>
                  </a:cubicBezTo>
                  <a:cubicBezTo>
                    <a:pt x="15080" y="3792"/>
                    <a:pt x="15015" y="3497"/>
                    <a:pt x="15110" y="3260"/>
                  </a:cubicBezTo>
                  <a:lnTo>
                    <a:pt x="15805" y="1525"/>
                  </a:lnTo>
                  <a:cubicBezTo>
                    <a:pt x="15853" y="1407"/>
                    <a:pt x="15931" y="1326"/>
                    <a:pt x="16019" y="1291"/>
                  </a:cubicBezTo>
                </a:path>
                <a:path w="21600" h="21600">
                  <a:moveTo>
                    <a:pt x="5544" y="1290"/>
                  </a:moveTo>
                  <a:cubicBezTo>
                    <a:pt x="5632" y="1325"/>
                    <a:pt x="5710" y="1406"/>
                    <a:pt x="5757" y="1524"/>
                  </a:cubicBezTo>
                  <a:lnTo>
                    <a:pt x="6453" y="3260"/>
                  </a:lnTo>
                  <a:cubicBezTo>
                    <a:pt x="6547" y="3497"/>
                    <a:pt x="6482" y="3792"/>
                    <a:pt x="6308" y="3921"/>
                  </a:cubicBezTo>
                  <a:cubicBezTo>
                    <a:pt x="6134" y="4048"/>
                    <a:pt x="5916" y="3961"/>
                    <a:pt x="5821" y="3725"/>
                  </a:cubicBezTo>
                  <a:lnTo>
                    <a:pt x="5822" y="3725"/>
                  </a:lnTo>
                  <a:lnTo>
                    <a:pt x="5126" y="1989"/>
                  </a:lnTo>
                  <a:cubicBezTo>
                    <a:pt x="5032" y="1753"/>
                    <a:pt x="5096" y="1457"/>
                    <a:pt x="5270" y="1329"/>
                  </a:cubicBezTo>
                  <a:cubicBezTo>
                    <a:pt x="5357" y="1265"/>
                    <a:pt x="5456" y="1254"/>
                    <a:pt x="5544" y="1290"/>
                  </a:cubicBezTo>
                </a:path>
                <a:path w="21600" h="21600">
                  <a:moveTo>
                    <a:pt x="13510" y="327"/>
                  </a:moveTo>
                  <a:cubicBezTo>
                    <a:pt x="13700" y="404"/>
                    <a:pt x="13808" y="675"/>
                    <a:pt x="13751" y="933"/>
                  </a:cubicBezTo>
                  <a:lnTo>
                    <a:pt x="13334" y="2816"/>
                  </a:lnTo>
                  <a:cubicBezTo>
                    <a:pt x="13288" y="3021"/>
                    <a:pt x="13148" y="3163"/>
                    <a:pt x="12990" y="3163"/>
                  </a:cubicBezTo>
                  <a:cubicBezTo>
                    <a:pt x="12955" y="3162"/>
                    <a:pt x="12920" y="3155"/>
                    <a:pt x="12886" y="3142"/>
                  </a:cubicBezTo>
                  <a:lnTo>
                    <a:pt x="12886" y="3142"/>
                  </a:lnTo>
                  <a:cubicBezTo>
                    <a:pt x="12696" y="3065"/>
                    <a:pt x="12588" y="2794"/>
                    <a:pt x="12645" y="2536"/>
                  </a:cubicBezTo>
                  <a:lnTo>
                    <a:pt x="13063" y="654"/>
                  </a:lnTo>
                  <a:cubicBezTo>
                    <a:pt x="13120" y="396"/>
                    <a:pt x="13320" y="250"/>
                    <a:pt x="13510" y="327"/>
                  </a:cubicBezTo>
                </a:path>
                <a:path w="21600" h="21600">
                  <a:moveTo>
                    <a:pt x="8053" y="326"/>
                  </a:moveTo>
                  <a:cubicBezTo>
                    <a:pt x="8242" y="248"/>
                    <a:pt x="8443" y="395"/>
                    <a:pt x="8500" y="652"/>
                  </a:cubicBezTo>
                  <a:lnTo>
                    <a:pt x="8917" y="2535"/>
                  </a:lnTo>
                  <a:cubicBezTo>
                    <a:pt x="8974" y="2793"/>
                    <a:pt x="8866" y="3064"/>
                    <a:pt x="8676" y="3141"/>
                  </a:cubicBezTo>
                  <a:cubicBezTo>
                    <a:pt x="8643" y="3155"/>
                    <a:pt x="8608" y="3162"/>
                    <a:pt x="8573" y="3162"/>
                  </a:cubicBezTo>
                  <a:cubicBezTo>
                    <a:pt x="8414" y="3162"/>
                    <a:pt x="8274" y="3021"/>
                    <a:pt x="8229" y="2815"/>
                  </a:cubicBezTo>
                  <a:lnTo>
                    <a:pt x="8229" y="2815"/>
                  </a:lnTo>
                  <a:lnTo>
                    <a:pt x="7811" y="932"/>
                  </a:lnTo>
                  <a:cubicBezTo>
                    <a:pt x="7754" y="674"/>
                    <a:pt x="7863" y="403"/>
                    <a:pt x="8053" y="326"/>
                  </a:cubicBezTo>
                </a:path>
                <a:path w="21600" h="21600">
                  <a:moveTo>
                    <a:pt x="10781" y="0"/>
                  </a:moveTo>
                  <a:cubicBezTo>
                    <a:pt x="10980" y="0"/>
                    <a:pt x="11140" y="217"/>
                    <a:pt x="11140" y="486"/>
                  </a:cubicBezTo>
                  <a:lnTo>
                    <a:pt x="11140" y="2433"/>
                  </a:lnTo>
                  <a:cubicBezTo>
                    <a:pt x="11140" y="2702"/>
                    <a:pt x="10980" y="2920"/>
                    <a:pt x="10781" y="2920"/>
                  </a:cubicBezTo>
                  <a:cubicBezTo>
                    <a:pt x="10583" y="2920"/>
                    <a:pt x="10422" y="2702"/>
                    <a:pt x="10422" y="2433"/>
                  </a:cubicBezTo>
                  <a:lnTo>
                    <a:pt x="10422" y="486"/>
                  </a:lnTo>
                  <a:cubicBezTo>
                    <a:pt x="10422" y="217"/>
                    <a:pt x="10583" y="0"/>
                    <a:pt x="10781" y="0"/>
                  </a:cubicBezTo>
                  <a:close/>
                </a:path>
              </a:pathLst>
            </a:custGeom>
            <a:solidFill>
              <a:srgbClr val="C8E0F4"/>
            </a:solidFill>
            <a:ln w="0" cap="flat" cmpd="sng">
              <a:noFill/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>
        <p14:prism dir="l" isContent="1" isInverted="0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5" nodeType="afterEffect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500" id="17"/>
                                        <p:tgtEl>
                                          <p:spTgt spid="104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8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1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1048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104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2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7"/>
                                        <p:tgtEl>
                                          <p:spTgt spid="10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0"/>
                                        <p:tgtEl>
                                          <p:spTgt spid="104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104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6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37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104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0"/>
                                        <p:tgtEl>
                                          <p:spTgt spid="104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1"/>
                                        <p:tgtEl>
                                          <p:spTgt spid="104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2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4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5"/>
                                        <p:tgtEl>
                                          <p:spTgt spid="10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6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8"/>
                                        <p:tgtEl>
                                          <p:spTgt spid="104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9">
                      <p:stCondLst>
                        <p:cond delay="indefinite"/>
                      </p:stCondLst>
                      <p:childTnLst>
                        <p:par>
                          <p:cTn fill="hold" id="5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1" nodeType="clickEffect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500" id="53"/>
                                        <p:tgtEl>
                                          <p:spTgt spid="10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4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55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7"/>
                                        <p:tgtEl>
                                          <p:spTgt spid="104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8"/>
                                        <p:tgtEl>
                                          <p:spTgt spid="104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9"/>
                                        <p:tgtEl>
                                          <p:spTgt spid="104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0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6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3"/>
                                        <p:tgtEl>
                                          <p:spTgt spid="104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6"/>
                                        <p:tgtEl>
                                          <p:spTgt spid="104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7">
                      <p:stCondLst>
                        <p:cond delay="indefinite"/>
                      </p:stCondLst>
                      <p:childTnLst>
                        <p:par>
                          <p:cTn fill="hold" id="6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69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1"/>
                                        <p:tgtEl>
                                          <p:spTgt spid="104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2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73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5"/>
                                        <p:tgtEl>
                                          <p:spTgt spid="1048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6"/>
                                        <p:tgtEl>
                                          <p:spTgt spid="1048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7"/>
                                        <p:tgtEl>
                                          <p:spTgt spid="104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78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7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1"/>
                                        <p:tgtEl>
                                          <p:spTgt spid="104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8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4"/>
                                        <p:tgtEl>
                                          <p:spTgt spid="104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048979" grpId="0"/>
      <p:bldP spid="1048965" grpId="0" animBg="1"/>
      <p:bldP spid="1048975" grpId="0" animBg="1"/>
      <p:bldP spid="1048964" grpId="0"/>
      <p:bldP spid="1048963" grpId="0"/>
      <p:bldP spid="1048968" grpId="0" animBg="1"/>
      <p:bldP spid="1048976" grpId="0" animBg="1"/>
      <p:bldP spid="1048967" grpId="0"/>
      <p:bldP spid="1048966" grpId="0"/>
      <p:bldP spid="1048971" grpId="0" animBg="1"/>
      <p:bldP spid="1048977" grpId="0" animBg="1"/>
      <p:bldP spid="1048970" grpId="0"/>
      <p:bldP spid="1048969" grpId="0"/>
      <p:bldP spid="1048974" grpId="0" animBg="1"/>
      <p:bldP spid="1048978" grpId="0" animBg="1"/>
      <p:bldP spid="1048973" grpId="0"/>
      <p:bldP spid="10489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IMPACT &amp; BENEFITS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8995" name="圆角矩形"/>
          <p:cNvSpPr/>
          <p:nvPr/>
        </p:nvSpPr>
        <p:spPr>
          <a:xfrm rot="16200000">
            <a:off x="1884138" y="329930"/>
            <a:ext cx="592617" cy="29707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8996" name="矩形"/>
          <p:cNvSpPr/>
          <p:nvPr/>
        </p:nvSpPr>
        <p:spPr>
          <a:xfrm rot="0">
            <a:off x="704071" y="2804140"/>
            <a:ext cx="3066458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Boosting inclusion through access to digital services in urban and rural regions.</a:t>
            </a:r>
          </a:p>
        </p:txBody>
      </p:sp>
      <p:sp>
        <p:nvSpPr>
          <p:cNvPr id="1048997" name="矩形"/>
          <p:cNvSpPr/>
          <p:nvPr/>
        </p:nvSpPr>
        <p:spPr>
          <a:xfrm rot="0">
            <a:off x="704070" y="2153540"/>
            <a:ext cx="3474720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Socio-economic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Impact of Digital India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98" name="矩形"/>
          <p:cNvSpPr/>
          <p:nvPr/>
        </p:nvSpPr>
        <p:spPr>
          <a:xfrm rot="0">
            <a:off x="704073" y="1553680"/>
            <a:ext cx="1082558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ONE</a:t>
            </a:r>
            <a:endParaRPr altLang="en-US" baseline="0" b="1" cap="none" sz="28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8999" name="圆角矩形"/>
          <p:cNvSpPr/>
          <p:nvPr/>
        </p:nvSpPr>
        <p:spPr>
          <a:xfrm rot="16200000">
            <a:off x="5747330" y="329930"/>
            <a:ext cx="592618" cy="29707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00" name="矩形"/>
          <p:cNvSpPr/>
          <p:nvPr/>
        </p:nvSpPr>
        <p:spPr>
          <a:xfrm rot="0">
            <a:off x="4567264" y="2804140"/>
            <a:ext cx="3066458" cy="1158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Enabling citizens to participate more effectively in governance and development.</a:t>
            </a:r>
          </a:p>
        </p:txBody>
      </p:sp>
      <p:sp>
        <p:nvSpPr>
          <p:cNvPr id="1049001" name="矩形"/>
          <p:cNvSpPr/>
          <p:nvPr/>
        </p:nvSpPr>
        <p:spPr>
          <a:xfrm rot="0">
            <a:off x="4567262" y="2153540"/>
            <a:ext cx="3474720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Empowerment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of Citizens &amp; Communities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02" name="矩形"/>
          <p:cNvSpPr/>
          <p:nvPr/>
        </p:nvSpPr>
        <p:spPr>
          <a:xfrm rot="0">
            <a:off x="4567265" y="1553680"/>
            <a:ext cx="1104329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TWO</a:t>
            </a:r>
            <a:endParaRPr altLang="en-US" baseline="0" b="1" cap="none" sz="28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03" name="圆角矩形"/>
          <p:cNvSpPr/>
          <p:nvPr/>
        </p:nvSpPr>
        <p:spPr>
          <a:xfrm rot="16200000">
            <a:off x="9610522" y="329930"/>
            <a:ext cx="592617" cy="29707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04" name="矩形"/>
          <p:cNvSpPr/>
          <p:nvPr/>
        </p:nvSpPr>
        <p:spPr>
          <a:xfrm rot="0">
            <a:off x="8430456" y="2804140"/>
            <a:ext cx="3066458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Creating employment opportunities in IT, telecom, and digital service sectors.</a:t>
            </a:r>
          </a:p>
        </p:txBody>
      </p:sp>
      <p:sp>
        <p:nvSpPr>
          <p:cNvPr id="1049005" name="矩形"/>
          <p:cNvSpPr/>
          <p:nvPr/>
        </p:nvSpPr>
        <p:spPr>
          <a:xfrm rot="0">
            <a:off x="8430454" y="2153540"/>
            <a:ext cx="3474719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Job Creation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&amp; Economic Growth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06" name="矩形"/>
          <p:cNvSpPr/>
          <p:nvPr/>
        </p:nvSpPr>
        <p:spPr>
          <a:xfrm rot="0">
            <a:off x="8430456" y="1553680"/>
            <a:ext cx="1512197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THREE</a:t>
            </a:r>
            <a:endParaRPr altLang="en-US" baseline="0" b="1" cap="none" sz="28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07" name="圆角矩形"/>
          <p:cNvSpPr/>
          <p:nvPr/>
        </p:nvSpPr>
        <p:spPr>
          <a:xfrm rot="16200000">
            <a:off x="3815734" y="2897640"/>
            <a:ext cx="592617" cy="29707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08" name="矩形"/>
          <p:cNvSpPr/>
          <p:nvPr/>
        </p:nvSpPr>
        <p:spPr>
          <a:xfrm rot="0">
            <a:off x="2635667" y="5371851"/>
            <a:ext cx="3066457" cy="1158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Reducing delays and improving transparency through online government platforms.</a:t>
            </a:r>
          </a:p>
        </p:txBody>
      </p:sp>
      <p:sp>
        <p:nvSpPr>
          <p:cNvPr id="1049009" name="矩形"/>
          <p:cNvSpPr/>
          <p:nvPr/>
        </p:nvSpPr>
        <p:spPr>
          <a:xfrm rot="0">
            <a:off x="2635666" y="4721250"/>
            <a:ext cx="3474720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Enhanced Efficiency &amp; Transparency In Governance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10" name="矩形"/>
          <p:cNvSpPr/>
          <p:nvPr/>
        </p:nvSpPr>
        <p:spPr>
          <a:xfrm rot="0">
            <a:off x="2635667" y="4121390"/>
            <a:ext cx="1302477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FOUR</a:t>
            </a:r>
            <a:endParaRPr altLang="en-US" baseline="0" b="1" cap="none" sz="28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11" name="圆角矩形"/>
          <p:cNvSpPr/>
          <p:nvPr/>
        </p:nvSpPr>
        <p:spPr>
          <a:xfrm rot="16200000">
            <a:off x="7678926" y="2897640"/>
            <a:ext cx="592618" cy="2970719"/>
          </a:xfrm>
          <a:prstGeom prst="roundRect">
            <a:avLst>
              <a:gd name="adj" fmla="val 16666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12" name="矩形"/>
          <p:cNvSpPr/>
          <p:nvPr/>
        </p:nvSpPr>
        <p:spPr>
          <a:xfrm rot="0">
            <a:off x="6498860" y="5371851"/>
            <a:ext cx="3066458" cy="11582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Providing easier access to education, healthcare, banking, and welfare services.</a:t>
            </a:r>
          </a:p>
        </p:txBody>
      </p:sp>
      <p:sp>
        <p:nvSpPr>
          <p:cNvPr id="1049013" name="矩形"/>
          <p:cNvSpPr/>
          <p:nvPr/>
        </p:nvSpPr>
        <p:spPr>
          <a:xfrm rot="0">
            <a:off x="6498858" y="4721250"/>
            <a:ext cx="3474720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Improved Access To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Services &amp; Opportunities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14" name="矩形"/>
          <p:cNvSpPr/>
          <p:nvPr/>
        </p:nvSpPr>
        <p:spPr>
          <a:xfrm rot="0">
            <a:off x="6498861" y="4121390"/>
            <a:ext cx="1082558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30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FIVE</a:t>
            </a:r>
            <a:endParaRPr altLang="en-US" baseline="0" b="1" cap="none" sz="2800" i="0" kern="1200" lang="zh-CN" spc="30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 invX="0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104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8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8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7"/>
                                        <p:tgtEl>
                                          <p:spTgt spid="104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0"/>
                                        <p:tgtEl>
                                          <p:spTgt spid="104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5"/>
                                        <p:tgtEl>
                                          <p:spTgt spid="104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7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9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9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/>
                                        <p:tgtEl>
                                          <p:spTgt spid="104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3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5"/>
                                        <p:tgtEl>
                                          <p:spTgt spid="1049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6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8"/>
                                        <p:tgtEl>
                                          <p:spTgt spid="104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1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3"/>
                                        <p:tgtEl>
                                          <p:spTgt spid="104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4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45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7"/>
                                        <p:tgtEl>
                                          <p:spTgt spid="1049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1049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9"/>
                                        <p:tgtEl>
                                          <p:spTgt spid="104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3"/>
                                        <p:tgtEl>
                                          <p:spTgt spid="104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6"/>
                                        <p:tgtEl>
                                          <p:spTgt spid="1049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9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61"/>
                                        <p:tgtEl>
                                          <p:spTgt spid="104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2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63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65"/>
                                        <p:tgtEl>
                                          <p:spTgt spid="1049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6"/>
                                        <p:tgtEl>
                                          <p:spTgt spid="1049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67"/>
                                        <p:tgtEl>
                                          <p:spTgt spid="104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8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6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1"/>
                                        <p:tgtEl>
                                          <p:spTgt spid="104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7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4"/>
                                        <p:tgtEl>
                                          <p:spTgt spid="104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5">
                      <p:stCondLst>
                        <p:cond delay="indefinite"/>
                      </p:stCondLst>
                      <p:childTnLst>
                        <p:par>
                          <p:cTn fill="hold" id="7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77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9"/>
                                        <p:tgtEl>
                                          <p:spTgt spid="104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8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3"/>
                                        <p:tgtEl>
                                          <p:spTgt spid="1049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4"/>
                                        <p:tgtEl>
                                          <p:spTgt spid="1049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85"/>
                                        <p:tgtEl>
                                          <p:spTgt spid="104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8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9"/>
                                        <p:tgtEl>
                                          <p:spTgt spid="104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9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92"/>
                                        <p:tgtEl>
                                          <p:spTgt spid="104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95" grpId="0" animBg="1"/>
      <p:bldP spid="1048998" grpId="0"/>
      <p:bldP spid="1048997" grpId="0"/>
      <p:bldP spid="1048996" grpId="0"/>
      <p:bldP spid="1048999" grpId="0" animBg="1"/>
      <p:bldP spid="1049002" grpId="0"/>
      <p:bldP spid="1049001" grpId="0"/>
      <p:bldP spid="1049000" grpId="0"/>
      <p:bldP spid="1049003" grpId="0" animBg="1"/>
      <p:bldP spid="1049006" grpId="0"/>
      <p:bldP spid="1049005" grpId="0"/>
      <p:bldP spid="1049004" grpId="0"/>
      <p:bldP spid="1049007" grpId="0" animBg="1"/>
      <p:bldP spid="1049010" grpId="0"/>
      <p:bldP spid="1049009" grpId="0"/>
      <p:bldP spid="1049008" grpId="0"/>
      <p:bldP spid="1049011" grpId="0" animBg="1"/>
      <p:bldP spid="1049014" grpId="0"/>
      <p:bldP spid="1049013" grpId="0"/>
      <p:bldP spid="10490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5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CHALLENGES OF DIGITAL INDIA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9016" name="矩形"/>
          <p:cNvSpPr/>
          <p:nvPr/>
        </p:nvSpPr>
        <p:spPr>
          <a:xfrm rot="0">
            <a:off x="1886671" y="3716268"/>
            <a:ext cx="5820237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Protecting digital systems and user data from cyber threats and online fraud.</a:t>
            </a:r>
          </a:p>
        </p:txBody>
      </p:sp>
      <p:sp>
        <p:nvSpPr>
          <p:cNvPr id="1049017" name="矩形"/>
          <p:cNvSpPr/>
          <p:nvPr/>
        </p:nvSpPr>
        <p:spPr>
          <a:xfrm rot="0">
            <a:off x="1886669" y="3369673"/>
            <a:ext cx="2703449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FE6FF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Cybersecurity</a:t>
            </a:r>
            <a:endParaRPr altLang="en-US" baseline="0" b="1" cap="none" sz="2000" i="0" kern="1200" lang="zh-CN" spc="0" strike="noStrike" u="none">
              <a:solidFill>
                <a:srgbClr val="CFE6FF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18" name="圆角矩形"/>
          <p:cNvSpPr/>
          <p:nvPr/>
        </p:nvSpPr>
        <p:spPr>
          <a:xfrm rot="0">
            <a:off x="913757" y="3319424"/>
            <a:ext cx="779080" cy="771365"/>
          </a:xfrm>
          <a:prstGeom prst="roundRect">
            <a:avLst>
              <a:gd name="adj" fmla="val 5962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19" name="矩形"/>
          <p:cNvSpPr/>
          <p:nvPr/>
        </p:nvSpPr>
        <p:spPr>
          <a:xfrm rot="0" flipH="1">
            <a:off x="4485093" y="4765663"/>
            <a:ext cx="5820237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Improving digital skills so all citizens can confidently use online services.</a:t>
            </a:r>
          </a:p>
        </p:txBody>
      </p:sp>
      <p:sp>
        <p:nvSpPr>
          <p:cNvPr id="1049020" name="矩形"/>
          <p:cNvSpPr/>
          <p:nvPr/>
        </p:nvSpPr>
        <p:spPr>
          <a:xfrm rot="0" flipH="1">
            <a:off x="6523720" y="4419068"/>
            <a:ext cx="3781611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FE6FF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Literacy</a:t>
            </a:r>
            <a:endParaRPr altLang="en-US" baseline="0" b="1" cap="none" sz="2000" i="0" kern="1200" lang="zh-CN" spc="0" strike="noStrike" u="none">
              <a:solidFill>
                <a:srgbClr val="CFE6FF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21" name="圆角矩形"/>
          <p:cNvSpPr/>
          <p:nvPr/>
        </p:nvSpPr>
        <p:spPr>
          <a:xfrm rot="0" flipH="1">
            <a:off x="10499164" y="4368819"/>
            <a:ext cx="779080" cy="771365"/>
          </a:xfrm>
          <a:prstGeom prst="roundRect">
            <a:avLst>
              <a:gd name="adj" fmla="val 5962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22" name="矩形"/>
          <p:cNvSpPr/>
          <p:nvPr/>
        </p:nvSpPr>
        <p:spPr>
          <a:xfrm rot="0" flipH="1">
            <a:off x="4485093" y="2666873"/>
            <a:ext cx="5820237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Bridging gaps in internet access between rural and urban communities.</a:t>
            </a:r>
          </a:p>
        </p:txBody>
      </p:sp>
      <p:sp>
        <p:nvSpPr>
          <p:cNvPr id="1049023" name="矩形"/>
          <p:cNvSpPr/>
          <p:nvPr/>
        </p:nvSpPr>
        <p:spPr>
          <a:xfrm rot="0" flipH="1">
            <a:off x="7061603" y="2320278"/>
            <a:ext cx="3243727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FE6FF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Divide</a:t>
            </a:r>
            <a:endParaRPr altLang="en-US" baseline="0" b="1" cap="none" sz="2000" i="0" kern="1200" lang="zh-CN" spc="0" strike="noStrike" u="none">
              <a:solidFill>
                <a:srgbClr val="CFE6FF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24" name="圆角矩形"/>
          <p:cNvSpPr/>
          <p:nvPr/>
        </p:nvSpPr>
        <p:spPr>
          <a:xfrm rot="0" flipH="1">
            <a:off x="10499164" y="2270029"/>
            <a:ext cx="779080" cy="771366"/>
          </a:xfrm>
          <a:prstGeom prst="roundRect">
            <a:avLst>
              <a:gd name="adj" fmla="val 5962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25" name="矩形"/>
          <p:cNvSpPr/>
          <p:nvPr/>
        </p:nvSpPr>
        <p:spPr>
          <a:xfrm rot="0">
            <a:off x="1886671" y="5815057"/>
            <a:ext cx="5820237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Ensuring reliable connectivity, servers, and technology infrastructure.</a:t>
            </a:r>
          </a:p>
        </p:txBody>
      </p:sp>
      <p:sp>
        <p:nvSpPr>
          <p:cNvPr id="1049026" name="矩形"/>
          <p:cNvSpPr/>
          <p:nvPr/>
        </p:nvSpPr>
        <p:spPr>
          <a:xfrm rot="0">
            <a:off x="1886669" y="5468462"/>
            <a:ext cx="4637051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FE6FF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 Infrastructure Maintenance</a:t>
            </a:r>
            <a:endParaRPr altLang="en-US" baseline="0" b="1" cap="none" sz="2000" i="0" kern="1200" lang="zh-CN" spc="0" strike="noStrike" u="none">
              <a:solidFill>
                <a:srgbClr val="CFE6FF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27" name="圆角矩形"/>
          <p:cNvSpPr/>
          <p:nvPr/>
        </p:nvSpPr>
        <p:spPr>
          <a:xfrm rot="0">
            <a:off x="913757" y="5418213"/>
            <a:ext cx="779080" cy="771366"/>
          </a:xfrm>
          <a:prstGeom prst="roundRect">
            <a:avLst>
              <a:gd name="adj" fmla="val 5962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28" name="矩形"/>
          <p:cNvSpPr/>
          <p:nvPr/>
        </p:nvSpPr>
        <p:spPr>
          <a:xfrm rot="0">
            <a:off x="1886671" y="1617478"/>
            <a:ext cx="5820237" cy="6248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Upgrading and maintaining networks to support growing digital demand.</a:t>
            </a:r>
          </a:p>
        </p:txBody>
      </p:sp>
      <p:sp>
        <p:nvSpPr>
          <p:cNvPr id="1049029" name="矩形"/>
          <p:cNvSpPr/>
          <p:nvPr/>
        </p:nvSpPr>
        <p:spPr>
          <a:xfrm rot="0">
            <a:off x="1886670" y="1270883"/>
            <a:ext cx="4206743" cy="386715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FE6FF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Infrastructure</a:t>
            </a:r>
            <a:endParaRPr altLang="en-US" baseline="0" b="1" cap="none" sz="2000" i="0" kern="1200" lang="zh-CN" spc="0" strike="noStrike" u="none">
              <a:solidFill>
                <a:srgbClr val="CFE6FF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30" name="圆角矩形"/>
          <p:cNvSpPr/>
          <p:nvPr/>
        </p:nvSpPr>
        <p:spPr>
          <a:xfrm rot="0">
            <a:off x="913757" y="1220634"/>
            <a:ext cx="779080" cy="771366"/>
          </a:xfrm>
          <a:prstGeom prst="roundRect">
            <a:avLst>
              <a:gd name="adj" fmla="val 5962"/>
            </a:avLst>
          </a:prstGeom>
          <a:solidFill>
            <a:srgbClr val="C8E0F4">
              <a:alpha val="26000"/>
            </a:srgbClr>
          </a:solidFill>
          <a:ln w="15875" cap="flat" cmpd="sng">
            <a:gradFill rotWithShape="1">
              <a:gsLst>
                <a:gs pos="6000">
                  <a:srgbClr val="205F98">
                    <a:lumMod val="20000"/>
                    <a:lumOff val="80000"/>
                    <a:alpha val="100000"/>
                  </a:srgbClr>
                </a:gs>
                <a:gs pos="90000">
                  <a:srgbClr val="020F20">
                    <a:alpha val="0"/>
                  </a:srgbClr>
                </a:gs>
              </a:gsLst>
              <a:lin ang="5400000" scaled="1"/>
            </a:gradFill>
            <a:prstDash val="solid"/>
            <a:round/>
          </a:ln>
        </p:spPr>
        <p:txBody>
          <a:bodyPr/>
          <a:p/>
        </p:txBody>
      </p:sp>
      <p:sp>
        <p:nvSpPr>
          <p:cNvPr id="1049031" name="矩形"/>
          <p:cNvSpPr/>
          <p:nvPr/>
        </p:nvSpPr>
        <p:spPr>
          <a:xfrm rot="0">
            <a:off x="994835" y="1344707"/>
            <a:ext cx="616924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01</a:t>
            </a:r>
            <a:endParaRPr altLang="en-US" baseline="0" b="1" cap="none" sz="28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32" name="矩形"/>
          <p:cNvSpPr/>
          <p:nvPr/>
        </p:nvSpPr>
        <p:spPr>
          <a:xfrm rot="0">
            <a:off x="994835" y="3443497"/>
            <a:ext cx="616924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03</a:t>
            </a:r>
            <a:endParaRPr altLang="en-US" baseline="0" b="1" cap="none" sz="28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33" name="矩形"/>
          <p:cNvSpPr/>
          <p:nvPr/>
        </p:nvSpPr>
        <p:spPr>
          <a:xfrm rot="0">
            <a:off x="10580242" y="2394102"/>
            <a:ext cx="616925" cy="52322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02</a:t>
            </a:r>
            <a:endParaRPr altLang="en-US" baseline="0" b="1" cap="none" sz="28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34" name="矩形"/>
          <p:cNvSpPr/>
          <p:nvPr/>
        </p:nvSpPr>
        <p:spPr>
          <a:xfrm rot="0">
            <a:off x="10580242" y="4492892"/>
            <a:ext cx="616925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04</a:t>
            </a:r>
            <a:endParaRPr altLang="en-US" baseline="0" b="1" cap="none" sz="28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sp>
        <p:nvSpPr>
          <p:cNvPr id="1049035" name="矩形"/>
          <p:cNvSpPr/>
          <p:nvPr/>
        </p:nvSpPr>
        <p:spPr>
          <a:xfrm rot="0">
            <a:off x="994835" y="5542286"/>
            <a:ext cx="616924" cy="52321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ctr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8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05</a:t>
            </a:r>
            <a:endParaRPr altLang="en-US" baseline="0" b="1" cap="none" sz="28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 invX="0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7"/>
                                        <p:tgtEl>
                                          <p:spTgt spid="104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9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"/>
                                        <p:tgtEl>
                                          <p:spTgt spid="1049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"/>
                                        <p:tgtEl>
                                          <p:spTgt spid="1049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7"/>
                                        <p:tgtEl>
                                          <p:spTgt spid="104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0"/>
                                        <p:tgtEl>
                                          <p:spTgt spid="104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25"/>
                                        <p:tgtEl>
                                          <p:spTgt spid="104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7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9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0"/>
                                        <p:tgtEl>
                                          <p:spTgt spid="1049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1"/>
                                        <p:tgtEl>
                                          <p:spTgt spid="104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2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3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5"/>
                                        <p:tgtEl>
                                          <p:spTgt spid="104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6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8"/>
                                        <p:tgtEl>
                                          <p:spTgt spid="104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9">
                      <p:stCondLst>
                        <p:cond delay="indefinite"/>
                      </p:stCondLst>
                      <p:childTnLst>
                        <p:par>
                          <p:cTn fill="hold" id="4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1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43"/>
                                        <p:tgtEl>
                                          <p:spTgt spid="104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4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45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7"/>
                                        <p:tgtEl>
                                          <p:spTgt spid="1049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8"/>
                                        <p:tgtEl>
                                          <p:spTgt spid="1049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9"/>
                                        <p:tgtEl>
                                          <p:spTgt spid="104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0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3"/>
                                        <p:tgtEl>
                                          <p:spTgt spid="104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56"/>
                                        <p:tgtEl>
                                          <p:spTgt spid="104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7">
                      <p:stCondLst>
                        <p:cond delay="indefinite"/>
                      </p:stCondLst>
                      <p:childTnLst>
                        <p:par>
                          <p:cTn fill="hold" id="5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9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61"/>
                                        <p:tgtEl>
                                          <p:spTgt spid="1049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2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63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65"/>
                                        <p:tgtEl>
                                          <p:spTgt spid="1049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6"/>
                                        <p:tgtEl>
                                          <p:spTgt spid="1049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67"/>
                                        <p:tgtEl>
                                          <p:spTgt spid="104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68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6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1"/>
                                        <p:tgtEl>
                                          <p:spTgt spid="1049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7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74"/>
                                        <p:tgtEl>
                                          <p:spTgt spid="104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5">
                      <p:stCondLst>
                        <p:cond delay="indefinite"/>
                      </p:stCondLst>
                      <p:childTnLst>
                        <p:par>
                          <p:cTn fill="hold" id="7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77" nodeType="click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79"/>
                                        <p:tgtEl>
                                          <p:spTgt spid="104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8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3"/>
                                        <p:tgtEl>
                                          <p:spTgt spid="1049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4"/>
                                        <p:tgtEl>
                                          <p:spTgt spid="1049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85"/>
                                        <p:tgtEl>
                                          <p:spTgt spid="104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6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8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89"/>
                                        <p:tgtEl>
                                          <p:spTgt spid="104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90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92"/>
                                        <p:tgtEl>
                                          <p:spTgt spid="104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30" grpId="0" animBg="1"/>
      <p:bldP spid="1049031" grpId="0"/>
      <p:bldP spid="1049029" grpId="0"/>
      <p:bldP spid="1049028" grpId="0"/>
      <p:bldP spid="1049024" grpId="0" animBg="1"/>
      <p:bldP spid="1049033" grpId="0"/>
      <p:bldP spid="1049023" grpId="0"/>
      <p:bldP spid="1049022" grpId="0"/>
      <p:bldP spid="1049018" grpId="0" animBg="1"/>
      <p:bldP spid="1049032" grpId="0"/>
      <p:bldP spid="1049017" grpId="0"/>
      <p:bldP spid="1049016" grpId="0"/>
      <p:bldP spid="1049021" grpId="0" animBg="1"/>
      <p:bldP spid="1049034" grpId="0"/>
      <p:bldP spid="1049020" grpId="0"/>
      <p:bldP spid="1049019" grpId="0"/>
      <p:bldP spid="1049027" grpId="0" animBg="1"/>
      <p:bldP spid="1049035" grpId="0"/>
      <p:bldP spid="1049026" grpId="0"/>
      <p:bldP spid="10490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6" name="文本框"/>
          <p:cNvSpPr>
            <a:spLocks noGrp="1"/>
          </p:cNvSpPr>
          <p:nvPr>
            <p:ph type="title"/>
          </p:nvPr>
        </p:nvSpPr>
        <p:spPr>
          <a:xfrm rot="0">
            <a:off x="642173" y="107999"/>
            <a:ext cx="10907654" cy="77040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ctr" anchorCtr="0" bIns="45720" lIns="91440" rIns="91440" tIns="45720" vert="horz" wrap="square">
            <a:prstTxWarp prst="textNoShape"/>
          </a:bodyPr>
          <a:p>
            <a:pPr algn="ctr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36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FUTURE TRENDS OF DIGITAL INDIA</a:t>
            </a:r>
            <a:endParaRPr altLang="en-US" baseline="0" b="1" cap="none" sz="3600" i="0" kern="1200" lang="zh-CN" spc="0" strike="noStrike" u="none">
              <a:solidFill>
                <a:srgbClr val="C8E0F4"/>
              </a:solidFill>
              <a:latin typeface="Shanti" pitchFamily="2" charset="0"/>
              <a:ea typeface="Jomolhari" pitchFamily="2" charset="0"/>
              <a:cs typeface="Jomolhari" pitchFamily="2" charset="0"/>
            </a:endParaRPr>
          </a:p>
        </p:txBody>
      </p:sp>
      <p:sp>
        <p:nvSpPr>
          <p:cNvPr id="1049037" name="矩形"/>
          <p:cNvSpPr/>
          <p:nvPr/>
        </p:nvSpPr>
        <p:spPr>
          <a:xfrm rot="0">
            <a:off x="6081254" y="2095290"/>
            <a:ext cx="29490" cy="722805"/>
          </a:xfrm>
          <a:prstGeom prst="rect"/>
          <a:solidFill>
            <a:srgbClr val="C8E0F4"/>
          </a:solidFill>
          <a:ln w="12700" cap="flat" cmpd="sng">
            <a:noFill/>
            <a:prstDash val="solid"/>
            <a:round/>
          </a:ln>
        </p:spPr>
        <p:txBody>
          <a:bodyPr/>
          <a:p/>
        </p:txBody>
      </p:sp>
      <p:sp>
        <p:nvSpPr>
          <p:cNvPr id="1049038" name="矩形"/>
          <p:cNvSpPr/>
          <p:nvPr/>
        </p:nvSpPr>
        <p:spPr>
          <a:xfrm rot="0">
            <a:off x="1821398" y="2497313"/>
            <a:ext cx="3840480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AI-driven solutions improving governance, healthcare, education, and industry.</a:t>
            </a:r>
          </a:p>
        </p:txBody>
      </p:sp>
      <p:sp>
        <p:nvSpPr>
          <p:cNvPr id="1049039" name="矩形"/>
          <p:cNvSpPr/>
          <p:nvPr/>
        </p:nvSpPr>
        <p:spPr>
          <a:xfrm rot="0">
            <a:off x="1821396" y="1817441"/>
            <a:ext cx="3483634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Rise of Artificial Intelligence &amp; Machine Learning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49" name="组合"/>
          <p:cNvGrpSpPr/>
          <p:nvPr/>
        </p:nvGrpSpPr>
        <p:grpSpPr>
          <a:xfrm>
            <a:off x="1181724" y="1867119"/>
            <a:ext cx="574684" cy="574685"/>
            <a:chOff x="1181724" y="1867119"/>
            <a:chExt cx="574684" cy="574685"/>
          </a:xfrm>
        </p:grpSpPr>
        <p:sp>
          <p:nvSpPr>
            <p:cNvPr id="1049040" name="椭圆"/>
            <p:cNvSpPr/>
            <p:nvPr/>
          </p:nvSpPr>
          <p:spPr>
            <a:xfrm rot="0">
              <a:off x="1181724" y="1867119"/>
              <a:ext cx="574684" cy="574685"/>
            </a:xfrm>
            <a:prstGeom prst="ellipse"/>
            <a:solidFill>
              <a:srgbClr val="C8E0F4">
                <a:alpha val="26000"/>
              </a:srgbClr>
            </a:solidFill>
            <a:ln w="15875" cap="flat" cmpd="sng">
              <a:gradFill rotWithShape="1">
                <a:gsLst>
                  <a:gs pos="6000">
                    <a:srgbClr val="205F98">
                      <a:lumMod val="20000"/>
                      <a:lumOff val="80000"/>
                      <a:alpha val="100000"/>
                    </a:srgbClr>
                  </a:gs>
                  <a:gs pos="90000">
                    <a:srgbClr val="020F20">
                      <a:alpha val="0"/>
                    </a:srgbClr>
                  </a:gs>
                </a:gsLst>
                <a:lin ang="5400000" scaled="1"/>
              </a:gradFill>
              <a:prstDash val="solid"/>
              <a:round/>
            </a:ln>
          </p:spPr>
        </p:sp>
        <p:sp>
          <p:nvSpPr>
            <p:cNvPr id="1049041" name="曲线"/>
            <p:cNvSpPr/>
            <p:nvPr/>
          </p:nvSpPr>
          <p:spPr>
            <a:xfrm rot="0">
              <a:off x="1309227" y="1994969"/>
              <a:ext cx="319677" cy="3189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492" y="2475"/>
                  </a:moveTo>
                  <a:cubicBezTo>
                    <a:pt x="20500" y="2467"/>
                    <a:pt x="20513" y="2467"/>
                    <a:pt x="20521" y="2475"/>
                  </a:cubicBezTo>
                  <a:lnTo>
                    <a:pt x="21594" y="3600"/>
                  </a:lnTo>
                  <a:cubicBezTo>
                    <a:pt x="21602" y="3608"/>
                    <a:pt x="21601" y="3620"/>
                    <a:pt x="21594" y="3628"/>
                  </a:cubicBezTo>
                  <a:lnTo>
                    <a:pt x="10061" y="14709"/>
                  </a:lnTo>
                  <a:cubicBezTo>
                    <a:pt x="10053" y="14716"/>
                    <a:pt x="10041" y="14716"/>
                    <a:pt x="10033" y="14709"/>
                  </a:cubicBezTo>
                  <a:lnTo>
                    <a:pt x="4707" y="9703"/>
                  </a:lnTo>
                  <a:cubicBezTo>
                    <a:pt x="4699" y="9696"/>
                    <a:pt x="4698" y="9683"/>
                    <a:pt x="4706" y="9675"/>
                  </a:cubicBezTo>
                  <a:cubicBezTo>
                    <a:pt x="4706" y="9675"/>
                    <a:pt x="4706" y="9675"/>
                    <a:pt x="4706" y="9675"/>
                  </a:cubicBezTo>
                  <a:lnTo>
                    <a:pt x="5767" y="8543"/>
                  </a:lnTo>
                  <a:cubicBezTo>
                    <a:pt x="5774" y="8535"/>
                    <a:pt x="5787" y="8534"/>
                    <a:pt x="5795" y="8542"/>
                  </a:cubicBezTo>
                  <a:cubicBezTo>
                    <a:pt x="5795" y="8542"/>
                    <a:pt x="5795" y="8542"/>
                    <a:pt x="5796" y="8542"/>
                  </a:cubicBezTo>
                  <a:lnTo>
                    <a:pt x="10021" y="12509"/>
                  </a:lnTo>
                  <a:cubicBezTo>
                    <a:pt x="10028" y="12516"/>
                    <a:pt x="10040" y="12516"/>
                    <a:pt x="10048" y="12509"/>
                  </a:cubicBezTo>
                </a:path>
                <a:path w="21600" h="21600">
                  <a:moveTo>
                    <a:pt x="11337" y="14"/>
                  </a:moveTo>
                  <a:cubicBezTo>
                    <a:pt x="13324" y="117"/>
                    <a:pt x="15304" y="773"/>
                    <a:pt x="17042" y="2012"/>
                  </a:cubicBezTo>
                  <a:cubicBezTo>
                    <a:pt x="17054" y="2022"/>
                    <a:pt x="17057" y="2039"/>
                    <a:pt x="17048" y="2051"/>
                  </a:cubicBezTo>
                  <a:cubicBezTo>
                    <a:pt x="17047" y="2053"/>
                    <a:pt x="17046" y="2054"/>
                    <a:pt x="17045" y="2055"/>
                  </a:cubicBezTo>
                  <a:lnTo>
                    <a:pt x="15923" y="3133"/>
                  </a:lnTo>
                  <a:cubicBezTo>
                    <a:pt x="15907" y="3149"/>
                    <a:pt x="15890" y="3150"/>
                    <a:pt x="15872" y="3138"/>
                  </a:cubicBezTo>
                  <a:cubicBezTo>
                    <a:pt x="14129" y="1991"/>
                    <a:pt x="12219" y="1482"/>
                    <a:pt x="10141" y="1613"/>
                  </a:cubicBezTo>
                  <a:cubicBezTo>
                    <a:pt x="8522" y="1714"/>
                    <a:pt x="6936" y="2279"/>
                    <a:pt x="5608" y="3191"/>
                  </a:cubicBezTo>
                  <a:cubicBezTo>
                    <a:pt x="3132" y="4890"/>
                    <a:pt x="1622" y="7681"/>
                    <a:pt x="1591" y="10681"/>
                  </a:cubicBezTo>
                  <a:cubicBezTo>
                    <a:pt x="1560" y="13645"/>
                    <a:pt x="2921" y="16391"/>
                    <a:pt x="5275" y="18165"/>
                  </a:cubicBezTo>
                  <a:cubicBezTo>
                    <a:pt x="7559" y="19887"/>
                    <a:pt x="10495" y="20432"/>
                    <a:pt x="13257" y="19665"/>
                  </a:cubicBezTo>
                  <a:cubicBezTo>
                    <a:pt x="16385" y="18796"/>
                    <a:pt x="18834" y="16277"/>
                    <a:pt x="19661" y="13146"/>
                  </a:cubicBezTo>
                  <a:cubicBezTo>
                    <a:pt x="20010" y="11823"/>
                    <a:pt x="20058" y="10464"/>
                    <a:pt x="19803" y="9069"/>
                  </a:cubicBezTo>
                  <a:cubicBezTo>
                    <a:pt x="19800" y="9050"/>
                    <a:pt x="19805" y="9035"/>
                    <a:pt x="19819" y="9021"/>
                  </a:cubicBezTo>
                  <a:lnTo>
                    <a:pt x="21095" y="7794"/>
                  </a:lnTo>
                  <a:cubicBezTo>
                    <a:pt x="21105" y="7784"/>
                    <a:pt x="21121" y="7785"/>
                    <a:pt x="21131" y="7795"/>
                  </a:cubicBezTo>
                  <a:cubicBezTo>
                    <a:pt x="21134" y="7798"/>
                    <a:pt x="21136" y="7802"/>
                    <a:pt x="21138" y="7806"/>
                  </a:cubicBezTo>
                  <a:cubicBezTo>
                    <a:pt x="21553" y="9288"/>
                    <a:pt x="21658" y="10779"/>
                    <a:pt x="21452" y="12281"/>
                  </a:cubicBezTo>
                  <a:cubicBezTo>
                    <a:pt x="21033" y="15337"/>
                    <a:pt x="19309" y="18077"/>
                    <a:pt x="16744" y="19787"/>
                  </a:cubicBezTo>
                  <a:cubicBezTo>
                    <a:pt x="11827" y="23067"/>
                    <a:pt x="5246" y="21766"/>
                    <a:pt x="1906" y="16926"/>
                  </a:cubicBezTo>
                  <a:cubicBezTo>
                    <a:pt x="-826" y="12965"/>
                    <a:pt x="-596" y="7673"/>
                    <a:pt x="2437" y="3967"/>
                  </a:cubicBezTo>
                  <a:cubicBezTo>
                    <a:pt x="4696" y="1207"/>
                    <a:pt x="8026" y="-157"/>
                    <a:pt x="11337" y="14"/>
                  </a:cubicBezTo>
                  <a:close/>
                </a:path>
              </a:pathLst>
            </a:custGeom>
            <a:solidFill>
              <a:srgbClr val="C8E0F4"/>
            </a:solidFill>
            <a:ln w="1743" cap="flat" cmpd="sng">
              <a:noFill/>
              <a:prstDash val="solid"/>
              <a:miter/>
            </a:ln>
          </p:spPr>
        </p:sp>
      </p:grpSp>
      <p:sp>
        <p:nvSpPr>
          <p:cNvPr id="1049042" name="矩形"/>
          <p:cNvSpPr/>
          <p:nvPr/>
        </p:nvSpPr>
        <p:spPr>
          <a:xfrm rot="0">
            <a:off x="7313422" y="2497313"/>
            <a:ext cx="3840479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Secure and transparent record management using blockchain technology.</a:t>
            </a:r>
          </a:p>
        </p:txBody>
      </p:sp>
      <p:sp>
        <p:nvSpPr>
          <p:cNvPr id="1049043" name="矩形"/>
          <p:cNvSpPr/>
          <p:nvPr/>
        </p:nvSpPr>
        <p:spPr>
          <a:xfrm rot="0">
            <a:off x="7313420" y="1817441"/>
            <a:ext cx="3064257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Blockchain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Integration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50" name="组合"/>
          <p:cNvGrpSpPr/>
          <p:nvPr/>
        </p:nvGrpSpPr>
        <p:grpSpPr>
          <a:xfrm>
            <a:off x="6673748" y="1867119"/>
            <a:ext cx="574685" cy="574685"/>
            <a:chOff x="6673748" y="1867119"/>
            <a:chExt cx="574685" cy="574685"/>
          </a:xfrm>
        </p:grpSpPr>
        <p:sp>
          <p:nvSpPr>
            <p:cNvPr id="1049044" name="椭圆"/>
            <p:cNvSpPr/>
            <p:nvPr/>
          </p:nvSpPr>
          <p:spPr>
            <a:xfrm rot="0">
              <a:off x="6673748" y="1867119"/>
              <a:ext cx="574685" cy="574685"/>
            </a:xfrm>
            <a:prstGeom prst="ellipse"/>
            <a:solidFill>
              <a:srgbClr val="C8E0F4">
                <a:alpha val="26000"/>
              </a:srgbClr>
            </a:solidFill>
            <a:ln w="15875" cap="flat" cmpd="sng">
              <a:gradFill rotWithShape="1">
                <a:gsLst>
                  <a:gs pos="6000">
                    <a:srgbClr val="205F98">
                      <a:lumMod val="20000"/>
                      <a:lumOff val="80000"/>
                      <a:alpha val="100000"/>
                    </a:srgbClr>
                  </a:gs>
                  <a:gs pos="90000">
                    <a:srgbClr val="020F20">
                      <a:alpha val="0"/>
                    </a:srgbClr>
                  </a:gs>
                </a:gsLst>
                <a:lin ang="5400000" scaled="1"/>
              </a:gradFill>
              <a:prstDash val="solid"/>
              <a:round/>
            </a:ln>
          </p:spPr>
        </p:sp>
        <p:sp>
          <p:nvSpPr>
            <p:cNvPr id="1049045" name="曲线"/>
            <p:cNvSpPr/>
            <p:nvPr/>
          </p:nvSpPr>
          <p:spPr>
            <a:xfrm rot="0">
              <a:off x="6801251" y="1994969"/>
              <a:ext cx="319677" cy="3189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492" y="2475"/>
                  </a:moveTo>
                  <a:cubicBezTo>
                    <a:pt x="20500" y="2467"/>
                    <a:pt x="20513" y="2467"/>
                    <a:pt x="20521" y="2475"/>
                  </a:cubicBezTo>
                  <a:lnTo>
                    <a:pt x="21594" y="3600"/>
                  </a:lnTo>
                  <a:cubicBezTo>
                    <a:pt x="21602" y="3608"/>
                    <a:pt x="21601" y="3620"/>
                    <a:pt x="21594" y="3628"/>
                  </a:cubicBezTo>
                  <a:lnTo>
                    <a:pt x="10061" y="14709"/>
                  </a:lnTo>
                  <a:cubicBezTo>
                    <a:pt x="10053" y="14716"/>
                    <a:pt x="10041" y="14716"/>
                    <a:pt x="10033" y="14709"/>
                  </a:cubicBezTo>
                  <a:lnTo>
                    <a:pt x="4707" y="9703"/>
                  </a:lnTo>
                  <a:cubicBezTo>
                    <a:pt x="4699" y="9696"/>
                    <a:pt x="4698" y="9683"/>
                    <a:pt x="4706" y="9675"/>
                  </a:cubicBezTo>
                  <a:cubicBezTo>
                    <a:pt x="4706" y="9675"/>
                    <a:pt x="4706" y="9675"/>
                    <a:pt x="4706" y="9675"/>
                  </a:cubicBezTo>
                  <a:lnTo>
                    <a:pt x="5767" y="8543"/>
                  </a:lnTo>
                  <a:cubicBezTo>
                    <a:pt x="5774" y="8535"/>
                    <a:pt x="5787" y="8534"/>
                    <a:pt x="5795" y="8542"/>
                  </a:cubicBezTo>
                  <a:cubicBezTo>
                    <a:pt x="5795" y="8542"/>
                    <a:pt x="5795" y="8542"/>
                    <a:pt x="5796" y="8542"/>
                  </a:cubicBezTo>
                  <a:lnTo>
                    <a:pt x="10021" y="12509"/>
                  </a:lnTo>
                  <a:cubicBezTo>
                    <a:pt x="10028" y="12516"/>
                    <a:pt x="10041" y="12516"/>
                    <a:pt x="10048" y="12509"/>
                  </a:cubicBezTo>
                </a:path>
                <a:path w="21600" h="21600">
                  <a:moveTo>
                    <a:pt x="11337" y="14"/>
                  </a:moveTo>
                  <a:cubicBezTo>
                    <a:pt x="13324" y="117"/>
                    <a:pt x="15304" y="773"/>
                    <a:pt x="17042" y="2012"/>
                  </a:cubicBezTo>
                  <a:cubicBezTo>
                    <a:pt x="17054" y="2022"/>
                    <a:pt x="17057" y="2039"/>
                    <a:pt x="17048" y="2051"/>
                  </a:cubicBezTo>
                  <a:cubicBezTo>
                    <a:pt x="17047" y="2053"/>
                    <a:pt x="17046" y="2054"/>
                    <a:pt x="17045" y="2055"/>
                  </a:cubicBezTo>
                  <a:lnTo>
                    <a:pt x="15923" y="3133"/>
                  </a:lnTo>
                  <a:cubicBezTo>
                    <a:pt x="15907" y="3149"/>
                    <a:pt x="15890" y="3150"/>
                    <a:pt x="15872" y="3138"/>
                  </a:cubicBezTo>
                  <a:cubicBezTo>
                    <a:pt x="14129" y="1991"/>
                    <a:pt x="12219" y="1482"/>
                    <a:pt x="10141" y="1613"/>
                  </a:cubicBezTo>
                  <a:cubicBezTo>
                    <a:pt x="8522" y="1714"/>
                    <a:pt x="6936" y="2279"/>
                    <a:pt x="5608" y="3191"/>
                  </a:cubicBezTo>
                  <a:cubicBezTo>
                    <a:pt x="3132" y="4890"/>
                    <a:pt x="1622" y="7681"/>
                    <a:pt x="1591" y="10681"/>
                  </a:cubicBezTo>
                  <a:cubicBezTo>
                    <a:pt x="1560" y="13645"/>
                    <a:pt x="2921" y="16391"/>
                    <a:pt x="5275" y="18165"/>
                  </a:cubicBezTo>
                  <a:cubicBezTo>
                    <a:pt x="7559" y="19887"/>
                    <a:pt x="10495" y="20432"/>
                    <a:pt x="13257" y="19665"/>
                  </a:cubicBezTo>
                  <a:cubicBezTo>
                    <a:pt x="16385" y="18796"/>
                    <a:pt x="18834" y="16277"/>
                    <a:pt x="19661" y="13146"/>
                  </a:cubicBezTo>
                  <a:cubicBezTo>
                    <a:pt x="20010" y="11823"/>
                    <a:pt x="20058" y="10464"/>
                    <a:pt x="19803" y="9069"/>
                  </a:cubicBezTo>
                  <a:cubicBezTo>
                    <a:pt x="19800" y="9050"/>
                    <a:pt x="19805" y="9035"/>
                    <a:pt x="19819" y="9021"/>
                  </a:cubicBezTo>
                  <a:lnTo>
                    <a:pt x="21095" y="7794"/>
                  </a:lnTo>
                  <a:cubicBezTo>
                    <a:pt x="21105" y="7784"/>
                    <a:pt x="21121" y="7785"/>
                    <a:pt x="21131" y="7795"/>
                  </a:cubicBezTo>
                  <a:cubicBezTo>
                    <a:pt x="21134" y="7798"/>
                    <a:pt x="21136" y="7802"/>
                    <a:pt x="21138" y="7806"/>
                  </a:cubicBezTo>
                  <a:cubicBezTo>
                    <a:pt x="21553" y="9288"/>
                    <a:pt x="21658" y="10779"/>
                    <a:pt x="21452" y="12281"/>
                  </a:cubicBezTo>
                  <a:cubicBezTo>
                    <a:pt x="21033" y="15337"/>
                    <a:pt x="19309" y="18077"/>
                    <a:pt x="16744" y="19787"/>
                  </a:cubicBezTo>
                  <a:cubicBezTo>
                    <a:pt x="11827" y="23067"/>
                    <a:pt x="5246" y="21766"/>
                    <a:pt x="1906" y="16926"/>
                  </a:cubicBezTo>
                  <a:cubicBezTo>
                    <a:pt x="-826" y="12965"/>
                    <a:pt x="-596" y="7673"/>
                    <a:pt x="2437" y="3967"/>
                  </a:cubicBezTo>
                  <a:cubicBezTo>
                    <a:pt x="4696" y="1207"/>
                    <a:pt x="8026" y="-157"/>
                    <a:pt x="11337" y="14"/>
                  </a:cubicBezTo>
                  <a:close/>
                </a:path>
              </a:pathLst>
            </a:custGeom>
            <a:solidFill>
              <a:srgbClr val="C8E0F4"/>
            </a:solidFill>
            <a:ln w="1743" cap="flat" cmpd="sng">
              <a:noFill/>
              <a:prstDash val="solid"/>
              <a:miter/>
            </a:ln>
          </p:spPr>
        </p:sp>
      </p:grpSp>
      <p:sp>
        <p:nvSpPr>
          <p:cNvPr id="1049046" name="矩形"/>
          <p:cNvSpPr/>
          <p:nvPr/>
        </p:nvSpPr>
        <p:spPr>
          <a:xfrm rot="0">
            <a:off x="6081254" y="4039906"/>
            <a:ext cx="29490" cy="722805"/>
          </a:xfrm>
          <a:prstGeom prst="rect"/>
          <a:solidFill>
            <a:srgbClr val="C8E0F4"/>
          </a:solidFill>
          <a:ln w="12700" cap="flat" cmpd="sng">
            <a:noFill/>
            <a:prstDash val="solid"/>
            <a:round/>
          </a:ln>
        </p:spPr>
        <p:txBody>
          <a:bodyPr/>
          <a:p/>
        </p:txBody>
      </p:sp>
      <p:sp>
        <p:nvSpPr>
          <p:cNvPr id="1049047" name="矩形"/>
          <p:cNvSpPr/>
          <p:nvPr/>
        </p:nvSpPr>
        <p:spPr>
          <a:xfrm rot="0">
            <a:off x="1821398" y="4441929"/>
            <a:ext cx="3840480" cy="624839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Continued growth of UPI and cashless transactions across India.</a:t>
            </a:r>
          </a:p>
        </p:txBody>
      </p:sp>
      <p:sp>
        <p:nvSpPr>
          <p:cNvPr id="1049048" name="矩形"/>
          <p:cNvSpPr/>
          <p:nvPr/>
        </p:nvSpPr>
        <p:spPr>
          <a:xfrm rot="0">
            <a:off x="1821396" y="3762057"/>
            <a:ext cx="3064257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Digital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Payments Revolution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51" name="组合"/>
          <p:cNvGrpSpPr/>
          <p:nvPr/>
        </p:nvGrpSpPr>
        <p:grpSpPr>
          <a:xfrm>
            <a:off x="1181724" y="3811734"/>
            <a:ext cx="574684" cy="574684"/>
            <a:chOff x="1181724" y="3811734"/>
            <a:chExt cx="574684" cy="574684"/>
          </a:xfrm>
        </p:grpSpPr>
        <p:sp>
          <p:nvSpPr>
            <p:cNvPr id="1049049" name="椭圆"/>
            <p:cNvSpPr/>
            <p:nvPr/>
          </p:nvSpPr>
          <p:spPr>
            <a:xfrm rot="0">
              <a:off x="1181724" y="3811734"/>
              <a:ext cx="574684" cy="574684"/>
            </a:xfrm>
            <a:prstGeom prst="ellipse"/>
            <a:solidFill>
              <a:srgbClr val="C8E0F4">
                <a:alpha val="26000"/>
              </a:srgbClr>
            </a:solidFill>
            <a:ln w="15875" cap="flat" cmpd="sng">
              <a:gradFill rotWithShape="1">
                <a:gsLst>
                  <a:gs pos="6000">
                    <a:srgbClr val="205F98">
                      <a:lumMod val="20000"/>
                      <a:lumOff val="80000"/>
                      <a:alpha val="100000"/>
                    </a:srgbClr>
                  </a:gs>
                  <a:gs pos="90000">
                    <a:srgbClr val="020F20">
                      <a:alpha val="0"/>
                    </a:srgbClr>
                  </a:gs>
                </a:gsLst>
                <a:lin ang="5400000" scaled="1"/>
              </a:gradFill>
              <a:prstDash val="solid"/>
              <a:round/>
            </a:ln>
          </p:spPr>
        </p:sp>
        <p:sp>
          <p:nvSpPr>
            <p:cNvPr id="1049050" name="曲线"/>
            <p:cNvSpPr/>
            <p:nvPr/>
          </p:nvSpPr>
          <p:spPr>
            <a:xfrm rot="0">
              <a:off x="1309227" y="3939585"/>
              <a:ext cx="319677" cy="3189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492" y="2475"/>
                  </a:moveTo>
                  <a:cubicBezTo>
                    <a:pt x="20500" y="2467"/>
                    <a:pt x="20513" y="2467"/>
                    <a:pt x="20521" y="2475"/>
                  </a:cubicBezTo>
                  <a:lnTo>
                    <a:pt x="21594" y="3600"/>
                  </a:lnTo>
                  <a:cubicBezTo>
                    <a:pt x="21602" y="3608"/>
                    <a:pt x="21601" y="3620"/>
                    <a:pt x="21594" y="3628"/>
                  </a:cubicBezTo>
                  <a:lnTo>
                    <a:pt x="10061" y="14709"/>
                  </a:lnTo>
                  <a:cubicBezTo>
                    <a:pt x="10053" y="14716"/>
                    <a:pt x="10041" y="14716"/>
                    <a:pt x="10033" y="14709"/>
                  </a:cubicBezTo>
                  <a:lnTo>
                    <a:pt x="4707" y="9703"/>
                  </a:lnTo>
                  <a:cubicBezTo>
                    <a:pt x="4699" y="9696"/>
                    <a:pt x="4698" y="9683"/>
                    <a:pt x="4706" y="9675"/>
                  </a:cubicBezTo>
                  <a:cubicBezTo>
                    <a:pt x="4706" y="9675"/>
                    <a:pt x="4706" y="9675"/>
                    <a:pt x="4706" y="9675"/>
                  </a:cubicBezTo>
                  <a:lnTo>
                    <a:pt x="5767" y="8543"/>
                  </a:lnTo>
                  <a:cubicBezTo>
                    <a:pt x="5774" y="8535"/>
                    <a:pt x="5787" y="8534"/>
                    <a:pt x="5795" y="8542"/>
                  </a:cubicBezTo>
                  <a:cubicBezTo>
                    <a:pt x="5795" y="8542"/>
                    <a:pt x="5795" y="8542"/>
                    <a:pt x="5796" y="8542"/>
                  </a:cubicBezTo>
                  <a:lnTo>
                    <a:pt x="10021" y="12509"/>
                  </a:lnTo>
                  <a:cubicBezTo>
                    <a:pt x="10028" y="12516"/>
                    <a:pt x="10040" y="12516"/>
                    <a:pt x="10048" y="12509"/>
                  </a:cubicBezTo>
                </a:path>
                <a:path w="21600" h="21600">
                  <a:moveTo>
                    <a:pt x="11337" y="14"/>
                  </a:moveTo>
                  <a:cubicBezTo>
                    <a:pt x="13324" y="117"/>
                    <a:pt x="15304" y="773"/>
                    <a:pt x="17042" y="2012"/>
                  </a:cubicBezTo>
                  <a:cubicBezTo>
                    <a:pt x="17054" y="2022"/>
                    <a:pt x="17057" y="2039"/>
                    <a:pt x="17048" y="2051"/>
                  </a:cubicBezTo>
                  <a:cubicBezTo>
                    <a:pt x="17047" y="2053"/>
                    <a:pt x="17046" y="2054"/>
                    <a:pt x="17045" y="2055"/>
                  </a:cubicBezTo>
                  <a:lnTo>
                    <a:pt x="15923" y="3133"/>
                  </a:lnTo>
                  <a:cubicBezTo>
                    <a:pt x="15907" y="3149"/>
                    <a:pt x="15890" y="3150"/>
                    <a:pt x="15872" y="3138"/>
                  </a:cubicBezTo>
                  <a:cubicBezTo>
                    <a:pt x="14129" y="1991"/>
                    <a:pt x="12219" y="1482"/>
                    <a:pt x="10141" y="1613"/>
                  </a:cubicBezTo>
                  <a:cubicBezTo>
                    <a:pt x="8522" y="1714"/>
                    <a:pt x="6936" y="2279"/>
                    <a:pt x="5608" y="3191"/>
                  </a:cubicBezTo>
                  <a:cubicBezTo>
                    <a:pt x="3132" y="4890"/>
                    <a:pt x="1622" y="7681"/>
                    <a:pt x="1591" y="10681"/>
                  </a:cubicBezTo>
                  <a:cubicBezTo>
                    <a:pt x="1560" y="13645"/>
                    <a:pt x="2921" y="16391"/>
                    <a:pt x="5275" y="18165"/>
                  </a:cubicBezTo>
                  <a:cubicBezTo>
                    <a:pt x="7559" y="19887"/>
                    <a:pt x="10495" y="20432"/>
                    <a:pt x="13257" y="19665"/>
                  </a:cubicBezTo>
                  <a:cubicBezTo>
                    <a:pt x="16385" y="18796"/>
                    <a:pt x="18834" y="16277"/>
                    <a:pt x="19661" y="13146"/>
                  </a:cubicBezTo>
                  <a:cubicBezTo>
                    <a:pt x="20010" y="11823"/>
                    <a:pt x="20058" y="10464"/>
                    <a:pt x="19803" y="9069"/>
                  </a:cubicBezTo>
                  <a:cubicBezTo>
                    <a:pt x="19800" y="9050"/>
                    <a:pt x="19805" y="9035"/>
                    <a:pt x="19819" y="9021"/>
                  </a:cubicBezTo>
                  <a:lnTo>
                    <a:pt x="21095" y="7794"/>
                  </a:lnTo>
                  <a:cubicBezTo>
                    <a:pt x="21105" y="7784"/>
                    <a:pt x="21121" y="7785"/>
                    <a:pt x="21131" y="7795"/>
                  </a:cubicBezTo>
                  <a:cubicBezTo>
                    <a:pt x="21134" y="7798"/>
                    <a:pt x="21136" y="7802"/>
                    <a:pt x="21138" y="7806"/>
                  </a:cubicBezTo>
                  <a:cubicBezTo>
                    <a:pt x="21553" y="9288"/>
                    <a:pt x="21658" y="10779"/>
                    <a:pt x="21452" y="12281"/>
                  </a:cubicBezTo>
                  <a:cubicBezTo>
                    <a:pt x="21033" y="15337"/>
                    <a:pt x="19309" y="18077"/>
                    <a:pt x="16744" y="19787"/>
                  </a:cubicBezTo>
                  <a:cubicBezTo>
                    <a:pt x="11827" y="23067"/>
                    <a:pt x="5246" y="21766"/>
                    <a:pt x="1906" y="16926"/>
                  </a:cubicBezTo>
                  <a:cubicBezTo>
                    <a:pt x="-826" y="12965"/>
                    <a:pt x="-596" y="7673"/>
                    <a:pt x="2437" y="3967"/>
                  </a:cubicBezTo>
                  <a:cubicBezTo>
                    <a:pt x="4696" y="1207"/>
                    <a:pt x="8026" y="-157"/>
                    <a:pt x="11337" y="14"/>
                  </a:cubicBezTo>
                  <a:close/>
                </a:path>
              </a:pathLst>
            </a:custGeom>
            <a:solidFill>
              <a:srgbClr val="C8E0F4"/>
            </a:solidFill>
            <a:ln w="1743" cap="flat" cmpd="sng">
              <a:noFill/>
              <a:prstDash val="solid"/>
              <a:miter/>
            </a:ln>
          </p:spPr>
        </p:sp>
      </p:grpSp>
      <p:sp>
        <p:nvSpPr>
          <p:cNvPr id="1049051" name="矩形"/>
          <p:cNvSpPr/>
          <p:nvPr/>
        </p:nvSpPr>
        <p:spPr>
          <a:xfrm rot="0">
            <a:off x="7313422" y="4441929"/>
            <a:ext cx="3840479" cy="8915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Advanced cybersecurity frameworks to safeguard digital infrastructure.</a:t>
            </a:r>
          </a:p>
        </p:txBody>
      </p:sp>
      <p:sp>
        <p:nvSpPr>
          <p:cNvPr id="1049052" name="矩形"/>
          <p:cNvSpPr/>
          <p:nvPr/>
        </p:nvSpPr>
        <p:spPr>
          <a:xfrm rot="0">
            <a:off x="7313420" y="3762057"/>
            <a:ext cx="3064257" cy="68199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Focus</a:t>
            </a:r>
            <a:endParaRPr altLang="zh-CN" baseline="0" b="1" cap="none" sz="2000" i="0" kern="1200" lang="en-US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20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on Cybersecurity</a:t>
            </a:r>
            <a:endParaRPr altLang="en-US" baseline="0" b="1" cap="none" sz="20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52" name="组合"/>
          <p:cNvGrpSpPr/>
          <p:nvPr/>
        </p:nvGrpSpPr>
        <p:grpSpPr>
          <a:xfrm>
            <a:off x="6673748" y="3811734"/>
            <a:ext cx="574685" cy="574684"/>
            <a:chOff x="6673748" y="3811734"/>
            <a:chExt cx="574685" cy="574684"/>
          </a:xfrm>
        </p:grpSpPr>
        <p:sp>
          <p:nvSpPr>
            <p:cNvPr id="1049053" name="椭圆"/>
            <p:cNvSpPr/>
            <p:nvPr/>
          </p:nvSpPr>
          <p:spPr>
            <a:xfrm rot="0">
              <a:off x="6673748" y="3811734"/>
              <a:ext cx="574685" cy="574684"/>
            </a:xfrm>
            <a:prstGeom prst="ellipse"/>
            <a:solidFill>
              <a:srgbClr val="C8E0F4">
                <a:alpha val="26000"/>
              </a:srgbClr>
            </a:solidFill>
            <a:ln w="15875" cap="flat" cmpd="sng">
              <a:gradFill rotWithShape="1">
                <a:gsLst>
                  <a:gs pos="6000">
                    <a:srgbClr val="205F98">
                      <a:lumMod val="20000"/>
                      <a:lumOff val="80000"/>
                      <a:alpha val="100000"/>
                    </a:srgbClr>
                  </a:gs>
                  <a:gs pos="90000">
                    <a:srgbClr val="020F20">
                      <a:alpha val="0"/>
                    </a:srgbClr>
                  </a:gs>
                </a:gsLst>
                <a:lin ang="5400000" scaled="1"/>
              </a:gradFill>
              <a:prstDash val="solid"/>
              <a:round/>
            </a:ln>
          </p:spPr>
        </p:sp>
        <p:sp>
          <p:nvSpPr>
            <p:cNvPr id="1049054" name="曲线"/>
            <p:cNvSpPr/>
            <p:nvPr/>
          </p:nvSpPr>
          <p:spPr>
            <a:xfrm rot="0">
              <a:off x="6801251" y="3939585"/>
              <a:ext cx="319677" cy="3189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492" y="2475"/>
                  </a:moveTo>
                  <a:cubicBezTo>
                    <a:pt x="20500" y="2467"/>
                    <a:pt x="20513" y="2467"/>
                    <a:pt x="20521" y="2475"/>
                  </a:cubicBezTo>
                  <a:lnTo>
                    <a:pt x="21594" y="3600"/>
                  </a:lnTo>
                  <a:cubicBezTo>
                    <a:pt x="21602" y="3608"/>
                    <a:pt x="21601" y="3620"/>
                    <a:pt x="21594" y="3628"/>
                  </a:cubicBezTo>
                  <a:lnTo>
                    <a:pt x="10061" y="14709"/>
                  </a:lnTo>
                  <a:cubicBezTo>
                    <a:pt x="10053" y="14716"/>
                    <a:pt x="10041" y="14716"/>
                    <a:pt x="10033" y="14709"/>
                  </a:cubicBezTo>
                  <a:lnTo>
                    <a:pt x="4707" y="9703"/>
                  </a:lnTo>
                  <a:cubicBezTo>
                    <a:pt x="4699" y="9696"/>
                    <a:pt x="4698" y="9683"/>
                    <a:pt x="4706" y="9675"/>
                  </a:cubicBezTo>
                  <a:cubicBezTo>
                    <a:pt x="4706" y="9675"/>
                    <a:pt x="4706" y="9675"/>
                    <a:pt x="4706" y="9675"/>
                  </a:cubicBezTo>
                  <a:lnTo>
                    <a:pt x="5767" y="8543"/>
                  </a:lnTo>
                  <a:cubicBezTo>
                    <a:pt x="5774" y="8535"/>
                    <a:pt x="5787" y="8534"/>
                    <a:pt x="5795" y="8542"/>
                  </a:cubicBezTo>
                  <a:cubicBezTo>
                    <a:pt x="5795" y="8542"/>
                    <a:pt x="5795" y="8542"/>
                    <a:pt x="5796" y="8542"/>
                  </a:cubicBezTo>
                  <a:lnTo>
                    <a:pt x="10021" y="12509"/>
                  </a:lnTo>
                  <a:cubicBezTo>
                    <a:pt x="10028" y="12516"/>
                    <a:pt x="10041" y="12516"/>
                    <a:pt x="10048" y="12509"/>
                  </a:cubicBezTo>
                </a:path>
                <a:path w="21600" h="21600">
                  <a:moveTo>
                    <a:pt x="11337" y="14"/>
                  </a:moveTo>
                  <a:cubicBezTo>
                    <a:pt x="13324" y="117"/>
                    <a:pt x="15304" y="773"/>
                    <a:pt x="17042" y="2012"/>
                  </a:cubicBezTo>
                  <a:cubicBezTo>
                    <a:pt x="17054" y="2022"/>
                    <a:pt x="17057" y="2039"/>
                    <a:pt x="17048" y="2051"/>
                  </a:cubicBezTo>
                  <a:cubicBezTo>
                    <a:pt x="17047" y="2053"/>
                    <a:pt x="17046" y="2054"/>
                    <a:pt x="17045" y="2055"/>
                  </a:cubicBezTo>
                  <a:lnTo>
                    <a:pt x="15923" y="3133"/>
                  </a:lnTo>
                  <a:cubicBezTo>
                    <a:pt x="15907" y="3149"/>
                    <a:pt x="15890" y="3150"/>
                    <a:pt x="15872" y="3138"/>
                  </a:cubicBezTo>
                  <a:cubicBezTo>
                    <a:pt x="14129" y="1991"/>
                    <a:pt x="12219" y="1482"/>
                    <a:pt x="10141" y="1613"/>
                  </a:cubicBezTo>
                  <a:cubicBezTo>
                    <a:pt x="8522" y="1714"/>
                    <a:pt x="6936" y="2279"/>
                    <a:pt x="5608" y="3191"/>
                  </a:cubicBezTo>
                  <a:cubicBezTo>
                    <a:pt x="3132" y="4890"/>
                    <a:pt x="1622" y="7681"/>
                    <a:pt x="1591" y="10681"/>
                  </a:cubicBezTo>
                  <a:cubicBezTo>
                    <a:pt x="1560" y="13645"/>
                    <a:pt x="2921" y="16391"/>
                    <a:pt x="5275" y="18165"/>
                  </a:cubicBezTo>
                  <a:cubicBezTo>
                    <a:pt x="7559" y="19887"/>
                    <a:pt x="10495" y="20432"/>
                    <a:pt x="13257" y="19665"/>
                  </a:cubicBezTo>
                  <a:cubicBezTo>
                    <a:pt x="16385" y="18796"/>
                    <a:pt x="18834" y="16277"/>
                    <a:pt x="19661" y="13146"/>
                  </a:cubicBezTo>
                  <a:cubicBezTo>
                    <a:pt x="20010" y="11823"/>
                    <a:pt x="20058" y="10464"/>
                    <a:pt x="19803" y="9069"/>
                  </a:cubicBezTo>
                  <a:cubicBezTo>
                    <a:pt x="19800" y="9050"/>
                    <a:pt x="19805" y="9035"/>
                    <a:pt x="19819" y="9021"/>
                  </a:cubicBezTo>
                  <a:lnTo>
                    <a:pt x="21095" y="7794"/>
                  </a:lnTo>
                  <a:cubicBezTo>
                    <a:pt x="21105" y="7784"/>
                    <a:pt x="21121" y="7785"/>
                    <a:pt x="21131" y="7795"/>
                  </a:cubicBezTo>
                  <a:cubicBezTo>
                    <a:pt x="21134" y="7798"/>
                    <a:pt x="21136" y="7802"/>
                    <a:pt x="21138" y="7806"/>
                  </a:cubicBezTo>
                  <a:cubicBezTo>
                    <a:pt x="21553" y="9288"/>
                    <a:pt x="21658" y="10779"/>
                    <a:pt x="21452" y="12281"/>
                  </a:cubicBezTo>
                  <a:cubicBezTo>
                    <a:pt x="21033" y="15337"/>
                    <a:pt x="19309" y="18077"/>
                    <a:pt x="16744" y="19787"/>
                  </a:cubicBezTo>
                  <a:cubicBezTo>
                    <a:pt x="11827" y="23067"/>
                    <a:pt x="5246" y="21766"/>
                    <a:pt x="1906" y="16926"/>
                  </a:cubicBezTo>
                  <a:cubicBezTo>
                    <a:pt x="-826" y="12965"/>
                    <a:pt x="-596" y="7673"/>
                    <a:pt x="2437" y="3967"/>
                  </a:cubicBezTo>
                  <a:cubicBezTo>
                    <a:pt x="4696" y="1207"/>
                    <a:pt x="8026" y="-157"/>
                    <a:pt x="11337" y="14"/>
                  </a:cubicBezTo>
                  <a:close/>
                </a:path>
              </a:pathLst>
            </a:custGeom>
            <a:solidFill>
              <a:srgbClr val="C8E0F4"/>
            </a:solidFill>
            <a:ln w="1743" cap="flat" cmpd="sng">
              <a:noFill/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3000">
        <p14:shred dir="in" pattern="strip"/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6"/>
                                        <p:tgtEl>
                                          <p:spTgt spid="104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 nodeType="clickPar">
                      <p:stCondLst>
                        <p:cond delay="indefinite"/>
                      </p:stCondLst>
                      <p:childTnLst>
                        <p:par>
                          <p:cTn fill="hold" id="18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4" nodeType="withEffect" presetClass="entr" presetID="16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dur="250" id="26"/>
                                        <p:tgtEl>
                                          <p:spTgt spid="104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7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28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0"/>
                                        <p:tgtEl>
                                          <p:spTgt spid="104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1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3"/>
                                        <p:tgtEl>
                                          <p:spTgt spid="104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4" nodeType="clickPar">
                      <p:stCondLst>
                        <p:cond delay="indefinite"/>
                      </p:stCondLst>
                      <p:childTnLst>
                        <p:par>
                          <p:cTn fill="hold" id="35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6" nodeType="click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8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9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1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4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4"/>
                                        <p:tgtEl>
                                          <p:spTgt spid="1049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7"/>
                                        <p:tgtEl>
                                          <p:spTgt spid="1049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8" nodeType="clickPar">
                      <p:stCondLst>
                        <p:cond delay="indefinite"/>
                      </p:stCondLst>
                      <p:childTnLst>
                        <p:par>
                          <p:cTn fill="hold" id="49" nodeType="withGroup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0" nodeType="click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2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3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4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5" nodeType="withEffect" presetClass="entr" presetID="16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dur="250" id="57"/>
                                        <p:tgtEl>
                                          <p:spTgt spid="104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8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5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1"/>
                                        <p:tgtEl>
                                          <p:spTgt spid="1049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6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64"/>
                                        <p:tgtEl>
                                          <p:spTgt spid="104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049039" grpId="0"/>
      <p:bldP spid="1049038" grpId="0"/>
      <p:bldP spid="50" grpId="0" animBg="1"/>
      <p:bldP spid="1049037" grpId="0" animBg="1"/>
      <p:bldP spid="1049043" grpId="0"/>
      <p:bldP spid="1049042" grpId="0"/>
      <p:bldP spid="51" grpId="0" animBg="1"/>
      <p:bldP spid="1049048" grpId="0"/>
      <p:bldP spid="1049047" grpId="0"/>
      <p:bldP spid="52" grpId="0" animBg="1"/>
      <p:bldP spid="1049046" grpId="0" animBg="1"/>
      <p:bldP spid="1049052" grpId="0"/>
      <p:bldP spid="10490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20F20"/>
            </a:gs>
            <a:gs pos="0">
              <a:srgbClr val="020F20"/>
            </a:gs>
            <a:gs pos="81000">
              <a:srgbClr val="113455"/>
            </a:gs>
          </a:gsLst>
          <a:lin ang="5400000" scaled="1"/>
        </a:gra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矩形"/>
          <p:cNvSpPr/>
          <p:nvPr/>
        </p:nvSpPr>
        <p:spPr>
          <a:xfrm rot="0">
            <a:off x="3469622" y="3833760"/>
            <a:ext cx="7983809" cy="624841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defTabSz="914400" eaLnBrk="1" fontAlgn="auto" hangingPunct="1" indent="0" latinLnBrk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0" cap="none" sz="1800" i="0" kern="1200" lang="en-US" spc="0" strike="noStrike" u="none">
                <a:solidFill>
                  <a:schemeClr val="bg1"/>
                </a:solidFill>
                <a:latin typeface="Shanti" pitchFamily="2" charset="0"/>
                <a:ea typeface="Jomolhari" pitchFamily="2" charset="0"/>
                <a:cs typeface="Jomolhari" pitchFamily="2" charset="0"/>
              </a:rPr>
              <a:t>Digital India is transforming the nation through technology, connectivity, and citizen empowerment.</a:t>
            </a:r>
          </a:p>
        </p:txBody>
      </p:sp>
      <p:sp>
        <p:nvSpPr>
          <p:cNvPr id="1049060" name="矩形"/>
          <p:cNvSpPr/>
          <p:nvPr/>
        </p:nvSpPr>
        <p:spPr>
          <a:xfrm rot="0">
            <a:off x="3469622" y="1677348"/>
            <a:ext cx="8838819" cy="1755140"/>
          </a:xfrm>
          <a:prstGeom prst="rect"/>
          <a:noFill/>
          <a:ln w="12700" cap="flat" cmpd="sng">
            <a:noFill/>
            <a:prstDash val="solid"/>
            <a:miter/>
          </a:ln>
        </p:spPr>
        <p:txBody>
          <a:bodyPr anchor="t" anchorCtr="0" bIns="45720" lIns="91440" rIns="91440" tIns="45720" vert="horz" wrap="square">
            <a:prstTxWarp prst="textNoShape"/>
            <a:spAutoFit/>
          </a:bodyPr>
          <a:p>
            <a:pPr algn="l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zh-CN" baseline="0" b="1" cap="none" sz="11200" i="0" kern="1200" lang="en-US" spc="0" strike="noStrike" u="none">
                <a:solidFill>
                  <a:srgbClr val="C8E0F4"/>
                </a:solidFill>
                <a:latin typeface="Shanti" pitchFamily="2" charset="0"/>
                <a:ea typeface="宋体" pitchFamily="0" charset="0"/>
                <a:cs typeface="Droid Sans" pitchFamily="0" charset="0"/>
              </a:rPr>
              <a:t>THANK YOU!</a:t>
            </a:r>
            <a:endParaRPr altLang="en-US" baseline="0" b="1" cap="none" sz="11200" i="0" kern="1200" lang="zh-CN" spc="0" strike="noStrike" u="none">
              <a:solidFill>
                <a:srgbClr val="C8E0F4"/>
              </a:solidFill>
              <a:latin typeface="Shanti" pitchFamily="2" charset="0"/>
              <a:ea typeface="宋体" pitchFamily="0" charset="0"/>
              <a:cs typeface="Droid Sans" pitchFamily="0" charset="0"/>
            </a:endParaRPr>
          </a:p>
        </p:txBody>
      </p:sp>
      <p:grpSp>
        <p:nvGrpSpPr>
          <p:cNvPr id="55" name="组合"/>
          <p:cNvGrpSpPr/>
          <p:nvPr/>
        </p:nvGrpSpPr>
        <p:grpSpPr>
          <a:xfrm>
            <a:off x="556733" y="518913"/>
            <a:ext cx="2486075" cy="5150828"/>
            <a:chOff x="556733" y="518913"/>
            <a:chExt cx="2486075" cy="5150828"/>
          </a:xfrm>
        </p:grpSpPr>
        <p:sp>
          <p:nvSpPr>
            <p:cNvPr id="1049061" name="曲线"/>
            <p:cNvSpPr/>
            <p:nvPr/>
          </p:nvSpPr>
          <p:spPr>
            <a:xfrm rot="0">
              <a:off x="569669" y="518913"/>
              <a:ext cx="2473139" cy="5150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896" y="370"/>
                  </a:moveTo>
                  <a:cubicBezTo>
                    <a:pt x="20163" y="7"/>
                    <a:pt x="18935" y="0"/>
                    <a:pt x="18935" y="0"/>
                  </a:cubicBezTo>
                  <a:lnTo>
                    <a:pt x="2663" y="0"/>
                  </a:lnTo>
                  <a:cubicBezTo>
                    <a:pt x="2663" y="0"/>
                    <a:pt x="1436" y="7"/>
                    <a:pt x="703" y="370"/>
                  </a:cubicBezTo>
                  <a:cubicBezTo>
                    <a:pt x="-50" y="744"/>
                    <a:pt x="0" y="1149"/>
                    <a:pt x="0" y="1149"/>
                  </a:cubicBezTo>
                  <a:lnTo>
                    <a:pt x="67" y="20488"/>
                  </a:lnTo>
                  <a:cubicBezTo>
                    <a:pt x="67" y="20488"/>
                    <a:pt x="29" y="20881"/>
                    <a:pt x="767" y="21213"/>
                  </a:cubicBezTo>
                  <a:cubicBezTo>
                    <a:pt x="1504" y="21546"/>
                    <a:pt x="2491" y="21564"/>
                    <a:pt x="2491" y="21564"/>
                  </a:cubicBezTo>
                  <a:lnTo>
                    <a:pt x="9318" y="21600"/>
                  </a:lnTo>
                  <a:lnTo>
                    <a:pt x="12281" y="21600"/>
                  </a:lnTo>
                  <a:lnTo>
                    <a:pt x="19108" y="21564"/>
                  </a:lnTo>
                  <a:cubicBezTo>
                    <a:pt x="19108" y="21564"/>
                    <a:pt x="20095" y="21546"/>
                    <a:pt x="20832" y="21213"/>
                  </a:cubicBezTo>
                  <a:cubicBezTo>
                    <a:pt x="21570" y="20881"/>
                    <a:pt x="21532" y="20488"/>
                    <a:pt x="21532" y="20488"/>
                  </a:cubicBezTo>
                  <a:lnTo>
                    <a:pt x="21599" y="1149"/>
                  </a:lnTo>
                  <a:cubicBezTo>
                    <a:pt x="21599" y="1149"/>
                    <a:pt x="21650" y="744"/>
                    <a:pt x="20896" y="370"/>
                  </a:cubicBezTo>
                  <a:close/>
                </a:path>
              </a:pathLst>
            </a:custGeom>
            <a:solidFill>
              <a:srgbClr val="001F42"/>
            </a:solidFill>
            <a:ln w="3921" cap="flat" cmpd="sng">
              <a:noFill/>
              <a:prstDash val="solid"/>
              <a:miter/>
            </a:ln>
          </p:spPr>
        </p:sp>
        <p:sp>
          <p:nvSpPr>
            <p:cNvPr id="1049062" name="曲线"/>
            <p:cNvSpPr/>
            <p:nvPr/>
          </p:nvSpPr>
          <p:spPr>
            <a:xfrm rot="0">
              <a:off x="615276" y="590514"/>
              <a:ext cx="2391806" cy="500284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897" y="370"/>
                  </a:moveTo>
                  <a:cubicBezTo>
                    <a:pt x="20164" y="7"/>
                    <a:pt x="18936" y="0"/>
                    <a:pt x="18936" y="0"/>
                  </a:cubicBezTo>
                  <a:lnTo>
                    <a:pt x="2664" y="0"/>
                  </a:lnTo>
                  <a:cubicBezTo>
                    <a:pt x="2664" y="0"/>
                    <a:pt x="1436" y="7"/>
                    <a:pt x="703" y="370"/>
                  </a:cubicBezTo>
                  <a:cubicBezTo>
                    <a:pt x="-50" y="744"/>
                    <a:pt x="0" y="1149"/>
                    <a:pt x="0" y="1149"/>
                  </a:cubicBezTo>
                  <a:lnTo>
                    <a:pt x="67" y="20488"/>
                  </a:lnTo>
                  <a:cubicBezTo>
                    <a:pt x="67" y="20488"/>
                    <a:pt x="29" y="20880"/>
                    <a:pt x="767" y="21213"/>
                  </a:cubicBezTo>
                  <a:cubicBezTo>
                    <a:pt x="1504" y="21546"/>
                    <a:pt x="2491" y="21564"/>
                    <a:pt x="2491" y="21564"/>
                  </a:cubicBezTo>
                  <a:lnTo>
                    <a:pt x="9318" y="21600"/>
                  </a:lnTo>
                  <a:lnTo>
                    <a:pt x="12281" y="21600"/>
                  </a:lnTo>
                  <a:lnTo>
                    <a:pt x="19108" y="21564"/>
                  </a:lnTo>
                  <a:cubicBezTo>
                    <a:pt x="19108" y="21564"/>
                    <a:pt x="20095" y="21546"/>
                    <a:pt x="20832" y="21213"/>
                  </a:cubicBezTo>
                  <a:cubicBezTo>
                    <a:pt x="21570" y="20880"/>
                    <a:pt x="21532" y="20488"/>
                    <a:pt x="21532" y="20488"/>
                  </a:cubicBezTo>
                  <a:lnTo>
                    <a:pt x="21599" y="1149"/>
                  </a:lnTo>
                  <a:cubicBezTo>
                    <a:pt x="21599" y="1149"/>
                    <a:pt x="21650" y="744"/>
                    <a:pt x="20896" y="370"/>
                  </a:cubicBezTo>
                  <a:close/>
                </a:path>
              </a:pathLst>
            </a:custGeom>
            <a:solidFill>
              <a:schemeClr val="accent1"/>
            </a:solidFill>
            <a:ln w="3921" cap="flat" cmpd="sng">
              <a:noFill/>
              <a:prstDash val="solid"/>
              <a:miter/>
            </a:ln>
          </p:spPr>
        </p:sp>
        <p:sp useBgFill="1">
          <p:nvSpPr>
            <p:cNvPr id="1049063" name="曲线"/>
            <p:cNvSpPr/>
            <p:nvPr/>
          </p:nvSpPr>
          <p:spPr>
            <a:xfrm rot="0">
              <a:off x="650570" y="719444"/>
              <a:ext cx="2311258" cy="479156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897" y="373"/>
                  </a:moveTo>
                  <a:cubicBezTo>
                    <a:pt x="20164" y="7"/>
                    <a:pt x="18936" y="0"/>
                    <a:pt x="18936" y="0"/>
                  </a:cubicBezTo>
                  <a:lnTo>
                    <a:pt x="2663" y="0"/>
                  </a:lnTo>
                  <a:cubicBezTo>
                    <a:pt x="2663" y="0"/>
                    <a:pt x="1436" y="7"/>
                    <a:pt x="703" y="373"/>
                  </a:cubicBezTo>
                  <a:cubicBezTo>
                    <a:pt x="-50" y="750"/>
                    <a:pt x="0" y="1158"/>
                    <a:pt x="0" y="1158"/>
                  </a:cubicBezTo>
                  <a:lnTo>
                    <a:pt x="114" y="20480"/>
                  </a:lnTo>
                  <a:cubicBezTo>
                    <a:pt x="114" y="20480"/>
                    <a:pt x="76" y="20875"/>
                    <a:pt x="813" y="21210"/>
                  </a:cubicBezTo>
                  <a:cubicBezTo>
                    <a:pt x="1551" y="21546"/>
                    <a:pt x="2538" y="21564"/>
                    <a:pt x="2538" y="21564"/>
                  </a:cubicBezTo>
                  <a:lnTo>
                    <a:pt x="9365" y="21600"/>
                  </a:lnTo>
                  <a:lnTo>
                    <a:pt x="12328" y="21600"/>
                  </a:lnTo>
                  <a:lnTo>
                    <a:pt x="19155" y="21564"/>
                  </a:lnTo>
                  <a:cubicBezTo>
                    <a:pt x="19155" y="21564"/>
                    <a:pt x="20142" y="21546"/>
                    <a:pt x="20879" y="21210"/>
                  </a:cubicBezTo>
                  <a:cubicBezTo>
                    <a:pt x="21617" y="20875"/>
                    <a:pt x="21579" y="20480"/>
                    <a:pt x="21579" y="20480"/>
                  </a:cubicBezTo>
                  <a:lnTo>
                    <a:pt x="21599" y="1158"/>
                  </a:lnTo>
                  <a:cubicBezTo>
                    <a:pt x="21599" y="1158"/>
                    <a:pt x="21650" y="750"/>
                    <a:pt x="20896" y="373"/>
                  </a:cubicBezTo>
                  <a:close/>
                </a:path>
              </a:pathLst>
            </a:custGeom>
            <a:ln w="3921" cap="flat" cmpd="sng">
              <a:noFill/>
              <a:prstDash val="solid"/>
              <a:miter/>
            </a:ln>
          </p:spPr>
        </p:sp>
        <p:sp>
          <p:nvSpPr>
            <p:cNvPr id="1049064" name="曲线"/>
            <p:cNvSpPr/>
            <p:nvPr/>
          </p:nvSpPr>
          <p:spPr>
            <a:xfrm rot="0">
              <a:off x="1615352" y="697604"/>
              <a:ext cx="391732" cy="15521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167" y="65"/>
                  </a:moveTo>
                  <a:lnTo>
                    <a:pt x="11167" y="0"/>
                  </a:lnTo>
                  <a:lnTo>
                    <a:pt x="10800" y="32"/>
                  </a:lnTo>
                  <a:lnTo>
                    <a:pt x="10432" y="0"/>
                  </a:lnTo>
                  <a:lnTo>
                    <a:pt x="10432" y="65"/>
                  </a:lnTo>
                  <a:lnTo>
                    <a:pt x="0" y="1009"/>
                  </a:lnTo>
                  <a:cubicBezTo>
                    <a:pt x="3504" y="1009"/>
                    <a:pt x="4075" y="20315"/>
                    <a:pt x="10432" y="21537"/>
                  </a:cubicBezTo>
                  <a:lnTo>
                    <a:pt x="10432" y="21597"/>
                  </a:lnTo>
                  <a:cubicBezTo>
                    <a:pt x="10557" y="21597"/>
                    <a:pt x="10678" y="21597"/>
                    <a:pt x="10800" y="21586"/>
                  </a:cubicBezTo>
                  <a:cubicBezTo>
                    <a:pt x="10921" y="21597"/>
                    <a:pt x="11042" y="21603"/>
                    <a:pt x="11167" y="21597"/>
                  </a:cubicBezTo>
                  <a:lnTo>
                    <a:pt x="11167" y="21537"/>
                  </a:lnTo>
                  <a:cubicBezTo>
                    <a:pt x="17524" y="20315"/>
                    <a:pt x="18095" y="1009"/>
                    <a:pt x="21600" y="1009"/>
                  </a:cubicBezTo>
                  <a:lnTo>
                    <a:pt x="11167" y="65"/>
                  </a:lnTo>
                  <a:close/>
                </a:path>
              </a:pathLst>
            </a:custGeom>
            <a:solidFill>
              <a:srgbClr val="C8E0F4"/>
            </a:solidFill>
            <a:ln w="3921" cap="flat" cmpd="sng">
              <a:noFill/>
              <a:prstDash val="solid"/>
              <a:miter/>
            </a:ln>
          </p:spPr>
        </p:sp>
        <p:sp>
          <p:nvSpPr>
            <p:cNvPr id="1049065" name="曲线"/>
            <p:cNvSpPr/>
            <p:nvPr/>
          </p:nvSpPr>
          <p:spPr>
            <a:xfrm rot="0">
              <a:off x="556733" y="1536083"/>
              <a:ext cx="17291" cy="16702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0228" y="13177"/>
                  </a:moveTo>
                  <a:lnTo>
                    <a:pt x="21600" y="21600"/>
                  </a:lnTo>
                  <a:cubicBezTo>
                    <a:pt x="21600" y="21600"/>
                    <a:pt x="1811" y="20912"/>
                    <a:pt x="1811" y="20671"/>
                  </a:cubicBezTo>
                  <a:lnTo>
                    <a:pt x="1811" y="13920"/>
                  </a:lnTo>
                  <a:cubicBezTo>
                    <a:pt x="1811" y="13753"/>
                    <a:pt x="20228" y="13177"/>
                    <a:pt x="20228" y="13177"/>
                  </a:cubicBezTo>
                </a:path>
                <a:path w="21600" h="21600">
                  <a:moveTo>
                    <a:pt x="18417" y="0"/>
                  </a:moveTo>
                  <a:lnTo>
                    <a:pt x="19788" y="12536"/>
                  </a:lnTo>
                  <a:cubicBezTo>
                    <a:pt x="19788" y="12536"/>
                    <a:pt x="0" y="11849"/>
                    <a:pt x="0" y="11608"/>
                  </a:cubicBezTo>
                  <a:lnTo>
                    <a:pt x="0" y="742"/>
                  </a:lnTo>
                  <a:cubicBezTo>
                    <a:pt x="0" y="575"/>
                    <a:pt x="18417" y="0"/>
                    <a:pt x="18417" y="0"/>
                  </a:cubicBezTo>
                  <a:close/>
                </a:path>
              </a:pathLst>
            </a:custGeom>
            <a:solidFill>
              <a:srgbClr val="BED8F2"/>
            </a:solidFill>
            <a:ln w="3921" cap="flat" cmpd="sng">
              <a:noFill/>
              <a:prstDash val="solid"/>
              <a:miter/>
            </a:ln>
          </p:spPr>
        </p:sp>
      </p:grpSp>
      <p:grpSp>
        <p:nvGrpSpPr>
          <p:cNvPr id="56" name="组合"/>
          <p:cNvGrpSpPr/>
          <p:nvPr/>
        </p:nvGrpSpPr>
        <p:grpSpPr>
          <a:xfrm>
            <a:off x="726133" y="1036981"/>
            <a:ext cx="2235695" cy="4216973"/>
            <a:chOff x="726133" y="1036981"/>
            <a:chExt cx="2235695" cy="4216973"/>
          </a:xfrm>
        </p:grpSpPr>
        <p:sp>
          <p:nvSpPr>
            <p:cNvPr id="1049066" name="曲线"/>
            <p:cNvSpPr/>
            <p:nvPr/>
          </p:nvSpPr>
          <p:spPr>
            <a:xfrm rot="0">
              <a:off x="726133" y="1036981"/>
              <a:ext cx="2235695" cy="42169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989" y="0"/>
                  </a:moveTo>
                  <a:cubicBezTo>
                    <a:pt x="10102" y="0"/>
                    <a:pt x="10257" y="18"/>
                    <a:pt x="10390" y="71"/>
                  </a:cubicBezTo>
                  <a:cubicBezTo>
                    <a:pt x="10512" y="39"/>
                    <a:pt x="10624" y="31"/>
                    <a:pt x="10707" y="31"/>
                  </a:cubicBezTo>
                  <a:cubicBezTo>
                    <a:pt x="10902" y="31"/>
                    <a:pt x="11089" y="76"/>
                    <a:pt x="11220" y="154"/>
                  </a:cubicBezTo>
                  <a:cubicBezTo>
                    <a:pt x="11337" y="225"/>
                    <a:pt x="11390" y="308"/>
                    <a:pt x="11408" y="388"/>
                  </a:cubicBezTo>
                  <a:cubicBezTo>
                    <a:pt x="11493" y="425"/>
                    <a:pt x="11589" y="478"/>
                    <a:pt x="11662" y="552"/>
                  </a:cubicBezTo>
                  <a:cubicBezTo>
                    <a:pt x="11686" y="554"/>
                    <a:pt x="11710" y="555"/>
                    <a:pt x="11728" y="556"/>
                  </a:cubicBezTo>
                  <a:cubicBezTo>
                    <a:pt x="11760" y="557"/>
                    <a:pt x="11790" y="559"/>
                    <a:pt x="11818" y="561"/>
                  </a:cubicBezTo>
                  <a:cubicBezTo>
                    <a:pt x="12130" y="582"/>
                    <a:pt x="12336" y="695"/>
                    <a:pt x="12473" y="769"/>
                  </a:cubicBezTo>
                  <a:cubicBezTo>
                    <a:pt x="12492" y="780"/>
                    <a:pt x="12518" y="794"/>
                    <a:pt x="12537" y="804"/>
                  </a:cubicBezTo>
                  <a:cubicBezTo>
                    <a:pt x="12696" y="835"/>
                    <a:pt x="12916" y="905"/>
                    <a:pt x="13003" y="1060"/>
                  </a:cubicBezTo>
                  <a:cubicBezTo>
                    <a:pt x="13025" y="1061"/>
                    <a:pt x="13047" y="1063"/>
                    <a:pt x="13068" y="1064"/>
                  </a:cubicBezTo>
                  <a:cubicBezTo>
                    <a:pt x="13166" y="1071"/>
                    <a:pt x="13397" y="1097"/>
                    <a:pt x="13562" y="1205"/>
                  </a:cubicBezTo>
                  <a:cubicBezTo>
                    <a:pt x="13619" y="1193"/>
                    <a:pt x="13669" y="1182"/>
                    <a:pt x="13706" y="1172"/>
                  </a:cubicBezTo>
                  <a:cubicBezTo>
                    <a:pt x="13880" y="1089"/>
                    <a:pt x="14120" y="1050"/>
                    <a:pt x="14359" y="1028"/>
                  </a:cubicBezTo>
                  <a:cubicBezTo>
                    <a:pt x="14458" y="967"/>
                    <a:pt x="14630" y="886"/>
                    <a:pt x="14917" y="858"/>
                  </a:cubicBezTo>
                  <a:cubicBezTo>
                    <a:pt x="14938" y="856"/>
                    <a:pt x="14970" y="851"/>
                    <a:pt x="15004" y="845"/>
                  </a:cubicBezTo>
                  <a:cubicBezTo>
                    <a:pt x="15091" y="831"/>
                    <a:pt x="15211" y="811"/>
                    <a:pt x="15353" y="811"/>
                  </a:cubicBezTo>
                  <a:cubicBezTo>
                    <a:pt x="15496" y="811"/>
                    <a:pt x="15833" y="835"/>
                    <a:pt x="16046" y="1032"/>
                  </a:cubicBezTo>
                  <a:cubicBezTo>
                    <a:pt x="16082" y="1030"/>
                    <a:pt x="16119" y="1029"/>
                    <a:pt x="16159" y="1029"/>
                  </a:cubicBezTo>
                  <a:cubicBezTo>
                    <a:pt x="16430" y="1029"/>
                    <a:pt x="16613" y="1099"/>
                    <a:pt x="16717" y="1180"/>
                  </a:cubicBezTo>
                  <a:cubicBezTo>
                    <a:pt x="16728" y="1186"/>
                    <a:pt x="16742" y="1193"/>
                    <a:pt x="16757" y="1201"/>
                  </a:cubicBezTo>
                  <a:cubicBezTo>
                    <a:pt x="16960" y="1310"/>
                    <a:pt x="17267" y="1475"/>
                    <a:pt x="17213" y="1699"/>
                  </a:cubicBezTo>
                  <a:cubicBezTo>
                    <a:pt x="17191" y="1792"/>
                    <a:pt x="17119" y="1882"/>
                    <a:pt x="17049" y="1969"/>
                  </a:cubicBezTo>
                  <a:cubicBezTo>
                    <a:pt x="17019" y="2006"/>
                    <a:pt x="16970" y="2068"/>
                    <a:pt x="16959" y="2092"/>
                  </a:cubicBezTo>
                  <a:cubicBezTo>
                    <a:pt x="16913" y="2288"/>
                    <a:pt x="16644" y="2399"/>
                    <a:pt x="16466" y="2473"/>
                  </a:cubicBezTo>
                  <a:cubicBezTo>
                    <a:pt x="16433" y="2486"/>
                    <a:pt x="16385" y="2506"/>
                    <a:pt x="16362" y="2518"/>
                  </a:cubicBezTo>
                  <a:cubicBezTo>
                    <a:pt x="16305" y="2569"/>
                    <a:pt x="16220" y="2624"/>
                    <a:pt x="16096" y="2665"/>
                  </a:cubicBezTo>
                  <a:cubicBezTo>
                    <a:pt x="15979" y="2796"/>
                    <a:pt x="15767" y="2867"/>
                    <a:pt x="15551" y="2905"/>
                  </a:cubicBezTo>
                  <a:cubicBezTo>
                    <a:pt x="15551" y="2906"/>
                    <a:pt x="15551" y="2907"/>
                    <a:pt x="15551" y="2908"/>
                  </a:cubicBezTo>
                  <a:cubicBezTo>
                    <a:pt x="15825" y="2991"/>
                    <a:pt x="15898" y="3129"/>
                    <a:pt x="15916" y="3209"/>
                  </a:cubicBezTo>
                  <a:cubicBezTo>
                    <a:pt x="15923" y="3213"/>
                    <a:pt x="15930" y="3217"/>
                    <a:pt x="15936" y="3220"/>
                  </a:cubicBezTo>
                  <a:cubicBezTo>
                    <a:pt x="15970" y="3238"/>
                    <a:pt x="16011" y="3260"/>
                    <a:pt x="16052" y="3290"/>
                  </a:cubicBezTo>
                  <a:cubicBezTo>
                    <a:pt x="16212" y="3403"/>
                    <a:pt x="16238" y="3552"/>
                    <a:pt x="16123" y="3690"/>
                  </a:cubicBezTo>
                  <a:cubicBezTo>
                    <a:pt x="15988" y="3851"/>
                    <a:pt x="15683" y="3968"/>
                    <a:pt x="15338" y="3993"/>
                  </a:cubicBezTo>
                  <a:cubicBezTo>
                    <a:pt x="15330" y="3996"/>
                    <a:pt x="15320" y="4000"/>
                    <a:pt x="15311" y="4002"/>
                  </a:cubicBezTo>
                  <a:cubicBezTo>
                    <a:pt x="15250" y="4023"/>
                    <a:pt x="15159" y="4055"/>
                    <a:pt x="15039" y="4078"/>
                  </a:cubicBezTo>
                  <a:cubicBezTo>
                    <a:pt x="15039" y="4079"/>
                    <a:pt x="15040" y="4080"/>
                    <a:pt x="15040" y="4080"/>
                  </a:cubicBezTo>
                  <a:cubicBezTo>
                    <a:pt x="15058" y="4113"/>
                    <a:pt x="15073" y="4144"/>
                    <a:pt x="15084" y="4173"/>
                  </a:cubicBezTo>
                  <a:cubicBezTo>
                    <a:pt x="15370" y="4226"/>
                    <a:pt x="15511" y="4367"/>
                    <a:pt x="15584" y="4463"/>
                  </a:cubicBezTo>
                  <a:cubicBezTo>
                    <a:pt x="15941" y="4488"/>
                    <a:pt x="16490" y="4623"/>
                    <a:pt x="16684" y="4842"/>
                  </a:cubicBezTo>
                  <a:cubicBezTo>
                    <a:pt x="16692" y="4843"/>
                    <a:pt x="16701" y="4844"/>
                    <a:pt x="16710" y="4845"/>
                  </a:cubicBezTo>
                  <a:cubicBezTo>
                    <a:pt x="17397" y="4911"/>
                    <a:pt x="17587" y="5164"/>
                    <a:pt x="17536" y="5379"/>
                  </a:cubicBezTo>
                  <a:cubicBezTo>
                    <a:pt x="17495" y="5554"/>
                    <a:pt x="17245" y="5686"/>
                    <a:pt x="16955" y="5838"/>
                  </a:cubicBezTo>
                  <a:cubicBezTo>
                    <a:pt x="16872" y="5882"/>
                    <a:pt x="16778" y="5931"/>
                    <a:pt x="16734" y="5959"/>
                  </a:cubicBezTo>
                  <a:cubicBezTo>
                    <a:pt x="16725" y="5965"/>
                    <a:pt x="16711" y="5993"/>
                    <a:pt x="16699" y="6017"/>
                  </a:cubicBezTo>
                  <a:cubicBezTo>
                    <a:pt x="16676" y="6060"/>
                    <a:pt x="16649" y="6114"/>
                    <a:pt x="16597" y="6174"/>
                  </a:cubicBezTo>
                  <a:cubicBezTo>
                    <a:pt x="16812" y="6233"/>
                    <a:pt x="16894" y="6252"/>
                    <a:pt x="16966" y="6268"/>
                  </a:cubicBezTo>
                  <a:cubicBezTo>
                    <a:pt x="17043" y="6285"/>
                    <a:pt x="17123" y="6304"/>
                    <a:pt x="17286" y="6350"/>
                  </a:cubicBezTo>
                  <a:cubicBezTo>
                    <a:pt x="17619" y="6445"/>
                    <a:pt x="17749" y="6575"/>
                    <a:pt x="17826" y="6652"/>
                  </a:cubicBezTo>
                  <a:cubicBezTo>
                    <a:pt x="17838" y="6665"/>
                    <a:pt x="17854" y="6680"/>
                    <a:pt x="17863" y="6688"/>
                  </a:cubicBezTo>
                  <a:cubicBezTo>
                    <a:pt x="17939" y="6706"/>
                    <a:pt x="18157" y="6722"/>
                    <a:pt x="18291" y="6731"/>
                  </a:cubicBezTo>
                  <a:cubicBezTo>
                    <a:pt x="18402" y="6738"/>
                    <a:pt x="18517" y="6746"/>
                    <a:pt x="18634" y="6758"/>
                  </a:cubicBezTo>
                  <a:cubicBezTo>
                    <a:pt x="18959" y="6790"/>
                    <a:pt x="19089" y="6815"/>
                    <a:pt x="19264" y="6877"/>
                  </a:cubicBezTo>
                  <a:cubicBezTo>
                    <a:pt x="19277" y="6882"/>
                    <a:pt x="19292" y="6887"/>
                    <a:pt x="19313" y="6894"/>
                  </a:cubicBezTo>
                  <a:cubicBezTo>
                    <a:pt x="19449" y="6935"/>
                    <a:pt x="19538" y="6987"/>
                    <a:pt x="19597" y="7021"/>
                  </a:cubicBezTo>
                  <a:cubicBezTo>
                    <a:pt x="19605" y="7025"/>
                    <a:pt x="19614" y="7030"/>
                    <a:pt x="19621" y="7035"/>
                  </a:cubicBezTo>
                  <a:cubicBezTo>
                    <a:pt x="19621" y="7035"/>
                    <a:pt x="19622" y="7035"/>
                    <a:pt x="19623" y="7035"/>
                  </a:cubicBezTo>
                  <a:cubicBezTo>
                    <a:pt x="19643" y="7036"/>
                    <a:pt x="19661" y="7036"/>
                    <a:pt x="19679" y="7036"/>
                  </a:cubicBezTo>
                  <a:cubicBezTo>
                    <a:pt x="19766" y="7036"/>
                    <a:pt x="19831" y="7028"/>
                    <a:pt x="19939" y="7016"/>
                  </a:cubicBezTo>
                  <a:cubicBezTo>
                    <a:pt x="20073" y="7000"/>
                    <a:pt x="20240" y="6980"/>
                    <a:pt x="20476" y="6973"/>
                  </a:cubicBezTo>
                  <a:cubicBezTo>
                    <a:pt x="20520" y="6972"/>
                    <a:pt x="20559" y="6972"/>
                    <a:pt x="20595" y="6972"/>
                  </a:cubicBezTo>
                  <a:cubicBezTo>
                    <a:pt x="20927" y="6972"/>
                    <a:pt x="21103" y="7022"/>
                    <a:pt x="21254" y="7073"/>
                  </a:cubicBezTo>
                  <a:cubicBezTo>
                    <a:pt x="21303" y="7089"/>
                    <a:pt x="21325" y="7097"/>
                    <a:pt x="21401" y="7109"/>
                  </a:cubicBezTo>
                  <a:lnTo>
                    <a:pt x="21600" y="7150"/>
                  </a:lnTo>
                  <a:lnTo>
                    <a:pt x="21600" y="13616"/>
                  </a:lnTo>
                  <a:lnTo>
                    <a:pt x="21412" y="13762"/>
                  </a:lnTo>
                  <a:cubicBezTo>
                    <a:pt x="21283" y="13863"/>
                    <a:pt x="21171" y="13951"/>
                    <a:pt x="21081" y="14009"/>
                  </a:cubicBezTo>
                  <a:cubicBezTo>
                    <a:pt x="20806" y="14187"/>
                    <a:pt x="20539" y="14234"/>
                    <a:pt x="20343" y="14268"/>
                  </a:cubicBezTo>
                  <a:cubicBezTo>
                    <a:pt x="20324" y="14272"/>
                    <a:pt x="20305" y="14275"/>
                    <a:pt x="20287" y="14278"/>
                  </a:cubicBezTo>
                  <a:cubicBezTo>
                    <a:pt x="20237" y="14310"/>
                    <a:pt x="20156" y="14375"/>
                    <a:pt x="20105" y="14417"/>
                  </a:cubicBezTo>
                  <a:cubicBezTo>
                    <a:pt x="19996" y="14505"/>
                    <a:pt x="19882" y="14597"/>
                    <a:pt x="19743" y="14671"/>
                  </a:cubicBezTo>
                  <a:cubicBezTo>
                    <a:pt x="19464" y="14819"/>
                    <a:pt x="19256" y="14870"/>
                    <a:pt x="18943" y="14947"/>
                  </a:cubicBezTo>
                  <a:cubicBezTo>
                    <a:pt x="18905" y="14956"/>
                    <a:pt x="18865" y="14966"/>
                    <a:pt x="18822" y="14977"/>
                  </a:cubicBezTo>
                  <a:cubicBezTo>
                    <a:pt x="18822" y="15001"/>
                    <a:pt x="18828" y="15036"/>
                    <a:pt x="18831" y="15061"/>
                  </a:cubicBezTo>
                  <a:lnTo>
                    <a:pt x="18836" y="15091"/>
                  </a:lnTo>
                  <a:cubicBezTo>
                    <a:pt x="18853" y="15217"/>
                    <a:pt x="18777" y="15446"/>
                    <a:pt x="18078" y="15566"/>
                  </a:cubicBezTo>
                  <a:cubicBezTo>
                    <a:pt x="17839" y="15607"/>
                    <a:pt x="17558" y="15632"/>
                    <a:pt x="17333" y="15653"/>
                  </a:cubicBezTo>
                  <a:cubicBezTo>
                    <a:pt x="17294" y="15657"/>
                    <a:pt x="17251" y="15661"/>
                    <a:pt x="17210" y="15664"/>
                  </a:cubicBezTo>
                  <a:cubicBezTo>
                    <a:pt x="17200" y="15683"/>
                    <a:pt x="17191" y="15702"/>
                    <a:pt x="17183" y="15716"/>
                  </a:cubicBezTo>
                  <a:cubicBezTo>
                    <a:pt x="17131" y="15822"/>
                    <a:pt x="17071" y="15941"/>
                    <a:pt x="16898" y="16033"/>
                  </a:cubicBezTo>
                  <a:cubicBezTo>
                    <a:pt x="16755" y="16109"/>
                    <a:pt x="16591" y="16147"/>
                    <a:pt x="16409" y="16147"/>
                  </a:cubicBezTo>
                  <a:cubicBezTo>
                    <a:pt x="16293" y="16147"/>
                    <a:pt x="16127" y="16130"/>
                    <a:pt x="15970" y="16054"/>
                  </a:cubicBezTo>
                  <a:cubicBezTo>
                    <a:pt x="15961" y="16054"/>
                    <a:pt x="15951" y="16053"/>
                    <a:pt x="15939" y="16053"/>
                  </a:cubicBezTo>
                  <a:cubicBezTo>
                    <a:pt x="15839" y="16257"/>
                    <a:pt x="15944" y="16794"/>
                    <a:pt x="16034" y="16956"/>
                  </a:cubicBezTo>
                  <a:cubicBezTo>
                    <a:pt x="16183" y="17213"/>
                    <a:pt x="16085" y="17872"/>
                    <a:pt x="15683" y="18200"/>
                  </a:cubicBezTo>
                  <a:cubicBezTo>
                    <a:pt x="15474" y="18370"/>
                    <a:pt x="15389" y="18580"/>
                    <a:pt x="15387" y="18643"/>
                  </a:cubicBezTo>
                  <a:cubicBezTo>
                    <a:pt x="15431" y="18747"/>
                    <a:pt x="15420" y="18881"/>
                    <a:pt x="15401" y="19083"/>
                  </a:cubicBezTo>
                  <a:cubicBezTo>
                    <a:pt x="15392" y="19173"/>
                    <a:pt x="15381" y="19285"/>
                    <a:pt x="15388" y="19333"/>
                  </a:cubicBezTo>
                  <a:lnTo>
                    <a:pt x="15390" y="19345"/>
                  </a:lnTo>
                  <a:cubicBezTo>
                    <a:pt x="15404" y="19443"/>
                    <a:pt x="15428" y="19606"/>
                    <a:pt x="15192" y="19742"/>
                  </a:cubicBezTo>
                  <a:cubicBezTo>
                    <a:pt x="15014" y="19845"/>
                    <a:pt x="14779" y="19878"/>
                    <a:pt x="14534" y="19889"/>
                  </a:cubicBezTo>
                  <a:cubicBezTo>
                    <a:pt x="14503" y="19958"/>
                    <a:pt x="14435" y="20033"/>
                    <a:pt x="14295" y="20097"/>
                  </a:cubicBezTo>
                  <a:cubicBezTo>
                    <a:pt x="14279" y="20104"/>
                    <a:pt x="14200" y="20144"/>
                    <a:pt x="14208" y="20206"/>
                  </a:cubicBezTo>
                  <a:cubicBezTo>
                    <a:pt x="14261" y="20599"/>
                    <a:pt x="13477" y="20749"/>
                    <a:pt x="13007" y="20830"/>
                  </a:cubicBezTo>
                  <a:cubicBezTo>
                    <a:pt x="13004" y="20849"/>
                    <a:pt x="13002" y="20870"/>
                    <a:pt x="13001" y="20886"/>
                  </a:cubicBezTo>
                  <a:cubicBezTo>
                    <a:pt x="12992" y="20977"/>
                    <a:pt x="12982" y="21080"/>
                    <a:pt x="12878" y="21176"/>
                  </a:cubicBezTo>
                  <a:cubicBezTo>
                    <a:pt x="12640" y="21398"/>
                    <a:pt x="11699" y="21599"/>
                    <a:pt x="11417" y="21599"/>
                  </a:cubicBezTo>
                  <a:lnTo>
                    <a:pt x="11418" y="21600"/>
                  </a:lnTo>
                  <a:cubicBezTo>
                    <a:pt x="11300" y="21600"/>
                    <a:pt x="10989" y="21600"/>
                    <a:pt x="10191" y="21138"/>
                  </a:cubicBezTo>
                  <a:cubicBezTo>
                    <a:pt x="9628" y="20813"/>
                    <a:pt x="9343" y="20519"/>
                    <a:pt x="9343" y="20267"/>
                  </a:cubicBezTo>
                  <a:cubicBezTo>
                    <a:pt x="9343" y="20044"/>
                    <a:pt x="9196" y="19807"/>
                    <a:pt x="9077" y="19616"/>
                  </a:cubicBezTo>
                  <a:cubicBezTo>
                    <a:pt x="9017" y="19520"/>
                    <a:pt x="8966" y="19436"/>
                    <a:pt x="8938" y="19362"/>
                  </a:cubicBezTo>
                  <a:cubicBezTo>
                    <a:pt x="8885" y="19249"/>
                    <a:pt x="8403" y="18836"/>
                    <a:pt x="8224" y="18714"/>
                  </a:cubicBezTo>
                  <a:cubicBezTo>
                    <a:pt x="8031" y="18582"/>
                    <a:pt x="7329" y="17789"/>
                    <a:pt x="7403" y="17434"/>
                  </a:cubicBezTo>
                  <a:cubicBezTo>
                    <a:pt x="7430" y="17308"/>
                    <a:pt x="7354" y="17221"/>
                    <a:pt x="7296" y="17166"/>
                  </a:cubicBezTo>
                  <a:cubicBezTo>
                    <a:pt x="7213" y="17089"/>
                    <a:pt x="7160" y="16992"/>
                    <a:pt x="7100" y="16879"/>
                  </a:cubicBezTo>
                  <a:cubicBezTo>
                    <a:pt x="7078" y="16840"/>
                    <a:pt x="7045" y="16777"/>
                    <a:pt x="7022" y="16745"/>
                  </a:cubicBezTo>
                  <a:cubicBezTo>
                    <a:pt x="7015" y="16741"/>
                    <a:pt x="7008" y="16737"/>
                    <a:pt x="7001" y="16734"/>
                  </a:cubicBezTo>
                  <a:cubicBezTo>
                    <a:pt x="6893" y="16678"/>
                    <a:pt x="6669" y="16562"/>
                    <a:pt x="6702" y="16376"/>
                  </a:cubicBezTo>
                  <a:cubicBezTo>
                    <a:pt x="6712" y="16321"/>
                    <a:pt x="6753" y="16226"/>
                    <a:pt x="6913" y="16141"/>
                  </a:cubicBezTo>
                  <a:cubicBezTo>
                    <a:pt x="6914" y="16118"/>
                    <a:pt x="6911" y="16088"/>
                    <a:pt x="6905" y="16057"/>
                  </a:cubicBezTo>
                  <a:cubicBezTo>
                    <a:pt x="6738" y="16030"/>
                    <a:pt x="6501" y="15989"/>
                    <a:pt x="6286" y="15897"/>
                  </a:cubicBezTo>
                  <a:cubicBezTo>
                    <a:pt x="5643" y="15621"/>
                    <a:pt x="5710" y="14687"/>
                    <a:pt x="5711" y="14678"/>
                  </a:cubicBezTo>
                  <a:cubicBezTo>
                    <a:pt x="5715" y="14595"/>
                    <a:pt x="5613" y="14303"/>
                    <a:pt x="5409" y="13811"/>
                  </a:cubicBezTo>
                  <a:cubicBezTo>
                    <a:pt x="5369" y="13717"/>
                    <a:pt x="5356" y="13683"/>
                    <a:pt x="5348" y="13661"/>
                  </a:cubicBezTo>
                  <a:cubicBezTo>
                    <a:pt x="5305" y="13524"/>
                    <a:pt x="5405" y="13427"/>
                    <a:pt x="5447" y="13386"/>
                  </a:cubicBezTo>
                  <a:cubicBezTo>
                    <a:pt x="5448" y="13375"/>
                    <a:pt x="5449" y="13351"/>
                    <a:pt x="5438" y="13308"/>
                  </a:cubicBezTo>
                  <a:cubicBezTo>
                    <a:pt x="5396" y="13145"/>
                    <a:pt x="5364" y="13051"/>
                    <a:pt x="5333" y="12959"/>
                  </a:cubicBezTo>
                  <a:cubicBezTo>
                    <a:pt x="5314" y="12903"/>
                    <a:pt x="5296" y="12849"/>
                    <a:pt x="5277" y="12786"/>
                  </a:cubicBezTo>
                  <a:cubicBezTo>
                    <a:pt x="5232" y="12627"/>
                    <a:pt x="5298" y="12475"/>
                    <a:pt x="5466" y="12358"/>
                  </a:cubicBezTo>
                  <a:cubicBezTo>
                    <a:pt x="5490" y="12341"/>
                    <a:pt x="5515" y="12326"/>
                    <a:pt x="5541" y="12311"/>
                  </a:cubicBezTo>
                  <a:cubicBezTo>
                    <a:pt x="5521" y="12276"/>
                    <a:pt x="5509" y="12235"/>
                    <a:pt x="5514" y="12189"/>
                  </a:cubicBezTo>
                  <a:cubicBezTo>
                    <a:pt x="5522" y="12119"/>
                    <a:pt x="5565" y="12062"/>
                    <a:pt x="5623" y="12015"/>
                  </a:cubicBezTo>
                  <a:cubicBezTo>
                    <a:pt x="5618" y="12013"/>
                    <a:pt x="5614" y="12010"/>
                    <a:pt x="5609" y="12008"/>
                  </a:cubicBezTo>
                  <a:cubicBezTo>
                    <a:pt x="5582" y="11995"/>
                    <a:pt x="5541" y="11975"/>
                    <a:pt x="5497" y="11949"/>
                  </a:cubicBezTo>
                  <a:cubicBezTo>
                    <a:pt x="5389" y="12003"/>
                    <a:pt x="5250" y="12052"/>
                    <a:pt x="5069" y="12080"/>
                  </a:cubicBezTo>
                  <a:cubicBezTo>
                    <a:pt x="5016" y="12088"/>
                    <a:pt x="4887" y="12114"/>
                    <a:pt x="4762" y="12139"/>
                  </a:cubicBezTo>
                  <a:cubicBezTo>
                    <a:pt x="4296" y="12232"/>
                    <a:pt x="3917" y="12304"/>
                    <a:pt x="3632" y="12324"/>
                  </a:cubicBezTo>
                  <a:cubicBezTo>
                    <a:pt x="3594" y="12327"/>
                    <a:pt x="3554" y="12328"/>
                    <a:pt x="3515" y="12328"/>
                  </a:cubicBezTo>
                  <a:cubicBezTo>
                    <a:pt x="2756" y="12328"/>
                    <a:pt x="1969" y="11787"/>
                    <a:pt x="1845" y="11681"/>
                  </a:cubicBezTo>
                  <a:cubicBezTo>
                    <a:pt x="1681" y="11539"/>
                    <a:pt x="1343" y="11307"/>
                    <a:pt x="1121" y="11198"/>
                  </a:cubicBezTo>
                  <a:cubicBezTo>
                    <a:pt x="601" y="10945"/>
                    <a:pt x="667" y="10698"/>
                    <a:pt x="696" y="10592"/>
                  </a:cubicBezTo>
                  <a:cubicBezTo>
                    <a:pt x="718" y="10511"/>
                    <a:pt x="783" y="10440"/>
                    <a:pt x="880" y="10385"/>
                  </a:cubicBezTo>
                  <a:cubicBezTo>
                    <a:pt x="588" y="10265"/>
                    <a:pt x="451" y="10109"/>
                    <a:pt x="379" y="9993"/>
                  </a:cubicBezTo>
                  <a:cubicBezTo>
                    <a:pt x="254" y="9962"/>
                    <a:pt x="148" y="9910"/>
                    <a:pt x="82" y="9844"/>
                  </a:cubicBezTo>
                  <a:cubicBezTo>
                    <a:pt x="7" y="9770"/>
                    <a:pt x="-146" y="9617"/>
                    <a:pt x="354" y="9218"/>
                  </a:cubicBezTo>
                  <a:cubicBezTo>
                    <a:pt x="489" y="9111"/>
                    <a:pt x="709" y="9049"/>
                    <a:pt x="959" y="9049"/>
                  </a:cubicBezTo>
                  <a:cubicBezTo>
                    <a:pt x="1000" y="9049"/>
                    <a:pt x="1040" y="9051"/>
                    <a:pt x="1078" y="9054"/>
                  </a:cubicBezTo>
                  <a:cubicBezTo>
                    <a:pt x="1209" y="8971"/>
                    <a:pt x="1424" y="8912"/>
                    <a:pt x="1747" y="8912"/>
                  </a:cubicBezTo>
                  <a:cubicBezTo>
                    <a:pt x="1853" y="8912"/>
                    <a:pt x="1938" y="8910"/>
                    <a:pt x="2020" y="8908"/>
                  </a:cubicBezTo>
                  <a:cubicBezTo>
                    <a:pt x="2090" y="8906"/>
                    <a:pt x="2154" y="8904"/>
                    <a:pt x="2221" y="8904"/>
                  </a:cubicBezTo>
                  <a:cubicBezTo>
                    <a:pt x="2339" y="8904"/>
                    <a:pt x="2498" y="8909"/>
                    <a:pt x="2681" y="8945"/>
                  </a:cubicBezTo>
                  <a:cubicBezTo>
                    <a:pt x="2761" y="8961"/>
                    <a:pt x="2825" y="8979"/>
                    <a:pt x="2875" y="8995"/>
                  </a:cubicBezTo>
                  <a:cubicBezTo>
                    <a:pt x="2981" y="8968"/>
                    <a:pt x="3087" y="8957"/>
                    <a:pt x="3213" y="8951"/>
                  </a:cubicBezTo>
                  <a:cubicBezTo>
                    <a:pt x="3241" y="8949"/>
                    <a:pt x="3246" y="8948"/>
                    <a:pt x="3275" y="8943"/>
                  </a:cubicBezTo>
                  <a:cubicBezTo>
                    <a:pt x="3336" y="8933"/>
                    <a:pt x="3439" y="8916"/>
                    <a:pt x="3584" y="8916"/>
                  </a:cubicBezTo>
                  <a:cubicBezTo>
                    <a:pt x="3604" y="8916"/>
                    <a:pt x="3624" y="8916"/>
                    <a:pt x="3645" y="8917"/>
                  </a:cubicBezTo>
                  <a:cubicBezTo>
                    <a:pt x="3623" y="8858"/>
                    <a:pt x="3607" y="8788"/>
                    <a:pt x="3605" y="8707"/>
                  </a:cubicBezTo>
                  <a:cubicBezTo>
                    <a:pt x="3602" y="8705"/>
                    <a:pt x="3599" y="8703"/>
                    <a:pt x="3597" y="8701"/>
                  </a:cubicBezTo>
                  <a:cubicBezTo>
                    <a:pt x="3549" y="8671"/>
                    <a:pt x="3468" y="8618"/>
                    <a:pt x="3418" y="8543"/>
                  </a:cubicBezTo>
                  <a:cubicBezTo>
                    <a:pt x="3052" y="8482"/>
                    <a:pt x="2817" y="8378"/>
                    <a:pt x="2720" y="8236"/>
                  </a:cubicBezTo>
                  <a:cubicBezTo>
                    <a:pt x="2649" y="8130"/>
                    <a:pt x="2666" y="8015"/>
                    <a:pt x="2767" y="7915"/>
                  </a:cubicBezTo>
                  <a:cubicBezTo>
                    <a:pt x="2773" y="7898"/>
                    <a:pt x="2778" y="7873"/>
                    <a:pt x="2781" y="7846"/>
                  </a:cubicBezTo>
                  <a:cubicBezTo>
                    <a:pt x="2589" y="7827"/>
                    <a:pt x="2367" y="7785"/>
                    <a:pt x="2204" y="7675"/>
                  </a:cubicBezTo>
                  <a:cubicBezTo>
                    <a:pt x="2013" y="7547"/>
                    <a:pt x="1959" y="7365"/>
                    <a:pt x="2060" y="7187"/>
                  </a:cubicBezTo>
                  <a:cubicBezTo>
                    <a:pt x="2155" y="7018"/>
                    <a:pt x="2369" y="6886"/>
                    <a:pt x="2636" y="6829"/>
                  </a:cubicBezTo>
                  <a:cubicBezTo>
                    <a:pt x="2713" y="6796"/>
                    <a:pt x="2901" y="6683"/>
                    <a:pt x="3108" y="6519"/>
                  </a:cubicBezTo>
                  <a:cubicBezTo>
                    <a:pt x="3215" y="6434"/>
                    <a:pt x="3439" y="6256"/>
                    <a:pt x="3870" y="6256"/>
                  </a:cubicBezTo>
                  <a:cubicBezTo>
                    <a:pt x="4115" y="6256"/>
                    <a:pt x="4310" y="6315"/>
                    <a:pt x="4483" y="6367"/>
                  </a:cubicBezTo>
                  <a:cubicBezTo>
                    <a:pt x="4581" y="6397"/>
                    <a:pt x="4662" y="6429"/>
                    <a:pt x="4726" y="6461"/>
                  </a:cubicBezTo>
                  <a:cubicBezTo>
                    <a:pt x="4826" y="6453"/>
                    <a:pt x="4937" y="6447"/>
                    <a:pt x="5056" y="6447"/>
                  </a:cubicBezTo>
                  <a:cubicBezTo>
                    <a:pt x="5183" y="6447"/>
                    <a:pt x="5223" y="6439"/>
                    <a:pt x="5223" y="6439"/>
                  </a:cubicBezTo>
                  <a:cubicBezTo>
                    <a:pt x="5231" y="6436"/>
                    <a:pt x="5258" y="6424"/>
                    <a:pt x="5277" y="6416"/>
                  </a:cubicBezTo>
                  <a:cubicBezTo>
                    <a:pt x="5283" y="6412"/>
                    <a:pt x="5294" y="6404"/>
                    <a:pt x="5302" y="6399"/>
                  </a:cubicBezTo>
                  <a:cubicBezTo>
                    <a:pt x="5359" y="6359"/>
                    <a:pt x="5456" y="6291"/>
                    <a:pt x="5623" y="6238"/>
                  </a:cubicBezTo>
                  <a:cubicBezTo>
                    <a:pt x="5649" y="6169"/>
                    <a:pt x="5700" y="6085"/>
                    <a:pt x="5808" y="5996"/>
                  </a:cubicBezTo>
                  <a:cubicBezTo>
                    <a:pt x="6081" y="5772"/>
                    <a:pt x="6459" y="5724"/>
                    <a:pt x="6685" y="5695"/>
                  </a:cubicBezTo>
                  <a:cubicBezTo>
                    <a:pt x="6719" y="5691"/>
                    <a:pt x="6753" y="5687"/>
                    <a:pt x="6781" y="5683"/>
                  </a:cubicBezTo>
                  <a:cubicBezTo>
                    <a:pt x="6819" y="5628"/>
                    <a:pt x="6881" y="5545"/>
                    <a:pt x="7017" y="5458"/>
                  </a:cubicBezTo>
                  <a:cubicBezTo>
                    <a:pt x="7037" y="5382"/>
                    <a:pt x="7083" y="5202"/>
                    <a:pt x="7466" y="5067"/>
                  </a:cubicBezTo>
                  <a:cubicBezTo>
                    <a:pt x="7617" y="5013"/>
                    <a:pt x="7754" y="4981"/>
                    <a:pt x="7893" y="4967"/>
                  </a:cubicBezTo>
                  <a:cubicBezTo>
                    <a:pt x="7951" y="4768"/>
                    <a:pt x="8265" y="4610"/>
                    <a:pt x="8714" y="4427"/>
                  </a:cubicBezTo>
                  <a:cubicBezTo>
                    <a:pt x="8714" y="4419"/>
                    <a:pt x="8715" y="4412"/>
                    <a:pt x="8717" y="4404"/>
                  </a:cubicBezTo>
                  <a:cubicBezTo>
                    <a:pt x="8696" y="4366"/>
                    <a:pt x="8686" y="4333"/>
                    <a:pt x="8679" y="4309"/>
                  </a:cubicBezTo>
                  <a:cubicBezTo>
                    <a:pt x="8647" y="4198"/>
                    <a:pt x="8565" y="3917"/>
                    <a:pt x="9080" y="3759"/>
                  </a:cubicBezTo>
                  <a:cubicBezTo>
                    <a:pt x="9022" y="3720"/>
                    <a:pt x="8984" y="3681"/>
                    <a:pt x="8959" y="3649"/>
                  </a:cubicBezTo>
                  <a:cubicBezTo>
                    <a:pt x="8765" y="3610"/>
                    <a:pt x="8556" y="3560"/>
                    <a:pt x="8220" y="3436"/>
                  </a:cubicBezTo>
                  <a:cubicBezTo>
                    <a:pt x="7588" y="3204"/>
                    <a:pt x="7727" y="2876"/>
                    <a:pt x="7779" y="2752"/>
                  </a:cubicBezTo>
                  <a:lnTo>
                    <a:pt x="7784" y="2741"/>
                  </a:lnTo>
                  <a:cubicBezTo>
                    <a:pt x="7793" y="2718"/>
                    <a:pt x="7791" y="2684"/>
                    <a:pt x="7788" y="2641"/>
                  </a:cubicBezTo>
                  <a:cubicBezTo>
                    <a:pt x="7786" y="2604"/>
                    <a:pt x="7783" y="2561"/>
                    <a:pt x="7788" y="2512"/>
                  </a:cubicBezTo>
                  <a:cubicBezTo>
                    <a:pt x="7731" y="2463"/>
                    <a:pt x="7650" y="2386"/>
                    <a:pt x="7600" y="2272"/>
                  </a:cubicBezTo>
                  <a:cubicBezTo>
                    <a:pt x="7577" y="2217"/>
                    <a:pt x="7504" y="2052"/>
                    <a:pt x="7704" y="1907"/>
                  </a:cubicBezTo>
                  <a:cubicBezTo>
                    <a:pt x="7829" y="1816"/>
                    <a:pt x="7992" y="1780"/>
                    <a:pt x="8119" y="1764"/>
                  </a:cubicBezTo>
                  <a:cubicBezTo>
                    <a:pt x="8070" y="1733"/>
                    <a:pt x="8034" y="1698"/>
                    <a:pt x="8009" y="1660"/>
                  </a:cubicBezTo>
                  <a:cubicBezTo>
                    <a:pt x="7793" y="1626"/>
                    <a:pt x="7652" y="1553"/>
                    <a:pt x="7558" y="1481"/>
                  </a:cubicBezTo>
                  <a:cubicBezTo>
                    <a:pt x="7541" y="1481"/>
                    <a:pt x="7525" y="1481"/>
                    <a:pt x="7508" y="1481"/>
                  </a:cubicBezTo>
                  <a:cubicBezTo>
                    <a:pt x="7013" y="1481"/>
                    <a:pt x="6825" y="1284"/>
                    <a:pt x="6763" y="1218"/>
                  </a:cubicBezTo>
                  <a:cubicBezTo>
                    <a:pt x="6756" y="1211"/>
                    <a:pt x="6749" y="1203"/>
                    <a:pt x="6740" y="1195"/>
                  </a:cubicBezTo>
                  <a:cubicBezTo>
                    <a:pt x="6700" y="1158"/>
                    <a:pt x="6366" y="821"/>
                    <a:pt x="7121" y="580"/>
                  </a:cubicBezTo>
                  <a:cubicBezTo>
                    <a:pt x="7145" y="572"/>
                    <a:pt x="7229" y="536"/>
                    <a:pt x="7279" y="515"/>
                  </a:cubicBezTo>
                  <a:cubicBezTo>
                    <a:pt x="7353" y="483"/>
                    <a:pt x="7414" y="457"/>
                    <a:pt x="7470" y="436"/>
                  </a:cubicBezTo>
                  <a:cubicBezTo>
                    <a:pt x="7522" y="388"/>
                    <a:pt x="7611" y="324"/>
                    <a:pt x="7768" y="274"/>
                  </a:cubicBezTo>
                  <a:cubicBezTo>
                    <a:pt x="7887" y="236"/>
                    <a:pt x="8027" y="217"/>
                    <a:pt x="8184" y="217"/>
                  </a:cubicBezTo>
                  <a:cubicBezTo>
                    <a:pt x="8238" y="217"/>
                    <a:pt x="8292" y="219"/>
                    <a:pt x="8346" y="223"/>
                  </a:cubicBezTo>
                  <a:cubicBezTo>
                    <a:pt x="8454" y="174"/>
                    <a:pt x="8603" y="141"/>
                    <a:pt x="8797" y="141"/>
                  </a:cubicBezTo>
                  <a:cubicBezTo>
                    <a:pt x="8928" y="141"/>
                    <a:pt x="9066" y="156"/>
                    <a:pt x="9196" y="182"/>
                  </a:cubicBezTo>
                  <a:cubicBezTo>
                    <a:pt x="9197" y="182"/>
                    <a:pt x="9199" y="181"/>
                    <a:pt x="9200" y="181"/>
                  </a:cubicBezTo>
                  <a:cubicBezTo>
                    <a:pt x="9265" y="159"/>
                    <a:pt x="9341" y="133"/>
                    <a:pt x="9431" y="104"/>
                  </a:cubicBezTo>
                  <a:cubicBezTo>
                    <a:pt x="9625" y="41"/>
                    <a:pt x="9794" y="0"/>
                    <a:pt x="99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7E00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25A305">
                    <a:alpha val="100000"/>
                  </a:srgbClr>
                </a:gs>
              </a:gsLst>
              <a:lin ang="5400000" scaled="1"/>
            </a:gradFill>
            <a:ln w="15725" cap="rnd" cmpd="sng">
              <a:noFill/>
              <a:prstDash val="solid"/>
              <a:round/>
            </a:ln>
            <a:effectLst>
              <a:outerShdw algn="t" blurRad="50800" dir="5400000" dist="50800" rotWithShape="0" sx="100000" sy="100000">
                <a:srgbClr val="000000">
                  <a:alpha val="79607"/>
                </a:srgbClr>
              </a:outerShdw>
            </a:effectLst>
          </p:spPr>
        </p:sp>
        <p:sp useBgFill="1">
          <p:nvSpPr>
            <p:cNvPr id="1049067" name="曲线"/>
            <p:cNvSpPr/>
            <p:nvPr/>
          </p:nvSpPr>
          <p:spPr>
            <a:xfrm rot="0">
              <a:off x="790480" y="1100920"/>
              <a:ext cx="2171348" cy="40891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620" y="1"/>
                  </a:moveTo>
                  <a:cubicBezTo>
                    <a:pt x="9753" y="-13"/>
                    <a:pt x="9669" y="83"/>
                    <a:pt x="9758" y="158"/>
                  </a:cubicBezTo>
                  <a:cubicBezTo>
                    <a:pt x="9877" y="259"/>
                    <a:pt x="10116" y="133"/>
                    <a:pt x="10282" y="58"/>
                  </a:cubicBezTo>
                  <a:cubicBezTo>
                    <a:pt x="10449" y="-16"/>
                    <a:pt x="10496" y="83"/>
                    <a:pt x="10473" y="184"/>
                  </a:cubicBezTo>
                  <a:cubicBezTo>
                    <a:pt x="10449" y="285"/>
                    <a:pt x="10759" y="285"/>
                    <a:pt x="10830" y="424"/>
                  </a:cubicBezTo>
                  <a:cubicBezTo>
                    <a:pt x="10902" y="563"/>
                    <a:pt x="11259" y="563"/>
                    <a:pt x="11450" y="576"/>
                  </a:cubicBezTo>
                  <a:cubicBezTo>
                    <a:pt x="11640" y="589"/>
                    <a:pt x="11831" y="778"/>
                    <a:pt x="12022" y="804"/>
                  </a:cubicBezTo>
                  <a:cubicBezTo>
                    <a:pt x="12212" y="829"/>
                    <a:pt x="12140" y="918"/>
                    <a:pt x="12140" y="1006"/>
                  </a:cubicBezTo>
                  <a:cubicBezTo>
                    <a:pt x="12140" y="1095"/>
                    <a:pt x="12545" y="1082"/>
                    <a:pt x="12736" y="1095"/>
                  </a:cubicBezTo>
                  <a:cubicBezTo>
                    <a:pt x="12927" y="1107"/>
                    <a:pt x="12870" y="1233"/>
                    <a:pt x="12879" y="1310"/>
                  </a:cubicBezTo>
                  <a:lnTo>
                    <a:pt x="12882" y="1309"/>
                  </a:lnTo>
                  <a:cubicBezTo>
                    <a:pt x="12887" y="1360"/>
                    <a:pt x="13811" y="1182"/>
                    <a:pt x="13882" y="1132"/>
                  </a:cubicBezTo>
                  <a:cubicBezTo>
                    <a:pt x="13954" y="1081"/>
                    <a:pt x="14216" y="1056"/>
                    <a:pt x="14407" y="1043"/>
                  </a:cubicBezTo>
                  <a:cubicBezTo>
                    <a:pt x="14597" y="1031"/>
                    <a:pt x="14574" y="904"/>
                    <a:pt x="14836" y="879"/>
                  </a:cubicBezTo>
                  <a:cubicBezTo>
                    <a:pt x="15097" y="854"/>
                    <a:pt x="15265" y="765"/>
                    <a:pt x="15383" y="955"/>
                  </a:cubicBezTo>
                  <a:cubicBezTo>
                    <a:pt x="15503" y="1145"/>
                    <a:pt x="16027" y="1031"/>
                    <a:pt x="16051" y="1069"/>
                  </a:cubicBezTo>
                  <a:cubicBezTo>
                    <a:pt x="16074" y="1107"/>
                    <a:pt x="16479" y="1271"/>
                    <a:pt x="16456" y="1372"/>
                  </a:cubicBezTo>
                  <a:cubicBezTo>
                    <a:pt x="16432" y="1474"/>
                    <a:pt x="16217" y="1664"/>
                    <a:pt x="16194" y="1777"/>
                  </a:cubicBezTo>
                  <a:cubicBezTo>
                    <a:pt x="16170" y="1891"/>
                    <a:pt x="15788" y="1967"/>
                    <a:pt x="15669" y="2081"/>
                  </a:cubicBezTo>
                  <a:cubicBezTo>
                    <a:pt x="15550" y="2195"/>
                    <a:pt x="15455" y="2069"/>
                    <a:pt x="15383" y="2233"/>
                  </a:cubicBezTo>
                  <a:cubicBezTo>
                    <a:pt x="15312" y="2397"/>
                    <a:pt x="14740" y="2359"/>
                    <a:pt x="14597" y="2372"/>
                  </a:cubicBezTo>
                  <a:cubicBezTo>
                    <a:pt x="14454" y="2384"/>
                    <a:pt x="14740" y="2612"/>
                    <a:pt x="14740" y="2663"/>
                  </a:cubicBezTo>
                  <a:cubicBezTo>
                    <a:pt x="14740" y="2713"/>
                    <a:pt x="14574" y="2815"/>
                    <a:pt x="14645" y="2891"/>
                  </a:cubicBezTo>
                  <a:cubicBezTo>
                    <a:pt x="14717" y="2967"/>
                    <a:pt x="15098" y="2878"/>
                    <a:pt x="15122" y="3017"/>
                  </a:cubicBezTo>
                  <a:cubicBezTo>
                    <a:pt x="15145" y="3156"/>
                    <a:pt x="15312" y="3207"/>
                    <a:pt x="15383" y="3257"/>
                  </a:cubicBezTo>
                  <a:cubicBezTo>
                    <a:pt x="15455" y="3308"/>
                    <a:pt x="15312" y="3434"/>
                    <a:pt x="15050" y="3447"/>
                  </a:cubicBezTo>
                  <a:cubicBezTo>
                    <a:pt x="14787" y="3460"/>
                    <a:pt x="14692" y="3599"/>
                    <a:pt x="14430" y="3548"/>
                  </a:cubicBezTo>
                  <a:cubicBezTo>
                    <a:pt x="14168" y="3498"/>
                    <a:pt x="14215" y="3333"/>
                    <a:pt x="14049" y="3346"/>
                  </a:cubicBezTo>
                  <a:cubicBezTo>
                    <a:pt x="13882" y="3359"/>
                    <a:pt x="13882" y="3485"/>
                    <a:pt x="13882" y="3574"/>
                  </a:cubicBezTo>
                  <a:cubicBezTo>
                    <a:pt x="13882" y="3662"/>
                    <a:pt x="14121" y="3751"/>
                    <a:pt x="14240" y="3966"/>
                  </a:cubicBezTo>
                  <a:cubicBezTo>
                    <a:pt x="14358" y="4181"/>
                    <a:pt x="14240" y="4181"/>
                    <a:pt x="14192" y="4295"/>
                  </a:cubicBezTo>
                  <a:cubicBezTo>
                    <a:pt x="14144" y="4408"/>
                    <a:pt x="14501" y="4282"/>
                    <a:pt x="14644" y="4282"/>
                  </a:cubicBezTo>
                  <a:cubicBezTo>
                    <a:pt x="14787" y="4282"/>
                    <a:pt x="14835" y="4434"/>
                    <a:pt x="14906" y="4510"/>
                  </a:cubicBezTo>
                  <a:cubicBezTo>
                    <a:pt x="14977" y="4586"/>
                    <a:pt x="15049" y="4586"/>
                    <a:pt x="15311" y="4598"/>
                  </a:cubicBezTo>
                  <a:cubicBezTo>
                    <a:pt x="15573" y="4611"/>
                    <a:pt x="15978" y="4738"/>
                    <a:pt x="15978" y="4826"/>
                  </a:cubicBezTo>
                  <a:cubicBezTo>
                    <a:pt x="15978" y="4914"/>
                    <a:pt x="16193" y="4965"/>
                    <a:pt x="16455" y="4990"/>
                  </a:cubicBezTo>
                  <a:cubicBezTo>
                    <a:pt x="16717" y="5016"/>
                    <a:pt x="16813" y="5066"/>
                    <a:pt x="16789" y="5167"/>
                  </a:cubicBezTo>
                  <a:cubicBezTo>
                    <a:pt x="16765" y="5269"/>
                    <a:pt x="16288" y="5471"/>
                    <a:pt x="16098" y="5598"/>
                  </a:cubicBezTo>
                  <a:cubicBezTo>
                    <a:pt x="15907" y="5724"/>
                    <a:pt x="15978" y="5851"/>
                    <a:pt x="15764" y="5977"/>
                  </a:cubicBezTo>
                  <a:cubicBezTo>
                    <a:pt x="15549" y="6104"/>
                    <a:pt x="15621" y="6180"/>
                    <a:pt x="16121" y="6319"/>
                  </a:cubicBezTo>
                  <a:cubicBezTo>
                    <a:pt x="16621" y="6458"/>
                    <a:pt x="16550" y="6420"/>
                    <a:pt x="16860" y="6509"/>
                  </a:cubicBezTo>
                  <a:cubicBezTo>
                    <a:pt x="17169" y="6597"/>
                    <a:pt x="17122" y="6723"/>
                    <a:pt x="17360" y="6825"/>
                  </a:cubicBezTo>
                  <a:cubicBezTo>
                    <a:pt x="17598" y="6926"/>
                    <a:pt x="18051" y="6926"/>
                    <a:pt x="18432" y="6964"/>
                  </a:cubicBezTo>
                  <a:cubicBezTo>
                    <a:pt x="18813" y="7002"/>
                    <a:pt x="18766" y="7014"/>
                    <a:pt x="18932" y="7065"/>
                  </a:cubicBezTo>
                  <a:cubicBezTo>
                    <a:pt x="19099" y="7116"/>
                    <a:pt x="19146" y="7242"/>
                    <a:pt x="19528" y="7255"/>
                  </a:cubicBezTo>
                  <a:cubicBezTo>
                    <a:pt x="19908" y="7267"/>
                    <a:pt x="20051" y="7204"/>
                    <a:pt x="20480" y="7192"/>
                  </a:cubicBezTo>
                  <a:cubicBezTo>
                    <a:pt x="20909" y="7179"/>
                    <a:pt x="20814" y="7255"/>
                    <a:pt x="21219" y="7318"/>
                  </a:cubicBezTo>
                  <a:cubicBezTo>
                    <a:pt x="21624" y="7382"/>
                    <a:pt x="21362" y="7369"/>
                    <a:pt x="21385" y="7521"/>
                  </a:cubicBezTo>
                  <a:cubicBezTo>
                    <a:pt x="21391" y="7559"/>
                    <a:pt x="21418" y="7584"/>
                    <a:pt x="21460" y="7602"/>
                  </a:cubicBezTo>
                  <a:lnTo>
                    <a:pt x="21600" y="7633"/>
                  </a:lnTo>
                  <a:lnTo>
                    <a:pt x="21600" y="13241"/>
                  </a:lnTo>
                  <a:lnTo>
                    <a:pt x="21479" y="13264"/>
                  </a:lnTo>
                  <a:cubicBezTo>
                    <a:pt x="21313" y="13289"/>
                    <a:pt x="20789" y="13757"/>
                    <a:pt x="20574" y="13896"/>
                  </a:cubicBezTo>
                  <a:cubicBezTo>
                    <a:pt x="20360" y="14035"/>
                    <a:pt x="20194" y="14035"/>
                    <a:pt x="19955" y="14086"/>
                  </a:cubicBezTo>
                  <a:cubicBezTo>
                    <a:pt x="19717" y="14136"/>
                    <a:pt x="19479" y="14427"/>
                    <a:pt x="19240" y="14554"/>
                  </a:cubicBezTo>
                  <a:cubicBezTo>
                    <a:pt x="19002" y="14680"/>
                    <a:pt x="18859" y="14705"/>
                    <a:pt x="18454" y="14807"/>
                  </a:cubicBezTo>
                  <a:cubicBezTo>
                    <a:pt x="18049" y="14908"/>
                    <a:pt x="18097" y="15072"/>
                    <a:pt x="18121" y="15249"/>
                  </a:cubicBezTo>
                  <a:cubicBezTo>
                    <a:pt x="18144" y="15427"/>
                    <a:pt x="16977" y="15464"/>
                    <a:pt x="16715" y="15515"/>
                  </a:cubicBezTo>
                  <a:cubicBezTo>
                    <a:pt x="16453" y="15566"/>
                    <a:pt x="16453" y="15882"/>
                    <a:pt x="16310" y="15958"/>
                  </a:cubicBezTo>
                  <a:cubicBezTo>
                    <a:pt x="16167" y="16034"/>
                    <a:pt x="16334" y="15857"/>
                    <a:pt x="15572" y="15882"/>
                  </a:cubicBezTo>
                  <a:cubicBezTo>
                    <a:pt x="14810" y="15907"/>
                    <a:pt x="15167" y="17084"/>
                    <a:pt x="15262" y="17248"/>
                  </a:cubicBezTo>
                  <a:cubicBezTo>
                    <a:pt x="15357" y="17413"/>
                    <a:pt x="15286" y="17994"/>
                    <a:pt x="14976" y="18247"/>
                  </a:cubicBezTo>
                  <a:cubicBezTo>
                    <a:pt x="14667" y="18501"/>
                    <a:pt x="14524" y="18842"/>
                    <a:pt x="14581" y="18956"/>
                  </a:cubicBezTo>
                  <a:cubicBezTo>
                    <a:pt x="14638" y="19070"/>
                    <a:pt x="14548" y="19462"/>
                    <a:pt x="14571" y="19626"/>
                  </a:cubicBezTo>
                  <a:cubicBezTo>
                    <a:pt x="14595" y="19791"/>
                    <a:pt x="14619" y="19841"/>
                    <a:pt x="14047" y="19841"/>
                  </a:cubicBezTo>
                  <a:cubicBezTo>
                    <a:pt x="13475" y="19841"/>
                    <a:pt x="13832" y="20056"/>
                    <a:pt x="13666" y="20132"/>
                  </a:cubicBezTo>
                  <a:cubicBezTo>
                    <a:pt x="13499" y="20208"/>
                    <a:pt x="13333" y="20347"/>
                    <a:pt x="13356" y="20524"/>
                  </a:cubicBezTo>
                  <a:cubicBezTo>
                    <a:pt x="13380" y="20702"/>
                    <a:pt x="12737" y="20790"/>
                    <a:pt x="12379" y="20853"/>
                  </a:cubicBezTo>
                  <a:cubicBezTo>
                    <a:pt x="12022" y="20916"/>
                    <a:pt x="12165" y="21245"/>
                    <a:pt x="12070" y="21334"/>
                  </a:cubicBezTo>
                  <a:cubicBezTo>
                    <a:pt x="11975" y="21422"/>
                    <a:pt x="11237" y="21600"/>
                    <a:pt x="11117" y="21600"/>
                  </a:cubicBezTo>
                  <a:cubicBezTo>
                    <a:pt x="10998" y="21600"/>
                    <a:pt x="9616" y="20967"/>
                    <a:pt x="9616" y="20562"/>
                  </a:cubicBezTo>
                  <a:cubicBezTo>
                    <a:pt x="9616" y="20158"/>
                    <a:pt x="9258" y="19753"/>
                    <a:pt x="9187" y="19563"/>
                  </a:cubicBezTo>
                  <a:cubicBezTo>
                    <a:pt x="9115" y="19373"/>
                    <a:pt x="8496" y="18867"/>
                    <a:pt x="8329" y="18753"/>
                  </a:cubicBezTo>
                  <a:cubicBezTo>
                    <a:pt x="8162" y="18640"/>
                    <a:pt x="7567" y="17906"/>
                    <a:pt x="7614" y="17678"/>
                  </a:cubicBezTo>
                  <a:cubicBezTo>
                    <a:pt x="7662" y="17450"/>
                    <a:pt x="7519" y="17286"/>
                    <a:pt x="7424" y="17198"/>
                  </a:cubicBezTo>
                  <a:cubicBezTo>
                    <a:pt x="7328" y="17109"/>
                    <a:pt x="7233" y="16843"/>
                    <a:pt x="7138" y="16755"/>
                  </a:cubicBezTo>
                  <a:cubicBezTo>
                    <a:pt x="7043" y="16666"/>
                    <a:pt x="6757" y="16603"/>
                    <a:pt x="6971" y="16527"/>
                  </a:cubicBezTo>
                  <a:cubicBezTo>
                    <a:pt x="7185" y="16451"/>
                    <a:pt x="7113" y="16147"/>
                    <a:pt x="7042" y="16021"/>
                  </a:cubicBezTo>
                  <a:cubicBezTo>
                    <a:pt x="6971" y="15894"/>
                    <a:pt x="6531" y="15922"/>
                    <a:pt x="6233" y="15793"/>
                  </a:cubicBezTo>
                  <a:cubicBezTo>
                    <a:pt x="5934" y="15665"/>
                    <a:pt x="5852" y="15022"/>
                    <a:pt x="5875" y="14819"/>
                  </a:cubicBezTo>
                  <a:cubicBezTo>
                    <a:pt x="5899" y="14617"/>
                    <a:pt x="5518" y="13769"/>
                    <a:pt x="5494" y="13693"/>
                  </a:cubicBezTo>
                  <a:cubicBezTo>
                    <a:pt x="5471" y="13618"/>
                    <a:pt x="5661" y="13618"/>
                    <a:pt x="5589" y="13339"/>
                  </a:cubicBezTo>
                  <a:cubicBezTo>
                    <a:pt x="5518" y="13061"/>
                    <a:pt x="5471" y="12959"/>
                    <a:pt x="5423" y="12795"/>
                  </a:cubicBezTo>
                  <a:cubicBezTo>
                    <a:pt x="5375" y="12631"/>
                    <a:pt x="5566" y="12542"/>
                    <a:pt x="5757" y="12530"/>
                  </a:cubicBezTo>
                  <a:cubicBezTo>
                    <a:pt x="5947" y="12517"/>
                    <a:pt x="6161" y="12631"/>
                    <a:pt x="6209" y="12530"/>
                  </a:cubicBezTo>
                  <a:cubicBezTo>
                    <a:pt x="6257" y="12428"/>
                    <a:pt x="5947" y="12428"/>
                    <a:pt x="5804" y="12340"/>
                  </a:cubicBezTo>
                  <a:cubicBezTo>
                    <a:pt x="5661" y="12251"/>
                    <a:pt x="5589" y="12264"/>
                    <a:pt x="5828" y="12163"/>
                  </a:cubicBezTo>
                  <a:cubicBezTo>
                    <a:pt x="6066" y="12062"/>
                    <a:pt x="5852" y="11935"/>
                    <a:pt x="5566" y="11796"/>
                  </a:cubicBezTo>
                  <a:cubicBezTo>
                    <a:pt x="5280" y="11657"/>
                    <a:pt x="5399" y="11619"/>
                    <a:pt x="5614" y="11505"/>
                  </a:cubicBezTo>
                  <a:cubicBezTo>
                    <a:pt x="5828" y="11391"/>
                    <a:pt x="5685" y="11417"/>
                    <a:pt x="5495" y="11391"/>
                  </a:cubicBezTo>
                  <a:cubicBezTo>
                    <a:pt x="5304" y="11366"/>
                    <a:pt x="5424" y="11315"/>
                    <a:pt x="5447" y="11138"/>
                  </a:cubicBezTo>
                  <a:cubicBezTo>
                    <a:pt x="5471" y="10961"/>
                    <a:pt x="5614" y="11024"/>
                    <a:pt x="5685" y="10949"/>
                  </a:cubicBezTo>
                  <a:cubicBezTo>
                    <a:pt x="5757" y="10873"/>
                    <a:pt x="5399" y="10910"/>
                    <a:pt x="5233" y="10828"/>
                  </a:cubicBezTo>
                  <a:cubicBezTo>
                    <a:pt x="5066" y="10745"/>
                    <a:pt x="5138" y="10973"/>
                    <a:pt x="5138" y="11024"/>
                  </a:cubicBezTo>
                  <a:cubicBezTo>
                    <a:pt x="5138" y="11075"/>
                    <a:pt x="4923" y="11075"/>
                    <a:pt x="4804" y="11176"/>
                  </a:cubicBezTo>
                  <a:cubicBezTo>
                    <a:pt x="4684" y="11277"/>
                    <a:pt x="4923" y="11277"/>
                    <a:pt x="4970" y="11340"/>
                  </a:cubicBezTo>
                  <a:cubicBezTo>
                    <a:pt x="5018" y="11403"/>
                    <a:pt x="5066" y="11429"/>
                    <a:pt x="4899" y="11530"/>
                  </a:cubicBezTo>
                  <a:cubicBezTo>
                    <a:pt x="4733" y="11631"/>
                    <a:pt x="4637" y="11758"/>
                    <a:pt x="4399" y="11796"/>
                  </a:cubicBezTo>
                  <a:cubicBezTo>
                    <a:pt x="4161" y="11833"/>
                    <a:pt x="3375" y="12011"/>
                    <a:pt x="3018" y="12036"/>
                  </a:cubicBezTo>
                  <a:cubicBezTo>
                    <a:pt x="2660" y="12061"/>
                    <a:pt x="1993" y="11695"/>
                    <a:pt x="1802" y="11530"/>
                  </a:cubicBezTo>
                  <a:cubicBezTo>
                    <a:pt x="1612" y="11366"/>
                    <a:pt x="1231" y="11100"/>
                    <a:pt x="945" y="10961"/>
                  </a:cubicBezTo>
                  <a:cubicBezTo>
                    <a:pt x="659" y="10822"/>
                    <a:pt x="683" y="10720"/>
                    <a:pt x="707" y="10632"/>
                  </a:cubicBezTo>
                  <a:cubicBezTo>
                    <a:pt x="730" y="10544"/>
                    <a:pt x="1040" y="10581"/>
                    <a:pt x="1112" y="10683"/>
                  </a:cubicBezTo>
                  <a:cubicBezTo>
                    <a:pt x="1183" y="10784"/>
                    <a:pt x="1374" y="10708"/>
                    <a:pt x="1588" y="10683"/>
                  </a:cubicBezTo>
                  <a:cubicBezTo>
                    <a:pt x="1802" y="10658"/>
                    <a:pt x="2732" y="10405"/>
                    <a:pt x="2636" y="10278"/>
                  </a:cubicBezTo>
                  <a:cubicBezTo>
                    <a:pt x="2541" y="10151"/>
                    <a:pt x="1969" y="10379"/>
                    <a:pt x="1659" y="10417"/>
                  </a:cubicBezTo>
                  <a:cubicBezTo>
                    <a:pt x="1350" y="10455"/>
                    <a:pt x="1088" y="10240"/>
                    <a:pt x="754" y="10139"/>
                  </a:cubicBezTo>
                  <a:cubicBezTo>
                    <a:pt x="421" y="10037"/>
                    <a:pt x="350" y="9860"/>
                    <a:pt x="302" y="9759"/>
                  </a:cubicBezTo>
                  <a:cubicBezTo>
                    <a:pt x="254" y="9658"/>
                    <a:pt x="660" y="9582"/>
                    <a:pt x="636" y="9531"/>
                  </a:cubicBezTo>
                  <a:cubicBezTo>
                    <a:pt x="611" y="9481"/>
                    <a:pt x="254" y="9620"/>
                    <a:pt x="64" y="9658"/>
                  </a:cubicBezTo>
                  <a:cubicBezTo>
                    <a:pt x="-126" y="9696"/>
                    <a:pt x="159" y="9430"/>
                    <a:pt x="254" y="9354"/>
                  </a:cubicBezTo>
                  <a:cubicBezTo>
                    <a:pt x="350" y="9278"/>
                    <a:pt x="659" y="9417"/>
                    <a:pt x="850" y="9354"/>
                  </a:cubicBezTo>
                  <a:cubicBezTo>
                    <a:pt x="1040" y="9291"/>
                    <a:pt x="778" y="9190"/>
                    <a:pt x="1159" y="9190"/>
                  </a:cubicBezTo>
                  <a:cubicBezTo>
                    <a:pt x="1541" y="9190"/>
                    <a:pt x="1707" y="9165"/>
                    <a:pt x="1898" y="9203"/>
                  </a:cubicBezTo>
                  <a:cubicBezTo>
                    <a:pt x="2088" y="9241"/>
                    <a:pt x="2088" y="9304"/>
                    <a:pt x="2374" y="9280"/>
                  </a:cubicBezTo>
                  <a:cubicBezTo>
                    <a:pt x="2660" y="9257"/>
                    <a:pt x="2493" y="9241"/>
                    <a:pt x="2732" y="9228"/>
                  </a:cubicBezTo>
                  <a:cubicBezTo>
                    <a:pt x="2970" y="9215"/>
                    <a:pt x="2946" y="9178"/>
                    <a:pt x="3184" y="9203"/>
                  </a:cubicBezTo>
                  <a:cubicBezTo>
                    <a:pt x="3422" y="9228"/>
                    <a:pt x="3304" y="9291"/>
                    <a:pt x="3518" y="9279"/>
                  </a:cubicBezTo>
                  <a:cubicBezTo>
                    <a:pt x="3732" y="9266"/>
                    <a:pt x="3613" y="9178"/>
                    <a:pt x="3827" y="9140"/>
                  </a:cubicBezTo>
                  <a:cubicBezTo>
                    <a:pt x="4041" y="9102"/>
                    <a:pt x="3827" y="9038"/>
                    <a:pt x="3827" y="8988"/>
                  </a:cubicBezTo>
                  <a:cubicBezTo>
                    <a:pt x="3827" y="8937"/>
                    <a:pt x="3708" y="8824"/>
                    <a:pt x="3708" y="8634"/>
                  </a:cubicBezTo>
                  <a:cubicBezTo>
                    <a:pt x="3708" y="8444"/>
                    <a:pt x="3470" y="8419"/>
                    <a:pt x="3470" y="8330"/>
                  </a:cubicBezTo>
                  <a:cubicBezTo>
                    <a:pt x="3470" y="8241"/>
                    <a:pt x="3327" y="8190"/>
                    <a:pt x="3089" y="8153"/>
                  </a:cubicBezTo>
                  <a:cubicBezTo>
                    <a:pt x="2851" y="8115"/>
                    <a:pt x="2684" y="8051"/>
                    <a:pt x="2779" y="7975"/>
                  </a:cubicBezTo>
                  <a:cubicBezTo>
                    <a:pt x="2875" y="7900"/>
                    <a:pt x="2875" y="7621"/>
                    <a:pt x="2850" y="7507"/>
                  </a:cubicBezTo>
                  <a:cubicBezTo>
                    <a:pt x="2827" y="7394"/>
                    <a:pt x="2279" y="7470"/>
                    <a:pt x="2129" y="7368"/>
                  </a:cubicBezTo>
                  <a:cubicBezTo>
                    <a:pt x="1979" y="7267"/>
                    <a:pt x="2113" y="7052"/>
                    <a:pt x="2327" y="7014"/>
                  </a:cubicBezTo>
                  <a:cubicBezTo>
                    <a:pt x="2542" y="6976"/>
                    <a:pt x="2899" y="6723"/>
                    <a:pt x="3089" y="6571"/>
                  </a:cubicBezTo>
                  <a:cubicBezTo>
                    <a:pt x="3280" y="6419"/>
                    <a:pt x="3328" y="6419"/>
                    <a:pt x="3661" y="6521"/>
                  </a:cubicBezTo>
                  <a:cubicBezTo>
                    <a:pt x="3994" y="6622"/>
                    <a:pt x="3780" y="6660"/>
                    <a:pt x="3828" y="6698"/>
                  </a:cubicBezTo>
                  <a:cubicBezTo>
                    <a:pt x="3875" y="6736"/>
                    <a:pt x="4185" y="6647"/>
                    <a:pt x="4566" y="6647"/>
                  </a:cubicBezTo>
                  <a:cubicBezTo>
                    <a:pt x="4948" y="6647"/>
                    <a:pt x="5066" y="6597"/>
                    <a:pt x="5209" y="6533"/>
                  </a:cubicBezTo>
                  <a:cubicBezTo>
                    <a:pt x="5352" y="6470"/>
                    <a:pt x="5376" y="6382"/>
                    <a:pt x="5614" y="6356"/>
                  </a:cubicBezTo>
                  <a:cubicBezTo>
                    <a:pt x="5852" y="6331"/>
                    <a:pt x="5662" y="6204"/>
                    <a:pt x="5876" y="6027"/>
                  </a:cubicBezTo>
                  <a:cubicBezTo>
                    <a:pt x="6090" y="5850"/>
                    <a:pt x="6400" y="5888"/>
                    <a:pt x="6686" y="5812"/>
                  </a:cubicBezTo>
                  <a:cubicBezTo>
                    <a:pt x="6971" y="5736"/>
                    <a:pt x="6876" y="5623"/>
                    <a:pt x="7091" y="5496"/>
                  </a:cubicBezTo>
                  <a:cubicBezTo>
                    <a:pt x="7305" y="5370"/>
                    <a:pt x="7114" y="5268"/>
                    <a:pt x="7400" y="5167"/>
                  </a:cubicBezTo>
                  <a:cubicBezTo>
                    <a:pt x="7686" y="5066"/>
                    <a:pt x="7686" y="5142"/>
                    <a:pt x="7948" y="5104"/>
                  </a:cubicBezTo>
                  <a:cubicBezTo>
                    <a:pt x="8210" y="5066"/>
                    <a:pt x="8091" y="4952"/>
                    <a:pt x="8114" y="4838"/>
                  </a:cubicBezTo>
                  <a:cubicBezTo>
                    <a:pt x="8138" y="4725"/>
                    <a:pt x="8615" y="4535"/>
                    <a:pt x="8901" y="4421"/>
                  </a:cubicBezTo>
                  <a:cubicBezTo>
                    <a:pt x="9186" y="4307"/>
                    <a:pt x="8924" y="4358"/>
                    <a:pt x="8972" y="4219"/>
                  </a:cubicBezTo>
                  <a:cubicBezTo>
                    <a:pt x="9019" y="4079"/>
                    <a:pt x="8972" y="4219"/>
                    <a:pt x="8924" y="4054"/>
                  </a:cubicBezTo>
                  <a:cubicBezTo>
                    <a:pt x="8876" y="3890"/>
                    <a:pt x="8924" y="3852"/>
                    <a:pt x="9091" y="3814"/>
                  </a:cubicBezTo>
                  <a:cubicBezTo>
                    <a:pt x="9257" y="3776"/>
                    <a:pt x="9400" y="3700"/>
                    <a:pt x="9686" y="3650"/>
                  </a:cubicBezTo>
                  <a:cubicBezTo>
                    <a:pt x="9972" y="3599"/>
                    <a:pt x="9972" y="3548"/>
                    <a:pt x="10020" y="3460"/>
                  </a:cubicBezTo>
                  <a:cubicBezTo>
                    <a:pt x="10067" y="3371"/>
                    <a:pt x="9615" y="3384"/>
                    <a:pt x="9495" y="3384"/>
                  </a:cubicBezTo>
                  <a:cubicBezTo>
                    <a:pt x="9376" y="3384"/>
                    <a:pt x="9209" y="3371"/>
                    <a:pt x="9162" y="3283"/>
                  </a:cubicBezTo>
                  <a:cubicBezTo>
                    <a:pt x="9114" y="3194"/>
                    <a:pt x="9043" y="3156"/>
                    <a:pt x="8852" y="3118"/>
                  </a:cubicBezTo>
                  <a:cubicBezTo>
                    <a:pt x="8662" y="3081"/>
                    <a:pt x="8494" y="3042"/>
                    <a:pt x="8185" y="2929"/>
                  </a:cubicBezTo>
                  <a:cubicBezTo>
                    <a:pt x="7875" y="2815"/>
                    <a:pt x="7947" y="2676"/>
                    <a:pt x="7994" y="2562"/>
                  </a:cubicBezTo>
                  <a:cubicBezTo>
                    <a:pt x="8043" y="2448"/>
                    <a:pt x="7994" y="2347"/>
                    <a:pt x="8018" y="2233"/>
                  </a:cubicBezTo>
                  <a:cubicBezTo>
                    <a:pt x="8043" y="2119"/>
                    <a:pt x="7875" y="2094"/>
                    <a:pt x="7804" y="1929"/>
                  </a:cubicBezTo>
                  <a:cubicBezTo>
                    <a:pt x="7733" y="1765"/>
                    <a:pt x="7900" y="1828"/>
                    <a:pt x="8090" y="1790"/>
                  </a:cubicBezTo>
                  <a:cubicBezTo>
                    <a:pt x="8281" y="1752"/>
                    <a:pt x="8090" y="1727"/>
                    <a:pt x="8281" y="1689"/>
                  </a:cubicBezTo>
                  <a:cubicBezTo>
                    <a:pt x="8472" y="1651"/>
                    <a:pt x="8590" y="1600"/>
                    <a:pt x="8686" y="1486"/>
                  </a:cubicBezTo>
                  <a:cubicBezTo>
                    <a:pt x="8781" y="1372"/>
                    <a:pt x="8543" y="1360"/>
                    <a:pt x="8329" y="1309"/>
                  </a:cubicBezTo>
                  <a:cubicBezTo>
                    <a:pt x="8114" y="1259"/>
                    <a:pt x="8210" y="1233"/>
                    <a:pt x="8353" y="1145"/>
                  </a:cubicBezTo>
                  <a:cubicBezTo>
                    <a:pt x="8495" y="1056"/>
                    <a:pt x="8067" y="1056"/>
                    <a:pt x="7876" y="1056"/>
                  </a:cubicBezTo>
                  <a:cubicBezTo>
                    <a:pt x="7685" y="1056"/>
                    <a:pt x="7638" y="981"/>
                    <a:pt x="7567" y="892"/>
                  </a:cubicBezTo>
                  <a:cubicBezTo>
                    <a:pt x="7495" y="804"/>
                    <a:pt x="7519" y="804"/>
                    <a:pt x="7233" y="842"/>
                  </a:cubicBezTo>
                  <a:cubicBezTo>
                    <a:pt x="6947" y="880"/>
                    <a:pt x="6947" y="816"/>
                    <a:pt x="6852" y="728"/>
                  </a:cubicBezTo>
                  <a:cubicBezTo>
                    <a:pt x="6756" y="639"/>
                    <a:pt x="6899" y="588"/>
                    <a:pt x="7018" y="551"/>
                  </a:cubicBezTo>
                  <a:cubicBezTo>
                    <a:pt x="7138" y="513"/>
                    <a:pt x="7399" y="386"/>
                    <a:pt x="7495" y="361"/>
                  </a:cubicBezTo>
                  <a:cubicBezTo>
                    <a:pt x="7590" y="336"/>
                    <a:pt x="7567" y="272"/>
                    <a:pt x="7685" y="234"/>
                  </a:cubicBezTo>
                  <a:cubicBezTo>
                    <a:pt x="7804" y="196"/>
                    <a:pt x="8210" y="272"/>
                    <a:pt x="8356" y="272"/>
                  </a:cubicBezTo>
                  <a:cubicBezTo>
                    <a:pt x="8502" y="272"/>
                    <a:pt x="8472" y="209"/>
                    <a:pt x="8376" y="171"/>
                  </a:cubicBezTo>
                  <a:cubicBezTo>
                    <a:pt x="8281" y="133"/>
                    <a:pt x="8543" y="133"/>
                    <a:pt x="8710" y="196"/>
                  </a:cubicBezTo>
                  <a:cubicBezTo>
                    <a:pt x="8876" y="259"/>
                    <a:pt x="8972" y="196"/>
                    <a:pt x="9401" y="58"/>
                  </a:cubicBezTo>
                  <a:cubicBezTo>
                    <a:pt x="9508" y="23"/>
                    <a:pt x="9576" y="6"/>
                    <a:pt x="9620" y="1"/>
                  </a:cubicBezTo>
                  <a:close/>
                </a:path>
              </a:pathLst>
            </a:custGeom>
            <a:ln w="15725" cap="rnd" cmpd="sng">
              <a:noFill/>
              <a:prstDash val="solid"/>
              <a:round/>
            </a:ln>
          </p:spPr>
        </p:sp>
      </p:grpSp>
      <p:grpSp>
        <p:nvGrpSpPr>
          <p:cNvPr id="57" name="组合"/>
          <p:cNvGrpSpPr/>
          <p:nvPr/>
        </p:nvGrpSpPr>
        <p:grpSpPr>
          <a:xfrm>
            <a:off x="822992" y="1116583"/>
            <a:ext cx="2176909" cy="4073485"/>
            <a:chOff x="822992" y="1116583"/>
            <a:chExt cx="2176909" cy="4073485"/>
          </a:xfrm>
        </p:grpSpPr>
        <p:sp>
          <p:nvSpPr>
            <p:cNvPr id="1049068" name="曲线"/>
            <p:cNvSpPr/>
            <p:nvPr/>
          </p:nvSpPr>
          <p:spPr>
            <a:xfrm rot="0">
              <a:off x="2123388" y="1267417"/>
              <a:ext cx="165208" cy="7187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5970" y="12960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69" name="曲线"/>
            <p:cNvSpPr/>
            <p:nvPr/>
          </p:nvSpPr>
          <p:spPr>
            <a:xfrm rot="0">
              <a:off x="2245537" y="1267417"/>
              <a:ext cx="179582" cy="790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786"/>
                  </a:moveTo>
                  <a:lnTo>
                    <a:pt x="5179" y="0"/>
                  </a:lnTo>
                  <a:lnTo>
                    <a:pt x="21600" y="21600"/>
                  </a:lnTo>
                  <a:lnTo>
                    <a:pt x="0" y="1178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0" name="曲线"/>
            <p:cNvSpPr/>
            <p:nvPr/>
          </p:nvSpPr>
          <p:spPr>
            <a:xfrm rot="0">
              <a:off x="2245537" y="1310540"/>
              <a:ext cx="179582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4497"/>
                  </a:lnTo>
                  <a:lnTo>
                    <a:pt x="18142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1" name="曲线"/>
            <p:cNvSpPr/>
            <p:nvPr/>
          </p:nvSpPr>
          <p:spPr>
            <a:xfrm rot="0">
              <a:off x="2245537" y="1310540"/>
              <a:ext cx="150833" cy="258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398"/>
                  </a:lnTo>
                  <a:lnTo>
                    <a:pt x="205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2" name="曲线"/>
            <p:cNvSpPr/>
            <p:nvPr/>
          </p:nvSpPr>
          <p:spPr>
            <a:xfrm rot="0">
              <a:off x="2180885" y="1569214"/>
              <a:ext cx="143679" cy="17958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880" y="0"/>
                  </a:moveTo>
                  <a:lnTo>
                    <a:pt x="21600" y="20731"/>
                  </a:lnTo>
                  <a:lnTo>
                    <a:pt x="0" y="21600"/>
                  </a:lnTo>
                  <a:lnTo>
                    <a:pt x="1188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3" name="曲线"/>
            <p:cNvSpPr/>
            <p:nvPr/>
          </p:nvSpPr>
          <p:spPr>
            <a:xfrm rot="0">
              <a:off x="2180885" y="1741577"/>
              <a:ext cx="143679" cy="19402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03"/>
                  </a:moveTo>
                  <a:lnTo>
                    <a:pt x="21600" y="0"/>
                  </a:lnTo>
                  <a:lnTo>
                    <a:pt x="7558" y="21600"/>
                  </a:lnTo>
                  <a:lnTo>
                    <a:pt x="0" y="80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4" name="曲线"/>
            <p:cNvSpPr/>
            <p:nvPr/>
          </p:nvSpPr>
          <p:spPr>
            <a:xfrm rot="0">
              <a:off x="2231163" y="1741577"/>
              <a:ext cx="129304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5765"/>
                  </a:moveTo>
                  <a:lnTo>
                    <a:pt x="15602" y="0"/>
                  </a:lnTo>
                  <a:lnTo>
                    <a:pt x="21600" y="21600"/>
                  </a:lnTo>
                  <a:lnTo>
                    <a:pt x="0" y="1576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5" name="曲线"/>
            <p:cNvSpPr/>
            <p:nvPr/>
          </p:nvSpPr>
          <p:spPr>
            <a:xfrm rot="0">
              <a:off x="2484469" y="3896190"/>
              <a:ext cx="190188" cy="14514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351" y="13271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4351" y="132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6" name="曲线"/>
            <p:cNvSpPr/>
            <p:nvPr/>
          </p:nvSpPr>
          <p:spPr>
            <a:xfrm rot="0">
              <a:off x="2360468" y="4047791"/>
              <a:ext cx="129304" cy="718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800" y="21600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080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7" name="曲线"/>
            <p:cNvSpPr/>
            <p:nvPr/>
          </p:nvSpPr>
          <p:spPr>
            <a:xfrm rot="0">
              <a:off x="2267067" y="4478828"/>
              <a:ext cx="79025" cy="3592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73" y="8639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973" y="863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8" name="曲线"/>
            <p:cNvSpPr/>
            <p:nvPr/>
          </p:nvSpPr>
          <p:spPr>
            <a:xfrm rot="0">
              <a:off x="2130542" y="4838058"/>
              <a:ext cx="136524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822" y="6298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6822" y="629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79" name="曲线"/>
            <p:cNvSpPr/>
            <p:nvPr/>
          </p:nvSpPr>
          <p:spPr>
            <a:xfrm rot="0">
              <a:off x="1656383" y="4687224"/>
              <a:ext cx="136524" cy="38075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503" y="10187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12503" y="1018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0" name="曲线"/>
            <p:cNvSpPr/>
            <p:nvPr/>
          </p:nvSpPr>
          <p:spPr>
            <a:xfrm rot="0">
              <a:off x="1397772" y="4054946"/>
              <a:ext cx="107775" cy="20839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7449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21600" y="744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1" name="曲线"/>
            <p:cNvSpPr/>
            <p:nvPr/>
          </p:nvSpPr>
          <p:spPr>
            <a:xfrm rot="0">
              <a:off x="1397772" y="4054946"/>
              <a:ext cx="179582" cy="4238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963" y="10619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12963" y="1061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2" name="曲线"/>
            <p:cNvSpPr/>
            <p:nvPr/>
          </p:nvSpPr>
          <p:spPr>
            <a:xfrm rot="0">
              <a:off x="1289997" y="3121000"/>
              <a:ext cx="71870" cy="1508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0" y="0"/>
                  </a:moveTo>
                  <a:lnTo>
                    <a:pt x="21600" y="21600"/>
                  </a:lnTo>
                  <a:lnTo>
                    <a:pt x="0" y="18509"/>
                  </a:lnTo>
                  <a:lnTo>
                    <a:pt x="1943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3" name="曲线"/>
            <p:cNvSpPr/>
            <p:nvPr/>
          </p:nvSpPr>
          <p:spPr>
            <a:xfrm rot="0">
              <a:off x="1289997" y="3250305"/>
              <a:ext cx="71870" cy="20839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0" y="21600"/>
                  </a:moveTo>
                  <a:lnTo>
                    <a:pt x="21600" y="2238"/>
                  </a:lnTo>
                  <a:lnTo>
                    <a:pt x="0" y="0"/>
                  </a:lnTo>
                  <a:lnTo>
                    <a:pt x="1943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4" name="曲线"/>
            <p:cNvSpPr/>
            <p:nvPr/>
          </p:nvSpPr>
          <p:spPr>
            <a:xfrm rot="0">
              <a:off x="880489" y="3063502"/>
              <a:ext cx="172427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452"/>
                  </a:moveTo>
                  <a:lnTo>
                    <a:pt x="16198" y="21600"/>
                  </a:lnTo>
                  <a:lnTo>
                    <a:pt x="21600" y="0"/>
                  </a:lnTo>
                  <a:lnTo>
                    <a:pt x="0" y="945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5" name="曲线"/>
            <p:cNvSpPr/>
            <p:nvPr/>
          </p:nvSpPr>
          <p:spPr>
            <a:xfrm rot="0">
              <a:off x="873334" y="3013225"/>
              <a:ext cx="179583" cy="1508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60" y="21600"/>
                  </a:moveTo>
                  <a:lnTo>
                    <a:pt x="21600" y="7196"/>
                  </a:lnTo>
                  <a:lnTo>
                    <a:pt x="0" y="0"/>
                  </a:lnTo>
                  <a:lnTo>
                    <a:pt x="86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6" name="曲线"/>
            <p:cNvSpPr/>
            <p:nvPr/>
          </p:nvSpPr>
          <p:spPr>
            <a:xfrm rot="0">
              <a:off x="822992" y="2898294"/>
              <a:ext cx="57496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912" y="9338"/>
                  </a:moveTo>
                  <a:lnTo>
                    <a:pt x="21600" y="21600"/>
                  </a:lnTo>
                  <a:lnTo>
                    <a:pt x="0" y="0"/>
                  </a:lnTo>
                  <a:lnTo>
                    <a:pt x="18912" y="933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7" name="曲线"/>
            <p:cNvSpPr/>
            <p:nvPr/>
          </p:nvSpPr>
          <p:spPr>
            <a:xfrm rot="0">
              <a:off x="822992" y="2848015"/>
              <a:ext cx="100620" cy="1652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6573"/>
                  </a:moveTo>
                  <a:lnTo>
                    <a:pt x="10806" y="21600"/>
                  </a:lnTo>
                  <a:lnTo>
                    <a:pt x="21600" y="0"/>
                  </a:lnTo>
                  <a:lnTo>
                    <a:pt x="0" y="657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8" name="曲线"/>
            <p:cNvSpPr/>
            <p:nvPr/>
          </p:nvSpPr>
          <p:spPr>
            <a:xfrm rot="0">
              <a:off x="873334" y="2848015"/>
              <a:ext cx="179583" cy="2154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60"/>
                  </a:moveTo>
                  <a:lnTo>
                    <a:pt x="21600" y="21600"/>
                  </a:lnTo>
                  <a:lnTo>
                    <a:pt x="6047" y="0"/>
                  </a:lnTo>
                  <a:lnTo>
                    <a:pt x="0" y="1656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89" name="曲线"/>
            <p:cNvSpPr/>
            <p:nvPr/>
          </p:nvSpPr>
          <p:spPr>
            <a:xfrm rot="0">
              <a:off x="923613" y="2848015"/>
              <a:ext cx="258608" cy="2154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0799" y="21600"/>
                  </a:lnTo>
                  <a:lnTo>
                    <a:pt x="21600" y="71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0" name="曲线"/>
            <p:cNvSpPr/>
            <p:nvPr/>
          </p:nvSpPr>
          <p:spPr>
            <a:xfrm rot="0">
              <a:off x="1009795" y="2309203"/>
              <a:ext cx="143679" cy="22986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823"/>
                  </a:moveTo>
                  <a:lnTo>
                    <a:pt x="11880" y="21600"/>
                  </a:lnTo>
                  <a:lnTo>
                    <a:pt x="21600" y="0"/>
                  </a:lnTo>
                  <a:lnTo>
                    <a:pt x="0" y="1282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1" name="曲线"/>
            <p:cNvSpPr/>
            <p:nvPr/>
          </p:nvSpPr>
          <p:spPr>
            <a:xfrm rot="0">
              <a:off x="1088821" y="2309203"/>
              <a:ext cx="208331" cy="22986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6703" y="0"/>
                  </a:lnTo>
                  <a:lnTo>
                    <a:pt x="21600" y="6075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2" name="曲线"/>
            <p:cNvSpPr/>
            <p:nvPr/>
          </p:nvSpPr>
          <p:spPr>
            <a:xfrm rot="0">
              <a:off x="1562981" y="1799075"/>
              <a:ext cx="150897" cy="2802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9416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3" name="曲线"/>
            <p:cNvSpPr/>
            <p:nvPr/>
          </p:nvSpPr>
          <p:spPr>
            <a:xfrm rot="0">
              <a:off x="1713880" y="1741577"/>
              <a:ext cx="107775" cy="17964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6913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4" name="曲线"/>
            <p:cNvSpPr/>
            <p:nvPr/>
          </p:nvSpPr>
          <p:spPr>
            <a:xfrm rot="0">
              <a:off x="1613259" y="1655396"/>
              <a:ext cx="208395" cy="1436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429" y="21600"/>
                  </a:moveTo>
                  <a:lnTo>
                    <a:pt x="21600" y="12956"/>
                  </a:lnTo>
                  <a:lnTo>
                    <a:pt x="0" y="0"/>
                  </a:lnTo>
                  <a:lnTo>
                    <a:pt x="1042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5" name="曲线"/>
            <p:cNvSpPr/>
            <p:nvPr/>
          </p:nvSpPr>
          <p:spPr>
            <a:xfrm rot="0">
              <a:off x="1462425" y="1159706"/>
              <a:ext cx="122148" cy="1149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495"/>
                  </a:moveTo>
                  <a:lnTo>
                    <a:pt x="16516" y="0"/>
                  </a:lnTo>
                  <a:lnTo>
                    <a:pt x="21600" y="21600"/>
                  </a:lnTo>
                  <a:lnTo>
                    <a:pt x="0" y="1349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6" name="曲线"/>
            <p:cNvSpPr/>
            <p:nvPr/>
          </p:nvSpPr>
          <p:spPr>
            <a:xfrm rot="0">
              <a:off x="1462425" y="1231513"/>
              <a:ext cx="122148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0323" y="21600"/>
                  </a:lnTo>
                  <a:lnTo>
                    <a:pt x="21600" y="40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7" name="曲线"/>
            <p:cNvSpPr/>
            <p:nvPr/>
          </p:nvSpPr>
          <p:spPr>
            <a:xfrm rot="0">
              <a:off x="1577355" y="1274636"/>
              <a:ext cx="71870" cy="1868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2462"/>
                  </a:lnTo>
                  <a:lnTo>
                    <a:pt x="2169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8" name="曲线"/>
            <p:cNvSpPr/>
            <p:nvPr/>
          </p:nvSpPr>
          <p:spPr>
            <a:xfrm rot="0">
              <a:off x="1555826" y="1159706"/>
              <a:ext cx="158053" cy="1149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928" y="21600"/>
                  </a:lnTo>
                  <a:lnTo>
                    <a:pt x="21600" y="94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099" name="曲线"/>
            <p:cNvSpPr/>
            <p:nvPr/>
          </p:nvSpPr>
          <p:spPr>
            <a:xfrm rot="0">
              <a:off x="1555826" y="1123738"/>
              <a:ext cx="158053" cy="862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008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900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0" name="曲线"/>
            <p:cNvSpPr/>
            <p:nvPr/>
          </p:nvSpPr>
          <p:spPr>
            <a:xfrm rot="0">
              <a:off x="1584574" y="1209984"/>
              <a:ext cx="129304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099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809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1" name="曲线"/>
            <p:cNvSpPr/>
            <p:nvPr/>
          </p:nvSpPr>
          <p:spPr>
            <a:xfrm rot="0">
              <a:off x="1713880" y="1116583"/>
              <a:ext cx="100555" cy="934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4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0" y="165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2" name="曲线"/>
            <p:cNvSpPr/>
            <p:nvPr/>
          </p:nvSpPr>
          <p:spPr>
            <a:xfrm rot="0">
              <a:off x="1713880" y="1116583"/>
              <a:ext cx="186802" cy="9340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627" y="0"/>
                  </a:moveTo>
                  <a:lnTo>
                    <a:pt x="21600" y="19930"/>
                  </a:lnTo>
                  <a:lnTo>
                    <a:pt x="0" y="21600"/>
                  </a:lnTo>
                  <a:lnTo>
                    <a:pt x="11627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3" name="曲线"/>
            <p:cNvSpPr/>
            <p:nvPr/>
          </p:nvSpPr>
          <p:spPr>
            <a:xfrm rot="0">
              <a:off x="1649227" y="1209984"/>
              <a:ext cx="215487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6480" y="0"/>
                  </a:lnTo>
                  <a:lnTo>
                    <a:pt x="21600" y="1529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4" name="曲线"/>
            <p:cNvSpPr/>
            <p:nvPr/>
          </p:nvSpPr>
          <p:spPr>
            <a:xfrm rot="0">
              <a:off x="1713880" y="1202765"/>
              <a:ext cx="186802" cy="1293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05"/>
                  </a:moveTo>
                  <a:lnTo>
                    <a:pt x="21600" y="0"/>
                  </a:lnTo>
                  <a:lnTo>
                    <a:pt x="17441" y="21600"/>
                  </a:lnTo>
                  <a:lnTo>
                    <a:pt x="0" y="12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5" name="曲线"/>
            <p:cNvSpPr/>
            <p:nvPr/>
          </p:nvSpPr>
          <p:spPr>
            <a:xfrm rot="0">
              <a:off x="1864712" y="1202765"/>
              <a:ext cx="165271" cy="1293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700" y="0"/>
                  </a:moveTo>
                  <a:lnTo>
                    <a:pt x="21600" y="16808"/>
                  </a:lnTo>
                  <a:lnTo>
                    <a:pt x="0" y="21600"/>
                  </a:lnTo>
                  <a:lnTo>
                    <a:pt x="470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6" name="曲线"/>
            <p:cNvSpPr/>
            <p:nvPr/>
          </p:nvSpPr>
          <p:spPr>
            <a:xfrm rot="0">
              <a:off x="1577355" y="1461438"/>
              <a:ext cx="172426" cy="1939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4497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7" name="曲线"/>
            <p:cNvSpPr/>
            <p:nvPr/>
          </p:nvSpPr>
          <p:spPr>
            <a:xfrm rot="0">
              <a:off x="1577355" y="1382410"/>
              <a:ext cx="172426" cy="790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03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8" name="曲线"/>
            <p:cNvSpPr/>
            <p:nvPr/>
          </p:nvSpPr>
          <p:spPr>
            <a:xfrm rot="0">
              <a:off x="1613259" y="1461438"/>
              <a:ext cx="208395" cy="2801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955"/>
                  </a:moveTo>
                  <a:lnTo>
                    <a:pt x="21600" y="21600"/>
                  </a:lnTo>
                  <a:lnTo>
                    <a:pt x="14150" y="0"/>
                  </a:lnTo>
                  <a:lnTo>
                    <a:pt x="0" y="1495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09" name="曲线"/>
            <p:cNvSpPr/>
            <p:nvPr/>
          </p:nvSpPr>
          <p:spPr>
            <a:xfrm rot="0">
              <a:off x="1649227" y="1332070"/>
              <a:ext cx="215487" cy="12936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405"/>
                  </a:moveTo>
                  <a:lnTo>
                    <a:pt x="21600" y="0"/>
                  </a:lnTo>
                  <a:lnTo>
                    <a:pt x="10079" y="21600"/>
                  </a:lnTo>
                  <a:lnTo>
                    <a:pt x="0" y="84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0" name="曲线"/>
            <p:cNvSpPr/>
            <p:nvPr/>
          </p:nvSpPr>
          <p:spPr>
            <a:xfrm rot="0">
              <a:off x="1749783" y="1461438"/>
              <a:ext cx="215549" cy="2801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7202" y="21600"/>
                  </a:lnTo>
                  <a:lnTo>
                    <a:pt x="21600" y="166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1" name="曲线"/>
            <p:cNvSpPr/>
            <p:nvPr/>
          </p:nvSpPr>
          <p:spPr>
            <a:xfrm rot="0">
              <a:off x="1749783" y="1332070"/>
              <a:ext cx="215549" cy="15089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518"/>
                  </a:moveTo>
                  <a:lnTo>
                    <a:pt x="11517" y="0"/>
                  </a:lnTo>
                  <a:lnTo>
                    <a:pt x="21600" y="21600"/>
                  </a:lnTo>
                  <a:lnTo>
                    <a:pt x="0" y="1851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2" name="曲线"/>
            <p:cNvSpPr/>
            <p:nvPr/>
          </p:nvSpPr>
          <p:spPr>
            <a:xfrm rot="0">
              <a:off x="1864712" y="1303385"/>
              <a:ext cx="165271" cy="17958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450"/>
                  </a:moveTo>
                  <a:lnTo>
                    <a:pt x="21600" y="0"/>
                  </a:lnTo>
                  <a:lnTo>
                    <a:pt x="13150" y="21600"/>
                  </a:lnTo>
                  <a:lnTo>
                    <a:pt x="0" y="345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3" name="曲线"/>
            <p:cNvSpPr/>
            <p:nvPr/>
          </p:nvSpPr>
          <p:spPr>
            <a:xfrm rot="0">
              <a:off x="1965334" y="1303385"/>
              <a:ext cx="158053" cy="17958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835" y="0"/>
                  </a:moveTo>
                  <a:lnTo>
                    <a:pt x="21600" y="4318"/>
                  </a:lnTo>
                  <a:lnTo>
                    <a:pt x="0" y="21600"/>
                  </a:lnTo>
                  <a:lnTo>
                    <a:pt x="8835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4" name="曲线"/>
            <p:cNvSpPr/>
            <p:nvPr/>
          </p:nvSpPr>
          <p:spPr>
            <a:xfrm rot="0">
              <a:off x="1965334" y="1339289"/>
              <a:ext cx="186802" cy="16520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785"/>
                  </a:moveTo>
                  <a:lnTo>
                    <a:pt x="18275" y="0"/>
                  </a:lnTo>
                  <a:lnTo>
                    <a:pt x="21600" y="21600"/>
                  </a:lnTo>
                  <a:lnTo>
                    <a:pt x="0" y="1878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5" name="曲线"/>
            <p:cNvSpPr/>
            <p:nvPr/>
          </p:nvSpPr>
          <p:spPr>
            <a:xfrm rot="0">
              <a:off x="1965334" y="1482968"/>
              <a:ext cx="215549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18719" y="17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6" name="曲线"/>
            <p:cNvSpPr/>
            <p:nvPr/>
          </p:nvSpPr>
          <p:spPr>
            <a:xfrm rot="0">
              <a:off x="2123388" y="1310540"/>
              <a:ext cx="122148" cy="1939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201"/>
                  </a:moveTo>
                  <a:lnTo>
                    <a:pt x="21600" y="0"/>
                  </a:lnTo>
                  <a:lnTo>
                    <a:pt x="5083" y="21600"/>
                  </a:lnTo>
                  <a:lnTo>
                    <a:pt x="0" y="32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7" name="曲线"/>
            <p:cNvSpPr/>
            <p:nvPr/>
          </p:nvSpPr>
          <p:spPr>
            <a:xfrm rot="0">
              <a:off x="2152136" y="1504498"/>
              <a:ext cx="107775" cy="2442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761" y="21599"/>
                  </a:moveTo>
                  <a:lnTo>
                    <a:pt x="21600" y="5721"/>
                  </a:lnTo>
                  <a:lnTo>
                    <a:pt x="0" y="0"/>
                  </a:lnTo>
                  <a:lnTo>
                    <a:pt x="5761" y="2159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8" name="曲线"/>
            <p:cNvSpPr/>
            <p:nvPr/>
          </p:nvSpPr>
          <p:spPr>
            <a:xfrm rot="0">
              <a:off x="2152136" y="1310540"/>
              <a:ext cx="107775" cy="25867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719" y="0"/>
                  </a:moveTo>
                  <a:lnTo>
                    <a:pt x="21600" y="21600"/>
                  </a:lnTo>
                  <a:lnTo>
                    <a:pt x="0" y="16196"/>
                  </a:lnTo>
                  <a:lnTo>
                    <a:pt x="18719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19" name="曲线"/>
            <p:cNvSpPr/>
            <p:nvPr/>
          </p:nvSpPr>
          <p:spPr>
            <a:xfrm rot="0">
              <a:off x="1713880" y="1741577"/>
              <a:ext cx="258609" cy="17964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01" y="0"/>
                  </a:lnTo>
                  <a:lnTo>
                    <a:pt x="21600" y="950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0" name="曲线"/>
            <p:cNvSpPr/>
            <p:nvPr/>
          </p:nvSpPr>
          <p:spPr>
            <a:xfrm rot="0">
              <a:off x="1821655" y="1482968"/>
              <a:ext cx="150833" cy="33763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544"/>
                  </a:moveTo>
                  <a:lnTo>
                    <a:pt x="20575" y="0"/>
                  </a:lnTo>
                  <a:lnTo>
                    <a:pt x="21600" y="21600"/>
                  </a:lnTo>
                  <a:lnTo>
                    <a:pt x="0" y="1654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1" name="曲线"/>
            <p:cNvSpPr/>
            <p:nvPr/>
          </p:nvSpPr>
          <p:spPr>
            <a:xfrm rot="0">
              <a:off x="1965334" y="1482968"/>
              <a:ext cx="215549" cy="33763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7006"/>
                  </a:lnTo>
                  <a:lnTo>
                    <a:pt x="71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2" name="曲线"/>
            <p:cNvSpPr/>
            <p:nvPr/>
          </p:nvSpPr>
          <p:spPr>
            <a:xfrm rot="0">
              <a:off x="1972489" y="1748796"/>
              <a:ext cx="208395" cy="15089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278"/>
                  </a:moveTo>
                  <a:lnTo>
                    <a:pt x="21600" y="0"/>
                  </a:lnTo>
                  <a:lnTo>
                    <a:pt x="17872" y="21600"/>
                  </a:lnTo>
                  <a:lnTo>
                    <a:pt x="0" y="1027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3" name="曲线"/>
            <p:cNvSpPr/>
            <p:nvPr/>
          </p:nvSpPr>
          <p:spPr>
            <a:xfrm rot="0">
              <a:off x="2144917" y="1748796"/>
              <a:ext cx="86245" cy="1868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008" y="0"/>
                  </a:moveTo>
                  <a:lnTo>
                    <a:pt x="21600" y="21600"/>
                  </a:lnTo>
                  <a:lnTo>
                    <a:pt x="0" y="17448"/>
                  </a:lnTo>
                  <a:lnTo>
                    <a:pt x="900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4" name="曲线"/>
            <p:cNvSpPr/>
            <p:nvPr/>
          </p:nvSpPr>
          <p:spPr>
            <a:xfrm rot="0">
              <a:off x="2144917" y="1899695"/>
              <a:ext cx="100619" cy="2227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514" y="3482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5" name="曲线"/>
            <p:cNvSpPr/>
            <p:nvPr/>
          </p:nvSpPr>
          <p:spPr>
            <a:xfrm rot="0">
              <a:off x="2231163" y="1935598"/>
              <a:ext cx="129304" cy="1868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8303"/>
                  </a:lnTo>
                  <a:lnTo>
                    <a:pt x="2401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6" name="曲线"/>
            <p:cNvSpPr/>
            <p:nvPr/>
          </p:nvSpPr>
          <p:spPr>
            <a:xfrm rot="0">
              <a:off x="2245537" y="2007407"/>
              <a:ext cx="215486" cy="11499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520" y="0"/>
                  </a:moveTo>
                  <a:lnTo>
                    <a:pt x="21600" y="13500"/>
                  </a:lnTo>
                  <a:lnTo>
                    <a:pt x="0" y="21600"/>
                  </a:lnTo>
                  <a:lnTo>
                    <a:pt x="1152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7" name="曲线"/>
            <p:cNvSpPr/>
            <p:nvPr/>
          </p:nvSpPr>
          <p:spPr>
            <a:xfrm rot="0">
              <a:off x="2245537" y="2079277"/>
              <a:ext cx="215486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678" y="21600"/>
                  </a:moveTo>
                  <a:lnTo>
                    <a:pt x="21600" y="0"/>
                  </a:lnTo>
                  <a:lnTo>
                    <a:pt x="0" y="4051"/>
                  </a:lnTo>
                  <a:lnTo>
                    <a:pt x="1367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8" name="曲线"/>
            <p:cNvSpPr/>
            <p:nvPr/>
          </p:nvSpPr>
          <p:spPr>
            <a:xfrm rot="0">
              <a:off x="2202414" y="2122401"/>
              <a:ext cx="179582" cy="2801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186" y="0"/>
                  </a:moveTo>
                  <a:lnTo>
                    <a:pt x="21600" y="14403"/>
                  </a:lnTo>
                  <a:lnTo>
                    <a:pt x="0" y="21600"/>
                  </a:lnTo>
                  <a:lnTo>
                    <a:pt x="518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29" name="曲线"/>
            <p:cNvSpPr/>
            <p:nvPr/>
          </p:nvSpPr>
          <p:spPr>
            <a:xfrm rot="0">
              <a:off x="1713880" y="1820604"/>
              <a:ext cx="258609" cy="3736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817"/>
                  </a:moveTo>
                  <a:lnTo>
                    <a:pt x="21600" y="0"/>
                  </a:lnTo>
                  <a:lnTo>
                    <a:pt x="16802" y="21600"/>
                  </a:lnTo>
                  <a:lnTo>
                    <a:pt x="0" y="581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0" name="曲线"/>
            <p:cNvSpPr/>
            <p:nvPr/>
          </p:nvSpPr>
          <p:spPr>
            <a:xfrm rot="0">
              <a:off x="1915056" y="1820602"/>
              <a:ext cx="229859" cy="3736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5396" y="0"/>
                  </a:moveTo>
                  <a:lnTo>
                    <a:pt x="21600" y="4572"/>
                  </a:lnTo>
                  <a:lnTo>
                    <a:pt x="0" y="21600"/>
                  </a:lnTo>
                  <a:lnTo>
                    <a:pt x="539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1" name="曲线"/>
            <p:cNvSpPr/>
            <p:nvPr/>
          </p:nvSpPr>
          <p:spPr>
            <a:xfrm rot="0">
              <a:off x="1915056" y="1899693"/>
              <a:ext cx="330481" cy="29451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023" y="0"/>
                  </a:moveTo>
                  <a:lnTo>
                    <a:pt x="21600" y="16333"/>
                  </a:lnTo>
                  <a:lnTo>
                    <a:pt x="0" y="21600"/>
                  </a:lnTo>
                  <a:lnTo>
                    <a:pt x="1502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2" name="曲线"/>
            <p:cNvSpPr/>
            <p:nvPr/>
          </p:nvSpPr>
          <p:spPr>
            <a:xfrm rot="0">
              <a:off x="1476800" y="2079275"/>
              <a:ext cx="158053" cy="1293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1777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3" name="曲线"/>
            <p:cNvSpPr/>
            <p:nvPr/>
          </p:nvSpPr>
          <p:spPr>
            <a:xfrm rot="0">
              <a:off x="1562981" y="1921223"/>
              <a:ext cx="150897" cy="28735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880"/>
                  </a:moveTo>
                  <a:lnTo>
                    <a:pt x="21600" y="0"/>
                  </a:lnTo>
                  <a:lnTo>
                    <a:pt x="10287" y="21600"/>
                  </a:lnTo>
                  <a:lnTo>
                    <a:pt x="0" y="1188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4" name="曲线"/>
            <p:cNvSpPr/>
            <p:nvPr/>
          </p:nvSpPr>
          <p:spPr>
            <a:xfrm rot="0">
              <a:off x="1634851" y="1921223"/>
              <a:ext cx="280203" cy="28735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091" y="0"/>
                  </a:moveTo>
                  <a:lnTo>
                    <a:pt x="21600" y="20519"/>
                  </a:lnTo>
                  <a:lnTo>
                    <a:pt x="0" y="21600"/>
                  </a:lnTo>
                  <a:lnTo>
                    <a:pt x="609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5" name="曲线"/>
            <p:cNvSpPr/>
            <p:nvPr/>
          </p:nvSpPr>
          <p:spPr>
            <a:xfrm rot="0">
              <a:off x="1476800" y="2208582"/>
              <a:ext cx="179582" cy="2802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9010" y="0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6" name="曲线"/>
            <p:cNvSpPr/>
            <p:nvPr/>
          </p:nvSpPr>
          <p:spPr>
            <a:xfrm rot="0">
              <a:off x="1634851" y="2194206"/>
              <a:ext cx="280203" cy="29457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54"/>
                  </a:moveTo>
                  <a:lnTo>
                    <a:pt x="21600" y="0"/>
                  </a:lnTo>
                  <a:lnTo>
                    <a:pt x="1659" y="21600"/>
                  </a:lnTo>
                  <a:lnTo>
                    <a:pt x="0" y="105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7" name="曲线"/>
            <p:cNvSpPr/>
            <p:nvPr/>
          </p:nvSpPr>
          <p:spPr>
            <a:xfrm rot="0">
              <a:off x="1433676" y="2208582"/>
              <a:ext cx="222704" cy="3376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182" y="0"/>
                  </a:moveTo>
                  <a:lnTo>
                    <a:pt x="21600" y="17922"/>
                  </a:lnTo>
                  <a:lnTo>
                    <a:pt x="0" y="21600"/>
                  </a:lnTo>
                  <a:lnTo>
                    <a:pt x="4182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8" name="曲线"/>
            <p:cNvSpPr/>
            <p:nvPr/>
          </p:nvSpPr>
          <p:spPr>
            <a:xfrm rot="0">
              <a:off x="1297153" y="2208582"/>
              <a:ext cx="179646" cy="33769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571"/>
                  </a:moveTo>
                  <a:lnTo>
                    <a:pt x="21600" y="0"/>
                  </a:lnTo>
                  <a:lnTo>
                    <a:pt x="16415" y="21600"/>
                  </a:lnTo>
                  <a:lnTo>
                    <a:pt x="0" y="105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39" name="曲线"/>
            <p:cNvSpPr/>
            <p:nvPr/>
          </p:nvSpPr>
          <p:spPr>
            <a:xfrm rot="0">
              <a:off x="1088821" y="2539063"/>
              <a:ext cx="208331" cy="1293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729" y="21600"/>
                  </a:lnTo>
                  <a:lnTo>
                    <a:pt x="21600" y="1200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0" name="曲线"/>
            <p:cNvSpPr/>
            <p:nvPr/>
          </p:nvSpPr>
          <p:spPr>
            <a:xfrm rot="0">
              <a:off x="1088821" y="2373854"/>
              <a:ext cx="208331" cy="2370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5051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1505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1" name="曲线"/>
            <p:cNvSpPr/>
            <p:nvPr/>
          </p:nvSpPr>
          <p:spPr>
            <a:xfrm rot="0">
              <a:off x="1124789" y="2610934"/>
              <a:ext cx="172362" cy="24423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5079"/>
                  </a:moveTo>
                  <a:lnTo>
                    <a:pt x="7197" y="21600"/>
                  </a:lnTo>
                  <a:lnTo>
                    <a:pt x="21600" y="0"/>
                  </a:lnTo>
                  <a:lnTo>
                    <a:pt x="0" y="507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2" name="曲线"/>
            <p:cNvSpPr/>
            <p:nvPr/>
          </p:nvSpPr>
          <p:spPr>
            <a:xfrm rot="0">
              <a:off x="1297153" y="2373854"/>
              <a:ext cx="136524" cy="2370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5709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3" name="曲线"/>
            <p:cNvSpPr/>
            <p:nvPr/>
          </p:nvSpPr>
          <p:spPr>
            <a:xfrm rot="0">
              <a:off x="1182222" y="2610934"/>
              <a:ext cx="280202" cy="3017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484"/>
                  </a:moveTo>
                  <a:lnTo>
                    <a:pt x="8859" y="0"/>
                  </a:lnTo>
                  <a:lnTo>
                    <a:pt x="21600" y="21600"/>
                  </a:lnTo>
                  <a:lnTo>
                    <a:pt x="0" y="1748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4" name="曲线"/>
            <p:cNvSpPr/>
            <p:nvPr/>
          </p:nvSpPr>
          <p:spPr>
            <a:xfrm rot="0">
              <a:off x="1297153" y="2546282"/>
              <a:ext cx="165271" cy="3663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3811"/>
                  </a:moveTo>
                  <a:lnTo>
                    <a:pt x="17842" y="0"/>
                  </a:lnTo>
                  <a:lnTo>
                    <a:pt x="21600" y="21600"/>
                  </a:lnTo>
                  <a:lnTo>
                    <a:pt x="0" y="381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5" name="曲线"/>
            <p:cNvSpPr/>
            <p:nvPr/>
          </p:nvSpPr>
          <p:spPr>
            <a:xfrm rot="0">
              <a:off x="1433676" y="2488785"/>
              <a:ext cx="222704" cy="4238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929"/>
                  </a:moveTo>
                  <a:lnTo>
                    <a:pt x="21600" y="0"/>
                  </a:lnTo>
                  <a:lnTo>
                    <a:pt x="2788" y="21600"/>
                  </a:lnTo>
                  <a:lnTo>
                    <a:pt x="0" y="292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6" name="曲线"/>
            <p:cNvSpPr/>
            <p:nvPr/>
          </p:nvSpPr>
          <p:spPr>
            <a:xfrm rot="0">
              <a:off x="1052917" y="2855169"/>
              <a:ext cx="150898" cy="2083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8509" y="0"/>
                  </a:lnTo>
                  <a:lnTo>
                    <a:pt x="21600" y="74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7" name="曲线"/>
            <p:cNvSpPr/>
            <p:nvPr/>
          </p:nvSpPr>
          <p:spPr>
            <a:xfrm rot="0">
              <a:off x="1182222" y="2855169"/>
              <a:ext cx="280202" cy="7187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7280"/>
                  </a:lnTo>
                  <a:lnTo>
                    <a:pt x="1664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8" name="曲线"/>
            <p:cNvSpPr/>
            <p:nvPr/>
          </p:nvSpPr>
          <p:spPr>
            <a:xfrm rot="0">
              <a:off x="1203815" y="2912666"/>
              <a:ext cx="258609" cy="2083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598" y="21600"/>
                  </a:moveTo>
                  <a:lnTo>
                    <a:pt x="21600" y="0"/>
                  </a:lnTo>
                  <a:lnTo>
                    <a:pt x="0" y="1490"/>
                  </a:lnTo>
                  <a:lnTo>
                    <a:pt x="1259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49" name="曲线"/>
            <p:cNvSpPr/>
            <p:nvPr/>
          </p:nvSpPr>
          <p:spPr>
            <a:xfrm rot="0">
              <a:off x="1009795" y="3063499"/>
              <a:ext cx="114993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8099" y="0"/>
                  </a:lnTo>
                  <a:lnTo>
                    <a:pt x="21600" y="945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0" name="曲线"/>
            <p:cNvSpPr/>
            <p:nvPr/>
          </p:nvSpPr>
          <p:spPr>
            <a:xfrm rot="0">
              <a:off x="1009795" y="3164122"/>
              <a:ext cx="136523" cy="2083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406"/>
                  </a:moveTo>
                  <a:lnTo>
                    <a:pt x="21600" y="21600"/>
                  </a:lnTo>
                  <a:lnTo>
                    <a:pt x="18193" y="0"/>
                  </a:lnTo>
                  <a:lnTo>
                    <a:pt x="0" y="134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1" name="曲线"/>
            <p:cNvSpPr/>
            <p:nvPr/>
          </p:nvSpPr>
          <p:spPr>
            <a:xfrm rot="0">
              <a:off x="1052917" y="2927042"/>
              <a:ext cx="150898" cy="2370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432"/>
                  </a:moveTo>
                  <a:lnTo>
                    <a:pt x="21600" y="0"/>
                  </a:lnTo>
                  <a:lnTo>
                    <a:pt x="10287" y="21600"/>
                  </a:lnTo>
                  <a:lnTo>
                    <a:pt x="0" y="1243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2" name="曲线"/>
            <p:cNvSpPr/>
            <p:nvPr/>
          </p:nvSpPr>
          <p:spPr>
            <a:xfrm rot="0">
              <a:off x="1124789" y="3164122"/>
              <a:ext cx="165207" cy="2083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814" y="21600"/>
                  </a:moveTo>
                  <a:lnTo>
                    <a:pt x="21600" y="8935"/>
                  </a:lnTo>
                  <a:lnTo>
                    <a:pt x="0" y="0"/>
                  </a:lnTo>
                  <a:lnTo>
                    <a:pt x="281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3" name="曲线"/>
            <p:cNvSpPr/>
            <p:nvPr/>
          </p:nvSpPr>
          <p:spPr>
            <a:xfrm rot="0">
              <a:off x="1124789" y="2927042"/>
              <a:ext cx="229860" cy="2370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426" y="0"/>
                  </a:moveTo>
                  <a:lnTo>
                    <a:pt x="21600" y="17671"/>
                  </a:lnTo>
                  <a:lnTo>
                    <a:pt x="0" y="21600"/>
                  </a:lnTo>
                  <a:lnTo>
                    <a:pt x="742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4" name="曲线"/>
            <p:cNvSpPr/>
            <p:nvPr/>
          </p:nvSpPr>
          <p:spPr>
            <a:xfrm rot="0">
              <a:off x="1124789" y="3120998"/>
              <a:ext cx="229860" cy="1293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524" y="21600"/>
                  </a:moveTo>
                  <a:lnTo>
                    <a:pt x="21600" y="0"/>
                  </a:lnTo>
                  <a:lnTo>
                    <a:pt x="0" y="7203"/>
                  </a:lnTo>
                  <a:lnTo>
                    <a:pt x="1552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5" name="曲线"/>
            <p:cNvSpPr/>
            <p:nvPr/>
          </p:nvSpPr>
          <p:spPr>
            <a:xfrm rot="0">
              <a:off x="1462424" y="2488785"/>
              <a:ext cx="193957" cy="50290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8205"/>
                  </a:moveTo>
                  <a:lnTo>
                    <a:pt x="21600" y="0"/>
                  </a:lnTo>
                  <a:lnTo>
                    <a:pt x="8800" y="21600"/>
                  </a:lnTo>
                  <a:lnTo>
                    <a:pt x="0" y="182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6" name="曲线"/>
            <p:cNvSpPr/>
            <p:nvPr/>
          </p:nvSpPr>
          <p:spPr>
            <a:xfrm rot="0">
              <a:off x="1354649" y="2912666"/>
              <a:ext cx="186802" cy="20833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2462" y="0"/>
                  </a:lnTo>
                  <a:lnTo>
                    <a:pt x="21600" y="819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7" name="曲线"/>
            <p:cNvSpPr/>
            <p:nvPr/>
          </p:nvSpPr>
          <p:spPr>
            <a:xfrm rot="0">
              <a:off x="1354649" y="2991694"/>
              <a:ext cx="186802" cy="28020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967"/>
                  </a:moveTo>
                  <a:lnTo>
                    <a:pt x="834" y="21600"/>
                  </a:lnTo>
                  <a:lnTo>
                    <a:pt x="21600" y="0"/>
                  </a:lnTo>
                  <a:lnTo>
                    <a:pt x="0" y="9967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8" name="曲线"/>
            <p:cNvSpPr/>
            <p:nvPr/>
          </p:nvSpPr>
          <p:spPr>
            <a:xfrm rot="0">
              <a:off x="1541450" y="2488785"/>
              <a:ext cx="452631" cy="50290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5484" y="0"/>
                  </a:lnTo>
                  <a:lnTo>
                    <a:pt x="21600" y="9565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59" name="曲线"/>
            <p:cNvSpPr/>
            <p:nvPr/>
          </p:nvSpPr>
          <p:spPr>
            <a:xfrm rot="0">
              <a:off x="1541450" y="2711491"/>
              <a:ext cx="452631" cy="3736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200"/>
                  </a:moveTo>
                  <a:lnTo>
                    <a:pt x="9600" y="21600"/>
                  </a:lnTo>
                  <a:lnTo>
                    <a:pt x="21600" y="0"/>
                  </a:lnTo>
                  <a:lnTo>
                    <a:pt x="0" y="162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0" name="曲线"/>
            <p:cNvSpPr/>
            <p:nvPr/>
          </p:nvSpPr>
          <p:spPr>
            <a:xfrm rot="0">
              <a:off x="1656382" y="2488785"/>
              <a:ext cx="416726" cy="2227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7503" y="21600"/>
                  </a:lnTo>
                  <a:lnTo>
                    <a:pt x="21600" y="1393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1" name="曲线"/>
            <p:cNvSpPr/>
            <p:nvPr/>
          </p:nvSpPr>
          <p:spPr>
            <a:xfrm rot="0">
              <a:off x="1656382" y="2194206"/>
              <a:ext cx="330481" cy="29457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16906" y="0"/>
                  </a:lnTo>
                  <a:lnTo>
                    <a:pt x="21600" y="790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2" name="曲线"/>
            <p:cNvSpPr/>
            <p:nvPr/>
          </p:nvSpPr>
          <p:spPr>
            <a:xfrm rot="0">
              <a:off x="1656382" y="2301983"/>
              <a:ext cx="416726" cy="3304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209"/>
                  </a:moveTo>
                  <a:lnTo>
                    <a:pt x="21600" y="21600"/>
                  </a:lnTo>
                  <a:lnTo>
                    <a:pt x="17129" y="0"/>
                  </a:lnTo>
                  <a:lnTo>
                    <a:pt x="0" y="1220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3" name="曲线"/>
            <p:cNvSpPr/>
            <p:nvPr/>
          </p:nvSpPr>
          <p:spPr>
            <a:xfrm rot="0">
              <a:off x="1915055" y="2122400"/>
              <a:ext cx="330481" cy="17958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8636"/>
                  </a:moveTo>
                  <a:lnTo>
                    <a:pt x="21600" y="0"/>
                  </a:lnTo>
                  <a:lnTo>
                    <a:pt x="4693" y="21600"/>
                  </a:lnTo>
                  <a:lnTo>
                    <a:pt x="0" y="863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4" name="曲线"/>
            <p:cNvSpPr/>
            <p:nvPr/>
          </p:nvSpPr>
          <p:spPr>
            <a:xfrm rot="0">
              <a:off x="1986862" y="2301983"/>
              <a:ext cx="215549" cy="3304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642" y="21600"/>
                  </a:moveTo>
                  <a:lnTo>
                    <a:pt x="21600" y="6572"/>
                  </a:lnTo>
                  <a:lnTo>
                    <a:pt x="0" y="0"/>
                  </a:lnTo>
                  <a:lnTo>
                    <a:pt x="8642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5" name="曲线"/>
            <p:cNvSpPr/>
            <p:nvPr/>
          </p:nvSpPr>
          <p:spPr>
            <a:xfrm rot="0">
              <a:off x="1986862" y="2122400"/>
              <a:ext cx="258673" cy="28013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999" y="21600"/>
                  </a:moveTo>
                  <a:lnTo>
                    <a:pt x="21600" y="0"/>
                  </a:lnTo>
                  <a:lnTo>
                    <a:pt x="0" y="13846"/>
                  </a:lnTo>
                  <a:lnTo>
                    <a:pt x="1799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6" name="曲线"/>
            <p:cNvSpPr/>
            <p:nvPr/>
          </p:nvSpPr>
          <p:spPr>
            <a:xfrm rot="0">
              <a:off x="2073109" y="2402538"/>
              <a:ext cx="344854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8098" y="0"/>
                  </a:lnTo>
                  <a:lnTo>
                    <a:pt x="21600" y="8102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7" name="曲线"/>
            <p:cNvSpPr/>
            <p:nvPr/>
          </p:nvSpPr>
          <p:spPr>
            <a:xfrm rot="0">
              <a:off x="2202413" y="2309202"/>
              <a:ext cx="215549" cy="1795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226"/>
                  </a:moveTo>
                  <a:lnTo>
                    <a:pt x="17995" y="0"/>
                  </a:lnTo>
                  <a:lnTo>
                    <a:pt x="21600" y="21600"/>
                  </a:lnTo>
                  <a:lnTo>
                    <a:pt x="0" y="1122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8" name="曲线"/>
            <p:cNvSpPr/>
            <p:nvPr/>
          </p:nvSpPr>
          <p:spPr>
            <a:xfrm rot="0">
              <a:off x="2381997" y="2309202"/>
              <a:ext cx="150897" cy="1795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9505"/>
                  </a:lnTo>
                  <a:lnTo>
                    <a:pt x="514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69" name="曲线"/>
            <p:cNvSpPr/>
            <p:nvPr/>
          </p:nvSpPr>
          <p:spPr>
            <a:xfrm rot="0">
              <a:off x="2417965" y="2388227"/>
              <a:ext cx="344791" cy="10771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200" y="0"/>
                  </a:moveTo>
                  <a:lnTo>
                    <a:pt x="21600" y="21600"/>
                  </a:lnTo>
                  <a:lnTo>
                    <a:pt x="0" y="20165"/>
                  </a:lnTo>
                  <a:lnTo>
                    <a:pt x="720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0" name="曲线"/>
            <p:cNvSpPr/>
            <p:nvPr/>
          </p:nvSpPr>
          <p:spPr>
            <a:xfrm rot="0">
              <a:off x="1994081" y="2632464"/>
              <a:ext cx="474160" cy="12930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201"/>
                  </a:moveTo>
                  <a:lnTo>
                    <a:pt x="3600" y="0"/>
                  </a:lnTo>
                  <a:lnTo>
                    <a:pt x="21600" y="21600"/>
                  </a:lnTo>
                  <a:lnTo>
                    <a:pt x="0" y="132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1" name="曲线"/>
            <p:cNvSpPr/>
            <p:nvPr/>
          </p:nvSpPr>
          <p:spPr>
            <a:xfrm rot="0">
              <a:off x="2073109" y="2488785"/>
              <a:ext cx="395134" cy="2729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1368"/>
                  </a:moveTo>
                  <a:lnTo>
                    <a:pt x="18851" y="0"/>
                  </a:lnTo>
                  <a:lnTo>
                    <a:pt x="21600" y="21600"/>
                  </a:lnTo>
                  <a:lnTo>
                    <a:pt x="0" y="1136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2" name="曲线"/>
            <p:cNvSpPr/>
            <p:nvPr/>
          </p:nvSpPr>
          <p:spPr>
            <a:xfrm rot="0">
              <a:off x="2417965" y="2488785"/>
              <a:ext cx="301731" cy="2729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599" y="21600"/>
                  </a:lnTo>
                  <a:lnTo>
                    <a:pt x="21600" y="1705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3" name="曲线"/>
            <p:cNvSpPr/>
            <p:nvPr/>
          </p:nvSpPr>
          <p:spPr>
            <a:xfrm rot="0">
              <a:off x="2417965" y="2488785"/>
              <a:ext cx="344791" cy="21555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17"/>
                  </a:lnTo>
                  <a:lnTo>
                    <a:pt x="18902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4" name="曲线"/>
            <p:cNvSpPr/>
            <p:nvPr/>
          </p:nvSpPr>
          <p:spPr>
            <a:xfrm rot="0">
              <a:off x="2719698" y="2495939"/>
              <a:ext cx="215487" cy="20839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316" y="0"/>
                  </a:moveTo>
                  <a:lnTo>
                    <a:pt x="21600" y="3728"/>
                  </a:lnTo>
                  <a:lnTo>
                    <a:pt x="0" y="21600"/>
                  </a:lnTo>
                  <a:lnTo>
                    <a:pt x="4316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5" name="曲线"/>
            <p:cNvSpPr/>
            <p:nvPr/>
          </p:nvSpPr>
          <p:spPr>
            <a:xfrm rot="0">
              <a:off x="2719698" y="2531906"/>
              <a:ext cx="244235" cy="21548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283"/>
                  </a:moveTo>
                  <a:lnTo>
                    <a:pt x="19057" y="0"/>
                  </a:lnTo>
                  <a:lnTo>
                    <a:pt x="21600" y="21600"/>
                  </a:lnTo>
                  <a:lnTo>
                    <a:pt x="0" y="17283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6" name="曲线"/>
            <p:cNvSpPr/>
            <p:nvPr/>
          </p:nvSpPr>
          <p:spPr>
            <a:xfrm rot="0">
              <a:off x="2719698" y="2704335"/>
              <a:ext cx="280203" cy="4095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827" y="2271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7" name="曲线"/>
            <p:cNvSpPr/>
            <p:nvPr/>
          </p:nvSpPr>
          <p:spPr>
            <a:xfrm rot="0">
              <a:off x="2669354" y="3494600"/>
              <a:ext cx="150898" cy="39513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4922"/>
                  </a:lnTo>
                  <a:lnTo>
                    <a:pt x="2160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8" name="曲线"/>
            <p:cNvSpPr/>
            <p:nvPr/>
          </p:nvSpPr>
          <p:spPr>
            <a:xfrm rot="0">
              <a:off x="2820253" y="3494600"/>
              <a:ext cx="114929" cy="2729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3072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79" name="曲线"/>
            <p:cNvSpPr/>
            <p:nvPr/>
          </p:nvSpPr>
          <p:spPr>
            <a:xfrm rot="0">
              <a:off x="2662200" y="2704335"/>
              <a:ext cx="337700" cy="5244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3677" y="0"/>
                  </a:moveTo>
                  <a:lnTo>
                    <a:pt x="21600" y="16866"/>
                  </a:lnTo>
                  <a:lnTo>
                    <a:pt x="0" y="21600"/>
                  </a:lnTo>
                  <a:lnTo>
                    <a:pt x="3677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0" name="曲线"/>
            <p:cNvSpPr/>
            <p:nvPr/>
          </p:nvSpPr>
          <p:spPr>
            <a:xfrm rot="0">
              <a:off x="2425119" y="2704335"/>
              <a:ext cx="294577" cy="39513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3161" y="3139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3161" y="313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1" name="曲线"/>
            <p:cNvSpPr/>
            <p:nvPr/>
          </p:nvSpPr>
          <p:spPr>
            <a:xfrm rot="0">
              <a:off x="2425119" y="2704335"/>
              <a:ext cx="294577" cy="52443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384" y="21600"/>
                  </a:moveTo>
                  <a:lnTo>
                    <a:pt x="21600" y="0"/>
                  </a:lnTo>
                  <a:lnTo>
                    <a:pt x="0" y="16274"/>
                  </a:lnTo>
                  <a:lnTo>
                    <a:pt x="1738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2" name="曲线"/>
            <p:cNvSpPr/>
            <p:nvPr/>
          </p:nvSpPr>
          <p:spPr>
            <a:xfrm rot="0">
              <a:off x="2360467" y="3099468"/>
              <a:ext cx="301732" cy="20111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628" y="0"/>
                  </a:moveTo>
                  <a:lnTo>
                    <a:pt x="21600" y="13887"/>
                  </a:lnTo>
                  <a:lnTo>
                    <a:pt x="0" y="21600"/>
                  </a:lnTo>
                  <a:lnTo>
                    <a:pt x="462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3" name="曲线"/>
            <p:cNvSpPr/>
            <p:nvPr/>
          </p:nvSpPr>
          <p:spPr>
            <a:xfrm rot="0">
              <a:off x="2360467" y="3228772"/>
              <a:ext cx="459784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174" y="0"/>
                  </a:moveTo>
                  <a:lnTo>
                    <a:pt x="21600" y="21600"/>
                  </a:lnTo>
                  <a:lnTo>
                    <a:pt x="0" y="5834"/>
                  </a:lnTo>
                  <a:lnTo>
                    <a:pt x="14174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4" name="曲线"/>
            <p:cNvSpPr/>
            <p:nvPr/>
          </p:nvSpPr>
          <p:spPr>
            <a:xfrm rot="0">
              <a:off x="2360467" y="3300580"/>
              <a:ext cx="459784" cy="5891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511" y="21600"/>
                  </a:moveTo>
                  <a:lnTo>
                    <a:pt x="21600" y="7113"/>
                  </a:lnTo>
                  <a:lnTo>
                    <a:pt x="0" y="0"/>
                  </a:lnTo>
                  <a:lnTo>
                    <a:pt x="1451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5" name="曲线"/>
            <p:cNvSpPr/>
            <p:nvPr/>
          </p:nvSpPr>
          <p:spPr>
            <a:xfrm rot="0">
              <a:off x="1742627" y="2711489"/>
              <a:ext cx="294513" cy="4095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9706"/>
                  </a:moveTo>
                  <a:lnTo>
                    <a:pt x="18442" y="0"/>
                  </a:lnTo>
                  <a:lnTo>
                    <a:pt x="21600" y="21600"/>
                  </a:lnTo>
                  <a:lnTo>
                    <a:pt x="0" y="197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6" name="曲线"/>
            <p:cNvSpPr/>
            <p:nvPr/>
          </p:nvSpPr>
          <p:spPr>
            <a:xfrm rot="0">
              <a:off x="1994081" y="2711489"/>
              <a:ext cx="474160" cy="4095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651"/>
                  </a:lnTo>
                  <a:lnTo>
                    <a:pt x="1961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7" name="曲线"/>
            <p:cNvSpPr/>
            <p:nvPr/>
          </p:nvSpPr>
          <p:spPr>
            <a:xfrm rot="0">
              <a:off x="2037140" y="3099468"/>
              <a:ext cx="387977" cy="20111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8000" y="21600"/>
                  </a:moveTo>
                  <a:lnTo>
                    <a:pt x="21600" y="0"/>
                  </a:lnTo>
                  <a:lnTo>
                    <a:pt x="0" y="2312"/>
                  </a:lnTo>
                  <a:lnTo>
                    <a:pt x="1800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8" name="曲线"/>
            <p:cNvSpPr/>
            <p:nvPr/>
          </p:nvSpPr>
          <p:spPr>
            <a:xfrm rot="0">
              <a:off x="2037140" y="2761768"/>
              <a:ext cx="431101" cy="3592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39" y="20305"/>
                  </a:moveTo>
                  <a:lnTo>
                    <a:pt x="21600" y="0"/>
                  </a:lnTo>
                  <a:lnTo>
                    <a:pt x="0" y="21600"/>
                  </a:lnTo>
                  <a:lnTo>
                    <a:pt x="19439" y="20305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89" name="曲线"/>
            <p:cNvSpPr/>
            <p:nvPr/>
          </p:nvSpPr>
          <p:spPr>
            <a:xfrm rot="0">
              <a:off x="1742627" y="3085095"/>
              <a:ext cx="344791" cy="35922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18450" y="2158"/>
                  </a:ln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0" name="曲线"/>
            <p:cNvSpPr/>
            <p:nvPr/>
          </p:nvSpPr>
          <p:spPr>
            <a:xfrm rot="0">
              <a:off x="2037140" y="3120998"/>
              <a:ext cx="323325" cy="32332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1997"/>
                  </a:lnTo>
                  <a:lnTo>
                    <a:pt x="3358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1" name="曲线"/>
            <p:cNvSpPr/>
            <p:nvPr/>
          </p:nvSpPr>
          <p:spPr>
            <a:xfrm rot="0">
              <a:off x="2087420" y="3300580"/>
              <a:ext cx="273047" cy="40235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7716"/>
                  </a:moveTo>
                  <a:lnTo>
                    <a:pt x="21600" y="0"/>
                  </a:lnTo>
                  <a:lnTo>
                    <a:pt x="6822" y="21600"/>
                  </a:lnTo>
                  <a:lnTo>
                    <a:pt x="0" y="771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2" name="曲线"/>
            <p:cNvSpPr/>
            <p:nvPr/>
          </p:nvSpPr>
          <p:spPr>
            <a:xfrm rot="0">
              <a:off x="2173664" y="3300580"/>
              <a:ext cx="495689" cy="5891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140" y="0"/>
                  </a:moveTo>
                  <a:lnTo>
                    <a:pt x="21600" y="21600"/>
                  </a:lnTo>
                  <a:lnTo>
                    <a:pt x="0" y="14751"/>
                  </a:lnTo>
                  <a:lnTo>
                    <a:pt x="814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3" name="曲线"/>
            <p:cNvSpPr/>
            <p:nvPr/>
          </p:nvSpPr>
          <p:spPr>
            <a:xfrm rot="0">
              <a:off x="2173664" y="3702932"/>
              <a:ext cx="316105" cy="41666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2764" y="21600"/>
                  </a:moveTo>
                  <a:lnTo>
                    <a:pt x="21600" y="17877"/>
                  </a:lnTo>
                  <a:lnTo>
                    <a:pt x="0" y="0"/>
                  </a:lnTo>
                  <a:lnTo>
                    <a:pt x="1276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4" name="曲线"/>
            <p:cNvSpPr/>
            <p:nvPr/>
          </p:nvSpPr>
          <p:spPr>
            <a:xfrm rot="0">
              <a:off x="2173664" y="3702932"/>
              <a:ext cx="495689" cy="3448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774" y="21600"/>
                  </a:moveTo>
                  <a:lnTo>
                    <a:pt x="21600" y="11700"/>
                  </a:lnTo>
                  <a:lnTo>
                    <a:pt x="0" y="0"/>
                  </a:lnTo>
                  <a:lnTo>
                    <a:pt x="1377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5" name="曲线"/>
            <p:cNvSpPr/>
            <p:nvPr/>
          </p:nvSpPr>
          <p:spPr>
            <a:xfrm rot="0">
              <a:off x="1742627" y="3085095"/>
              <a:ext cx="344791" cy="5316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594"/>
                  </a:lnTo>
                  <a:lnTo>
                    <a:pt x="6299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6" name="曲线"/>
            <p:cNvSpPr/>
            <p:nvPr/>
          </p:nvSpPr>
          <p:spPr>
            <a:xfrm rot="0">
              <a:off x="1843183" y="3444322"/>
              <a:ext cx="330481" cy="25860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963" y="0"/>
                  </a:moveTo>
                  <a:lnTo>
                    <a:pt x="21600" y="21600"/>
                  </a:lnTo>
                  <a:lnTo>
                    <a:pt x="0" y="14401"/>
                  </a:lnTo>
                  <a:lnTo>
                    <a:pt x="15963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7" name="曲线"/>
            <p:cNvSpPr/>
            <p:nvPr/>
          </p:nvSpPr>
          <p:spPr>
            <a:xfrm rot="0">
              <a:off x="1649226" y="3616750"/>
              <a:ext cx="373539" cy="26576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922"/>
                  </a:moveTo>
                  <a:lnTo>
                    <a:pt x="11215" y="0"/>
                  </a:lnTo>
                  <a:lnTo>
                    <a:pt x="21600" y="21600"/>
                  </a:lnTo>
                  <a:lnTo>
                    <a:pt x="0" y="992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8" name="曲线"/>
            <p:cNvSpPr/>
            <p:nvPr/>
          </p:nvSpPr>
          <p:spPr>
            <a:xfrm rot="0">
              <a:off x="1843183" y="3616750"/>
              <a:ext cx="330481" cy="26576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7004"/>
                  </a:lnTo>
                  <a:lnTo>
                    <a:pt x="1173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199" name="曲线"/>
            <p:cNvSpPr/>
            <p:nvPr/>
          </p:nvSpPr>
          <p:spPr>
            <a:xfrm rot="0">
              <a:off x="2022766" y="3702932"/>
              <a:ext cx="337699" cy="41666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9651" y="0"/>
                  </a:moveTo>
                  <a:lnTo>
                    <a:pt x="21600" y="21600"/>
                  </a:lnTo>
                  <a:lnTo>
                    <a:pt x="0" y="9309"/>
                  </a:lnTo>
                  <a:lnTo>
                    <a:pt x="965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0" name="曲线"/>
            <p:cNvSpPr/>
            <p:nvPr/>
          </p:nvSpPr>
          <p:spPr>
            <a:xfrm rot="0">
              <a:off x="1972489" y="3882515"/>
              <a:ext cx="251453" cy="3448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401"/>
                  </a:moveTo>
                  <a:lnTo>
                    <a:pt x="4318" y="0"/>
                  </a:lnTo>
                  <a:lnTo>
                    <a:pt x="21600" y="21600"/>
                  </a:lnTo>
                  <a:lnTo>
                    <a:pt x="0" y="1440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1" name="曲线"/>
            <p:cNvSpPr/>
            <p:nvPr/>
          </p:nvSpPr>
          <p:spPr>
            <a:xfrm rot="0">
              <a:off x="2022766" y="3882515"/>
              <a:ext cx="337699" cy="34485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14849"/>
                  </a:lnTo>
                  <a:lnTo>
                    <a:pt x="12867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2" name="曲线"/>
            <p:cNvSpPr/>
            <p:nvPr/>
          </p:nvSpPr>
          <p:spPr>
            <a:xfrm rot="0">
              <a:off x="2223943" y="4119595"/>
              <a:ext cx="136524" cy="1796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919" y="21600"/>
                  </a:moveTo>
                  <a:lnTo>
                    <a:pt x="21600" y="0"/>
                  </a:lnTo>
                  <a:lnTo>
                    <a:pt x="0" y="12958"/>
                  </a:lnTo>
                  <a:lnTo>
                    <a:pt x="15919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3" name="曲线"/>
            <p:cNvSpPr/>
            <p:nvPr/>
          </p:nvSpPr>
          <p:spPr>
            <a:xfrm rot="0">
              <a:off x="1577354" y="4478825"/>
              <a:ext cx="316105" cy="20839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21600" y="595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4" name="曲线"/>
            <p:cNvSpPr/>
            <p:nvPr/>
          </p:nvSpPr>
          <p:spPr>
            <a:xfrm rot="0">
              <a:off x="1505548" y="4126815"/>
              <a:ext cx="193957" cy="13652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170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5" name="曲线"/>
            <p:cNvSpPr/>
            <p:nvPr/>
          </p:nvSpPr>
          <p:spPr>
            <a:xfrm rot="0">
              <a:off x="1505548" y="4234591"/>
              <a:ext cx="193957" cy="24423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542"/>
                  </a:moveTo>
                  <a:lnTo>
                    <a:pt x="7996" y="21600"/>
                  </a:lnTo>
                  <a:lnTo>
                    <a:pt x="21600" y="0"/>
                  </a:lnTo>
                  <a:lnTo>
                    <a:pt x="0" y="2542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6" name="曲线"/>
            <p:cNvSpPr/>
            <p:nvPr/>
          </p:nvSpPr>
          <p:spPr>
            <a:xfrm rot="0">
              <a:off x="1577354" y="4234591"/>
              <a:ext cx="316105" cy="30173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484"/>
                  </a:moveTo>
                  <a:lnTo>
                    <a:pt x="21600" y="21600"/>
                  </a:lnTo>
                  <a:lnTo>
                    <a:pt x="8346" y="0"/>
                  </a:lnTo>
                  <a:lnTo>
                    <a:pt x="0" y="1748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7" name="曲线"/>
            <p:cNvSpPr/>
            <p:nvPr/>
          </p:nvSpPr>
          <p:spPr>
            <a:xfrm rot="0">
              <a:off x="1699503" y="4112440"/>
              <a:ext cx="272983" cy="4238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5346" y="21600"/>
                  </a:moveTo>
                  <a:lnTo>
                    <a:pt x="21600" y="0"/>
                  </a:lnTo>
                  <a:lnTo>
                    <a:pt x="0" y="6224"/>
                  </a:lnTo>
                  <a:lnTo>
                    <a:pt x="15346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8" name="曲线"/>
            <p:cNvSpPr/>
            <p:nvPr/>
          </p:nvSpPr>
          <p:spPr>
            <a:xfrm rot="0">
              <a:off x="1505548" y="3961543"/>
              <a:ext cx="193957" cy="27304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3074"/>
                  </a:moveTo>
                  <a:lnTo>
                    <a:pt x="21600" y="21600"/>
                  </a:lnTo>
                  <a:lnTo>
                    <a:pt x="6396" y="0"/>
                  </a:lnTo>
                  <a:lnTo>
                    <a:pt x="0" y="1307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09" name="曲线"/>
            <p:cNvSpPr/>
            <p:nvPr/>
          </p:nvSpPr>
          <p:spPr>
            <a:xfrm rot="0">
              <a:off x="1562981" y="3738836"/>
              <a:ext cx="459785" cy="2227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4051" y="0"/>
                  </a:moveTo>
                  <a:lnTo>
                    <a:pt x="21600" y="13935"/>
                  </a:lnTo>
                  <a:lnTo>
                    <a:pt x="0" y="21600"/>
                  </a:lnTo>
                  <a:lnTo>
                    <a:pt x="4051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0" name="曲线"/>
            <p:cNvSpPr/>
            <p:nvPr/>
          </p:nvSpPr>
          <p:spPr>
            <a:xfrm rot="0">
              <a:off x="1562981" y="3961543"/>
              <a:ext cx="409506" cy="27304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201" y="21600"/>
                  </a:moveTo>
                  <a:lnTo>
                    <a:pt x="21600" y="11937"/>
                  </a:lnTo>
                  <a:lnTo>
                    <a:pt x="0" y="0"/>
                  </a:lnTo>
                  <a:lnTo>
                    <a:pt x="7201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1" name="曲线"/>
            <p:cNvSpPr/>
            <p:nvPr/>
          </p:nvSpPr>
          <p:spPr>
            <a:xfrm rot="0">
              <a:off x="1562981" y="3882515"/>
              <a:ext cx="459785" cy="22992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238" y="21600"/>
                  </a:moveTo>
                  <a:lnTo>
                    <a:pt x="21600" y="0"/>
                  </a:lnTo>
                  <a:lnTo>
                    <a:pt x="0" y="7424"/>
                  </a:lnTo>
                  <a:lnTo>
                    <a:pt x="1923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2" name="曲线"/>
            <p:cNvSpPr/>
            <p:nvPr/>
          </p:nvSpPr>
          <p:spPr>
            <a:xfrm rot="0">
              <a:off x="1369022" y="3817863"/>
              <a:ext cx="193957" cy="237079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3201" y="21600"/>
                  </a:lnTo>
                  <a:lnTo>
                    <a:pt x="21600" y="1309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3" name="曲线"/>
            <p:cNvSpPr/>
            <p:nvPr/>
          </p:nvSpPr>
          <p:spPr>
            <a:xfrm rot="0">
              <a:off x="1397771" y="3961543"/>
              <a:ext cx="165208" cy="16527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206"/>
                  </a:moveTo>
                  <a:lnTo>
                    <a:pt x="14090" y="21600"/>
                  </a:lnTo>
                  <a:lnTo>
                    <a:pt x="21600" y="0"/>
                  </a:lnTo>
                  <a:lnTo>
                    <a:pt x="0" y="122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4" name="曲线"/>
            <p:cNvSpPr/>
            <p:nvPr/>
          </p:nvSpPr>
          <p:spPr>
            <a:xfrm rot="0">
              <a:off x="1656382" y="4687221"/>
              <a:ext cx="352074" cy="1795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4848" y="21600"/>
                  </a:lnTo>
                  <a:lnTo>
                    <a:pt x="21600" y="517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5" name="曲线"/>
            <p:cNvSpPr/>
            <p:nvPr/>
          </p:nvSpPr>
          <p:spPr>
            <a:xfrm rot="0">
              <a:off x="1656382" y="4536322"/>
              <a:ext cx="352074" cy="1939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6804"/>
                  </a:moveTo>
                  <a:lnTo>
                    <a:pt x="14545" y="0"/>
                  </a:lnTo>
                  <a:lnTo>
                    <a:pt x="21600" y="21600"/>
                  </a:lnTo>
                  <a:lnTo>
                    <a:pt x="0" y="168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6" name="曲线"/>
            <p:cNvSpPr/>
            <p:nvPr/>
          </p:nvSpPr>
          <p:spPr>
            <a:xfrm rot="0">
              <a:off x="2008457" y="4730280"/>
              <a:ext cx="258609" cy="15805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3798" y="21600"/>
                  </a:moveTo>
                  <a:lnTo>
                    <a:pt x="21600" y="14728"/>
                  </a:lnTo>
                  <a:lnTo>
                    <a:pt x="0" y="0"/>
                  </a:lnTo>
                  <a:lnTo>
                    <a:pt x="1379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7" name="曲线"/>
            <p:cNvSpPr/>
            <p:nvPr/>
          </p:nvSpPr>
          <p:spPr>
            <a:xfrm rot="0">
              <a:off x="2008457" y="4622504"/>
              <a:ext cx="265828" cy="21555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013" y="21600"/>
                  </a:moveTo>
                  <a:lnTo>
                    <a:pt x="21600" y="0"/>
                  </a:lnTo>
                  <a:lnTo>
                    <a:pt x="0" y="10800"/>
                  </a:lnTo>
                  <a:lnTo>
                    <a:pt x="21013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8" name="曲线"/>
            <p:cNvSpPr/>
            <p:nvPr/>
          </p:nvSpPr>
          <p:spPr>
            <a:xfrm rot="0">
              <a:off x="1893460" y="4112440"/>
              <a:ext cx="237080" cy="423881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7200" y="0"/>
                  </a:lnTo>
                  <a:lnTo>
                    <a:pt x="21600" y="13545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19" name="曲线"/>
            <p:cNvSpPr/>
            <p:nvPr/>
          </p:nvSpPr>
          <p:spPr>
            <a:xfrm rot="0">
              <a:off x="1893460" y="4378269"/>
              <a:ext cx="237080" cy="35201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9698"/>
                  </a:moveTo>
                  <a:lnTo>
                    <a:pt x="10476" y="21600"/>
                  </a:lnTo>
                  <a:lnTo>
                    <a:pt x="21600" y="0"/>
                  </a:lnTo>
                  <a:lnTo>
                    <a:pt x="0" y="969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0" name="曲线"/>
            <p:cNvSpPr/>
            <p:nvPr/>
          </p:nvSpPr>
          <p:spPr>
            <a:xfrm rot="0">
              <a:off x="1972489" y="4112440"/>
              <a:ext cx="251453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9338"/>
                  </a:lnTo>
                  <a:lnTo>
                    <a:pt x="13576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1" name="曲线"/>
            <p:cNvSpPr/>
            <p:nvPr/>
          </p:nvSpPr>
          <p:spPr>
            <a:xfrm rot="0">
              <a:off x="2008457" y="4378269"/>
              <a:ext cx="265828" cy="35201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21600" y="14986"/>
                  </a:lnTo>
                  <a:lnTo>
                    <a:pt x="992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2" name="曲线"/>
            <p:cNvSpPr/>
            <p:nvPr/>
          </p:nvSpPr>
          <p:spPr>
            <a:xfrm rot="0">
              <a:off x="2130542" y="4227371"/>
              <a:ext cx="194020" cy="15089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0398" y="0"/>
                  </a:moveTo>
                  <a:lnTo>
                    <a:pt x="21600" y="10287"/>
                  </a:lnTo>
                  <a:lnTo>
                    <a:pt x="0" y="21600"/>
                  </a:lnTo>
                  <a:lnTo>
                    <a:pt x="1039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3" name="曲线"/>
            <p:cNvSpPr/>
            <p:nvPr/>
          </p:nvSpPr>
          <p:spPr>
            <a:xfrm rot="0">
              <a:off x="2130542" y="4378269"/>
              <a:ext cx="215549" cy="24423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404" y="21600"/>
                  </a:moveTo>
                  <a:lnTo>
                    <a:pt x="21600" y="8893"/>
                  </a:lnTo>
                  <a:lnTo>
                    <a:pt x="0" y="0"/>
                  </a:lnTo>
                  <a:lnTo>
                    <a:pt x="1440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4" name="曲线"/>
            <p:cNvSpPr/>
            <p:nvPr/>
          </p:nvSpPr>
          <p:spPr>
            <a:xfrm rot="0">
              <a:off x="2130542" y="4299243"/>
              <a:ext cx="215549" cy="179583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9442" y="0"/>
                  </a:moveTo>
                  <a:lnTo>
                    <a:pt x="21600" y="21600"/>
                  </a:lnTo>
                  <a:lnTo>
                    <a:pt x="0" y="9505"/>
                  </a:lnTo>
                  <a:lnTo>
                    <a:pt x="19442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5" name="曲线"/>
            <p:cNvSpPr/>
            <p:nvPr/>
          </p:nvSpPr>
          <p:spPr>
            <a:xfrm rot="0">
              <a:off x="1735408" y="4866804"/>
              <a:ext cx="186802" cy="20117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6648" y="21600"/>
                  </a:lnTo>
                  <a:lnTo>
                    <a:pt x="21600" y="1079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6" name="曲线"/>
            <p:cNvSpPr/>
            <p:nvPr/>
          </p:nvSpPr>
          <p:spPr>
            <a:xfrm rot="0">
              <a:off x="1735408" y="4730280"/>
              <a:ext cx="273047" cy="2370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438"/>
                  </a:moveTo>
                  <a:lnTo>
                    <a:pt x="21600" y="0"/>
                  </a:lnTo>
                  <a:lnTo>
                    <a:pt x="14777" y="21600"/>
                  </a:lnTo>
                  <a:lnTo>
                    <a:pt x="0" y="12438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7" name="曲线"/>
            <p:cNvSpPr/>
            <p:nvPr/>
          </p:nvSpPr>
          <p:spPr>
            <a:xfrm rot="0">
              <a:off x="1792905" y="4967360"/>
              <a:ext cx="186802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2604"/>
                  </a:moveTo>
                  <a:lnTo>
                    <a:pt x="21600" y="21600"/>
                  </a:lnTo>
                  <a:lnTo>
                    <a:pt x="14951" y="0"/>
                  </a:lnTo>
                  <a:lnTo>
                    <a:pt x="0" y="126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8" name="曲线"/>
            <p:cNvSpPr/>
            <p:nvPr/>
          </p:nvSpPr>
          <p:spPr>
            <a:xfrm rot="0">
              <a:off x="1922210" y="4967360"/>
              <a:ext cx="107775" cy="17242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523" y="21600"/>
                  </a:moveTo>
                  <a:lnTo>
                    <a:pt x="21600" y="10804"/>
                  </a:lnTo>
                  <a:lnTo>
                    <a:pt x="0" y="0"/>
                  </a:lnTo>
                  <a:lnTo>
                    <a:pt x="11523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29" name="曲线"/>
            <p:cNvSpPr/>
            <p:nvPr/>
          </p:nvSpPr>
          <p:spPr>
            <a:xfrm rot="0">
              <a:off x="1922210" y="4730280"/>
              <a:ext cx="251453" cy="237080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7408" y="0"/>
                  </a:moveTo>
                  <a:lnTo>
                    <a:pt x="21600" y="14400"/>
                  </a:lnTo>
                  <a:lnTo>
                    <a:pt x="0" y="21600"/>
                  </a:lnTo>
                  <a:lnTo>
                    <a:pt x="740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0" name="曲线"/>
            <p:cNvSpPr/>
            <p:nvPr/>
          </p:nvSpPr>
          <p:spPr>
            <a:xfrm rot="0">
              <a:off x="1922210" y="4967360"/>
              <a:ext cx="208331" cy="8624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1174" y="21600"/>
                  </a:moveTo>
                  <a:lnTo>
                    <a:pt x="21600" y="10799"/>
                  </a:lnTo>
                  <a:lnTo>
                    <a:pt x="0" y="0"/>
                  </a:lnTo>
                  <a:lnTo>
                    <a:pt x="11174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1" name="曲线"/>
            <p:cNvSpPr/>
            <p:nvPr/>
          </p:nvSpPr>
          <p:spPr>
            <a:xfrm rot="0">
              <a:off x="1922210" y="4888333"/>
              <a:ext cx="251453" cy="12214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7895" y="21600"/>
                  </a:moveTo>
                  <a:lnTo>
                    <a:pt x="21600" y="0"/>
                  </a:lnTo>
                  <a:lnTo>
                    <a:pt x="0" y="13974"/>
                  </a:lnTo>
                  <a:lnTo>
                    <a:pt x="17895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2" name="曲线"/>
            <p:cNvSpPr/>
            <p:nvPr/>
          </p:nvSpPr>
          <p:spPr>
            <a:xfrm rot="0">
              <a:off x="1527075" y="2991692"/>
              <a:ext cx="215549" cy="4095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40" y="0"/>
                  </a:moveTo>
                  <a:lnTo>
                    <a:pt x="21600" y="4926"/>
                  </a:lnTo>
                  <a:lnTo>
                    <a:pt x="0" y="21600"/>
                  </a:lnTo>
                  <a:lnTo>
                    <a:pt x="144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3" name="曲线"/>
            <p:cNvSpPr/>
            <p:nvPr/>
          </p:nvSpPr>
          <p:spPr>
            <a:xfrm rot="0">
              <a:off x="1527075" y="3401200"/>
              <a:ext cx="316105" cy="33763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8346" y="21600"/>
                  </a:moveTo>
                  <a:lnTo>
                    <a:pt x="21600" y="13789"/>
                  </a:lnTo>
                  <a:lnTo>
                    <a:pt x="0" y="0"/>
                  </a:lnTo>
                  <a:lnTo>
                    <a:pt x="8346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4" name="曲线"/>
            <p:cNvSpPr/>
            <p:nvPr/>
          </p:nvSpPr>
          <p:spPr>
            <a:xfrm rot="0">
              <a:off x="1527075" y="3085095"/>
              <a:ext cx="316105" cy="53165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14728" y="0"/>
                  </a:moveTo>
                  <a:lnTo>
                    <a:pt x="21600" y="21600"/>
                  </a:lnTo>
                  <a:lnTo>
                    <a:pt x="0" y="12842"/>
                  </a:lnTo>
                  <a:lnTo>
                    <a:pt x="14728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5" name="曲线"/>
            <p:cNvSpPr/>
            <p:nvPr/>
          </p:nvSpPr>
          <p:spPr>
            <a:xfrm rot="0">
              <a:off x="1354649" y="3271896"/>
              <a:ext cx="172426" cy="186802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904" y="0"/>
                  </a:lnTo>
                  <a:lnTo>
                    <a:pt x="21600" y="14951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6" name="曲线"/>
            <p:cNvSpPr/>
            <p:nvPr/>
          </p:nvSpPr>
          <p:spPr>
            <a:xfrm rot="0">
              <a:off x="1354649" y="3401200"/>
              <a:ext cx="172426" cy="265828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4671"/>
                  </a:moveTo>
                  <a:lnTo>
                    <a:pt x="1800" y="21600"/>
                  </a:lnTo>
                  <a:lnTo>
                    <a:pt x="21600" y="0"/>
                  </a:lnTo>
                  <a:lnTo>
                    <a:pt x="0" y="4671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7" name="曲线"/>
            <p:cNvSpPr/>
            <p:nvPr/>
          </p:nvSpPr>
          <p:spPr>
            <a:xfrm rot="0">
              <a:off x="1361868" y="2991692"/>
              <a:ext cx="179582" cy="409507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4779"/>
                  </a:moveTo>
                  <a:lnTo>
                    <a:pt x="21600" y="0"/>
                  </a:lnTo>
                  <a:lnTo>
                    <a:pt x="19871" y="21600"/>
                  </a:lnTo>
                  <a:lnTo>
                    <a:pt x="0" y="14779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8" name="曲线"/>
            <p:cNvSpPr/>
            <p:nvPr/>
          </p:nvSpPr>
          <p:spPr>
            <a:xfrm rot="0">
              <a:off x="1527075" y="3401200"/>
              <a:ext cx="122148" cy="33763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39" name="曲线"/>
            <p:cNvSpPr/>
            <p:nvPr/>
          </p:nvSpPr>
          <p:spPr>
            <a:xfrm rot="0">
              <a:off x="1527075" y="3738836"/>
              <a:ext cx="122148" cy="2227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6348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6348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40" name="曲线"/>
            <p:cNvSpPr/>
            <p:nvPr/>
          </p:nvSpPr>
          <p:spPr>
            <a:xfrm rot="0">
              <a:off x="1369022" y="3401200"/>
              <a:ext cx="158053" cy="33763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7006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17006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41" name="曲线"/>
            <p:cNvSpPr/>
            <p:nvPr/>
          </p:nvSpPr>
          <p:spPr>
            <a:xfrm rot="0">
              <a:off x="1369022" y="3667029"/>
              <a:ext cx="158053" cy="15083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21600"/>
                  </a:moveTo>
                  <a:lnTo>
                    <a:pt x="0" y="0"/>
                  </a:lnTo>
                  <a:lnTo>
                    <a:pt x="21600" y="10283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42" name="曲线"/>
            <p:cNvSpPr/>
            <p:nvPr/>
          </p:nvSpPr>
          <p:spPr>
            <a:xfrm rot="0">
              <a:off x="1369022" y="3738836"/>
              <a:ext cx="193957" cy="22270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7664"/>
                  </a:moveTo>
                  <a:lnTo>
                    <a:pt x="21600" y="21600"/>
                  </a:lnTo>
                  <a:lnTo>
                    <a:pt x="17601" y="0"/>
                  </a:lnTo>
                  <a:lnTo>
                    <a:pt x="0" y="766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  <p:sp>
          <p:nvSpPr>
            <p:cNvPr id="1049243" name="曲线"/>
            <p:cNvSpPr/>
            <p:nvPr/>
          </p:nvSpPr>
          <p:spPr>
            <a:xfrm rot="0">
              <a:off x="1792906" y="5067983"/>
              <a:ext cx="186802" cy="12208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21600" y="12704"/>
                  </a:moveTo>
                  <a:lnTo>
                    <a:pt x="13304" y="21600"/>
                  </a:lnTo>
                  <a:lnTo>
                    <a:pt x="0" y="0"/>
                  </a:lnTo>
                  <a:lnTo>
                    <a:pt x="21600" y="12704"/>
                  </a:lnTo>
                  <a:close/>
                </a:path>
              </a:pathLst>
            </a:custGeom>
            <a:noFill/>
            <a:ln w="7862" cap="rnd" cmpd="sng">
              <a:solidFill>
                <a:srgbClr val="1182FF">
                  <a:alpha val="30000"/>
                </a:srgbClr>
              </a:solidFill>
              <a:prstDash val="solid"/>
              <a:round/>
            </a:ln>
          </p:spPr>
        </p:sp>
      </p:grpSp>
      <p:grpSp>
        <p:nvGrpSpPr>
          <p:cNvPr id="58" name="组合"/>
          <p:cNvGrpSpPr/>
          <p:nvPr/>
        </p:nvGrpSpPr>
        <p:grpSpPr>
          <a:xfrm>
            <a:off x="1104919" y="1084767"/>
            <a:ext cx="1749514" cy="4247257"/>
            <a:chOff x="1104919" y="1084767"/>
            <a:chExt cx="1749514" cy="4247257"/>
          </a:xfrm>
        </p:grpSpPr>
        <p:sp>
          <p:nvSpPr>
            <p:cNvPr id="1049244" name="曲线"/>
            <p:cNvSpPr/>
            <p:nvPr/>
          </p:nvSpPr>
          <p:spPr>
            <a:xfrm rot="0">
              <a:off x="1334844" y="3208906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45" name="曲线"/>
            <p:cNvSpPr/>
            <p:nvPr/>
          </p:nvSpPr>
          <p:spPr>
            <a:xfrm rot="0">
              <a:off x="1880875" y="2440231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46" name="曲线"/>
            <p:cNvSpPr/>
            <p:nvPr/>
          </p:nvSpPr>
          <p:spPr>
            <a:xfrm rot="0">
              <a:off x="2232887" y="2907180"/>
              <a:ext cx="384466" cy="3845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798"/>
                  </a:moveTo>
                  <a:cubicBezTo>
                    <a:pt x="0" y="4834"/>
                    <a:pt x="4835" y="0"/>
                    <a:pt x="10800" y="0"/>
                  </a:cubicBezTo>
                  <a:cubicBezTo>
                    <a:pt x="16764" y="0"/>
                    <a:pt x="21600" y="4834"/>
                    <a:pt x="21600" y="10798"/>
                  </a:cubicBezTo>
                  <a:cubicBezTo>
                    <a:pt x="21600" y="16762"/>
                    <a:pt x="16764" y="21600"/>
                    <a:pt x="10800" y="21600"/>
                  </a:cubicBezTo>
                  <a:cubicBezTo>
                    <a:pt x="4835" y="21600"/>
                    <a:pt x="0" y="16765"/>
                    <a:pt x="0" y="10798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47" name="曲线"/>
            <p:cNvSpPr/>
            <p:nvPr/>
          </p:nvSpPr>
          <p:spPr>
            <a:xfrm rot="0">
              <a:off x="2469967" y="3036549"/>
              <a:ext cx="384466" cy="384514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798"/>
                  </a:moveTo>
                  <a:cubicBezTo>
                    <a:pt x="0" y="4834"/>
                    <a:pt x="4835" y="0"/>
                    <a:pt x="10800" y="0"/>
                  </a:cubicBezTo>
                  <a:cubicBezTo>
                    <a:pt x="16764" y="0"/>
                    <a:pt x="21600" y="4834"/>
                    <a:pt x="21600" y="10798"/>
                  </a:cubicBezTo>
                  <a:cubicBezTo>
                    <a:pt x="21600" y="16762"/>
                    <a:pt x="16764" y="21600"/>
                    <a:pt x="10800" y="21600"/>
                  </a:cubicBezTo>
                  <a:cubicBezTo>
                    <a:pt x="4835" y="21600"/>
                    <a:pt x="0" y="16765"/>
                    <a:pt x="0" y="10798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48" name="曲线"/>
            <p:cNvSpPr/>
            <p:nvPr/>
          </p:nvSpPr>
          <p:spPr>
            <a:xfrm rot="0">
              <a:off x="1981432" y="3510702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49" name="曲线"/>
            <p:cNvSpPr/>
            <p:nvPr/>
          </p:nvSpPr>
          <p:spPr>
            <a:xfrm rot="0">
              <a:off x="1830532" y="3690284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0" name="曲线"/>
            <p:cNvSpPr/>
            <p:nvPr/>
          </p:nvSpPr>
          <p:spPr>
            <a:xfrm rot="0">
              <a:off x="1794630" y="4536708"/>
              <a:ext cx="384466" cy="384465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1" name="曲线"/>
            <p:cNvSpPr/>
            <p:nvPr/>
          </p:nvSpPr>
          <p:spPr>
            <a:xfrm rot="0">
              <a:off x="1811559" y="4947558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2" name="曲线"/>
            <p:cNvSpPr/>
            <p:nvPr/>
          </p:nvSpPr>
          <p:spPr>
            <a:xfrm rot="0">
              <a:off x="1270190" y="2720434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3" name="曲线"/>
            <p:cNvSpPr/>
            <p:nvPr/>
          </p:nvSpPr>
          <p:spPr>
            <a:xfrm rot="0">
              <a:off x="1629421" y="1549344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4" name="曲线"/>
            <p:cNvSpPr/>
            <p:nvPr/>
          </p:nvSpPr>
          <p:spPr>
            <a:xfrm rot="0">
              <a:off x="1397899" y="1084767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5" name="曲线"/>
            <p:cNvSpPr/>
            <p:nvPr/>
          </p:nvSpPr>
          <p:spPr>
            <a:xfrm rot="0">
              <a:off x="2053303" y="1118307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6" name="曲线"/>
            <p:cNvSpPr/>
            <p:nvPr/>
          </p:nvSpPr>
          <p:spPr>
            <a:xfrm rot="0">
              <a:off x="2002962" y="1556563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7" name="曲线"/>
            <p:cNvSpPr/>
            <p:nvPr/>
          </p:nvSpPr>
          <p:spPr>
            <a:xfrm rot="0">
              <a:off x="2168234" y="2070588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8" name="曲线"/>
            <p:cNvSpPr/>
            <p:nvPr/>
          </p:nvSpPr>
          <p:spPr>
            <a:xfrm rot="0">
              <a:off x="1104919" y="2181558"/>
              <a:ext cx="384465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  <p:sp>
          <p:nvSpPr>
            <p:cNvPr id="1049259" name="曲线"/>
            <p:cNvSpPr/>
            <p:nvPr/>
          </p:nvSpPr>
          <p:spPr>
            <a:xfrm rot="0">
              <a:off x="1723589" y="2000378"/>
              <a:ext cx="384466" cy="384466"/>
            </a:xfrm>
            <a:custGeom>
              <a:avLst/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ahLst/>
              <a:rect l="T1" t="T2" r="T3" b="T4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4835" y="21600"/>
                    <a:pt x="0" y="16764"/>
                    <a:pt x="0" y="10800"/>
                  </a:cubicBezTo>
                  <a:close/>
                </a:path>
              </a:pathLst>
            </a:custGeom>
            <a:gradFill rotWithShape="1">
              <a:gsLst>
                <a:gs pos="0">
                  <a:srgbClr val="1182FF">
                    <a:alpha val="100000"/>
                  </a:srgbClr>
                </a:gs>
                <a:gs pos="33000">
                  <a:srgbClr val="113455">
                    <a:alpha val="0"/>
                  </a:srgbClr>
                </a:gs>
                <a:gs pos="100000">
                  <a:srgbClr val="164269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3684" cap="flat" cmpd="sng">
              <a:noFill/>
              <a:prstDash val="solid"/>
              <a:miter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p14:dur="800">
        <p:extLst>
          <p:ext uri="http://mobile.wps.com/transition/2016/1">
            <p:transition val="wps_explode_r_800"/>
          </p:ext>
        </p:extLst>
      </p:transition>
    </mc:Choice>
    <mc:Fallback>
      <p:transition spd="slow">
        <p:fade/>
      </p:transition>
    </mc:Fallback>
  </mc:AlternateConten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fill="hold" id="7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 fill="hold" id="8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0" nodeType="afterEffect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dur="500" id="12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3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4" nodeType="afterEffect" presetClass="entr" presetID="16" presetSubtype="4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dur="500" id="16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7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250" id="19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0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21" nodeType="afterEffect" presetClass="entr" presetID="53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3"/>
                                        <p:tgtEl>
                                          <p:spTgt spid="1049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4"/>
                                        <p:tgtEl>
                                          <p:spTgt spid="1049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5"/>
                                        <p:tgtEl>
                                          <p:spTgt spid="104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27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9"/>
                                        <p:tgtEl>
                                          <p:spTgt spid="1049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1049060" grpId="0"/>
      <p:bldP spid="1049059" grpId="0"/>
    </p:bldLst>
  </p:timing>
</p:sld>
</file>

<file path=ppt/theme/theme1.xml><?xml version="1.0" encoding="utf-8"?>
<a:theme xmlns:a="http://schemas.openxmlformats.org/drawingml/2006/main" name="Collidu_Theme">
  <a:themeElements>
    <a:clrScheme name="Collidu_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5F98"/>
      </a:accent1>
      <a:accent2>
        <a:srgbClr val="1182FF"/>
      </a:accent2>
      <a:accent3>
        <a:srgbClr val="003F83"/>
      </a:accent3>
      <a:accent4>
        <a:srgbClr val="164269"/>
      </a:accent4>
      <a:accent5>
        <a:srgbClr val="113455"/>
      </a:accent5>
      <a:accent6>
        <a:srgbClr val="020F20"/>
      </a:accent6>
      <a:hlink>
        <a:srgbClr val="0563C1"/>
      </a:hlink>
      <a:folHlink>
        <a:srgbClr val="954F72"/>
      </a:folHlink>
    </a:clrScheme>
    <a:fontScheme name="Collidu_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llidu_Theme">
      <a:fillStyleLst>
        <a:solidFill>
          <a:schemeClr val="phClr"/>
        </a:solidFill>
        <a:gradFill/>
        <a:gradFill/>
      </a:fillStyleLst>
      <a:lnStyleLst/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Yozo_Office</Application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Ashish Arora</dc:creator>
  <cp:lastModifiedBy>root</cp:lastModifiedBy>
  <dcterms:created xsi:type="dcterms:W3CDTF">2021-01-06T23:29:29Z</dcterms:created>
  <dcterms:modified xsi:type="dcterms:W3CDTF">2026-05-31T05:34:14Z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f572f5921531492e94c03570f6858266_23</vt:lpwstr>
  </property>
</Properties>
</file>